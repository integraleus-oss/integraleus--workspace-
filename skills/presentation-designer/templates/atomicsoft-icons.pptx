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19.png" ContentType="image/png"/>
  <Override PartName="/ppt/media/image87.png" ContentType="image/png"/>
  <Override PartName="/ppt/media/image19.png" ContentType="image/png"/>
  <Override PartName="/ppt/media/image118.png" ContentType="image/png"/>
  <Override PartName="/ppt/media/image86.png" ContentType="image/png"/>
  <Override PartName="/ppt/media/image18.png" ContentType="image/png"/>
  <Override PartName="/ppt/media/image109.png" ContentType="image/png"/>
  <Override PartName="/ppt/media/image77.png" ContentType="image/png"/>
  <Override PartName="/ppt/media/image108.png" ContentType="image/png"/>
  <Override PartName="/ppt/media/image76.png" ContentType="image/png"/>
  <Override PartName="/ppt/media/image99.png" ContentType="image/png"/>
  <Override PartName="/ppt/media/image98.png" ContentType="image/png"/>
  <Override PartName="/ppt/media/image97.png" ContentType="image/png"/>
  <Override PartName="/ppt/media/image29.png" ContentType="image/png"/>
  <Override PartName="/ppt/media/image129.png" ContentType="image/png"/>
  <Override PartName="/ppt/media/image96.png" ContentType="image/png"/>
  <Override PartName="/ppt/media/image28.png" ContentType="image/png"/>
  <Override PartName="/ppt/media/image128.png" ContentType="image/png"/>
  <Override PartName="/ppt/media/image95.png" ContentType="image/png"/>
  <Override PartName="/ppt/media/image127.png" ContentType="image/png"/>
  <Override PartName="/ppt/media/image27.png" ContentType="image/png"/>
  <Override PartName="/ppt/media/image89.png" ContentType="image/png"/>
  <Override PartName="/ppt/media/image88.png" ContentType="image/png"/>
  <Override PartName="/ppt/media/image85.png" ContentType="image/png"/>
  <Override PartName="/ppt/media/image117.png" ContentType="image/png"/>
  <Override PartName="/ppt/media/image17.png" ContentType="image/png"/>
  <Override PartName="/ppt/media/image79.png" ContentType="image/png"/>
  <Override PartName="/ppt/media/image126.png" ContentType="image/png"/>
  <Override PartName="/ppt/media/image94.png" ContentType="image/png"/>
  <Override PartName="/ppt/media/image26.png" ContentType="image/png"/>
  <Override PartName="/ppt/media/image78.png" ContentType="image/png"/>
  <Override PartName="/ppt/media/image133.png" ContentType="image/png"/>
  <Override PartName="/ppt/media/image33.png" ContentType="image/png"/>
  <Override PartName="/ppt/media/image1.png" ContentType="image/png"/>
  <Override PartName="/ppt/media/image47.png" ContentType="image/png"/>
  <Override PartName="/ppt/media/image147.png" ContentType="image/png"/>
  <Override PartName="/ppt/media/image134.png" ContentType="image/png"/>
  <Override PartName="/ppt/media/image34.png" ContentType="image/png"/>
  <Override PartName="/ppt/media/image2.png" ContentType="image/png"/>
  <Override PartName="/ppt/media/image153.png" ContentType="image/png"/>
  <Override PartName="/ppt/media/image7.png" ContentType="image/png"/>
  <Override PartName="/ppt/media/image53.png" ContentType="image/png"/>
  <Override PartName="/ppt/media/image101.png" ContentType="image/png"/>
  <Override PartName="/ppt/media/image48.png" ContentType="image/png"/>
  <Override PartName="/ppt/media/image148.png" ContentType="image/png"/>
  <Override PartName="/ppt/media/image3.png" ContentType="image/png"/>
  <Override PartName="/ppt/media/image49.png" ContentType="image/png"/>
  <Override PartName="/ppt/media/image149.png" ContentType="image/png"/>
  <Override PartName="/ppt/media/image57.png" ContentType="image/png"/>
  <Override PartName="/ppt/media/image157.png" ContentType="image/png"/>
  <Override PartName="/ppt/media/image35.png" ContentType="image/png"/>
  <Override PartName="/ppt/media/image135.png" ContentType="image/png"/>
  <Override PartName="/ppt/media/image46.png" ContentType="image/png"/>
  <Override PartName="/ppt/media/image146.png" ContentType="image/png"/>
  <Override PartName="/ppt/media/image39.png" ContentType="image/png"/>
  <Override PartName="/ppt/media/image139.png" ContentType="image/png"/>
  <Override PartName="/ppt/media/image38.png" ContentType="image/png"/>
  <Override PartName="/ppt/media/image138.png" ContentType="image/png"/>
  <Override PartName="/ppt/media/image143.png" ContentType="image/png"/>
  <Override PartName="/ppt/media/image43.png" ContentType="image/png"/>
  <Override PartName="/ppt/media/image44.png" ContentType="image/png"/>
  <Override PartName="/ppt/media/image144.png" ContentType="image/png"/>
  <Override PartName="/ppt/media/image100.png" ContentType="image/png"/>
  <Override PartName="/ppt/media/image142.png" ContentType="image/png"/>
  <Override PartName="/ppt/media/image42.png" ContentType="image/png"/>
  <Override PartName="/ppt/media/image56.png" ContentType="image/png"/>
  <Override PartName="/ppt/media/image156.png" ContentType="image/png"/>
  <Override PartName="/ppt/media/image55.png" ContentType="image/png"/>
  <Override PartName="/ppt/media/image155.png" ContentType="image/png"/>
  <Override PartName="/ppt/media/image9.png" ContentType="image/png"/>
  <Override PartName="/ppt/media/image41.png" ContentType="image/png"/>
  <Override PartName="/ppt/media/image141.png" ContentType="image/png"/>
  <Override PartName="/ppt/media/image154.png" ContentType="image/png"/>
  <Override PartName="/ppt/media/image54.png" ContentType="image/png"/>
  <Override PartName="/ppt/media/image8.png" ContentType="image/png"/>
  <Override PartName="/ppt/media/image40.png" ContentType="image/png"/>
  <Override PartName="/ppt/media/image140.png" ContentType="image/png"/>
  <Override PartName="/ppt/media/image130.png" ContentType="image/png"/>
  <Override PartName="/ppt/media/image30.png" ContentType="image/png"/>
  <Override PartName="/ppt/media/image132.png" ContentType="image/png"/>
  <Override PartName="/ppt/media/image32.png" ContentType="image/png"/>
  <Override PartName="/ppt/media/image131.png" ContentType="image/png"/>
  <Override PartName="/ppt/media/image31.png" ContentType="image/png"/>
  <Override PartName="/ppt/media/image45.png" ContentType="image/png"/>
  <Override PartName="/ppt/media/image145.png" ContentType="image/png"/>
  <Override PartName="/ppt/media/image136.png" ContentType="image/png"/>
  <Override PartName="/ppt/media/image36.png" ContentType="image/png"/>
  <Override PartName="/ppt/media/image150.png" ContentType="image/png"/>
  <Override PartName="/ppt/media/image50.png" ContentType="image/png"/>
  <Override PartName="/ppt/media/image4.png" ContentType="image/png"/>
  <Override PartName="/ppt/media/image152.png" ContentType="image/png"/>
  <Override PartName="/ppt/media/image52.png" ContentType="image/png"/>
  <Override PartName="/ppt/media/image6.png" ContentType="image/png"/>
  <Override PartName="/ppt/media/image37.png" ContentType="image/png"/>
  <Override PartName="/ppt/media/image137.png" ContentType="image/png"/>
  <Override PartName="/ppt/media/image151.png" ContentType="image/png"/>
  <Override PartName="/ppt/media/image51.png" ContentType="image/png"/>
  <Override PartName="/ppt/media/image5.png" ContentType="image/png"/>
  <Override PartName="/ppt/media/image158.png" ContentType="image/png"/>
  <Override PartName="/ppt/media/image58.png" ContentType="image/png"/>
  <Override PartName="/ppt/media/image159.png" ContentType="image/png"/>
  <Override PartName="/ppt/media/image59.png" ContentType="image/png"/>
  <Override PartName="/ppt/media/image160.png" ContentType="image/png"/>
  <Override PartName="/ppt/media/image60.png" ContentType="image/png"/>
  <Override PartName="/ppt/media/image61.png" ContentType="image/png"/>
  <Override PartName="/ppt/media/image62.png" ContentType="image/png"/>
  <Override PartName="/ppt/media/image10.png" ContentType="image/png"/>
  <Override PartName="/ppt/media/image110.png" ContentType="image/png"/>
  <Override PartName="/ppt/media/image63.png" ContentType="image/png"/>
  <Override PartName="/ppt/media/image11.png" ContentType="image/png"/>
  <Override PartName="/ppt/media/image111.png" ContentType="image/png"/>
  <Override PartName="/ppt/media/image64.png" ContentType="image/png"/>
  <Override PartName="/ppt/media/image12.png" ContentType="image/png"/>
  <Override PartName="/ppt/media/image80.png" ContentType="image/png"/>
  <Override PartName="/ppt/media/image112.png" ContentType="image/png"/>
  <Override PartName="/ppt/media/image65.png" ContentType="image/png"/>
  <Override PartName="/ppt/media/image81.png" ContentType="image/png"/>
  <Override PartName="/ppt/media/image13.png" ContentType="image/png"/>
  <Override PartName="/ppt/media/image113.png" ContentType="image/png"/>
  <Override PartName="/ppt/media/image66.png" ContentType="image/png"/>
  <Override PartName="/ppt/media/image82.png" ContentType="image/png"/>
  <Override PartName="/ppt/media/image14.png" ContentType="image/png"/>
  <Override PartName="/ppt/media/image114.png" ContentType="image/png"/>
  <Override PartName="/ppt/media/image67.png" ContentType="image/png"/>
  <Override PartName="/ppt/media/image83.png" ContentType="image/png"/>
  <Override PartName="/ppt/media/image15.png" ContentType="image/png"/>
  <Override PartName="/ppt/media/image115.png" ContentType="image/png"/>
  <Override PartName="/ppt/media/image68.png" ContentType="image/png"/>
  <Override PartName="/ppt/media/image16.png" ContentType="image/png"/>
  <Override PartName="/ppt/media/image84.png" ContentType="image/png"/>
  <Override PartName="/ppt/media/image116.png" ContentType="image/png"/>
  <Override PartName="/ppt/media/image69.png" ContentType="image/png"/>
  <Override PartName="/ppt/media/image102.png" ContentType="image/png"/>
  <Override PartName="/ppt/media/image70.png" ContentType="image/png"/>
  <Override PartName="/ppt/media/image103.png" ContentType="image/png"/>
  <Override PartName="/ppt/media/image71.png" ContentType="image/png"/>
  <Override PartName="/ppt/media/image104.png" ContentType="image/png"/>
  <Override PartName="/ppt/media/image72.png" ContentType="image/png"/>
  <Override PartName="/ppt/media/image120.png" ContentType="image/png"/>
  <Override PartName="/ppt/media/image20.png" ContentType="image/png"/>
  <Override PartName="/ppt/media/image105.png" ContentType="image/png"/>
  <Override PartName="/ppt/media/image73.png" ContentType="image/png"/>
  <Override PartName="/ppt/media/image121.png" ContentType="image/png"/>
  <Override PartName="/ppt/media/image21.png" ContentType="image/png"/>
  <Override PartName="/ppt/media/image106.png" ContentType="image/png"/>
  <Override PartName="/ppt/media/image74.png" ContentType="image/png"/>
  <Override PartName="/ppt/media/image122.png" ContentType="image/png"/>
  <Override PartName="/ppt/media/image22.png" ContentType="image/png"/>
  <Override PartName="/ppt/media/image90.png" ContentType="image/png"/>
  <Override PartName="/ppt/media/image125.png" ContentType="image/png"/>
  <Override PartName="/ppt/media/image93.png" ContentType="image/png"/>
  <Override PartName="/ppt/media/image25.png" ContentType="image/png"/>
  <Override PartName="/ppt/media/image107.png" ContentType="image/png"/>
  <Override PartName="/ppt/media/image75.png" ContentType="image/png"/>
  <Override PartName="/ppt/media/image123.png" ContentType="image/png"/>
  <Override PartName="/ppt/media/image23.png" ContentType="image/png"/>
  <Override PartName="/ppt/media/image91.png" ContentType="image/png"/>
  <Override PartName="/ppt/media/image92.png" ContentType="image/png"/>
  <Override PartName="/ppt/media/image24.png" ContentType="image/png"/>
  <Override PartName="/ppt/media/image124.png" ContentType="image/pn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notesSlide5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9144000" cy="5145088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dt" idx="4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sldImg"/>
          </p:nvPr>
        </p:nvSpPr>
        <p:spPr>
          <a:xfrm>
            <a:off x="380880" y="685440"/>
            <a:ext cx="6096240" cy="34290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Click to edit the notes format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ftr" idx="5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6"/>
          <p:cNvSpPr>
            <a:spLocks noGrp="1"/>
          </p:cNvSpPr>
          <p:nvPr>
            <p:ph type="sldNum" idx="6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9DC883BF-272C-4FC7-AB71-46ADA641CFA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6240" cy="3429000"/>
          </a:xfrm>
          <a:prstGeom prst="rect">
            <a:avLst/>
          </a:prstGeom>
          <a:ln w="0">
            <a:noFill/>
          </a:ln>
        </p:spPr>
      </p:sp>
      <p:sp>
        <p:nvSpPr>
          <p:cNvPr id="24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05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6EC11AA1-B0E9-459C-AE96-BB32C635B1B8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6240" cy="3429000"/>
          </a:xfrm>
          <a:prstGeom prst="rect">
            <a:avLst/>
          </a:prstGeom>
          <a:ln w="0">
            <a:noFill/>
          </a:ln>
        </p:spPr>
      </p:sp>
      <p:sp>
        <p:nvSpPr>
          <p:cNvPr id="240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08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85E9B837-1F86-4641-8370-2DC17BC690F9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6240" cy="3429000"/>
          </a:xfrm>
          <a:prstGeom prst="rect">
            <a:avLst/>
          </a:prstGeom>
          <a:ln w="0">
            <a:noFill/>
          </a:ln>
        </p:spPr>
      </p:sp>
      <p:sp>
        <p:nvSpPr>
          <p:cNvPr id="241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11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B8674203-FD0A-4411-BFF0-DC6384139A47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6240" cy="3429000"/>
          </a:xfrm>
          <a:prstGeom prst="rect">
            <a:avLst/>
          </a:prstGeom>
          <a:ln w="0">
            <a:noFill/>
          </a:ln>
        </p:spPr>
      </p:sp>
      <p:sp>
        <p:nvSpPr>
          <p:cNvPr id="241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14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39A0D6EC-1361-4D5F-ABC3-8A7DABA3590B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77C3FE-46AB-41E7-912E-A29B286CCD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03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6280"/>
            <a:ext cx="8229600" cy="85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600" cy="339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81242" lnSpcReduction="10000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4766760"/>
            <a:ext cx="2133720" cy="27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  <a:defRPr b="0" lang="en-US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200" spc="-1" strike="noStrike">
                <a:solidFill>
                  <a:srgbClr val="898989"/>
                </a:solidFill>
                <a:latin typeface="Times New Roman"/>
              </a:rPr>
              <a:t>&lt;date/time&gt;</a:t>
            </a:r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4766760"/>
            <a:ext cx="2895840" cy="27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4766760"/>
            <a:ext cx="2133720" cy="27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  <a:defRPr b="0" lang="en-US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F9539403-F0B7-4BD0-BD55-E3955059D70D}" type="slidenum">
              <a:rPr b="0" lang="en-US" sz="1200" spc="-1" strike="noStrike">
                <a:solidFill>
                  <a:srgbClr val="898989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03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6280"/>
            <a:ext cx="8229600" cy="85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600" cy="339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81242" lnSpcReduction="10000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03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6280"/>
            <a:ext cx="8229600" cy="85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600" cy="339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81242" lnSpcReduction="10000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25" Type="http://schemas.openxmlformats.org/officeDocument/2006/relationships/image" Target="../media/image25.png"/><Relationship Id="rId26" Type="http://schemas.openxmlformats.org/officeDocument/2006/relationships/image" Target="../media/image26.png"/><Relationship Id="rId27" Type="http://schemas.openxmlformats.org/officeDocument/2006/relationships/image" Target="../media/image27.png"/><Relationship Id="rId28" Type="http://schemas.openxmlformats.org/officeDocument/2006/relationships/image" Target="../media/image28.png"/><Relationship Id="rId29" Type="http://schemas.openxmlformats.org/officeDocument/2006/relationships/image" Target="../media/image29.png"/><Relationship Id="rId30" Type="http://schemas.openxmlformats.org/officeDocument/2006/relationships/image" Target="../media/image30.png"/><Relationship Id="rId3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Relationship Id="rId12" Type="http://schemas.openxmlformats.org/officeDocument/2006/relationships/image" Target="../media/image42.png"/><Relationship Id="rId13" Type="http://schemas.openxmlformats.org/officeDocument/2006/relationships/image" Target="../media/image43.png"/><Relationship Id="rId14" Type="http://schemas.openxmlformats.org/officeDocument/2006/relationships/image" Target="../media/image44.png"/><Relationship Id="rId15" Type="http://schemas.openxmlformats.org/officeDocument/2006/relationships/image" Target="../media/image45.png"/><Relationship Id="rId16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Relationship Id="rId13" Type="http://schemas.openxmlformats.org/officeDocument/2006/relationships/image" Target="../media/image58.png"/><Relationship Id="rId14" Type="http://schemas.openxmlformats.org/officeDocument/2006/relationships/image" Target="../media/image59.png"/><Relationship Id="rId15" Type="http://schemas.openxmlformats.org/officeDocument/2006/relationships/image" Target="../media/image60.png"/><Relationship Id="rId16" Type="http://schemas.openxmlformats.org/officeDocument/2006/relationships/image" Target="../media/image61.png"/><Relationship Id="rId17" Type="http://schemas.openxmlformats.org/officeDocument/2006/relationships/image" Target="../media/image62.png"/><Relationship Id="rId18" Type="http://schemas.openxmlformats.org/officeDocument/2006/relationships/image" Target="../media/image63.png"/><Relationship Id="rId19" Type="http://schemas.openxmlformats.org/officeDocument/2006/relationships/image" Target="../media/image64.png"/><Relationship Id="rId20" Type="http://schemas.openxmlformats.org/officeDocument/2006/relationships/image" Target="../media/image65.png"/><Relationship Id="rId21" Type="http://schemas.openxmlformats.org/officeDocument/2006/relationships/image" Target="../media/image66.png"/><Relationship Id="rId22" Type="http://schemas.openxmlformats.org/officeDocument/2006/relationships/image" Target="../media/image67.png"/><Relationship Id="rId23" Type="http://schemas.openxmlformats.org/officeDocument/2006/relationships/image" Target="../media/image68.png"/><Relationship Id="rId24" Type="http://schemas.openxmlformats.org/officeDocument/2006/relationships/image" Target="../media/image69.png"/><Relationship Id="rId25" Type="http://schemas.openxmlformats.org/officeDocument/2006/relationships/image" Target="../media/image70.png"/><Relationship Id="rId26" Type="http://schemas.openxmlformats.org/officeDocument/2006/relationships/image" Target="../media/image71.png"/><Relationship Id="rId27" Type="http://schemas.openxmlformats.org/officeDocument/2006/relationships/image" Target="../media/image72.png"/><Relationship Id="rId28" Type="http://schemas.openxmlformats.org/officeDocument/2006/relationships/image" Target="../media/image73.png"/><Relationship Id="rId29" Type="http://schemas.openxmlformats.org/officeDocument/2006/relationships/image" Target="../media/image74.png"/><Relationship Id="rId30" Type="http://schemas.openxmlformats.org/officeDocument/2006/relationships/image" Target="../media/image75.png"/><Relationship Id="rId31" Type="http://schemas.openxmlformats.org/officeDocument/2006/relationships/image" Target="../media/image76.png"/><Relationship Id="rId32" Type="http://schemas.openxmlformats.org/officeDocument/2006/relationships/image" Target="../media/image77.png"/><Relationship Id="rId33" Type="http://schemas.openxmlformats.org/officeDocument/2006/relationships/image" Target="../media/image78.png"/><Relationship Id="rId34" Type="http://schemas.openxmlformats.org/officeDocument/2006/relationships/image" Target="../media/image79.png"/><Relationship Id="rId35" Type="http://schemas.openxmlformats.org/officeDocument/2006/relationships/image" Target="../media/image80.png"/><Relationship Id="rId36" Type="http://schemas.openxmlformats.org/officeDocument/2006/relationships/image" Target="../media/image81.png"/><Relationship Id="rId37" Type="http://schemas.openxmlformats.org/officeDocument/2006/relationships/image" Target="../media/image82.png"/><Relationship Id="rId38" Type="http://schemas.openxmlformats.org/officeDocument/2006/relationships/image" Target="../media/image83.png"/><Relationship Id="rId39" Type="http://schemas.openxmlformats.org/officeDocument/2006/relationships/image" Target="../media/image84.png"/><Relationship Id="rId40" Type="http://schemas.openxmlformats.org/officeDocument/2006/relationships/image" Target="../media/image85.png"/><Relationship Id="rId41" Type="http://schemas.openxmlformats.org/officeDocument/2006/relationships/image" Target="../media/image86.png"/><Relationship Id="rId42" Type="http://schemas.openxmlformats.org/officeDocument/2006/relationships/image" Target="../media/image87.png"/><Relationship Id="rId43" Type="http://schemas.openxmlformats.org/officeDocument/2006/relationships/image" Target="../media/image88.png"/><Relationship Id="rId44" Type="http://schemas.openxmlformats.org/officeDocument/2006/relationships/image" Target="../media/image89.png"/><Relationship Id="rId45" Type="http://schemas.openxmlformats.org/officeDocument/2006/relationships/image" Target="../media/image90.png"/><Relationship Id="rId46" Type="http://schemas.openxmlformats.org/officeDocument/2006/relationships/image" Target="../media/image91.png"/><Relationship Id="rId47" Type="http://schemas.openxmlformats.org/officeDocument/2006/relationships/image" Target="../media/image92.png"/><Relationship Id="rId48" Type="http://schemas.openxmlformats.org/officeDocument/2006/relationships/image" Target="../media/image93.png"/><Relationship Id="rId49" Type="http://schemas.openxmlformats.org/officeDocument/2006/relationships/image" Target="../media/image94.png"/><Relationship Id="rId50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95.png"/><Relationship Id="rId2" Type="http://schemas.openxmlformats.org/officeDocument/2006/relationships/image" Target="../media/image96.png"/><Relationship Id="rId3" Type="http://schemas.openxmlformats.org/officeDocument/2006/relationships/image" Target="../media/image97.png"/><Relationship Id="rId4" Type="http://schemas.openxmlformats.org/officeDocument/2006/relationships/image" Target="../media/image98.png"/><Relationship Id="rId5" Type="http://schemas.openxmlformats.org/officeDocument/2006/relationships/image" Target="../media/image99.png"/><Relationship Id="rId6" Type="http://schemas.openxmlformats.org/officeDocument/2006/relationships/image" Target="../media/image100.png"/><Relationship Id="rId7" Type="http://schemas.openxmlformats.org/officeDocument/2006/relationships/image" Target="../media/image101.png"/><Relationship Id="rId8" Type="http://schemas.openxmlformats.org/officeDocument/2006/relationships/image" Target="../media/image102.png"/><Relationship Id="rId9" Type="http://schemas.openxmlformats.org/officeDocument/2006/relationships/image" Target="../media/image103.png"/><Relationship Id="rId10" Type="http://schemas.openxmlformats.org/officeDocument/2006/relationships/image" Target="../media/image104.png"/><Relationship Id="rId11" Type="http://schemas.openxmlformats.org/officeDocument/2006/relationships/image" Target="../media/image105.png"/><Relationship Id="rId12" Type="http://schemas.openxmlformats.org/officeDocument/2006/relationships/image" Target="../media/image106.png"/><Relationship Id="rId13" Type="http://schemas.openxmlformats.org/officeDocument/2006/relationships/image" Target="../media/image107.png"/><Relationship Id="rId14" Type="http://schemas.openxmlformats.org/officeDocument/2006/relationships/image" Target="../media/image108.png"/><Relationship Id="rId15" Type="http://schemas.openxmlformats.org/officeDocument/2006/relationships/image" Target="../media/image109.png"/><Relationship Id="rId16" Type="http://schemas.openxmlformats.org/officeDocument/2006/relationships/image" Target="../media/image110.png"/><Relationship Id="rId17" Type="http://schemas.openxmlformats.org/officeDocument/2006/relationships/image" Target="../media/image111.png"/><Relationship Id="rId18" Type="http://schemas.openxmlformats.org/officeDocument/2006/relationships/image" Target="../media/image112.png"/><Relationship Id="rId19" Type="http://schemas.openxmlformats.org/officeDocument/2006/relationships/image" Target="../media/image113.png"/><Relationship Id="rId20" Type="http://schemas.openxmlformats.org/officeDocument/2006/relationships/image" Target="../media/image114.png"/><Relationship Id="rId21" Type="http://schemas.openxmlformats.org/officeDocument/2006/relationships/image" Target="../media/image115.png"/><Relationship Id="rId22" Type="http://schemas.openxmlformats.org/officeDocument/2006/relationships/image" Target="../media/image116.png"/><Relationship Id="rId23" Type="http://schemas.openxmlformats.org/officeDocument/2006/relationships/image" Target="../media/image117.png"/><Relationship Id="rId24" Type="http://schemas.openxmlformats.org/officeDocument/2006/relationships/image" Target="../media/image118.png"/><Relationship Id="rId25" Type="http://schemas.openxmlformats.org/officeDocument/2006/relationships/image" Target="../media/image119.png"/><Relationship Id="rId26" Type="http://schemas.openxmlformats.org/officeDocument/2006/relationships/image" Target="../media/image120.png"/><Relationship Id="rId27" Type="http://schemas.openxmlformats.org/officeDocument/2006/relationships/image" Target="../media/image121.png"/><Relationship Id="rId28" Type="http://schemas.openxmlformats.org/officeDocument/2006/relationships/image" Target="../media/image122.png"/><Relationship Id="rId29" Type="http://schemas.openxmlformats.org/officeDocument/2006/relationships/image" Target="../media/image123.png"/><Relationship Id="rId30" Type="http://schemas.openxmlformats.org/officeDocument/2006/relationships/image" Target="../media/image124.png"/><Relationship Id="rId31" Type="http://schemas.openxmlformats.org/officeDocument/2006/relationships/image" Target="../media/image125.png"/><Relationship Id="rId32" Type="http://schemas.openxmlformats.org/officeDocument/2006/relationships/image" Target="../media/image126.png"/><Relationship Id="rId33" Type="http://schemas.openxmlformats.org/officeDocument/2006/relationships/image" Target="../media/image127.png"/><Relationship Id="rId34" Type="http://schemas.openxmlformats.org/officeDocument/2006/relationships/image" Target="../media/image128.png"/><Relationship Id="rId35" Type="http://schemas.openxmlformats.org/officeDocument/2006/relationships/image" Target="../media/image129.png"/><Relationship Id="rId36" Type="http://schemas.openxmlformats.org/officeDocument/2006/relationships/image" Target="../media/image130.png"/><Relationship Id="rId37" Type="http://schemas.openxmlformats.org/officeDocument/2006/relationships/image" Target="../media/image131.png"/><Relationship Id="rId38" Type="http://schemas.openxmlformats.org/officeDocument/2006/relationships/image" Target="../media/image132.png"/><Relationship Id="rId39" Type="http://schemas.openxmlformats.org/officeDocument/2006/relationships/image" Target="../media/image133.png"/><Relationship Id="rId40" Type="http://schemas.openxmlformats.org/officeDocument/2006/relationships/image" Target="../media/image134.png"/><Relationship Id="rId41" Type="http://schemas.openxmlformats.org/officeDocument/2006/relationships/image" Target="../media/image135.png"/><Relationship Id="rId42" Type="http://schemas.openxmlformats.org/officeDocument/2006/relationships/image" Target="../media/image136.png"/><Relationship Id="rId43" Type="http://schemas.openxmlformats.org/officeDocument/2006/relationships/image" Target="../media/image137.png"/><Relationship Id="rId44" Type="http://schemas.openxmlformats.org/officeDocument/2006/relationships/image" Target="../media/image138.png"/><Relationship Id="rId45" Type="http://schemas.openxmlformats.org/officeDocument/2006/relationships/image" Target="../media/image139.png"/><Relationship Id="rId46" Type="http://schemas.openxmlformats.org/officeDocument/2006/relationships/image" Target="../media/image140.png"/><Relationship Id="rId47" Type="http://schemas.openxmlformats.org/officeDocument/2006/relationships/image" Target="../media/image141.png"/><Relationship Id="rId48" Type="http://schemas.openxmlformats.org/officeDocument/2006/relationships/image" Target="../media/image142.png"/><Relationship Id="rId49" Type="http://schemas.openxmlformats.org/officeDocument/2006/relationships/image" Target="../media/image143.png"/><Relationship Id="rId50" Type="http://schemas.openxmlformats.org/officeDocument/2006/relationships/image" Target="../media/image144.png"/><Relationship Id="rId51" Type="http://schemas.openxmlformats.org/officeDocument/2006/relationships/image" Target="../media/image145.png"/><Relationship Id="rId52" Type="http://schemas.openxmlformats.org/officeDocument/2006/relationships/image" Target="../media/image146.png"/><Relationship Id="rId53" Type="http://schemas.openxmlformats.org/officeDocument/2006/relationships/image" Target="../media/image147.png"/><Relationship Id="rId54" Type="http://schemas.openxmlformats.org/officeDocument/2006/relationships/image" Target="../media/image148.png"/><Relationship Id="rId55" Type="http://schemas.openxmlformats.org/officeDocument/2006/relationships/image" Target="../media/image149.png"/><Relationship Id="rId56" Type="http://schemas.openxmlformats.org/officeDocument/2006/relationships/image" Target="../media/image150.png"/><Relationship Id="rId57" Type="http://schemas.openxmlformats.org/officeDocument/2006/relationships/image" Target="../media/image151.png"/><Relationship Id="rId58" Type="http://schemas.openxmlformats.org/officeDocument/2006/relationships/image" Target="../media/image152.png"/><Relationship Id="rId59" Type="http://schemas.openxmlformats.org/officeDocument/2006/relationships/image" Target="../media/image153.png"/><Relationship Id="rId60" Type="http://schemas.openxmlformats.org/officeDocument/2006/relationships/image" Target="../media/image154.png"/><Relationship Id="rId61" Type="http://schemas.openxmlformats.org/officeDocument/2006/relationships/image" Target="../media/image155.png"/><Relationship Id="rId62" Type="http://schemas.openxmlformats.org/officeDocument/2006/relationships/image" Target="../media/image156.png"/><Relationship Id="rId63" Type="http://schemas.openxmlformats.org/officeDocument/2006/relationships/image" Target="../media/image157.png"/><Relationship Id="rId64" Type="http://schemas.openxmlformats.org/officeDocument/2006/relationships/image" Target="../media/image158.png"/><Relationship Id="rId65" Type="http://schemas.openxmlformats.org/officeDocument/2006/relationships/image" Target="../media/image159.png"/><Relationship Id="rId66" Type="http://schemas.openxmlformats.org/officeDocument/2006/relationships/image" Target="../media/image160.png"/><Relationship Id="rId67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2525"/>
          <p:cNvSpPr/>
          <p:nvPr/>
        </p:nvSpPr>
        <p:spPr>
          <a:xfrm>
            <a:off x="660240" y="147960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Shape 2526"/>
          <p:cNvSpPr/>
          <p:nvPr/>
        </p:nvSpPr>
        <p:spPr>
          <a:xfrm>
            <a:off x="1060560" y="14796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Shape 2527"/>
          <p:cNvSpPr/>
          <p:nvPr/>
        </p:nvSpPr>
        <p:spPr>
          <a:xfrm>
            <a:off x="1460520" y="14796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4236" y="10309"/>
                </a:moveTo>
                <a:lnTo>
                  <a:pt x="12694" y="10309"/>
                </a:lnTo>
                <a:cubicBezTo>
                  <a:pt x="12516" y="9622"/>
                  <a:pt x="11979" y="9084"/>
                  <a:pt x="11291" y="8906"/>
                </a:cubicBez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4236" y="11291"/>
                </a:lnTo>
                <a:cubicBezTo>
                  <a:pt x="14507" y="11291"/>
                  <a:pt x="14727" y="11072"/>
                  <a:pt x="14727" y="10800"/>
                </a:cubicBezTo>
                <a:cubicBezTo>
                  <a:pt x="14727" y="10529"/>
                  <a:pt x="14507" y="10309"/>
                  <a:pt x="14236" y="103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8655"/>
                </a:moveTo>
                <a:cubicBezTo>
                  <a:pt x="6462" y="18655"/>
                  <a:pt x="2945" y="15138"/>
                  <a:pt x="2945" y="10800"/>
                </a:cubicBezTo>
                <a:cubicBezTo>
                  <a:pt x="2945" y="6462"/>
                  <a:pt x="6462" y="2945"/>
                  <a:pt x="10800" y="2945"/>
                </a:cubicBezTo>
                <a:cubicBezTo>
                  <a:pt x="15138" y="2945"/>
                  <a:pt x="18655" y="6462"/>
                  <a:pt x="18655" y="10800"/>
                </a:cubicBezTo>
                <a:cubicBezTo>
                  <a:pt x="18655" y="15138"/>
                  <a:pt x="15138" y="18655"/>
                  <a:pt x="10800" y="18655"/>
                </a:cubicBezTo>
                <a:moveTo>
                  <a:pt x="10800" y="1964"/>
                </a:moveTo>
                <a:cubicBezTo>
                  <a:pt x="5920" y="1964"/>
                  <a:pt x="1964" y="5920"/>
                  <a:pt x="1964" y="10800"/>
                </a:cubicBezTo>
                <a:cubicBezTo>
                  <a:pt x="1964" y="15680"/>
                  <a:pt x="5920" y="19636"/>
                  <a:pt x="10800" y="19636"/>
                </a:cubicBezTo>
                <a:cubicBezTo>
                  <a:pt x="15680" y="19636"/>
                  <a:pt x="19636" y="15680"/>
                  <a:pt x="19636" y="10800"/>
                </a:cubicBezTo>
                <a:cubicBezTo>
                  <a:pt x="19636" y="5920"/>
                  <a:pt x="15680" y="1964"/>
                  <a:pt x="10800" y="196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Shape 2528"/>
          <p:cNvSpPr/>
          <p:nvPr/>
        </p:nvSpPr>
        <p:spPr>
          <a:xfrm>
            <a:off x="1889280" y="1479600"/>
            <a:ext cx="1522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250" y="19636"/>
                </a:moveTo>
                <a:cubicBezTo>
                  <a:pt x="20250" y="20178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8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4050" y="5891"/>
                </a:move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4050" y="8836"/>
                </a:lnTo>
                <a:cubicBezTo>
                  <a:pt x="4050" y="8836"/>
                  <a:pt x="4050" y="5891"/>
                  <a:pt x="4050" y="5891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  <a:moveTo>
                  <a:pt x="11475" y="15573"/>
                </a:moveTo>
                <a:lnTo>
                  <a:pt x="11475" y="16200"/>
                </a:lnTo>
                <a:cubicBezTo>
                  <a:pt x="11475" y="16472"/>
                  <a:pt x="11172" y="16691"/>
                  <a:pt x="10800" y="16691"/>
                </a:cubicBezTo>
                <a:cubicBezTo>
                  <a:pt x="10428" y="16691"/>
                  <a:pt x="10125" y="16472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6"/>
                  <a:pt x="10055" y="13745"/>
                  <a:pt x="10800" y="13745"/>
                </a:cubicBezTo>
                <a:cubicBezTo>
                  <a:pt x="11545" y="13745"/>
                  <a:pt x="12150" y="14186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7"/>
                  <a:pt x="8798" y="16034"/>
                </a:cubicBezTo>
                <a:cubicBezTo>
                  <a:pt x="8789" y="16089"/>
                  <a:pt x="8775" y="16144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4"/>
                  <a:pt x="12810" y="16089"/>
                  <a:pt x="12802" y="16034"/>
                </a:cubicBezTo>
                <a:cubicBezTo>
                  <a:pt x="13231" y="15686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Shape 2529"/>
          <p:cNvSpPr/>
          <p:nvPr/>
        </p:nvSpPr>
        <p:spPr>
          <a:xfrm>
            <a:off x="2289240" y="1479600"/>
            <a:ext cx="1522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1475" y="15573"/>
                </a:moveTo>
                <a:lnTo>
                  <a:pt x="11475" y="16200"/>
                </a:lnTo>
                <a:cubicBezTo>
                  <a:pt x="11475" y="16471"/>
                  <a:pt x="11172" y="16691"/>
                  <a:pt x="10800" y="16691"/>
                </a:cubicBezTo>
                <a:cubicBezTo>
                  <a:pt x="10428" y="16691"/>
                  <a:pt x="10125" y="16471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5"/>
                  <a:pt x="10055" y="13745"/>
                  <a:pt x="10800" y="13745"/>
                </a:cubicBezTo>
                <a:cubicBezTo>
                  <a:pt x="11545" y="13745"/>
                  <a:pt x="12150" y="14185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6"/>
                  <a:pt x="8798" y="16034"/>
                </a:cubicBezTo>
                <a:cubicBezTo>
                  <a:pt x="8789" y="16089"/>
                  <a:pt x="8775" y="16143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3"/>
                  <a:pt x="12810" y="16089"/>
                  <a:pt x="12802" y="16034"/>
                </a:cubicBezTo>
                <a:cubicBezTo>
                  <a:pt x="13231" y="15687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9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cubicBezTo>
                  <a:pt x="2700" y="6162"/>
                  <a:pt x="3003" y="6382"/>
                  <a:pt x="3375" y="6382"/>
                </a:cubicBezTo>
                <a:cubicBezTo>
                  <a:pt x="3747" y="6382"/>
                  <a:pt x="4050" y="6162"/>
                  <a:pt x="4050" y="5891"/>
                </a:cubicBez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Shape 2530"/>
          <p:cNvSpPr/>
          <p:nvPr/>
        </p:nvSpPr>
        <p:spPr>
          <a:xfrm>
            <a:off x="2679840" y="1479600"/>
            <a:ext cx="17136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Shape 2531"/>
          <p:cNvSpPr/>
          <p:nvPr/>
        </p:nvSpPr>
        <p:spPr>
          <a:xfrm>
            <a:off x="3079800" y="1479600"/>
            <a:ext cx="17136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Shape 2532"/>
          <p:cNvSpPr/>
          <p:nvPr/>
        </p:nvSpPr>
        <p:spPr>
          <a:xfrm>
            <a:off x="3479760" y="1479600"/>
            <a:ext cx="17136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Shape 2533"/>
          <p:cNvSpPr/>
          <p:nvPr/>
        </p:nvSpPr>
        <p:spPr>
          <a:xfrm>
            <a:off x="3879720" y="1479600"/>
            <a:ext cx="1717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8836"/>
                </a:moveTo>
                <a:lnTo>
                  <a:pt x="10800" y="5967"/>
                </a:lnTo>
                <a:lnTo>
                  <a:pt x="13929" y="8836"/>
                </a:lnTo>
                <a:cubicBezTo>
                  <a:pt x="13929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9"/>
                  <a:pt x="13862" y="20618"/>
                  <a:pt x="13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6873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1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9" y="3927"/>
                </a:lnTo>
                <a:cubicBezTo>
                  <a:pt x="19929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8" y="3927"/>
                  <a:pt x="6600" y="3927"/>
                </a:cubicBezTo>
                <a:cubicBezTo>
                  <a:pt x="6932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8" y="15709"/>
                  <a:pt x="16800" y="15929"/>
                  <a:pt x="16800" y="16200"/>
                </a:cubicBezTo>
                <a:cubicBezTo>
                  <a:pt x="16800" y="16472"/>
                  <a:pt x="17068" y="16691"/>
                  <a:pt x="17400" y="16691"/>
                </a:cubicBezTo>
                <a:lnTo>
                  <a:pt x="19200" y="16691"/>
                </a:lnTo>
                <a:cubicBezTo>
                  <a:pt x="20525" y="16691"/>
                  <a:pt x="21600" y="15812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  <a:moveTo>
                  <a:pt x="3600" y="12273"/>
                </a:moveTo>
                <a:cubicBezTo>
                  <a:pt x="3600" y="12544"/>
                  <a:pt x="3868" y="12764"/>
                  <a:pt x="4200" y="12764"/>
                </a:cubicBezTo>
                <a:lnTo>
                  <a:pt x="11400" y="12764"/>
                </a:lnTo>
                <a:cubicBezTo>
                  <a:pt x="11732" y="12764"/>
                  <a:pt x="12000" y="12544"/>
                  <a:pt x="12000" y="12273"/>
                </a:cubicBezTo>
                <a:cubicBezTo>
                  <a:pt x="12000" y="12002"/>
                  <a:pt x="11732" y="11782"/>
                  <a:pt x="11400" y="11782"/>
                </a:cubicBezTo>
                <a:lnTo>
                  <a:pt x="4200" y="11782"/>
                </a:lnTo>
                <a:cubicBezTo>
                  <a:pt x="3868" y="11782"/>
                  <a:pt x="3600" y="12002"/>
                  <a:pt x="3600" y="12273"/>
                </a:cubicBezTo>
                <a:moveTo>
                  <a:pt x="4200" y="9818"/>
                </a:moveTo>
                <a:lnTo>
                  <a:pt x="6600" y="9818"/>
                </a:lnTo>
                <a:cubicBezTo>
                  <a:pt x="6932" y="9818"/>
                  <a:pt x="7200" y="9599"/>
                  <a:pt x="7200" y="9327"/>
                </a:cubicBezTo>
                <a:cubicBezTo>
                  <a:pt x="7200" y="9056"/>
                  <a:pt x="6932" y="8836"/>
                  <a:pt x="66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9000" y="17673"/>
                </a:moveTo>
                <a:lnTo>
                  <a:pt x="4200" y="17673"/>
                </a:lnTo>
                <a:cubicBezTo>
                  <a:pt x="3868" y="17673"/>
                  <a:pt x="3600" y="17893"/>
                  <a:pt x="3600" y="18164"/>
                </a:cubicBezTo>
                <a:cubicBezTo>
                  <a:pt x="3600" y="18435"/>
                  <a:pt x="3868" y="18655"/>
                  <a:pt x="4200" y="18655"/>
                </a:cubicBezTo>
                <a:lnTo>
                  <a:pt x="9000" y="18655"/>
                </a:lnTo>
                <a:cubicBezTo>
                  <a:pt x="9332" y="18655"/>
                  <a:pt x="9600" y="18435"/>
                  <a:pt x="9600" y="18164"/>
                </a:cubicBezTo>
                <a:cubicBezTo>
                  <a:pt x="9600" y="17893"/>
                  <a:pt x="9332" y="17673"/>
                  <a:pt x="9000" y="17673"/>
                </a:cubicBezTo>
                <a:moveTo>
                  <a:pt x="11400" y="14727"/>
                </a:moveTo>
                <a:lnTo>
                  <a:pt x="4200" y="14727"/>
                </a:lnTo>
                <a:cubicBezTo>
                  <a:pt x="3868" y="14727"/>
                  <a:pt x="3600" y="14947"/>
                  <a:pt x="3600" y="15218"/>
                </a:cubicBezTo>
                <a:cubicBezTo>
                  <a:pt x="3600" y="15490"/>
                  <a:pt x="3868" y="15709"/>
                  <a:pt x="4200" y="15709"/>
                </a:cubicBezTo>
                <a:lnTo>
                  <a:pt x="11400" y="15709"/>
                </a:lnTo>
                <a:cubicBezTo>
                  <a:pt x="11732" y="15709"/>
                  <a:pt x="12000" y="15490"/>
                  <a:pt x="12000" y="15218"/>
                </a:cubicBezTo>
                <a:cubicBezTo>
                  <a:pt x="12000" y="14947"/>
                  <a:pt x="11732" y="14727"/>
                  <a:pt x="11400" y="1472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Shape 2534"/>
          <p:cNvSpPr/>
          <p:nvPr/>
        </p:nvSpPr>
        <p:spPr>
          <a:xfrm>
            <a:off x="4280040" y="1479600"/>
            <a:ext cx="17136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Shape 2535"/>
          <p:cNvSpPr/>
          <p:nvPr/>
        </p:nvSpPr>
        <p:spPr>
          <a:xfrm>
            <a:off x="679320" y="1879560"/>
            <a:ext cx="1717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Shape 2536"/>
          <p:cNvSpPr/>
          <p:nvPr/>
        </p:nvSpPr>
        <p:spPr>
          <a:xfrm>
            <a:off x="1060560" y="18795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Shape 2537"/>
          <p:cNvSpPr/>
          <p:nvPr/>
        </p:nvSpPr>
        <p:spPr>
          <a:xfrm>
            <a:off x="1479600" y="1879560"/>
            <a:ext cx="17136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Shape 2538"/>
          <p:cNvSpPr/>
          <p:nvPr/>
        </p:nvSpPr>
        <p:spPr>
          <a:xfrm>
            <a:off x="1879560" y="1879560"/>
            <a:ext cx="17136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Shape 2539"/>
          <p:cNvSpPr/>
          <p:nvPr/>
        </p:nvSpPr>
        <p:spPr>
          <a:xfrm>
            <a:off x="2260440" y="1913040"/>
            <a:ext cx="209880" cy="142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Shape 2540"/>
          <p:cNvSpPr/>
          <p:nvPr/>
        </p:nvSpPr>
        <p:spPr>
          <a:xfrm>
            <a:off x="2660760" y="18795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Shape 2541"/>
          <p:cNvSpPr/>
          <p:nvPr/>
        </p:nvSpPr>
        <p:spPr>
          <a:xfrm>
            <a:off x="3079800" y="1898640"/>
            <a:ext cx="171360" cy="171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Shape 2542"/>
          <p:cNvSpPr/>
          <p:nvPr/>
        </p:nvSpPr>
        <p:spPr>
          <a:xfrm>
            <a:off x="3460680" y="18795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10309"/>
                </a:moveTo>
                <a:lnTo>
                  <a:pt x="4909" y="10309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10309"/>
                  <a:pt x="16691" y="10309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1291"/>
                </a:lnTo>
                <a:lnTo>
                  <a:pt x="16691" y="11291"/>
                </a:lnTo>
                <a:cubicBezTo>
                  <a:pt x="16691" y="11291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Shape 2543"/>
          <p:cNvSpPr/>
          <p:nvPr/>
        </p:nvSpPr>
        <p:spPr>
          <a:xfrm>
            <a:off x="3860640" y="187956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Shape 2544"/>
          <p:cNvSpPr/>
          <p:nvPr/>
        </p:nvSpPr>
        <p:spPr>
          <a:xfrm>
            <a:off x="4260960" y="18795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Shape 2545"/>
          <p:cNvSpPr/>
          <p:nvPr/>
        </p:nvSpPr>
        <p:spPr>
          <a:xfrm>
            <a:off x="660240" y="227952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Shape 2546"/>
          <p:cNvSpPr/>
          <p:nvPr/>
        </p:nvSpPr>
        <p:spPr>
          <a:xfrm>
            <a:off x="1060560" y="2298600"/>
            <a:ext cx="209520" cy="171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Shape 2547"/>
          <p:cNvSpPr/>
          <p:nvPr/>
        </p:nvSpPr>
        <p:spPr>
          <a:xfrm>
            <a:off x="1460520" y="22795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Shape 2548"/>
          <p:cNvSpPr/>
          <p:nvPr/>
        </p:nvSpPr>
        <p:spPr>
          <a:xfrm>
            <a:off x="1860480" y="2360520"/>
            <a:ext cx="209520" cy="47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9145" y="17280"/>
                </a:moveTo>
                <a:cubicBezTo>
                  <a:pt x="18332" y="17280"/>
                  <a:pt x="17673" y="14380"/>
                  <a:pt x="17673" y="10800"/>
                </a:cubicBezTo>
                <a:cubicBezTo>
                  <a:pt x="17673" y="7224"/>
                  <a:pt x="18332" y="4320"/>
                  <a:pt x="19145" y="4320"/>
                </a:cubicBezTo>
                <a:cubicBezTo>
                  <a:pt x="19959" y="4320"/>
                  <a:pt x="20618" y="7224"/>
                  <a:pt x="20618" y="10800"/>
                </a:cubicBezTo>
                <a:cubicBezTo>
                  <a:pt x="20618" y="14380"/>
                  <a:pt x="19959" y="17280"/>
                  <a:pt x="19145" y="17280"/>
                </a:cubicBezTo>
                <a:moveTo>
                  <a:pt x="19145" y="0"/>
                </a:moveTo>
                <a:cubicBezTo>
                  <a:pt x="17790" y="0"/>
                  <a:pt x="16691" y="4837"/>
                  <a:pt x="16691" y="10800"/>
                </a:cubicBezTo>
                <a:cubicBezTo>
                  <a:pt x="16691" y="16766"/>
                  <a:pt x="17790" y="21600"/>
                  <a:pt x="19145" y="21600"/>
                </a:cubicBezTo>
                <a:cubicBezTo>
                  <a:pt x="20501" y="21600"/>
                  <a:pt x="21600" y="16766"/>
                  <a:pt x="21600" y="10800"/>
                </a:cubicBezTo>
                <a:cubicBezTo>
                  <a:pt x="21600" y="4837"/>
                  <a:pt x="20501" y="0"/>
                  <a:pt x="19145" y="0"/>
                </a:cubicBezTo>
                <a:moveTo>
                  <a:pt x="10800" y="17280"/>
                </a:moveTo>
                <a:cubicBezTo>
                  <a:pt x="9986" y="17280"/>
                  <a:pt x="9327" y="14380"/>
                  <a:pt x="9327" y="10800"/>
                </a:cubicBezTo>
                <a:cubicBezTo>
                  <a:pt x="9327" y="7224"/>
                  <a:pt x="9986" y="4320"/>
                  <a:pt x="10800" y="4320"/>
                </a:cubicBezTo>
                <a:cubicBezTo>
                  <a:pt x="11614" y="4320"/>
                  <a:pt x="12273" y="7224"/>
                  <a:pt x="12273" y="10800"/>
                </a:cubicBezTo>
                <a:cubicBezTo>
                  <a:pt x="12273" y="14380"/>
                  <a:pt x="11614" y="17280"/>
                  <a:pt x="10800" y="17280"/>
                </a:cubicBezTo>
                <a:moveTo>
                  <a:pt x="10800" y="0"/>
                </a:moveTo>
                <a:cubicBezTo>
                  <a:pt x="9444" y="0"/>
                  <a:pt x="8345" y="4837"/>
                  <a:pt x="8345" y="10800"/>
                </a:cubicBezTo>
                <a:cubicBezTo>
                  <a:pt x="8345" y="16766"/>
                  <a:pt x="9444" y="21600"/>
                  <a:pt x="10800" y="21600"/>
                </a:cubicBezTo>
                <a:cubicBezTo>
                  <a:pt x="12156" y="21600"/>
                  <a:pt x="13255" y="16766"/>
                  <a:pt x="13255" y="10800"/>
                </a:cubicBezTo>
                <a:cubicBezTo>
                  <a:pt x="13255" y="4837"/>
                  <a:pt x="12156" y="0"/>
                  <a:pt x="10800" y="0"/>
                </a:cubicBezTo>
                <a:moveTo>
                  <a:pt x="2455" y="17280"/>
                </a:moveTo>
                <a:cubicBezTo>
                  <a:pt x="1641" y="17280"/>
                  <a:pt x="982" y="14380"/>
                  <a:pt x="982" y="10800"/>
                </a:cubicBezTo>
                <a:cubicBezTo>
                  <a:pt x="982" y="7224"/>
                  <a:pt x="1641" y="4320"/>
                  <a:pt x="2455" y="4320"/>
                </a:cubicBezTo>
                <a:cubicBezTo>
                  <a:pt x="3268" y="4320"/>
                  <a:pt x="3927" y="7224"/>
                  <a:pt x="3927" y="10800"/>
                </a:cubicBezTo>
                <a:cubicBezTo>
                  <a:pt x="3927" y="14380"/>
                  <a:pt x="3268" y="17280"/>
                  <a:pt x="2455" y="17280"/>
                </a:cubicBezTo>
                <a:moveTo>
                  <a:pt x="2455" y="0"/>
                </a:moveTo>
                <a:cubicBezTo>
                  <a:pt x="1099" y="0"/>
                  <a:pt x="0" y="4837"/>
                  <a:pt x="0" y="10800"/>
                </a:cubicBezTo>
                <a:cubicBezTo>
                  <a:pt x="0" y="16766"/>
                  <a:pt x="1099" y="21600"/>
                  <a:pt x="2455" y="21600"/>
                </a:cubicBezTo>
                <a:cubicBezTo>
                  <a:pt x="3811" y="21600"/>
                  <a:pt x="4909" y="16766"/>
                  <a:pt x="4909" y="10800"/>
                </a:cubicBezTo>
                <a:cubicBezTo>
                  <a:pt x="4909" y="4837"/>
                  <a:pt x="3811" y="0"/>
                  <a:pt x="2455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Shape 2549"/>
          <p:cNvSpPr/>
          <p:nvPr/>
        </p:nvSpPr>
        <p:spPr>
          <a:xfrm>
            <a:off x="2260440" y="227952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1291"/>
                </a:moveTo>
                <a:cubicBezTo>
                  <a:pt x="10529" y="11291"/>
                  <a:pt x="10309" y="11072"/>
                  <a:pt x="10309" y="10800"/>
                </a:cubicBezTo>
                <a:cubicBezTo>
                  <a:pt x="10309" y="10529"/>
                  <a:pt x="10529" y="10309"/>
                  <a:pt x="10800" y="10309"/>
                </a:cubicBezTo>
                <a:cubicBezTo>
                  <a:pt x="11071" y="10309"/>
                  <a:pt x="11291" y="10529"/>
                  <a:pt x="11291" y="10800"/>
                </a:cubicBezTo>
                <a:cubicBezTo>
                  <a:pt x="11291" y="11072"/>
                  <a:pt x="11071" y="11291"/>
                  <a:pt x="10800" y="11291"/>
                </a:cubicBezTo>
                <a:moveTo>
                  <a:pt x="10800" y="9327"/>
                </a:moveTo>
                <a:cubicBezTo>
                  <a:pt x="9986" y="9327"/>
                  <a:pt x="9327" y="9987"/>
                  <a:pt x="9327" y="10800"/>
                </a:cubicBezTo>
                <a:cubicBezTo>
                  <a:pt x="9327" y="11614"/>
                  <a:pt x="9986" y="12273"/>
                  <a:pt x="10800" y="12273"/>
                </a:cubicBezTo>
                <a:cubicBezTo>
                  <a:pt x="11614" y="12273"/>
                  <a:pt x="12273" y="11614"/>
                  <a:pt x="12273" y="10800"/>
                </a:cubicBezTo>
                <a:cubicBezTo>
                  <a:pt x="12273" y="9987"/>
                  <a:pt x="11614" y="9327"/>
                  <a:pt x="10800" y="9327"/>
                </a:cubicBezTo>
                <a:moveTo>
                  <a:pt x="5400" y="11291"/>
                </a:moveTo>
                <a:cubicBezTo>
                  <a:pt x="5129" y="11291"/>
                  <a:pt x="4909" y="11072"/>
                  <a:pt x="4909" y="10800"/>
                </a:cubicBezTo>
                <a:cubicBezTo>
                  <a:pt x="4909" y="10529"/>
                  <a:pt x="5129" y="10309"/>
                  <a:pt x="5400" y="10309"/>
                </a:cubicBezTo>
                <a:cubicBezTo>
                  <a:pt x="5671" y="10309"/>
                  <a:pt x="5891" y="10529"/>
                  <a:pt x="5891" y="10800"/>
                </a:cubicBezTo>
                <a:cubicBezTo>
                  <a:pt x="5891" y="11072"/>
                  <a:pt x="5671" y="11291"/>
                  <a:pt x="5400" y="11291"/>
                </a:cubicBezTo>
                <a:moveTo>
                  <a:pt x="5400" y="9327"/>
                </a:moveTo>
                <a:cubicBezTo>
                  <a:pt x="4586" y="9327"/>
                  <a:pt x="3927" y="9987"/>
                  <a:pt x="3927" y="10800"/>
                </a:cubicBezTo>
                <a:cubicBezTo>
                  <a:pt x="3927" y="11614"/>
                  <a:pt x="4586" y="12273"/>
                  <a:pt x="5400" y="12273"/>
                </a:cubicBezTo>
                <a:cubicBezTo>
                  <a:pt x="6214" y="12273"/>
                  <a:pt x="6873" y="11614"/>
                  <a:pt x="6873" y="10800"/>
                </a:cubicBezTo>
                <a:cubicBezTo>
                  <a:pt x="6873" y="9987"/>
                  <a:pt x="6214" y="9327"/>
                  <a:pt x="5400" y="9327"/>
                </a:cubicBezTo>
                <a:moveTo>
                  <a:pt x="16200" y="11291"/>
                </a:moveTo>
                <a:cubicBezTo>
                  <a:pt x="15929" y="11291"/>
                  <a:pt x="15709" y="11072"/>
                  <a:pt x="15709" y="10800"/>
                </a:cubicBezTo>
                <a:cubicBezTo>
                  <a:pt x="15709" y="10529"/>
                  <a:pt x="15929" y="10309"/>
                  <a:pt x="16200" y="10309"/>
                </a:cubicBezTo>
                <a:cubicBezTo>
                  <a:pt x="16471" y="10309"/>
                  <a:pt x="16691" y="10529"/>
                  <a:pt x="16691" y="10800"/>
                </a:cubicBezTo>
                <a:cubicBezTo>
                  <a:pt x="16691" y="11072"/>
                  <a:pt x="16471" y="11291"/>
                  <a:pt x="16200" y="11291"/>
                </a:cubicBezTo>
                <a:moveTo>
                  <a:pt x="16200" y="9327"/>
                </a:moveTo>
                <a:cubicBezTo>
                  <a:pt x="15386" y="9327"/>
                  <a:pt x="14727" y="9987"/>
                  <a:pt x="14727" y="10800"/>
                </a:cubicBezTo>
                <a:cubicBezTo>
                  <a:pt x="14727" y="11614"/>
                  <a:pt x="15386" y="12273"/>
                  <a:pt x="16200" y="12273"/>
                </a:cubicBezTo>
                <a:cubicBezTo>
                  <a:pt x="17014" y="12273"/>
                  <a:pt x="17673" y="11614"/>
                  <a:pt x="17673" y="10800"/>
                </a:cubicBezTo>
                <a:cubicBezTo>
                  <a:pt x="17673" y="9987"/>
                  <a:pt x="17014" y="9327"/>
                  <a:pt x="16200" y="932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Shape 2550"/>
          <p:cNvSpPr/>
          <p:nvPr/>
        </p:nvSpPr>
        <p:spPr>
          <a:xfrm>
            <a:off x="2660760" y="22795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Shape 2551"/>
          <p:cNvSpPr/>
          <p:nvPr/>
        </p:nvSpPr>
        <p:spPr>
          <a:xfrm>
            <a:off x="3060720" y="22795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Shape 2552"/>
          <p:cNvSpPr/>
          <p:nvPr/>
        </p:nvSpPr>
        <p:spPr>
          <a:xfrm>
            <a:off x="3460680" y="2289240"/>
            <a:ext cx="209520" cy="19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" name="Shape 2553"/>
          <p:cNvSpPr/>
          <p:nvPr/>
        </p:nvSpPr>
        <p:spPr>
          <a:xfrm>
            <a:off x="3860640" y="2289240"/>
            <a:ext cx="209880" cy="19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Shape 2554"/>
          <p:cNvSpPr/>
          <p:nvPr/>
        </p:nvSpPr>
        <p:spPr>
          <a:xfrm>
            <a:off x="4260960" y="2289240"/>
            <a:ext cx="209520" cy="19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Shape 2555"/>
          <p:cNvSpPr/>
          <p:nvPr/>
        </p:nvSpPr>
        <p:spPr>
          <a:xfrm>
            <a:off x="660240" y="267984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Shape 2556"/>
          <p:cNvSpPr/>
          <p:nvPr/>
        </p:nvSpPr>
        <p:spPr>
          <a:xfrm>
            <a:off x="1060560" y="267984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Shape 2557"/>
          <p:cNvSpPr/>
          <p:nvPr/>
        </p:nvSpPr>
        <p:spPr>
          <a:xfrm>
            <a:off x="1460520" y="267984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Shape 2558"/>
          <p:cNvSpPr/>
          <p:nvPr/>
        </p:nvSpPr>
        <p:spPr>
          <a:xfrm>
            <a:off x="1860480" y="267984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782" y="5891"/>
                </a:moveTo>
                <a:lnTo>
                  <a:pt x="9818" y="5891"/>
                </a:lnTo>
                <a:cubicBezTo>
                  <a:pt x="9547" y="5891"/>
                  <a:pt x="9327" y="6111"/>
                  <a:pt x="9327" y="6382"/>
                </a:cubicBezTo>
                <a:cubicBezTo>
                  <a:pt x="9327" y="6394"/>
                  <a:pt x="9334" y="6405"/>
                  <a:pt x="9334" y="6417"/>
                </a:cubicBezTo>
                <a:lnTo>
                  <a:pt x="9328" y="6417"/>
                </a:lnTo>
                <a:lnTo>
                  <a:pt x="9819" y="12308"/>
                </a:lnTo>
                <a:lnTo>
                  <a:pt x="9825" y="12307"/>
                </a:lnTo>
                <a:cubicBezTo>
                  <a:pt x="9844" y="12562"/>
                  <a:pt x="10050" y="12764"/>
                  <a:pt x="10309" y="12764"/>
                </a:cubicBezTo>
                <a:lnTo>
                  <a:pt x="11291" y="12764"/>
                </a:lnTo>
                <a:cubicBezTo>
                  <a:pt x="11550" y="12764"/>
                  <a:pt x="11756" y="12562"/>
                  <a:pt x="11775" y="12307"/>
                </a:cubicBezTo>
                <a:lnTo>
                  <a:pt x="11781" y="12308"/>
                </a:lnTo>
                <a:lnTo>
                  <a:pt x="12272" y="6417"/>
                </a:lnTo>
                <a:lnTo>
                  <a:pt x="12266" y="6417"/>
                </a:lnTo>
                <a:cubicBezTo>
                  <a:pt x="12267" y="6405"/>
                  <a:pt x="12273" y="6394"/>
                  <a:pt x="12273" y="6382"/>
                </a:cubicBezTo>
                <a:cubicBezTo>
                  <a:pt x="12273" y="6111"/>
                  <a:pt x="12053" y="5891"/>
                  <a:pt x="11782" y="5891"/>
                </a:cubicBezTo>
                <a:moveTo>
                  <a:pt x="10800" y="13745"/>
                </a:moveTo>
                <a:cubicBezTo>
                  <a:pt x="10258" y="13745"/>
                  <a:pt x="9818" y="14186"/>
                  <a:pt x="9818" y="14727"/>
                </a:cubicBezTo>
                <a:cubicBezTo>
                  <a:pt x="9818" y="15269"/>
                  <a:pt x="10258" y="15709"/>
                  <a:pt x="10800" y="15709"/>
                </a:cubicBezTo>
                <a:cubicBezTo>
                  <a:pt x="11342" y="15709"/>
                  <a:pt x="11782" y="15269"/>
                  <a:pt x="11782" y="14727"/>
                </a:cubicBezTo>
                <a:cubicBezTo>
                  <a:pt x="11782" y="14186"/>
                  <a:pt x="11342" y="13745"/>
                  <a:pt x="10800" y="1374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Shape 2559"/>
          <p:cNvSpPr/>
          <p:nvPr/>
        </p:nvSpPr>
        <p:spPr>
          <a:xfrm>
            <a:off x="2260440" y="2698920"/>
            <a:ext cx="209880" cy="171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0"/>
                  <a:pt x="982" y="16800"/>
                </a:cubicBezTo>
                <a:lnTo>
                  <a:pt x="2455" y="16800"/>
                </a:lnTo>
                <a:cubicBezTo>
                  <a:pt x="2725" y="16800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20618" y="20400"/>
                </a:move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Shape 2560"/>
          <p:cNvSpPr/>
          <p:nvPr/>
        </p:nvSpPr>
        <p:spPr>
          <a:xfrm>
            <a:off x="2660760" y="267984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455" y="13745"/>
                </a:moveTo>
                <a:cubicBezTo>
                  <a:pt x="2726" y="13745"/>
                  <a:pt x="2945" y="13526"/>
                  <a:pt x="2945" y="13255"/>
                </a:cubicBezTo>
                <a:cubicBezTo>
                  <a:pt x="2945" y="12984"/>
                  <a:pt x="2726" y="12764"/>
                  <a:pt x="2455" y="12764"/>
                </a:cubicBezTo>
                <a:lnTo>
                  <a:pt x="982" y="12764"/>
                </a:lnTo>
                <a:lnTo>
                  <a:pt x="982" y="982"/>
                </a:lnTo>
                <a:lnTo>
                  <a:pt x="16691" y="982"/>
                </a:lnTo>
                <a:lnTo>
                  <a:pt x="16691" y="2455"/>
                </a:lnTo>
                <a:cubicBezTo>
                  <a:pt x="16691" y="2726"/>
                  <a:pt x="16910" y="2945"/>
                  <a:pt x="17182" y="2945"/>
                </a:cubicBezTo>
                <a:cubicBezTo>
                  <a:pt x="17453" y="2945"/>
                  <a:pt x="17673" y="2726"/>
                  <a:pt x="17673" y="2455"/>
                </a:cubicBez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cubicBezTo>
                  <a:pt x="0" y="17233"/>
                  <a:pt x="440" y="17673"/>
                  <a:pt x="982" y="17673"/>
                </a:cubicBezTo>
                <a:lnTo>
                  <a:pt x="2455" y="17673"/>
                </a:lnTo>
                <a:cubicBezTo>
                  <a:pt x="2726" y="17673"/>
                  <a:pt x="2945" y="17453"/>
                  <a:pt x="2945" y="17182"/>
                </a:cubicBezTo>
                <a:cubicBezTo>
                  <a:pt x="2945" y="16911"/>
                  <a:pt x="2726" y="16691"/>
                  <a:pt x="2455" y="16691"/>
                </a:cubicBezTo>
                <a:lnTo>
                  <a:pt x="982" y="16691"/>
                </a:lnTo>
                <a:lnTo>
                  <a:pt x="982" y="13745"/>
                </a:lnTo>
                <a:cubicBezTo>
                  <a:pt x="982" y="13745"/>
                  <a:pt x="2455" y="13745"/>
                  <a:pt x="2455" y="13745"/>
                </a:cubicBezTo>
                <a:close/>
                <a:moveTo>
                  <a:pt x="20618" y="16691"/>
                </a:moveTo>
                <a:lnTo>
                  <a:pt x="4909" y="16691"/>
                </a:lnTo>
                <a:lnTo>
                  <a:pt x="4909" y="4909"/>
                </a:lnTo>
                <a:lnTo>
                  <a:pt x="20618" y="4909"/>
                </a:lnTo>
                <a:cubicBezTo>
                  <a:pt x="20618" y="4909"/>
                  <a:pt x="20618" y="16691"/>
                  <a:pt x="20618" y="16691"/>
                </a:cubicBezTo>
                <a:close/>
                <a:moveTo>
                  <a:pt x="20618" y="20618"/>
                </a:moveTo>
                <a:lnTo>
                  <a:pt x="4909" y="20618"/>
                </a:lnTo>
                <a:lnTo>
                  <a:pt x="4909" y="17673"/>
                </a:lnTo>
                <a:lnTo>
                  <a:pt x="20618" y="17673"/>
                </a:lnTo>
                <a:cubicBezTo>
                  <a:pt x="20618" y="17673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4909" y="3927"/>
                </a:lnTo>
                <a:cubicBezTo>
                  <a:pt x="4367" y="3927"/>
                  <a:pt x="3927" y="4367"/>
                  <a:pt x="3927" y="4909"/>
                </a:cubicBezTo>
                <a:lnTo>
                  <a:pt x="3927" y="20618"/>
                </a:lnTo>
                <a:cubicBezTo>
                  <a:pt x="3927" y="21160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Shape 2561"/>
          <p:cNvSpPr/>
          <p:nvPr/>
        </p:nvSpPr>
        <p:spPr>
          <a:xfrm>
            <a:off x="3060720" y="2698920"/>
            <a:ext cx="209520" cy="171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455" y="3600"/>
                </a:moveTo>
                <a:lnTo>
                  <a:pt x="19145" y="3600"/>
                </a:lnTo>
                <a:cubicBezTo>
                  <a:pt x="19417" y="3600"/>
                  <a:pt x="19636" y="3332"/>
                  <a:pt x="19636" y="3000"/>
                </a:cubicBezTo>
                <a:cubicBezTo>
                  <a:pt x="19636" y="2669"/>
                  <a:pt x="19417" y="2400"/>
                  <a:pt x="19145" y="2400"/>
                </a:cubicBezTo>
                <a:lnTo>
                  <a:pt x="2455" y="2400"/>
                </a:lnTo>
                <a:cubicBezTo>
                  <a:pt x="2183" y="2400"/>
                  <a:pt x="1964" y="2669"/>
                  <a:pt x="1964" y="3000"/>
                </a:cubicBezTo>
                <a:cubicBezTo>
                  <a:pt x="1964" y="3332"/>
                  <a:pt x="2183" y="3600"/>
                  <a:pt x="2455" y="3600"/>
                </a:cubicBezTo>
                <a:moveTo>
                  <a:pt x="20618" y="20400"/>
                </a:moveTo>
                <a:lnTo>
                  <a:pt x="982" y="20400"/>
                </a:lnTo>
                <a:lnTo>
                  <a:pt x="982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4418" y="1200"/>
                </a:moveTo>
                <a:lnTo>
                  <a:pt x="17182" y="1200"/>
                </a:lnTo>
                <a:cubicBezTo>
                  <a:pt x="17453" y="1200"/>
                  <a:pt x="17673" y="932"/>
                  <a:pt x="17673" y="600"/>
                </a:cubicBezTo>
                <a:cubicBezTo>
                  <a:pt x="17673" y="269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269"/>
                  <a:pt x="3927" y="600"/>
                </a:cubicBezTo>
                <a:cubicBezTo>
                  <a:pt x="3927" y="932"/>
                  <a:pt x="4147" y="1200"/>
                  <a:pt x="4418" y="12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Shape 2562"/>
          <p:cNvSpPr/>
          <p:nvPr/>
        </p:nvSpPr>
        <p:spPr>
          <a:xfrm>
            <a:off x="3460680" y="267984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9636"/>
                </a:moveTo>
                <a:cubicBezTo>
                  <a:pt x="20618" y="20179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1" y="20619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294" y="17673"/>
                </a:moveTo>
                <a:lnTo>
                  <a:pt x="8376" y="10732"/>
                </a:lnTo>
                <a:lnTo>
                  <a:pt x="10838" y="14425"/>
                </a:lnTo>
                <a:cubicBezTo>
                  <a:pt x="10862" y="14484"/>
                  <a:pt x="10898" y="14536"/>
                  <a:pt x="10942" y="14581"/>
                </a:cubicBezTo>
                <a:lnTo>
                  <a:pt x="10944" y="14583"/>
                </a:lnTo>
                <a:cubicBezTo>
                  <a:pt x="11033" y="14673"/>
                  <a:pt x="11155" y="14727"/>
                  <a:pt x="11291" y="14727"/>
                </a:cubicBezTo>
                <a:cubicBezTo>
                  <a:pt x="11427" y="14727"/>
                  <a:pt x="11549" y="14673"/>
                  <a:pt x="11638" y="14583"/>
                </a:cubicBezTo>
                <a:lnTo>
                  <a:pt x="13686" y="12536"/>
                </a:lnTo>
                <a:lnTo>
                  <a:pt x="17242" y="17673"/>
                </a:lnTo>
                <a:cubicBezTo>
                  <a:pt x="17242" y="17673"/>
                  <a:pt x="4294" y="17673"/>
                  <a:pt x="4294" y="17673"/>
                </a:cubicBezTo>
                <a:close/>
                <a:moveTo>
                  <a:pt x="18620" y="17982"/>
                </a:moveTo>
                <a:lnTo>
                  <a:pt x="18617" y="17978"/>
                </a:lnTo>
                <a:cubicBezTo>
                  <a:pt x="18590" y="17913"/>
                  <a:pt x="18551" y="17858"/>
                  <a:pt x="18501" y="17810"/>
                </a:cubicBezTo>
                <a:lnTo>
                  <a:pt x="14201" y="11600"/>
                </a:lnTo>
                <a:lnTo>
                  <a:pt x="14200" y="11601"/>
                </a:lnTo>
                <a:cubicBezTo>
                  <a:pt x="14127" y="11420"/>
                  <a:pt x="13952" y="11291"/>
                  <a:pt x="13745" y="11291"/>
                </a:cubicBezTo>
                <a:cubicBezTo>
                  <a:pt x="13610" y="11291"/>
                  <a:pt x="13488" y="11346"/>
                  <a:pt x="13398" y="11435"/>
                </a:cubicBezTo>
                <a:lnTo>
                  <a:pt x="11360" y="13473"/>
                </a:lnTo>
                <a:lnTo>
                  <a:pt x="8798" y="9630"/>
                </a:lnTo>
                <a:cubicBezTo>
                  <a:pt x="8724" y="9453"/>
                  <a:pt x="8550" y="9327"/>
                  <a:pt x="8345" y="9327"/>
                </a:cubicBezTo>
                <a:cubicBezTo>
                  <a:pt x="8175" y="9327"/>
                  <a:pt x="8033" y="9420"/>
                  <a:pt x="7945" y="9551"/>
                </a:cubicBezTo>
                <a:lnTo>
                  <a:pt x="7937" y="9546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8164" y="18655"/>
                </a:lnTo>
                <a:cubicBezTo>
                  <a:pt x="18435" y="18655"/>
                  <a:pt x="18655" y="18435"/>
                  <a:pt x="18655" y="18164"/>
                </a:cubicBezTo>
                <a:cubicBezTo>
                  <a:pt x="18655" y="18099"/>
                  <a:pt x="18640" y="18039"/>
                  <a:pt x="18618" y="17983"/>
                </a:cubicBezTo>
                <a:cubicBezTo>
                  <a:pt x="18618" y="17983"/>
                  <a:pt x="18620" y="17982"/>
                  <a:pt x="18620" y="17982"/>
                </a:cubicBezTo>
                <a:close/>
                <a:moveTo>
                  <a:pt x="5400" y="3927"/>
                </a:moveTo>
                <a:cubicBezTo>
                  <a:pt x="6213" y="3927"/>
                  <a:pt x="6873" y="4587"/>
                  <a:pt x="6873" y="5400"/>
                </a:cubicBezTo>
                <a:cubicBezTo>
                  <a:pt x="6873" y="6214"/>
                  <a:pt x="6213" y="6873"/>
                  <a:pt x="5400" y="6873"/>
                </a:cubicBezTo>
                <a:cubicBezTo>
                  <a:pt x="4587" y="6873"/>
                  <a:pt x="3927" y="6214"/>
                  <a:pt x="3927" y="5400"/>
                </a:cubicBezTo>
                <a:cubicBezTo>
                  <a:pt x="3927" y="4587"/>
                  <a:pt x="4587" y="3927"/>
                  <a:pt x="5400" y="3927"/>
                </a:cubicBezTo>
                <a:moveTo>
                  <a:pt x="5400" y="7855"/>
                </a:moveTo>
                <a:cubicBezTo>
                  <a:pt x="6756" y="7855"/>
                  <a:pt x="7855" y="6756"/>
                  <a:pt x="7855" y="5400"/>
                </a:cubicBezTo>
                <a:cubicBezTo>
                  <a:pt x="7855" y="4045"/>
                  <a:pt x="6756" y="2945"/>
                  <a:pt x="5400" y="2945"/>
                </a:cubicBezTo>
                <a:cubicBezTo>
                  <a:pt x="4044" y="2945"/>
                  <a:pt x="2945" y="4045"/>
                  <a:pt x="2945" y="5400"/>
                </a:cubicBezTo>
                <a:cubicBezTo>
                  <a:pt x="2945" y="6756"/>
                  <a:pt x="4044" y="7855"/>
                  <a:pt x="5400" y="785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Shape 2563"/>
          <p:cNvSpPr/>
          <p:nvPr/>
        </p:nvSpPr>
        <p:spPr>
          <a:xfrm>
            <a:off x="3860640" y="267984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Shape 2564"/>
          <p:cNvSpPr/>
          <p:nvPr/>
        </p:nvSpPr>
        <p:spPr>
          <a:xfrm>
            <a:off x="4260960" y="267984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Shape 2565"/>
          <p:cNvSpPr/>
          <p:nvPr/>
        </p:nvSpPr>
        <p:spPr>
          <a:xfrm>
            <a:off x="660240" y="3098880"/>
            <a:ext cx="209880" cy="171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7855" y="8400"/>
                </a:moveTo>
                <a:lnTo>
                  <a:pt x="13745" y="8400"/>
                </a:lnTo>
                <a:lnTo>
                  <a:pt x="13745" y="9600"/>
                </a:lnTo>
                <a:lnTo>
                  <a:pt x="7855" y="9600"/>
                </a:lnTo>
                <a:cubicBezTo>
                  <a:pt x="7855" y="9600"/>
                  <a:pt x="7855" y="8400"/>
                  <a:pt x="7855" y="8400"/>
                </a:cubicBezTo>
                <a:close/>
                <a:moveTo>
                  <a:pt x="7855" y="10800"/>
                </a:moveTo>
                <a:lnTo>
                  <a:pt x="13745" y="10800"/>
                </a:lnTo>
                <a:cubicBezTo>
                  <a:pt x="14287" y="10800"/>
                  <a:pt x="14727" y="10262"/>
                  <a:pt x="14727" y="9600"/>
                </a:cubicBezTo>
                <a:lnTo>
                  <a:pt x="14727" y="8400"/>
                </a:lnTo>
                <a:cubicBezTo>
                  <a:pt x="14727" y="7737"/>
                  <a:pt x="14287" y="7200"/>
                  <a:pt x="13745" y="7200"/>
                </a:cubicBezTo>
                <a:lnTo>
                  <a:pt x="7855" y="7200"/>
                </a:lnTo>
                <a:cubicBezTo>
                  <a:pt x="7313" y="7200"/>
                  <a:pt x="6873" y="7737"/>
                  <a:pt x="6873" y="8400"/>
                </a:cubicBezTo>
                <a:lnTo>
                  <a:pt x="6873" y="9600"/>
                </a:lnTo>
                <a:cubicBezTo>
                  <a:pt x="6873" y="10262"/>
                  <a:pt x="7313" y="10800"/>
                  <a:pt x="7855" y="10800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Shape 2566"/>
          <p:cNvSpPr/>
          <p:nvPr/>
        </p:nvSpPr>
        <p:spPr>
          <a:xfrm>
            <a:off x="1060560" y="3098880"/>
            <a:ext cx="209520" cy="171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6382" y="12000"/>
                </a:moveTo>
                <a:cubicBezTo>
                  <a:pt x="6653" y="12000"/>
                  <a:pt x="6873" y="12268"/>
                  <a:pt x="6873" y="12599"/>
                </a:cubicBezTo>
                <a:cubicBezTo>
                  <a:pt x="6873" y="12931"/>
                  <a:pt x="6653" y="13199"/>
                  <a:pt x="6382" y="13199"/>
                </a:cubicBezTo>
                <a:cubicBezTo>
                  <a:pt x="6111" y="13199"/>
                  <a:pt x="5891" y="12931"/>
                  <a:pt x="5891" y="12599"/>
                </a:cubicBezTo>
                <a:cubicBezTo>
                  <a:pt x="5891" y="12268"/>
                  <a:pt x="6111" y="12000"/>
                  <a:pt x="6382" y="12000"/>
                </a:cubicBezTo>
                <a:moveTo>
                  <a:pt x="6382" y="14399"/>
                </a:moveTo>
                <a:cubicBezTo>
                  <a:pt x="7195" y="14399"/>
                  <a:pt x="7855" y="13594"/>
                  <a:pt x="7855" y="12599"/>
                </a:cubicBezTo>
                <a:cubicBezTo>
                  <a:pt x="7855" y="11606"/>
                  <a:pt x="7195" y="10800"/>
                  <a:pt x="6382" y="10800"/>
                </a:cubicBezTo>
                <a:cubicBezTo>
                  <a:pt x="5568" y="10800"/>
                  <a:pt x="4909" y="11606"/>
                  <a:pt x="4909" y="12599"/>
                </a:cubicBezTo>
                <a:cubicBezTo>
                  <a:pt x="4909" y="13594"/>
                  <a:pt x="5568" y="14399"/>
                  <a:pt x="6382" y="14399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0800" y="12000"/>
                </a:moveTo>
                <a:cubicBezTo>
                  <a:pt x="11071" y="12000"/>
                  <a:pt x="11291" y="12268"/>
                  <a:pt x="11291" y="12599"/>
                </a:cubicBezTo>
                <a:cubicBezTo>
                  <a:pt x="11291" y="12931"/>
                  <a:pt x="11071" y="13199"/>
                  <a:pt x="10800" y="13199"/>
                </a:cubicBezTo>
                <a:cubicBezTo>
                  <a:pt x="10529" y="13199"/>
                  <a:pt x="10309" y="12931"/>
                  <a:pt x="10309" y="12599"/>
                </a:cubicBezTo>
                <a:cubicBezTo>
                  <a:pt x="10309" y="12268"/>
                  <a:pt x="10529" y="12000"/>
                  <a:pt x="10800" y="12000"/>
                </a:cubicBezTo>
                <a:moveTo>
                  <a:pt x="10800" y="14399"/>
                </a:moveTo>
                <a:cubicBezTo>
                  <a:pt x="11614" y="14399"/>
                  <a:pt x="12273" y="13594"/>
                  <a:pt x="12273" y="12599"/>
                </a:cubicBezTo>
                <a:cubicBezTo>
                  <a:pt x="12273" y="11606"/>
                  <a:pt x="11614" y="10800"/>
                  <a:pt x="10800" y="10800"/>
                </a:cubicBezTo>
                <a:cubicBezTo>
                  <a:pt x="9986" y="10800"/>
                  <a:pt x="9327" y="11606"/>
                  <a:pt x="9327" y="12599"/>
                </a:cubicBezTo>
                <a:cubicBezTo>
                  <a:pt x="9327" y="13594"/>
                  <a:pt x="9986" y="14399"/>
                  <a:pt x="10800" y="14399"/>
                </a:cubicBezTo>
                <a:moveTo>
                  <a:pt x="15218" y="12000"/>
                </a:moveTo>
                <a:cubicBezTo>
                  <a:pt x="15489" y="12000"/>
                  <a:pt x="15709" y="12268"/>
                  <a:pt x="15709" y="12599"/>
                </a:cubicBezTo>
                <a:cubicBezTo>
                  <a:pt x="15709" y="12931"/>
                  <a:pt x="15489" y="13199"/>
                  <a:pt x="15218" y="13199"/>
                </a:cubicBezTo>
                <a:cubicBezTo>
                  <a:pt x="14947" y="13199"/>
                  <a:pt x="14727" y="12931"/>
                  <a:pt x="14727" y="12599"/>
                </a:cubicBezTo>
                <a:cubicBezTo>
                  <a:pt x="14727" y="12268"/>
                  <a:pt x="14947" y="12000"/>
                  <a:pt x="15218" y="12000"/>
                </a:cubicBezTo>
                <a:moveTo>
                  <a:pt x="15218" y="14399"/>
                </a:moveTo>
                <a:cubicBezTo>
                  <a:pt x="16032" y="14399"/>
                  <a:pt x="16691" y="13594"/>
                  <a:pt x="16691" y="12599"/>
                </a:cubicBezTo>
                <a:cubicBezTo>
                  <a:pt x="16691" y="11606"/>
                  <a:pt x="16032" y="10800"/>
                  <a:pt x="15218" y="10800"/>
                </a:cubicBezTo>
                <a:cubicBezTo>
                  <a:pt x="14405" y="10800"/>
                  <a:pt x="13745" y="11606"/>
                  <a:pt x="13745" y="12599"/>
                </a:cubicBezTo>
                <a:cubicBezTo>
                  <a:pt x="13745" y="13594"/>
                  <a:pt x="14405" y="14399"/>
                  <a:pt x="15218" y="14399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Shape 2567"/>
          <p:cNvSpPr/>
          <p:nvPr/>
        </p:nvSpPr>
        <p:spPr>
          <a:xfrm>
            <a:off x="1460520" y="30798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11782"/>
                </a:moveTo>
                <a:cubicBezTo>
                  <a:pt x="7584" y="11782"/>
                  <a:pt x="7364" y="12001"/>
                  <a:pt x="7364" y="12272"/>
                </a:cubicBezTo>
                <a:cubicBezTo>
                  <a:pt x="7364" y="12408"/>
                  <a:pt x="7419" y="12531"/>
                  <a:pt x="7507" y="12619"/>
                </a:cubicBezTo>
                <a:lnTo>
                  <a:pt x="10453" y="15565"/>
                </a:lnTo>
                <a:cubicBezTo>
                  <a:pt x="10542" y="15654"/>
                  <a:pt x="10665" y="15709"/>
                  <a:pt x="10800" y="15709"/>
                </a:cubicBezTo>
                <a:cubicBezTo>
                  <a:pt x="10935" y="15709"/>
                  <a:pt x="11058" y="15654"/>
                  <a:pt x="11147" y="15565"/>
                </a:cubicBezTo>
                <a:lnTo>
                  <a:pt x="14093" y="12619"/>
                </a:lnTo>
                <a:cubicBezTo>
                  <a:pt x="14181" y="12531"/>
                  <a:pt x="14236" y="12408"/>
                  <a:pt x="14236" y="12272"/>
                </a:cubicBezTo>
                <a:cubicBezTo>
                  <a:pt x="14236" y="12001"/>
                  <a:pt x="14016" y="11782"/>
                  <a:pt x="13745" y="11782"/>
                </a:cubicBezTo>
                <a:cubicBezTo>
                  <a:pt x="13610" y="11782"/>
                  <a:pt x="13487" y="11837"/>
                  <a:pt x="13398" y="11925"/>
                </a:cubicBezTo>
                <a:lnTo>
                  <a:pt x="11291" y="14033"/>
                </a:lnTo>
                <a:lnTo>
                  <a:pt x="11291" y="492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4033"/>
                </a:lnTo>
                <a:lnTo>
                  <a:pt x="8202" y="11925"/>
                </a:lnTo>
                <a:cubicBezTo>
                  <a:pt x="8113" y="11837"/>
                  <a:pt x="7990" y="11782"/>
                  <a:pt x="7855" y="1178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Shape 2568"/>
          <p:cNvSpPr/>
          <p:nvPr/>
        </p:nvSpPr>
        <p:spPr>
          <a:xfrm>
            <a:off x="1860480" y="30798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3927"/>
                </a:moveTo>
                <a:cubicBezTo>
                  <a:pt x="7990" y="3927"/>
                  <a:pt x="8113" y="3872"/>
                  <a:pt x="8202" y="3784"/>
                </a:cubicBezTo>
                <a:lnTo>
                  <a:pt x="10309" y="1676"/>
                </a:lnTo>
                <a:lnTo>
                  <a:pt x="10309" y="15218"/>
                </a:lnTo>
                <a:lnTo>
                  <a:pt x="10309" y="15218"/>
                </a:lnTo>
                <a:cubicBezTo>
                  <a:pt x="10309" y="15489"/>
                  <a:pt x="10529" y="15709"/>
                  <a:pt x="10800" y="15709"/>
                </a:cubicBezTo>
                <a:cubicBezTo>
                  <a:pt x="11071" y="15709"/>
                  <a:pt x="11291" y="15489"/>
                  <a:pt x="11291" y="15218"/>
                </a:cubicBezTo>
                <a:lnTo>
                  <a:pt x="11291" y="1676"/>
                </a:lnTo>
                <a:lnTo>
                  <a:pt x="13398" y="3784"/>
                </a:lnTo>
                <a:cubicBezTo>
                  <a:pt x="13487" y="3872"/>
                  <a:pt x="13610" y="3927"/>
                  <a:pt x="13745" y="3927"/>
                </a:cubicBez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Shape 2569"/>
          <p:cNvSpPr/>
          <p:nvPr/>
        </p:nvSpPr>
        <p:spPr>
          <a:xfrm>
            <a:off x="2260440" y="307980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Shape 2570"/>
          <p:cNvSpPr/>
          <p:nvPr/>
        </p:nvSpPr>
        <p:spPr>
          <a:xfrm>
            <a:off x="2660760" y="3084480"/>
            <a:ext cx="209520" cy="204840"/>
          </a:xfrm>
          <a:custGeom>
            <a:avLst/>
            <a:gdLst/>
            <a:ahLst/>
            <a:rect l="l" t="t" r="r" b="b"/>
            <a:pathLst>
              <a:path w="21600" h="21319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Shape 2571"/>
          <p:cNvSpPr/>
          <p:nvPr/>
        </p:nvSpPr>
        <p:spPr>
          <a:xfrm>
            <a:off x="3060720" y="30798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Shape 2572"/>
          <p:cNvSpPr/>
          <p:nvPr/>
        </p:nvSpPr>
        <p:spPr>
          <a:xfrm>
            <a:off x="3460680" y="30798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Shape 2573"/>
          <p:cNvSpPr/>
          <p:nvPr/>
        </p:nvSpPr>
        <p:spPr>
          <a:xfrm>
            <a:off x="3860640" y="307980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Shape 2574"/>
          <p:cNvSpPr/>
          <p:nvPr/>
        </p:nvSpPr>
        <p:spPr>
          <a:xfrm>
            <a:off x="4270320" y="3079800"/>
            <a:ext cx="19044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7"/>
                </a:lnTo>
                <a:lnTo>
                  <a:pt x="8640" y="15218"/>
                </a:ln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Shape 2575"/>
          <p:cNvSpPr/>
          <p:nvPr/>
        </p:nvSpPr>
        <p:spPr>
          <a:xfrm>
            <a:off x="660240" y="347976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Shape 2576"/>
          <p:cNvSpPr/>
          <p:nvPr/>
        </p:nvSpPr>
        <p:spPr>
          <a:xfrm>
            <a:off x="1060560" y="34797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1109" y="14727"/>
                </a:move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Shape 2577"/>
          <p:cNvSpPr/>
          <p:nvPr/>
        </p:nvSpPr>
        <p:spPr>
          <a:xfrm>
            <a:off x="1469880" y="3479760"/>
            <a:ext cx="19080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520" y="4979"/>
                </a:moveTo>
                <a:lnTo>
                  <a:pt x="7560" y="6792"/>
                </a:lnTo>
                <a:lnTo>
                  <a:pt x="7560" y="2876"/>
                </a:lnTo>
                <a:lnTo>
                  <a:pt x="20520" y="1063"/>
                </a:lnTo>
                <a:cubicBezTo>
                  <a:pt x="20520" y="1063"/>
                  <a:pt x="20520" y="4979"/>
                  <a:pt x="20520" y="4979"/>
                </a:cubicBezTo>
                <a:close/>
                <a:moveTo>
                  <a:pt x="18900" y="17673"/>
                </a:moveTo>
                <a:lnTo>
                  <a:pt x="16740" y="17673"/>
                </a:lnTo>
                <a:cubicBezTo>
                  <a:pt x="15845" y="17673"/>
                  <a:pt x="15120" y="17014"/>
                  <a:pt x="15120" y="16200"/>
                </a:cubicBezTo>
                <a:cubicBezTo>
                  <a:pt x="15120" y="15387"/>
                  <a:pt x="15845" y="14727"/>
                  <a:pt x="16740" y="14727"/>
                </a:cubicBezTo>
                <a:lnTo>
                  <a:pt x="18900" y="14727"/>
                </a:lnTo>
                <a:cubicBezTo>
                  <a:pt x="19795" y="14727"/>
                  <a:pt x="20520" y="15387"/>
                  <a:pt x="20520" y="16200"/>
                </a:cubicBezTo>
                <a:cubicBezTo>
                  <a:pt x="20520" y="17014"/>
                  <a:pt x="19795" y="17673"/>
                  <a:pt x="18900" y="17673"/>
                </a:cubicBezTo>
                <a:moveTo>
                  <a:pt x="4860" y="20618"/>
                </a:moveTo>
                <a:lnTo>
                  <a:pt x="2700" y="20618"/>
                </a:lnTo>
                <a:cubicBezTo>
                  <a:pt x="1805" y="20618"/>
                  <a:pt x="1080" y="19959"/>
                  <a:pt x="1080" y="19146"/>
                </a:cubicBezTo>
                <a:cubicBezTo>
                  <a:pt x="1080" y="18332"/>
                  <a:pt x="1805" y="17673"/>
                  <a:pt x="2700" y="17673"/>
                </a:cubicBezTo>
                <a:lnTo>
                  <a:pt x="4860" y="17673"/>
                </a:lnTo>
                <a:cubicBezTo>
                  <a:pt x="5755" y="17673"/>
                  <a:pt x="6480" y="18332"/>
                  <a:pt x="6480" y="19146"/>
                </a:cubicBezTo>
                <a:cubicBezTo>
                  <a:pt x="6480" y="19959"/>
                  <a:pt x="5755" y="20618"/>
                  <a:pt x="4860" y="20618"/>
                </a:cubicBezTo>
                <a:moveTo>
                  <a:pt x="21060" y="0"/>
                </a:moveTo>
                <a:cubicBezTo>
                  <a:pt x="21031" y="0"/>
                  <a:pt x="21006" y="11"/>
                  <a:pt x="20980" y="15"/>
                </a:cubicBezTo>
                <a:lnTo>
                  <a:pt x="20978" y="6"/>
                </a:lnTo>
                <a:lnTo>
                  <a:pt x="6938" y="1969"/>
                </a:lnTo>
                <a:lnTo>
                  <a:pt x="6940" y="1979"/>
                </a:lnTo>
                <a:cubicBezTo>
                  <a:pt x="6681" y="2016"/>
                  <a:pt x="6480" y="2210"/>
                  <a:pt x="6480" y="2455"/>
                </a:cubicBezTo>
                <a:lnTo>
                  <a:pt x="6480" y="17193"/>
                </a:lnTo>
                <a:cubicBezTo>
                  <a:pt x="6028" y="16882"/>
                  <a:pt x="5471" y="16691"/>
                  <a:pt x="4860" y="16691"/>
                </a:cubicBezTo>
                <a:lnTo>
                  <a:pt x="2700" y="16691"/>
                </a:lnTo>
                <a:cubicBezTo>
                  <a:pt x="1209" y="16691"/>
                  <a:pt x="0" y="17790"/>
                  <a:pt x="0" y="19146"/>
                </a:cubicBezTo>
                <a:cubicBezTo>
                  <a:pt x="0" y="20501"/>
                  <a:pt x="1209" y="21600"/>
                  <a:pt x="2700" y="21600"/>
                </a:cubicBezTo>
                <a:lnTo>
                  <a:pt x="4860" y="21600"/>
                </a:lnTo>
                <a:cubicBezTo>
                  <a:pt x="6352" y="21600"/>
                  <a:pt x="7560" y="20501"/>
                  <a:pt x="7560" y="19146"/>
                </a:cubicBezTo>
                <a:lnTo>
                  <a:pt x="7560" y="7785"/>
                </a:lnTo>
                <a:lnTo>
                  <a:pt x="20520" y="5972"/>
                </a:lnTo>
                <a:lnTo>
                  <a:pt x="20520" y="14248"/>
                </a:lnTo>
                <a:cubicBezTo>
                  <a:pt x="20068" y="13937"/>
                  <a:pt x="19511" y="13745"/>
                  <a:pt x="18900" y="13745"/>
                </a:cubicBezTo>
                <a:lnTo>
                  <a:pt x="16740" y="13745"/>
                </a:lnTo>
                <a:cubicBezTo>
                  <a:pt x="15249" y="13745"/>
                  <a:pt x="14040" y="14845"/>
                  <a:pt x="14040" y="16200"/>
                </a:cubicBezTo>
                <a:cubicBezTo>
                  <a:pt x="14040" y="17556"/>
                  <a:pt x="15249" y="18655"/>
                  <a:pt x="16740" y="18655"/>
                </a:cubicBezTo>
                <a:lnTo>
                  <a:pt x="18900" y="18655"/>
                </a:lnTo>
                <a:cubicBezTo>
                  <a:pt x="20392" y="18655"/>
                  <a:pt x="21600" y="17556"/>
                  <a:pt x="21600" y="16200"/>
                </a:cubicBezTo>
                <a:lnTo>
                  <a:pt x="21600" y="491"/>
                </a:lnTo>
                <a:cubicBezTo>
                  <a:pt x="21600" y="220"/>
                  <a:pt x="21358" y="0"/>
                  <a:pt x="2106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Shape 2578"/>
          <p:cNvSpPr/>
          <p:nvPr/>
        </p:nvSpPr>
        <p:spPr>
          <a:xfrm>
            <a:off x="1898640" y="3479760"/>
            <a:ext cx="13320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057" y="5837"/>
                </a:moveTo>
                <a:lnTo>
                  <a:pt x="10800" y="4996"/>
                </a:lnTo>
                <a:lnTo>
                  <a:pt x="10800" y="1036"/>
                </a:lnTo>
                <a:lnTo>
                  <a:pt x="20057" y="1878"/>
                </a:lnTo>
                <a:cubicBezTo>
                  <a:pt x="20057" y="1878"/>
                  <a:pt x="20057" y="5837"/>
                  <a:pt x="20057" y="5837"/>
                </a:cubicBezTo>
                <a:close/>
                <a:moveTo>
                  <a:pt x="6943" y="20618"/>
                </a:moveTo>
                <a:lnTo>
                  <a:pt x="3857" y="20618"/>
                </a:lnTo>
                <a:cubicBezTo>
                  <a:pt x="2579" y="20618"/>
                  <a:pt x="1543" y="19959"/>
                  <a:pt x="1543" y="19146"/>
                </a:cubicBezTo>
                <a:cubicBezTo>
                  <a:pt x="1543" y="18332"/>
                  <a:pt x="2579" y="17673"/>
                  <a:pt x="3857" y="17673"/>
                </a:cubicBezTo>
                <a:lnTo>
                  <a:pt x="6943" y="17673"/>
                </a:lnTo>
                <a:cubicBezTo>
                  <a:pt x="8221" y="17673"/>
                  <a:pt x="9257" y="18332"/>
                  <a:pt x="9257" y="19146"/>
                </a:cubicBezTo>
                <a:cubicBezTo>
                  <a:pt x="9257" y="19959"/>
                  <a:pt x="8221" y="20618"/>
                  <a:pt x="6943" y="20618"/>
                </a:cubicBezTo>
                <a:moveTo>
                  <a:pt x="20829" y="982"/>
                </a:moveTo>
                <a:cubicBezTo>
                  <a:pt x="20788" y="982"/>
                  <a:pt x="20752" y="993"/>
                  <a:pt x="20714" y="997"/>
                </a:cubicBezTo>
                <a:lnTo>
                  <a:pt x="20711" y="988"/>
                </a:lnTo>
                <a:lnTo>
                  <a:pt x="10344" y="45"/>
                </a:lnTo>
                <a:cubicBezTo>
                  <a:pt x="10248" y="17"/>
                  <a:pt x="10141" y="0"/>
                  <a:pt x="10029" y="0"/>
                </a:cubicBezTo>
                <a:cubicBezTo>
                  <a:pt x="10002" y="0"/>
                  <a:pt x="9979" y="8"/>
                  <a:pt x="9954" y="10"/>
                </a:cubicBezTo>
                <a:lnTo>
                  <a:pt x="9911" y="6"/>
                </a:lnTo>
                <a:lnTo>
                  <a:pt x="9914" y="15"/>
                </a:lnTo>
                <a:cubicBezTo>
                  <a:pt x="9545" y="52"/>
                  <a:pt x="9257" y="246"/>
                  <a:pt x="9257" y="491"/>
                </a:cubicBezTo>
                <a:lnTo>
                  <a:pt x="9257" y="17193"/>
                </a:lnTo>
                <a:cubicBezTo>
                  <a:pt x="8612" y="16882"/>
                  <a:pt x="7815" y="16691"/>
                  <a:pt x="6943" y="16691"/>
                </a:cubicBezTo>
                <a:lnTo>
                  <a:pt x="3857" y="16691"/>
                </a:lnTo>
                <a:cubicBezTo>
                  <a:pt x="1727" y="16691"/>
                  <a:pt x="0" y="17790"/>
                  <a:pt x="0" y="19146"/>
                </a:cubicBezTo>
                <a:cubicBezTo>
                  <a:pt x="0" y="20501"/>
                  <a:pt x="1727" y="21600"/>
                  <a:pt x="3857" y="21600"/>
                </a:cubicBezTo>
                <a:lnTo>
                  <a:pt x="6943" y="21600"/>
                </a:lnTo>
                <a:cubicBezTo>
                  <a:pt x="9074" y="21600"/>
                  <a:pt x="10800" y="20501"/>
                  <a:pt x="10800" y="19146"/>
                </a:cubicBezTo>
                <a:lnTo>
                  <a:pt x="10800" y="5945"/>
                </a:lnTo>
                <a:lnTo>
                  <a:pt x="20513" y="6828"/>
                </a:lnTo>
                <a:cubicBezTo>
                  <a:pt x="20610" y="6855"/>
                  <a:pt x="20715" y="6873"/>
                  <a:pt x="20829" y="6873"/>
                </a:cubicBezTo>
                <a:cubicBezTo>
                  <a:pt x="20855" y="6873"/>
                  <a:pt x="20877" y="6865"/>
                  <a:pt x="20904" y="6864"/>
                </a:cubicBezTo>
                <a:lnTo>
                  <a:pt x="20946" y="6867"/>
                </a:lnTo>
                <a:lnTo>
                  <a:pt x="20943" y="6858"/>
                </a:lnTo>
                <a:cubicBezTo>
                  <a:pt x="21313" y="6822"/>
                  <a:pt x="21600" y="6627"/>
                  <a:pt x="21600" y="6382"/>
                </a:cubicBezTo>
                <a:lnTo>
                  <a:pt x="21600" y="1473"/>
                </a:lnTo>
                <a:cubicBezTo>
                  <a:pt x="21600" y="1202"/>
                  <a:pt x="21254" y="982"/>
                  <a:pt x="20829" y="98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Shape 2579"/>
          <p:cNvSpPr/>
          <p:nvPr/>
        </p:nvSpPr>
        <p:spPr>
          <a:xfrm>
            <a:off x="2260440" y="347976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Shape 2580"/>
          <p:cNvSpPr/>
          <p:nvPr/>
        </p:nvSpPr>
        <p:spPr>
          <a:xfrm>
            <a:off x="2660760" y="34797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9445" y="15886"/>
                </a:moveTo>
                <a:lnTo>
                  <a:pt x="10478" y="18984"/>
                </a:lnTo>
                <a:lnTo>
                  <a:pt x="7944" y="17126"/>
                </a:lnTo>
                <a:lnTo>
                  <a:pt x="7364" y="16700"/>
                </a:lnTo>
                <a:lnTo>
                  <a:pt x="6783" y="17126"/>
                </a:lnTo>
                <a:lnTo>
                  <a:pt x="4249" y="18984"/>
                </a:lnTo>
                <a:lnTo>
                  <a:pt x="5283" y="15886"/>
                </a:lnTo>
                <a:lnTo>
                  <a:pt x="5505" y="15220"/>
                </a:lnTo>
                <a:lnTo>
                  <a:pt x="4946" y="14794"/>
                </a:lnTo>
                <a:lnTo>
                  <a:pt x="2908" y="13240"/>
                </a:lnTo>
                <a:lnTo>
                  <a:pt x="6037" y="13240"/>
                </a:lnTo>
                <a:lnTo>
                  <a:pt x="6275" y="12602"/>
                </a:lnTo>
                <a:lnTo>
                  <a:pt x="7364" y="9683"/>
                </a:lnTo>
                <a:lnTo>
                  <a:pt x="8452" y="12602"/>
                </a:lnTo>
                <a:lnTo>
                  <a:pt x="8690" y="13240"/>
                </a:lnTo>
                <a:lnTo>
                  <a:pt x="11820" y="13240"/>
                </a:lnTo>
                <a:lnTo>
                  <a:pt x="9781" y="14794"/>
                </a:lnTo>
                <a:lnTo>
                  <a:pt x="9223" y="15220"/>
                </a:lnTo>
                <a:cubicBezTo>
                  <a:pt x="9223" y="15220"/>
                  <a:pt x="9445" y="15886"/>
                  <a:pt x="9445" y="15886"/>
                </a:cubicBezTo>
                <a:close/>
                <a:moveTo>
                  <a:pt x="9372" y="12259"/>
                </a:moveTo>
                <a:lnTo>
                  <a:pt x="7364" y="6873"/>
                </a:lnTo>
                <a:lnTo>
                  <a:pt x="5355" y="12259"/>
                </a:lnTo>
                <a:lnTo>
                  <a:pt x="0" y="12259"/>
                </a:lnTo>
                <a:lnTo>
                  <a:pt x="4351" y="15575"/>
                </a:lnTo>
                <a:lnTo>
                  <a:pt x="2343" y="21600"/>
                </a:lnTo>
                <a:lnTo>
                  <a:pt x="7364" y="17918"/>
                </a:lnTo>
                <a:lnTo>
                  <a:pt x="12384" y="21600"/>
                </a:lnTo>
                <a:lnTo>
                  <a:pt x="10376" y="15575"/>
                </a:lnTo>
                <a:lnTo>
                  <a:pt x="14727" y="12259"/>
                </a:lnTo>
                <a:cubicBezTo>
                  <a:pt x="14727" y="12259"/>
                  <a:pt x="9372" y="12259"/>
                  <a:pt x="9372" y="12259"/>
                </a:cubicBezTo>
                <a:close/>
                <a:moveTo>
                  <a:pt x="16781" y="7308"/>
                </a:moveTo>
                <a:lnTo>
                  <a:pt x="16200" y="6883"/>
                </a:lnTo>
                <a:lnTo>
                  <a:pt x="15619" y="7308"/>
                </a:lnTo>
                <a:lnTo>
                  <a:pt x="14426" y="8184"/>
                </a:lnTo>
                <a:lnTo>
                  <a:pt x="14922" y="6693"/>
                </a:lnTo>
                <a:lnTo>
                  <a:pt x="15143" y="6031"/>
                </a:lnTo>
                <a:lnTo>
                  <a:pt x="14590" y="5605"/>
                </a:lnTo>
                <a:lnTo>
                  <a:pt x="13682" y="4905"/>
                </a:lnTo>
                <a:lnTo>
                  <a:pt x="15408" y="4905"/>
                </a:lnTo>
                <a:lnTo>
                  <a:pt x="15647" y="4267"/>
                </a:lnTo>
                <a:lnTo>
                  <a:pt x="16200" y="2793"/>
                </a:lnTo>
                <a:lnTo>
                  <a:pt x="16754" y="4267"/>
                </a:lnTo>
                <a:lnTo>
                  <a:pt x="16992" y="4905"/>
                </a:lnTo>
                <a:lnTo>
                  <a:pt x="18718" y="4905"/>
                </a:lnTo>
                <a:lnTo>
                  <a:pt x="17810" y="5605"/>
                </a:lnTo>
                <a:lnTo>
                  <a:pt x="17257" y="6031"/>
                </a:lnTo>
                <a:lnTo>
                  <a:pt x="17478" y="6693"/>
                </a:lnTo>
                <a:lnTo>
                  <a:pt x="17975" y="8184"/>
                </a:lnTo>
                <a:cubicBezTo>
                  <a:pt x="17975" y="8184"/>
                  <a:pt x="16781" y="7308"/>
                  <a:pt x="16781" y="7308"/>
                </a:cubicBezTo>
                <a:close/>
                <a:moveTo>
                  <a:pt x="21600" y="3922"/>
                </a:moveTo>
                <a:lnTo>
                  <a:pt x="17673" y="3922"/>
                </a:lnTo>
                <a:lnTo>
                  <a:pt x="16200" y="0"/>
                </a:lnTo>
                <a:lnTo>
                  <a:pt x="14727" y="3922"/>
                </a:lnTo>
                <a:lnTo>
                  <a:pt x="10800" y="3922"/>
                </a:lnTo>
                <a:lnTo>
                  <a:pt x="13991" y="6382"/>
                </a:lnTo>
                <a:lnTo>
                  <a:pt x="12518" y="10800"/>
                </a:lnTo>
                <a:lnTo>
                  <a:pt x="16200" y="8100"/>
                </a:lnTo>
                <a:lnTo>
                  <a:pt x="19882" y="10800"/>
                </a:lnTo>
                <a:lnTo>
                  <a:pt x="18409" y="6382"/>
                </a:lnTo>
                <a:cubicBezTo>
                  <a:pt x="18409" y="6382"/>
                  <a:pt x="21600" y="3922"/>
                  <a:pt x="21600" y="392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Shape 2581"/>
          <p:cNvSpPr/>
          <p:nvPr/>
        </p:nvSpPr>
        <p:spPr>
          <a:xfrm>
            <a:off x="3060720" y="34797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2133" y="11950"/>
                </a:moveTo>
                <a:lnTo>
                  <a:pt x="12831" y="14044"/>
                </a:lnTo>
                <a:lnTo>
                  <a:pt x="11135" y="12801"/>
                </a:lnTo>
                <a:lnTo>
                  <a:pt x="10555" y="12375"/>
                </a:lnTo>
                <a:lnTo>
                  <a:pt x="9974" y="12801"/>
                </a:lnTo>
                <a:lnTo>
                  <a:pt x="8277" y="14044"/>
                </a:lnTo>
                <a:lnTo>
                  <a:pt x="8976" y="11950"/>
                </a:lnTo>
                <a:lnTo>
                  <a:pt x="9195" y="11291"/>
                </a:lnTo>
                <a:lnTo>
                  <a:pt x="8647" y="10864"/>
                </a:lnTo>
                <a:lnTo>
                  <a:pt x="7280" y="9801"/>
                </a:lnTo>
                <a:lnTo>
                  <a:pt x="9560" y="9801"/>
                </a:lnTo>
                <a:lnTo>
                  <a:pt x="9799" y="9167"/>
                </a:lnTo>
                <a:lnTo>
                  <a:pt x="10555" y="7167"/>
                </a:lnTo>
                <a:lnTo>
                  <a:pt x="11310" y="9167"/>
                </a:lnTo>
                <a:lnTo>
                  <a:pt x="11549" y="9801"/>
                </a:lnTo>
                <a:lnTo>
                  <a:pt x="13829" y="9801"/>
                </a:lnTo>
                <a:lnTo>
                  <a:pt x="12462" y="10864"/>
                </a:lnTo>
                <a:lnTo>
                  <a:pt x="11914" y="11291"/>
                </a:lnTo>
                <a:cubicBezTo>
                  <a:pt x="11914" y="11291"/>
                  <a:pt x="12133" y="11950"/>
                  <a:pt x="12133" y="11950"/>
                </a:cubicBezTo>
                <a:close/>
                <a:moveTo>
                  <a:pt x="12228" y="8820"/>
                </a:moveTo>
                <a:lnTo>
                  <a:pt x="10555" y="4388"/>
                </a:lnTo>
                <a:lnTo>
                  <a:pt x="8881" y="8820"/>
                </a:lnTo>
                <a:lnTo>
                  <a:pt x="4418" y="8820"/>
                </a:lnTo>
                <a:lnTo>
                  <a:pt x="8044" y="11639"/>
                </a:lnTo>
                <a:lnTo>
                  <a:pt x="6371" y="16660"/>
                </a:lnTo>
                <a:lnTo>
                  <a:pt x="10555" y="13592"/>
                </a:lnTo>
                <a:lnTo>
                  <a:pt x="14738" y="16660"/>
                </a:lnTo>
                <a:lnTo>
                  <a:pt x="13065" y="11639"/>
                </a:lnTo>
                <a:lnTo>
                  <a:pt x="16691" y="8820"/>
                </a:lnTo>
                <a:cubicBezTo>
                  <a:pt x="16691" y="8820"/>
                  <a:pt x="12228" y="8820"/>
                  <a:pt x="12228" y="8820"/>
                </a:cubicBezTo>
                <a:close/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Shape 2582"/>
          <p:cNvSpPr/>
          <p:nvPr/>
        </p:nvSpPr>
        <p:spPr>
          <a:xfrm>
            <a:off x="3460680" y="34797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1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1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2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8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8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7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7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6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6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Shape 2583"/>
          <p:cNvSpPr/>
          <p:nvPr/>
        </p:nvSpPr>
        <p:spPr>
          <a:xfrm>
            <a:off x="3860640" y="347976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Shape 2584"/>
          <p:cNvSpPr/>
          <p:nvPr/>
        </p:nvSpPr>
        <p:spPr>
          <a:xfrm>
            <a:off x="4260960" y="34797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Shape 2585"/>
          <p:cNvSpPr/>
          <p:nvPr/>
        </p:nvSpPr>
        <p:spPr>
          <a:xfrm>
            <a:off x="4707000" y="1479600"/>
            <a:ext cx="17136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Shape 2586"/>
          <p:cNvSpPr/>
          <p:nvPr/>
        </p:nvSpPr>
        <p:spPr>
          <a:xfrm>
            <a:off x="5106960" y="1479600"/>
            <a:ext cx="17136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Shape 2587"/>
          <p:cNvSpPr/>
          <p:nvPr/>
        </p:nvSpPr>
        <p:spPr>
          <a:xfrm>
            <a:off x="5487840" y="14796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Shape 2588"/>
          <p:cNvSpPr/>
          <p:nvPr/>
        </p:nvSpPr>
        <p:spPr>
          <a:xfrm>
            <a:off x="5888160" y="1488960"/>
            <a:ext cx="209520" cy="19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Shape 2589"/>
          <p:cNvSpPr/>
          <p:nvPr/>
        </p:nvSpPr>
        <p:spPr>
          <a:xfrm>
            <a:off x="6288120" y="1488960"/>
            <a:ext cx="209520" cy="19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Shape 2590"/>
          <p:cNvSpPr/>
          <p:nvPr/>
        </p:nvSpPr>
        <p:spPr>
          <a:xfrm>
            <a:off x="6688080" y="14796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5" y="6382"/>
                </a:moveTo>
                <a:cubicBezTo>
                  <a:pt x="7313" y="6382"/>
                  <a:pt x="6873" y="5943"/>
                  <a:pt x="6873" y="5400"/>
                </a:cubicBezTo>
                <a:cubicBezTo>
                  <a:pt x="6873" y="4858"/>
                  <a:pt x="7313" y="4418"/>
                  <a:pt x="7855" y="4418"/>
                </a:cubicBezTo>
                <a:cubicBezTo>
                  <a:pt x="8396" y="4418"/>
                  <a:pt x="8836" y="4858"/>
                  <a:pt x="8836" y="5400"/>
                </a:cubicBezTo>
                <a:cubicBezTo>
                  <a:pt x="8836" y="5943"/>
                  <a:pt x="8396" y="6382"/>
                  <a:pt x="7855" y="6382"/>
                </a:cubicBezTo>
                <a:moveTo>
                  <a:pt x="18164" y="4909"/>
                </a:moveTo>
                <a:lnTo>
                  <a:pt x="9749" y="4909"/>
                </a:lnTo>
                <a:cubicBezTo>
                  <a:pt x="9530" y="4064"/>
                  <a:pt x="8768" y="3436"/>
                  <a:pt x="7855" y="3436"/>
                </a:cubicBezTo>
                <a:cubicBezTo>
                  <a:pt x="6941" y="3436"/>
                  <a:pt x="6180" y="4064"/>
                  <a:pt x="5960" y="4909"/>
                </a:cubicBezTo>
                <a:lnTo>
                  <a:pt x="3436" y="4909"/>
                </a:lnTo>
                <a:cubicBezTo>
                  <a:pt x="3165" y="4909"/>
                  <a:pt x="2945" y="5129"/>
                  <a:pt x="2945" y="5400"/>
                </a:cubicBezTo>
                <a:cubicBezTo>
                  <a:pt x="2945" y="5672"/>
                  <a:pt x="3165" y="5891"/>
                  <a:pt x="3436" y="5891"/>
                </a:cubicBezTo>
                <a:lnTo>
                  <a:pt x="5960" y="5891"/>
                </a:lnTo>
                <a:cubicBezTo>
                  <a:pt x="6180" y="6737"/>
                  <a:pt x="6941" y="7364"/>
                  <a:pt x="7855" y="7364"/>
                </a:cubicBezTo>
                <a:cubicBezTo>
                  <a:pt x="8768" y="7364"/>
                  <a:pt x="9530" y="6737"/>
                  <a:pt x="9749" y="5891"/>
                </a:cubicBezTo>
                <a:lnTo>
                  <a:pt x="18164" y="5891"/>
                </a:lnTo>
                <a:cubicBezTo>
                  <a:pt x="18435" y="5891"/>
                  <a:pt x="18655" y="5672"/>
                  <a:pt x="18655" y="5400"/>
                </a:cubicBezTo>
                <a:cubicBezTo>
                  <a:pt x="18655" y="5129"/>
                  <a:pt x="18435" y="4909"/>
                  <a:pt x="18164" y="4909"/>
                </a:cubicBezTo>
                <a:moveTo>
                  <a:pt x="14727" y="11782"/>
                </a:moveTo>
                <a:cubicBezTo>
                  <a:pt x="14186" y="11782"/>
                  <a:pt x="13745" y="11342"/>
                  <a:pt x="13745" y="10800"/>
                </a:cubicBezTo>
                <a:cubicBezTo>
                  <a:pt x="13745" y="10258"/>
                  <a:pt x="14186" y="9818"/>
                  <a:pt x="14727" y="9818"/>
                </a:cubicBezTo>
                <a:cubicBezTo>
                  <a:pt x="15269" y="9818"/>
                  <a:pt x="15709" y="10258"/>
                  <a:pt x="15709" y="10800"/>
                </a:cubicBezTo>
                <a:cubicBezTo>
                  <a:pt x="15709" y="11342"/>
                  <a:pt x="15269" y="11782"/>
                  <a:pt x="14727" y="11782"/>
                </a:cubicBezTo>
                <a:moveTo>
                  <a:pt x="18164" y="10310"/>
                </a:moveTo>
                <a:lnTo>
                  <a:pt x="16621" y="10310"/>
                </a:lnTo>
                <a:cubicBezTo>
                  <a:pt x="16402" y="9464"/>
                  <a:pt x="15641" y="8836"/>
                  <a:pt x="14727" y="8836"/>
                </a:cubicBezTo>
                <a:cubicBezTo>
                  <a:pt x="13814" y="8836"/>
                  <a:pt x="13052" y="9464"/>
                  <a:pt x="12833" y="10310"/>
                </a:cubicBezTo>
                <a:lnTo>
                  <a:pt x="3436" y="10310"/>
                </a:lnTo>
                <a:cubicBezTo>
                  <a:pt x="3165" y="10310"/>
                  <a:pt x="2945" y="10529"/>
                  <a:pt x="2945" y="10800"/>
                </a:cubicBezTo>
                <a:cubicBezTo>
                  <a:pt x="2945" y="11072"/>
                  <a:pt x="3165" y="11291"/>
                  <a:pt x="3436" y="11291"/>
                </a:cubicBezTo>
                <a:lnTo>
                  <a:pt x="12833" y="11291"/>
                </a:lnTo>
                <a:cubicBezTo>
                  <a:pt x="13052" y="12137"/>
                  <a:pt x="13814" y="12764"/>
                  <a:pt x="14727" y="12764"/>
                </a:cubicBezTo>
                <a:cubicBezTo>
                  <a:pt x="15641" y="12764"/>
                  <a:pt x="16402" y="12137"/>
                  <a:pt x="16621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9818" y="17182"/>
                </a:moveTo>
                <a:cubicBezTo>
                  <a:pt x="9276" y="17182"/>
                  <a:pt x="8836" y="16743"/>
                  <a:pt x="8836" y="16200"/>
                </a:cubicBezTo>
                <a:cubicBezTo>
                  <a:pt x="8836" y="15658"/>
                  <a:pt x="9276" y="15218"/>
                  <a:pt x="9818" y="15218"/>
                </a:cubicBezTo>
                <a:cubicBezTo>
                  <a:pt x="10360" y="15218"/>
                  <a:pt x="10800" y="15658"/>
                  <a:pt x="10800" y="16200"/>
                </a:cubicBezTo>
                <a:cubicBezTo>
                  <a:pt x="10800" y="16743"/>
                  <a:pt x="10360" y="17182"/>
                  <a:pt x="9818" y="17182"/>
                </a:cubicBezTo>
                <a:moveTo>
                  <a:pt x="18164" y="15709"/>
                </a:moveTo>
                <a:lnTo>
                  <a:pt x="11712" y="15709"/>
                </a:lnTo>
                <a:cubicBezTo>
                  <a:pt x="11493" y="14863"/>
                  <a:pt x="10732" y="14237"/>
                  <a:pt x="9818" y="14237"/>
                </a:cubicBezTo>
                <a:cubicBezTo>
                  <a:pt x="8904" y="14237"/>
                  <a:pt x="8143" y="14863"/>
                  <a:pt x="7924" y="15709"/>
                </a:cubicBezTo>
                <a:lnTo>
                  <a:pt x="3436" y="15709"/>
                </a:lnTo>
                <a:cubicBezTo>
                  <a:pt x="3165" y="15709"/>
                  <a:pt x="2945" y="15929"/>
                  <a:pt x="2945" y="16200"/>
                </a:cubicBezTo>
                <a:cubicBezTo>
                  <a:pt x="2945" y="16472"/>
                  <a:pt x="3165" y="16691"/>
                  <a:pt x="3436" y="16691"/>
                </a:cubicBezTo>
                <a:lnTo>
                  <a:pt x="7924" y="16691"/>
                </a:lnTo>
                <a:cubicBezTo>
                  <a:pt x="8143" y="17537"/>
                  <a:pt x="8904" y="18164"/>
                  <a:pt x="9818" y="18164"/>
                </a:cubicBezTo>
                <a:cubicBezTo>
                  <a:pt x="10732" y="18164"/>
                  <a:pt x="11493" y="17537"/>
                  <a:pt x="11712" y="16691"/>
                </a:cubicBezTo>
                <a:lnTo>
                  <a:pt x="18164" y="16691"/>
                </a:lnTo>
                <a:cubicBezTo>
                  <a:pt x="18435" y="16691"/>
                  <a:pt x="18655" y="16472"/>
                  <a:pt x="18655" y="16200"/>
                </a:cubicBezTo>
                <a:cubicBezTo>
                  <a:pt x="18655" y="15929"/>
                  <a:pt x="18435" y="15709"/>
                  <a:pt x="18164" y="15709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Shape 2591"/>
          <p:cNvSpPr/>
          <p:nvPr/>
        </p:nvSpPr>
        <p:spPr>
          <a:xfrm>
            <a:off x="7088040" y="14796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Shape 2592"/>
          <p:cNvSpPr/>
          <p:nvPr/>
        </p:nvSpPr>
        <p:spPr>
          <a:xfrm>
            <a:off x="7488360" y="14796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Shape 2593"/>
          <p:cNvSpPr/>
          <p:nvPr/>
        </p:nvSpPr>
        <p:spPr>
          <a:xfrm>
            <a:off x="7888320" y="14796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Shape 2594"/>
          <p:cNvSpPr/>
          <p:nvPr/>
        </p:nvSpPr>
        <p:spPr>
          <a:xfrm>
            <a:off x="8288280" y="1498680"/>
            <a:ext cx="209520" cy="171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3436" y="8400"/>
                </a:moveTo>
                <a:lnTo>
                  <a:pt x="18164" y="8400"/>
                </a:lnTo>
                <a:cubicBezTo>
                  <a:pt x="18435" y="8400"/>
                  <a:pt x="18655" y="8132"/>
                  <a:pt x="18655" y="7800"/>
                </a:cubicBezTo>
                <a:cubicBezTo>
                  <a:pt x="18655" y="7468"/>
                  <a:pt x="18435" y="7200"/>
                  <a:pt x="18164" y="7200"/>
                </a:cubicBezTo>
                <a:lnTo>
                  <a:pt x="3436" y="7200"/>
                </a:lnTo>
                <a:cubicBezTo>
                  <a:pt x="3165" y="7200"/>
                  <a:pt x="2945" y="7468"/>
                  <a:pt x="2945" y="7800"/>
                </a:cubicBezTo>
                <a:cubicBezTo>
                  <a:pt x="2945" y="8132"/>
                  <a:pt x="3165" y="8400"/>
                  <a:pt x="3436" y="8400"/>
                </a:cubicBezTo>
                <a:moveTo>
                  <a:pt x="3436" y="10800"/>
                </a:moveTo>
                <a:lnTo>
                  <a:pt x="18164" y="10800"/>
                </a:lnTo>
                <a:cubicBezTo>
                  <a:pt x="18435" y="10800"/>
                  <a:pt x="18655" y="10532"/>
                  <a:pt x="18655" y="10200"/>
                </a:cubicBezTo>
                <a:cubicBezTo>
                  <a:pt x="18655" y="9868"/>
                  <a:pt x="18435" y="9600"/>
                  <a:pt x="18164" y="9600"/>
                </a:cubicBezTo>
                <a:lnTo>
                  <a:pt x="3436" y="9600"/>
                </a:lnTo>
                <a:cubicBezTo>
                  <a:pt x="3165" y="9600"/>
                  <a:pt x="2945" y="9868"/>
                  <a:pt x="2945" y="10200"/>
                </a:cubicBezTo>
                <a:cubicBezTo>
                  <a:pt x="2945" y="10532"/>
                  <a:pt x="3165" y="10800"/>
                  <a:pt x="3436" y="10800"/>
                </a:cubicBezTo>
                <a:moveTo>
                  <a:pt x="3436" y="13200"/>
                </a:moveTo>
                <a:lnTo>
                  <a:pt x="13255" y="13200"/>
                </a:lnTo>
                <a:cubicBezTo>
                  <a:pt x="13526" y="13200"/>
                  <a:pt x="13745" y="12931"/>
                  <a:pt x="13745" y="12601"/>
                </a:cubicBezTo>
                <a:cubicBezTo>
                  <a:pt x="13745" y="12268"/>
                  <a:pt x="13526" y="12000"/>
                  <a:pt x="13255" y="12000"/>
                </a:cubicBezTo>
                <a:lnTo>
                  <a:pt x="3436" y="12000"/>
                </a:lnTo>
                <a:cubicBezTo>
                  <a:pt x="3165" y="12000"/>
                  <a:pt x="2945" y="12268"/>
                  <a:pt x="2945" y="12601"/>
                </a:cubicBezTo>
                <a:cubicBezTo>
                  <a:pt x="2945" y="12931"/>
                  <a:pt x="3165" y="13200"/>
                  <a:pt x="3436" y="13200"/>
                </a:cubicBezTo>
                <a:moveTo>
                  <a:pt x="20618" y="19200"/>
                </a:moveTo>
                <a:lnTo>
                  <a:pt x="18114" y="19200"/>
                </a:lnTo>
                <a:cubicBezTo>
                  <a:pt x="17887" y="17831"/>
                  <a:pt x="16897" y="16800"/>
                  <a:pt x="15709" y="16800"/>
                </a:cubicBezTo>
                <a:cubicBezTo>
                  <a:pt x="14522" y="16800"/>
                  <a:pt x="13532" y="17831"/>
                  <a:pt x="13304" y="19200"/>
                </a:cubicBezTo>
                <a:lnTo>
                  <a:pt x="8296" y="19200"/>
                </a:lnTo>
                <a:cubicBezTo>
                  <a:pt x="8068" y="17831"/>
                  <a:pt x="7078" y="16800"/>
                  <a:pt x="5891" y="16800"/>
                </a:cubicBezTo>
                <a:cubicBezTo>
                  <a:pt x="4703" y="16800"/>
                  <a:pt x="3713" y="17831"/>
                  <a:pt x="3486" y="19200"/>
                </a:cubicBezTo>
                <a:lnTo>
                  <a:pt x="982" y="192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19200"/>
                  <a:pt x="20618" y="1920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9200"/>
                </a:lnTo>
                <a:cubicBezTo>
                  <a:pt x="0" y="19862"/>
                  <a:pt x="440" y="20400"/>
                  <a:pt x="982" y="20400"/>
                </a:cubicBezTo>
                <a:lnTo>
                  <a:pt x="3927" y="20400"/>
                </a:lnTo>
                <a:cubicBezTo>
                  <a:pt x="4199" y="20400"/>
                  <a:pt x="4418" y="20132"/>
                  <a:pt x="4418" y="19800"/>
                </a:cubicBezTo>
                <a:cubicBezTo>
                  <a:pt x="4418" y="18807"/>
                  <a:pt x="5078" y="18000"/>
                  <a:pt x="5891" y="18000"/>
                </a:cubicBezTo>
                <a:cubicBezTo>
                  <a:pt x="6704" y="18000"/>
                  <a:pt x="7364" y="18807"/>
                  <a:pt x="7364" y="19800"/>
                </a:cubicBezTo>
                <a:cubicBezTo>
                  <a:pt x="7364" y="20132"/>
                  <a:pt x="7583" y="20400"/>
                  <a:pt x="7855" y="20400"/>
                </a:cubicBezTo>
                <a:lnTo>
                  <a:pt x="13745" y="20400"/>
                </a:lnTo>
                <a:cubicBezTo>
                  <a:pt x="14017" y="20400"/>
                  <a:pt x="14236" y="20132"/>
                  <a:pt x="14236" y="19800"/>
                </a:cubicBezTo>
                <a:cubicBezTo>
                  <a:pt x="14236" y="18807"/>
                  <a:pt x="14896" y="18000"/>
                  <a:pt x="15709" y="18000"/>
                </a:cubicBezTo>
                <a:cubicBezTo>
                  <a:pt x="16523" y="18000"/>
                  <a:pt x="17182" y="18807"/>
                  <a:pt x="17182" y="19800"/>
                </a:cubicBezTo>
                <a:cubicBezTo>
                  <a:pt x="17182" y="20132"/>
                  <a:pt x="17401" y="20400"/>
                  <a:pt x="17673" y="20400"/>
                </a:cubicBezTo>
                <a:lnTo>
                  <a:pt x="20618" y="20400"/>
                </a:lnTo>
                <a:cubicBezTo>
                  <a:pt x="21160" y="20400"/>
                  <a:pt x="21600" y="19862"/>
                  <a:pt x="21600" y="192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891" y="19200"/>
                </a:moveTo>
                <a:cubicBezTo>
                  <a:pt x="5620" y="19200"/>
                  <a:pt x="5400" y="19468"/>
                  <a:pt x="5400" y="19800"/>
                </a:cubicBezTo>
                <a:lnTo>
                  <a:pt x="5400" y="21000"/>
                </a:lnTo>
                <a:cubicBezTo>
                  <a:pt x="5400" y="21332"/>
                  <a:pt x="5620" y="21600"/>
                  <a:pt x="5891" y="21600"/>
                </a:cubicBezTo>
                <a:cubicBezTo>
                  <a:pt x="6162" y="21600"/>
                  <a:pt x="6382" y="21332"/>
                  <a:pt x="6382" y="21000"/>
                </a:cubicBezTo>
                <a:lnTo>
                  <a:pt x="6382" y="19800"/>
                </a:lnTo>
                <a:cubicBezTo>
                  <a:pt x="6382" y="19468"/>
                  <a:pt x="6162" y="19200"/>
                  <a:pt x="5891" y="19200"/>
                </a:cubicBezTo>
                <a:moveTo>
                  <a:pt x="3436" y="6000"/>
                </a:moveTo>
                <a:lnTo>
                  <a:pt x="18164" y="6000"/>
                </a:lnTo>
                <a:cubicBezTo>
                  <a:pt x="18435" y="6000"/>
                  <a:pt x="18655" y="5732"/>
                  <a:pt x="18655" y="5400"/>
                </a:cubicBezTo>
                <a:cubicBezTo>
                  <a:pt x="18655" y="5069"/>
                  <a:pt x="18435" y="4800"/>
                  <a:pt x="18164" y="4800"/>
                </a:cubicBezTo>
                <a:lnTo>
                  <a:pt x="3436" y="4800"/>
                </a:lnTo>
                <a:cubicBezTo>
                  <a:pt x="3165" y="4800"/>
                  <a:pt x="2945" y="5069"/>
                  <a:pt x="2945" y="5400"/>
                </a:cubicBezTo>
                <a:cubicBezTo>
                  <a:pt x="2945" y="5732"/>
                  <a:pt x="3165" y="6000"/>
                  <a:pt x="3436" y="6000"/>
                </a:cubicBezTo>
                <a:moveTo>
                  <a:pt x="15709" y="19200"/>
                </a:moveTo>
                <a:cubicBezTo>
                  <a:pt x="15438" y="19200"/>
                  <a:pt x="15218" y="19468"/>
                  <a:pt x="15218" y="19800"/>
                </a:cubicBezTo>
                <a:lnTo>
                  <a:pt x="15218" y="21000"/>
                </a:lnTo>
                <a:cubicBezTo>
                  <a:pt x="15218" y="21332"/>
                  <a:pt x="15438" y="21600"/>
                  <a:pt x="15709" y="21600"/>
                </a:cubicBezTo>
                <a:cubicBezTo>
                  <a:pt x="15980" y="21600"/>
                  <a:pt x="16200" y="21332"/>
                  <a:pt x="16200" y="21000"/>
                </a:cubicBezTo>
                <a:lnTo>
                  <a:pt x="16200" y="19800"/>
                </a:lnTo>
                <a:cubicBezTo>
                  <a:pt x="16200" y="19468"/>
                  <a:pt x="15980" y="19200"/>
                  <a:pt x="15709" y="192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Shape 2595"/>
          <p:cNvSpPr/>
          <p:nvPr/>
        </p:nvSpPr>
        <p:spPr>
          <a:xfrm>
            <a:off x="4687920" y="1889280"/>
            <a:ext cx="209520" cy="19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7364" y="14040"/>
                </a:moveTo>
                <a:lnTo>
                  <a:pt x="14236" y="14040"/>
                </a:lnTo>
                <a:cubicBezTo>
                  <a:pt x="14507" y="14040"/>
                  <a:pt x="14727" y="13799"/>
                  <a:pt x="14727" y="13500"/>
                </a:cubicBezTo>
                <a:cubicBezTo>
                  <a:pt x="14727" y="13202"/>
                  <a:pt x="14507" y="12960"/>
                  <a:pt x="14236" y="12960"/>
                </a:cubicBezTo>
                <a:lnTo>
                  <a:pt x="7364" y="12960"/>
                </a:lnTo>
                <a:cubicBezTo>
                  <a:pt x="7093" y="12960"/>
                  <a:pt x="6873" y="13202"/>
                  <a:pt x="6873" y="13500"/>
                </a:cubicBezTo>
                <a:cubicBezTo>
                  <a:pt x="6873" y="13799"/>
                  <a:pt x="7093" y="14040"/>
                  <a:pt x="7364" y="14040"/>
                </a:cubicBezTo>
                <a:moveTo>
                  <a:pt x="7364" y="11880"/>
                </a:moveTo>
                <a:lnTo>
                  <a:pt x="18164" y="11880"/>
                </a:lnTo>
                <a:cubicBezTo>
                  <a:pt x="18434" y="11880"/>
                  <a:pt x="18655" y="11639"/>
                  <a:pt x="18655" y="11340"/>
                </a:cubicBezTo>
                <a:cubicBezTo>
                  <a:pt x="18655" y="11042"/>
                  <a:pt x="18434" y="10800"/>
                  <a:pt x="18164" y="10800"/>
                </a:cubicBezTo>
                <a:lnTo>
                  <a:pt x="7364" y="10800"/>
                </a:lnTo>
                <a:cubicBezTo>
                  <a:pt x="7093" y="10800"/>
                  <a:pt x="6873" y="11042"/>
                  <a:pt x="6873" y="11340"/>
                </a:cubicBezTo>
                <a:cubicBezTo>
                  <a:pt x="6873" y="11639"/>
                  <a:pt x="7093" y="11880"/>
                  <a:pt x="7364" y="11880"/>
                </a:cubicBezTo>
                <a:moveTo>
                  <a:pt x="20618" y="19440"/>
                </a:moveTo>
                <a:lnTo>
                  <a:pt x="18605" y="19440"/>
                </a:lnTo>
                <a:cubicBezTo>
                  <a:pt x="18378" y="18208"/>
                  <a:pt x="17387" y="17280"/>
                  <a:pt x="16200" y="17280"/>
                </a:cubicBezTo>
                <a:cubicBezTo>
                  <a:pt x="15013" y="17280"/>
                  <a:pt x="14022" y="18208"/>
                  <a:pt x="13795" y="19440"/>
                </a:cubicBezTo>
                <a:lnTo>
                  <a:pt x="11732" y="19440"/>
                </a:lnTo>
                <a:cubicBezTo>
                  <a:pt x="11505" y="18208"/>
                  <a:pt x="10515" y="17280"/>
                  <a:pt x="9327" y="17280"/>
                </a:cubicBezTo>
                <a:cubicBezTo>
                  <a:pt x="8140" y="17280"/>
                  <a:pt x="7150" y="18208"/>
                  <a:pt x="6922" y="19440"/>
                </a:cubicBezTo>
                <a:lnTo>
                  <a:pt x="4909" y="19440"/>
                </a:lnTo>
                <a:lnTo>
                  <a:pt x="4909" y="5400"/>
                </a:lnTo>
                <a:lnTo>
                  <a:pt x="20618" y="5400"/>
                </a:lnTo>
                <a:cubicBezTo>
                  <a:pt x="20618" y="5400"/>
                  <a:pt x="20618" y="19440"/>
                  <a:pt x="20618" y="19440"/>
                </a:cubicBezTo>
                <a:close/>
                <a:moveTo>
                  <a:pt x="20618" y="4320"/>
                </a:moveTo>
                <a:lnTo>
                  <a:pt x="4909" y="4320"/>
                </a:lnTo>
                <a:cubicBezTo>
                  <a:pt x="4367" y="4320"/>
                  <a:pt x="3927" y="4804"/>
                  <a:pt x="3927" y="5400"/>
                </a:cubicBezTo>
                <a:lnTo>
                  <a:pt x="3927" y="19440"/>
                </a:lnTo>
                <a:cubicBezTo>
                  <a:pt x="3927" y="20036"/>
                  <a:pt x="4367" y="20520"/>
                  <a:pt x="4909" y="20520"/>
                </a:cubicBezTo>
                <a:lnTo>
                  <a:pt x="7364" y="20520"/>
                </a:lnTo>
                <a:cubicBezTo>
                  <a:pt x="7634" y="20520"/>
                  <a:pt x="7855" y="20279"/>
                  <a:pt x="7855" y="19980"/>
                </a:cubicBezTo>
                <a:cubicBezTo>
                  <a:pt x="7855" y="19085"/>
                  <a:pt x="8514" y="18360"/>
                  <a:pt x="9327" y="18360"/>
                </a:cubicBezTo>
                <a:cubicBezTo>
                  <a:pt x="10141" y="18360"/>
                  <a:pt x="10800" y="19085"/>
                  <a:pt x="10800" y="19980"/>
                </a:cubicBezTo>
                <a:cubicBezTo>
                  <a:pt x="10800" y="20279"/>
                  <a:pt x="11020" y="20520"/>
                  <a:pt x="11291" y="20520"/>
                </a:cubicBezTo>
                <a:lnTo>
                  <a:pt x="14236" y="20520"/>
                </a:lnTo>
                <a:cubicBezTo>
                  <a:pt x="14507" y="20520"/>
                  <a:pt x="14727" y="20279"/>
                  <a:pt x="14727" y="19980"/>
                </a:cubicBezTo>
                <a:cubicBezTo>
                  <a:pt x="14727" y="19085"/>
                  <a:pt x="15386" y="18360"/>
                  <a:pt x="16200" y="18360"/>
                </a:cubicBezTo>
                <a:cubicBezTo>
                  <a:pt x="17014" y="18360"/>
                  <a:pt x="17673" y="19085"/>
                  <a:pt x="17673" y="19980"/>
                </a:cubicBezTo>
                <a:cubicBezTo>
                  <a:pt x="17673" y="20279"/>
                  <a:pt x="17893" y="20520"/>
                  <a:pt x="18164" y="20520"/>
                </a:cubicBezTo>
                <a:lnTo>
                  <a:pt x="20618" y="20520"/>
                </a:lnTo>
                <a:cubicBezTo>
                  <a:pt x="21160" y="20520"/>
                  <a:pt x="21600" y="20036"/>
                  <a:pt x="21600" y="19440"/>
                </a:cubicBezTo>
                <a:lnTo>
                  <a:pt x="21600" y="5400"/>
                </a:lnTo>
                <a:cubicBezTo>
                  <a:pt x="21600" y="4804"/>
                  <a:pt x="21160" y="4320"/>
                  <a:pt x="20618" y="4320"/>
                </a:cubicBezTo>
                <a:moveTo>
                  <a:pt x="7364" y="9720"/>
                </a:moveTo>
                <a:lnTo>
                  <a:pt x="18164" y="9720"/>
                </a:lnTo>
                <a:cubicBezTo>
                  <a:pt x="18434" y="9720"/>
                  <a:pt x="18655" y="9479"/>
                  <a:pt x="18655" y="9180"/>
                </a:cubicBezTo>
                <a:cubicBezTo>
                  <a:pt x="18655" y="8882"/>
                  <a:pt x="18434" y="8640"/>
                  <a:pt x="18164" y="8640"/>
                </a:cubicBezTo>
                <a:lnTo>
                  <a:pt x="7364" y="8640"/>
                </a:lnTo>
                <a:cubicBezTo>
                  <a:pt x="7093" y="8640"/>
                  <a:pt x="6873" y="8882"/>
                  <a:pt x="6873" y="9180"/>
                </a:cubicBezTo>
                <a:cubicBezTo>
                  <a:pt x="6873" y="9479"/>
                  <a:pt x="7093" y="9720"/>
                  <a:pt x="7364" y="9720"/>
                </a:cubicBezTo>
                <a:moveTo>
                  <a:pt x="9327" y="19440"/>
                </a:moveTo>
                <a:cubicBezTo>
                  <a:pt x="9056" y="19440"/>
                  <a:pt x="8836" y="19682"/>
                  <a:pt x="8836" y="19980"/>
                </a:cubicBezTo>
                <a:lnTo>
                  <a:pt x="8836" y="21060"/>
                </a:lnTo>
                <a:cubicBezTo>
                  <a:pt x="8836" y="21359"/>
                  <a:pt x="9056" y="21600"/>
                  <a:pt x="9327" y="21600"/>
                </a:cubicBezTo>
                <a:cubicBezTo>
                  <a:pt x="9598" y="21600"/>
                  <a:pt x="9818" y="21359"/>
                  <a:pt x="9818" y="21060"/>
                </a:cubicBezTo>
                <a:lnTo>
                  <a:pt x="9818" y="19980"/>
                </a:lnTo>
                <a:cubicBezTo>
                  <a:pt x="9818" y="19682"/>
                  <a:pt x="9598" y="19440"/>
                  <a:pt x="9327" y="19440"/>
                </a:cubicBezTo>
                <a:moveTo>
                  <a:pt x="2455" y="15120"/>
                </a:moveTo>
                <a:lnTo>
                  <a:pt x="982" y="15120"/>
                </a:lnTo>
                <a:lnTo>
                  <a:pt x="982" y="1080"/>
                </a:lnTo>
                <a:lnTo>
                  <a:pt x="16691" y="1080"/>
                </a:lnTo>
                <a:lnTo>
                  <a:pt x="16691" y="2700"/>
                </a:lnTo>
                <a:cubicBezTo>
                  <a:pt x="16691" y="2999"/>
                  <a:pt x="16911" y="3240"/>
                  <a:pt x="17182" y="3240"/>
                </a:cubicBezTo>
                <a:cubicBezTo>
                  <a:pt x="17453" y="3240"/>
                  <a:pt x="17673" y="2999"/>
                  <a:pt x="17673" y="2700"/>
                </a:cubicBezTo>
                <a:lnTo>
                  <a:pt x="17673" y="1080"/>
                </a:lnTo>
                <a:cubicBezTo>
                  <a:pt x="17673" y="484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15120"/>
                </a:lnTo>
                <a:cubicBezTo>
                  <a:pt x="0" y="15716"/>
                  <a:pt x="440" y="16201"/>
                  <a:pt x="982" y="16201"/>
                </a:cubicBezTo>
                <a:lnTo>
                  <a:pt x="2455" y="16201"/>
                </a:lnTo>
                <a:cubicBezTo>
                  <a:pt x="2725" y="16201"/>
                  <a:pt x="2945" y="15959"/>
                  <a:pt x="2945" y="15660"/>
                </a:cubicBezTo>
                <a:cubicBezTo>
                  <a:pt x="2945" y="15362"/>
                  <a:pt x="2725" y="15120"/>
                  <a:pt x="2455" y="15120"/>
                </a:cubicBezTo>
                <a:moveTo>
                  <a:pt x="16200" y="19440"/>
                </a:moveTo>
                <a:cubicBezTo>
                  <a:pt x="15929" y="19440"/>
                  <a:pt x="15709" y="19682"/>
                  <a:pt x="15709" y="19980"/>
                </a:cubicBezTo>
                <a:lnTo>
                  <a:pt x="15709" y="21060"/>
                </a:lnTo>
                <a:cubicBezTo>
                  <a:pt x="15709" y="21359"/>
                  <a:pt x="15929" y="21600"/>
                  <a:pt x="16200" y="21600"/>
                </a:cubicBezTo>
                <a:cubicBezTo>
                  <a:pt x="16471" y="21600"/>
                  <a:pt x="16691" y="21359"/>
                  <a:pt x="16691" y="21060"/>
                </a:cubicBezTo>
                <a:lnTo>
                  <a:pt x="16691" y="19980"/>
                </a:lnTo>
                <a:cubicBezTo>
                  <a:pt x="16691" y="19682"/>
                  <a:pt x="16471" y="19440"/>
                  <a:pt x="16200" y="1944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Shape 2596"/>
          <p:cNvSpPr/>
          <p:nvPr/>
        </p:nvSpPr>
        <p:spPr>
          <a:xfrm>
            <a:off x="5087880" y="1908000"/>
            <a:ext cx="209520" cy="152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3436" y="5400"/>
                </a:moveTo>
                <a:lnTo>
                  <a:pt x="9327" y="5400"/>
                </a:lnTo>
                <a:cubicBezTo>
                  <a:pt x="9598" y="5400"/>
                  <a:pt x="9818" y="5098"/>
                  <a:pt x="9818" y="4725"/>
                </a:cubicBezTo>
                <a:cubicBezTo>
                  <a:pt x="9818" y="4353"/>
                  <a:pt x="9598" y="4050"/>
                  <a:pt x="9327" y="4050"/>
                </a:cubicBezTo>
                <a:lnTo>
                  <a:pt x="3436" y="4050"/>
                </a:lnTo>
                <a:cubicBezTo>
                  <a:pt x="3166" y="4050"/>
                  <a:pt x="2945" y="4353"/>
                  <a:pt x="2945" y="4725"/>
                </a:cubicBezTo>
                <a:cubicBezTo>
                  <a:pt x="2945" y="5098"/>
                  <a:pt x="3166" y="5400"/>
                  <a:pt x="3436" y="5400"/>
                </a:cubicBezTo>
                <a:moveTo>
                  <a:pt x="3436" y="8100"/>
                </a:moveTo>
                <a:lnTo>
                  <a:pt x="7364" y="8100"/>
                </a:lnTo>
                <a:cubicBezTo>
                  <a:pt x="7634" y="8100"/>
                  <a:pt x="7855" y="7798"/>
                  <a:pt x="7855" y="7425"/>
                </a:cubicBezTo>
                <a:cubicBezTo>
                  <a:pt x="7855" y="7053"/>
                  <a:pt x="7634" y="6750"/>
                  <a:pt x="7364" y="6750"/>
                </a:cubicBezTo>
                <a:lnTo>
                  <a:pt x="3436" y="6750"/>
                </a:lnTo>
                <a:cubicBezTo>
                  <a:pt x="3166" y="6750"/>
                  <a:pt x="2945" y="7053"/>
                  <a:pt x="2945" y="7425"/>
                </a:cubicBezTo>
                <a:cubicBezTo>
                  <a:pt x="2945" y="7798"/>
                  <a:pt x="3166" y="8100"/>
                  <a:pt x="3436" y="8100"/>
                </a:cubicBezTo>
                <a:moveTo>
                  <a:pt x="3436" y="10800"/>
                </a:moveTo>
                <a:lnTo>
                  <a:pt x="9327" y="10800"/>
                </a:lnTo>
                <a:cubicBezTo>
                  <a:pt x="9598" y="10800"/>
                  <a:pt x="9818" y="10498"/>
                  <a:pt x="9818" y="10125"/>
                </a:cubicBezTo>
                <a:cubicBezTo>
                  <a:pt x="9818" y="9753"/>
                  <a:pt x="9598" y="9450"/>
                  <a:pt x="9327" y="9450"/>
                </a:cubicBezTo>
                <a:lnTo>
                  <a:pt x="3436" y="9450"/>
                </a:lnTo>
                <a:cubicBezTo>
                  <a:pt x="3166" y="9450"/>
                  <a:pt x="2945" y="9753"/>
                  <a:pt x="2945" y="10125"/>
                </a:cubicBezTo>
                <a:cubicBezTo>
                  <a:pt x="2945" y="10498"/>
                  <a:pt x="3166" y="10800"/>
                  <a:pt x="3436" y="10800"/>
                </a:cubicBezTo>
                <a:moveTo>
                  <a:pt x="20618" y="20250"/>
                </a:moveTo>
                <a:lnTo>
                  <a:pt x="15709" y="20250"/>
                </a:lnTo>
                <a:lnTo>
                  <a:pt x="15709" y="17551"/>
                </a:lnTo>
                <a:lnTo>
                  <a:pt x="16691" y="17551"/>
                </a:lnTo>
                <a:cubicBezTo>
                  <a:pt x="16962" y="17551"/>
                  <a:pt x="17182" y="17248"/>
                  <a:pt x="17182" y="16875"/>
                </a:cubicBezTo>
                <a:cubicBezTo>
                  <a:pt x="17182" y="16503"/>
                  <a:pt x="16962" y="16200"/>
                  <a:pt x="16691" y="16200"/>
                </a:cubicBezTo>
                <a:lnTo>
                  <a:pt x="13745" y="16200"/>
                </a:lnTo>
                <a:cubicBezTo>
                  <a:pt x="13475" y="16200"/>
                  <a:pt x="13255" y="16503"/>
                  <a:pt x="13255" y="16875"/>
                </a:cubicBezTo>
                <a:cubicBezTo>
                  <a:pt x="13255" y="17248"/>
                  <a:pt x="13475" y="17551"/>
                  <a:pt x="13745" y="17551"/>
                </a:cubicBezTo>
                <a:lnTo>
                  <a:pt x="14727" y="17551"/>
                </a:lnTo>
                <a:lnTo>
                  <a:pt x="14727" y="20250"/>
                </a:lnTo>
                <a:lnTo>
                  <a:pt x="6873" y="20250"/>
                </a:lnTo>
                <a:lnTo>
                  <a:pt x="6873" y="17551"/>
                </a:lnTo>
                <a:lnTo>
                  <a:pt x="7855" y="17551"/>
                </a:lnTo>
                <a:cubicBezTo>
                  <a:pt x="8125" y="17551"/>
                  <a:pt x="8345" y="17248"/>
                  <a:pt x="8345" y="16875"/>
                </a:cubicBezTo>
                <a:cubicBezTo>
                  <a:pt x="8345" y="16503"/>
                  <a:pt x="8125" y="16200"/>
                  <a:pt x="7855" y="16200"/>
                </a:cubicBezTo>
                <a:lnTo>
                  <a:pt x="4909" y="16200"/>
                </a:lnTo>
                <a:cubicBezTo>
                  <a:pt x="4638" y="16200"/>
                  <a:pt x="4418" y="16503"/>
                  <a:pt x="4418" y="16875"/>
                </a:cubicBezTo>
                <a:cubicBezTo>
                  <a:pt x="4418" y="17248"/>
                  <a:pt x="4638" y="17551"/>
                  <a:pt x="4909" y="17551"/>
                </a:cubicBezTo>
                <a:lnTo>
                  <a:pt x="5891" y="17551"/>
                </a:lnTo>
                <a:lnTo>
                  <a:pt x="5891" y="20250"/>
                </a:lnTo>
                <a:lnTo>
                  <a:pt x="982" y="202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3436" y="13500"/>
                </a:moveTo>
                <a:lnTo>
                  <a:pt x="7364" y="13500"/>
                </a:lnTo>
                <a:cubicBezTo>
                  <a:pt x="7634" y="13500"/>
                  <a:pt x="7855" y="13198"/>
                  <a:pt x="7855" y="12825"/>
                </a:cubicBezTo>
                <a:cubicBezTo>
                  <a:pt x="7855" y="12452"/>
                  <a:pt x="7634" y="12150"/>
                  <a:pt x="7364" y="12150"/>
                </a:cubicBezTo>
                <a:lnTo>
                  <a:pt x="3436" y="12150"/>
                </a:lnTo>
                <a:cubicBezTo>
                  <a:pt x="3166" y="12150"/>
                  <a:pt x="2945" y="12452"/>
                  <a:pt x="2945" y="12825"/>
                </a:cubicBezTo>
                <a:cubicBezTo>
                  <a:pt x="2945" y="13198"/>
                  <a:pt x="3166" y="13500"/>
                  <a:pt x="3436" y="13500"/>
                </a:cubicBezTo>
                <a:moveTo>
                  <a:pt x="12273" y="5400"/>
                </a:moveTo>
                <a:lnTo>
                  <a:pt x="16200" y="5400"/>
                </a:lnTo>
                <a:cubicBezTo>
                  <a:pt x="16471" y="5400"/>
                  <a:pt x="16691" y="5098"/>
                  <a:pt x="16691" y="4725"/>
                </a:cubicBezTo>
                <a:cubicBezTo>
                  <a:pt x="16691" y="4353"/>
                  <a:pt x="16471" y="4050"/>
                  <a:pt x="16200" y="4050"/>
                </a:cubicBezTo>
                <a:lnTo>
                  <a:pt x="12273" y="4050"/>
                </a:lnTo>
                <a:cubicBezTo>
                  <a:pt x="12002" y="4050"/>
                  <a:pt x="11782" y="4353"/>
                  <a:pt x="11782" y="4725"/>
                </a:cubicBezTo>
                <a:cubicBezTo>
                  <a:pt x="11782" y="5098"/>
                  <a:pt x="12002" y="5400"/>
                  <a:pt x="12273" y="5400"/>
                </a:cubicBezTo>
                <a:moveTo>
                  <a:pt x="12273" y="10800"/>
                </a:moveTo>
                <a:lnTo>
                  <a:pt x="16200" y="10800"/>
                </a:lnTo>
                <a:cubicBezTo>
                  <a:pt x="16471" y="10800"/>
                  <a:pt x="16691" y="10498"/>
                  <a:pt x="16691" y="10125"/>
                </a:cubicBezTo>
                <a:cubicBezTo>
                  <a:pt x="16691" y="9753"/>
                  <a:pt x="16471" y="9450"/>
                  <a:pt x="16200" y="9450"/>
                </a:cubicBezTo>
                <a:lnTo>
                  <a:pt x="12273" y="9450"/>
                </a:lnTo>
                <a:cubicBezTo>
                  <a:pt x="12002" y="9450"/>
                  <a:pt x="11782" y="9753"/>
                  <a:pt x="11782" y="10125"/>
                </a:cubicBezTo>
                <a:cubicBezTo>
                  <a:pt x="11782" y="10498"/>
                  <a:pt x="12002" y="10800"/>
                  <a:pt x="12273" y="10800"/>
                </a:cubicBezTo>
                <a:moveTo>
                  <a:pt x="12273" y="13500"/>
                </a:moveTo>
                <a:lnTo>
                  <a:pt x="18164" y="13500"/>
                </a:lnTo>
                <a:cubicBezTo>
                  <a:pt x="18434" y="13500"/>
                  <a:pt x="18655" y="13198"/>
                  <a:pt x="18655" y="12825"/>
                </a:cubicBezTo>
                <a:cubicBezTo>
                  <a:pt x="18655" y="12452"/>
                  <a:pt x="18434" y="12150"/>
                  <a:pt x="18164" y="12150"/>
                </a:cubicBezTo>
                <a:lnTo>
                  <a:pt x="12273" y="12150"/>
                </a:lnTo>
                <a:cubicBezTo>
                  <a:pt x="12002" y="12150"/>
                  <a:pt x="11782" y="12452"/>
                  <a:pt x="11782" y="12825"/>
                </a:cubicBezTo>
                <a:cubicBezTo>
                  <a:pt x="11782" y="13198"/>
                  <a:pt x="12002" y="13500"/>
                  <a:pt x="12273" y="13500"/>
                </a:cubicBezTo>
                <a:moveTo>
                  <a:pt x="12273" y="8100"/>
                </a:moveTo>
                <a:lnTo>
                  <a:pt x="18164" y="8100"/>
                </a:lnTo>
                <a:cubicBezTo>
                  <a:pt x="18434" y="8100"/>
                  <a:pt x="18655" y="7798"/>
                  <a:pt x="18655" y="7425"/>
                </a:cubicBezTo>
                <a:cubicBezTo>
                  <a:pt x="18655" y="7053"/>
                  <a:pt x="18434" y="6750"/>
                  <a:pt x="18164" y="6750"/>
                </a:cubicBezTo>
                <a:lnTo>
                  <a:pt x="12273" y="6750"/>
                </a:lnTo>
                <a:cubicBezTo>
                  <a:pt x="12002" y="6750"/>
                  <a:pt x="11782" y="7053"/>
                  <a:pt x="11782" y="7425"/>
                </a:cubicBezTo>
                <a:cubicBezTo>
                  <a:pt x="11782" y="7798"/>
                  <a:pt x="12002" y="8100"/>
                  <a:pt x="12273" y="81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Shape 2597"/>
          <p:cNvSpPr/>
          <p:nvPr/>
        </p:nvSpPr>
        <p:spPr>
          <a:xfrm>
            <a:off x="5487840" y="1898640"/>
            <a:ext cx="209520" cy="171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7364" y="9600"/>
                </a:moveTo>
                <a:lnTo>
                  <a:pt x="11291" y="9600"/>
                </a:lnTo>
                <a:cubicBezTo>
                  <a:pt x="11562" y="9600"/>
                  <a:pt x="11782" y="9332"/>
                  <a:pt x="11782" y="9000"/>
                </a:cubicBezTo>
                <a:cubicBezTo>
                  <a:pt x="11782" y="8669"/>
                  <a:pt x="11562" y="8400"/>
                  <a:pt x="11291" y="8400"/>
                </a:cubicBezTo>
                <a:lnTo>
                  <a:pt x="7364" y="8400"/>
                </a:lnTo>
                <a:cubicBezTo>
                  <a:pt x="7093" y="8400"/>
                  <a:pt x="6873" y="8669"/>
                  <a:pt x="6873" y="9000"/>
                </a:cubicBezTo>
                <a:cubicBezTo>
                  <a:pt x="6873" y="9332"/>
                  <a:pt x="7093" y="9600"/>
                  <a:pt x="7364" y="9600"/>
                </a:cubicBezTo>
                <a:moveTo>
                  <a:pt x="7364" y="12000"/>
                </a:moveTo>
                <a:lnTo>
                  <a:pt x="9327" y="12000"/>
                </a:lnTo>
                <a:cubicBezTo>
                  <a:pt x="9598" y="12000"/>
                  <a:pt x="9818" y="11732"/>
                  <a:pt x="9818" y="11400"/>
                </a:cubicBezTo>
                <a:cubicBezTo>
                  <a:pt x="9818" y="11069"/>
                  <a:pt x="9598" y="10800"/>
                  <a:pt x="9327" y="10800"/>
                </a:cubicBezTo>
                <a:lnTo>
                  <a:pt x="7364" y="10800"/>
                </a:lnTo>
                <a:cubicBezTo>
                  <a:pt x="7093" y="10800"/>
                  <a:pt x="6873" y="11069"/>
                  <a:pt x="6873" y="11400"/>
                </a:cubicBezTo>
                <a:cubicBezTo>
                  <a:pt x="6873" y="11732"/>
                  <a:pt x="7093" y="12000"/>
                  <a:pt x="7364" y="12000"/>
                </a:cubicBezTo>
                <a:moveTo>
                  <a:pt x="20618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182" y="19200"/>
                </a:lnTo>
                <a:cubicBezTo>
                  <a:pt x="17453" y="19200"/>
                  <a:pt x="17673" y="18932"/>
                  <a:pt x="17673" y="18600"/>
                </a:cubicBezTo>
                <a:cubicBezTo>
                  <a:pt x="17673" y="18269"/>
                  <a:pt x="17453" y="18000"/>
                  <a:pt x="17182" y="18000"/>
                </a:cubicBezTo>
                <a:lnTo>
                  <a:pt x="15218" y="18000"/>
                </a:lnTo>
                <a:cubicBezTo>
                  <a:pt x="14947" y="18000"/>
                  <a:pt x="14727" y="18269"/>
                  <a:pt x="14727" y="18600"/>
                </a:cubicBezTo>
                <a:cubicBezTo>
                  <a:pt x="14727" y="18932"/>
                  <a:pt x="14947" y="19200"/>
                  <a:pt x="15218" y="19200"/>
                </a:cubicBezTo>
                <a:lnTo>
                  <a:pt x="15709" y="19200"/>
                </a:lnTo>
                <a:lnTo>
                  <a:pt x="15709" y="20400"/>
                </a:lnTo>
                <a:lnTo>
                  <a:pt x="9818" y="20400"/>
                </a:lnTo>
                <a:lnTo>
                  <a:pt x="9818" y="19200"/>
                </a:lnTo>
                <a:lnTo>
                  <a:pt x="10309" y="19200"/>
                </a:lnTo>
                <a:cubicBezTo>
                  <a:pt x="10580" y="19200"/>
                  <a:pt x="10800" y="18932"/>
                  <a:pt x="10800" y="18600"/>
                </a:cubicBezTo>
                <a:cubicBezTo>
                  <a:pt x="10800" y="18269"/>
                  <a:pt x="10580" y="18000"/>
                  <a:pt x="10309" y="18000"/>
                </a:cubicBezTo>
                <a:lnTo>
                  <a:pt x="8345" y="18000"/>
                </a:lnTo>
                <a:cubicBezTo>
                  <a:pt x="8075" y="18000"/>
                  <a:pt x="7855" y="18269"/>
                  <a:pt x="7855" y="18600"/>
                </a:cubicBezTo>
                <a:cubicBezTo>
                  <a:pt x="7855" y="18932"/>
                  <a:pt x="8075" y="19200"/>
                  <a:pt x="8345" y="19200"/>
                </a:cubicBezTo>
                <a:lnTo>
                  <a:pt x="8836" y="19200"/>
                </a:lnTo>
                <a:lnTo>
                  <a:pt x="8836" y="20400"/>
                </a:ln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7364" y="14400"/>
                </a:moveTo>
                <a:lnTo>
                  <a:pt x="11291" y="14400"/>
                </a:lnTo>
                <a:cubicBezTo>
                  <a:pt x="11562" y="14400"/>
                  <a:pt x="11782" y="14132"/>
                  <a:pt x="11782" y="13800"/>
                </a:cubicBezTo>
                <a:cubicBezTo>
                  <a:pt x="11782" y="13469"/>
                  <a:pt x="11562" y="13200"/>
                  <a:pt x="11291" y="13200"/>
                </a:cubicBezTo>
                <a:lnTo>
                  <a:pt x="7364" y="13200"/>
                </a:lnTo>
                <a:cubicBezTo>
                  <a:pt x="7093" y="13200"/>
                  <a:pt x="6873" y="13469"/>
                  <a:pt x="6873" y="13800"/>
                </a:cubicBezTo>
                <a:cubicBezTo>
                  <a:pt x="6873" y="14132"/>
                  <a:pt x="7093" y="14400"/>
                  <a:pt x="7364" y="14400"/>
                </a:cubicBezTo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1"/>
                  <a:pt x="982" y="16801"/>
                </a:cubicBezTo>
                <a:lnTo>
                  <a:pt x="2455" y="16801"/>
                </a:lnTo>
                <a:cubicBezTo>
                  <a:pt x="2725" y="16801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14236" y="14400"/>
                </a:moveTo>
                <a:lnTo>
                  <a:pt x="16200" y="14400"/>
                </a:lnTo>
                <a:cubicBezTo>
                  <a:pt x="16471" y="14400"/>
                  <a:pt x="16691" y="14132"/>
                  <a:pt x="16691" y="13800"/>
                </a:cubicBezTo>
                <a:cubicBezTo>
                  <a:pt x="16691" y="13469"/>
                  <a:pt x="16471" y="13200"/>
                  <a:pt x="16200" y="13200"/>
                </a:cubicBezTo>
                <a:lnTo>
                  <a:pt x="14236" y="13200"/>
                </a:lnTo>
                <a:cubicBezTo>
                  <a:pt x="13966" y="13200"/>
                  <a:pt x="13745" y="13469"/>
                  <a:pt x="13745" y="13800"/>
                </a:cubicBezTo>
                <a:cubicBezTo>
                  <a:pt x="13745" y="14132"/>
                  <a:pt x="13966" y="14400"/>
                  <a:pt x="14236" y="14400"/>
                </a:cubicBezTo>
                <a:moveTo>
                  <a:pt x="14236" y="9600"/>
                </a:move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cubicBezTo>
                  <a:pt x="16691" y="8669"/>
                  <a:pt x="16471" y="8400"/>
                  <a:pt x="16200" y="8400"/>
                </a:cubicBezTo>
                <a:lnTo>
                  <a:pt x="14236" y="8400"/>
                </a:lnTo>
                <a:cubicBezTo>
                  <a:pt x="13966" y="8400"/>
                  <a:pt x="13745" y="8669"/>
                  <a:pt x="13745" y="9000"/>
                </a:cubicBezTo>
                <a:cubicBezTo>
                  <a:pt x="13745" y="9332"/>
                  <a:pt x="13966" y="9600"/>
                  <a:pt x="14236" y="9600"/>
                </a:cubicBezTo>
                <a:moveTo>
                  <a:pt x="14236" y="12000"/>
                </a:moveTo>
                <a:lnTo>
                  <a:pt x="18164" y="12000"/>
                </a:lnTo>
                <a:cubicBezTo>
                  <a:pt x="18434" y="12000"/>
                  <a:pt x="18655" y="11732"/>
                  <a:pt x="18655" y="11400"/>
                </a:cubicBezTo>
                <a:cubicBezTo>
                  <a:pt x="18655" y="11069"/>
                  <a:pt x="18434" y="10800"/>
                  <a:pt x="18164" y="10800"/>
                </a:cubicBezTo>
                <a:lnTo>
                  <a:pt x="14236" y="10800"/>
                </a:lnTo>
                <a:cubicBezTo>
                  <a:pt x="13966" y="10800"/>
                  <a:pt x="13745" y="11069"/>
                  <a:pt x="13745" y="11400"/>
                </a:cubicBezTo>
                <a:cubicBezTo>
                  <a:pt x="13745" y="11732"/>
                  <a:pt x="13966" y="12000"/>
                  <a:pt x="14236" y="120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Shape 2598"/>
          <p:cNvSpPr/>
          <p:nvPr/>
        </p:nvSpPr>
        <p:spPr>
          <a:xfrm>
            <a:off x="5888160" y="1898640"/>
            <a:ext cx="209520" cy="171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6873" y="8400"/>
                </a:moveTo>
                <a:lnTo>
                  <a:pt x="10800" y="8400"/>
                </a:lnTo>
                <a:lnTo>
                  <a:pt x="10800" y="12001"/>
                </a:lnTo>
                <a:lnTo>
                  <a:pt x="6873" y="12001"/>
                </a:lnTo>
                <a:cubicBezTo>
                  <a:pt x="6873" y="12001"/>
                  <a:pt x="6873" y="8400"/>
                  <a:pt x="6873" y="8400"/>
                </a:cubicBezTo>
                <a:close/>
                <a:moveTo>
                  <a:pt x="6382" y="13200"/>
                </a:moveTo>
                <a:lnTo>
                  <a:pt x="11291" y="13200"/>
                </a:lnTo>
                <a:cubicBezTo>
                  <a:pt x="11562" y="13200"/>
                  <a:pt x="11782" y="12932"/>
                  <a:pt x="11782" y="12600"/>
                </a:cubicBezTo>
                <a:lnTo>
                  <a:pt x="11782" y="7800"/>
                </a:lnTo>
                <a:cubicBezTo>
                  <a:pt x="11782" y="7469"/>
                  <a:pt x="11562" y="7200"/>
                  <a:pt x="11291" y="7200"/>
                </a:cubicBezTo>
                <a:lnTo>
                  <a:pt x="6382" y="7200"/>
                </a:lnTo>
                <a:cubicBezTo>
                  <a:pt x="6111" y="7200"/>
                  <a:pt x="5891" y="7469"/>
                  <a:pt x="5891" y="7800"/>
                </a:cubicBezTo>
                <a:lnTo>
                  <a:pt x="5891" y="12600"/>
                </a:lnTo>
                <a:cubicBezTo>
                  <a:pt x="5891" y="12932"/>
                  <a:pt x="6111" y="13200"/>
                  <a:pt x="6382" y="13200"/>
                </a:cubicBezTo>
                <a:moveTo>
                  <a:pt x="6382" y="4800"/>
                </a:moveTo>
                <a:cubicBezTo>
                  <a:pt x="6653" y="4800"/>
                  <a:pt x="6873" y="4531"/>
                  <a:pt x="6873" y="4200"/>
                </a:cubicBezTo>
                <a:cubicBezTo>
                  <a:pt x="6873" y="3868"/>
                  <a:pt x="6653" y="3600"/>
                  <a:pt x="6382" y="3600"/>
                </a:cubicBezTo>
                <a:cubicBezTo>
                  <a:pt x="6111" y="3600"/>
                  <a:pt x="5891" y="3868"/>
                  <a:pt x="5891" y="4200"/>
                </a:cubicBezTo>
                <a:cubicBezTo>
                  <a:pt x="5891" y="4531"/>
                  <a:pt x="6111" y="4800"/>
                  <a:pt x="6382" y="4800"/>
                </a:cubicBezTo>
                <a:moveTo>
                  <a:pt x="20618" y="20400"/>
                </a:moveTo>
                <a:lnTo>
                  <a:pt x="2945" y="20400"/>
                </a:lnTo>
                <a:cubicBezTo>
                  <a:pt x="1861" y="20400"/>
                  <a:pt x="982" y="19325"/>
                  <a:pt x="982" y="18000"/>
                </a:cubicBezTo>
                <a:lnTo>
                  <a:pt x="982" y="4800"/>
                </a:lnTo>
                <a:lnTo>
                  <a:pt x="2945" y="4800"/>
                </a:lnTo>
                <a:lnTo>
                  <a:pt x="2945" y="17400"/>
                </a:lnTo>
                <a:cubicBezTo>
                  <a:pt x="2945" y="17732"/>
                  <a:pt x="3166" y="18000"/>
                  <a:pt x="3436" y="18000"/>
                </a:cubicBezTo>
                <a:cubicBezTo>
                  <a:pt x="3707" y="18000"/>
                  <a:pt x="3927" y="17732"/>
                  <a:pt x="3927" y="17400"/>
                </a:cubicBezTo>
                <a:lnTo>
                  <a:pt x="3927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600"/>
                </a:lnTo>
                <a:lnTo>
                  <a:pt x="982" y="3600"/>
                </a:lnTo>
                <a:cubicBezTo>
                  <a:pt x="440" y="3600"/>
                  <a:pt x="0" y="4138"/>
                  <a:pt x="0" y="4800"/>
                </a:cubicBezTo>
                <a:lnTo>
                  <a:pt x="0" y="18000"/>
                </a:lnTo>
                <a:cubicBezTo>
                  <a:pt x="0" y="19988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6382" y="18000"/>
                </a:moveTo>
                <a:lnTo>
                  <a:pt x="18164" y="18000"/>
                </a:lnTo>
                <a:cubicBezTo>
                  <a:pt x="18434" y="18000"/>
                  <a:pt x="18655" y="17732"/>
                  <a:pt x="18655" y="17400"/>
                </a:cubicBezTo>
                <a:cubicBezTo>
                  <a:pt x="18655" y="17068"/>
                  <a:pt x="18434" y="16801"/>
                  <a:pt x="18164" y="16801"/>
                </a:cubicBezTo>
                <a:lnTo>
                  <a:pt x="6382" y="16801"/>
                </a:lnTo>
                <a:cubicBezTo>
                  <a:pt x="6111" y="16801"/>
                  <a:pt x="5891" y="17068"/>
                  <a:pt x="5891" y="17400"/>
                </a:cubicBezTo>
                <a:cubicBezTo>
                  <a:pt x="5891" y="17732"/>
                  <a:pt x="6111" y="18000"/>
                  <a:pt x="6382" y="18000"/>
                </a:cubicBezTo>
                <a:moveTo>
                  <a:pt x="6382" y="15600"/>
                </a:moveTo>
                <a:lnTo>
                  <a:pt x="18164" y="15600"/>
                </a:lnTo>
                <a:cubicBezTo>
                  <a:pt x="18434" y="15600"/>
                  <a:pt x="18655" y="15332"/>
                  <a:pt x="18655" y="15000"/>
                </a:cubicBezTo>
                <a:cubicBezTo>
                  <a:pt x="18655" y="14668"/>
                  <a:pt x="18434" y="14401"/>
                  <a:pt x="18164" y="14401"/>
                </a:cubicBezTo>
                <a:lnTo>
                  <a:pt x="6382" y="14401"/>
                </a:lnTo>
                <a:cubicBezTo>
                  <a:pt x="6111" y="14401"/>
                  <a:pt x="5891" y="14668"/>
                  <a:pt x="5891" y="15000"/>
                </a:cubicBezTo>
                <a:cubicBezTo>
                  <a:pt x="5891" y="15332"/>
                  <a:pt x="6111" y="15600"/>
                  <a:pt x="6382" y="15600"/>
                </a:cubicBezTo>
                <a:moveTo>
                  <a:pt x="8345" y="4800"/>
                </a:moveTo>
                <a:cubicBezTo>
                  <a:pt x="8616" y="4800"/>
                  <a:pt x="8836" y="4531"/>
                  <a:pt x="8836" y="4200"/>
                </a:cubicBezTo>
                <a:cubicBezTo>
                  <a:pt x="8836" y="3868"/>
                  <a:pt x="8616" y="3600"/>
                  <a:pt x="8345" y="3600"/>
                </a:cubicBezTo>
                <a:cubicBezTo>
                  <a:pt x="8075" y="3600"/>
                  <a:pt x="7855" y="3868"/>
                  <a:pt x="7855" y="4200"/>
                </a:cubicBezTo>
                <a:cubicBezTo>
                  <a:pt x="7855" y="4531"/>
                  <a:pt x="8075" y="4800"/>
                  <a:pt x="8345" y="4800"/>
                </a:cubicBezTo>
                <a:moveTo>
                  <a:pt x="18164" y="7200"/>
                </a:moveTo>
                <a:lnTo>
                  <a:pt x="14236" y="7200"/>
                </a:lnTo>
                <a:cubicBezTo>
                  <a:pt x="13966" y="7200"/>
                  <a:pt x="13745" y="7469"/>
                  <a:pt x="13745" y="7800"/>
                </a:cubicBezTo>
                <a:cubicBezTo>
                  <a:pt x="13745" y="8132"/>
                  <a:pt x="13966" y="8400"/>
                  <a:pt x="14236" y="8400"/>
                </a:cubicBezTo>
                <a:lnTo>
                  <a:pt x="18164" y="8400"/>
                </a:lnTo>
                <a:cubicBezTo>
                  <a:pt x="18434" y="8400"/>
                  <a:pt x="18655" y="8132"/>
                  <a:pt x="18655" y="7800"/>
                </a:cubicBezTo>
                <a:cubicBezTo>
                  <a:pt x="18655" y="7469"/>
                  <a:pt x="18434" y="7200"/>
                  <a:pt x="18164" y="7200"/>
                </a:cubicBezTo>
                <a:moveTo>
                  <a:pt x="18164" y="12001"/>
                </a:moveTo>
                <a:lnTo>
                  <a:pt x="14236" y="12001"/>
                </a:lnTo>
                <a:cubicBezTo>
                  <a:pt x="13966" y="12001"/>
                  <a:pt x="13745" y="12268"/>
                  <a:pt x="13745" y="12600"/>
                </a:cubicBezTo>
                <a:cubicBezTo>
                  <a:pt x="13745" y="12932"/>
                  <a:pt x="13966" y="13200"/>
                  <a:pt x="14236" y="13200"/>
                </a:cubicBezTo>
                <a:lnTo>
                  <a:pt x="18164" y="13200"/>
                </a:lnTo>
                <a:cubicBezTo>
                  <a:pt x="18434" y="13200"/>
                  <a:pt x="18655" y="12932"/>
                  <a:pt x="18655" y="12600"/>
                </a:cubicBezTo>
                <a:cubicBezTo>
                  <a:pt x="18655" y="12268"/>
                  <a:pt x="18434" y="12001"/>
                  <a:pt x="18164" y="12001"/>
                </a:cubicBezTo>
                <a:moveTo>
                  <a:pt x="18164" y="9600"/>
                </a:moveTo>
                <a:lnTo>
                  <a:pt x="14236" y="9600"/>
                </a:lnTo>
                <a:cubicBezTo>
                  <a:pt x="13966" y="9600"/>
                  <a:pt x="13745" y="9869"/>
                  <a:pt x="13745" y="10200"/>
                </a:cubicBezTo>
                <a:cubicBezTo>
                  <a:pt x="13745" y="10532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32"/>
                  <a:pt x="18655" y="10200"/>
                </a:cubicBezTo>
                <a:cubicBezTo>
                  <a:pt x="18655" y="9869"/>
                  <a:pt x="18434" y="9600"/>
                  <a:pt x="18164" y="9600"/>
                </a:cubicBezTo>
                <a:moveTo>
                  <a:pt x="18164" y="4800"/>
                </a:moveTo>
                <a:cubicBezTo>
                  <a:pt x="18434" y="4800"/>
                  <a:pt x="18655" y="4531"/>
                  <a:pt x="18655" y="4200"/>
                </a:cubicBezTo>
                <a:cubicBezTo>
                  <a:pt x="18655" y="3868"/>
                  <a:pt x="18434" y="3600"/>
                  <a:pt x="18164" y="3600"/>
                </a:cubicBezTo>
                <a:cubicBezTo>
                  <a:pt x="17893" y="3600"/>
                  <a:pt x="17673" y="3868"/>
                  <a:pt x="17673" y="4200"/>
                </a:cubicBezTo>
                <a:cubicBezTo>
                  <a:pt x="17673" y="4531"/>
                  <a:pt x="17893" y="4800"/>
                  <a:pt x="18164" y="4800"/>
                </a:cubicBezTo>
                <a:moveTo>
                  <a:pt x="16200" y="4800"/>
                </a:moveTo>
                <a:cubicBezTo>
                  <a:pt x="16471" y="4800"/>
                  <a:pt x="16691" y="4531"/>
                  <a:pt x="16691" y="4200"/>
                </a:cubicBezTo>
                <a:cubicBezTo>
                  <a:pt x="16691" y="3868"/>
                  <a:pt x="16471" y="3600"/>
                  <a:pt x="16200" y="3600"/>
                </a:cubicBezTo>
                <a:cubicBezTo>
                  <a:pt x="15929" y="3600"/>
                  <a:pt x="15709" y="3868"/>
                  <a:pt x="15709" y="4200"/>
                </a:cubicBezTo>
                <a:cubicBezTo>
                  <a:pt x="15709" y="4531"/>
                  <a:pt x="15929" y="4800"/>
                  <a:pt x="16200" y="4800"/>
                </a:cubicBezTo>
                <a:moveTo>
                  <a:pt x="10309" y="4800"/>
                </a:moveTo>
                <a:lnTo>
                  <a:pt x="14236" y="4800"/>
                </a:lnTo>
                <a:cubicBezTo>
                  <a:pt x="14507" y="4800"/>
                  <a:pt x="14727" y="4531"/>
                  <a:pt x="14727" y="4200"/>
                </a:cubicBezTo>
                <a:cubicBezTo>
                  <a:pt x="14727" y="3868"/>
                  <a:pt x="14507" y="3600"/>
                  <a:pt x="14236" y="3600"/>
                </a:cubicBezTo>
                <a:lnTo>
                  <a:pt x="10309" y="3600"/>
                </a:lnTo>
                <a:cubicBezTo>
                  <a:pt x="10038" y="3600"/>
                  <a:pt x="9818" y="3868"/>
                  <a:pt x="9818" y="4200"/>
                </a:cubicBezTo>
                <a:cubicBezTo>
                  <a:pt x="9818" y="4531"/>
                  <a:pt x="10038" y="4800"/>
                  <a:pt x="10309" y="48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Shape 2599"/>
          <p:cNvSpPr/>
          <p:nvPr/>
        </p:nvSpPr>
        <p:spPr>
          <a:xfrm>
            <a:off x="6288120" y="18795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6382" y="7855"/>
                </a:moveTo>
                <a:cubicBezTo>
                  <a:pt x="6653" y="7855"/>
                  <a:pt x="6873" y="7635"/>
                  <a:pt x="6873" y="7364"/>
                </a:cubicBezTo>
                <a:cubicBezTo>
                  <a:pt x="6873" y="7092"/>
                  <a:pt x="6653" y="6873"/>
                  <a:pt x="6382" y="6873"/>
                </a:cubicBezTo>
                <a:cubicBezTo>
                  <a:pt x="6111" y="6873"/>
                  <a:pt x="5891" y="7092"/>
                  <a:pt x="5891" y="7364"/>
                </a:cubicBezTo>
                <a:cubicBezTo>
                  <a:pt x="5891" y="7635"/>
                  <a:pt x="6111" y="7855"/>
                  <a:pt x="6382" y="7855"/>
                </a:cubicBezTo>
                <a:moveTo>
                  <a:pt x="6873" y="10800"/>
                </a:moveTo>
                <a:lnTo>
                  <a:pt x="10800" y="10800"/>
                </a:lnTo>
                <a:lnTo>
                  <a:pt x="10800" y="13746"/>
                </a:lnTo>
                <a:lnTo>
                  <a:pt x="6873" y="13746"/>
                </a:lnTo>
                <a:cubicBezTo>
                  <a:pt x="6873" y="13746"/>
                  <a:pt x="6873" y="10800"/>
                  <a:pt x="6873" y="10800"/>
                </a:cubicBezTo>
                <a:close/>
                <a:moveTo>
                  <a:pt x="6382" y="14727"/>
                </a:moveTo>
                <a:lnTo>
                  <a:pt x="11291" y="14727"/>
                </a:lnTo>
                <a:cubicBezTo>
                  <a:pt x="11562" y="14727"/>
                  <a:pt x="11782" y="14508"/>
                  <a:pt x="11782" y="14236"/>
                </a:cubicBezTo>
                <a:lnTo>
                  <a:pt x="11782" y="10309"/>
                </a:lnTo>
                <a:cubicBezTo>
                  <a:pt x="11782" y="10038"/>
                  <a:pt x="11562" y="9818"/>
                  <a:pt x="11291" y="9818"/>
                </a:cubicBezTo>
                <a:lnTo>
                  <a:pt x="6382" y="9818"/>
                </a:lnTo>
                <a:cubicBezTo>
                  <a:pt x="6111" y="9818"/>
                  <a:pt x="5891" y="10038"/>
                  <a:pt x="5891" y="10309"/>
                </a:cubicBezTo>
                <a:lnTo>
                  <a:pt x="5891" y="14236"/>
                </a:lnTo>
                <a:cubicBezTo>
                  <a:pt x="5891" y="14508"/>
                  <a:pt x="6111" y="14727"/>
                  <a:pt x="6382" y="14727"/>
                </a:cubicBezTo>
                <a:moveTo>
                  <a:pt x="8345" y="7855"/>
                </a:moveTo>
                <a:cubicBezTo>
                  <a:pt x="8616" y="7855"/>
                  <a:pt x="8836" y="7635"/>
                  <a:pt x="8836" y="7364"/>
                </a:cubicBezTo>
                <a:cubicBezTo>
                  <a:pt x="8836" y="7092"/>
                  <a:pt x="8616" y="6873"/>
                  <a:pt x="8345" y="6873"/>
                </a:cubicBezTo>
                <a:cubicBezTo>
                  <a:pt x="8075" y="6873"/>
                  <a:pt x="7855" y="7092"/>
                  <a:pt x="7855" y="7364"/>
                </a:cubicBezTo>
                <a:cubicBezTo>
                  <a:pt x="7855" y="7635"/>
                  <a:pt x="8075" y="7855"/>
                  <a:pt x="8345" y="7855"/>
                </a:cubicBezTo>
                <a:moveTo>
                  <a:pt x="20618" y="20618"/>
                </a:move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7855"/>
                </a:lnTo>
                <a:lnTo>
                  <a:pt x="2945" y="7855"/>
                </a:lnTo>
                <a:lnTo>
                  <a:pt x="2945" y="18164"/>
                </a:lnTo>
                <a:cubicBezTo>
                  <a:pt x="2945" y="18435"/>
                  <a:pt x="3166" y="18655"/>
                  <a:pt x="3436" y="18655"/>
                </a:cubicBezTo>
                <a:cubicBezTo>
                  <a:pt x="3707" y="18655"/>
                  <a:pt x="3927" y="18435"/>
                  <a:pt x="3927" y="18164"/>
                </a:cubicBezTo>
                <a:lnTo>
                  <a:pt x="3927" y="4909"/>
                </a:lnTo>
                <a:lnTo>
                  <a:pt x="20618" y="4909"/>
                </a:lnTo>
                <a:cubicBezTo>
                  <a:pt x="20618" y="4909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3927" y="3927"/>
                </a:lnTo>
                <a:cubicBezTo>
                  <a:pt x="3385" y="3927"/>
                  <a:pt x="2945" y="4367"/>
                  <a:pt x="2945" y="4909"/>
                </a:cubicBezTo>
                <a:lnTo>
                  <a:pt x="2945" y="6873"/>
                </a:lnTo>
                <a:lnTo>
                  <a:pt x="982" y="6873"/>
                </a:lnTo>
                <a:cubicBezTo>
                  <a:pt x="440" y="6873"/>
                  <a:pt x="0" y="7313"/>
                  <a:pt x="0" y="7855"/>
                </a:cubicBezTo>
                <a:lnTo>
                  <a:pt x="0" y="18655"/>
                </a:lnTo>
                <a:cubicBezTo>
                  <a:pt x="0" y="20282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  <a:moveTo>
                  <a:pt x="6382" y="16691"/>
                </a:moveTo>
                <a:lnTo>
                  <a:pt x="18164" y="16691"/>
                </a:lnTo>
                <a:cubicBezTo>
                  <a:pt x="18434" y="16691"/>
                  <a:pt x="18655" y="16472"/>
                  <a:pt x="18655" y="16200"/>
                </a:cubicBezTo>
                <a:cubicBezTo>
                  <a:pt x="18655" y="15929"/>
                  <a:pt x="18434" y="15710"/>
                  <a:pt x="18164" y="15710"/>
                </a:cubicBezTo>
                <a:lnTo>
                  <a:pt x="6382" y="15710"/>
                </a:lnTo>
                <a:cubicBezTo>
                  <a:pt x="6111" y="15710"/>
                  <a:pt x="5891" y="15929"/>
                  <a:pt x="5891" y="16200"/>
                </a:cubicBezTo>
                <a:cubicBezTo>
                  <a:pt x="5891" y="16472"/>
                  <a:pt x="6111" y="16691"/>
                  <a:pt x="6382" y="16691"/>
                </a:cubicBezTo>
                <a:moveTo>
                  <a:pt x="10309" y="7855"/>
                </a:moveTo>
                <a:lnTo>
                  <a:pt x="14236" y="7855"/>
                </a:lnTo>
                <a:cubicBezTo>
                  <a:pt x="14507" y="7855"/>
                  <a:pt x="14727" y="7635"/>
                  <a:pt x="14727" y="7364"/>
                </a:cubicBezTo>
                <a:cubicBezTo>
                  <a:pt x="14727" y="7092"/>
                  <a:pt x="14507" y="6873"/>
                  <a:pt x="14236" y="6873"/>
                </a:cubicBezTo>
                <a:lnTo>
                  <a:pt x="10309" y="6873"/>
                </a:lnTo>
                <a:cubicBezTo>
                  <a:pt x="10038" y="6873"/>
                  <a:pt x="9818" y="7092"/>
                  <a:pt x="9818" y="7364"/>
                </a:cubicBezTo>
                <a:cubicBezTo>
                  <a:pt x="9818" y="7635"/>
                  <a:pt x="10038" y="7855"/>
                  <a:pt x="10309" y="7855"/>
                </a:cubicBezTo>
                <a:moveTo>
                  <a:pt x="6382" y="18655"/>
                </a:moveTo>
                <a:lnTo>
                  <a:pt x="18164" y="18655"/>
                </a:lnTo>
                <a:cubicBezTo>
                  <a:pt x="18434" y="18655"/>
                  <a:pt x="18655" y="18435"/>
                  <a:pt x="18655" y="18164"/>
                </a:cubicBezTo>
                <a:cubicBezTo>
                  <a:pt x="18655" y="17893"/>
                  <a:pt x="18434" y="17673"/>
                  <a:pt x="18164" y="17673"/>
                </a:cubicBezTo>
                <a:lnTo>
                  <a:pt x="6382" y="17673"/>
                </a:lnTo>
                <a:cubicBezTo>
                  <a:pt x="6111" y="17673"/>
                  <a:pt x="5891" y="17893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moveTo>
                  <a:pt x="4909" y="2945"/>
                </a:moveTo>
                <a:lnTo>
                  <a:pt x="20127" y="2945"/>
                </a:lnTo>
                <a:cubicBezTo>
                  <a:pt x="20398" y="2945"/>
                  <a:pt x="20618" y="2726"/>
                  <a:pt x="20618" y="2455"/>
                </a:cubicBezTo>
                <a:cubicBezTo>
                  <a:pt x="20618" y="2184"/>
                  <a:pt x="20398" y="1964"/>
                  <a:pt x="20127" y="1964"/>
                </a:cubicBezTo>
                <a:lnTo>
                  <a:pt x="4909" y="1964"/>
                </a:lnTo>
                <a:cubicBezTo>
                  <a:pt x="4638" y="1964"/>
                  <a:pt x="4418" y="2184"/>
                  <a:pt x="4418" y="2455"/>
                </a:cubicBezTo>
                <a:cubicBezTo>
                  <a:pt x="4418" y="2726"/>
                  <a:pt x="4638" y="2945"/>
                  <a:pt x="4909" y="2945"/>
                </a:cubicBezTo>
                <a:moveTo>
                  <a:pt x="18164" y="11783"/>
                </a:moveTo>
                <a:lnTo>
                  <a:pt x="14236" y="11783"/>
                </a:lnTo>
                <a:cubicBezTo>
                  <a:pt x="13966" y="11783"/>
                  <a:pt x="13745" y="12001"/>
                  <a:pt x="13745" y="12273"/>
                </a:cubicBezTo>
                <a:cubicBezTo>
                  <a:pt x="13745" y="12544"/>
                  <a:pt x="13966" y="12764"/>
                  <a:pt x="14236" y="12764"/>
                </a:cubicBezTo>
                <a:lnTo>
                  <a:pt x="18164" y="12764"/>
                </a:lnTo>
                <a:cubicBezTo>
                  <a:pt x="18434" y="12764"/>
                  <a:pt x="18655" y="12544"/>
                  <a:pt x="18655" y="12273"/>
                </a:cubicBezTo>
                <a:cubicBezTo>
                  <a:pt x="18655" y="12001"/>
                  <a:pt x="18434" y="11783"/>
                  <a:pt x="18164" y="11783"/>
                </a:cubicBezTo>
                <a:moveTo>
                  <a:pt x="6382" y="982"/>
                </a:moveTo>
                <a:lnTo>
                  <a:pt x="19145" y="982"/>
                </a:lnTo>
                <a:cubicBezTo>
                  <a:pt x="19416" y="982"/>
                  <a:pt x="19636" y="762"/>
                  <a:pt x="19636" y="491"/>
                </a:cubicBezTo>
                <a:cubicBezTo>
                  <a:pt x="19636" y="220"/>
                  <a:pt x="19416" y="0"/>
                  <a:pt x="19145" y="0"/>
                </a:cubicBezTo>
                <a:lnTo>
                  <a:pt x="6382" y="0"/>
                </a:lnTo>
                <a:cubicBezTo>
                  <a:pt x="6111" y="0"/>
                  <a:pt x="5891" y="220"/>
                  <a:pt x="5891" y="491"/>
                </a:cubicBezTo>
                <a:cubicBezTo>
                  <a:pt x="5891" y="762"/>
                  <a:pt x="6111" y="982"/>
                  <a:pt x="6382" y="982"/>
                </a:cubicBezTo>
                <a:moveTo>
                  <a:pt x="18164" y="13746"/>
                </a:moveTo>
                <a:lnTo>
                  <a:pt x="14236" y="13746"/>
                </a:lnTo>
                <a:cubicBezTo>
                  <a:pt x="13966" y="13746"/>
                  <a:pt x="13745" y="13965"/>
                  <a:pt x="13745" y="14236"/>
                </a:cubicBezTo>
                <a:cubicBezTo>
                  <a:pt x="13745" y="14508"/>
                  <a:pt x="13966" y="14727"/>
                  <a:pt x="14236" y="14727"/>
                </a:cubicBezTo>
                <a:lnTo>
                  <a:pt x="18164" y="14727"/>
                </a:lnTo>
                <a:cubicBezTo>
                  <a:pt x="18434" y="14727"/>
                  <a:pt x="18655" y="14508"/>
                  <a:pt x="18655" y="14236"/>
                </a:cubicBezTo>
                <a:cubicBezTo>
                  <a:pt x="18655" y="13965"/>
                  <a:pt x="18434" y="13746"/>
                  <a:pt x="18164" y="13746"/>
                </a:cubicBezTo>
                <a:moveTo>
                  <a:pt x="16200" y="7855"/>
                </a:moveTo>
                <a:cubicBezTo>
                  <a:pt x="16471" y="7855"/>
                  <a:pt x="16691" y="7635"/>
                  <a:pt x="16691" y="7364"/>
                </a:cubicBezTo>
                <a:cubicBezTo>
                  <a:pt x="16691" y="7092"/>
                  <a:pt x="16471" y="6873"/>
                  <a:pt x="16200" y="6873"/>
                </a:cubicBezTo>
                <a:cubicBezTo>
                  <a:pt x="15929" y="6873"/>
                  <a:pt x="15709" y="7092"/>
                  <a:pt x="15709" y="7364"/>
                </a:cubicBezTo>
                <a:cubicBezTo>
                  <a:pt x="15709" y="7635"/>
                  <a:pt x="15929" y="7855"/>
                  <a:pt x="16200" y="7855"/>
                </a:cubicBezTo>
                <a:moveTo>
                  <a:pt x="18164" y="7855"/>
                </a:moveTo>
                <a:cubicBezTo>
                  <a:pt x="18434" y="7855"/>
                  <a:pt x="18655" y="7635"/>
                  <a:pt x="18655" y="7364"/>
                </a:cubicBezTo>
                <a:cubicBezTo>
                  <a:pt x="18655" y="7092"/>
                  <a:pt x="18434" y="6873"/>
                  <a:pt x="18164" y="6873"/>
                </a:cubicBezTo>
                <a:cubicBezTo>
                  <a:pt x="17893" y="6873"/>
                  <a:pt x="17673" y="7092"/>
                  <a:pt x="17673" y="7364"/>
                </a:cubicBezTo>
                <a:cubicBezTo>
                  <a:pt x="17673" y="7635"/>
                  <a:pt x="17893" y="7855"/>
                  <a:pt x="18164" y="7855"/>
                </a:cubicBezTo>
                <a:moveTo>
                  <a:pt x="18164" y="9818"/>
                </a:moveTo>
                <a:lnTo>
                  <a:pt x="14236" y="9818"/>
                </a:lnTo>
                <a:cubicBezTo>
                  <a:pt x="13966" y="9818"/>
                  <a:pt x="13745" y="10038"/>
                  <a:pt x="13745" y="10309"/>
                </a:cubicBezTo>
                <a:cubicBezTo>
                  <a:pt x="13745" y="10581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81"/>
                  <a:pt x="18655" y="10309"/>
                </a:cubicBezTo>
                <a:cubicBezTo>
                  <a:pt x="18655" y="10038"/>
                  <a:pt x="18434" y="9818"/>
                  <a:pt x="18164" y="981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Shape 2600"/>
          <p:cNvSpPr/>
          <p:nvPr/>
        </p:nvSpPr>
        <p:spPr>
          <a:xfrm>
            <a:off x="6688080" y="18795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Shape 2601"/>
          <p:cNvSpPr/>
          <p:nvPr/>
        </p:nvSpPr>
        <p:spPr>
          <a:xfrm>
            <a:off x="7088040" y="18795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Shape 2602"/>
          <p:cNvSpPr/>
          <p:nvPr/>
        </p:nvSpPr>
        <p:spPr>
          <a:xfrm>
            <a:off x="7488360" y="1898640"/>
            <a:ext cx="209520" cy="171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69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69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69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69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69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69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69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Shape 2603"/>
          <p:cNvSpPr/>
          <p:nvPr/>
        </p:nvSpPr>
        <p:spPr>
          <a:xfrm>
            <a:off x="7888320" y="1889280"/>
            <a:ext cx="209520" cy="19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6691" y="20520"/>
                </a:moveTo>
                <a:lnTo>
                  <a:pt x="14727" y="20520"/>
                </a:lnTo>
                <a:lnTo>
                  <a:pt x="14727" y="18360"/>
                </a:lnTo>
                <a:cubicBezTo>
                  <a:pt x="14999" y="18360"/>
                  <a:pt x="15218" y="18119"/>
                  <a:pt x="15218" y="17820"/>
                </a:cubicBezTo>
                <a:cubicBezTo>
                  <a:pt x="15218" y="17522"/>
                  <a:pt x="14999" y="17280"/>
                  <a:pt x="14727" y="17280"/>
                </a:cubicBezTo>
                <a:lnTo>
                  <a:pt x="14727" y="7560"/>
                </a:lnTo>
                <a:lnTo>
                  <a:pt x="16691" y="7560"/>
                </a:lnTo>
                <a:cubicBezTo>
                  <a:pt x="16691" y="7560"/>
                  <a:pt x="16691" y="20520"/>
                  <a:pt x="16691" y="20520"/>
                </a:cubicBezTo>
                <a:close/>
                <a:moveTo>
                  <a:pt x="13745" y="17280"/>
                </a:moveTo>
                <a:cubicBezTo>
                  <a:pt x="13474" y="17280"/>
                  <a:pt x="13255" y="17522"/>
                  <a:pt x="13255" y="17820"/>
                </a:cubicBezTo>
                <a:cubicBezTo>
                  <a:pt x="13255" y="18119"/>
                  <a:pt x="13474" y="18360"/>
                  <a:pt x="13745" y="18360"/>
                </a:cubicBezTo>
                <a:lnTo>
                  <a:pt x="13745" y="20520"/>
                </a:lnTo>
                <a:lnTo>
                  <a:pt x="3927" y="20520"/>
                </a:lnTo>
                <a:lnTo>
                  <a:pt x="3927" y="18360"/>
                </a:lnTo>
                <a:cubicBezTo>
                  <a:pt x="4199" y="18360"/>
                  <a:pt x="4418" y="18119"/>
                  <a:pt x="4418" y="17820"/>
                </a:cubicBezTo>
                <a:cubicBezTo>
                  <a:pt x="4418" y="17522"/>
                  <a:pt x="4199" y="17280"/>
                  <a:pt x="3927" y="17280"/>
                </a:cubicBezTo>
                <a:lnTo>
                  <a:pt x="3927" y="7560"/>
                </a:lnTo>
                <a:lnTo>
                  <a:pt x="13745" y="7560"/>
                </a:lnTo>
                <a:cubicBezTo>
                  <a:pt x="13745" y="7560"/>
                  <a:pt x="13745" y="17280"/>
                  <a:pt x="13745" y="17280"/>
                </a:cubicBezTo>
                <a:close/>
                <a:moveTo>
                  <a:pt x="2945" y="17280"/>
                </a:moveTo>
                <a:cubicBezTo>
                  <a:pt x="2674" y="17280"/>
                  <a:pt x="2455" y="17522"/>
                  <a:pt x="2455" y="17820"/>
                </a:cubicBezTo>
                <a:cubicBezTo>
                  <a:pt x="2455" y="18119"/>
                  <a:pt x="2674" y="18360"/>
                  <a:pt x="2945" y="18360"/>
                </a:cubicBezTo>
                <a:lnTo>
                  <a:pt x="2945" y="20520"/>
                </a:lnTo>
                <a:lnTo>
                  <a:pt x="982" y="20520"/>
                </a:lnTo>
                <a:lnTo>
                  <a:pt x="982" y="7560"/>
                </a:lnTo>
                <a:lnTo>
                  <a:pt x="2945" y="7560"/>
                </a:lnTo>
                <a:cubicBezTo>
                  <a:pt x="2945" y="7560"/>
                  <a:pt x="2945" y="17280"/>
                  <a:pt x="2945" y="17280"/>
                </a:cubicBezTo>
                <a:close/>
                <a:moveTo>
                  <a:pt x="7855" y="5400"/>
                </a:moveTo>
                <a:lnTo>
                  <a:pt x="9818" y="5400"/>
                </a:lnTo>
                <a:cubicBezTo>
                  <a:pt x="10360" y="5400"/>
                  <a:pt x="10800" y="5884"/>
                  <a:pt x="10800" y="6481"/>
                </a:cubicBezTo>
                <a:lnTo>
                  <a:pt x="6873" y="6481"/>
                </a:lnTo>
                <a:cubicBezTo>
                  <a:pt x="6873" y="5884"/>
                  <a:pt x="7313" y="5400"/>
                  <a:pt x="7855" y="5400"/>
                </a:cubicBezTo>
                <a:moveTo>
                  <a:pt x="16691" y="6481"/>
                </a:moveTo>
                <a:lnTo>
                  <a:pt x="11782" y="6481"/>
                </a:lnTo>
                <a:cubicBezTo>
                  <a:pt x="11782" y="5287"/>
                  <a:pt x="10903" y="4321"/>
                  <a:pt x="9818" y="4321"/>
                </a:cubicBezTo>
                <a:lnTo>
                  <a:pt x="7855" y="4321"/>
                </a:lnTo>
                <a:cubicBezTo>
                  <a:pt x="6770" y="4321"/>
                  <a:pt x="5891" y="5287"/>
                  <a:pt x="5891" y="6481"/>
                </a:cubicBezTo>
                <a:lnTo>
                  <a:pt x="982" y="6481"/>
                </a:lnTo>
                <a:cubicBezTo>
                  <a:pt x="440" y="6481"/>
                  <a:pt x="0" y="6964"/>
                  <a:pt x="0" y="7560"/>
                </a:cubicBezTo>
                <a:lnTo>
                  <a:pt x="0" y="20520"/>
                </a:lnTo>
                <a:cubicBezTo>
                  <a:pt x="0" y="21116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116"/>
                  <a:pt x="17673" y="20520"/>
                </a:cubicBezTo>
                <a:lnTo>
                  <a:pt x="17673" y="7560"/>
                </a:lnTo>
                <a:cubicBezTo>
                  <a:pt x="17673" y="6964"/>
                  <a:pt x="17233" y="6481"/>
                  <a:pt x="16691" y="6481"/>
                </a:cubicBezTo>
                <a:moveTo>
                  <a:pt x="10800" y="2161"/>
                </a:moveTo>
                <a:cubicBezTo>
                  <a:pt x="10800" y="1564"/>
                  <a:pt x="11240" y="1080"/>
                  <a:pt x="11782" y="1080"/>
                </a:cubicBezTo>
                <a:lnTo>
                  <a:pt x="13745" y="1080"/>
                </a:lnTo>
                <a:cubicBezTo>
                  <a:pt x="14287" y="1080"/>
                  <a:pt x="14727" y="1564"/>
                  <a:pt x="14727" y="2161"/>
                </a:cubicBezTo>
                <a:cubicBezTo>
                  <a:pt x="14727" y="2161"/>
                  <a:pt x="10800" y="2161"/>
                  <a:pt x="10800" y="2161"/>
                </a:cubicBezTo>
                <a:close/>
                <a:moveTo>
                  <a:pt x="20618" y="2161"/>
                </a:moveTo>
                <a:lnTo>
                  <a:pt x="15709" y="2161"/>
                </a:lnTo>
                <a:cubicBezTo>
                  <a:pt x="15709" y="967"/>
                  <a:pt x="14830" y="0"/>
                  <a:pt x="13745" y="0"/>
                </a:cubicBezTo>
                <a:lnTo>
                  <a:pt x="11782" y="0"/>
                </a:lnTo>
                <a:cubicBezTo>
                  <a:pt x="10697" y="0"/>
                  <a:pt x="9818" y="967"/>
                  <a:pt x="9818" y="2161"/>
                </a:cubicBezTo>
                <a:lnTo>
                  <a:pt x="4909" y="2161"/>
                </a:lnTo>
                <a:cubicBezTo>
                  <a:pt x="4367" y="2161"/>
                  <a:pt x="3927" y="2644"/>
                  <a:pt x="3927" y="3240"/>
                </a:cubicBezTo>
                <a:lnTo>
                  <a:pt x="3927" y="4860"/>
                </a:lnTo>
                <a:cubicBezTo>
                  <a:pt x="3927" y="5159"/>
                  <a:pt x="4147" y="5400"/>
                  <a:pt x="4418" y="5400"/>
                </a:cubicBezTo>
                <a:cubicBezTo>
                  <a:pt x="4690" y="5400"/>
                  <a:pt x="4909" y="5159"/>
                  <a:pt x="4909" y="4860"/>
                </a:cubicBezTo>
                <a:lnTo>
                  <a:pt x="4909" y="3240"/>
                </a:lnTo>
                <a:lnTo>
                  <a:pt x="20618" y="3240"/>
                </a:lnTo>
                <a:lnTo>
                  <a:pt x="20618" y="16201"/>
                </a:lnTo>
                <a:lnTo>
                  <a:pt x="19145" y="16201"/>
                </a:lnTo>
                <a:cubicBezTo>
                  <a:pt x="18874" y="16201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20618" y="17280"/>
                </a:lnTo>
                <a:cubicBezTo>
                  <a:pt x="21160" y="17280"/>
                  <a:pt x="21600" y="16796"/>
                  <a:pt x="21600" y="16201"/>
                </a:cubicBezTo>
                <a:lnTo>
                  <a:pt x="21600" y="3240"/>
                </a:lnTo>
                <a:cubicBezTo>
                  <a:pt x="21600" y="2644"/>
                  <a:pt x="21160" y="2161"/>
                  <a:pt x="20618" y="2161"/>
                </a:cubicBezTo>
                <a:moveTo>
                  <a:pt x="5400" y="11881"/>
                </a:moveTo>
                <a:lnTo>
                  <a:pt x="6382" y="11881"/>
                </a:lnTo>
                <a:cubicBezTo>
                  <a:pt x="6653" y="11881"/>
                  <a:pt x="6873" y="11639"/>
                  <a:pt x="6873" y="11341"/>
                </a:cubicBezTo>
                <a:cubicBezTo>
                  <a:pt x="6873" y="11042"/>
                  <a:pt x="6653" y="10800"/>
                  <a:pt x="6382" y="10800"/>
                </a:cubicBezTo>
                <a:lnTo>
                  <a:pt x="5400" y="10800"/>
                </a:lnTo>
                <a:cubicBezTo>
                  <a:pt x="5129" y="10800"/>
                  <a:pt x="4909" y="11042"/>
                  <a:pt x="4909" y="11341"/>
                </a:cubicBezTo>
                <a:cubicBezTo>
                  <a:pt x="4909" y="11639"/>
                  <a:pt x="5129" y="11881"/>
                  <a:pt x="5400" y="11881"/>
                </a:cubicBezTo>
                <a:moveTo>
                  <a:pt x="5400" y="9720"/>
                </a:moveTo>
                <a:lnTo>
                  <a:pt x="8345" y="9720"/>
                </a:lnTo>
                <a:cubicBezTo>
                  <a:pt x="8617" y="9720"/>
                  <a:pt x="8836" y="9479"/>
                  <a:pt x="8836" y="9181"/>
                </a:cubicBezTo>
                <a:cubicBezTo>
                  <a:pt x="8836" y="8882"/>
                  <a:pt x="8617" y="8640"/>
                  <a:pt x="8345" y="8640"/>
                </a:cubicBezTo>
                <a:lnTo>
                  <a:pt x="5400" y="8640"/>
                </a:lnTo>
                <a:cubicBezTo>
                  <a:pt x="5129" y="8640"/>
                  <a:pt x="4909" y="8882"/>
                  <a:pt x="4909" y="9181"/>
                </a:cubicBezTo>
                <a:cubicBezTo>
                  <a:pt x="4909" y="9479"/>
                  <a:pt x="5129" y="9720"/>
                  <a:pt x="5400" y="972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Shape 2604"/>
          <p:cNvSpPr/>
          <p:nvPr/>
        </p:nvSpPr>
        <p:spPr>
          <a:xfrm>
            <a:off x="8288280" y="1898640"/>
            <a:ext cx="209520" cy="171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Shape 2605"/>
          <p:cNvSpPr/>
          <p:nvPr/>
        </p:nvSpPr>
        <p:spPr>
          <a:xfrm>
            <a:off x="4687920" y="2279520"/>
            <a:ext cx="210960" cy="209520"/>
          </a:xfrm>
          <a:custGeom>
            <a:avLst/>
            <a:gdLst/>
            <a:ahLst/>
            <a:rect l="l" t="t" r="r" b="b"/>
            <a:pathLst>
              <a:path w="21410" h="2141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Shape 2606"/>
          <p:cNvSpPr/>
          <p:nvPr/>
        </p:nvSpPr>
        <p:spPr>
          <a:xfrm>
            <a:off x="5087880" y="22795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10309"/>
                </a:moveTo>
                <a:cubicBezTo>
                  <a:pt x="10800" y="10581"/>
                  <a:pt x="10580" y="10800"/>
                  <a:pt x="10309" y="10800"/>
                </a:cubicBezTo>
                <a:cubicBezTo>
                  <a:pt x="10038" y="10800"/>
                  <a:pt x="9818" y="10581"/>
                  <a:pt x="9818" y="10309"/>
                </a:cubicBezTo>
                <a:cubicBezTo>
                  <a:pt x="9818" y="10038"/>
                  <a:pt x="10038" y="9818"/>
                  <a:pt x="10309" y="9818"/>
                </a:cubicBezTo>
                <a:cubicBezTo>
                  <a:pt x="10580" y="9818"/>
                  <a:pt x="10800" y="10038"/>
                  <a:pt x="10800" y="10309"/>
                </a:cubicBezTo>
                <a:moveTo>
                  <a:pt x="20618" y="20618"/>
                </a:moveTo>
                <a:lnTo>
                  <a:pt x="18655" y="20618"/>
                </a:lnTo>
                <a:lnTo>
                  <a:pt x="18655" y="19145"/>
                </a:lnTo>
                <a:cubicBezTo>
                  <a:pt x="18655" y="18875"/>
                  <a:pt x="18434" y="18655"/>
                  <a:pt x="18164" y="18655"/>
                </a:cubicBezTo>
                <a:lnTo>
                  <a:pt x="16691" y="18655"/>
                </a:lnTo>
                <a:lnTo>
                  <a:pt x="16691" y="17182"/>
                </a:lnTo>
                <a:cubicBezTo>
                  <a:pt x="16691" y="16911"/>
                  <a:pt x="16471" y="16691"/>
                  <a:pt x="16200" y="16691"/>
                </a:cubicBezTo>
                <a:lnTo>
                  <a:pt x="14441" y="16691"/>
                </a:lnTo>
                <a:lnTo>
                  <a:pt x="12850" y="15086"/>
                </a:lnTo>
                <a:cubicBezTo>
                  <a:pt x="12761" y="14997"/>
                  <a:pt x="12639" y="14943"/>
                  <a:pt x="12503" y="14943"/>
                </a:cubicBezTo>
                <a:cubicBezTo>
                  <a:pt x="12356" y="14943"/>
                  <a:pt x="12228" y="15010"/>
                  <a:pt x="12138" y="15113"/>
                </a:cubicBezTo>
                <a:lnTo>
                  <a:pt x="11833" y="15418"/>
                </a:lnTo>
                <a:cubicBezTo>
                  <a:pt x="11450" y="15801"/>
                  <a:pt x="10829" y="15801"/>
                  <a:pt x="10445" y="15418"/>
                </a:cubicBezTo>
                <a:lnTo>
                  <a:pt x="6167" y="11139"/>
                </a:lnTo>
                <a:cubicBezTo>
                  <a:pt x="5784" y="10756"/>
                  <a:pt x="5784" y="10136"/>
                  <a:pt x="6167" y="9752"/>
                </a:cubicBezTo>
                <a:lnTo>
                  <a:pt x="9752" y="6167"/>
                </a:lnTo>
                <a:cubicBezTo>
                  <a:pt x="10135" y="5784"/>
                  <a:pt x="10756" y="5784"/>
                  <a:pt x="11139" y="6167"/>
                </a:cubicBezTo>
                <a:lnTo>
                  <a:pt x="11761" y="6789"/>
                </a:lnTo>
                <a:cubicBezTo>
                  <a:pt x="11699" y="7609"/>
                  <a:pt x="11457" y="8377"/>
                  <a:pt x="11069" y="9054"/>
                </a:cubicBezTo>
                <a:cubicBezTo>
                  <a:pt x="10847" y="8919"/>
                  <a:pt x="10588" y="8837"/>
                  <a:pt x="10309" y="8837"/>
                </a:cubicBezTo>
                <a:cubicBezTo>
                  <a:pt x="9496" y="8837"/>
                  <a:pt x="8836" y="9496"/>
                  <a:pt x="8836" y="10309"/>
                </a:cubicBezTo>
                <a:cubicBezTo>
                  <a:pt x="8836" y="11123"/>
                  <a:pt x="9496" y="11782"/>
                  <a:pt x="10309" y="11782"/>
                </a:cubicBezTo>
                <a:cubicBezTo>
                  <a:pt x="11123" y="11782"/>
                  <a:pt x="11782" y="11123"/>
                  <a:pt x="11782" y="10309"/>
                </a:cubicBezTo>
                <a:cubicBezTo>
                  <a:pt x="11782" y="10156"/>
                  <a:pt x="11752" y="10012"/>
                  <a:pt x="11709" y="9873"/>
                </a:cubicBezTo>
                <a:cubicBezTo>
                  <a:pt x="12146" y="9210"/>
                  <a:pt x="12466" y="8463"/>
                  <a:pt x="12631" y="7659"/>
                </a:cubicBezTo>
                <a:lnTo>
                  <a:pt x="15417" y="10446"/>
                </a:lnTo>
                <a:cubicBezTo>
                  <a:pt x="15800" y="10829"/>
                  <a:pt x="15800" y="11450"/>
                  <a:pt x="15417" y="11833"/>
                </a:cubicBezTo>
                <a:lnTo>
                  <a:pt x="15128" y="12122"/>
                </a:lnTo>
                <a:cubicBezTo>
                  <a:pt x="15025" y="12213"/>
                  <a:pt x="14957" y="12341"/>
                  <a:pt x="14957" y="12487"/>
                </a:cubicBezTo>
                <a:cubicBezTo>
                  <a:pt x="14957" y="12623"/>
                  <a:pt x="15013" y="12746"/>
                  <a:pt x="15101" y="12835"/>
                </a:cubicBezTo>
                <a:lnTo>
                  <a:pt x="20618" y="18367"/>
                </a:lnTo>
                <a:cubicBezTo>
                  <a:pt x="20618" y="18367"/>
                  <a:pt x="20618" y="20618"/>
                  <a:pt x="20618" y="20618"/>
                </a:cubicBezTo>
                <a:close/>
                <a:moveTo>
                  <a:pt x="5343" y="11673"/>
                </a:moveTo>
                <a:cubicBezTo>
                  <a:pt x="2859" y="11190"/>
                  <a:pt x="982" y="9008"/>
                  <a:pt x="982" y="6383"/>
                </a:cubicBezTo>
                <a:cubicBezTo>
                  <a:pt x="982" y="3400"/>
                  <a:pt x="3399" y="982"/>
                  <a:pt x="6382" y="982"/>
                </a:cubicBezTo>
                <a:cubicBezTo>
                  <a:pt x="9011" y="982"/>
                  <a:pt x="11198" y="2862"/>
                  <a:pt x="11681" y="5349"/>
                </a:cubicBezTo>
                <a:cubicBezTo>
                  <a:pt x="10910" y="4719"/>
                  <a:pt x="9777" y="4755"/>
                  <a:pt x="9058" y="5473"/>
                </a:cubicBezTo>
                <a:lnTo>
                  <a:pt x="5474" y="9058"/>
                </a:lnTo>
                <a:cubicBezTo>
                  <a:pt x="4757" y="9775"/>
                  <a:pt x="4719" y="10904"/>
                  <a:pt x="5343" y="11673"/>
                </a:cubicBezTo>
                <a:moveTo>
                  <a:pt x="21456" y="17817"/>
                </a:moveTo>
                <a:lnTo>
                  <a:pt x="16142" y="12488"/>
                </a:lnTo>
                <a:cubicBezTo>
                  <a:pt x="16874" y="11720"/>
                  <a:pt x="16865" y="10507"/>
                  <a:pt x="16111" y="9752"/>
                </a:cubicBezTo>
                <a:lnTo>
                  <a:pt x="12763" y="6404"/>
                </a:lnTo>
                <a:cubicBezTo>
                  <a:pt x="12763" y="6396"/>
                  <a:pt x="12764" y="6389"/>
                  <a:pt x="12764" y="6383"/>
                </a:cubicBezTo>
                <a:cubicBezTo>
                  <a:pt x="12764" y="2857"/>
                  <a:pt x="9907" y="0"/>
                  <a:pt x="6382" y="0"/>
                </a:cubicBezTo>
                <a:cubicBezTo>
                  <a:pt x="2857" y="0"/>
                  <a:pt x="0" y="2857"/>
                  <a:pt x="0" y="6383"/>
                </a:cubicBezTo>
                <a:cubicBezTo>
                  <a:pt x="0" y="9907"/>
                  <a:pt x="2857" y="12764"/>
                  <a:pt x="6382" y="12764"/>
                </a:cubicBezTo>
                <a:cubicBezTo>
                  <a:pt x="6389" y="12764"/>
                  <a:pt x="6396" y="12763"/>
                  <a:pt x="6403" y="12763"/>
                </a:cubicBezTo>
                <a:lnTo>
                  <a:pt x="9752" y="16111"/>
                </a:lnTo>
                <a:cubicBezTo>
                  <a:pt x="10511" y="16870"/>
                  <a:pt x="11735" y="16875"/>
                  <a:pt x="12503" y="16130"/>
                </a:cubicBezTo>
                <a:lnTo>
                  <a:pt x="13889" y="17529"/>
                </a:lnTo>
                <a:cubicBezTo>
                  <a:pt x="13978" y="17618"/>
                  <a:pt x="14101" y="17673"/>
                  <a:pt x="14236" y="17673"/>
                </a:cubicBezTo>
                <a:lnTo>
                  <a:pt x="15709" y="17673"/>
                </a:lnTo>
                <a:lnTo>
                  <a:pt x="15709" y="19145"/>
                </a:lnTo>
                <a:cubicBezTo>
                  <a:pt x="15709" y="19417"/>
                  <a:pt x="15929" y="19636"/>
                  <a:pt x="16200" y="19636"/>
                </a:cubicBezTo>
                <a:lnTo>
                  <a:pt x="17673" y="19636"/>
                </a:lnTo>
                <a:lnTo>
                  <a:pt x="17673" y="21109"/>
                </a:lnTo>
                <a:cubicBezTo>
                  <a:pt x="17673" y="21381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lnTo>
                  <a:pt x="21600" y="18164"/>
                </a:lnTo>
                <a:cubicBezTo>
                  <a:pt x="21600" y="18029"/>
                  <a:pt x="21545" y="17906"/>
                  <a:pt x="21456" y="1781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Shape 2607"/>
          <p:cNvSpPr/>
          <p:nvPr/>
        </p:nvSpPr>
        <p:spPr>
          <a:xfrm>
            <a:off x="5487840" y="2298600"/>
            <a:ext cx="209520" cy="171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1964" y="16800"/>
                </a:lnTo>
                <a:cubicBezTo>
                  <a:pt x="879" y="16800"/>
                  <a:pt x="0" y="17874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4"/>
                  <a:pt x="20721" y="16800"/>
                  <a:pt x="19636" y="16800"/>
                </a:cubicBezTo>
                <a:moveTo>
                  <a:pt x="1964" y="1200"/>
                </a:moveTo>
                <a:lnTo>
                  <a:pt x="19636" y="1200"/>
                </a:lnTo>
                <a:cubicBezTo>
                  <a:pt x="20178" y="1200"/>
                  <a:pt x="20618" y="1737"/>
                  <a:pt x="20618" y="2399"/>
                </a:cubicBezTo>
                <a:cubicBezTo>
                  <a:pt x="20618" y="3063"/>
                  <a:pt x="20178" y="3599"/>
                  <a:pt x="19636" y="3599"/>
                </a:cubicBezTo>
                <a:lnTo>
                  <a:pt x="1964" y="3599"/>
                </a:lnTo>
                <a:cubicBezTo>
                  <a:pt x="1422" y="3599"/>
                  <a:pt x="982" y="3063"/>
                  <a:pt x="982" y="2399"/>
                </a:cubicBezTo>
                <a:cubicBezTo>
                  <a:pt x="982" y="1737"/>
                  <a:pt x="1422" y="1200"/>
                  <a:pt x="1964" y="1200"/>
                </a:cubicBezTo>
                <a:moveTo>
                  <a:pt x="1964" y="4799"/>
                </a:moveTo>
                <a:lnTo>
                  <a:pt x="19636" y="4799"/>
                </a:lnTo>
                <a:cubicBezTo>
                  <a:pt x="20721" y="4799"/>
                  <a:pt x="21600" y="3725"/>
                  <a:pt x="21600" y="2399"/>
                </a:cubicBezTo>
                <a:cubicBezTo>
                  <a:pt x="21600" y="1074"/>
                  <a:pt x="20721" y="0"/>
                  <a:pt x="19636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cubicBezTo>
                  <a:pt x="0" y="3725"/>
                  <a:pt x="879" y="4799"/>
                  <a:pt x="1964" y="4799"/>
                </a:cubicBezTo>
                <a:moveTo>
                  <a:pt x="19636" y="12000"/>
                </a:moveTo>
                <a:lnTo>
                  <a:pt x="1964" y="12000"/>
                </a:lnTo>
                <a:cubicBezTo>
                  <a:pt x="1422" y="12000"/>
                  <a:pt x="982" y="11463"/>
                  <a:pt x="982" y="10800"/>
                </a:cubicBezTo>
                <a:cubicBezTo>
                  <a:pt x="982" y="10137"/>
                  <a:pt x="1422" y="9600"/>
                  <a:pt x="1964" y="9600"/>
                </a:cubicBezTo>
                <a:lnTo>
                  <a:pt x="19636" y="9600"/>
                </a:lnTo>
                <a:cubicBezTo>
                  <a:pt x="20178" y="9600"/>
                  <a:pt x="20618" y="10137"/>
                  <a:pt x="20618" y="10800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0"/>
                </a:moveTo>
                <a:lnTo>
                  <a:pt x="1964" y="8400"/>
                </a:lnTo>
                <a:cubicBezTo>
                  <a:pt x="879" y="8400"/>
                  <a:pt x="0" y="9474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lnTo>
                  <a:pt x="19636" y="13200"/>
                </a:lnTo>
                <a:cubicBezTo>
                  <a:pt x="20721" y="13200"/>
                  <a:pt x="21600" y="12125"/>
                  <a:pt x="21600" y="10800"/>
                </a:cubicBezTo>
                <a:cubicBezTo>
                  <a:pt x="21600" y="9474"/>
                  <a:pt x="20721" y="8400"/>
                  <a:pt x="19636" y="84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Shape 2608"/>
          <p:cNvSpPr/>
          <p:nvPr/>
        </p:nvSpPr>
        <p:spPr>
          <a:xfrm>
            <a:off x="5888160" y="2298600"/>
            <a:ext cx="209520" cy="171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Shape 2609"/>
          <p:cNvSpPr/>
          <p:nvPr/>
        </p:nvSpPr>
        <p:spPr>
          <a:xfrm>
            <a:off x="6288120" y="2298600"/>
            <a:ext cx="209520" cy="171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Shape 2610"/>
          <p:cNvSpPr/>
          <p:nvPr/>
        </p:nvSpPr>
        <p:spPr>
          <a:xfrm>
            <a:off x="6688080" y="2298600"/>
            <a:ext cx="209520" cy="171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2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800"/>
                </a:cubicBezTo>
                <a:cubicBezTo>
                  <a:pt x="20618" y="4800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3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3"/>
                  <a:pt x="982" y="19200"/>
                </a:cubicBezTo>
                <a:lnTo>
                  <a:pt x="982" y="7200"/>
                </a:lnTo>
                <a:lnTo>
                  <a:pt x="20618" y="7200"/>
                </a:lnTo>
                <a:cubicBezTo>
                  <a:pt x="20618" y="7200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800"/>
                </a:lnTo>
                <a:cubicBezTo>
                  <a:pt x="21600" y="3474"/>
                  <a:pt x="20721" y="2399"/>
                  <a:pt x="19636" y="2399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Shape 2611"/>
          <p:cNvSpPr/>
          <p:nvPr/>
        </p:nvSpPr>
        <p:spPr>
          <a:xfrm>
            <a:off x="7088040" y="2289240"/>
            <a:ext cx="209520" cy="19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Shape 2612"/>
          <p:cNvSpPr/>
          <p:nvPr/>
        </p:nvSpPr>
        <p:spPr>
          <a:xfrm>
            <a:off x="7488360" y="2298600"/>
            <a:ext cx="209520" cy="171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13200"/>
                </a:moveTo>
                <a:cubicBezTo>
                  <a:pt x="11071" y="13200"/>
                  <a:pt x="11291" y="13469"/>
                  <a:pt x="11291" y="13800"/>
                </a:cubicBezTo>
                <a:cubicBezTo>
                  <a:pt x="11291" y="14132"/>
                  <a:pt x="11071" y="14400"/>
                  <a:pt x="10800" y="14400"/>
                </a:cubicBezTo>
                <a:cubicBezTo>
                  <a:pt x="10529" y="14400"/>
                  <a:pt x="10309" y="14132"/>
                  <a:pt x="10309" y="13800"/>
                </a:cubicBezTo>
                <a:cubicBezTo>
                  <a:pt x="10309" y="13469"/>
                  <a:pt x="10529" y="13200"/>
                  <a:pt x="10800" y="13200"/>
                </a:cubicBezTo>
                <a:moveTo>
                  <a:pt x="10800" y="15600"/>
                </a:moveTo>
                <a:cubicBezTo>
                  <a:pt x="11613" y="15600"/>
                  <a:pt x="12273" y="14794"/>
                  <a:pt x="12273" y="13800"/>
                </a:cubicBezTo>
                <a:cubicBezTo>
                  <a:pt x="12273" y="12806"/>
                  <a:pt x="11613" y="12000"/>
                  <a:pt x="10800" y="12000"/>
                </a:cubicBezTo>
                <a:cubicBezTo>
                  <a:pt x="9987" y="12000"/>
                  <a:pt x="9327" y="12806"/>
                  <a:pt x="9327" y="13800"/>
                </a:cubicBezTo>
                <a:cubicBezTo>
                  <a:pt x="9327" y="14794"/>
                  <a:pt x="9987" y="15600"/>
                  <a:pt x="10800" y="15600"/>
                </a:cubicBezTo>
                <a:moveTo>
                  <a:pt x="5400" y="13200"/>
                </a:moveTo>
                <a:cubicBezTo>
                  <a:pt x="5671" y="13200"/>
                  <a:pt x="5891" y="13469"/>
                  <a:pt x="5891" y="13800"/>
                </a:cubicBezTo>
                <a:cubicBezTo>
                  <a:pt x="5891" y="14132"/>
                  <a:pt x="5671" y="14400"/>
                  <a:pt x="5400" y="14400"/>
                </a:cubicBezTo>
                <a:cubicBezTo>
                  <a:pt x="5129" y="14400"/>
                  <a:pt x="4909" y="14132"/>
                  <a:pt x="4909" y="13800"/>
                </a:cubicBezTo>
                <a:cubicBezTo>
                  <a:pt x="4909" y="13469"/>
                  <a:pt x="5129" y="13200"/>
                  <a:pt x="5400" y="13200"/>
                </a:cubicBezTo>
                <a:moveTo>
                  <a:pt x="5400" y="15600"/>
                </a:moveTo>
                <a:cubicBezTo>
                  <a:pt x="6213" y="15600"/>
                  <a:pt x="6873" y="14794"/>
                  <a:pt x="6873" y="13800"/>
                </a:cubicBezTo>
                <a:cubicBezTo>
                  <a:pt x="6873" y="12806"/>
                  <a:pt x="6213" y="12000"/>
                  <a:pt x="5400" y="12000"/>
                </a:cubicBezTo>
                <a:cubicBezTo>
                  <a:pt x="4587" y="12000"/>
                  <a:pt x="3927" y="12806"/>
                  <a:pt x="3927" y="13800"/>
                </a:cubicBezTo>
                <a:cubicBezTo>
                  <a:pt x="3927" y="14794"/>
                  <a:pt x="4587" y="15600"/>
                  <a:pt x="5400" y="15600"/>
                </a:cubicBezTo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1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799"/>
                </a:cubicBezTo>
                <a:cubicBezTo>
                  <a:pt x="20618" y="4799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1" y="20400"/>
                  <a:pt x="982" y="19862"/>
                  <a:pt x="982" y="19200"/>
                </a:cubicBezTo>
                <a:lnTo>
                  <a:pt x="982" y="7199"/>
                </a:lnTo>
                <a:lnTo>
                  <a:pt x="20618" y="7199"/>
                </a:lnTo>
                <a:cubicBezTo>
                  <a:pt x="20618" y="7199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799"/>
                </a:lnTo>
                <a:cubicBezTo>
                  <a:pt x="21600" y="3474"/>
                  <a:pt x="20721" y="2399"/>
                  <a:pt x="19636" y="2399"/>
                </a:cubicBezTo>
                <a:moveTo>
                  <a:pt x="16200" y="13200"/>
                </a:moveTo>
                <a:cubicBezTo>
                  <a:pt x="16471" y="13200"/>
                  <a:pt x="16691" y="13469"/>
                  <a:pt x="16691" y="13800"/>
                </a:cubicBezTo>
                <a:cubicBezTo>
                  <a:pt x="16691" y="14132"/>
                  <a:pt x="16471" y="14400"/>
                  <a:pt x="16200" y="14400"/>
                </a:cubicBezTo>
                <a:cubicBezTo>
                  <a:pt x="15929" y="14400"/>
                  <a:pt x="15709" y="14132"/>
                  <a:pt x="15709" y="13800"/>
                </a:cubicBezTo>
                <a:cubicBezTo>
                  <a:pt x="15709" y="13469"/>
                  <a:pt x="15929" y="13200"/>
                  <a:pt x="16200" y="13200"/>
                </a:cubicBezTo>
                <a:moveTo>
                  <a:pt x="16200" y="15600"/>
                </a:moveTo>
                <a:cubicBezTo>
                  <a:pt x="17013" y="15600"/>
                  <a:pt x="17673" y="14794"/>
                  <a:pt x="17673" y="13800"/>
                </a:cubicBezTo>
                <a:cubicBezTo>
                  <a:pt x="17673" y="12806"/>
                  <a:pt x="17013" y="12000"/>
                  <a:pt x="16200" y="12000"/>
                </a:cubicBezTo>
                <a:cubicBezTo>
                  <a:pt x="15387" y="12000"/>
                  <a:pt x="14727" y="12806"/>
                  <a:pt x="14727" y="13800"/>
                </a:cubicBezTo>
                <a:cubicBezTo>
                  <a:pt x="14727" y="14794"/>
                  <a:pt x="15387" y="15600"/>
                  <a:pt x="16200" y="156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Shape 2613"/>
          <p:cNvSpPr/>
          <p:nvPr/>
        </p:nvSpPr>
        <p:spPr>
          <a:xfrm>
            <a:off x="7888320" y="22795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9636" y="1964"/>
                </a:moveTo>
                <a:lnTo>
                  <a:pt x="10800" y="1964"/>
                </a:lnTo>
                <a:cubicBezTo>
                  <a:pt x="8836" y="1964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5709"/>
                </a:lnTo>
                <a:cubicBezTo>
                  <a:pt x="0" y="16794"/>
                  <a:pt x="879" y="17673"/>
                  <a:pt x="1964" y="17673"/>
                </a:cubicBezTo>
                <a:lnTo>
                  <a:pt x="6599" y="17673"/>
                </a:lnTo>
                <a:cubicBezTo>
                  <a:pt x="6257" y="17372"/>
                  <a:pt x="5941" y="17046"/>
                  <a:pt x="5656" y="16691"/>
                </a:cubicBezTo>
                <a:lnTo>
                  <a:pt x="1964" y="16691"/>
                </a:lnTo>
                <a:cubicBezTo>
                  <a:pt x="1422" y="16691"/>
                  <a:pt x="982" y="16252"/>
                  <a:pt x="982" y="15709"/>
                </a:cubicBezTo>
                <a:lnTo>
                  <a:pt x="982" y="5891"/>
                </a:lnTo>
                <a:lnTo>
                  <a:pt x="6599" y="5891"/>
                </a:lnTo>
                <a:cubicBezTo>
                  <a:pt x="7023" y="5517"/>
                  <a:pt x="7484" y="5185"/>
                  <a:pt x="7982" y="4909"/>
                </a:cubicBezTo>
                <a:lnTo>
                  <a:pt x="982" y="4909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6873" y="982"/>
                </a:lnTo>
                <a:cubicBezTo>
                  <a:pt x="8345" y="982"/>
                  <a:pt x="8345" y="2946"/>
                  <a:pt x="10800" y="2946"/>
                </a:cubicBezTo>
                <a:lnTo>
                  <a:pt x="19636" y="2946"/>
                </a:lnTo>
                <a:cubicBezTo>
                  <a:pt x="20178" y="2946"/>
                  <a:pt x="20618" y="3385"/>
                  <a:pt x="20618" y="3927"/>
                </a:cubicBezTo>
                <a:lnTo>
                  <a:pt x="20618" y="4909"/>
                </a:lnTo>
                <a:lnTo>
                  <a:pt x="15582" y="4909"/>
                </a:lnTo>
                <a:cubicBezTo>
                  <a:pt x="16080" y="5185"/>
                  <a:pt x="16541" y="5517"/>
                  <a:pt x="16965" y="5891"/>
                </a:cubicBezTo>
                <a:lnTo>
                  <a:pt x="20618" y="5891"/>
                </a:ln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8766" y="16691"/>
                </a:lnTo>
                <a:lnTo>
                  <a:pt x="19738" y="17663"/>
                </a:lnTo>
                <a:cubicBezTo>
                  <a:pt x="20774" y="17609"/>
                  <a:pt x="21600" y="16759"/>
                  <a:pt x="21600" y="15709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1782" y="17673"/>
                </a:moveTo>
                <a:cubicBezTo>
                  <a:pt x="8529" y="17673"/>
                  <a:pt x="5891" y="15036"/>
                  <a:pt x="5891" y="11782"/>
                </a:cubicBezTo>
                <a:cubicBezTo>
                  <a:pt x="5891" y="8529"/>
                  <a:pt x="8529" y="5891"/>
                  <a:pt x="11782" y="5891"/>
                </a:cubicBezTo>
                <a:cubicBezTo>
                  <a:pt x="15035" y="5891"/>
                  <a:pt x="17673" y="8529"/>
                  <a:pt x="17673" y="11782"/>
                </a:cubicBezTo>
                <a:cubicBezTo>
                  <a:pt x="17673" y="15036"/>
                  <a:pt x="15035" y="17673"/>
                  <a:pt x="11782" y="17673"/>
                </a:cubicBezTo>
                <a:moveTo>
                  <a:pt x="16972" y="16278"/>
                </a:moveTo>
                <a:cubicBezTo>
                  <a:pt x="18018" y="15072"/>
                  <a:pt x="18655" y="13503"/>
                  <a:pt x="18655" y="11782"/>
                </a:cubicBezTo>
                <a:cubicBezTo>
                  <a:pt x="18655" y="7987"/>
                  <a:pt x="15578" y="4910"/>
                  <a:pt x="11782" y="4910"/>
                </a:cubicBezTo>
                <a:cubicBezTo>
                  <a:pt x="7986" y="4910"/>
                  <a:pt x="4909" y="7987"/>
                  <a:pt x="4909" y="11782"/>
                </a:cubicBezTo>
                <a:cubicBezTo>
                  <a:pt x="4909" y="15578"/>
                  <a:pt x="7986" y="18655"/>
                  <a:pt x="11782" y="18655"/>
                </a:cubicBezTo>
                <a:cubicBezTo>
                  <a:pt x="13503" y="18655"/>
                  <a:pt x="15072" y="18017"/>
                  <a:pt x="16278" y="16972"/>
                </a:cubicBezTo>
                <a:lnTo>
                  <a:pt x="16972" y="17666"/>
                </a:lnTo>
                <a:cubicBezTo>
                  <a:pt x="16969" y="17668"/>
                  <a:pt x="16967" y="17671"/>
                  <a:pt x="16965" y="17673"/>
                </a:cubicBezTo>
                <a:lnTo>
                  <a:pt x="16979" y="17673"/>
                </a:lnTo>
                <a:lnTo>
                  <a:pt x="20762" y="21457"/>
                </a:lnTo>
                <a:cubicBezTo>
                  <a:pt x="20851" y="21546"/>
                  <a:pt x="20974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6972" y="16278"/>
                  <a:pt x="16972" y="1627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Shape 2614"/>
          <p:cNvSpPr/>
          <p:nvPr/>
        </p:nvSpPr>
        <p:spPr>
          <a:xfrm>
            <a:off x="8288280" y="22795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Shape 2615"/>
          <p:cNvSpPr/>
          <p:nvPr/>
        </p:nvSpPr>
        <p:spPr>
          <a:xfrm>
            <a:off x="4687920" y="267984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Shape 2616"/>
          <p:cNvSpPr/>
          <p:nvPr/>
        </p:nvSpPr>
        <p:spPr>
          <a:xfrm>
            <a:off x="5087880" y="2689200"/>
            <a:ext cx="209520" cy="19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Shape 2617"/>
          <p:cNvSpPr/>
          <p:nvPr/>
        </p:nvSpPr>
        <p:spPr>
          <a:xfrm>
            <a:off x="5487840" y="2698920"/>
            <a:ext cx="209520" cy="171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Shape 2618"/>
          <p:cNvSpPr/>
          <p:nvPr/>
        </p:nvSpPr>
        <p:spPr>
          <a:xfrm>
            <a:off x="5888160" y="2679840"/>
            <a:ext cx="209520" cy="209520"/>
          </a:xfrm>
          <a:custGeom>
            <a:avLst/>
            <a:gdLst/>
            <a:ahLst/>
            <a:rect l="l" t="t" r="r" b="b"/>
            <a:pathLst>
              <a:path w="21278" h="2160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Shape 2619"/>
          <p:cNvSpPr/>
          <p:nvPr/>
        </p:nvSpPr>
        <p:spPr>
          <a:xfrm>
            <a:off x="6288120" y="2679840"/>
            <a:ext cx="209520" cy="209520"/>
          </a:xfrm>
          <a:custGeom>
            <a:avLst/>
            <a:gdLst/>
            <a:ahLst/>
            <a:rect l="l" t="t" r="r" b="b"/>
            <a:pathLst>
              <a:path w="21600" h="21583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" name="Shape 2620"/>
          <p:cNvSpPr/>
          <p:nvPr/>
        </p:nvSpPr>
        <p:spPr>
          <a:xfrm>
            <a:off x="6688080" y="2689200"/>
            <a:ext cx="209520" cy="190440"/>
          </a:xfrm>
          <a:custGeom>
            <a:avLst/>
            <a:gdLst/>
            <a:ahLst/>
            <a:rect l="l" t="t" r="r" b="b"/>
            <a:pathLst>
              <a:path w="21600" h="21144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Shape 2621"/>
          <p:cNvSpPr/>
          <p:nvPr/>
        </p:nvSpPr>
        <p:spPr>
          <a:xfrm>
            <a:off x="7088040" y="2717640"/>
            <a:ext cx="209520" cy="133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Shape 2622"/>
          <p:cNvSpPr/>
          <p:nvPr/>
        </p:nvSpPr>
        <p:spPr>
          <a:xfrm>
            <a:off x="7488360" y="267984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Shape 2623"/>
          <p:cNvSpPr/>
          <p:nvPr/>
        </p:nvSpPr>
        <p:spPr>
          <a:xfrm>
            <a:off x="7888320" y="267984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7364" y="13255"/>
                </a:moveTo>
                <a:lnTo>
                  <a:pt x="5400" y="13255"/>
                </a:lnTo>
                <a:lnTo>
                  <a:pt x="5400" y="15218"/>
                </a:lnTo>
                <a:lnTo>
                  <a:pt x="7364" y="15218"/>
                </a:lnTo>
                <a:cubicBezTo>
                  <a:pt x="7364" y="15218"/>
                  <a:pt x="7364" y="13255"/>
                  <a:pt x="7364" y="13255"/>
                </a:cubicBezTo>
                <a:close/>
                <a:moveTo>
                  <a:pt x="7364" y="16691"/>
                </a:moveTo>
                <a:lnTo>
                  <a:pt x="5400" y="16691"/>
                </a:lnTo>
                <a:lnTo>
                  <a:pt x="5400" y="18655"/>
                </a:lnTo>
                <a:lnTo>
                  <a:pt x="7364" y="18655"/>
                </a:lnTo>
                <a:cubicBezTo>
                  <a:pt x="7364" y="18655"/>
                  <a:pt x="7364" y="16691"/>
                  <a:pt x="7364" y="16691"/>
                </a:cubicBezTo>
                <a:close/>
                <a:moveTo>
                  <a:pt x="7364" y="9818"/>
                </a:moveTo>
                <a:lnTo>
                  <a:pt x="5400" y="9818"/>
                </a:lnTo>
                <a:lnTo>
                  <a:pt x="5400" y="11782"/>
                </a:lnTo>
                <a:lnTo>
                  <a:pt x="7364" y="11782"/>
                </a:lnTo>
                <a:cubicBezTo>
                  <a:pt x="7364" y="11782"/>
                  <a:pt x="7364" y="9818"/>
                  <a:pt x="7364" y="9818"/>
                </a:cubicBezTo>
                <a:close/>
                <a:moveTo>
                  <a:pt x="4418" y="16691"/>
                </a:moveTo>
                <a:lnTo>
                  <a:pt x="2455" y="16691"/>
                </a:lnTo>
                <a:lnTo>
                  <a:pt x="2455" y="18655"/>
                </a:lnTo>
                <a:lnTo>
                  <a:pt x="4418" y="18655"/>
                </a:lnTo>
                <a:cubicBezTo>
                  <a:pt x="4418" y="18655"/>
                  <a:pt x="4418" y="16691"/>
                  <a:pt x="4418" y="1669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2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8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4418" y="9818"/>
                </a:moveTo>
                <a:lnTo>
                  <a:pt x="2455" y="9818"/>
                </a:lnTo>
                <a:lnTo>
                  <a:pt x="2455" y="11782"/>
                </a:lnTo>
                <a:lnTo>
                  <a:pt x="4418" y="11782"/>
                </a:lnTo>
                <a:cubicBezTo>
                  <a:pt x="4418" y="11782"/>
                  <a:pt x="4418" y="9818"/>
                  <a:pt x="4418" y="9818"/>
                </a:cubicBezTo>
                <a:close/>
                <a:moveTo>
                  <a:pt x="4418" y="13255"/>
                </a:moveTo>
                <a:lnTo>
                  <a:pt x="2455" y="13255"/>
                </a:lnTo>
                <a:lnTo>
                  <a:pt x="2455" y="15218"/>
                </a:lnTo>
                <a:lnTo>
                  <a:pt x="4418" y="15218"/>
                </a:lnTo>
                <a:cubicBezTo>
                  <a:pt x="4418" y="15218"/>
                  <a:pt x="4418" y="13255"/>
                  <a:pt x="4418" y="13255"/>
                </a:cubicBezTo>
                <a:close/>
                <a:moveTo>
                  <a:pt x="10309" y="16691"/>
                </a:moveTo>
                <a:lnTo>
                  <a:pt x="8345" y="16691"/>
                </a:lnTo>
                <a:lnTo>
                  <a:pt x="8345" y="18655"/>
                </a:lnTo>
                <a:lnTo>
                  <a:pt x="10309" y="18655"/>
                </a:lnTo>
                <a:cubicBezTo>
                  <a:pt x="10309" y="18655"/>
                  <a:pt x="10309" y="16691"/>
                  <a:pt x="10309" y="16691"/>
                </a:cubicBezTo>
                <a:close/>
                <a:moveTo>
                  <a:pt x="10309" y="9818"/>
                </a:moveTo>
                <a:lnTo>
                  <a:pt x="8345" y="9818"/>
                </a:lnTo>
                <a:lnTo>
                  <a:pt x="8345" y="11782"/>
                </a:lnTo>
                <a:lnTo>
                  <a:pt x="10309" y="11782"/>
                </a:lnTo>
                <a:cubicBezTo>
                  <a:pt x="10309" y="11782"/>
                  <a:pt x="10309" y="9818"/>
                  <a:pt x="10309" y="9818"/>
                </a:cubicBezTo>
                <a:close/>
                <a:moveTo>
                  <a:pt x="10309" y="13255"/>
                </a:moveTo>
                <a:lnTo>
                  <a:pt x="8345" y="13255"/>
                </a:lnTo>
                <a:lnTo>
                  <a:pt x="8345" y="15218"/>
                </a:lnTo>
                <a:lnTo>
                  <a:pt x="10309" y="15218"/>
                </a:lnTo>
                <a:cubicBezTo>
                  <a:pt x="10309" y="15218"/>
                  <a:pt x="10309" y="13255"/>
                  <a:pt x="10309" y="13255"/>
                </a:cubicBezTo>
                <a:close/>
                <a:moveTo>
                  <a:pt x="19145" y="13255"/>
                </a:moveTo>
                <a:lnTo>
                  <a:pt x="17182" y="13255"/>
                </a:lnTo>
                <a:lnTo>
                  <a:pt x="17182" y="15218"/>
                </a:lnTo>
                <a:lnTo>
                  <a:pt x="19145" y="15218"/>
                </a:lnTo>
                <a:cubicBezTo>
                  <a:pt x="19145" y="15218"/>
                  <a:pt x="19145" y="13255"/>
                  <a:pt x="19145" y="13255"/>
                </a:cubicBezTo>
                <a:close/>
                <a:moveTo>
                  <a:pt x="16200" y="13255"/>
                </a:moveTo>
                <a:lnTo>
                  <a:pt x="14236" y="13255"/>
                </a:lnTo>
                <a:lnTo>
                  <a:pt x="14236" y="15218"/>
                </a:lnTo>
                <a:lnTo>
                  <a:pt x="16200" y="15218"/>
                </a:lnTo>
                <a:cubicBezTo>
                  <a:pt x="16200" y="15218"/>
                  <a:pt x="16200" y="13255"/>
                  <a:pt x="16200" y="13255"/>
                </a:cubicBezTo>
                <a:close/>
                <a:moveTo>
                  <a:pt x="19145" y="9818"/>
                </a:moveTo>
                <a:lnTo>
                  <a:pt x="17182" y="9818"/>
                </a:lnTo>
                <a:lnTo>
                  <a:pt x="17182" y="11782"/>
                </a:lnTo>
                <a:lnTo>
                  <a:pt x="19145" y="11782"/>
                </a:lnTo>
                <a:cubicBezTo>
                  <a:pt x="19145" y="11782"/>
                  <a:pt x="19145" y="9818"/>
                  <a:pt x="19145" y="9818"/>
                </a:cubicBezTo>
                <a:close/>
                <a:moveTo>
                  <a:pt x="16200" y="9818"/>
                </a:moveTo>
                <a:lnTo>
                  <a:pt x="14236" y="9818"/>
                </a:lnTo>
                <a:lnTo>
                  <a:pt x="14236" y="11782"/>
                </a:lnTo>
                <a:lnTo>
                  <a:pt x="16200" y="11782"/>
                </a:lnTo>
                <a:cubicBezTo>
                  <a:pt x="16200" y="11782"/>
                  <a:pt x="16200" y="9818"/>
                  <a:pt x="16200" y="9818"/>
                </a:cubicBezTo>
                <a:close/>
                <a:moveTo>
                  <a:pt x="13255" y="16691"/>
                </a:moveTo>
                <a:lnTo>
                  <a:pt x="11291" y="16691"/>
                </a:lnTo>
                <a:lnTo>
                  <a:pt x="11291" y="18655"/>
                </a:lnTo>
                <a:lnTo>
                  <a:pt x="13255" y="18655"/>
                </a:lnTo>
                <a:cubicBezTo>
                  <a:pt x="13255" y="18655"/>
                  <a:pt x="13255" y="16691"/>
                  <a:pt x="13255" y="16691"/>
                </a:cubicBezTo>
                <a:close/>
                <a:moveTo>
                  <a:pt x="13255" y="9818"/>
                </a:moveTo>
                <a:lnTo>
                  <a:pt x="11291" y="9818"/>
                </a:lnTo>
                <a:lnTo>
                  <a:pt x="11291" y="11782"/>
                </a:lnTo>
                <a:lnTo>
                  <a:pt x="13255" y="11782"/>
                </a:lnTo>
                <a:cubicBezTo>
                  <a:pt x="13255" y="11782"/>
                  <a:pt x="13255" y="9818"/>
                  <a:pt x="13255" y="9818"/>
                </a:cubicBezTo>
                <a:close/>
                <a:moveTo>
                  <a:pt x="13255" y="13255"/>
                </a:moveTo>
                <a:lnTo>
                  <a:pt x="11291" y="13255"/>
                </a:lnTo>
                <a:lnTo>
                  <a:pt x="11291" y="15218"/>
                </a:lnTo>
                <a:lnTo>
                  <a:pt x="13255" y="15218"/>
                </a:lnTo>
                <a:cubicBezTo>
                  <a:pt x="13255" y="15218"/>
                  <a:pt x="13255" y="13255"/>
                  <a:pt x="13255" y="132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Shape 2624"/>
          <p:cNvSpPr/>
          <p:nvPr/>
        </p:nvSpPr>
        <p:spPr>
          <a:xfrm>
            <a:off x="8288280" y="267984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Shape 2625"/>
          <p:cNvSpPr/>
          <p:nvPr/>
        </p:nvSpPr>
        <p:spPr>
          <a:xfrm>
            <a:off x="4687920" y="3098880"/>
            <a:ext cx="209520" cy="171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Shape 2626"/>
          <p:cNvSpPr/>
          <p:nvPr/>
        </p:nvSpPr>
        <p:spPr>
          <a:xfrm>
            <a:off x="5106960" y="3079800"/>
            <a:ext cx="17136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Shape 2627"/>
          <p:cNvSpPr/>
          <p:nvPr/>
        </p:nvSpPr>
        <p:spPr>
          <a:xfrm>
            <a:off x="5521320" y="3079800"/>
            <a:ext cx="1429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8720" y="19636"/>
                </a:moveTo>
                <a:cubicBezTo>
                  <a:pt x="18623" y="20154"/>
                  <a:pt x="18075" y="20618"/>
                  <a:pt x="17280" y="20618"/>
                </a:cubicBezTo>
                <a:lnTo>
                  <a:pt x="4320" y="20618"/>
                </a:lnTo>
                <a:cubicBezTo>
                  <a:pt x="3525" y="20618"/>
                  <a:pt x="2989" y="20160"/>
                  <a:pt x="2880" y="19636"/>
                </a:cubicBezTo>
                <a:lnTo>
                  <a:pt x="1483" y="3927"/>
                </a:lnTo>
                <a:lnTo>
                  <a:pt x="20117" y="3927"/>
                </a:lnTo>
                <a:cubicBezTo>
                  <a:pt x="20117" y="3927"/>
                  <a:pt x="18720" y="19636"/>
                  <a:pt x="18720" y="19636"/>
                </a:cubicBezTo>
                <a:close/>
                <a:moveTo>
                  <a:pt x="4529" y="2227"/>
                </a:moveTo>
                <a:cubicBezTo>
                  <a:pt x="4971" y="2122"/>
                  <a:pt x="5311" y="1878"/>
                  <a:pt x="5440" y="1571"/>
                </a:cubicBezTo>
                <a:cubicBezTo>
                  <a:pt x="5563" y="1278"/>
                  <a:pt x="6084" y="982"/>
                  <a:pt x="6840" y="982"/>
                </a:cubicBezTo>
                <a:cubicBezTo>
                  <a:pt x="7596" y="982"/>
                  <a:pt x="8117" y="1094"/>
                  <a:pt x="8240" y="1387"/>
                </a:cubicBezTo>
                <a:cubicBezTo>
                  <a:pt x="8286" y="1495"/>
                  <a:pt x="8358" y="1598"/>
                  <a:pt x="8454" y="1688"/>
                </a:cubicBezTo>
                <a:cubicBezTo>
                  <a:pt x="8957" y="2167"/>
                  <a:pt x="9732" y="2442"/>
                  <a:pt x="10577" y="2442"/>
                </a:cubicBezTo>
                <a:cubicBezTo>
                  <a:pt x="11235" y="2442"/>
                  <a:pt x="11854" y="2268"/>
                  <a:pt x="12300" y="1947"/>
                </a:cubicBezTo>
                <a:cubicBezTo>
                  <a:pt x="12697" y="1647"/>
                  <a:pt x="13446" y="1473"/>
                  <a:pt x="14760" y="1473"/>
                </a:cubicBezTo>
                <a:cubicBezTo>
                  <a:pt x="16059" y="1473"/>
                  <a:pt x="16752" y="1940"/>
                  <a:pt x="16920" y="2209"/>
                </a:cubicBezTo>
                <a:cubicBezTo>
                  <a:pt x="17107" y="2509"/>
                  <a:pt x="17391" y="2750"/>
                  <a:pt x="17688" y="2945"/>
                </a:cubicBezTo>
                <a:lnTo>
                  <a:pt x="2830" y="2945"/>
                </a:lnTo>
                <a:cubicBezTo>
                  <a:pt x="3170" y="2668"/>
                  <a:pt x="3770" y="2408"/>
                  <a:pt x="4529" y="2227"/>
                </a:cubicBezTo>
                <a:moveTo>
                  <a:pt x="20880" y="2945"/>
                </a:moveTo>
                <a:lnTo>
                  <a:pt x="19676" y="2945"/>
                </a:lnTo>
                <a:cubicBezTo>
                  <a:pt x="19217" y="2693"/>
                  <a:pt x="18780" y="2403"/>
                  <a:pt x="18405" y="1964"/>
                </a:cubicBezTo>
                <a:cubicBezTo>
                  <a:pt x="17787" y="1241"/>
                  <a:pt x="16749" y="491"/>
                  <a:pt x="14760" y="491"/>
                </a:cubicBezTo>
                <a:cubicBezTo>
                  <a:pt x="13012" y="491"/>
                  <a:pt x="11880" y="798"/>
                  <a:pt x="11231" y="1289"/>
                </a:cubicBezTo>
                <a:cubicBezTo>
                  <a:pt x="11081" y="1397"/>
                  <a:pt x="10839" y="1461"/>
                  <a:pt x="10577" y="1461"/>
                </a:cubicBezTo>
                <a:cubicBezTo>
                  <a:pt x="10245" y="1461"/>
                  <a:pt x="9879" y="1359"/>
                  <a:pt x="9624" y="1116"/>
                </a:cubicBezTo>
                <a:cubicBezTo>
                  <a:pt x="9310" y="370"/>
                  <a:pt x="8188" y="0"/>
                  <a:pt x="6840" y="0"/>
                </a:cubicBezTo>
                <a:cubicBezTo>
                  <a:pt x="5492" y="0"/>
                  <a:pt x="4370" y="554"/>
                  <a:pt x="4056" y="1300"/>
                </a:cubicBezTo>
                <a:cubicBezTo>
                  <a:pt x="2613" y="1643"/>
                  <a:pt x="1555" y="2238"/>
                  <a:pt x="1211" y="2945"/>
                </a:cubicBezTo>
                <a:lnTo>
                  <a:pt x="720" y="2945"/>
                </a:lnTo>
                <a:cubicBezTo>
                  <a:pt x="323" y="2945"/>
                  <a:pt x="0" y="3165"/>
                  <a:pt x="0" y="3436"/>
                </a:cubicBezTo>
                <a:lnTo>
                  <a:pt x="0" y="3437"/>
                </a:lnTo>
                <a:lnTo>
                  <a:pt x="1440" y="19636"/>
                </a:lnTo>
                <a:cubicBezTo>
                  <a:pt x="1672" y="20711"/>
                  <a:pt x="2730" y="21600"/>
                  <a:pt x="4320" y="21600"/>
                </a:cubicBezTo>
                <a:lnTo>
                  <a:pt x="17280" y="21600"/>
                </a:lnTo>
                <a:cubicBezTo>
                  <a:pt x="18870" y="21600"/>
                  <a:pt x="19890" y="20700"/>
                  <a:pt x="20160" y="19636"/>
                </a:cubicBezTo>
                <a:lnTo>
                  <a:pt x="21600" y="3437"/>
                </a:lnTo>
                <a:lnTo>
                  <a:pt x="21600" y="3436"/>
                </a:lnTo>
                <a:cubicBezTo>
                  <a:pt x="21600" y="3165"/>
                  <a:pt x="21277" y="2945"/>
                  <a:pt x="20880" y="2945"/>
                </a:cubicBezTo>
                <a:moveTo>
                  <a:pt x="6507" y="18655"/>
                </a:moveTo>
                <a:cubicBezTo>
                  <a:pt x="6904" y="18644"/>
                  <a:pt x="7214" y="18417"/>
                  <a:pt x="7200" y="18146"/>
                </a:cubicBezTo>
                <a:lnTo>
                  <a:pt x="6139" y="6377"/>
                </a:lnTo>
                <a:cubicBezTo>
                  <a:pt x="6125" y="6106"/>
                  <a:pt x="5791" y="5895"/>
                  <a:pt x="5394" y="5904"/>
                </a:cubicBezTo>
                <a:cubicBezTo>
                  <a:pt x="4996" y="5915"/>
                  <a:pt x="4686" y="6142"/>
                  <a:pt x="4700" y="6413"/>
                </a:cubicBezTo>
                <a:lnTo>
                  <a:pt x="5761" y="18182"/>
                </a:lnTo>
                <a:cubicBezTo>
                  <a:pt x="5775" y="18453"/>
                  <a:pt x="6109" y="18664"/>
                  <a:pt x="6507" y="18655"/>
                </a:cubicBezTo>
                <a:moveTo>
                  <a:pt x="10800" y="18655"/>
                </a:moveTo>
                <a:cubicBezTo>
                  <a:pt x="11197" y="18655"/>
                  <a:pt x="11520" y="18435"/>
                  <a:pt x="11520" y="18164"/>
                </a:cubicBezTo>
                <a:lnTo>
                  <a:pt x="11520" y="6382"/>
                </a:lnTo>
                <a:cubicBezTo>
                  <a:pt x="11520" y="6110"/>
                  <a:pt x="11197" y="5891"/>
                  <a:pt x="10800" y="5891"/>
                </a:cubicBezTo>
                <a:cubicBezTo>
                  <a:pt x="10403" y="5891"/>
                  <a:pt x="10080" y="6110"/>
                  <a:pt x="10080" y="6382"/>
                </a:cubicBezTo>
                <a:lnTo>
                  <a:pt x="10080" y="18164"/>
                </a:lnTo>
                <a:cubicBezTo>
                  <a:pt x="10080" y="18435"/>
                  <a:pt x="10403" y="18655"/>
                  <a:pt x="10800" y="18655"/>
                </a:cubicBezTo>
                <a:moveTo>
                  <a:pt x="15095" y="18654"/>
                </a:moveTo>
                <a:cubicBezTo>
                  <a:pt x="15494" y="18664"/>
                  <a:pt x="15827" y="18452"/>
                  <a:pt x="15841" y="18181"/>
                </a:cubicBezTo>
                <a:lnTo>
                  <a:pt x="16886" y="6413"/>
                </a:lnTo>
                <a:cubicBezTo>
                  <a:pt x="16900" y="6142"/>
                  <a:pt x="16590" y="5914"/>
                  <a:pt x="16192" y="5904"/>
                </a:cubicBezTo>
                <a:cubicBezTo>
                  <a:pt x="15795" y="5895"/>
                  <a:pt x="15461" y="6106"/>
                  <a:pt x="15447" y="6377"/>
                </a:cubicBezTo>
                <a:lnTo>
                  <a:pt x="14402" y="18146"/>
                </a:lnTo>
                <a:cubicBezTo>
                  <a:pt x="14388" y="18417"/>
                  <a:pt x="14699" y="18644"/>
                  <a:pt x="15095" y="1865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Shape 2628"/>
          <p:cNvSpPr/>
          <p:nvPr/>
        </p:nvSpPr>
        <p:spPr>
          <a:xfrm>
            <a:off x="5888160" y="30798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Shape 2629"/>
          <p:cNvSpPr/>
          <p:nvPr/>
        </p:nvSpPr>
        <p:spPr>
          <a:xfrm>
            <a:off x="6288120" y="30798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Shape 2630"/>
          <p:cNvSpPr/>
          <p:nvPr/>
        </p:nvSpPr>
        <p:spPr>
          <a:xfrm>
            <a:off x="6735600" y="3079800"/>
            <a:ext cx="1144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Shape 2631"/>
          <p:cNvSpPr/>
          <p:nvPr/>
        </p:nvSpPr>
        <p:spPr>
          <a:xfrm>
            <a:off x="7088040" y="3098880"/>
            <a:ext cx="209520" cy="171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9636" y="3600"/>
                </a:moveTo>
                <a:lnTo>
                  <a:pt x="1964" y="3600"/>
                </a:lnTo>
                <a:lnTo>
                  <a:pt x="1964" y="1200"/>
                </a:lnTo>
                <a:lnTo>
                  <a:pt x="19636" y="1200"/>
                </a:lnTo>
                <a:cubicBezTo>
                  <a:pt x="19636" y="1200"/>
                  <a:pt x="19636" y="3600"/>
                  <a:pt x="19636" y="3600"/>
                </a:cubicBezTo>
                <a:close/>
                <a:moveTo>
                  <a:pt x="17182" y="6000"/>
                </a:moveTo>
                <a:lnTo>
                  <a:pt x="17182" y="4800"/>
                </a:lnTo>
                <a:lnTo>
                  <a:pt x="19145" y="4800"/>
                </a:lnTo>
                <a:lnTo>
                  <a:pt x="19145" y="6000"/>
                </a:lnTo>
                <a:cubicBezTo>
                  <a:pt x="19145" y="6662"/>
                  <a:pt x="18705" y="7200"/>
                  <a:pt x="18164" y="7200"/>
                </a:cubicBezTo>
                <a:cubicBezTo>
                  <a:pt x="17621" y="7200"/>
                  <a:pt x="17182" y="6662"/>
                  <a:pt x="17182" y="6000"/>
                </a:cubicBezTo>
                <a:moveTo>
                  <a:pt x="14236" y="6000"/>
                </a:moveTo>
                <a:lnTo>
                  <a:pt x="14236" y="4800"/>
                </a:lnTo>
                <a:lnTo>
                  <a:pt x="16200" y="4800"/>
                </a:lnTo>
                <a:lnTo>
                  <a:pt x="16200" y="6000"/>
                </a:lnTo>
                <a:cubicBezTo>
                  <a:pt x="16200" y="6662"/>
                  <a:pt x="15760" y="7200"/>
                  <a:pt x="15218" y="7200"/>
                </a:cubicBezTo>
                <a:cubicBezTo>
                  <a:pt x="14675" y="7200"/>
                  <a:pt x="14236" y="6662"/>
                  <a:pt x="14236" y="6000"/>
                </a:cubicBezTo>
                <a:moveTo>
                  <a:pt x="11291" y="6000"/>
                </a:moveTo>
                <a:lnTo>
                  <a:pt x="11291" y="4800"/>
                </a:lnTo>
                <a:lnTo>
                  <a:pt x="13255" y="4800"/>
                </a:lnTo>
                <a:lnTo>
                  <a:pt x="13255" y="6000"/>
                </a:lnTo>
                <a:cubicBezTo>
                  <a:pt x="13255" y="6662"/>
                  <a:pt x="12814" y="7200"/>
                  <a:pt x="12273" y="7200"/>
                </a:cubicBezTo>
                <a:cubicBezTo>
                  <a:pt x="11730" y="7200"/>
                  <a:pt x="11291" y="6662"/>
                  <a:pt x="11291" y="6000"/>
                </a:cubicBezTo>
                <a:moveTo>
                  <a:pt x="8345" y="6000"/>
                </a:moveTo>
                <a:lnTo>
                  <a:pt x="8345" y="4800"/>
                </a:lnTo>
                <a:lnTo>
                  <a:pt x="10309" y="4800"/>
                </a:lnTo>
                <a:lnTo>
                  <a:pt x="10309" y="6000"/>
                </a:lnTo>
                <a:cubicBezTo>
                  <a:pt x="10309" y="6662"/>
                  <a:pt x="9869" y="7200"/>
                  <a:pt x="9327" y="7200"/>
                </a:cubicBezTo>
                <a:cubicBezTo>
                  <a:pt x="8785" y="7200"/>
                  <a:pt x="8345" y="6662"/>
                  <a:pt x="8345" y="6000"/>
                </a:cubicBezTo>
                <a:moveTo>
                  <a:pt x="5400" y="6000"/>
                </a:moveTo>
                <a:lnTo>
                  <a:pt x="5400" y="4800"/>
                </a:lnTo>
                <a:lnTo>
                  <a:pt x="7364" y="4800"/>
                </a:lnTo>
                <a:lnTo>
                  <a:pt x="7364" y="6000"/>
                </a:lnTo>
                <a:cubicBezTo>
                  <a:pt x="7364" y="6662"/>
                  <a:pt x="6924" y="7200"/>
                  <a:pt x="6382" y="7200"/>
                </a:cubicBezTo>
                <a:cubicBezTo>
                  <a:pt x="5839" y="7200"/>
                  <a:pt x="5400" y="6662"/>
                  <a:pt x="5400" y="6000"/>
                </a:cubicBezTo>
                <a:moveTo>
                  <a:pt x="2455" y="6000"/>
                </a:moveTo>
                <a:lnTo>
                  <a:pt x="2455" y="4800"/>
                </a:lnTo>
                <a:lnTo>
                  <a:pt x="4418" y="4800"/>
                </a:lnTo>
                <a:lnTo>
                  <a:pt x="4418" y="6000"/>
                </a:lnTo>
                <a:cubicBezTo>
                  <a:pt x="4418" y="6662"/>
                  <a:pt x="3978" y="7200"/>
                  <a:pt x="3436" y="7200"/>
                </a:cubicBezTo>
                <a:cubicBezTo>
                  <a:pt x="2894" y="7200"/>
                  <a:pt x="2455" y="6662"/>
                  <a:pt x="2455" y="6000"/>
                </a:cubicBezTo>
                <a:moveTo>
                  <a:pt x="19636" y="20400"/>
                </a:moveTo>
                <a:lnTo>
                  <a:pt x="12764" y="20400"/>
                </a:lnTo>
                <a:lnTo>
                  <a:pt x="12764" y="13800"/>
                </a:lnTo>
                <a:cubicBezTo>
                  <a:pt x="12764" y="13469"/>
                  <a:pt x="12544" y="13200"/>
                  <a:pt x="12273" y="13200"/>
                </a:cubicBezTo>
                <a:lnTo>
                  <a:pt x="9327" y="13200"/>
                </a:lnTo>
                <a:cubicBezTo>
                  <a:pt x="9056" y="13200"/>
                  <a:pt x="8836" y="13469"/>
                  <a:pt x="8836" y="13800"/>
                </a:cubicBezTo>
                <a:lnTo>
                  <a:pt x="8836" y="20400"/>
                </a:lnTo>
                <a:lnTo>
                  <a:pt x="1964" y="20400"/>
                </a:lnTo>
                <a:lnTo>
                  <a:pt x="1964" y="7573"/>
                </a:lnTo>
                <a:cubicBezTo>
                  <a:pt x="2324" y="8076"/>
                  <a:pt x="2847" y="8400"/>
                  <a:pt x="3436" y="8400"/>
                </a:cubicBezTo>
                <a:cubicBezTo>
                  <a:pt x="4026" y="8400"/>
                  <a:pt x="4549" y="8076"/>
                  <a:pt x="4909" y="7573"/>
                </a:cubicBezTo>
                <a:cubicBezTo>
                  <a:pt x="5269" y="8076"/>
                  <a:pt x="5792" y="8400"/>
                  <a:pt x="6382" y="8400"/>
                </a:cubicBezTo>
                <a:cubicBezTo>
                  <a:pt x="6971" y="8400"/>
                  <a:pt x="7495" y="8076"/>
                  <a:pt x="7855" y="7573"/>
                </a:cubicBezTo>
                <a:cubicBezTo>
                  <a:pt x="8215" y="8076"/>
                  <a:pt x="8738" y="8400"/>
                  <a:pt x="9327" y="8400"/>
                </a:cubicBezTo>
                <a:cubicBezTo>
                  <a:pt x="9917" y="8400"/>
                  <a:pt x="10440" y="8076"/>
                  <a:pt x="10800" y="7573"/>
                </a:cubicBezTo>
                <a:cubicBezTo>
                  <a:pt x="11160" y="8076"/>
                  <a:pt x="11683" y="8400"/>
                  <a:pt x="12273" y="8400"/>
                </a:cubicBezTo>
                <a:cubicBezTo>
                  <a:pt x="12862" y="8400"/>
                  <a:pt x="13385" y="8076"/>
                  <a:pt x="13745" y="7573"/>
                </a:cubicBezTo>
                <a:cubicBezTo>
                  <a:pt x="14105" y="8076"/>
                  <a:pt x="14629" y="8400"/>
                  <a:pt x="15218" y="8400"/>
                </a:cubicBezTo>
                <a:cubicBezTo>
                  <a:pt x="15808" y="8400"/>
                  <a:pt x="16331" y="8076"/>
                  <a:pt x="16691" y="7573"/>
                </a:cubicBezTo>
                <a:cubicBezTo>
                  <a:pt x="17051" y="8076"/>
                  <a:pt x="17574" y="8400"/>
                  <a:pt x="18164" y="8400"/>
                </a:cubicBezTo>
                <a:cubicBezTo>
                  <a:pt x="18753" y="8400"/>
                  <a:pt x="19276" y="8076"/>
                  <a:pt x="19636" y="7573"/>
                </a:cubicBezTo>
                <a:cubicBezTo>
                  <a:pt x="19636" y="7573"/>
                  <a:pt x="19636" y="20400"/>
                  <a:pt x="19636" y="20400"/>
                </a:cubicBezTo>
                <a:close/>
                <a:moveTo>
                  <a:pt x="11782" y="20400"/>
                </a:moveTo>
                <a:lnTo>
                  <a:pt x="9818" y="204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20400"/>
                  <a:pt x="11782" y="20400"/>
                </a:cubicBezTo>
                <a:close/>
                <a:moveTo>
                  <a:pt x="21109" y="20400"/>
                </a:moveTo>
                <a:lnTo>
                  <a:pt x="20618" y="20400"/>
                </a:lnTo>
                <a:lnTo>
                  <a:pt x="20618" y="4800"/>
                </a:lnTo>
                <a:lnTo>
                  <a:pt x="21109" y="4800"/>
                </a:lnTo>
                <a:cubicBezTo>
                  <a:pt x="21380" y="4800"/>
                  <a:pt x="21600" y="4532"/>
                  <a:pt x="21600" y="4200"/>
                </a:cubicBezTo>
                <a:cubicBezTo>
                  <a:pt x="21600" y="3868"/>
                  <a:pt x="21380" y="3600"/>
                  <a:pt x="21109" y="3600"/>
                </a:cubicBezTo>
                <a:lnTo>
                  <a:pt x="20618" y="3600"/>
                </a:lnTo>
                <a:lnTo>
                  <a:pt x="20618" y="1200"/>
                </a:lnTo>
                <a:cubicBezTo>
                  <a:pt x="20618" y="538"/>
                  <a:pt x="20178" y="0"/>
                  <a:pt x="19636" y="0"/>
                </a:cubicBezTo>
                <a:lnTo>
                  <a:pt x="1964" y="0"/>
                </a:lnTo>
                <a:cubicBezTo>
                  <a:pt x="1421" y="0"/>
                  <a:pt x="982" y="538"/>
                  <a:pt x="982" y="1200"/>
                </a:cubicBezTo>
                <a:lnTo>
                  <a:pt x="982" y="3600"/>
                </a:lnTo>
                <a:lnTo>
                  <a:pt x="491" y="3600"/>
                </a:lnTo>
                <a:cubicBezTo>
                  <a:pt x="220" y="3600"/>
                  <a:pt x="0" y="3868"/>
                  <a:pt x="0" y="4200"/>
                </a:cubicBezTo>
                <a:cubicBezTo>
                  <a:pt x="0" y="4532"/>
                  <a:pt x="220" y="4800"/>
                  <a:pt x="491" y="4800"/>
                </a:cubicBezTo>
                <a:lnTo>
                  <a:pt x="982" y="4800"/>
                </a:lnTo>
                <a:lnTo>
                  <a:pt x="982" y="20400"/>
                </a:lnTo>
                <a:lnTo>
                  <a:pt x="491" y="20400"/>
                </a:lnTo>
                <a:cubicBezTo>
                  <a:pt x="220" y="20400"/>
                  <a:pt x="0" y="20669"/>
                  <a:pt x="0" y="21000"/>
                </a:cubicBez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cubicBezTo>
                  <a:pt x="21600" y="20669"/>
                  <a:pt x="21380" y="20400"/>
                  <a:pt x="21109" y="20400"/>
                </a:cubicBezTo>
                <a:moveTo>
                  <a:pt x="16691" y="16800"/>
                </a:moveTo>
                <a:lnTo>
                  <a:pt x="14727" y="16800"/>
                </a:lnTo>
                <a:lnTo>
                  <a:pt x="14727" y="14400"/>
                </a:lnTo>
                <a:lnTo>
                  <a:pt x="16691" y="14400"/>
                </a:lnTo>
                <a:cubicBezTo>
                  <a:pt x="16691" y="14400"/>
                  <a:pt x="16691" y="16800"/>
                  <a:pt x="16691" y="16800"/>
                </a:cubicBezTo>
                <a:close/>
                <a:moveTo>
                  <a:pt x="17182" y="13200"/>
                </a:moveTo>
                <a:lnTo>
                  <a:pt x="14236" y="13200"/>
                </a:lnTo>
                <a:cubicBezTo>
                  <a:pt x="13965" y="13200"/>
                  <a:pt x="13745" y="13469"/>
                  <a:pt x="13745" y="13800"/>
                </a:cubicBezTo>
                <a:lnTo>
                  <a:pt x="13745" y="17400"/>
                </a:lnTo>
                <a:cubicBezTo>
                  <a:pt x="13745" y="17732"/>
                  <a:pt x="13965" y="18000"/>
                  <a:pt x="14236" y="18000"/>
                </a:cubicBezTo>
                <a:lnTo>
                  <a:pt x="17182" y="18000"/>
                </a:lnTo>
                <a:cubicBezTo>
                  <a:pt x="17453" y="18000"/>
                  <a:pt x="17673" y="17732"/>
                  <a:pt x="17673" y="17400"/>
                </a:cubicBezTo>
                <a:lnTo>
                  <a:pt x="17673" y="13800"/>
                </a:lnTo>
                <a:cubicBezTo>
                  <a:pt x="17673" y="13469"/>
                  <a:pt x="17453" y="13200"/>
                  <a:pt x="17182" y="13200"/>
                </a:cubicBezTo>
                <a:moveTo>
                  <a:pt x="6873" y="16800"/>
                </a:moveTo>
                <a:lnTo>
                  <a:pt x="4909" y="16800"/>
                </a:lnTo>
                <a:lnTo>
                  <a:pt x="4909" y="14400"/>
                </a:lnTo>
                <a:lnTo>
                  <a:pt x="6873" y="14400"/>
                </a:lnTo>
                <a:cubicBezTo>
                  <a:pt x="6873" y="14400"/>
                  <a:pt x="6873" y="16800"/>
                  <a:pt x="6873" y="16800"/>
                </a:cubicBezTo>
                <a:close/>
                <a:moveTo>
                  <a:pt x="7364" y="13200"/>
                </a:moveTo>
                <a:lnTo>
                  <a:pt x="4418" y="13200"/>
                </a:lnTo>
                <a:cubicBezTo>
                  <a:pt x="4147" y="13200"/>
                  <a:pt x="3927" y="13469"/>
                  <a:pt x="3927" y="13800"/>
                </a:cubicBezTo>
                <a:lnTo>
                  <a:pt x="3927" y="17400"/>
                </a:lnTo>
                <a:cubicBezTo>
                  <a:pt x="3927" y="17732"/>
                  <a:pt x="4147" y="18000"/>
                  <a:pt x="4418" y="18000"/>
                </a:cubicBezTo>
                <a:lnTo>
                  <a:pt x="7364" y="18000"/>
                </a:lnTo>
                <a:cubicBezTo>
                  <a:pt x="7635" y="18000"/>
                  <a:pt x="7855" y="17732"/>
                  <a:pt x="7855" y="17400"/>
                </a:cubicBezTo>
                <a:lnTo>
                  <a:pt x="7855" y="13800"/>
                </a:lnTo>
                <a:cubicBezTo>
                  <a:pt x="7855" y="13469"/>
                  <a:pt x="7635" y="13200"/>
                  <a:pt x="7364" y="132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" name="Shape 2632"/>
          <p:cNvSpPr/>
          <p:nvPr/>
        </p:nvSpPr>
        <p:spPr>
          <a:xfrm>
            <a:off x="7507440" y="3079800"/>
            <a:ext cx="17136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Shape 2633"/>
          <p:cNvSpPr/>
          <p:nvPr/>
        </p:nvSpPr>
        <p:spPr>
          <a:xfrm>
            <a:off x="7888320" y="30798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" name="Shape 2634"/>
          <p:cNvSpPr/>
          <p:nvPr/>
        </p:nvSpPr>
        <p:spPr>
          <a:xfrm>
            <a:off x="8288280" y="30798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4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800" y="3145"/>
                </a:lnTo>
                <a:lnTo>
                  <a:pt x="11480" y="2491"/>
                </a:lnTo>
                <a:cubicBezTo>
                  <a:pt x="12493" y="1518"/>
                  <a:pt x="13820" y="982"/>
                  <a:pt x="15218" y="982"/>
                </a:cubicBezTo>
                <a:cubicBezTo>
                  <a:pt x="18196" y="982"/>
                  <a:pt x="20618" y="3404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4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6" name="Shape 2635"/>
          <p:cNvSpPr/>
          <p:nvPr/>
        </p:nvSpPr>
        <p:spPr>
          <a:xfrm>
            <a:off x="4156560" y="1081080"/>
            <a:ext cx="64512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4400" rIns="14400" tIns="14400" bIns="14400" anchor="ctr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General</a:t>
            </a:r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2637"/>
          <p:cNvSpPr/>
          <p:nvPr/>
        </p:nvSpPr>
        <p:spPr>
          <a:xfrm>
            <a:off x="708120" y="1069920"/>
            <a:ext cx="1141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5400" y="8836"/>
                </a:moveTo>
                <a:lnTo>
                  <a:pt x="16200" y="8836"/>
                </a:lnTo>
                <a:lnTo>
                  <a:pt x="16200" y="11782"/>
                </a:lnTo>
                <a:cubicBezTo>
                  <a:pt x="16200" y="13409"/>
                  <a:pt x="13783" y="14727"/>
                  <a:pt x="10800" y="14727"/>
                </a:cubicBezTo>
                <a:cubicBezTo>
                  <a:pt x="7817" y="14727"/>
                  <a:pt x="5400" y="13409"/>
                  <a:pt x="5400" y="11782"/>
                </a:cubicBezTo>
                <a:cubicBezTo>
                  <a:pt x="5400" y="11782"/>
                  <a:pt x="5400" y="8836"/>
                  <a:pt x="5400" y="8836"/>
                </a:cubicBezTo>
                <a:close/>
                <a:moveTo>
                  <a:pt x="5400" y="3927"/>
                </a:moveTo>
                <a:cubicBezTo>
                  <a:pt x="5400" y="2301"/>
                  <a:pt x="7817" y="982"/>
                  <a:pt x="10800" y="982"/>
                </a:cubicBezTo>
                <a:cubicBezTo>
                  <a:pt x="13783" y="982"/>
                  <a:pt x="16200" y="2301"/>
                  <a:pt x="16200" y="3927"/>
                </a:cubicBezTo>
                <a:lnTo>
                  <a:pt x="16200" y="7855"/>
                </a:lnTo>
                <a:lnTo>
                  <a:pt x="5400" y="7855"/>
                </a:lnTo>
                <a:cubicBezTo>
                  <a:pt x="5400" y="7855"/>
                  <a:pt x="5400" y="3927"/>
                  <a:pt x="5400" y="3927"/>
                </a:cubicBezTo>
                <a:close/>
                <a:moveTo>
                  <a:pt x="10800" y="15709"/>
                </a:moveTo>
                <a:cubicBezTo>
                  <a:pt x="14777" y="15709"/>
                  <a:pt x="18000" y="13951"/>
                  <a:pt x="18000" y="11782"/>
                </a:cubicBezTo>
                <a:lnTo>
                  <a:pt x="18000" y="3927"/>
                </a:lnTo>
                <a:cubicBezTo>
                  <a:pt x="18000" y="1758"/>
                  <a:pt x="14777" y="0"/>
                  <a:pt x="10800" y="0"/>
                </a:cubicBezTo>
                <a:cubicBezTo>
                  <a:pt x="6823" y="0"/>
                  <a:pt x="3600" y="1758"/>
                  <a:pt x="3600" y="3927"/>
                </a:cubicBezTo>
                <a:lnTo>
                  <a:pt x="3600" y="11782"/>
                </a:lnTo>
                <a:cubicBezTo>
                  <a:pt x="3600" y="13951"/>
                  <a:pt x="6823" y="15709"/>
                  <a:pt x="10800" y="15709"/>
                </a:cubicBezTo>
                <a:moveTo>
                  <a:pt x="21600" y="11782"/>
                </a:moveTo>
                <a:lnTo>
                  <a:pt x="21600" y="10309"/>
                </a:lnTo>
                <a:cubicBezTo>
                  <a:pt x="21600" y="10038"/>
                  <a:pt x="21197" y="9818"/>
                  <a:pt x="20700" y="9818"/>
                </a:cubicBezTo>
                <a:cubicBezTo>
                  <a:pt x="20203" y="9818"/>
                  <a:pt x="19800" y="10038"/>
                  <a:pt x="19800" y="10309"/>
                </a:cubicBezTo>
                <a:lnTo>
                  <a:pt x="19800" y="11782"/>
                </a:lnTo>
                <a:cubicBezTo>
                  <a:pt x="19800" y="14493"/>
                  <a:pt x="15771" y="16691"/>
                  <a:pt x="10800" y="16691"/>
                </a:cubicBezTo>
                <a:cubicBezTo>
                  <a:pt x="5829" y="16691"/>
                  <a:pt x="1800" y="14493"/>
                  <a:pt x="1800" y="11782"/>
                </a:cubicBezTo>
                <a:lnTo>
                  <a:pt x="1800" y="10309"/>
                </a:lnTo>
                <a:cubicBezTo>
                  <a:pt x="1800" y="10038"/>
                  <a:pt x="1397" y="9818"/>
                  <a:pt x="900" y="9818"/>
                </a:cubicBezTo>
                <a:cubicBezTo>
                  <a:pt x="403" y="9818"/>
                  <a:pt x="0" y="10038"/>
                  <a:pt x="0" y="10309"/>
                </a:cubicBezTo>
                <a:lnTo>
                  <a:pt x="0" y="11782"/>
                </a:lnTo>
                <a:cubicBezTo>
                  <a:pt x="0" y="14870"/>
                  <a:pt x="4358" y="17398"/>
                  <a:pt x="9900" y="17648"/>
                </a:cubicBezTo>
                <a:lnTo>
                  <a:pt x="9900" y="20618"/>
                </a:lnTo>
                <a:lnTo>
                  <a:pt x="3600" y="20618"/>
                </a:lnTo>
                <a:cubicBezTo>
                  <a:pt x="3103" y="20618"/>
                  <a:pt x="2700" y="20838"/>
                  <a:pt x="2700" y="21110"/>
                </a:cubicBezTo>
                <a:cubicBezTo>
                  <a:pt x="2700" y="21381"/>
                  <a:pt x="3103" y="21600"/>
                  <a:pt x="3600" y="21600"/>
                </a:cubicBezTo>
                <a:lnTo>
                  <a:pt x="18000" y="21600"/>
                </a:lnTo>
                <a:cubicBezTo>
                  <a:pt x="18497" y="21600"/>
                  <a:pt x="18900" y="21381"/>
                  <a:pt x="18900" y="21110"/>
                </a:cubicBezTo>
                <a:cubicBezTo>
                  <a:pt x="18900" y="20838"/>
                  <a:pt x="18497" y="20618"/>
                  <a:pt x="18000" y="20618"/>
                </a:cubicBezTo>
                <a:lnTo>
                  <a:pt x="11700" y="20618"/>
                </a:lnTo>
                <a:lnTo>
                  <a:pt x="11700" y="17648"/>
                </a:lnTo>
                <a:cubicBezTo>
                  <a:pt x="17243" y="17398"/>
                  <a:pt x="21600" y="14870"/>
                  <a:pt x="21600" y="1178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" name="Shape 2638"/>
          <p:cNvSpPr/>
          <p:nvPr/>
        </p:nvSpPr>
        <p:spPr>
          <a:xfrm>
            <a:off x="1060560" y="1069920"/>
            <a:ext cx="209520" cy="209520"/>
          </a:xfrm>
          <a:custGeom>
            <a:avLst/>
            <a:gdLst/>
            <a:ahLst/>
            <a:rect l="l" t="t" r="r" b="b"/>
            <a:pathLst>
              <a:path w="21131" h="21132">
                <a:moveTo>
                  <a:pt x="19045" y="7530"/>
                </a:moveTo>
                <a:cubicBezTo>
                  <a:pt x="17544" y="9030"/>
                  <a:pt x="15110" y="9030"/>
                  <a:pt x="13610" y="7530"/>
                </a:cubicBezTo>
                <a:cubicBezTo>
                  <a:pt x="12108" y="6031"/>
                  <a:pt x="12108" y="3600"/>
                  <a:pt x="13610" y="2100"/>
                </a:cubicBezTo>
                <a:cubicBezTo>
                  <a:pt x="15110" y="600"/>
                  <a:pt x="17544" y="600"/>
                  <a:pt x="19045" y="2100"/>
                </a:cubicBezTo>
                <a:cubicBezTo>
                  <a:pt x="20546" y="3600"/>
                  <a:pt x="20546" y="6031"/>
                  <a:pt x="19045" y="7530"/>
                </a:cubicBezTo>
                <a:moveTo>
                  <a:pt x="7605" y="16245"/>
                </a:moveTo>
                <a:cubicBezTo>
                  <a:pt x="7256" y="16593"/>
                  <a:pt x="6776" y="16807"/>
                  <a:pt x="6245" y="16807"/>
                </a:cubicBezTo>
                <a:cubicBezTo>
                  <a:pt x="5184" y="16807"/>
                  <a:pt x="4324" y="15948"/>
                  <a:pt x="4324" y="14888"/>
                </a:cubicBezTo>
                <a:cubicBezTo>
                  <a:pt x="4324" y="14358"/>
                  <a:pt x="4539" y="13878"/>
                  <a:pt x="4887" y="13530"/>
                </a:cubicBezTo>
                <a:lnTo>
                  <a:pt x="11678" y="5991"/>
                </a:lnTo>
                <a:cubicBezTo>
                  <a:pt x="11884" y="6798"/>
                  <a:pt x="12298" y="7563"/>
                  <a:pt x="12930" y="8194"/>
                </a:cubicBezTo>
                <a:cubicBezTo>
                  <a:pt x="13569" y="8832"/>
                  <a:pt x="14343" y="9248"/>
                  <a:pt x="15160" y="9451"/>
                </a:cubicBezTo>
                <a:cubicBezTo>
                  <a:pt x="15160" y="9451"/>
                  <a:pt x="7605" y="16245"/>
                  <a:pt x="7605" y="16245"/>
                </a:cubicBezTo>
                <a:close/>
                <a:moveTo>
                  <a:pt x="19724" y="1406"/>
                </a:moveTo>
                <a:cubicBezTo>
                  <a:pt x="17848" y="-468"/>
                  <a:pt x="14806" y="-468"/>
                  <a:pt x="12930" y="1406"/>
                </a:cubicBezTo>
                <a:cubicBezTo>
                  <a:pt x="12024" y="2312"/>
                  <a:pt x="11559" y="3489"/>
                  <a:pt x="11529" y="4676"/>
                </a:cubicBezTo>
                <a:lnTo>
                  <a:pt x="4207" y="12851"/>
                </a:lnTo>
                <a:cubicBezTo>
                  <a:pt x="3686" y="13373"/>
                  <a:pt x="3363" y="14093"/>
                  <a:pt x="3363" y="14888"/>
                </a:cubicBezTo>
                <a:cubicBezTo>
                  <a:pt x="3363" y="15420"/>
                  <a:pt x="3518" y="15912"/>
                  <a:pt x="3769" y="16340"/>
                </a:cubicBezTo>
                <a:cubicBezTo>
                  <a:pt x="2436" y="17104"/>
                  <a:pt x="1907" y="17813"/>
                  <a:pt x="2425" y="19364"/>
                </a:cubicBezTo>
                <a:cubicBezTo>
                  <a:pt x="2487" y="19550"/>
                  <a:pt x="2434" y="19622"/>
                  <a:pt x="2409" y="19658"/>
                </a:cubicBezTo>
                <a:cubicBezTo>
                  <a:pt x="2160" y="20003"/>
                  <a:pt x="1132" y="20167"/>
                  <a:pt x="500" y="20172"/>
                </a:cubicBezTo>
                <a:cubicBezTo>
                  <a:pt x="493" y="20171"/>
                  <a:pt x="487" y="20167"/>
                  <a:pt x="480" y="20167"/>
                </a:cubicBezTo>
                <a:cubicBezTo>
                  <a:pt x="215" y="20167"/>
                  <a:pt x="0" y="20383"/>
                  <a:pt x="0" y="20647"/>
                </a:cubicBezTo>
                <a:cubicBezTo>
                  <a:pt x="0" y="20912"/>
                  <a:pt x="214" y="21126"/>
                  <a:pt x="479" y="21127"/>
                </a:cubicBezTo>
                <a:lnTo>
                  <a:pt x="479" y="21132"/>
                </a:lnTo>
                <a:cubicBezTo>
                  <a:pt x="821" y="21132"/>
                  <a:pt x="2562" y="21088"/>
                  <a:pt x="3189" y="20219"/>
                </a:cubicBezTo>
                <a:cubicBezTo>
                  <a:pt x="3355" y="19988"/>
                  <a:pt x="3516" y="19599"/>
                  <a:pt x="3336" y="19060"/>
                </a:cubicBezTo>
                <a:cubicBezTo>
                  <a:pt x="3030" y="18141"/>
                  <a:pt x="3071" y="17806"/>
                  <a:pt x="4399" y="17082"/>
                </a:cubicBezTo>
                <a:cubicBezTo>
                  <a:pt x="4900" y="17504"/>
                  <a:pt x="5539" y="17767"/>
                  <a:pt x="6245" y="17767"/>
                </a:cubicBezTo>
                <a:cubicBezTo>
                  <a:pt x="7042" y="17767"/>
                  <a:pt x="7762" y="17445"/>
                  <a:pt x="8284" y="16924"/>
                </a:cubicBezTo>
                <a:lnTo>
                  <a:pt x="16485" y="9592"/>
                </a:lnTo>
                <a:cubicBezTo>
                  <a:pt x="17662" y="9554"/>
                  <a:pt x="18826" y="9091"/>
                  <a:pt x="19724" y="8194"/>
                </a:cubicBezTo>
                <a:cubicBezTo>
                  <a:pt x="21600" y="6320"/>
                  <a:pt x="21600" y="3281"/>
                  <a:pt x="19724" y="1406"/>
                </a:cubicBezTo>
                <a:moveTo>
                  <a:pt x="8953" y="11504"/>
                </a:moveTo>
                <a:lnTo>
                  <a:pt x="9633" y="12183"/>
                </a:lnTo>
                <a:lnTo>
                  <a:pt x="12690" y="9807"/>
                </a:lnTo>
                <a:lnTo>
                  <a:pt x="11331" y="8449"/>
                </a:lnTo>
                <a:cubicBezTo>
                  <a:pt x="11331" y="8449"/>
                  <a:pt x="8953" y="11504"/>
                  <a:pt x="8953" y="1150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" name="Shape 2639"/>
          <p:cNvSpPr/>
          <p:nvPr/>
        </p:nvSpPr>
        <p:spPr>
          <a:xfrm>
            <a:off x="1460520" y="1108080"/>
            <a:ext cx="209520" cy="133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3255" y="3086"/>
                </a:moveTo>
                <a:cubicBezTo>
                  <a:pt x="12984" y="3086"/>
                  <a:pt x="12764" y="3432"/>
                  <a:pt x="12764" y="3857"/>
                </a:cubicBezTo>
                <a:cubicBezTo>
                  <a:pt x="12764" y="4284"/>
                  <a:pt x="12984" y="4629"/>
                  <a:pt x="13255" y="4629"/>
                </a:cubicBezTo>
                <a:cubicBezTo>
                  <a:pt x="13525" y="4629"/>
                  <a:pt x="13745" y="4284"/>
                  <a:pt x="13745" y="3857"/>
                </a:cubicBezTo>
                <a:cubicBezTo>
                  <a:pt x="13745" y="3432"/>
                  <a:pt x="13525" y="3086"/>
                  <a:pt x="13255" y="3086"/>
                </a:cubicBezTo>
                <a:moveTo>
                  <a:pt x="20618" y="16495"/>
                </a:moveTo>
                <a:lnTo>
                  <a:pt x="15709" y="12638"/>
                </a:lnTo>
                <a:lnTo>
                  <a:pt x="15709" y="8963"/>
                </a:lnTo>
                <a:lnTo>
                  <a:pt x="20618" y="5105"/>
                </a:lnTo>
                <a:cubicBezTo>
                  <a:pt x="20618" y="5105"/>
                  <a:pt x="20618" y="16495"/>
                  <a:pt x="20618" y="16495"/>
                </a:cubicBezTo>
                <a:close/>
                <a:moveTo>
                  <a:pt x="14727" y="16971"/>
                </a:moveTo>
                <a:lnTo>
                  <a:pt x="982" y="16971"/>
                </a:lnTo>
                <a:lnTo>
                  <a:pt x="982" y="3086"/>
                </a:lnTo>
                <a:cubicBezTo>
                  <a:pt x="982" y="2234"/>
                  <a:pt x="1422" y="1543"/>
                  <a:pt x="1964" y="1543"/>
                </a:cubicBezTo>
                <a:lnTo>
                  <a:pt x="13745" y="1543"/>
                </a:lnTo>
                <a:cubicBezTo>
                  <a:pt x="14287" y="1543"/>
                  <a:pt x="14727" y="2234"/>
                  <a:pt x="14727" y="3086"/>
                </a:cubicBezTo>
                <a:cubicBezTo>
                  <a:pt x="14727" y="3086"/>
                  <a:pt x="14727" y="16971"/>
                  <a:pt x="14727" y="16971"/>
                </a:cubicBezTo>
                <a:close/>
                <a:moveTo>
                  <a:pt x="13745" y="20057"/>
                </a:moveTo>
                <a:lnTo>
                  <a:pt x="1964" y="20057"/>
                </a:lnTo>
                <a:cubicBezTo>
                  <a:pt x="1422" y="20057"/>
                  <a:pt x="982" y="19367"/>
                  <a:pt x="982" y="18514"/>
                </a:cubicBezTo>
                <a:lnTo>
                  <a:pt x="14727" y="18514"/>
                </a:lnTo>
                <a:cubicBezTo>
                  <a:pt x="14727" y="19367"/>
                  <a:pt x="14287" y="20057"/>
                  <a:pt x="13745" y="20057"/>
                </a:cubicBezTo>
                <a:moveTo>
                  <a:pt x="21109" y="3086"/>
                </a:moveTo>
                <a:cubicBezTo>
                  <a:pt x="21030" y="3086"/>
                  <a:pt x="20958" y="3122"/>
                  <a:pt x="20892" y="3175"/>
                </a:cubicBezTo>
                <a:lnTo>
                  <a:pt x="20890" y="3167"/>
                </a:lnTo>
                <a:lnTo>
                  <a:pt x="15709" y="7237"/>
                </a:lnTo>
                <a:lnTo>
                  <a:pt x="15709" y="3086"/>
                </a:lnTo>
                <a:cubicBezTo>
                  <a:pt x="15709" y="1382"/>
                  <a:pt x="14830" y="0"/>
                  <a:pt x="13745" y="0"/>
                </a:cubicBezTo>
                <a:lnTo>
                  <a:pt x="1964" y="0"/>
                </a:lnTo>
                <a:cubicBezTo>
                  <a:pt x="879" y="0"/>
                  <a:pt x="0" y="1382"/>
                  <a:pt x="0" y="3086"/>
                </a:cubicBezTo>
                <a:lnTo>
                  <a:pt x="0" y="18514"/>
                </a:lnTo>
                <a:cubicBezTo>
                  <a:pt x="0" y="20219"/>
                  <a:pt x="879" y="21600"/>
                  <a:pt x="1964" y="21600"/>
                </a:cubicBezTo>
                <a:lnTo>
                  <a:pt x="13745" y="21600"/>
                </a:lnTo>
                <a:cubicBezTo>
                  <a:pt x="14830" y="21600"/>
                  <a:pt x="15709" y="20219"/>
                  <a:pt x="15709" y="18514"/>
                </a:cubicBezTo>
                <a:lnTo>
                  <a:pt x="15709" y="14363"/>
                </a:lnTo>
                <a:lnTo>
                  <a:pt x="20890" y="18433"/>
                </a:lnTo>
                <a:lnTo>
                  <a:pt x="20892" y="18427"/>
                </a:lnTo>
                <a:cubicBezTo>
                  <a:pt x="20958" y="18478"/>
                  <a:pt x="21030" y="18514"/>
                  <a:pt x="21109" y="18514"/>
                </a:cubicBezTo>
                <a:cubicBezTo>
                  <a:pt x="21380" y="18514"/>
                  <a:pt x="21600" y="18170"/>
                  <a:pt x="21600" y="17743"/>
                </a:cubicBezTo>
                <a:lnTo>
                  <a:pt x="21600" y="3857"/>
                </a:lnTo>
                <a:cubicBezTo>
                  <a:pt x="21600" y="3432"/>
                  <a:pt x="21380" y="3086"/>
                  <a:pt x="21109" y="3086"/>
                </a:cubicBezTo>
                <a:moveTo>
                  <a:pt x="10309" y="6171"/>
                </a:moveTo>
                <a:cubicBezTo>
                  <a:pt x="10038" y="6171"/>
                  <a:pt x="9818" y="5827"/>
                  <a:pt x="9818" y="5400"/>
                </a:cubicBezTo>
                <a:cubicBezTo>
                  <a:pt x="9818" y="4974"/>
                  <a:pt x="10038" y="4629"/>
                  <a:pt x="10309" y="4629"/>
                </a:cubicBezTo>
                <a:cubicBezTo>
                  <a:pt x="10580" y="4629"/>
                  <a:pt x="10800" y="4974"/>
                  <a:pt x="10800" y="5400"/>
                </a:cubicBezTo>
                <a:cubicBezTo>
                  <a:pt x="10800" y="5827"/>
                  <a:pt x="10580" y="6171"/>
                  <a:pt x="10309" y="6171"/>
                </a:cubicBezTo>
                <a:moveTo>
                  <a:pt x="10309" y="3086"/>
                </a:moveTo>
                <a:cubicBezTo>
                  <a:pt x="9496" y="3086"/>
                  <a:pt x="8836" y="4123"/>
                  <a:pt x="8836" y="5400"/>
                </a:cubicBezTo>
                <a:cubicBezTo>
                  <a:pt x="8836" y="6678"/>
                  <a:pt x="9496" y="7714"/>
                  <a:pt x="10309" y="7714"/>
                </a:cubicBezTo>
                <a:cubicBezTo>
                  <a:pt x="11123" y="7714"/>
                  <a:pt x="11782" y="6678"/>
                  <a:pt x="11782" y="5400"/>
                </a:cubicBezTo>
                <a:cubicBezTo>
                  <a:pt x="11782" y="4123"/>
                  <a:pt x="11123" y="3086"/>
                  <a:pt x="10309" y="308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" name="Shape 2640"/>
          <p:cNvSpPr/>
          <p:nvPr/>
        </p:nvSpPr>
        <p:spPr>
          <a:xfrm>
            <a:off x="1860480" y="1108080"/>
            <a:ext cx="209520" cy="133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6495"/>
                </a:moveTo>
                <a:lnTo>
                  <a:pt x="19636" y="15723"/>
                </a:lnTo>
                <a:lnTo>
                  <a:pt x="19636" y="5877"/>
                </a:lnTo>
                <a:lnTo>
                  <a:pt x="20618" y="5105"/>
                </a:lnTo>
                <a:cubicBezTo>
                  <a:pt x="20618" y="5105"/>
                  <a:pt x="20618" y="16495"/>
                  <a:pt x="20618" y="16495"/>
                </a:cubicBezTo>
                <a:close/>
                <a:moveTo>
                  <a:pt x="18655" y="14952"/>
                </a:moveTo>
                <a:lnTo>
                  <a:pt x="16691" y="13409"/>
                </a:lnTo>
                <a:lnTo>
                  <a:pt x="16691" y="8191"/>
                </a:lnTo>
                <a:lnTo>
                  <a:pt x="18655" y="6648"/>
                </a:lnTo>
                <a:cubicBezTo>
                  <a:pt x="18655" y="6648"/>
                  <a:pt x="18655" y="14952"/>
                  <a:pt x="18655" y="14952"/>
                </a:cubicBezTo>
                <a:close/>
                <a:moveTo>
                  <a:pt x="15709" y="6171"/>
                </a:moveTo>
                <a:lnTo>
                  <a:pt x="982" y="6171"/>
                </a:lnTo>
                <a:lnTo>
                  <a:pt x="982" y="3086"/>
                </a:lnTo>
                <a:cubicBezTo>
                  <a:pt x="982" y="2234"/>
                  <a:pt x="1422" y="1543"/>
                  <a:pt x="1964" y="1543"/>
                </a:cubicBezTo>
                <a:lnTo>
                  <a:pt x="14727" y="1543"/>
                </a:lnTo>
                <a:cubicBezTo>
                  <a:pt x="15269" y="1543"/>
                  <a:pt x="15709" y="2234"/>
                  <a:pt x="15709" y="3086"/>
                </a:cubicBezTo>
                <a:cubicBezTo>
                  <a:pt x="15709" y="3086"/>
                  <a:pt x="15709" y="6171"/>
                  <a:pt x="15709" y="6171"/>
                </a:cubicBezTo>
                <a:close/>
                <a:moveTo>
                  <a:pt x="15709" y="18514"/>
                </a:moveTo>
                <a:cubicBezTo>
                  <a:pt x="15709" y="19367"/>
                  <a:pt x="15269" y="20057"/>
                  <a:pt x="14727" y="20057"/>
                </a:cubicBezTo>
                <a:lnTo>
                  <a:pt x="1964" y="20057"/>
                </a:lnTo>
                <a:cubicBezTo>
                  <a:pt x="1422" y="20057"/>
                  <a:pt x="982" y="19367"/>
                  <a:pt x="982" y="18514"/>
                </a:cubicBezTo>
                <a:lnTo>
                  <a:pt x="982" y="7714"/>
                </a:lnTo>
                <a:lnTo>
                  <a:pt x="15709" y="7714"/>
                </a:lnTo>
                <a:cubicBezTo>
                  <a:pt x="15709" y="7714"/>
                  <a:pt x="15709" y="18514"/>
                  <a:pt x="15709" y="18514"/>
                </a:cubicBezTo>
                <a:close/>
                <a:moveTo>
                  <a:pt x="21109" y="3086"/>
                </a:moveTo>
                <a:cubicBezTo>
                  <a:pt x="21030" y="3086"/>
                  <a:pt x="20958" y="3122"/>
                  <a:pt x="20892" y="3175"/>
                </a:cubicBezTo>
                <a:lnTo>
                  <a:pt x="20890" y="3167"/>
                </a:lnTo>
                <a:lnTo>
                  <a:pt x="16691" y="6467"/>
                </a:lnTo>
                <a:lnTo>
                  <a:pt x="16691" y="3086"/>
                </a:lnTo>
                <a:cubicBezTo>
                  <a:pt x="16691" y="1382"/>
                  <a:pt x="15812" y="0"/>
                  <a:pt x="14727" y="0"/>
                </a:cubicBezTo>
                <a:lnTo>
                  <a:pt x="1964" y="0"/>
                </a:lnTo>
                <a:cubicBezTo>
                  <a:pt x="879" y="0"/>
                  <a:pt x="0" y="1382"/>
                  <a:pt x="0" y="3086"/>
                </a:cubicBezTo>
                <a:lnTo>
                  <a:pt x="0" y="18514"/>
                </a:lnTo>
                <a:cubicBezTo>
                  <a:pt x="0" y="20219"/>
                  <a:pt x="879" y="21600"/>
                  <a:pt x="1964" y="21600"/>
                </a:cubicBezTo>
                <a:lnTo>
                  <a:pt x="14727" y="21600"/>
                </a:lnTo>
                <a:cubicBezTo>
                  <a:pt x="15812" y="21600"/>
                  <a:pt x="16691" y="20219"/>
                  <a:pt x="16691" y="18514"/>
                </a:cubicBezTo>
                <a:lnTo>
                  <a:pt x="16691" y="15134"/>
                </a:lnTo>
                <a:lnTo>
                  <a:pt x="20890" y="18433"/>
                </a:lnTo>
                <a:lnTo>
                  <a:pt x="20892" y="18426"/>
                </a:lnTo>
                <a:cubicBezTo>
                  <a:pt x="20958" y="18478"/>
                  <a:pt x="21030" y="18514"/>
                  <a:pt x="21109" y="18514"/>
                </a:cubicBezTo>
                <a:cubicBezTo>
                  <a:pt x="21380" y="18514"/>
                  <a:pt x="21600" y="18169"/>
                  <a:pt x="21600" y="17743"/>
                </a:cubicBezTo>
                <a:lnTo>
                  <a:pt x="21600" y="3857"/>
                </a:lnTo>
                <a:cubicBezTo>
                  <a:pt x="21600" y="3432"/>
                  <a:pt x="21380" y="3086"/>
                  <a:pt x="21109" y="3086"/>
                </a:cubicBezTo>
                <a:moveTo>
                  <a:pt x="12273" y="3086"/>
                </a:moveTo>
                <a:cubicBezTo>
                  <a:pt x="12002" y="3086"/>
                  <a:pt x="11782" y="3432"/>
                  <a:pt x="11782" y="3857"/>
                </a:cubicBezTo>
                <a:cubicBezTo>
                  <a:pt x="11782" y="4284"/>
                  <a:pt x="12002" y="4629"/>
                  <a:pt x="12273" y="4629"/>
                </a:cubicBezTo>
                <a:cubicBezTo>
                  <a:pt x="12544" y="4629"/>
                  <a:pt x="12764" y="4284"/>
                  <a:pt x="12764" y="3857"/>
                </a:cubicBezTo>
                <a:cubicBezTo>
                  <a:pt x="12764" y="3432"/>
                  <a:pt x="12544" y="3086"/>
                  <a:pt x="12273" y="3086"/>
                </a:cubicBezTo>
                <a:moveTo>
                  <a:pt x="14236" y="3086"/>
                </a:moveTo>
                <a:cubicBezTo>
                  <a:pt x="13966" y="3086"/>
                  <a:pt x="13745" y="3432"/>
                  <a:pt x="13745" y="3857"/>
                </a:cubicBezTo>
                <a:cubicBezTo>
                  <a:pt x="13745" y="4284"/>
                  <a:pt x="13966" y="4629"/>
                  <a:pt x="14236" y="4629"/>
                </a:cubicBezTo>
                <a:cubicBezTo>
                  <a:pt x="14507" y="4629"/>
                  <a:pt x="14727" y="4284"/>
                  <a:pt x="14727" y="3857"/>
                </a:cubicBezTo>
                <a:cubicBezTo>
                  <a:pt x="14727" y="3432"/>
                  <a:pt x="14507" y="3086"/>
                  <a:pt x="14236" y="3086"/>
                </a:cubicBezTo>
                <a:moveTo>
                  <a:pt x="5400" y="10800"/>
                </a:moveTo>
                <a:cubicBezTo>
                  <a:pt x="6214" y="10800"/>
                  <a:pt x="6873" y="11837"/>
                  <a:pt x="6873" y="13114"/>
                </a:cubicBezTo>
                <a:cubicBezTo>
                  <a:pt x="6873" y="14393"/>
                  <a:pt x="6214" y="15429"/>
                  <a:pt x="5400" y="15429"/>
                </a:cubicBezTo>
                <a:cubicBezTo>
                  <a:pt x="4586" y="15429"/>
                  <a:pt x="3927" y="14393"/>
                  <a:pt x="3927" y="13114"/>
                </a:cubicBezTo>
                <a:cubicBezTo>
                  <a:pt x="3927" y="11837"/>
                  <a:pt x="4586" y="10800"/>
                  <a:pt x="5400" y="10800"/>
                </a:cubicBezTo>
                <a:moveTo>
                  <a:pt x="11291" y="10800"/>
                </a:moveTo>
                <a:cubicBezTo>
                  <a:pt x="12104" y="10800"/>
                  <a:pt x="12764" y="11837"/>
                  <a:pt x="12764" y="13114"/>
                </a:cubicBezTo>
                <a:cubicBezTo>
                  <a:pt x="12764" y="14393"/>
                  <a:pt x="12104" y="15429"/>
                  <a:pt x="11291" y="15429"/>
                </a:cubicBezTo>
                <a:cubicBezTo>
                  <a:pt x="10477" y="15429"/>
                  <a:pt x="9818" y="14393"/>
                  <a:pt x="9818" y="13114"/>
                </a:cubicBezTo>
                <a:cubicBezTo>
                  <a:pt x="9818" y="11837"/>
                  <a:pt x="10477" y="10800"/>
                  <a:pt x="11291" y="10800"/>
                </a:cubicBezTo>
                <a:moveTo>
                  <a:pt x="5400" y="16971"/>
                </a:moveTo>
                <a:lnTo>
                  <a:pt x="11291" y="16971"/>
                </a:lnTo>
                <a:cubicBezTo>
                  <a:pt x="12647" y="16971"/>
                  <a:pt x="13745" y="15245"/>
                  <a:pt x="13745" y="13114"/>
                </a:cubicBezTo>
                <a:cubicBezTo>
                  <a:pt x="13745" y="10984"/>
                  <a:pt x="12647" y="9257"/>
                  <a:pt x="11291" y="9257"/>
                </a:cubicBezTo>
                <a:cubicBezTo>
                  <a:pt x="9935" y="9257"/>
                  <a:pt x="8836" y="10984"/>
                  <a:pt x="8836" y="13114"/>
                </a:cubicBezTo>
                <a:cubicBezTo>
                  <a:pt x="8836" y="13987"/>
                  <a:pt x="9028" y="14782"/>
                  <a:pt x="9338" y="15429"/>
                </a:cubicBezTo>
                <a:lnTo>
                  <a:pt x="7352" y="15429"/>
                </a:lnTo>
                <a:cubicBezTo>
                  <a:pt x="7663" y="14782"/>
                  <a:pt x="7855" y="13987"/>
                  <a:pt x="7855" y="13114"/>
                </a:cubicBezTo>
                <a:cubicBezTo>
                  <a:pt x="7855" y="10984"/>
                  <a:pt x="6755" y="9257"/>
                  <a:pt x="5400" y="9257"/>
                </a:cubicBezTo>
                <a:cubicBezTo>
                  <a:pt x="4044" y="9257"/>
                  <a:pt x="2945" y="10984"/>
                  <a:pt x="2945" y="13114"/>
                </a:cubicBezTo>
                <a:cubicBezTo>
                  <a:pt x="2945" y="15245"/>
                  <a:pt x="4044" y="16971"/>
                  <a:pt x="5400" y="1697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" name="Shape 2641"/>
          <p:cNvSpPr/>
          <p:nvPr/>
        </p:nvSpPr>
        <p:spPr>
          <a:xfrm>
            <a:off x="2260440" y="1108080"/>
            <a:ext cx="209880" cy="133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6606"/>
                </a:moveTo>
                <a:lnTo>
                  <a:pt x="16691" y="14138"/>
                </a:lnTo>
                <a:lnTo>
                  <a:pt x="16691" y="7462"/>
                </a:lnTo>
                <a:lnTo>
                  <a:pt x="20618" y="4994"/>
                </a:lnTo>
                <a:cubicBezTo>
                  <a:pt x="20618" y="4994"/>
                  <a:pt x="20618" y="16606"/>
                  <a:pt x="20618" y="16606"/>
                </a:cubicBezTo>
                <a:close/>
                <a:moveTo>
                  <a:pt x="21109" y="3086"/>
                </a:moveTo>
                <a:cubicBezTo>
                  <a:pt x="21030" y="3086"/>
                  <a:pt x="20958" y="3122"/>
                  <a:pt x="20892" y="3174"/>
                </a:cubicBezTo>
                <a:lnTo>
                  <a:pt x="20890" y="3167"/>
                </a:lnTo>
                <a:lnTo>
                  <a:pt x="16018" y="6229"/>
                </a:lnTo>
                <a:cubicBezTo>
                  <a:pt x="16013" y="6233"/>
                  <a:pt x="16008" y="6235"/>
                  <a:pt x="16003" y="6239"/>
                </a:cubicBezTo>
                <a:lnTo>
                  <a:pt x="15980" y="6252"/>
                </a:lnTo>
                <a:lnTo>
                  <a:pt x="15983" y="6260"/>
                </a:lnTo>
                <a:cubicBezTo>
                  <a:pt x="15822" y="6387"/>
                  <a:pt x="15709" y="6641"/>
                  <a:pt x="15709" y="6943"/>
                </a:cubicBezTo>
                <a:lnTo>
                  <a:pt x="15709" y="14657"/>
                </a:lnTo>
                <a:cubicBezTo>
                  <a:pt x="15709" y="14959"/>
                  <a:pt x="15822" y="15213"/>
                  <a:pt x="15983" y="15340"/>
                </a:cubicBezTo>
                <a:lnTo>
                  <a:pt x="15980" y="15347"/>
                </a:lnTo>
                <a:lnTo>
                  <a:pt x="16002" y="15360"/>
                </a:lnTo>
                <a:cubicBezTo>
                  <a:pt x="16008" y="15365"/>
                  <a:pt x="16013" y="15368"/>
                  <a:pt x="16018" y="15371"/>
                </a:cubicBezTo>
                <a:lnTo>
                  <a:pt x="20890" y="18433"/>
                </a:lnTo>
                <a:lnTo>
                  <a:pt x="20892" y="18426"/>
                </a:lnTo>
                <a:cubicBezTo>
                  <a:pt x="20958" y="18478"/>
                  <a:pt x="21030" y="18514"/>
                  <a:pt x="21109" y="18514"/>
                </a:cubicBezTo>
                <a:cubicBezTo>
                  <a:pt x="21380" y="18514"/>
                  <a:pt x="21600" y="18169"/>
                  <a:pt x="21600" y="17743"/>
                </a:cubicBezTo>
                <a:lnTo>
                  <a:pt x="21600" y="3857"/>
                </a:lnTo>
                <a:cubicBezTo>
                  <a:pt x="21600" y="3431"/>
                  <a:pt x="21380" y="3086"/>
                  <a:pt x="21109" y="3086"/>
                </a:cubicBezTo>
                <a:moveTo>
                  <a:pt x="13745" y="18514"/>
                </a:moveTo>
                <a:cubicBezTo>
                  <a:pt x="13745" y="19367"/>
                  <a:pt x="13306" y="20057"/>
                  <a:pt x="12764" y="20057"/>
                </a:cubicBezTo>
                <a:lnTo>
                  <a:pt x="1964" y="20057"/>
                </a:lnTo>
                <a:cubicBezTo>
                  <a:pt x="1422" y="20057"/>
                  <a:pt x="982" y="19367"/>
                  <a:pt x="982" y="18514"/>
                </a:cubicBezTo>
                <a:lnTo>
                  <a:pt x="982" y="3086"/>
                </a:lnTo>
                <a:cubicBezTo>
                  <a:pt x="982" y="2233"/>
                  <a:pt x="1422" y="1543"/>
                  <a:pt x="1964" y="1543"/>
                </a:cubicBezTo>
                <a:lnTo>
                  <a:pt x="12764" y="1543"/>
                </a:lnTo>
                <a:cubicBezTo>
                  <a:pt x="13306" y="1543"/>
                  <a:pt x="13745" y="2233"/>
                  <a:pt x="13745" y="3086"/>
                </a:cubicBezTo>
                <a:cubicBezTo>
                  <a:pt x="13745" y="3086"/>
                  <a:pt x="13745" y="18514"/>
                  <a:pt x="13745" y="18514"/>
                </a:cubicBezTo>
                <a:close/>
                <a:moveTo>
                  <a:pt x="12764" y="0"/>
                </a:moveTo>
                <a:lnTo>
                  <a:pt x="1964" y="0"/>
                </a:lnTo>
                <a:cubicBezTo>
                  <a:pt x="879" y="0"/>
                  <a:pt x="0" y="1382"/>
                  <a:pt x="0" y="3086"/>
                </a:cubicBezTo>
                <a:lnTo>
                  <a:pt x="0" y="18514"/>
                </a:lnTo>
                <a:cubicBezTo>
                  <a:pt x="0" y="20219"/>
                  <a:pt x="879" y="21600"/>
                  <a:pt x="1964" y="21600"/>
                </a:cubicBezTo>
                <a:lnTo>
                  <a:pt x="12764" y="21600"/>
                </a:lnTo>
                <a:cubicBezTo>
                  <a:pt x="13848" y="21600"/>
                  <a:pt x="14727" y="20219"/>
                  <a:pt x="14727" y="18514"/>
                </a:cubicBezTo>
                <a:lnTo>
                  <a:pt x="14727" y="3086"/>
                </a:lnTo>
                <a:cubicBezTo>
                  <a:pt x="14727" y="1382"/>
                  <a:pt x="13848" y="0"/>
                  <a:pt x="12764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" name="Shape 2642"/>
          <p:cNvSpPr/>
          <p:nvPr/>
        </p:nvSpPr>
        <p:spPr>
          <a:xfrm>
            <a:off x="2660760" y="1079640"/>
            <a:ext cx="209520" cy="19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6382" y="10800"/>
                </a:moveTo>
                <a:cubicBezTo>
                  <a:pt x="6653" y="10800"/>
                  <a:pt x="6873" y="10559"/>
                  <a:pt x="6873" y="10260"/>
                </a:cubicBezTo>
                <a:cubicBezTo>
                  <a:pt x="6873" y="9962"/>
                  <a:pt x="6653" y="9720"/>
                  <a:pt x="6382" y="9720"/>
                </a:cubicBezTo>
                <a:cubicBezTo>
                  <a:pt x="6110" y="9720"/>
                  <a:pt x="5891" y="9962"/>
                  <a:pt x="5891" y="10260"/>
                </a:cubicBezTo>
                <a:cubicBezTo>
                  <a:pt x="5891" y="10559"/>
                  <a:pt x="6110" y="10800"/>
                  <a:pt x="6382" y="10800"/>
                </a:cubicBezTo>
                <a:moveTo>
                  <a:pt x="3436" y="10800"/>
                </a:moveTo>
                <a:cubicBezTo>
                  <a:pt x="3708" y="10800"/>
                  <a:pt x="3927" y="11042"/>
                  <a:pt x="3927" y="11340"/>
                </a:cubicBezTo>
                <a:cubicBezTo>
                  <a:pt x="3927" y="11639"/>
                  <a:pt x="3708" y="11880"/>
                  <a:pt x="3436" y="11880"/>
                </a:cubicBezTo>
                <a:cubicBezTo>
                  <a:pt x="3165" y="11880"/>
                  <a:pt x="2945" y="11639"/>
                  <a:pt x="2945" y="11340"/>
                </a:cubicBezTo>
                <a:cubicBezTo>
                  <a:pt x="2945" y="11042"/>
                  <a:pt x="3165" y="10800"/>
                  <a:pt x="3436" y="10800"/>
                </a:cubicBezTo>
                <a:moveTo>
                  <a:pt x="3436" y="12960"/>
                </a:moveTo>
                <a:cubicBezTo>
                  <a:pt x="4249" y="12960"/>
                  <a:pt x="4909" y="12235"/>
                  <a:pt x="4909" y="11340"/>
                </a:cubicBezTo>
                <a:cubicBezTo>
                  <a:pt x="4909" y="10446"/>
                  <a:pt x="4249" y="9720"/>
                  <a:pt x="3436" y="9720"/>
                </a:cubicBezTo>
                <a:cubicBezTo>
                  <a:pt x="2623" y="9720"/>
                  <a:pt x="1964" y="10446"/>
                  <a:pt x="1964" y="11340"/>
                </a:cubicBezTo>
                <a:cubicBezTo>
                  <a:pt x="1964" y="12235"/>
                  <a:pt x="2623" y="12960"/>
                  <a:pt x="3436" y="12960"/>
                </a:cubicBezTo>
                <a:moveTo>
                  <a:pt x="14236" y="18360"/>
                </a:moveTo>
                <a:lnTo>
                  <a:pt x="2455" y="18360"/>
                </a:lnTo>
                <a:cubicBezTo>
                  <a:pt x="2183" y="18360"/>
                  <a:pt x="1964" y="18602"/>
                  <a:pt x="1964" y="18900"/>
                </a:cubicBezTo>
                <a:cubicBezTo>
                  <a:pt x="1964" y="19199"/>
                  <a:pt x="2183" y="19440"/>
                  <a:pt x="2455" y="19440"/>
                </a:cubicBezTo>
                <a:lnTo>
                  <a:pt x="14236" y="19440"/>
                </a:lnTo>
                <a:cubicBezTo>
                  <a:pt x="14508" y="19440"/>
                  <a:pt x="14727" y="19199"/>
                  <a:pt x="14727" y="18900"/>
                </a:cubicBezTo>
                <a:cubicBezTo>
                  <a:pt x="14727" y="18602"/>
                  <a:pt x="14508" y="18360"/>
                  <a:pt x="14236" y="18360"/>
                </a:cubicBezTo>
                <a:moveTo>
                  <a:pt x="20618" y="18105"/>
                </a:moveTo>
                <a:lnTo>
                  <a:pt x="16691" y="16377"/>
                </a:lnTo>
                <a:lnTo>
                  <a:pt x="16691" y="12784"/>
                </a:lnTo>
                <a:lnTo>
                  <a:pt x="20618" y="11056"/>
                </a:lnTo>
                <a:cubicBezTo>
                  <a:pt x="20618" y="11056"/>
                  <a:pt x="20618" y="18105"/>
                  <a:pt x="20618" y="18105"/>
                </a:cubicBezTo>
                <a:close/>
                <a:moveTo>
                  <a:pt x="15709" y="19440"/>
                </a:moveTo>
                <a:cubicBezTo>
                  <a:pt x="15709" y="20037"/>
                  <a:pt x="15269" y="20520"/>
                  <a:pt x="14727" y="20520"/>
                </a:cubicBezTo>
                <a:lnTo>
                  <a:pt x="1964" y="20520"/>
                </a:lnTo>
                <a:cubicBezTo>
                  <a:pt x="1422" y="20520"/>
                  <a:pt x="982" y="20037"/>
                  <a:pt x="982" y="19440"/>
                </a:cubicBezTo>
                <a:lnTo>
                  <a:pt x="982" y="9720"/>
                </a:lnTo>
                <a:cubicBezTo>
                  <a:pt x="982" y="9124"/>
                  <a:pt x="1422" y="8640"/>
                  <a:pt x="1964" y="8640"/>
                </a:cubicBezTo>
                <a:lnTo>
                  <a:pt x="14727" y="8640"/>
                </a:lnTo>
                <a:cubicBezTo>
                  <a:pt x="15269" y="8640"/>
                  <a:pt x="15709" y="9124"/>
                  <a:pt x="15709" y="9720"/>
                </a:cubicBezTo>
                <a:cubicBezTo>
                  <a:pt x="15709" y="9720"/>
                  <a:pt x="15709" y="19440"/>
                  <a:pt x="15709" y="19440"/>
                </a:cubicBezTo>
                <a:close/>
                <a:moveTo>
                  <a:pt x="1964" y="4320"/>
                </a:moveTo>
                <a:cubicBezTo>
                  <a:pt x="1964" y="2531"/>
                  <a:pt x="3282" y="1080"/>
                  <a:pt x="4909" y="1080"/>
                </a:cubicBezTo>
                <a:cubicBezTo>
                  <a:pt x="6536" y="1080"/>
                  <a:pt x="7855" y="2531"/>
                  <a:pt x="7855" y="4320"/>
                </a:cubicBezTo>
                <a:cubicBezTo>
                  <a:pt x="7855" y="6110"/>
                  <a:pt x="6536" y="7560"/>
                  <a:pt x="4909" y="7560"/>
                </a:cubicBezTo>
                <a:cubicBezTo>
                  <a:pt x="3282" y="7560"/>
                  <a:pt x="1964" y="6110"/>
                  <a:pt x="1964" y="4320"/>
                </a:cubicBezTo>
                <a:moveTo>
                  <a:pt x="9190" y="7560"/>
                </a:moveTo>
                <a:lnTo>
                  <a:pt x="7501" y="7560"/>
                </a:lnTo>
                <a:cubicBezTo>
                  <a:pt x="7839" y="7233"/>
                  <a:pt x="8122" y="6840"/>
                  <a:pt x="8342" y="6404"/>
                </a:cubicBezTo>
                <a:cubicBezTo>
                  <a:pt x="8562" y="6842"/>
                  <a:pt x="8851" y="7232"/>
                  <a:pt x="9190" y="7560"/>
                </a:cubicBezTo>
                <a:moveTo>
                  <a:pt x="11782" y="1080"/>
                </a:moveTo>
                <a:cubicBezTo>
                  <a:pt x="13409" y="1080"/>
                  <a:pt x="14727" y="2531"/>
                  <a:pt x="14727" y="4320"/>
                </a:cubicBezTo>
                <a:cubicBezTo>
                  <a:pt x="14727" y="6110"/>
                  <a:pt x="13409" y="7560"/>
                  <a:pt x="11782" y="7560"/>
                </a:cubicBezTo>
                <a:cubicBezTo>
                  <a:pt x="10155" y="7560"/>
                  <a:pt x="8836" y="6110"/>
                  <a:pt x="8836" y="4320"/>
                </a:cubicBezTo>
                <a:cubicBezTo>
                  <a:pt x="8836" y="2531"/>
                  <a:pt x="10155" y="1080"/>
                  <a:pt x="11782" y="1080"/>
                </a:cubicBezTo>
                <a:moveTo>
                  <a:pt x="21109" y="9720"/>
                </a:moveTo>
                <a:cubicBezTo>
                  <a:pt x="21030" y="9720"/>
                  <a:pt x="20958" y="9745"/>
                  <a:pt x="20892" y="9782"/>
                </a:cubicBezTo>
                <a:lnTo>
                  <a:pt x="20890" y="9777"/>
                </a:lnTo>
                <a:lnTo>
                  <a:pt x="16691" y="11625"/>
                </a:lnTo>
                <a:lnTo>
                  <a:pt x="16691" y="9720"/>
                </a:lnTo>
                <a:cubicBezTo>
                  <a:pt x="16691" y="8527"/>
                  <a:pt x="15812" y="7560"/>
                  <a:pt x="14727" y="7560"/>
                </a:cubicBezTo>
                <a:lnTo>
                  <a:pt x="14373" y="7560"/>
                </a:lnTo>
                <a:cubicBezTo>
                  <a:pt x="15191" y="6768"/>
                  <a:pt x="15709" y="5612"/>
                  <a:pt x="15709" y="4320"/>
                </a:cubicBezTo>
                <a:cubicBezTo>
                  <a:pt x="15709" y="1934"/>
                  <a:pt x="13951" y="0"/>
                  <a:pt x="11782" y="0"/>
                </a:cubicBezTo>
                <a:cubicBezTo>
                  <a:pt x="10302" y="0"/>
                  <a:pt x="9015" y="901"/>
                  <a:pt x="8345" y="2231"/>
                </a:cubicBezTo>
                <a:cubicBezTo>
                  <a:pt x="7676" y="901"/>
                  <a:pt x="6389" y="0"/>
                  <a:pt x="4909" y="0"/>
                </a:cubicBezTo>
                <a:cubicBezTo>
                  <a:pt x="2740" y="0"/>
                  <a:pt x="982" y="1934"/>
                  <a:pt x="982" y="4320"/>
                </a:cubicBezTo>
                <a:cubicBezTo>
                  <a:pt x="982" y="5612"/>
                  <a:pt x="1501" y="6768"/>
                  <a:pt x="2317" y="7560"/>
                </a:cubicBezTo>
                <a:lnTo>
                  <a:pt x="1964" y="7560"/>
                </a:lnTo>
                <a:cubicBezTo>
                  <a:pt x="879" y="7560"/>
                  <a:pt x="0" y="8527"/>
                  <a:pt x="0" y="9720"/>
                </a:cubicBezTo>
                <a:lnTo>
                  <a:pt x="0" y="19440"/>
                </a:lnTo>
                <a:cubicBezTo>
                  <a:pt x="0" y="20633"/>
                  <a:pt x="879" y="21600"/>
                  <a:pt x="1964" y="21600"/>
                </a:cubicBezTo>
                <a:lnTo>
                  <a:pt x="14727" y="21600"/>
                </a:lnTo>
                <a:cubicBezTo>
                  <a:pt x="15812" y="21600"/>
                  <a:pt x="16691" y="20633"/>
                  <a:pt x="16691" y="19440"/>
                </a:cubicBezTo>
                <a:lnTo>
                  <a:pt x="16691" y="17536"/>
                </a:lnTo>
                <a:lnTo>
                  <a:pt x="20890" y="19383"/>
                </a:lnTo>
                <a:lnTo>
                  <a:pt x="20891" y="19379"/>
                </a:lnTo>
                <a:cubicBezTo>
                  <a:pt x="20958" y="19415"/>
                  <a:pt x="21030" y="19440"/>
                  <a:pt x="21109" y="19440"/>
                </a:cubicBezTo>
                <a:cubicBezTo>
                  <a:pt x="21380" y="19440"/>
                  <a:pt x="21600" y="19199"/>
                  <a:pt x="21600" y="18900"/>
                </a:cubicBezTo>
                <a:lnTo>
                  <a:pt x="21600" y="10260"/>
                </a:lnTo>
                <a:cubicBezTo>
                  <a:pt x="21600" y="9962"/>
                  <a:pt x="21380" y="9720"/>
                  <a:pt x="21109" y="9720"/>
                </a:cubicBezTo>
                <a:moveTo>
                  <a:pt x="11782" y="5400"/>
                </a:moveTo>
                <a:cubicBezTo>
                  <a:pt x="12324" y="5400"/>
                  <a:pt x="12764" y="4916"/>
                  <a:pt x="12764" y="4320"/>
                </a:cubicBezTo>
                <a:cubicBezTo>
                  <a:pt x="12764" y="3724"/>
                  <a:pt x="12324" y="3240"/>
                  <a:pt x="11782" y="3240"/>
                </a:cubicBezTo>
                <a:cubicBezTo>
                  <a:pt x="11240" y="3240"/>
                  <a:pt x="10800" y="3724"/>
                  <a:pt x="10800" y="4320"/>
                </a:cubicBezTo>
                <a:cubicBezTo>
                  <a:pt x="10800" y="4916"/>
                  <a:pt x="11240" y="5400"/>
                  <a:pt x="11782" y="5400"/>
                </a:cubicBezTo>
                <a:moveTo>
                  <a:pt x="4909" y="5400"/>
                </a:moveTo>
                <a:cubicBezTo>
                  <a:pt x="5451" y="5400"/>
                  <a:pt x="5891" y="4916"/>
                  <a:pt x="5891" y="4320"/>
                </a:cubicBezTo>
                <a:cubicBezTo>
                  <a:pt x="5891" y="3724"/>
                  <a:pt x="5451" y="3240"/>
                  <a:pt x="4909" y="3240"/>
                </a:cubicBezTo>
                <a:cubicBezTo>
                  <a:pt x="4367" y="3240"/>
                  <a:pt x="3927" y="3724"/>
                  <a:pt x="3927" y="4320"/>
                </a:cubicBezTo>
                <a:cubicBezTo>
                  <a:pt x="3927" y="4916"/>
                  <a:pt x="4367" y="5400"/>
                  <a:pt x="4909" y="54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3" name="Shape 2643"/>
          <p:cNvSpPr/>
          <p:nvPr/>
        </p:nvSpPr>
        <p:spPr>
          <a:xfrm>
            <a:off x="3108240" y="1069920"/>
            <a:ext cx="1144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" name="Shape 2644"/>
          <p:cNvSpPr/>
          <p:nvPr/>
        </p:nvSpPr>
        <p:spPr>
          <a:xfrm>
            <a:off x="3489480" y="1069920"/>
            <a:ext cx="1522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4" y="20618"/>
                  <a:pt x="1350" y="20179"/>
                  <a:pt x="1350" y="19636"/>
                </a:cubicBezTo>
                <a:lnTo>
                  <a:pt x="1350" y="1964"/>
                </a:lnTo>
                <a:cubicBezTo>
                  <a:pt x="1350" y="1422"/>
                  <a:pt x="1954" y="982"/>
                  <a:pt x="2700" y="982"/>
                </a:cubicBezTo>
                <a:lnTo>
                  <a:pt x="18900" y="982"/>
                </a:lnTo>
                <a:cubicBezTo>
                  <a:pt x="19645" y="982"/>
                  <a:pt x="20250" y="1422"/>
                  <a:pt x="20250" y="1964"/>
                </a:cubicBezTo>
                <a:cubicBezTo>
                  <a:pt x="20250" y="1964"/>
                  <a:pt x="20250" y="19636"/>
                  <a:pt x="20250" y="19636"/>
                </a:cubicBezTo>
                <a:close/>
                <a:moveTo>
                  <a:pt x="18900" y="0"/>
                </a:moveTo>
                <a:lnTo>
                  <a:pt x="2700" y="0"/>
                </a:lnTo>
                <a:cubicBezTo>
                  <a:pt x="120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391" y="0"/>
                  <a:pt x="18900" y="0"/>
                </a:cubicBezTo>
                <a:moveTo>
                  <a:pt x="4050" y="3927"/>
                </a:moveTo>
                <a:lnTo>
                  <a:pt x="17550" y="3927"/>
                </a:lnTo>
                <a:lnTo>
                  <a:pt x="17550" y="17673"/>
                </a:lnTo>
                <a:lnTo>
                  <a:pt x="4050" y="17673"/>
                </a:lnTo>
                <a:cubicBezTo>
                  <a:pt x="4050" y="17673"/>
                  <a:pt x="4050" y="3927"/>
                  <a:pt x="4050" y="3927"/>
                </a:cubicBezTo>
                <a:close/>
                <a:moveTo>
                  <a:pt x="2700" y="18655"/>
                </a:moveTo>
                <a:lnTo>
                  <a:pt x="18900" y="18655"/>
                </a:lnTo>
                <a:lnTo>
                  <a:pt x="18900" y="2945"/>
                </a:lnTo>
                <a:lnTo>
                  <a:pt x="2700" y="2945"/>
                </a:lnTo>
                <a:cubicBezTo>
                  <a:pt x="2700" y="2945"/>
                  <a:pt x="2700" y="18655"/>
                  <a:pt x="2700" y="18655"/>
                </a:cubicBezTo>
                <a:close/>
                <a:moveTo>
                  <a:pt x="10125" y="2455"/>
                </a:moveTo>
                <a:lnTo>
                  <a:pt x="11475" y="2455"/>
                </a:lnTo>
                <a:cubicBezTo>
                  <a:pt x="11848" y="2455"/>
                  <a:pt x="12150" y="2235"/>
                  <a:pt x="12150" y="1964"/>
                </a:cubicBezTo>
                <a:cubicBezTo>
                  <a:pt x="12150" y="1692"/>
                  <a:pt x="11848" y="1473"/>
                  <a:pt x="11475" y="1473"/>
                </a:cubicBezTo>
                <a:lnTo>
                  <a:pt x="10125" y="1473"/>
                </a:lnTo>
                <a:cubicBezTo>
                  <a:pt x="9752" y="1473"/>
                  <a:pt x="9450" y="1692"/>
                  <a:pt x="9450" y="1964"/>
                </a:cubicBezTo>
                <a:cubicBezTo>
                  <a:pt x="9450" y="2235"/>
                  <a:pt x="9752" y="2455"/>
                  <a:pt x="10125" y="2455"/>
                </a:cubicBezTo>
                <a:moveTo>
                  <a:pt x="10800" y="19145"/>
                </a:moveTo>
                <a:cubicBezTo>
                  <a:pt x="10427" y="19145"/>
                  <a:pt x="10125" y="19366"/>
                  <a:pt x="10125" y="19636"/>
                </a:cubicBezTo>
                <a:cubicBezTo>
                  <a:pt x="10125" y="19908"/>
                  <a:pt x="10427" y="20127"/>
                  <a:pt x="10800" y="20127"/>
                </a:cubicBezTo>
                <a:cubicBezTo>
                  <a:pt x="11173" y="20127"/>
                  <a:pt x="11475" y="19908"/>
                  <a:pt x="11475" y="19636"/>
                </a:cubicBezTo>
                <a:cubicBezTo>
                  <a:pt x="11475" y="19366"/>
                  <a:pt x="11173" y="19145"/>
                  <a:pt x="10800" y="1914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5" name="Shape 2645"/>
          <p:cNvSpPr/>
          <p:nvPr/>
        </p:nvSpPr>
        <p:spPr>
          <a:xfrm>
            <a:off x="3860640" y="1098720"/>
            <a:ext cx="209880" cy="152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408" y="20250"/>
                </a:moveTo>
                <a:lnTo>
                  <a:pt x="2740" y="17504"/>
                </a:lnTo>
                <a:cubicBezTo>
                  <a:pt x="2807" y="17526"/>
                  <a:pt x="2874" y="17550"/>
                  <a:pt x="2945" y="17550"/>
                </a:cubicBezTo>
                <a:lnTo>
                  <a:pt x="18655" y="17550"/>
                </a:lnTo>
                <a:cubicBezTo>
                  <a:pt x="18726" y="17550"/>
                  <a:pt x="18793" y="17526"/>
                  <a:pt x="18860" y="17504"/>
                </a:cubicBezTo>
                <a:lnTo>
                  <a:pt x="20192" y="20250"/>
                </a:lnTo>
                <a:cubicBezTo>
                  <a:pt x="20192" y="20250"/>
                  <a:pt x="1408" y="20250"/>
                  <a:pt x="1408" y="20250"/>
                </a:cubicBezTo>
                <a:close/>
                <a:moveTo>
                  <a:pt x="2945" y="1350"/>
                </a:moveTo>
                <a:lnTo>
                  <a:pt x="18655" y="1350"/>
                </a:lnTo>
                <a:lnTo>
                  <a:pt x="18655" y="16200"/>
                </a:lnTo>
                <a:lnTo>
                  <a:pt x="2945" y="16200"/>
                </a:lnTo>
                <a:cubicBezTo>
                  <a:pt x="2945" y="16200"/>
                  <a:pt x="2945" y="1350"/>
                  <a:pt x="2945" y="1350"/>
                </a:cubicBezTo>
                <a:close/>
                <a:moveTo>
                  <a:pt x="21510" y="20558"/>
                </a:moveTo>
                <a:lnTo>
                  <a:pt x="21518" y="20551"/>
                </a:lnTo>
                <a:lnTo>
                  <a:pt x="19591" y="16577"/>
                </a:lnTo>
                <a:cubicBezTo>
                  <a:pt x="19617" y="16457"/>
                  <a:pt x="19636" y="16332"/>
                  <a:pt x="19636" y="16200"/>
                </a:cubicBezTo>
                <a:lnTo>
                  <a:pt x="19636" y="1350"/>
                </a:lnTo>
                <a:cubicBezTo>
                  <a:pt x="19636" y="605"/>
                  <a:pt x="19197" y="0"/>
                  <a:pt x="18655" y="0"/>
                </a:cubicBezTo>
                <a:lnTo>
                  <a:pt x="2945" y="0"/>
                </a:lnTo>
                <a:cubicBezTo>
                  <a:pt x="2403" y="0"/>
                  <a:pt x="1964" y="605"/>
                  <a:pt x="1964" y="1350"/>
                </a:cubicBezTo>
                <a:lnTo>
                  <a:pt x="1964" y="16200"/>
                </a:lnTo>
                <a:cubicBezTo>
                  <a:pt x="1964" y="16332"/>
                  <a:pt x="1983" y="16457"/>
                  <a:pt x="2009" y="16577"/>
                </a:cubicBezTo>
                <a:lnTo>
                  <a:pt x="82" y="20551"/>
                </a:lnTo>
                <a:lnTo>
                  <a:pt x="90" y="20558"/>
                </a:lnTo>
                <a:cubicBezTo>
                  <a:pt x="38" y="20665"/>
                  <a:pt x="0" y="20787"/>
                  <a:pt x="0" y="20925"/>
                </a:cubicBezTo>
                <a:cubicBezTo>
                  <a:pt x="0" y="21298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298"/>
                  <a:pt x="21600" y="20925"/>
                </a:cubicBezTo>
                <a:cubicBezTo>
                  <a:pt x="21600" y="20787"/>
                  <a:pt x="21562" y="20665"/>
                  <a:pt x="21510" y="2055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6" name="Shape 2646"/>
          <p:cNvSpPr/>
          <p:nvPr/>
        </p:nvSpPr>
        <p:spPr>
          <a:xfrm>
            <a:off x="4260960" y="10699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2" y="20618"/>
                  <a:pt x="6873" y="20838"/>
                  <a:pt x="6873" y="21109"/>
                </a:cubicBezTo>
                <a:cubicBezTo>
                  <a:pt x="6873" y="21381"/>
                  <a:pt x="7092" y="21600"/>
                  <a:pt x="7364" y="21600"/>
                </a:cubicBezTo>
                <a:lnTo>
                  <a:pt x="14236" y="21600"/>
                </a:lnTo>
                <a:cubicBezTo>
                  <a:pt x="14508" y="21600"/>
                  <a:pt x="14727" y="21381"/>
                  <a:pt x="14727" y="21109"/>
                </a:cubicBezTo>
                <a:cubicBezTo>
                  <a:pt x="14727" y="20838"/>
                  <a:pt x="14508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7" name="Shape 2647"/>
          <p:cNvSpPr/>
          <p:nvPr/>
        </p:nvSpPr>
        <p:spPr>
          <a:xfrm>
            <a:off x="660240" y="146988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3" y="20618"/>
                  <a:pt x="6873" y="20838"/>
                  <a:pt x="6873" y="21109"/>
                </a:cubicBezTo>
                <a:cubicBezTo>
                  <a:pt x="6873" y="21381"/>
                  <a:pt x="7093" y="21600"/>
                  <a:pt x="7364" y="21600"/>
                </a:cubicBezTo>
                <a:lnTo>
                  <a:pt x="14236" y="21600"/>
                </a:lnTo>
                <a:cubicBezTo>
                  <a:pt x="14507" y="21600"/>
                  <a:pt x="14727" y="21381"/>
                  <a:pt x="14727" y="21109"/>
                </a:cubicBezTo>
                <a:cubicBezTo>
                  <a:pt x="14727" y="20838"/>
                  <a:pt x="14507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0773" y="5201"/>
                </a:moveTo>
                <a:cubicBezTo>
                  <a:pt x="10712" y="5093"/>
                  <a:pt x="10614" y="5023"/>
                  <a:pt x="10504" y="4986"/>
                </a:cubicBezTo>
                <a:lnTo>
                  <a:pt x="10517" y="4938"/>
                </a:lnTo>
                <a:cubicBezTo>
                  <a:pt x="10483" y="4941"/>
                  <a:pt x="10451" y="4949"/>
                  <a:pt x="10419" y="4957"/>
                </a:cubicBezTo>
                <a:lnTo>
                  <a:pt x="8464" y="4433"/>
                </a:lnTo>
                <a:cubicBezTo>
                  <a:pt x="8343" y="4400"/>
                  <a:pt x="8209" y="4414"/>
                  <a:pt x="8091" y="4482"/>
                </a:cubicBezTo>
                <a:cubicBezTo>
                  <a:pt x="7856" y="4618"/>
                  <a:pt x="7776" y="4918"/>
                  <a:pt x="7912" y="5153"/>
                </a:cubicBezTo>
                <a:cubicBezTo>
                  <a:pt x="7979" y="5270"/>
                  <a:pt x="8088" y="5349"/>
                  <a:pt x="8210" y="5381"/>
                </a:cubicBezTo>
                <a:lnTo>
                  <a:pt x="8965" y="5584"/>
                </a:lnTo>
                <a:cubicBezTo>
                  <a:pt x="8292" y="6116"/>
                  <a:pt x="7855" y="6927"/>
                  <a:pt x="7855" y="7855"/>
                </a:cubicBezTo>
                <a:cubicBezTo>
                  <a:pt x="7855" y="9081"/>
                  <a:pt x="8605" y="10131"/>
                  <a:pt x="9671" y="10574"/>
                </a:cubicBezTo>
                <a:lnTo>
                  <a:pt x="9934" y="9609"/>
                </a:lnTo>
                <a:cubicBezTo>
                  <a:pt x="9286" y="9288"/>
                  <a:pt x="8836" y="8627"/>
                  <a:pt x="8836" y="7855"/>
                </a:cubicBezTo>
                <a:cubicBezTo>
                  <a:pt x="8836" y="7221"/>
                  <a:pt x="9142" y="6665"/>
                  <a:pt x="9609" y="6309"/>
                </a:cubicBezTo>
                <a:lnTo>
                  <a:pt x="9336" y="7331"/>
                </a:lnTo>
                <a:cubicBezTo>
                  <a:pt x="9303" y="7453"/>
                  <a:pt x="9316" y="7586"/>
                  <a:pt x="9384" y="7704"/>
                </a:cubicBezTo>
                <a:cubicBezTo>
                  <a:pt x="9520" y="7938"/>
                  <a:pt x="9820" y="8019"/>
                  <a:pt x="10055" y="7884"/>
                </a:cubicBezTo>
                <a:cubicBezTo>
                  <a:pt x="10172" y="7815"/>
                  <a:pt x="10251" y="7706"/>
                  <a:pt x="10284" y="7585"/>
                </a:cubicBezTo>
                <a:lnTo>
                  <a:pt x="10823" y="5573"/>
                </a:lnTo>
                <a:cubicBezTo>
                  <a:pt x="10855" y="5452"/>
                  <a:pt x="10841" y="5318"/>
                  <a:pt x="10773" y="5201"/>
                </a:cubicBezTo>
                <a:moveTo>
                  <a:pt x="13421" y="10343"/>
                </a:moveTo>
                <a:lnTo>
                  <a:pt x="12630" y="10132"/>
                </a:lnTo>
                <a:cubicBezTo>
                  <a:pt x="13306" y="9598"/>
                  <a:pt x="13745" y="8785"/>
                  <a:pt x="13745" y="7855"/>
                </a:cubicBezTo>
                <a:cubicBezTo>
                  <a:pt x="13745" y="6643"/>
                  <a:pt x="13013" y="5604"/>
                  <a:pt x="11967" y="5152"/>
                </a:cubicBezTo>
                <a:lnTo>
                  <a:pt x="11702" y="6121"/>
                </a:lnTo>
                <a:cubicBezTo>
                  <a:pt x="12330" y="6448"/>
                  <a:pt x="12764" y="7098"/>
                  <a:pt x="12764" y="7855"/>
                </a:cubicBezTo>
                <a:cubicBezTo>
                  <a:pt x="12764" y="8468"/>
                  <a:pt x="12477" y="9008"/>
                  <a:pt x="12035" y="9366"/>
                </a:cubicBezTo>
                <a:lnTo>
                  <a:pt x="12295" y="8394"/>
                </a:lnTo>
                <a:cubicBezTo>
                  <a:pt x="12328" y="8273"/>
                  <a:pt x="12314" y="8139"/>
                  <a:pt x="12246" y="8021"/>
                </a:cubicBezTo>
                <a:cubicBezTo>
                  <a:pt x="12111" y="7786"/>
                  <a:pt x="11811" y="7706"/>
                  <a:pt x="11576" y="7842"/>
                </a:cubicBezTo>
                <a:cubicBezTo>
                  <a:pt x="11458" y="7910"/>
                  <a:pt x="11380" y="8019"/>
                  <a:pt x="11347" y="8140"/>
                </a:cubicBezTo>
                <a:lnTo>
                  <a:pt x="10808" y="10152"/>
                </a:lnTo>
                <a:lnTo>
                  <a:pt x="10808" y="10152"/>
                </a:lnTo>
                <a:cubicBezTo>
                  <a:pt x="10776" y="10273"/>
                  <a:pt x="10789" y="10407"/>
                  <a:pt x="10857" y="10524"/>
                </a:cubicBezTo>
                <a:cubicBezTo>
                  <a:pt x="10920" y="10634"/>
                  <a:pt x="11021" y="10706"/>
                  <a:pt x="11133" y="10742"/>
                </a:cubicBezTo>
                <a:lnTo>
                  <a:pt x="11126" y="10768"/>
                </a:lnTo>
                <a:cubicBezTo>
                  <a:pt x="11142" y="10766"/>
                  <a:pt x="11157" y="10761"/>
                  <a:pt x="11173" y="10758"/>
                </a:cubicBezTo>
                <a:lnTo>
                  <a:pt x="13167" y="11292"/>
                </a:lnTo>
                <a:cubicBezTo>
                  <a:pt x="13288" y="11324"/>
                  <a:pt x="13422" y="11311"/>
                  <a:pt x="13540" y="11243"/>
                </a:cubicBezTo>
                <a:cubicBezTo>
                  <a:pt x="13774" y="11107"/>
                  <a:pt x="13855" y="10807"/>
                  <a:pt x="13719" y="10572"/>
                </a:cubicBezTo>
                <a:cubicBezTo>
                  <a:pt x="13651" y="10455"/>
                  <a:pt x="13542" y="10376"/>
                  <a:pt x="13421" y="1034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8" name="Shape 2648"/>
          <p:cNvSpPr/>
          <p:nvPr/>
        </p:nvSpPr>
        <p:spPr>
          <a:xfrm>
            <a:off x="1060560" y="146988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3" y="20618"/>
                  <a:pt x="6873" y="20838"/>
                  <a:pt x="6873" y="21109"/>
                </a:cubicBezTo>
                <a:cubicBezTo>
                  <a:pt x="6873" y="21381"/>
                  <a:pt x="7093" y="21600"/>
                  <a:pt x="7364" y="21600"/>
                </a:cubicBezTo>
                <a:lnTo>
                  <a:pt x="14236" y="21600"/>
                </a:lnTo>
                <a:cubicBezTo>
                  <a:pt x="14507" y="21600"/>
                  <a:pt x="14727" y="21381"/>
                  <a:pt x="14727" y="21109"/>
                </a:cubicBezTo>
                <a:cubicBezTo>
                  <a:pt x="14727" y="20838"/>
                  <a:pt x="14507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2764" y="8836"/>
                </a:moveTo>
                <a:cubicBezTo>
                  <a:pt x="12628" y="8836"/>
                  <a:pt x="12505" y="8891"/>
                  <a:pt x="12417" y="8980"/>
                </a:cubicBezTo>
                <a:lnTo>
                  <a:pt x="11291" y="10106"/>
                </a:lnTo>
                <a:lnTo>
                  <a:pt x="11291" y="4419"/>
                </a:lnTo>
                <a:lnTo>
                  <a:pt x="11291" y="4418"/>
                </a:lnTo>
                <a:cubicBezTo>
                  <a:pt x="11291" y="4147"/>
                  <a:pt x="11071" y="3927"/>
                  <a:pt x="10800" y="3927"/>
                </a:cubicBezTo>
                <a:cubicBezTo>
                  <a:pt x="10529" y="3927"/>
                  <a:pt x="10309" y="4147"/>
                  <a:pt x="10309" y="4418"/>
                </a:cubicBezTo>
                <a:lnTo>
                  <a:pt x="10309" y="10106"/>
                </a:lnTo>
                <a:lnTo>
                  <a:pt x="9183" y="8980"/>
                </a:lnTo>
                <a:cubicBezTo>
                  <a:pt x="9095" y="8891"/>
                  <a:pt x="8972" y="8836"/>
                  <a:pt x="8836" y="8836"/>
                </a:cubicBezTo>
                <a:cubicBezTo>
                  <a:pt x="8566" y="8836"/>
                  <a:pt x="8345" y="9056"/>
                  <a:pt x="8345" y="9327"/>
                </a:cubicBezTo>
                <a:cubicBezTo>
                  <a:pt x="8345" y="9463"/>
                  <a:pt x="8400" y="9586"/>
                  <a:pt x="8489" y="9674"/>
                </a:cubicBezTo>
                <a:lnTo>
                  <a:pt x="10453" y="11638"/>
                </a:lnTo>
                <a:cubicBezTo>
                  <a:pt x="10542" y="11727"/>
                  <a:pt x="10665" y="11782"/>
                  <a:pt x="10800" y="11782"/>
                </a:cubicBezTo>
                <a:cubicBezTo>
                  <a:pt x="10935" y="11782"/>
                  <a:pt x="11058" y="11727"/>
                  <a:pt x="11147" y="11638"/>
                </a:cubicBezTo>
                <a:lnTo>
                  <a:pt x="13111" y="9674"/>
                </a:lnTo>
                <a:cubicBezTo>
                  <a:pt x="13200" y="9586"/>
                  <a:pt x="13255" y="9463"/>
                  <a:pt x="13255" y="9327"/>
                </a:cubicBezTo>
                <a:cubicBezTo>
                  <a:pt x="13255" y="9056"/>
                  <a:pt x="13034" y="8836"/>
                  <a:pt x="12764" y="883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" name="Shape 2649"/>
          <p:cNvSpPr/>
          <p:nvPr/>
        </p:nvSpPr>
        <p:spPr>
          <a:xfrm>
            <a:off x="1460520" y="146988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3" y="20618"/>
                  <a:pt x="6873" y="20838"/>
                  <a:pt x="6873" y="21109"/>
                </a:cubicBezTo>
                <a:cubicBezTo>
                  <a:pt x="6873" y="21381"/>
                  <a:pt x="7093" y="21600"/>
                  <a:pt x="7364" y="21600"/>
                </a:cubicBezTo>
                <a:lnTo>
                  <a:pt x="14236" y="21600"/>
                </a:lnTo>
                <a:cubicBezTo>
                  <a:pt x="14507" y="21600"/>
                  <a:pt x="14727" y="21381"/>
                  <a:pt x="14727" y="21109"/>
                </a:cubicBezTo>
                <a:cubicBezTo>
                  <a:pt x="14727" y="20838"/>
                  <a:pt x="14507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1147" y="4071"/>
                </a:moveTo>
                <a:cubicBezTo>
                  <a:pt x="11058" y="3982"/>
                  <a:pt x="10935" y="3927"/>
                  <a:pt x="10800" y="3927"/>
                </a:cubicBezTo>
                <a:cubicBezTo>
                  <a:pt x="10665" y="3927"/>
                  <a:pt x="10542" y="3982"/>
                  <a:pt x="10453" y="4071"/>
                </a:cubicBezTo>
                <a:lnTo>
                  <a:pt x="8489" y="6035"/>
                </a:lnTo>
                <a:cubicBezTo>
                  <a:pt x="8400" y="6124"/>
                  <a:pt x="8345" y="6247"/>
                  <a:pt x="8345" y="6382"/>
                </a:cubicBezTo>
                <a:cubicBezTo>
                  <a:pt x="8345" y="6653"/>
                  <a:pt x="8566" y="6873"/>
                  <a:pt x="8836" y="6873"/>
                </a:cubicBezTo>
                <a:cubicBezTo>
                  <a:pt x="8972" y="6873"/>
                  <a:pt x="9095" y="6818"/>
                  <a:pt x="9183" y="6729"/>
                </a:cubicBezTo>
                <a:lnTo>
                  <a:pt x="10309" y="5603"/>
                </a:lnTo>
                <a:lnTo>
                  <a:pt x="10309" y="11291"/>
                </a:lnTo>
                <a:cubicBezTo>
                  <a:pt x="10309" y="11562"/>
                  <a:pt x="10529" y="11782"/>
                  <a:pt x="10800" y="11782"/>
                </a:cubicBezTo>
                <a:cubicBezTo>
                  <a:pt x="11071" y="11782"/>
                  <a:pt x="11291" y="11562"/>
                  <a:pt x="11291" y="11291"/>
                </a:cubicBezTo>
                <a:lnTo>
                  <a:pt x="11291" y="5603"/>
                </a:lnTo>
                <a:lnTo>
                  <a:pt x="12417" y="6729"/>
                </a:lnTo>
                <a:cubicBezTo>
                  <a:pt x="12505" y="6818"/>
                  <a:pt x="12628" y="6873"/>
                  <a:pt x="12764" y="6873"/>
                </a:cubicBezTo>
                <a:cubicBezTo>
                  <a:pt x="13034" y="6873"/>
                  <a:pt x="13255" y="6653"/>
                  <a:pt x="13255" y="6382"/>
                </a:cubicBezTo>
                <a:cubicBezTo>
                  <a:pt x="13255" y="6247"/>
                  <a:pt x="13200" y="6124"/>
                  <a:pt x="13111" y="6035"/>
                </a:cubicBezTo>
                <a:cubicBezTo>
                  <a:pt x="13111" y="6035"/>
                  <a:pt x="11147" y="4071"/>
                  <a:pt x="11147" y="40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" name="Shape 2650"/>
          <p:cNvSpPr/>
          <p:nvPr/>
        </p:nvSpPr>
        <p:spPr>
          <a:xfrm>
            <a:off x="1860480" y="146988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3" y="20618"/>
                  <a:pt x="6873" y="20838"/>
                  <a:pt x="6873" y="21109"/>
                </a:cubicBezTo>
                <a:cubicBezTo>
                  <a:pt x="6873" y="21381"/>
                  <a:pt x="7093" y="21600"/>
                  <a:pt x="7364" y="21600"/>
                </a:cubicBezTo>
                <a:lnTo>
                  <a:pt x="14236" y="21600"/>
                </a:lnTo>
                <a:cubicBezTo>
                  <a:pt x="14507" y="21600"/>
                  <a:pt x="14727" y="21381"/>
                  <a:pt x="14727" y="21109"/>
                </a:cubicBezTo>
                <a:cubicBezTo>
                  <a:pt x="14727" y="20838"/>
                  <a:pt x="14507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236" y="7364"/>
                </a:moveTo>
                <a:lnTo>
                  <a:pt x="8549" y="7364"/>
                </a:lnTo>
                <a:lnTo>
                  <a:pt x="9674" y="6238"/>
                </a:lnTo>
                <a:cubicBezTo>
                  <a:pt x="9763" y="6149"/>
                  <a:pt x="9818" y="6027"/>
                  <a:pt x="9818" y="5891"/>
                </a:cubicBezTo>
                <a:cubicBezTo>
                  <a:pt x="9818" y="5620"/>
                  <a:pt x="9598" y="5400"/>
                  <a:pt x="9327" y="5400"/>
                </a:cubicBezTo>
                <a:cubicBezTo>
                  <a:pt x="9192" y="5400"/>
                  <a:pt x="9069" y="5455"/>
                  <a:pt x="8980" y="5544"/>
                </a:cubicBezTo>
                <a:lnTo>
                  <a:pt x="7017" y="7507"/>
                </a:lnTo>
                <a:cubicBezTo>
                  <a:pt x="6928" y="7597"/>
                  <a:pt x="6873" y="7720"/>
                  <a:pt x="6873" y="7855"/>
                </a:cubicBezTo>
                <a:cubicBezTo>
                  <a:pt x="6873" y="7990"/>
                  <a:pt x="6928" y="8113"/>
                  <a:pt x="7017" y="8202"/>
                </a:cubicBezTo>
                <a:lnTo>
                  <a:pt x="8980" y="10165"/>
                </a:lnTo>
                <a:cubicBezTo>
                  <a:pt x="9069" y="10255"/>
                  <a:pt x="9192" y="10309"/>
                  <a:pt x="9327" y="10309"/>
                </a:cubicBezTo>
                <a:cubicBezTo>
                  <a:pt x="9598" y="10309"/>
                  <a:pt x="9818" y="10090"/>
                  <a:pt x="9818" y="9818"/>
                </a:cubicBezTo>
                <a:cubicBezTo>
                  <a:pt x="9818" y="9683"/>
                  <a:pt x="9763" y="9560"/>
                  <a:pt x="9674" y="9471"/>
                </a:cubicBezTo>
                <a:lnTo>
                  <a:pt x="8549" y="8345"/>
                </a:lnTo>
                <a:lnTo>
                  <a:pt x="14236" y="8345"/>
                </a:lnTo>
                <a:cubicBezTo>
                  <a:pt x="14507" y="8345"/>
                  <a:pt x="14727" y="8126"/>
                  <a:pt x="14727" y="7855"/>
                </a:cubicBezTo>
                <a:cubicBezTo>
                  <a:pt x="14727" y="7584"/>
                  <a:pt x="14507" y="7364"/>
                  <a:pt x="14236" y="736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1" name="Shape 2651"/>
          <p:cNvSpPr/>
          <p:nvPr/>
        </p:nvSpPr>
        <p:spPr>
          <a:xfrm>
            <a:off x="2260440" y="146988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4583" y="7507"/>
                </a:moveTo>
                <a:lnTo>
                  <a:pt x="12620" y="5544"/>
                </a:lnTo>
                <a:cubicBezTo>
                  <a:pt x="12531" y="5455"/>
                  <a:pt x="12408" y="5400"/>
                  <a:pt x="12273" y="5400"/>
                </a:cubicBezTo>
                <a:cubicBezTo>
                  <a:pt x="12001" y="5400"/>
                  <a:pt x="11782" y="5620"/>
                  <a:pt x="11782" y="5891"/>
                </a:cubicBezTo>
                <a:cubicBezTo>
                  <a:pt x="11782" y="6027"/>
                  <a:pt x="11837" y="6149"/>
                  <a:pt x="11926" y="6238"/>
                </a:cubicBezTo>
                <a:lnTo>
                  <a:pt x="13051" y="7364"/>
                </a:lnTo>
                <a:lnTo>
                  <a:pt x="7364" y="7364"/>
                </a:lnTo>
                <a:cubicBezTo>
                  <a:pt x="7092" y="7364"/>
                  <a:pt x="6873" y="7584"/>
                  <a:pt x="6873" y="7855"/>
                </a:cubicBezTo>
                <a:cubicBezTo>
                  <a:pt x="6873" y="8126"/>
                  <a:pt x="7092" y="8345"/>
                  <a:pt x="7364" y="8345"/>
                </a:cubicBezTo>
                <a:lnTo>
                  <a:pt x="13051" y="8345"/>
                </a:lnTo>
                <a:lnTo>
                  <a:pt x="11926" y="9471"/>
                </a:lnTo>
                <a:cubicBezTo>
                  <a:pt x="11837" y="9560"/>
                  <a:pt x="11782" y="9683"/>
                  <a:pt x="11782" y="9818"/>
                </a:cubicBezTo>
                <a:cubicBezTo>
                  <a:pt x="11782" y="10090"/>
                  <a:pt x="12001" y="10309"/>
                  <a:pt x="12273" y="10309"/>
                </a:cubicBezTo>
                <a:cubicBezTo>
                  <a:pt x="12408" y="10309"/>
                  <a:pt x="12531" y="10255"/>
                  <a:pt x="12620" y="10165"/>
                </a:cubicBezTo>
                <a:lnTo>
                  <a:pt x="14583" y="8202"/>
                </a:lnTo>
                <a:cubicBezTo>
                  <a:pt x="14672" y="8113"/>
                  <a:pt x="14727" y="7990"/>
                  <a:pt x="14727" y="7855"/>
                </a:cubicBezTo>
                <a:cubicBezTo>
                  <a:pt x="14727" y="7720"/>
                  <a:pt x="14672" y="7597"/>
                  <a:pt x="14583" y="7507"/>
                </a:cubicBezTo>
                <a:close/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1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2" y="20618"/>
                  <a:pt x="6873" y="20838"/>
                  <a:pt x="6873" y="21109"/>
                </a:cubicBezTo>
                <a:cubicBezTo>
                  <a:pt x="6873" y="21380"/>
                  <a:pt x="7092" y="21600"/>
                  <a:pt x="7364" y="21600"/>
                </a:cubicBezTo>
                <a:lnTo>
                  <a:pt x="14236" y="21600"/>
                </a:lnTo>
                <a:cubicBezTo>
                  <a:pt x="14507" y="21600"/>
                  <a:pt x="14727" y="21380"/>
                  <a:pt x="14727" y="21109"/>
                </a:cubicBezTo>
                <a:cubicBezTo>
                  <a:pt x="14727" y="20838"/>
                  <a:pt x="14507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" name="Shape 2652"/>
          <p:cNvSpPr/>
          <p:nvPr/>
        </p:nvSpPr>
        <p:spPr>
          <a:xfrm>
            <a:off x="2660760" y="146988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14727"/>
                </a:moveTo>
                <a:cubicBezTo>
                  <a:pt x="7547" y="14727"/>
                  <a:pt x="4909" y="12969"/>
                  <a:pt x="4909" y="10800"/>
                </a:cubicBezTo>
                <a:cubicBezTo>
                  <a:pt x="4909" y="8631"/>
                  <a:pt x="7547" y="6873"/>
                  <a:pt x="10800" y="6873"/>
                </a:cubicBezTo>
                <a:cubicBezTo>
                  <a:pt x="11895" y="6873"/>
                  <a:pt x="12917" y="7076"/>
                  <a:pt x="13795" y="7423"/>
                </a:cubicBezTo>
                <a:lnTo>
                  <a:pt x="15709" y="5073"/>
                </a:lnTo>
                <a:lnTo>
                  <a:pt x="15709" y="8631"/>
                </a:lnTo>
                <a:cubicBezTo>
                  <a:pt x="16328" y="9253"/>
                  <a:pt x="16691" y="9998"/>
                  <a:pt x="16691" y="10800"/>
                </a:cubicBezTo>
                <a:cubicBezTo>
                  <a:pt x="16691" y="12969"/>
                  <a:pt x="14053" y="14727"/>
                  <a:pt x="10800" y="14727"/>
                </a:cubicBezTo>
                <a:moveTo>
                  <a:pt x="16691" y="1964"/>
                </a:moveTo>
                <a:lnTo>
                  <a:pt x="13360" y="6247"/>
                </a:lnTo>
                <a:cubicBezTo>
                  <a:pt x="12568" y="6020"/>
                  <a:pt x="11706" y="5891"/>
                  <a:pt x="10800" y="5891"/>
                </a:cubicBezTo>
                <a:cubicBezTo>
                  <a:pt x="7004" y="5891"/>
                  <a:pt x="3927" y="8089"/>
                  <a:pt x="3927" y="10800"/>
                </a:cubicBezTo>
                <a:cubicBezTo>
                  <a:pt x="3927" y="13511"/>
                  <a:pt x="7004" y="15709"/>
                  <a:pt x="10800" y="15709"/>
                </a:cubicBezTo>
                <a:cubicBezTo>
                  <a:pt x="14596" y="15709"/>
                  <a:pt x="17673" y="13511"/>
                  <a:pt x="17673" y="10800"/>
                </a:cubicBezTo>
                <a:cubicBezTo>
                  <a:pt x="17673" y="9878"/>
                  <a:pt x="17310" y="9018"/>
                  <a:pt x="16691" y="8281"/>
                </a:cubicBezTo>
                <a:cubicBezTo>
                  <a:pt x="16691" y="8281"/>
                  <a:pt x="16691" y="1964"/>
                  <a:pt x="16691" y="1964"/>
                </a:cubicBezTo>
                <a:close/>
                <a:moveTo>
                  <a:pt x="19145" y="1964"/>
                </a:moveTo>
                <a:cubicBezTo>
                  <a:pt x="18874" y="1964"/>
                  <a:pt x="18655" y="2184"/>
                  <a:pt x="18655" y="2455"/>
                </a:cubicBezTo>
                <a:cubicBezTo>
                  <a:pt x="18655" y="2726"/>
                  <a:pt x="18874" y="2945"/>
                  <a:pt x="19145" y="2945"/>
                </a:cubicBezTo>
                <a:cubicBezTo>
                  <a:pt x="19417" y="2945"/>
                  <a:pt x="19636" y="2726"/>
                  <a:pt x="19636" y="2455"/>
                </a:cubicBezTo>
                <a:cubicBezTo>
                  <a:pt x="19636" y="2184"/>
                  <a:pt x="19417" y="1964"/>
                  <a:pt x="19145" y="1964"/>
                </a:cubicBezTo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6691"/>
                  <a:pt x="20618" y="16691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8382"/>
                </a:lnTo>
                <a:cubicBezTo>
                  <a:pt x="1271" y="18551"/>
                  <a:pt x="1604" y="18655"/>
                  <a:pt x="1964" y="18655"/>
                </a:cubicBezTo>
                <a:lnTo>
                  <a:pt x="19636" y="18655"/>
                </a:lnTo>
                <a:cubicBezTo>
                  <a:pt x="19996" y="18655"/>
                  <a:pt x="20329" y="18551"/>
                  <a:pt x="20618" y="18382"/>
                </a:cubicBezTo>
                <a:cubicBezTo>
                  <a:pt x="20618" y="18382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0800" y="11291"/>
                </a:moveTo>
                <a:cubicBezTo>
                  <a:pt x="10258" y="11291"/>
                  <a:pt x="9818" y="11072"/>
                  <a:pt x="9818" y="10800"/>
                </a:cubicBezTo>
                <a:cubicBezTo>
                  <a:pt x="9818" y="10529"/>
                  <a:pt x="10258" y="10309"/>
                  <a:pt x="10800" y="10309"/>
                </a:cubicBezTo>
                <a:cubicBezTo>
                  <a:pt x="11342" y="10309"/>
                  <a:pt x="11782" y="10529"/>
                  <a:pt x="11782" y="10800"/>
                </a:cubicBezTo>
                <a:cubicBezTo>
                  <a:pt x="11782" y="11072"/>
                  <a:pt x="11342" y="11291"/>
                  <a:pt x="10800" y="11291"/>
                </a:cubicBezTo>
                <a:moveTo>
                  <a:pt x="10800" y="9327"/>
                </a:moveTo>
                <a:cubicBezTo>
                  <a:pt x="9716" y="9327"/>
                  <a:pt x="8836" y="9986"/>
                  <a:pt x="8836" y="10800"/>
                </a:cubicBezTo>
                <a:cubicBezTo>
                  <a:pt x="8836" y="11614"/>
                  <a:pt x="9716" y="12273"/>
                  <a:pt x="10800" y="12273"/>
                </a:cubicBezTo>
                <a:cubicBezTo>
                  <a:pt x="11884" y="12273"/>
                  <a:pt x="12764" y="11614"/>
                  <a:pt x="12764" y="10800"/>
                </a:cubicBezTo>
                <a:cubicBezTo>
                  <a:pt x="12764" y="9986"/>
                  <a:pt x="11884" y="9327"/>
                  <a:pt x="10800" y="9327"/>
                </a:cubicBezTo>
                <a:moveTo>
                  <a:pt x="19145" y="15709"/>
                </a:moveTo>
                <a:cubicBezTo>
                  <a:pt x="18874" y="15709"/>
                  <a:pt x="18655" y="15929"/>
                  <a:pt x="18655" y="16200"/>
                </a:cubicBezTo>
                <a:cubicBezTo>
                  <a:pt x="18655" y="16472"/>
                  <a:pt x="18874" y="16691"/>
                  <a:pt x="19145" y="16691"/>
                </a:cubicBezTo>
                <a:cubicBezTo>
                  <a:pt x="19417" y="16691"/>
                  <a:pt x="19636" y="16472"/>
                  <a:pt x="19636" y="16200"/>
                </a:cubicBezTo>
                <a:cubicBezTo>
                  <a:pt x="19636" y="15929"/>
                  <a:pt x="19417" y="15709"/>
                  <a:pt x="19145" y="15709"/>
                </a:cubicBezTo>
                <a:moveTo>
                  <a:pt x="2455" y="15709"/>
                </a:moveTo>
                <a:cubicBezTo>
                  <a:pt x="2183" y="15709"/>
                  <a:pt x="1964" y="15929"/>
                  <a:pt x="1964" y="16200"/>
                </a:cubicBezTo>
                <a:cubicBezTo>
                  <a:pt x="1964" y="16472"/>
                  <a:pt x="2183" y="16691"/>
                  <a:pt x="2455" y="16691"/>
                </a:cubicBezTo>
                <a:cubicBezTo>
                  <a:pt x="2726" y="16691"/>
                  <a:pt x="2945" y="16472"/>
                  <a:pt x="2945" y="16200"/>
                </a:cubicBezTo>
                <a:cubicBezTo>
                  <a:pt x="2945" y="15929"/>
                  <a:pt x="2726" y="15709"/>
                  <a:pt x="2455" y="15709"/>
                </a:cubicBezTo>
                <a:moveTo>
                  <a:pt x="5645" y="4418"/>
                </a:moveTo>
                <a:lnTo>
                  <a:pt x="12027" y="4418"/>
                </a:lnTo>
                <a:cubicBezTo>
                  <a:pt x="12434" y="4418"/>
                  <a:pt x="12764" y="4088"/>
                  <a:pt x="12764" y="3682"/>
                </a:cubicBezTo>
                <a:cubicBezTo>
                  <a:pt x="12764" y="3275"/>
                  <a:pt x="12434" y="2945"/>
                  <a:pt x="12027" y="2945"/>
                </a:cubicBezTo>
                <a:lnTo>
                  <a:pt x="5645" y="2945"/>
                </a:lnTo>
                <a:cubicBezTo>
                  <a:pt x="5239" y="2945"/>
                  <a:pt x="4909" y="3275"/>
                  <a:pt x="4909" y="3682"/>
                </a:cubicBezTo>
                <a:cubicBezTo>
                  <a:pt x="4909" y="4088"/>
                  <a:pt x="5239" y="4418"/>
                  <a:pt x="5645" y="4418"/>
                </a:cubicBezTo>
                <a:moveTo>
                  <a:pt x="2455" y="1964"/>
                </a:moveTo>
                <a:cubicBezTo>
                  <a:pt x="2183" y="1964"/>
                  <a:pt x="1964" y="2184"/>
                  <a:pt x="1964" y="2455"/>
                </a:cubicBezTo>
                <a:cubicBezTo>
                  <a:pt x="1964" y="2726"/>
                  <a:pt x="2183" y="2945"/>
                  <a:pt x="2455" y="2945"/>
                </a:cubicBezTo>
                <a:cubicBezTo>
                  <a:pt x="2726" y="2945"/>
                  <a:pt x="2945" y="2726"/>
                  <a:pt x="2945" y="2455"/>
                </a:cubicBezTo>
                <a:cubicBezTo>
                  <a:pt x="2945" y="2184"/>
                  <a:pt x="2726" y="1964"/>
                  <a:pt x="2455" y="196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" name="Shape 2653"/>
          <p:cNvSpPr/>
          <p:nvPr/>
        </p:nvSpPr>
        <p:spPr>
          <a:xfrm>
            <a:off x="3060720" y="146988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2764" y="5891"/>
                </a:moveTo>
                <a:lnTo>
                  <a:pt x="14727" y="5891"/>
                </a:lnTo>
                <a:lnTo>
                  <a:pt x="14727" y="1964"/>
                </a:lnTo>
                <a:lnTo>
                  <a:pt x="12764" y="1964"/>
                </a:lnTo>
                <a:cubicBezTo>
                  <a:pt x="12764" y="1964"/>
                  <a:pt x="12764" y="5891"/>
                  <a:pt x="12764" y="5891"/>
                </a:cubicBezTo>
                <a:close/>
                <a:moveTo>
                  <a:pt x="6873" y="2945"/>
                </a:moveTo>
                <a:lnTo>
                  <a:pt x="10800" y="2945"/>
                </a:lnTo>
                <a:lnTo>
                  <a:pt x="10800" y="1964"/>
                </a:lnTo>
                <a:lnTo>
                  <a:pt x="6873" y="1964"/>
                </a:lnTo>
                <a:cubicBezTo>
                  <a:pt x="6873" y="1964"/>
                  <a:pt x="6873" y="2945"/>
                  <a:pt x="6873" y="294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8655" y="20618"/>
                </a:lnTo>
                <a:lnTo>
                  <a:pt x="18655" y="11782"/>
                </a:lnTo>
                <a:cubicBezTo>
                  <a:pt x="18655" y="11240"/>
                  <a:pt x="18214" y="10800"/>
                  <a:pt x="17673" y="10800"/>
                </a:cubicBezTo>
                <a:lnTo>
                  <a:pt x="3927" y="10800"/>
                </a:lnTo>
                <a:cubicBezTo>
                  <a:pt x="3385" y="10800"/>
                  <a:pt x="2945" y="11240"/>
                  <a:pt x="2945" y="11782"/>
                </a:cubicBezTo>
                <a:lnTo>
                  <a:pt x="2945" y="20618"/>
                </a:ln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4909" y="982"/>
                </a:lnTo>
                <a:lnTo>
                  <a:pt x="4909" y="6873"/>
                </a:lnTo>
                <a:cubicBezTo>
                  <a:pt x="4909" y="7415"/>
                  <a:pt x="5348" y="7855"/>
                  <a:pt x="5891" y="7855"/>
                </a:cubicBezTo>
                <a:lnTo>
                  <a:pt x="15709" y="7855"/>
                </a:lnTo>
                <a:cubicBezTo>
                  <a:pt x="16251" y="7855"/>
                  <a:pt x="16691" y="7415"/>
                  <a:pt x="16691" y="6873"/>
                </a:cubicBezTo>
                <a:lnTo>
                  <a:pt x="16691" y="982"/>
                </a:lnTo>
                <a:lnTo>
                  <a:pt x="17182" y="982"/>
                </a:lnTo>
                <a:lnTo>
                  <a:pt x="20618" y="4418"/>
                </a:lnTo>
                <a:cubicBezTo>
                  <a:pt x="20618" y="4418"/>
                  <a:pt x="20618" y="19636"/>
                  <a:pt x="20618" y="19636"/>
                </a:cubicBezTo>
                <a:close/>
                <a:moveTo>
                  <a:pt x="17673" y="20618"/>
                </a:moveTo>
                <a:lnTo>
                  <a:pt x="3927" y="20618"/>
                </a:lnTo>
                <a:lnTo>
                  <a:pt x="3927" y="11782"/>
                </a:lnTo>
                <a:lnTo>
                  <a:pt x="17673" y="11782"/>
                </a:lnTo>
                <a:cubicBezTo>
                  <a:pt x="17673" y="11782"/>
                  <a:pt x="17673" y="20618"/>
                  <a:pt x="17673" y="20618"/>
                </a:cubicBezTo>
                <a:close/>
                <a:moveTo>
                  <a:pt x="5891" y="982"/>
                </a:moveTo>
                <a:lnTo>
                  <a:pt x="15709" y="982"/>
                </a:lnTo>
                <a:lnTo>
                  <a:pt x="15709" y="6873"/>
                </a:lnTo>
                <a:lnTo>
                  <a:pt x="5891" y="6873"/>
                </a:lnTo>
                <a:cubicBezTo>
                  <a:pt x="5891" y="6873"/>
                  <a:pt x="5891" y="982"/>
                  <a:pt x="5891" y="982"/>
                </a:cubicBezTo>
                <a:close/>
                <a:moveTo>
                  <a:pt x="17673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7"/>
                </a:lnTo>
                <a:cubicBezTo>
                  <a:pt x="21600" y="3927"/>
                  <a:pt x="17673" y="0"/>
                  <a:pt x="17673" y="0"/>
                </a:cubicBezTo>
                <a:close/>
                <a:moveTo>
                  <a:pt x="6873" y="4909"/>
                </a:moveTo>
                <a:lnTo>
                  <a:pt x="9818" y="4909"/>
                </a:lnTo>
                <a:lnTo>
                  <a:pt x="9818" y="3927"/>
                </a:lnTo>
                <a:lnTo>
                  <a:pt x="6873" y="3927"/>
                </a:lnTo>
                <a:cubicBezTo>
                  <a:pt x="6873" y="3927"/>
                  <a:pt x="6873" y="4909"/>
                  <a:pt x="6873" y="490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" name="Shape 2654"/>
          <p:cNvSpPr/>
          <p:nvPr/>
        </p:nvSpPr>
        <p:spPr>
          <a:xfrm>
            <a:off x="3460680" y="146988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5709" y="15709"/>
                </a:moveTo>
                <a:lnTo>
                  <a:pt x="5891" y="15709"/>
                </a:lnTo>
                <a:lnTo>
                  <a:pt x="5891" y="16691"/>
                </a:lnTo>
                <a:lnTo>
                  <a:pt x="15709" y="16691"/>
                </a:lnTo>
                <a:cubicBezTo>
                  <a:pt x="15709" y="16691"/>
                  <a:pt x="15709" y="15709"/>
                  <a:pt x="15709" y="15709"/>
                </a:cubicBezTo>
                <a:close/>
                <a:moveTo>
                  <a:pt x="15709" y="17673"/>
                </a:moveTo>
                <a:lnTo>
                  <a:pt x="5891" y="17673"/>
                </a:lnTo>
                <a:lnTo>
                  <a:pt x="5891" y="18655"/>
                </a:lnTo>
                <a:lnTo>
                  <a:pt x="15709" y="18655"/>
                </a:lnTo>
                <a:cubicBezTo>
                  <a:pt x="15709" y="18655"/>
                  <a:pt x="15709" y="17673"/>
                  <a:pt x="15709" y="17673"/>
                </a:cubicBezTo>
                <a:close/>
                <a:moveTo>
                  <a:pt x="11782" y="13745"/>
                </a:moveTo>
                <a:lnTo>
                  <a:pt x="5891" y="13745"/>
                </a:lnTo>
                <a:lnTo>
                  <a:pt x="5891" y="14727"/>
                </a:lnTo>
                <a:lnTo>
                  <a:pt x="11782" y="14727"/>
                </a:lnTo>
                <a:cubicBezTo>
                  <a:pt x="11782" y="14727"/>
                  <a:pt x="11782" y="13745"/>
                  <a:pt x="11782" y="1374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8655" y="20618"/>
                </a:lnTo>
                <a:lnTo>
                  <a:pt x="18655" y="11782"/>
                </a:lnTo>
                <a:cubicBezTo>
                  <a:pt x="18655" y="11240"/>
                  <a:pt x="18214" y="10800"/>
                  <a:pt x="17673" y="10800"/>
                </a:cubicBezTo>
                <a:lnTo>
                  <a:pt x="3927" y="10800"/>
                </a:lnTo>
                <a:cubicBezTo>
                  <a:pt x="3385" y="10800"/>
                  <a:pt x="2945" y="11240"/>
                  <a:pt x="2945" y="11782"/>
                </a:cubicBezTo>
                <a:lnTo>
                  <a:pt x="2945" y="20618"/>
                </a:ln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4909" y="982"/>
                </a:lnTo>
                <a:lnTo>
                  <a:pt x="4909" y="6873"/>
                </a:lnTo>
                <a:cubicBezTo>
                  <a:pt x="4909" y="7415"/>
                  <a:pt x="5348" y="7855"/>
                  <a:pt x="5891" y="7855"/>
                </a:cubicBezTo>
                <a:lnTo>
                  <a:pt x="15709" y="7855"/>
                </a:lnTo>
                <a:cubicBezTo>
                  <a:pt x="16251" y="7855"/>
                  <a:pt x="16691" y="7415"/>
                  <a:pt x="16691" y="6873"/>
                </a:cubicBezTo>
                <a:lnTo>
                  <a:pt x="16691" y="982"/>
                </a:lnTo>
                <a:lnTo>
                  <a:pt x="17182" y="982"/>
                </a:lnTo>
                <a:lnTo>
                  <a:pt x="20618" y="4418"/>
                </a:lnTo>
                <a:cubicBezTo>
                  <a:pt x="20618" y="4418"/>
                  <a:pt x="20618" y="19636"/>
                  <a:pt x="20618" y="19636"/>
                </a:cubicBezTo>
                <a:close/>
                <a:moveTo>
                  <a:pt x="17673" y="20618"/>
                </a:moveTo>
                <a:lnTo>
                  <a:pt x="3927" y="20618"/>
                </a:lnTo>
                <a:lnTo>
                  <a:pt x="3927" y="11782"/>
                </a:lnTo>
                <a:lnTo>
                  <a:pt x="17673" y="11782"/>
                </a:lnTo>
                <a:cubicBezTo>
                  <a:pt x="17673" y="11782"/>
                  <a:pt x="17673" y="20618"/>
                  <a:pt x="17673" y="20618"/>
                </a:cubicBezTo>
                <a:close/>
                <a:moveTo>
                  <a:pt x="5891" y="982"/>
                </a:moveTo>
                <a:lnTo>
                  <a:pt x="15709" y="982"/>
                </a:lnTo>
                <a:lnTo>
                  <a:pt x="15709" y="6873"/>
                </a:lnTo>
                <a:lnTo>
                  <a:pt x="5891" y="6873"/>
                </a:lnTo>
                <a:cubicBezTo>
                  <a:pt x="5891" y="6873"/>
                  <a:pt x="5891" y="982"/>
                  <a:pt x="5891" y="982"/>
                </a:cubicBezTo>
                <a:close/>
                <a:moveTo>
                  <a:pt x="17673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7"/>
                </a:lnTo>
                <a:cubicBezTo>
                  <a:pt x="21600" y="3927"/>
                  <a:pt x="17673" y="0"/>
                  <a:pt x="17673" y="0"/>
                </a:cubicBezTo>
                <a:close/>
                <a:moveTo>
                  <a:pt x="12764" y="5891"/>
                </a:moveTo>
                <a:lnTo>
                  <a:pt x="14727" y="5891"/>
                </a:lnTo>
                <a:lnTo>
                  <a:pt x="14727" y="1964"/>
                </a:lnTo>
                <a:lnTo>
                  <a:pt x="12764" y="1964"/>
                </a:lnTo>
                <a:cubicBezTo>
                  <a:pt x="12764" y="1964"/>
                  <a:pt x="12764" y="5891"/>
                  <a:pt x="12764" y="589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5" name="Shape 2655"/>
          <p:cNvSpPr/>
          <p:nvPr/>
        </p:nvSpPr>
        <p:spPr>
          <a:xfrm>
            <a:off x="3860640" y="1488960"/>
            <a:ext cx="209880" cy="171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4400"/>
                </a:moveTo>
                <a:lnTo>
                  <a:pt x="16349" y="14400"/>
                </a:lnTo>
                <a:cubicBezTo>
                  <a:pt x="16227" y="14820"/>
                  <a:pt x="16076" y="15221"/>
                  <a:pt x="15897" y="15600"/>
                </a:cubicBezTo>
                <a:lnTo>
                  <a:pt x="20618" y="15600"/>
                </a:lnTo>
                <a:lnTo>
                  <a:pt x="20618" y="19200"/>
                </a:ln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lnTo>
                  <a:pt x="982" y="15600"/>
                </a:lnTo>
                <a:lnTo>
                  <a:pt x="5704" y="15600"/>
                </a:lnTo>
                <a:cubicBezTo>
                  <a:pt x="5524" y="15221"/>
                  <a:pt x="5373" y="14820"/>
                  <a:pt x="5251" y="14400"/>
                </a:cubicBezTo>
                <a:lnTo>
                  <a:pt x="982" y="14400"/>
                </a:lnTo>
                <a:lnTo>
                  <a:pt x="982" y="4800"/>
                </a:lnTo>
                <a:cubicBezTo>
                  <a:pt x="982" y="4138"/>
                  <a:pt x="1422" y="3600"/>
                  <a:pt x="1964" y="3600"/>
                </a:cubicBezTo>
                <a:lnTo>
                  <a:pt x="3927" y="3600"/>
                </a:lnTo>
                <a:cubicBezTo>
                  <a:pt x="5891" y="3600"/>
                  <a:pt x="5891" y="1200"/>
                  <a:pt x="7364" y="1200"/>
                </a:cubicBezTo>
                <a:lnTo>
                  <a:pt x="10800" y="1200"/>
                </a:lnTo>
                <a:lnTo>
                  <a:pt x="14236" y="1200"/>
                </a:lnTo>
                <a:cubicBezTo>
                  <a:pt x="15709" y="1200"/>
                  <a:pt x="15709" y="3600"/>
                  <a:pt x="17673" y="3600"/>
                </a:cubicBezTo>
                <a:lnTo>
                  <a:pt x="19636" y="3600"/>
                </a:lnTo>
                <a:cubicBezTo>
                  <a:pt x="20178" y="3600"/>
                  <a:pt x="20618" y="4138"/>
                  <a:pt x="20618" y="4800"/>
                </a:cubicBezTo>
                <a:cubicBezTo>
                  <a:pt x="20618" y="4800"/>
                  <a:pt x="20618" y="14400"/>
                  <a:pt x="20618" y="14400"/>
                </a:cubicBezTo>
                <a:close/>
                <a:moveTo>
                  <a:pt x="19636" y="2400"/>
                </a:moveTo>
                <a:lnTo>
                  <a:pt x="17673" y="2400"/>
                </a:lnTo>
                <a:cubicBezTo>
                  <a:pt x="16200" y="2400"/>
                  <a:pt x="16200" y="0"/>
                  <a:pt x="14236" y="0"/>
                </a:cubicBezTo>
                <a:lnTo>
                  <a:pt x="10800" y="0"/>
                </a:lnTo>
                <a:lnTo>
                  <a:pt x="7364" y="0"/>
                </a:lnTo>
                <a:cubicBezTo>
                  <a:pt x="5400" y="0"/>
                  <a:pt x="5400" y="2400"/>
                  <a:pt x="3927" y="2400"/>
                </a:cubicBezTo>
                <a:lnTo>
                  <a:pt x="1964" y="2400"/>
                </a:lnTo>
                <a:cubicBezTo>
                  <a:pt x="879" y="2400"/>
                  <a:pt x="0" y="3475"/>
                  <a:pt x="0" y="4800"/>
                </a:cubicBezTo>
                <a:lnTo>
                  <a:pt x="0" y="19200"/>
                </a:ln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lnTo>
                  <a:pt x="21600" y="4800"/>
                </a:lnTo>
                <a:cubicBezTo>
                  <a:pt x="21600" y="3475"/>
                  <a:pt x="20721" y="2400"/>
                  <a:pt x="19636" y="2400"/>
                </a:cubicBezTo>
                <a:moveTo>
                  <a:pt x="18164" y="7200"/>
                </a:moveTo>
                <a:cubicBezTo>
                  <a:pt x="17892" y="7200"/>
                  <a:pt x="17673" y="6932"/>
                  <a:pt x="17673" y="6600"/>
                </a:cubicBezTo>
                <a:cubicBezTo>
                  <a:pt x="17673" y="6269"/>
                  <a:pt x="17892" y="6000"/>
                  <a:pt x="18164" y="6000"/>
                </a:cubicBezTo>
                <a:cubicBezTo>
                  <a:pt x="18435" y="6000"/>
                  <a:pt x="18655" y="6269"/>
                  <a:pt x="18655" y="6600"/>
                </a:cubicBezTo>
                <a:cubicBezTo>
                  <a:pt x="18655" y="6932"/>
                  <a:pt x="18435" y="7200"/>
                  <a:pt x="18164" y="7200"/>
                </a:cubicBezTo>
                <a:moveTo>
                  <a:pt x="18164" y="4800"/>
                </a:moveTo>
                <a:cubicBezTo>
                  <a:pt x="17351" y="4800"/>
                  <a:pt x="16691" y="5607"/>
                  <a:pt x="16691" y="6600"/>
                </a:cubicBezTo>
                <a:cubicBezTo>
                  <a:pt x="16691" y="7594"/>
                  <a:pt x="17351" y="8400"/>
                  <a:pt x="18164" y="8400"/>
                </a:cubicBezTo>
                <a:cubicBezTo>
                  <a:pt x="18977" y="8400"/>
                  <a:pt x="19636" y="7594"/>
                  <a:pt x="19636" y="6600"/>
                </a:cubicBezTo>
                <a:cubicBezTo>
                  <a:pt x="19636" y="5607"/>
                  <a:pt x="18977" y="4800"/>
                  <a:pt x="18164" y="4800"/>
                </a:cubicBezTo>
                <a:moveTo>
                  <a:pt x="18164" y="9600"/>
                </a:moveTo>
                <a:cubicBezTo>
                  <a:pt x="17892" y="9600"/>
                  <a:pt x="17673" y="9869"/>
                  <a:pt x="17673" y="10200"/>
                </a:cubicBezTo>
                <a:cubicBezTo>
                  <a:pt x="17673" y="10532"/>
                  <a:pt x="17892" y="10800"/>
                  <a:pt x="18164" y="10800"/>
                </a:cubicBezTo>
                <a:cubicBezTo>
                  <a:pt x="18435" y="10800"/>
                  <a:pt x="18655" y="10532"/>
                  <a:pt x="18655" y="10200"/>
                </a:cubicBezTo>
                <a:cubicBezTo>
                  <a:pt x="18655" y="9869"/>
                  <a:pt x="18435" y="9600"/>
                  <a:pt x="18164" y="9600"/>
                </a:cubicBezTo>
                <a:moveTo>
                  <a:pt x="10800" y="16800"/>
                </a:moveTo>
                <a:cubicBezTo>
                  <a:pt x="8631" y="16800"/>
                  <a:pt x="6873" y="14651"/>
                  <a:pt x="6873" y="12000"/>
                </a:cubicBezTo>
                <a:cubicBezTo>
                  <a:pt x="6873" y="9349"/>
                  <a:pt x="8631" y="7200"/>
                  <a:pt x="10800" y="7200"/>
                </a:cubicBezTo>
                <a:cubicBezTo>
                  <a:pt x="12969" y="7200"/>
                  <a:pt x="14727" y="9349"/>
                  <a:pt x="14727" y="12000"/>
                </a:cubicBezTo>
                <a:cubicBezTo>
                  <a:pt x="14727" y="14651"/>
                  <a:pt x="12969" y="16800"/>
                  <a:pt x="10800" y="16800"/>
                </a:cubicBezTo>
                <a:moveTo>
                  <a:pt x="10800" y="6000"/>
                </a:moveTo>
                <a:cubicBezTo>
                  <a:pt x="8088" y="6000"/>
                  <a:pt x="5891" y="8687"/>
                  <a:pt x="5891" y="12000"/>
                </a:cubicBezTo>
                <a:cubicBezTo>
                  <a:pt x="5891" y="15314"/>
                  <a:pt x="8088" y="18000"/>
                  <a:pt x="10800" y="18000"/>
                </a:cubicBezTo>
                <a:cubicBezTo>
                  <a:pt x="13512" y="18000"/>
                  <a:pt x="15709" y="15314"/>
                  <a:pt x="15709" y="12000"/>
                </a:cubicBezTo>
                <a:cubicBezTo>
                  <a:pt x="15709" y="8687"/>
                  <a:pt x="13512" y="6000"/>
                  <a:pt x="10800" y="6000"/>
                </a:cubicBezTo>
                <a:moveTo>
                  <a:pt x="10800" y="14400"/>
                </a:moveTo>
                <a:cubicBezTo>
                  <a:pt x="9716" y="14400"/>
                  <a:pt x="8836" y="13325"/>
                  <a:pt x="8836" y="12000"/>
                </a:cubicBezTo>
                <a:cubicBezTo>
                  <a:pt x="8836" y="10675"/>
                  <a:pt x="9716" y="9600"/>
                  <a:pt x="10800" y="9600"/>
                </a:cubicBezTo>
                <a:cubicBezTo>
                  <a:pt x="11884" y="9600"/>
                  <a:pt x="12764" y="10675"/>
                  <a:pt x="12764" y="12000"/>
                </a:cubicBezTo>
                <a:cubicBezTo>
                  <a:pt x="12764" y="13325"/>
                  <a:pt x="11884" y="14400"/>
                  <a:pt x="10800" y="14400"/>
                </a:cubicBezTo>
                <a:moveTo>
                  <a:pt x="10800" y="8400"/>
                </a:moveTo>
                <a:cubicBezTo>
                  <a:pt x="9173" y="8400"/>
                  <a:pt x="7855" y="10012"/>
                  <a:pt x="7855" y="12000"/>
                </a:cubicBezTo>
                <a:cubicBezTo>
                  <a:pt x="7855" y="13988"/>
                  <a:pt x="9173" y="15600"/>
                  <a:pt x="10800" y="15600"/>
                </a:cubicBezTo>
                <a:cubicBezTo>
                  <a:pt x="12426" y="15600"/>
                  <a:pt x="13745" y="13988"/>
                  <a:pt x="13745" y="12000"/>
                </a:cubicBezTo>
                <a:cubicBezTo>
                  <a:pt x="13745" y="10012"/>
                  <a:pt x="12426" y="8400"/>
                  <a:pt x="10800" y="8400"/>
                </a:cubicBezTo>
                <a:moveTo>
                  <a:pt x="8345" y="3600"/>
                </a:moveTo>
                <a:lnTo>
                  <a:pt x="13255" y="3600"/>
                </a:lnTo>
                <a:cubicBezTo>
                  <a:pt x="13526" y="3600"/>
                  <a:pt x="13745" y="3332"/>
                  <a:pt x="13745" y="3000"/>
                </a:cubicBezTo>
                <a:cubicBezTo>
                  <a:pt x="13745" y="2669"/>
                  <a:pt x="13526" y="2400"/>
                  <a:pt x="13255" y="2400"/>
                </a:cubicBezTo>
                <a:lnTo>
                  <a:pt x="8345" y="2400"/>
                </a:lnTo>
                <a:cubicBezTo>
                  <a:pt x="8074" y="2400"/>
                  <a:pt x="7855" y="2669"/>
                  <a:pt x="7855" y="3000"/>
                </a:cubicBezTo>
                <a:cubicBezTo>
                  <a:pt x="7855" y="3332"/>
                  <a:pt x="8074" y="3600"/>
                  <a:pt x="8345" y="36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" name="Shape 2656"/>
          <p:cNvSpPr/>
          <p:nvPr/>
        </p:nvSpPr>
        <p:spPr>
          <a:xfrm>
            <a:off x="4260960" y="146988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4727" y="10800"/>
                </a:moveTo>
                <a:cubicBezTo>
                  <a:pt x="14186" y="10800"/>
                  <a:pt x="13745" y="11240"/>
                  <a:pt x="13745" y="11782"/>
                </a:cubicBezTo>
                <a:cubicBezTo>
                  <a:pt x="13745" y="12324"/>
                  <a:pt x="14186" y="12764"/>
                  <a:pt x="14727" y="12764"/>
                </a:cubicBezTo>
                <a:cubicBezTo>
                  <a:pt x="15269" y="12764"/>
                  <a:pt x="15709" y="12324"/>
                  <a:pt x="15709" y="11782"/>
                </a:cubicBezTo>
                <a:cubicBezTo>
                  <a:pt x="15709" y="11240"/>
                  <a:pt x="15269" y="10800"/>
                  <a:pt x="14727" y="10800"/>
                </a:cubicBezTo>
                <a:moveTo>
                  <a:pt x="20618" y="0"/>
                </a:moveTo>
                <a:lnTo>
                  <a:pt x="4909" y="0"/>
                </a:lnTo>
                <a:cubicBezTo>
                  <a:pt x="4367" y="0"/>
                  <a:pt x="3927" y="440"/>
                  <a:pt x="3927" y="982"/>
                </a:cubicBezTo>
                <a:lnTo>
                  <a:pt x="3927" y="5891"/>
                </a:lnTo>
                <a:cubicBezTo>
                  <a:pt x="3927" y="6162"/>
                  <a:pt x="4147" y="6382"/>
                  <a:pt x="4418" y="6382"/>
                </a:cubicBezTo>
                <a:cubicBezTo>
                  <a:pt x="4690" y="6382"/>
                  <a:pt x="4909" y="6162"/>
                  <a:pt x="4909" y="5891"/>
                </a:cubicBezTo>
                <a:lnTo>
                  <a:pt x="4909" y="982"/>
                </a:lnTo>
                <a:lnTo>
                  <a:pt x="20618" y="982"/>
                </a:lnTo>
                <a:lnTo>
                  <a:pt x="20618" y="12764"/>
                </a:lnTo>
                <a:lnTo>
                  <a:pt x="19145" y="12764"/>
                </a:lnTo>
                <a:cubicBezTo>
                  <a:pt x="18874" y="12764"/>
                  <a:pt x="18655" y="12984"/>
                  <a:pt x="18655" y="13255"/>
                </a:cubicBezTo>
                <a:cubicBezTo>
                  <a:pt x="18655" y="13526"/>
                  <a:pt x="18874" y="13745"/>
                  <a:pt x="19145" y="13745"/>
                </a:cubicBezTo>
                <a:lnTo>
                  <a:pt x="20618" y="13745"/>
                </a:lnTo>
                <a:lnTo>
                  <a:pt x="20618" y="16691"/>
                </a:ln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20618" y="17673"/>
                </a:lnTo>
                <a:cubicBezTo>
                  <a:pt x="21160" y="17673"/>
                  <a:pt x="21600" y="17234"/>
                  <a:pt x="21600" y="16691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14727" y="13745"/>
                </a:moveTo>
                <a:cubicBezTo>
                  <a:pt x="14456" y="13745"/>
                  <a:pt x="14236" y="13966"/>
                  <a:pt x="14236" y="14236"/>
                </a:cubicBezTo>
                <a:cubicBezTo>
                  <a:pt x="14236" y="14508"/>
                  <a:pt x="14456" y="14727"/>
                  <a:pt x="14727" y="14727"/>
                </a:cubicBezTo>
                <a:cubicBezTo>
                  <a:pt x="14999" y="14727"/>
                  <a:pt x="15218" y="14508"/>
                  <a:pt x="15218" y="14236"/>
                </a:cubicBezTo>
                <a:cubicBezTo>
                  <a:pt x="15218" y="13966"/>
                  <a:pt x="14999" y="13745"/>
                  <a:pt x="14727" y="13745"/>
                </a:cubicBezTo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0800"/>
                </a:lnTo>
                <a:cubicBezTo>
                  <a:pt x="982" y="10258"/>
                  <a:pt x="1422" y="9818"/>
                  <a:pt x="1964" y="9818"/>
                </a:cubicBezTo>
                <a:lnTo>
                  <a:pt x="3927" y="9818"/>
                </a:lnTo>
                <a:cubicBezTo>
                  <a:pt x="5891" y="9818"/>
                  <a:pt x="5891" y="7855"/>
                  <a:pt x="7364" y="7855"/>
                </a:cubicBezTo>
                <a:lnTo>
                  <a:pt x="8836" y="7855"/>
                </a:lnTo>
                <a:lnTo>
                  <a:pt x="10309" y="7855"/>
                </a:lnTo>
                <a:cubicBezTo>
                  <a:pt x="11782" y="7855"/>
                  <a:pt x="11782" y="9818"/>
                  <a:pt x="13745" y="9818"/>
                </a:cubicBezTo>
                <a:lnTo>
                  <a:pt x="15709" y="9818"/>
                </a:lnTo>
                <a:cubicBezTo>
                  <a:pt x="16251" y="9818"/>
                  <a:pt x="16691" y="10258"/>
                  <a:pt x="16691" y="10800"/>
                </a:cubicBezTo>
                <a:cubicBezTo>
                  <a:pt x="16691" y="10800"/>
                  <a:pt x="16691" y="19636"/>
                  <a:pt x="16691" y="19636"/>
                </a:cubicBezTo>
                <a:close/>
                <a:moveTo>
                  <a:pt x="15709" y="8836"/>
                </a:moveTo>
                <a:lnTo>
                  <a:pt x="13745" y="8836"/>
                </a:lnTo>
                <a:cubicBezTo>
                  <a:pt x="12273" y="8836"/>
                  <a:pt x="12273" y="6873"/>
                  <a:pt x="10309" y="6873"/>
                </a:cubicBezTo>
                <a:lnTo>
                  <a:pt x="7364" y="6873"/>
                </a:lnTo>
                <a:cubicBezTo>
                  <a:pt x="5400" y="6873"/>
                  <a:pt x="5400" y="8836"/>
                  <a:pt x="3927" y="8836"/>
                </a:cubicBezTo>
                <a:lnTo>
                  <a:pt x="1964" y="8836"/>
                </a:lnTo>
                <a:cubicBezTo>
                  <a:pt x="87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10800"/>
                </a:lnTo>
                <a:cubicBezTo>
                  <a:pt x="17673" y="9716"/>
                  <a:pt x="16794" y="8836"/>
                  <a:pt x="15709" y="8836"/>
                </a:cubicBezTo>
                <a:moveTo>
                  <a:pt x="8836" y="17673"/>
                </a:moveTo>
                <a:cubicBezTo>
                  <a:pt x="7210" y="17673"/>
                  <a:pt x="5891" y="16354"/>
                  <a:pt x="5891" y="14727"/>
                </a:cubicBezTo>
                <a:cubicBezTo>
                  <a:pt x="5891" y="13101"/>
                  <a:pt x="7210" y="11782"/>
                  <a:pt x="8836" y="11782"/>
                </a:cubicBezTo>
                <a:cubicBezTo>
                  <a:pt x="10463" y="11782"/>
                  <a:pt x="11782" y="13101"/>
                  <a:pt x="11782" y="14727"/>
                </a:cubicBezTo>
                <a:cubicBezTo>
                  <a:pt x="11782" y="16354"/>
                  <a:pt x="10463" y="17673"/>
                  <a:pt x="8836" y="17673"/>
                </a:cubicBezTo>
                <a:moveTo>
                  <a:pt x="8836" y="10800"/>
                </a:moveTo>
                <a:cubicBezTo>
                  <a:pt x="6668" y="10800"/>
                  <a:pt x="4909" y="12558"/>
                  <a:pt x="4909" y="14727"/>
                </a:cubicBezTo>
                <a:cubicBezTo>
                  <a:pt x="4909" y="16896"/>
                  <a:pt x="6668" y="18655"/>
                  <a:pt x="8836" y="18655"/>
                </a:cubicBezTo>
                <a:cubicBezTo>
                  <a:pt x="11005" y="18655"/>
                  <a:pt x="12764" y="16896"/>
                  <a:pt x="12764" y="14727"/>
                </a:cubicBezTo>
                <a:cubicBezTo>
                  <a:pt x="12764" y="12558"/>
                  <a:pt x="11005" y="10800"/>
                  <a:pt x="8836" y="10800"/>
                </a:cubicBezTo>
                <a:moveTo>
                  <a:pt x="8836" y="15709"/>
                </a:moveTo>
                <a:cubicBezTo>
                  <a:pt x="8295" y="15709"/>
                  <a:pt x="7855" y="15269"/>
                  <a:pt x="7855" y="14727"/>
                </a:cubicBezTo>
                <a:cubicBezTo>
                  <a:pt x="7855" y="14186"/>
                  <a:pt x="8295" y="13745"/>
                  <a:pt x="8836" y="13745"/>
                </a:cubicBezTo>
                <a:cubicBezTo>
                  <a:pt x="9378" y="13745"/>
                  <a:pt x="9818" y="14186"/>
                  <a:pt x="9818" y="14727"/>
                </a:cubicBezTo>
                <a:cubicBezTo>
                  <a:pt x="9818" y="15269"/>
                  <a:pt x="9378" y="15709"/>
                  <a:pt x="8836" y="15709"/>
                </a:cubicBezTo>
                <a:moveTo>
                  <a:pt x="8836" y="12764"/>
                </a:moveTo>
                <a:cubicBezTo>
                  <a:pt x="7752" y="12764"/>
                  <a:pt x="6873" y="13643"/>
                  <a:pt x="6873" y="14727"/>
                </a:cubicBezTo>
                <a:cubicBezTo>
                  <a:pt x="6873" y="15812"/>
                  <a:pt x="7752" y="16691"/>
                  <a:pt x="8836" y="16691"/>
                </a:cubicBezTo>
                <a:cubicBezTo>
                  <a:pt x="9921" y="16691"/>
                  <a:pt x="10800" y="15812"/>
                  <a:pt x="10800" y="14727"/>
                </a:cubicBezTo>
                <a:cubicBezTo>
                  <a:pt x="10800" y="13643"/>
                  <a:pt x="9921" y="12764"/>
                  <a:pt x="8836" y="1276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" name="Shape 2657"/>
          <p:cNvSpPr/>
          <p:nvPr/>
        </p:nvSpPr>
        <p:spPr>
          <a:xfrm>
            <a:off x="660240" y="187020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5891" y="4909"/>
                </a:moveTo>
                <a:lnTo>
                  <a:pt x="6873" y="4909"/>
                </a:lnTo>
                <a:lnTo>
                  <a:pt x="6873" y="3927"/>
                </a:lnTo>
                <a:lnTo>
                  <a:pt x="5891" y="3927"/>
                </a:lnTo>
                <a:cubicBezTo>
                  <a:pt x="5891" y="3927"/>
                  <a:pt x="5891" y="4909"/>
                  <a:pt x="5891" y="4909"/>
                </a:cubicBezTo>
                <a:close/>
                <a:moveTo>
                  <a:pt x="18655" y="13745"/>
                </a:moveTo>
                <a:lnTo>
                  <a:pt x="19636" y="13745"/>
                </a:lnTo>
                <a:lnTo>
                  <a:pt x="19636" y="12764"/>
                </a:lnTo>
                <a:lnTo>
                  <a:pt x="18655" y="12764"/>
                </a:lnTo>
                <a:cubicBezTo>
                  <a:pt x="18655" y="12764"/>
                  <a:pt x="18655" y="13745"/>
                  <a:pt x="18655" y="13745"/>
                </a:cubicBezTo>
                <a:close/>
                <a:moveTo>
                  <a:pt x="6873" y="1964"/>
                </a:moveTo>
                <a:lnTo>
                  <a:pt x="5891" y="1964"/>
                </a:lnTo>
                <a:lnTo>
                  <a:pt x="5891" y="2945"/>
                </a:lnTo>
                <a:lnTo>
                  <a:pt x="6873" y="2945"/>
                </a:lnTo>
                <a:cubicBezTo>
                  <a:pt x="6873" y="2945"/>
                  <a:pt x="6873" y="1964"/>
                  <a:pt x="6873" y="1964"/>
                </a:cubicBezTo>
                <a:close/>
                <a:moveTo>
                  <a:pt x="20618" y="0"/>
                </a:moveTo>
                <a:lnTo>
                  <a:pt x="4909" y="0"/>
                </a:lnTo>
                <a:cubicBezTo>
                  <a:pt x="4367" y="0"/>
                  <a:pt x="3927" y="440"/>
                  <a:pt x="3927" y="982"/>
                </a:cubicBezTo>
                <a:lnTo>
                  <a:pt x="3927" y="5891"/>
                </a:lnTo>
                <a:cubicBezTo>
                  <a:pt x="3927" y="6162"/>
                  <a:pt x="4147" y="6382"/>
                  <a:pt x="4418" y="6382"/>
                </a:cubicBezTo>
                <a:cubicBezTo>
                  <a:pt x="4689" y="6382"/>
                  <a:pt x="4909" y="6162"/>
                  <a:pt x="4909" y="5891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7855" y="982"/>
                </a:lnTo>
                <a:lnTo>
                  <a:pt x="7855" y="5400"/>
                </a:lnTo>
                <a:cubicBezTo>
                  <a:pt x="7855" y="5671"/>
                  <a:pt x="8075" y="5891"/>
                  <a:pt x="8345" y="5891"/>
                </a:cubicBezTo>
                <a:cubicBezTo>
                  <a:pt x="8616" y="5891"/>
                  <a:pt x="8836" y="5671"/>
                  <a:pt x="8836" y="5400"/>
                </a:cubicBezTo>
                <a:lnTo>
                  <a:pt x="8836" y="982"/>
                </a:lnTo>
                <a:lnTo>
                  <a:pt x="16691" y="982"/>
                </a:lnTo>
                <a:lnTo>
                  <a:pt x="16691" y="7364"/>
                </a:lnTo>
                <a:cubicBezTo>
                  <a:pt x="16691" y="7635"/>
                  <a:pt x="16911" y="7855"/>
                  <a:pt x="17182" y="7855"/>
                </a:cubicBezTo>
                <a:cubicBezTo>
                  <a:pt x="17453" y="7855"/>
                  <a:pt x="17673" y="7635"/>
                  <a:pt x="17673" y="7364"/>
                </a:cubicBez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8345"/>
                </a:lnTo>
                <a:lnTo>
                  <a:pt x="19145" y="8345"/>
                </a:lnTo>
                <a:cubicBezTo>
                  <a:pt x="18875" y="8345"/>
                  <a:pt x="18655" y="8566"/>
                  <a:pt x="18655" y="8836"/>
                </a:cubicBezTo>
                <a:cubicBezTo>
                  <a:pt x="18655" y="9108"/>
                  <a:pt x="18875" y="9327"/>
                  <a:pt x="19145" y="9327"/>
                </a:cubicBezTo>
                <a:lnTo>
                  <a:pt x="20618" y="9327"/>
                </a:lnTo>
                <a:lnTo>
                  <a:pt x="20618" y="15709"/>
                </a:lnTo>
                <a:cubicBezTo>
                  <a:pt x="20618" y="16252"/>
                  <a:pt x="20179" y="16691"/>
                  <a:pt x="19636" y="16691"/>
                </a:cubicBezTo>
                <a:lnTo>
                  <a:pt x="19145" y="16691"/>
                </a:lnTo>
                <a:cubicBezTo>
                  <a:pt x="18875" y="16691"/>
                  <a:pt x="18655" y="16911"/>
                  <a:pt x="18655" y="17182"/>
                </a:cubicBezTo>
                <a:cubicBezTo>
                  <a:pt x="18655" y="17453"/>
                  <a:pt x="18875" y="17673"/>
                  <a:pt x="19145" y="17673"/>
                </a:cubicBezTo>
                <a:lnTo>
                  <a:pt x="19145" y="17673"/>
                </a:lnTo>
                <a:lnTo>
                  <a:pt x="19636" y="17673"/>
                </a:lnTo>
                <a:lnTo>
                  <a:pt x="19636" y="17673"/>
                </a:lnTo>
                <a:lnTo>
                  <a:pt x="20618" y="17673"/>
                </a:lnTo>
                <a:cubicBezTo>
                  <a:pt x="21160" y="17673"/>
                  <a:pt x="21600" y="17233"/>
                  <a:pt x="21600" y="16691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19636" y="10800"/>
                </a:moveTo>
                <a:lnTo>
                  <a:pt x="18655" y="10800"/>
                </a:lnTo>
                <a:lnTo>
                  <a:pt x="18655" y="11782"/>
                </a:lnTo>
                <a:lnTo>
                  <a:pt x="19636" y="11782"/>
                </a:lnTo>
                <a:cubicBezTo>
                  <a:pt x="19636" y="11782"/>
                  <a:pt x="19636" y="10800"/>
                  <a:pt x="19636" y="10800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15709"/>
                </a:moveTo>
                <a:lnTo>
                  <a:pt x="19636" y="15709"/>
                </a:lnTo>
                <a:lnTo>
                  <a:pt x="19636" y="14727"/>
                </a:lnTo>
                <a:lnTo>
                  <a:pt x="18655" y="14727"/>
                </a:lnTo>
                <a:cubicBezTo>
                  <a:pt x="18655" y="14727"/>
                  <a:pt x="18655" y="15709"/>
                  <a:pt x="18655" y="15709"/>
                </a:cubicBezTo>
                <a:close/>
                <a:moveTo>
                  <a:pt x="19636" y="1964"/>
                </a:moveTo>
                <a:lnTo>
                  <a:pt x="18655" y="1964"/>
                </a:lnTo>
                <a:lnTo>
                  <a:pt x="18655" y="2945"/>
                </a:lnTo>
                <a:lnTo>
                  <a:pt x="19636" y="2945"/>
                </a:lnTo>
                <a:cubicBezTo>
                  <a:pt x="19636" y="2945"/>
                  <a:pt x="19636" y="1964"/>
                  <a:pt x="19636" y="1964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8836" y="17673"/>
                </a:moveTo>
                <a:cubicBezTo>
                  <a:pt x="7210" y="17673"/>
                  <a:pt x="5891" y="16354"/>
                  <a:pt x="5891" y="14727"/>
                </a:cubicBezTo>
                <a:cubicBezTo>
                  <a:pt x="5891" y="13101"/>
                  <a:pt x="7210" y="11782"/>
                  <a:pt x="8836" y="11782"/>
                </a:cubicBezTo>
                <a:cubicBezTo>
                  <a:pt x="10463" y="11782"/>
                  <a:pt x="11782" y="13101"/>
                  <a:pt x="11782" y="14727"/>
                </a:cubicBezTo>
                <a:cubicBezTo>
                  <a:pt x="11782" y="16354"/>
                  <a:pt x="10463" y="17673"/>
                  <a:pt x="8836" y="17673"/>
                </a:cubicBezTo>
                <a:moveTo>
                  <a:pt x="8836" y="10800"/>
                </a:moveTo>
                <a:cubicBezTo>
                  <a:pt x="6667" y="10800"/>
                  <a:pt x="4909" y="12558"/>
                  <a:pt x="4909" y="14727"/>
                </a:cubicBezTo>
                <a:cubicBezTo>
                  <a:pt x="4909" y="16897"/>
                  <a:pt x="6667" y="18655"/>
                  <a:pt x="8836" y="18655"/>
                </a:cubicBezTo>
                <a:cubicBezTo>
                  <a:pt x="11006" y="18655"/>
                  <a:pt x="12764" y="16897"/>
                  <a:pt x="12764" y="14727"/>
                </a:cubicBezTo>
                <a:cubicBezTo>
                  <a:pt x="12764" y="12558"/>
                  <a:pt x="11006" y="10800"/>
                  <a:pt x="8836" y="10800"/>
                </a:cubicBezTo>
                <a:moveTo>
                  <a:pt x="8836" y="15709"/>
                </a:moveTo>
                <a:cubicBezTo>
                  <a:pt x="8294" y="15709"/>
                  <a:pt x="7855" y="15269"/>
                  <a:pt x="7855" y="14727"/>
                </a:cubicBezTo>
                <a:cubicBezTo>
                  <a:pt x="7855" y="14185"/>
                  <a:pt x="8294" y="13745"/>
                  <a:pt x="8836" y="13745"/>
                </a:cubicBezTo>
                <a:cubicBezTo>
                  <a:pt x="9378" y="13745"/>
                  <a:pt x="9818" y="14185"/>
                  <a:pt x="9818" y="14727"/>
                </a:cubicBezTo>
                <a:cubicBezTo>
                  <a:pt x="9818" y="15269"/>
                  <a:pt x="9378" y="15709"/>
                  <a:pt x="8836" y="15709"/>
                </a:cubicBezTo>
                <a:moveTo>
                  <a:pt x="8836" y="12764"/>
                </a:moveTo>
                <a:cubicBezTo>
                  <a:pt x="7752" y="12764"/>
                  <a:pt x="6873" y="13643"/>
                  <a:pt x="6873" y="14727"/>
                </a:cubicBezTo>
                <a:cubicBezTo>
                  <a:pt x="6873" y="15812"/>
                  <a:pt x="7752" y="16691"/>
                  <a:pt x="8836" y="16691"/>
                </a:cubicBezTo>
                <a:cubicBezTo>
                  <a:pt x="9921" y="16691"/>
                  <a:pt x="10800" y="15812"/>
                  <a:pt x="10800" y="14727"/>
                </a:cubicBezTo>
                <a:cubicBezTo>
                  <a:pt x="10800" y="13643"/>
                  <a:pt x="9921" y="12764"/>
                  <a:pt x="8836" y="12764"/>
                </a:cubicBezTo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0800"/>
                </a:lnTo>
                <a:cubicBezTo>
                  <a:pt x="982" y="10258"/>
                  <a:pt x="1422" y="9818"/>
                  <a:pt x="1964" y="9818"/>
                </a:cubicBezTo>
                <a:lnTo>
                  <a:pt x="3927" y="9818"/>
                </a:lnTo>
                <a:cubicBezTo>
                  <a:pt x="5891" y="9818"/>
                  <a:pt x="5891" y="7855"/>
                  <a:pt x="7364" y="7855"/>
                </a:cubicBezTo>
                <a:lnTo>
                  <a:pt x="8836" y="7855"/>
                </a:lnTo>
                <a:lnTo>
                  <a:pt x="10309" y="7855"/>
                </a:lnTo>
                <a:cubicBezTo>
                  <a:pt x="11782" y="7855"/>
                  <a:pt x="11782" y="9818"/>
                  <a:pt x="13745" y="9818"/>
                </a:cubicBezTo>
                <a:lnTo>
                  <a:pt x="15709" y="9818"/>
                </a:lnTo>
                <a:cubicBezTo>
                  <a:pt x="16251" y="9818"/>
                  <a:pt x="16691" y="10258"/>
                  <a:pt x="16691" y="10800"/>
                </a:cubicBezTo>
                <a:cubicBezTo>
                  <a:pt x="16691" y="10800"/>
                  <a:pt x="16691" y="19636"/>
                  <a:pt x="16691" y="19636"/>
                </a:cubicBezTo>
                <a:close/>
                <a:moveTo>
                  <a:pt x="15709" y="8836"/>
                </a:moveTo>
                <a:lnTo>
                  <a:pt x="13745" y="8836"/>
                </a:lnTo>
                <a:cubicBezTo>
                  <a:pt x="12273" y="8836"/>
                  <a:pt x="12273" y="6873"/>
                  <a:pt x="10309" y="6873"/>
                </a:cubicBezTo>
                <a:lnTo>
                  <a:pt x="7364" y="6873"/>
                </a:lnTo>
                <a:cubicBezTo>
                  <a:pt x="5400" y="6873"/>
                  <a:pt x="5400" y="8836"/>
                  <a:pt x="3927" y="8836"/>
                </a:cubicBezTo>
                <a:lnTo>
                  <a:pt x="1964" y="8836"/>
                </a:lnTo>
                <a:cubicBezTo>
                  <a:pt x="87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10800"/>
                </a:lnTo>
                <a:cubicBezTo>
                  <a:pt x="17673" y="9716"/>
                  <a:pt x="16794" y="8836"/>
                  <a:pt x="15709" y="8836"/>
                </a:cubicBezTo>
                <a:moveTo>
                  <a:pt x="14727" y="10800"/>
                </a:moveTo>
                <a:cubicBezTo>
                  <a:pt x="14185" y="10800"/>
                  <a:pt x="13745" y="11240"/>
                  <a:pt x="13745" y="11782"/>
                </a:cubicBezTo>
                <a:cubicBezTo>
                  <a:pt x="13745" y="12324"/>
                  <a:pt x="14185" y="12764"/>
                  <a:pt x="14727" y="12764"/>
                </a:cubicBezTo>
                <a:cubicBezTo>
                  <a:pt x="15269" y="12764"/>
                  <a:pt x="15709" y="12324"/>
                  <a:pt x="15709" y="11782"/>
                </a:cubicBezTo>
                <a:cubicBezTo>
                  <a:pt x="15709" y="11240"/>
                  <a:pt x="15269" y="10800"/>
                  <a:pt x="14727" y="10800"/>
                </a:cubicBezTo>
                <a:moveTo>
                  <a:pt x="14727" y="13745"/>
                </a:moveTo>
                <a:cubicBezTo>
                  <a:pt x="14456" y="13745"/>
                  <a:pt x="14236" y="13966"/>
                  <a:pt x="14236" y="14236"/>
                </a:cubicBezTo>
                <a:cubicBezTo>
                  <a:pt x="14236" y="14508"/>
                  <a:pt x="14456" y="14727"/>
                  <a:pt x="14727" y="14727"/>
                </a:cubicBezTo>
                <a:cubicBezTo>
                  <a:pt x="14998" y="14727"/>
                  <a:pt x="15218" y="14508"/>
                  <a:pt x="15218" y="14236"/>
                </a:cubicBezTo>
                <a:cubicBezTo>
                  <a:pt x="15218" y="13966"/>
                  <a:pt x="14998" y="13745"/>
                  <a:pt x="14727" y="1374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" name="Shape 2658"/>
          <p:cNvSpPr/>
          <p:nvPr/>
        </p:nvSpPr>
        <p:spPr>
          <a:xfrm>
            <a:off x="1060560" y="18702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6691" y="13745"/>
                </a:moveTo>
                <a:cubicBezTo>
                  <a:pt x="16420" y="13745"/>
                  <a:pt x="16200" y="13966"/>
                  <a:pt x="16200" y="14236"/>
                </a:cubicBezTo>
                <a:cubicBezTo>
                  <a:pt x="16200" y="14508"/>
                  <a:pt x="16420" y="14727"/>
                  <a:pt x="16691" y="14727"/>
                </a:cubicBezTo>
                <a:cubicBezTo>
                  <a:pt x="16962" y="14727"/>
                  <a:pt x="17182" y="14508"/>
                  <a:pt x="17182" y="14236"/>
                </a:cubicBezTo>
                <a:cubicBezTo>
                  <a:pt x="17182" y="13966"/>
                  <a:pt x="16962" y="13745"/>
                  <a:pt x="16691" y="13745"/>
                </a:cubicBezTo>
                <a:moveTo>
                  <a:pt x="16691" y="10800"/>
                </a:moveTo>
                <a:cubicBezTo>
                  <a:pt x="16149" y="10800"/>
                  <a:pt x="15709" y="11240"/>
                  <a:pt x="15709" y="11782"/>
                </a:cubicBezTo>
                <a:cubicBezTo>
                  <a:pt x="15709" y="12325"/>
                  <a:pt x="16149" y="12764"/>
                  <a:pt x="16691" y="12764"/>
                </a:cubicBezTo>
                <a:cubicBezTo>
                  <a:pt x="17233" y="12764"/>
                  <a:pt x="17673" y="12325"/>
                  <a:pt x="17673" y="11782"/>
                </a:cubicBezTo>
                <a:cubicBezTo>
                  <a:pt x="17673" y="11240"/>
                  <a:pt x="17233" y="10800"/>
                  <a:pt x="16691" y="10800"/>
                </a:cubicBezTo>
                <a:moveTo>
                  <a:pt x="14236" y="5891"/>
                </a:moveTo>
                <a:lnTo>
                  <a:pt x="17960" y="5891"/>
                </a:lnTo>
                <a:lnTo>
                  <a:pt x="16835" y="7017"/>
                </a:lnTo>
                <a:cubicBezTo>
                  <a:pt x="16746" y="7106"/>
                  <a:pt x="16691" y="7229"/>
                  <a:pt x="16691" y="7364"/>
                </a:cubicBezTo>
                <a:cubicBezTo>
                  <a:pt x="16691" y="7635"/>
                  <a:pt x="16911" y="7855"/>
                  <a:pt x="17182" y="7855"/>
                </a:cubicBezTo>
                <a:cubicBezTo>
                  <a:pt x="17317" y="7855"/>
                  <a:pt x="17440" y="7800"/>
                  <a:pt x="17529" y="7711"/>
                </a:cubicBezTo>
                <a:lnTo>
                  <a:pt x="19493" y="5748"/>
                </a:lnTo>
                <a:cubicBezTo>
                  <a:pt x="19581" y="5658"/>
                  <a:pt x="19636" y="5536"/>
                  <a:pt x="19636" y="5400"/>
                </a:cubicBezTo>
                <a:cubicBezTo>
                  <a:pt x="19636" y="5265"/>
                  <a:pt x="19581" y="5142"/>
                  <a:pt x="19493" y="5053"/>
                </a:cubicBezTo>
                <a:lnTo>
                  <a:pt x="17529" y="3089"/>
                </a:lnTo>
                <a:cubicBezTo>
                  <a:pt x="17440" y="3001"/>
                  <a:pt x="17317" y="2945"/>
                  <a:pt x="17182" y="2945"/>
                </a:cubicBezTo>
                <a:cubicBezTo>
                  <a:pt x="16911" y="2945"/>
                  <a:pt x="16691" y="3166"/>
                  <a:pt x="16691" y="3436"/>
                </a:cubicBezTo>
                <a:cubicBezTo>
                  <a:pt x="16691" y="3572"/>
                  <a:pt x="16746" y="3695"/>
                  <a:pt x="16835" y="3784"/>
                </a:cubicBezTo>
                <a:lnTo>
                  <a:pt x="17960" y="4909"/>
                </a:lnTo>
                <a:lnTo>
                  <a:pt x="14236" y="4909"/>
                </a:lnTo>
                <a:cubicBezTo>
                  <a:pt x="13966" y="4909"/>
                  <a:pt x="13745" y="5129"/>
                  <a:pt x="13745" y="5400"/>
                </a:cubicBezTo>
                <a:cubicBezTo>
                  <a:pt x="13745" y="5672"/>
                  <a:pt x="13966" y="5891"/>
                  <a:pt x="14236" y="5891"/>
                </a:cubicBezTo>
                <a:moveTo>
                  <a:pt x="10800" y="15709"/>
                </a:moveTo>
                <a:cubicBezTo>
                  <a:pt x="10258" y="15709"/>
                  <a:pt x="9818" y="15269"/>
                  <a:pt x="9818" y="14727"/>
                </a:cubicBezTo>
                <a:cubicBezTo>
                  <a:pt x="9818" y="14186"/>
                  <a:pt x="10258" y="13745"/>
                  <a:pt x="10800" y="13745"/>
                </a:cubicBezTo>
                <a:cubicBezTo>
                  <a:pt x="11342" y="13745"/>
                  <a:pt x="11782" y="14186"/>
                  <a:pt x="11782" y="14727"/>
                </a:cubicBezTo>
                <a:cubicBezTo>
                  <a:pt x="11782" y="15269"/>
                  <a:pt x="11342" y="15709"/>
                  <a:pt x="10800" y="15709"/>
                </a:cubicBezTo>
                <a:moveTo>
                  <a:pt x="10800" y="12764"/>
                </a:moveTo>
                <a:cubicBezTo>
                  <a:pt x="9716" y="12764"/>
                  <a:pt x="8836" y="13643"/>
                  <a:pt x="8836" y="14727"/>
                </a:cubicBezTo>
                <a:cubicBezTo>
                  <a:pt x="8836" y="15812"/>
                  <a:pt x="9716" y="16691"/>
                  <a:pt x="10800" y="16691"/>
                </a:cubicBezTo>
                <a:cubicBezTo>
                  <a:pt x="11884" y="16691"/>
                  <a:pt x="12764" y="15812"/>
                  <a:pt x="12764" y="14727"/>
                </a:cubicBezTo>
                <a:cubicBezTo>
                  <a:pt x="12764" y="13643"/>
                  <a:pt x="11884" y="12764"/>
                  <a:pt x="10800" y="12764"/>
                </a:cubicBezTo>
                <a:moveTo>
                  <a:pt x="4071" y="7711"/>
                </a:moveTo>
                <a:cubicBezTo>
                  <a:pt x="4160" y="7800"/>
                  <a:pt x="4283" y="7855"/>
                  <a:pt x="4418" y="7855"/>
                </a:cubicBezTo>
                <a:cubicBezTo>
                  <a:pt x="4689" y="7855"/>
                  <a:pt x="4909" y="7635"/>
                  <a:pt x="4909" y="7364"/>
                </a:cubicBezTo>
                <a:cubicBezTo>
                  <a:pt x="4909" y="7229"/>
                  <a:pt x="4854" y="7106"/>
                  <a:pt x="4765" y="7017"/>
                </a:cubicBezTo>
                <a:lnTo>
                  <a:pt x="3640" y="5891"/>
                </a:lnTo>
                <a:lnTo>
                  <a:pt x="7364" y="5891"/>
                </a:lnTo>
                <a:cubicBezTo>
                  <a:pt x="7634" y="5891"/>
                  <a:pt x="7855" y="5672"/>
                  <a:pt x="7855" y="5400"/>
                </a:cubicBezTo>
                <a:cubicBezTo>
                  <a:pt x="7855" y="5129"/>
                  <a:pt x="7634" y="4909"/>
                  <a:pt x="7364" y="4909"/>
                </a:cubicBezTo>
                <a:lnTo>
                  <a:pt x="3640" y="4909"/>
                </a:lnTo>
                <a:lnTo>
                  <a:pt x="4765" y="3784"/>
                </a:lnTo>
                <a:cubicBezTo>
                  <a:pt x="4854" y="3695"/>
                  <a:pt x="4909" y="3572"/>
                  <a:pt x="4909" y="3436"/>
                </a:cubicBezTo>
                <a:cubicBezTo>
                  <a:pt x="4909" y="3166"/>
                  <a:pt x="4689" y="2945"/>
                  <a:pt x="4418" y="2945"/>
                </a:cubicBezTo>
                <a:cubicBezTo>
                  <a:pt x="4283" y="2945"/>
                  <a:pt x="4160" y="3001"/>
                  <a:pt x="4071" y="3089"/>
                </a:cubicBezTo>
                <a:lnTo>
                  <a:pt x="2107" y="5053"/>
                </a:lnTo>
                <a:cubicBezTo>
                  <a:pt x="2019" y="5142"/>
                  <a:pt x="1964" y="5265"/>
                  <a:pt x="1964" y="5400"/>
                </a:cubicBezTo>
                <a:cubicBezTo>
                  <a:pt x="1964" y="5536"/>
                  <a:pt x="2019" y="5658"/>
                  <a:pt x="2107" y="5748"/>
                </a:cubicBezTo>
                <a:cubicBezTo>
                  <a:pt x="2107" y="5748"/>
                  <a:pt x="4071" y="7711"/>
                  <a:pt x="4071" y="7711"/>
                </a:cubicBezTo>
                <a:close/>
                <a:moveTo>
                  <a:pt x="20618" y="15709"/>
                </a:moveTo>
                <a:lnTo>
                  <a:pt x="19636" y="15709"/>
                </a:lnTo>
                <a:lnTo>
                  <a:pt x="19636" y="10800"/>
                </a:lnTo>
                <a:cubicBezTo>
                  <a:pt x="19636" y="9716"/>
                  <a:pt x="18757" y="8836"/>
                  <a:pt x="17673" y="8836"/>
                </a:cubicBezTo>
                <a:lnTo>
                  <a:pt x="15709" y="8836"/>
                </a:lnTo>
                <a:cubicBezTo>
                  <a:pt x="14236" y="8836"/>
                  <a:pt x="14236" y="6873"/>
                  <a:pt x="12273" y="6873"/>
                </a:cubicBezTo>
                <a:lnTo>
                  <a:pt x="9327" y="6873"/>
                </a:lnTo>
                <a:cubicBezTo>
                  <a:pt x="7364" y="6873"/>
                  <a:pt x="7364" y="8836"/>
                  <a:pt x="5891" y="8836"/>
                </a:cubicBezTo>
                <a:lnTo>
                  <a:pt x="3927" y="8836"/>
                </a:lnTo>
                <a:cubicBezTo>
                  <a:pt x="2843" y="8836"/>
                  <a:pt x="1964" y="9716"/>
                  <a:pt x="1964" y="10800"/>
                </a:cubicBezTo>
                <a:lnTo>
                  <a:pt x="1964" y="15709"/>
                </a:ln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15709"/>
                  <a:pt x="20618" y="15709"/>
                </a:cubicBezTo>
                <a:close/>
                <a:moveTo>
                  <a:pt x="18655" y="19636"/>
                </a:moveTo>
                <a:cubicBezTo>
                  <a:pt x="18655" y="20178"/>
                  <a:pt x="18215" y="20618"/>
                  <a:pt x="17673" y="20618"/>
                </a:cubicBezTo>
                <a:lnTo>
                  <a:pt x="3927" y="20618"/>
                </a:lnTo>
                <a:cubicBezTo>
                  <a:pt x="3385" y="20618"/>
                  <a:pt x="2945" y="20178"/>
                  <a:pt x="2945" y="19636"/>
                </a:cubicBezTo>
                <a:lnTo>
                  <a:pt x="2945" y="10800"/>
                </a:lnTo>
                <a:cubicBezTo>
                  <a:pt x="2945" y="10258"/>
                  <a:pt x="3385" y="9818"/>
                  <a:pt x="3927" y="9818"/>
                </a:cubicBezTo>
                <a:lnTo>
                  <a:pt x="5891" y="9818"/>
                </a:lnTo>
                <a:cubicBezTo>
                  <a:pt x="7855" y="9818"/>
                  <a:pt x="7855" y="7855"/>
                  <a:pt x="9327" y="7855"/>
                </a:cubicBezTo>
                <a:lnTo>
                  <a:pt x="10800" y="7855"/>
                </a:lnTo>
                <a:lnTo>
                  <a:pt x="12273" y="7855"/>
                </a:lnTo>
                <a:cubicBezTo>
                  <a:pt x="13745" y="7855"/>
                  <a:pt x="13745" y="9818"/>
                  <a:pt x="15709" y="9818"/>
                </a:cubicBezTo>
                <a:lnTo>
                  <a:pt x="17673" y="9818"/>
                </a:lnTo>
                <a:cubicBezTo>
                  <a:pt x="18215" y="9818"/>
                  <a:pt x="18655" y="10258"/>
                  <a:pt x="18655" y="10800"/>
                </a:cubicBezTo>
                <a:cubicBezTo>
                  <a:pt x="18655" y="10800"/>
                  <a:pt x="18655" y="19636"/>
                  <a:pt x="18655" y="19636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5709"/>
                </a:lnTo>
                <a:cubicBezTo>
                  <a:pt x="0" y="16252"/>
                  <a:pt x="440" y="16691"/>
                  <a:pt x="982" y="16691"/>
                </a:cubicBezTo>
                <a:lnTo>
                  <a:pt x="1964" y="16691"/>
                </a:lnTo>
                <a:lnTo>
                  <a:pt x="1964" y="19636"/>
                </a:lnTo>
                <a:cubicBezTo>
                  <a:pt x="1964" y="20721"/>
                  <a:pt x="2843" y="21600"/>
                  <a:pt x="3927" y="21600"/>
                </a:cubicBezTo>
                <a:lnTo>
                  <a:pt x="17673" y="21600"/>
                </a:lnTo>
                <a:cubicBezTo>
                  <a:pt x="18757" y="21600"/>
                  <a:pt x="19636" y="20721"/>
                  <a:pt x="19636" y="19636"/>
                </a:cubicBezTo>
                <a:lnTo>
                  <a:pt x="19636" y="16691"/>
                </a:lnTo>
                <a:lnTo>
                  <a:pt x="20618" y="16691"/>
                </a:lnTo>
                <a:cubicBezTo>
                  <a:pt x="21160" y="16691"/>
                  <a:pt x="21600" y="16252"/>
                  <a:pt x="21600" y="15709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10800" y="17673"/>
                </a:moveTo>
                <a:cubicBezTo>
                  <a:pt x="9173" y="17673"/>
                  <a:pt x="7855" y="16354"/>
                  <a:pt x="7855" y="14727"/>
                </a:cubicBezTo>
                <a:cubicBezTo>
                  <a:pt x="7855" y="13101"/>
                  <a:pt x="9173" y="11782"/>
                  <a:pt x="10800" y="11782"/>
                </a:cubicBezTo>
                <a:cubicBezTo>
                  <a:pt x="12427" y="11782"/>
                  <a:pt x="13745" y="13101"/>
                  <a:pt x="13745" y="14727"/>
                </a:cubicBezTo>
                <a:cubicBezTo>
                  <a:pt x="13745" y="16354"/>
                  <a:pt x="12427" y="17673"/>
                  <a:pt x="10800" y="17673"/>
                </a:cubicBezTo>
                <a:moveTo>
                  <a:pt x="10800" y="10800"/>
                </a:moveTo>
                <a:cubicBezTo>
                  <a:pt x="8631" y="10800"/>
                  <a:pt x="6873" y="12558"/>
                  <a:pt x="6873" y="14727"/>
                </a:cubicBezTo>
                <a:cubicBezTo>
                  <a:pt x="6873" y="16897"/>
                  <a:pt x="8631" y="18655"/>
                  <a:pt x="10800" y="18655"/>
                </a:cubicBezTo>
                <a:cubicBezTo>
                  <a:pt x="12969" y="18655"/>
                  <a:pt x="14727" y="16897"/>
                  <a:pt x="14727" y="14727"/>
                </a:cubicBezTo>
                <a:cubicBezTo>
                  <a:pt x="14727" y="12558"/>
                  <a:pt x="12969" y="10800"/>
                  <a:pt x="10800" y="108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" name="Shape 2659"/>
          <p:cNvSpPr/>
          <p:nvPr/>
        </p:nvSpPr>
        <p:spPr>
          <a:xfrm>
            <a:off x="1460520" y="18702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5709" y="7855"/>
                </a:moveTo>
                <a:cubicBezTo>
                  <a:pt x="16052" y="7855"/>
                  <a:pt x="16376" y="7925"/>
                  <a:pt x="16682" y="8033"/>
                </a:cubicBezTo>
                <a:cubicBezTo>
                  <a:pt x="16684" y="7973"/>
                  <a:pt x="16691" y="7915"/>
                  <a:pt x="16691" y="7855"/>
                </a:cubicBezTo>
                <a:cubicBezTo>
                  <a:pt x="16691" y="5686"/>
                  <a:pt x="14932" y="3927"/>
                  <a:pt x="12764" y="3927"/>
                </a:cubicBezTo>
                <a:cubicBezTo>
                  <a:pt x="11311" y="3927"/>
                  <a:pt x="10045" y="4718"/>
                  <a:pt x="9366" y="5891"/>
                </a:cubicBezTo>
                <a:lnTo>
                  <a:pt x="10309" y="5891"/>
                </a:lnTo>
                <a:cubicBezTo>
                  <a:pt x="10401" y="5891"/>
                  <a:pt x="10481" y="5904"/>
                  <a:pt x="10567" y="5910"/>
                </a:cubicBezTo>
                <a:cubicBezTo>
                  <a:pt x="11107" y="5301"/>
                  <a:pt x="11886" y="4909"/>
                  <a:pt x="12764" y="4909"/>
                </a:cubicBezTo>
                <a:cubicBezTo>
                  <a:pt x="14390" y="4909"/>
                  <a:pt x="15709" y="6228"/>
                  <a:pt x="15709" y="7855"/>
                </a:cubicBezTo>
                <a:moveTo>
                  <a:pt x="11716" y="6199"/>
                </a:moveTo>
                <a:cubicBezTo>
                  <a:pt x="12102" y="6387"/>
                  <a:pt x="12403" y="6637"/>
                  <a:pt x="12649" y="6884"/>
                </a:cubicBezTo>
                <a:cubicBezTo>
                  <a:pt x="12687" y="6880"/>
                  <a:pt x="12724" y="6873"/>
                  <a:pt x="12764" y="6873"/>
                </a:cubicBezTo>
                <a:cubicBezTo>
                  <a:pt x="13306" y="6873"/>
                  <a:pt x="13745" y="7313"/>
                  <a:pt x="13745" y="7855"/>
                </a:cubicBezTo>
                <a:lnTo>
                  <a:pt x="14727" y="7855"/>
                </a:lnTo>
                <a:cubicBezTo>
                  <a:pt x="14727" y="6770"/>
                  <a:pt x="13848" y="5891"/>
                  <a:pt x="12764" y="5891"/>
                </a:cubicBezTo>
                <a:cubicBezTo>
                  <a:pt x="12377" y="5891"/>
                  <a:pt x="12020" y="6006"/>
                  <a:pt x="11716" y="6199"/>
                </a:cubicBezTo>
                <a:moveTo>
                  <a:pt x="19636" y="1964"/>
                </a:moveTo>
                <a:lnTo>
                  <a:pt x="17673" y="1964"/>
                </a:lnTo>
                <a:cubicBezTo>
                  <a:pt x="16200" y="1964"/>
                  <a:pt x="16200" y="0"/>
                  <a:pt x="14236" y="0"/>
                </a:cubicBezTo>
                <a:lnTo>
                  <a:pt x="11291" y="0"/>
                </a:lnTo>
                <a:cubicBezTo>
                  <a:pt x="9327" y="0"/>
                  <a:pt x="9327" y="1964"/>
                  <a:pt x="7855" y="1964"/>
                </a:cubicBezTo>
                <a:lnTo>
                  <a:pt x="5891" y="1964"/>
                </a:lnTo>
                <a:cubicBezTo>
                  <a:pt x="4806" y="1964"/>
                  <a:pt x="3927" y="2843"/>
                  <a:pt x="3927" y="3927"/>
                </a:cubicBezTo>
                <a:lnTo>
                  <a:pt x="3927" y="7855"/>
                </a:lnTo>
                <a:cubicBezTo>
                  <a:pt x="4125" y="7855"/>
                  <a:pt x="4236" y="7769"/>
                  <a:pt x="4627" y="7318"/>
                </a:cubicBezTo>
                <a:cubicBezTo>
                  <a:pt x="4712" y="7220"/>
                  <a:pt x="4807" y="7113"/>
                  <a:pt x="4909" y="7005"/>
                </a:cubicBezTo>
                <a:lnTo>
                  <a:pt x="4909" y="3927"/>
                </a:lnTo>
                <a:cubicBezTo>
                  <a:pt x="4909" y="3386"/>
                  <a:pt x="5349" y="2945"/>
                  <a:pt x="5891" y="2945"/>
                </a:cubicBezTo>
                <a:lnTo>
                  <a:pt x="7855" y="2945"/>
                </a:lnTo>
                <a:cubicBezTo>
                  <a:pt x="9818" y="2945"/>
                  <a:pt x="9818" y="982"/>
                  <a:pt x="11291" y="982"/>
                </a:cubicBezTo>
                <a:lnTo>
                  <a:pt x="12764" y="982"/>
                </a:lnTo>
                <a:lnTo>
                  <a:pt x="14236" y="982"/>
                </a:lnTo>
                <a:cubicBezTo>
                  <a:pt x="15709" y="982"/>
                  <a:pt x="15709" y="2945"/>
                  <a:pt x="17673" y="2945"/>
                </a:cubicBezTo>
                <a:lnTo>
                  <a:pt x="19636" y="2945"/>
                </a:lnTo>
                <a:cubicBezTo>
                  <a:pt x="20178" y="2945"/>
                  <a:pt x="20618" y="3386"/>
                  <a:pt x="20618" y="3927"/>
                </a:cubicBezTo>
                <a:lnTo>
                  <a:pt x="20618" y="12764"/>
                </a:lnTo>
                <a:cubicBezTo>
                  <a:pt x="20618" y="13306"/>
                  <a:pt x="20178" y="13745"/>
                  <a:pt x="19636" y="13745"/>
                </a:cubicBezTo>
                <a:lnTo>
                  <a:pt x="18655" y="13745"/>
                </a:lnTo>
                <a:lnTo>
                  <a:pt x="18655" y="14727"/>
                </a:lnTo>
                <a:lnTo>
                  <a:pt x="19636" y="14727"/>
                </a:lnTo>
                <a:cubicBezTo>
                  <a:pt x="20721" y="14727"/>
                  <a:pt x="21600" y="13849"/>
                  <a:pt x="21600" y="12764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0800"/>
                </a:lnTo>
                <a:cubicBezTo>
                  <a:pt x="982" y="10258"/>
                  <a:pt x="1422" y="9818"/>
                  <a:pt x="1964" y="9818"/>
                </a:cubicBezTo>
                <a:lnTo>
                  <a:pt x="3927" y="9818"/>
                </a:lnTo>
                <a:cubicBezTo>
                  <a:pt x="5891" y="9818"/>
                  <a:pt x="5891" y="7855"/>
                  <a:pt x="7364" y="7855"/>
                </a:cubicBezTo>
                <a:lnTo>
                  <a:pt x="8836" y="7855"/>
                </a:lnTo>
                <a:lnTo>
                  <a:pt x="10309" y="7855"/>
                </a:lnTo>
                <a:cubicBezTo>
                  <a:pt x="11782" y="7855"/>
                  <a:pt x="11782" y="9818"/>
                  <a:pt x="13745" y="9818"/>
                </a:cubicBezTo>
                <a:lnTo>
                  <a:pt x="15709" y="9818"/>
                </a:lnTo>
                <a:cubicBezTo>
                  <a:pt x="16251" y="9818"/>
                  <a:pt x="16691" y="10258"/>
                  <a:pt x="16691" y="10800"/>
                </a:cubicBezTo>
                <a:cubicBezTo>
                  <a:pt x="16691" y="10800"/>
                  <a:pt x="16691" y="19636"/>
                  <a:pt x="16691" y="19636"/>
                </a:cubicBezTo>
                <a:close/>
                <a:moveTo>
                  <a:pt x="15709" y="8836"/>
                </a:moveTo>
                <a:lnTo>
                  <a:pt x="13745" y="8836"/>
                </a:lnTo>
                <a:cubicBezTo>
                  <a:pt x="12273" y="8836"/>
                  <a:pt x="12273" y="6873"/>
                  <a:pt x="10309" y="6873"/>
                </a:cubicBezTo>
                <a:lnTo>
                  <a:pt x="7364" y="6873"/>
                </a:lnTo>
                <a:cubicBezTo>
                  <a:pt x="5400" y="6873"/>
                  <a:pt x="5400" y="8836"/>
                  <a:pt x="3927" y="8836"/>
                </a:cubicBezTo>
                <a:lnTo>
                  <a:pt x="1964" y="8836"/>
                </a:lnTo>
                <a:cubicBezTo>
                  <a:pt x="87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10800"/>
                </a:lnTo>
                <a:cubicBezTo>
                  <a:pt x="17673" y="9716"/>
                  <a:pt x="16794" y="8836"/>
                  <a:pt x="15709" y="8836"/>
                </a:cubicBezTo>
                <a:moveTo>
                  <a:pt x="19636" y="4909"/>
                </a:moveTo>
                <a:cubicBezTo>
                  <a:pt x="19636" y="4367"/>
                  <a:pt x="19197" y="3927"/>
                  <a:pt x="18655" y="3927"/>
                </a:cubicBezTo>
                <a:cubicBezTo>
                  <a:pt x="18113" y="3927"/>
                  <a:pt x="17673" y="4367"/>
                  <a:pt x="17673" y="4909"/>
                </a:cubicBezTo>
                <a:cubicBezTo>
                  <a:pt x="17673" y="5451"/>
                  <a:pt x="18113" y="5891"/>
                  <a:pt x="18655" y="5891"/>
                </a:cubicBezTo>
                <a:cubicBezTo>
                  <a:pt x="19197" y="5891"/>
                  <a:pt x="19636" y="5451"/>
                  <a:pt x="19636" y="4909"/>
                </a:cubicBezTo>
                <a:moveTo>
                  <a:pt x="19145" y="7364"/>
                </a:moveTo>
                <a:cubicBezTo>
                  <a:pt x="19145" y="7093"/>
                  <a:pt x="18925" y="6873"/>
                  <a:pt x="18655" y="6873"/>
                </a:cubicBezTo>
                <a:cubicBezTo>
                  <a:pt x="18384" y="6873"/>
                  <a:pt x="18164" y="7093"/>
                  <a:pt x="18164" y="7364"/>
                </a:cubicBezTo>
                <a:cubicBezTo>
                  <a:pt x="18164" y="7635"/>
                  <a:pt x="18384" y="7855"/>
                  <a:pt x="18655" y="7855"/>
                </a:cubicBezTo>
                <a:cubicBezTo>
                  <a:pt x="18925" y="7855"/>
                  <a:pt x="19145" y="7635"/>
                  <a:pt x="19145" y="7364"/>
                </a:cubicBezTo>
                <a:moveTo>
                  <a:pt x="8836" y="15709"/>
                </a:moveTo>
                <a:cubicBezTo>
                  <a:pt x="8294" y="15709"/>
                  <a:pt x="7855" y="15269"/>
                  <a:pt x="7855" y="14727"/>
                </a:cubicBezTo>
                <a:cubicBezTo>
                  <a:pt x="7855" y="14186"/>
                  <a:pt x="8294" y="13745"/>
                  <a:pt x="8836" y="13745"/>
                </a:cubicBezTo>
                <a:cubicBezTo>
                  <a:pt x="9378" y="13745"/>
                  <a:pt x="9818" y="14186"/>
                  <a:pt x="9818" y="14727"/>
                </a:cubicBezTo>
                <a:cubicBezTo>
                  <a:pt x="9818" y="15269"/>
                  <a:pt x="9378" y="15709"/>
                  <a:pt x="8836" y="15709"/>
                </a:cubicBezTo>
                <a:moveTo>
                  <a:pt x="8836" y="12764"/>
                </a:moveTo>
                <a:cubicBezTo>
                  <a:pt x="7752" y="12764"/>
                  <a:pt x="6873" y="13643"/>
                  <a:pt x="6873" y="14727"/>
                </a:cubicBezTo>
                <a:cubicBezTo>
                  <a:pt x="6873" y="15812"/>
                  <a:pt x="7752" y="16691"/>
                  <a:pt x="8836" y="16691"/>
                </a:cubicBezTo>
                <a:cubicBezTo>
                  <a:pt x="9921" y="16691"/>
                  <a:pt x="10800" y="15812"/>
                  <a:pt x="10800" y="14727"/>
                </a:cubicBezTo>
                <a:cubicBezTo>
                  <a:pt x="10800" y="13643"/>
                  <a:pt x="9921" y="12764"/>
                  <a:pt x="8836" y="12764"/>
                </a:cubicBezTo>
                <a:moveTo>
                  <a:pt x="14727" y="10800"/>
                </a:moveTo>
                <a:cubicBezTo>
                  <a:pt x="14185" y="10800"/>
                  <a:pt x="13745" y="11240"/>
                  <a:pt x="13745" y="11782"/>
                </a:cubicBezTo>
                <a:cubicBezTo>
                  <a:pt x="13745" y="12325"/>
                  <a:pt x="14185" y="12764"/>
                  <a:pt x="14727" y="12764"/>
                </a:cubicBezTo>
                <a:cubicBezTo>
                  <a:pt x="15269" y="12764"/>
                  <a:pt x="15709" y="12325"/>
                  <a:pt x="15709" y="11782"/>
                </a:cubicBezTo>
                <a:cubicBezTo>
                  <a:pt x="15709" y="11240"/>
                  <a:pt x="15269" y="10800"/>
                  <a:pt x="14727" y="10800"/>
                </a:cubicBezTo>
                <a:moveTo>
                  <a:pt x="14727" y="13745"/>
                </a:moveTo>
                <a:cubicBezTo>
                  <a:pt x="14456" y="13745"/>
                  <a:pt x="14236" y="13966"/>
                  <a:pt x="14236" y="14236"/>
                </a:cubicBezTo>
                <a:cubicBezTo>
                  <a:pt x="14236" y="14508"/>
                  <a:pt x="14456" y="14727"/>
                  <a:pt x="14727" y="14727"/>
                </a:cubicBezTo>
                <a:cubicBezTo>
                  <a:pt x="14998" y="14727"/>
                  <a:pt x="15218" y="14508"/>
                  <a:pt x="15218" y="14236"/>
                </a:cubicBezTo>
                <a:cubicBezTo>
                  <a:pt x="15218" y="13966"/>
                  <a:pt x="14998" y="13745"/>
                  <a:pt x="14727" y="13745"/>
                </a:cubicBezTo>
                <a:moveTo>
                  <a:pt x="8836" y="17673"/>
                </a:moveTo>
                <a:cubicBezTo>
                  <a:pt x="7210" y="17673"/>
                  <a:pt x="5891" y="16354"/>
                  <a:pt x="5891" y="14727"/>
                </a:cubicBezTo>
                <a:cubicBezTo>
                  <a:pt x="5891" y="13101"/>
                  <a:pt x="7210" y="11782"/>
                  <a:pt x="8836" y="11782"/>
                </a:cubicBezTo>
                <a:cubicBezTo>
                  <a:pt x="10463" y="11782"/>
                  <a:pt x="11782" y="13101"/>
                  <a:pt x="11782" y="14727"/>
                </a:cubicBezTo>
                <a:cubicBezTo>
                  <a:pt x="11782" y="16354"/>
                  <a:pt x="10463" y="17673"/>
                  <a:pt x="8836" y="17673"/>
                </a:cubicBezTo>
                <a:moveTo>
                  <a:pt x="8836" y="10800"/>
                </a:moveTo>
                <a:cubicBezTo>
                  <a:pt x="6668" y="10800"/>
                  <a:pt x="4909" y="12558"/>
                  <a:pt x="4909" y="14727"/>
                </a:cubicBezTo>
                <a:cubicBezTo>
                  <a:pt x="4909" y="16897"/>
                  <a:pt x="6668" y="18655"/>
                  <a:pt x="8836" y="18655"/>
                </a:cubicBezTo>
                <a:cubicBezTo>
                  <a:pt x="11005" y="18655"/>
                  <a:pt x="12764" y="16897"/>
                  <a:pt x="12764" y="14727"/>
                </a:cubicBezTo>
                <a:cubicBezTo>
                  <a:pt x="12764" y="12558"/>
                  <a:pt x="11005" y="10800"/>
                  <a:pt x="8836" y="108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" name="Shape 2660"/>
          <p:cNvSpPr/>
          <p:nvPr/>
        </p:nvSpPr>
        <p:spPr>
          <a:xfrm>
            <a:off x="1860480" y="18702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7673"/>
                </a:moveTo>
                <a:cubicBezTo>
                  <a:pt x="20618" y="18215"/>
                  <a:pt x="20178" y="18655"/>
                  <a:pt x="19636" y="18655"/>
                </a:cubicBezTo>
                <a:lnTo>
                  <a:pt x="1964" y="18655"/>
                </a:lnTo>
                <a:cubicBezTo>
                  <a:pt x="1422" y="18655"/>
                  <a:pt x="982" y="18215"/>
                  <a:pt x="982" y="17673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9636" y="4909"/>
                </a:lnTo>
                <a:cubicBezTo>
                  <a:pt x="20178" y="4909"/>
                  <a:pt x="20618" y="5349"/>
                  <a:pt x="20618" y="5891"/>
                </a:cubicBezTo>
                <a:cubicBezTo>
                  <a:pt x="20618" y="5891"/>
                  <a:pt x="20618" y="17673"/>
                  <a:pt x="20618" y="17673"/>
                </a:cubicBezTo>
                <a:close/>
                <a:moveTo>
                  <a:pt x="19636" y="3927"/>
                </a:moveTo>
                <a:lnTo>
                  <a:pt x="12476" y="3927"/>
                </a:lnTo>
                <a:lnTo>
                  <a:pt x="14476" y="1927"/>
                </a:lnTo>
                <a:cubicBezTo>
                  <a:pt x="14557" y="1949"/>
                  <a:pt x="14640" y="1964"/>
                  <a:pt x="14727" y="1964"/>
                </a:cubicBezTo>
                <a:cubicBezTo>
                  <a:pt x="15269" y="1964"/>
                  <a:pt x="15709" y="1524"/>
                  <a:pt x="15709" y="982"/>
                </a:cubicBezTo>
                <a:cubicBezTo>
                  <a:pt x="15709" y="440"/>
                  <a:pt x="15269" y="0"/>
                  <a:pt x="14727" y="0"/>
                </a:cubicBezTo>
                <a:cubicBezTo>
                  <a:pt x="14185" y="0"/>
                  <a:pt x="13745" y="440"/>
                  <a:pt x="13745" y="982"/>
                </a:cubicBezTo>
                <a:cubicBezTo>
                  <a:pt x="13745" y="1069"/>
                  <a:pt x="13761" y="1153"/>
                  <a:pt x="13782" y="1233"/>
                </a:cubicBezTo>
                <a:lnTo>
                  <a:pt x="11088" y="3927"/>
                </a:lnTo>
                <a:lnTo>
                  <a:pt x="10513" y="3927"/>
                </a:lnTo>
                <a:lnTo>
                  <a:pt x="7818" y="1233"/>
                </a:lnTo>
                <a:cubicBezTo>
                  <a:pt x="7839" y="1153"/>
                  <a:pt x="7855" y="1069"/>
                  <a:pt x="7855" y="982"/>
                </a:cubicBezTo>
                <a:cubicBezTo>
                  <a:pt x="7855" y="440"/>
                  <a:pt x="7415" y="0"/>
                  <a:pt x="6873" y="0"/>
                </a:cubicBezTo>
                <a:cubicBezTo>
                  <a:pt x="6331" y="0"/>
                  <a:pt x="5891" y="440"/>
                  <a:pt x="5891" y="982"/>
                </a:cubicBezTo>
                <a:cubicBezTo>
                  <a:pt x="5891" y="1524"/>
                  <a:pt x="6331" y="1964"/>
                  <a:pt x="6873" y="1964"/>
                </a:cubicBezTo>
                <a:cubicBezTo>
                  <a:pt x="6960" y="1964"/>
                  <a:pt x="7043" y="1949"/>
                  <a:pt x="7124" y="1927"/>
                </a:cubicBezTo>
                <a:lnTo>
                  <a:pt x="9124" y="3927"/>
                </a:ln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7673"/>
                </a:lnTo>
                <a:cubicBezTo>
                  <a:pt x="0" y="18757"/>
                  <a:pt x="879" y="19637"/>
                  <a:pt x="1964" y="19637"/>
                </a:cubicBezTo>
                <a:lnTo>
                  <a:pt x="3927" y="19637"/>
                </a:lnTo>
                <a:lnTo>
                  <a:pt x="3927" y="21109"/>
                </a:lnTo>
                <a:cubicBezTo>
                  <a:pt x="3927" y="21381"/>
                  <a:pt x="4147" y="21600"/>
                  <a:pt x="4418" y="21600"/>
                </a:cubicBezTo>
                <a:cubicBezTo>
                  <a:pt x="4689" y="21600"/>
                  <a:pt x="4909" y="21381"/>
                  <a:pt x="4909" y="21109"/>
                </a:cubicBezTo>
                <a:lnTo>
                  <a:pt x="4909" y="20618"/>
                </a:lnTo>
                <a:lnTo>
                  <a:pt x="16691" y="20618"/>
                </a:lnTo>
                <a:lnTo>
                  <a:pt x="16691" y="21109"/>
                </a:lnTo>
                <a:cubicBezTo>
                  <a:pt x="16691" y="21381"/>
                  <a:pt x="16911" y="21600"/>
                  <a:pt x="17182" y="21600"/>
                </a:cubicBezTo>
                <a:cubicBezTo>
                  <a:pt x="17453" y="21600"/>
                  <a:pt x="17673" y="21381"/>
                  <a:pt x="17673" y="21109"/>
                </a:cubicBezTo>
                <a:lnTo>
                  <a:pt x="17673" y="19637"/>
                </a:lnTo>
                <a:lnTo>
                  <a:pt x="19636" y="19637"/>
                </a:lnTo>
                <a:cubicBezTo>
                  <a:pt x="20721" y="19637"/>
                  <a:pt x="21600" y="18757"/>
                  <a:pt x="21600" y="17673"/>
                </a:cubicBezTo>
                <a:lnTo>
                  <a:pt x="21600" y="5891"/>
                </a:lnTo>
                <a:cubicBezTo>
                  <a:pt x="21600" y="4806"/>
                  <a:pt x="20721" y="3927"/>
                  <a:pt x="19636" y="392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" name="Shape 2661"/>
          <p:cNvSpPr/>
          <p:nvPr/>
        </p:nvSpPr>
        <p:spPr>
          <a:xfrm>
            <a:off x="2260440" y="187020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9818" y="7855"/>
                </a:moveTo>
                <a:lnTo>
                  <a:pt x="7855" y="7855"/>
                </a:lnTo>
                <a:lnTo>
                  <a:pt x="7855" y="9818"/>
                </a:lnTo>
                <a:lnTo>
                  <a:pt x="9818" y="9818"/>
                </a:lnTo>
                <a:cubicBezTo>
                  <a:pt x="9818" y="9818"/>
                  <a:pt x="9818" y="7855"/>
                  <a:pt x="9818" y="7855"/>
                </a:cubicBezTo>
                <a:close/>
                <a:moveTo>
                  <a:pt x="5891" y="7855"/>
                </a:moveTo>
                <a:lnTo>
                  <a:pt x="3927" y="7855"/>
                </a:lnTo>
                <a:lnTo>
                  <a:pt x="3927" y="9818"/>
                </a:lnTo>
                <a:lnTo>
                  <a:pt x="5891" y="9818"/>
                </a:lnTo>
                <a:cubicBezTo>
                  <a:pt x="5891" y="9818"/>
                  <a:pt x="5891" y="7855"/>
                  <a:pt x="5891" y="7855"/>
                </a:cubicBezTo>
                <a:close/>
                <a:moveTo>
                  <a:pt x="13745" y="7855"/>
                </a:moveTo>
                <a:lnTo>
                  <a:pt x="11782" y="7855"/>
                </a:lnTo>
                <a:lnTo>
                  <a:pt x="11782" y="9818"/>
                </a:lnTo>
                <a:lnTo>
                  <a:pt x="13745" y="9818"/>
                </a:lnTo>
                <a:cubicBezTo>
                  <a:pt x="13745" y="9818"/>
                  <a:pt x="13745" y="7855"/>
                  <a:pt x="13745" y="7855"/>
                </a:cubicBezTo>
                <a:close/>
                <a:moveTo>
                  <a:pt x="7855" y="13745"/>
                </a:moveTo>
                <a:lnTo>
                  <a:pt x="9818" y="13745"/>
                </a:lnTo>
                <a:lnTo>
                  <a:pt x="9818" y="11782"/>
                </a:lnTo>
                <a:lnTo>
                  <a:pt x="7855" y="11782"/>
                </a:lnTo>
                <a:cubicBezTo>
                  <a:pt x="7855" y="11782"/>
                  <a:pt x="7855" y="13745"/>
                  <a:pt x="7855" y="13745"/>
                </a:cubicBezTo>
                <a:close/>
                <a:moveTo>
                  <a:pt x="13745" y="11782"/>
                </a:moveTo>
                <a:lnTo>
                  <a:pt x="15709" y="11782"/>
                </a:lnTo>
                <a:lnTo>
                  <a:pt x="15709" y="9818"/>
                </a:lnTo>
                <a:lnTo>
                  <a:pt x="13745" y="9818"/>
                </a:lnTo>
                <a:cubicBezTo>
                  <a:pt x="13745" y="9818"/>
                  <a:pt x="13745" y="11782"/>
                  <a:pt x="13745" y="11782"/>
                </a:cubicBezTo>
                <a:close/>
                <a:moveTo>
                  <a:pt x="5891" y="11782"/>
                </a:moveTo>
                <a:lnTo>
                  <a:pt x="3927" y="11782"/>
                </a:lnTo>
                <a:lnTo>
                  <a:pt x="3927" y="13745"/>
                </a:lnTo>
                <a:lnTo>
                  <a:pt x="5891" y="13745"/>
                </a:lnTo>
                <a:cubicBezTo>
                  <a:pt x="5891" y="13745"/>
                  <a:pt x="5891" y="11782"/>
                  <a:pt x="5891" y="11782"/>
                </a:cubicBezTo>
                <a:close/>
                <a:moveTo>
                  <a:pt x="11782" y="13745"/>
                </a:moveTo>
                <a:lnTo>
                  <a:pt x="13745" y="13745"/>
                </a:lnTo>
                <a:lnTo>
                  <a:pt x="13745" y="11782"/>
                </a:lnTo>
                <a:lnTo>
                  <a:pt x="11782" y="11782"/>
                </a:lnTo>
                <a:cubicBezTo>
                  <a:pt x="11782" y="11782"/>
                  <a:pt x="11782" y="13745"/>
                  <a:pt x="11782" y="13745"/>
                </a:cubicBezTo>
                <a:close/>
                <a:moveTo>
                  <a:pt x="13745" y="15709"/>
                </a:moveTo>
                <a:lnTo>
                  <a:pt x="15709" y="15709"/>
                </a:lnTo>
                <a:lnTo>
                  <a:pt x="15709" y="13745"/>
                </a:lnTo>
                <a:lnTo>
                  <a:pt x="13745" y="13745"/>
                </a:lnTo>
                <a:cubicBezTo>
                  <a:pt x="13745" y="13745"/>
                  <a:pt x="13745" y="15709"/>
                  <a:pt x="13745" y="15709"/>
                </a:cubicBezTo>
                <a:close/>
                <a:moveTo>
                  <a:pt x="17673" y="7855"/>
                </a:moveTo>
                <a:lnTo>
                  <a:pt x="19636" y="7855"/>
                </a:lnTo>
                <a:lnTo>
                  <a:pt x="19636" y="5891"/>
                </a:lnTo>
                <a:lnTo>
                  <a:pt x="17673" y="5891"/>
                </a:lnTo>
                <a:cubicBezTo>
                  <a:pt x="17673" y="5891"/>
                  <a:pt x="17673" y="7855"/>
                  <a:pt x="17673" y="7855"/>
                </a:cubicBezTo>
                <a:close/>
                <a:moveTo>
                  <a:pt x="15709" y="9818"/>
                </a:moveTo>
                <a:lnTo>
                  <a:pt x="17673" y="9818"/>
                </a:lnTo>
                <a:lnTo>
                  <a:pt x="17673" y="7855"/>
                </a:lnTo>
                <a:lnTo>
                  <a:pt x="15709" y="7855"/>
                </a:lnTo>
                <a:cubicBezTo>
                  <a:pt x="15709" y="7855"/>
                  <a:pt x="15709" y="9818"/>
                  <a:pt x="15709" y="9818"/>
                </a:cubicBezTo>
                <a:close/>
                <a:moveTo>
                  <a:pt x="20618" y="17673"/>
                </a:moveTo>
                <a:cubicBezTo>
                  <a:pt x="20618" y="18215"/>
                  <a:pt x="20178" y="18655"/>
                  <a:pt x="19636" y="18655"/>
                </a:cubicBezTo>
                <a:lnTo>
                  <a:pt x="1964" y="18655"/>
                </a:lnTo>
                <a:cubicBezTo>
                  <a:pt x="1422" y="18655"/>
                  <a:pt x="982" y="18215"/>
                  <a:pt x="982" y="17673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9636" y="4909"/>
                </a:lnTo>
                <a:cubicBezTo>
                  <a:pt x="20178" y="4909"/>
                  <a:pt x="20618" y="5349"/>
                  <a:pt x="20618" y="5891"/>
                </a:cubicBezTo>
                <a:cubicBezTo>
                  <a:pt x="20618" y="5891"/>
                  <a:pt x="20618" y="17673"/>
                  <a:pt x="20618" y="17673"/>
                </a:cubicBezTo>
                <a:close/>
                <a:moveTo>
                  <a:pt x="19636" y="3927"/>
                </a:moveTo>
                <a:lnTo>
                  <a:pt x="12476" y="3927"/>
                </a:lnTo>
                <a:lnTo>
                  <a:pt x="14476" y="1927"/>
                </a:lnTo>
                <a:cubicBezTo>
                  <a:pt x="14557" y="1949"/>
                  <a:pt x="14640" y="1964"/>
                  <a:pt x="14727" y="1964"/>
                </a:cubicBezTo>
                <a:cubicBezTo>
                  <a:pt x="15269" y="1964"/>
                  <a:pt x="15709" y="1524"/>
                  <a:pt x="15709" y="982"/>
                </a:cubicBezTo>
                <a:cubicBezTo>
                  <a:pt x="15709" y="440"/>
                  <a:pt x="15269" y="0"/>
                  <a:pt x="14727" y="0"/>
                </a:cubicBezTo>
                <a:cubicBezTo>
                  <a:pt x="14185" y="0"/>
                  <a:pt x="13745" y="440"/>
                  <a:pt x="13745" y="982"/>
                </a:cubicBezTo>
                <a:cubicBezTo>
                  <a:pt x="13745" y="1069"/>
                  <a:pt x="13761" y="1152"/>
                  <a:pt x="13782" y="1233"/>
                </a:cubicBezTo>
                <a:lnTo>
                  <a:pt x="11088" y="3927"/>
                </a:lnTo>
                <a:lnTo>
                  <a:pt x="10513" y="3927"/>
                </a:lnTo>
                <a:lnTo>
                  <a:pt x="7818" y="1233"/>
                </a:lnTo>
                <a:cubicBezTo>
                  <a:pt x="7839" y="1152"/>
                  <a:pt x="7855" y="1069"/>
                  <a:pt x="7855" y="982"/>
                </a:cubicBezTo>
                <a:cubicBezTo>
                  <a:pt x="7855" y="440"/>
                  <a:pt x="7415" y="0"/>
                  <a:pt x="6873" y="0"/>
                </a:cubicBezTo>
                <a:cubicBezTo>
                  <a:pt x="6331" y="0"/>
                  <a:pt x="5891" y="440"/>
                  <a:pt x="5891" y="982"/>
                </a:cubicBezTo>
                <a:cubicBezTo>
                  <a:pt x="5891" y="1524"/>
                  <a:pt x="6331" y="1964"/>
                  <a:pt x="6873" y="1964"/>
                </a:cubicBezTo>
                <a:cubicBezTo>
                  <a:pt x="6960" y="1964"/>
                  <a:pt x="7043" y="1949"/>
                  <a:pt x="7124" y="1927"/>
                </a:cubicBezTo>
                <a:lnTo>
                  <a:pt x="9124" y="3927"/>
                </a:ln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7673"/>
                </a:lnTo>
                <a:cubicBezTo>
                  <a:pt x="0" y="18757"/>
                  <a:pt x="879" y="19637"/>
                  <a:pt x="1964" y="19637"/>
                </a:cubicBezTo>
                <a:lnTo>
                  <a:pt x="3927" y="19637"/>
                </a:lnTo>
                <a:lnTo>
                  <a:pt x="3927" y="21109"/>
                </a:lnTo>
                <a:cubicBezTo>
                  <a:pt x="3927" y="21380"/>
                  <a:pt x="4147" y="21600"/>
                  <a:pt x="4418" y="21600"/>
                </a:cubicBezTo>
                <a:cubicBezTo>
                  <a:pt x="4689" y="21600"/>
                  <a:pt x="4909" y="21380"/>
                  <a:pt x="4909" y="21109"/>
                </a:cubicBezTo>
                <a:lnTo>
                  <a:pt x="4909" y="20618"/>
                </a:lnTo>
                <a:lnTo>
                  <a:pt x="16691" y="20618"/>
                </a:lnTo>
                <a:lnTo>
                  <a:pt x="16691" y="21109"/>
                </a:lnTo>
                <a:cubicBezTo>
                  <a:pt x="16691" y="21380"/>
                  <a:pt x="16911" y="21600"/>
                  <a:pt x="17182" y="21600"/>
                </a:cubicBezTo>
                <a:cubicBezTo>
                  <a:pt x="17453" y="21600"/>
                  <a:pt x="17673" y="21380"/>
                  <a:pt x="17673" y="21109"/>
                </a:cubicBezTo>
                <a:lnTo>
                  <a:pt x="17673" y="19637"/>
                </a:lnTo>
                <a:lnTo>
                  <a:pt x="19636" y="19637"/>
                </a:lnTo>
                <a:cubicBezTo>
                  <a:pt x="20721" y="19637"/>
                  <a:pt x="21600" y="18757"/>
                  <a:pt x="21600" y="17673"/>
                </a:cubicBezTo>
                <a:lnTo>
                  <a:pt x="21600" y="5891"/>
                </a:lnTo>
                <a:cubicBezTo>
                  <a:pt x="21600" y="4806"/>
                  <a:pt x="20721" y="3927"/>
                  <a:pt x="19636" y="3927"/>
                </a:cubicBezTo>
                <a:moveTo>
                  <a:pt x="5891" y="15709"/>
                </a:moveTo>
                <a:lnTo>
                  <a:pt x="7855" y="15709"/>
                </a:lnTo>
                <a:lnTo>
                  <a:pt x="7855" y="13745"/>
                </a:lnTo>
                <a:lnTo>
                  <a:pt x="5891" y="13745"/>
                </a:lnTo>
                <a:cubicBezTo>
                  <a:pt x="5891" y="13745"/>
                  <a:pt x="5891" y="15709"/>
                  <a:pt x="5891" y="15709"/>
                </a:cubicBezTo>
                <a:close/>
                <a:moveTo>
                  <a:pt x="9818" y="15709"/>
                </a:moveTo>
                <a:lnTo>
                  <a:pt x="11782" y="15709"/>
                </a:lnTo>
                <a:lnTo>
                  <a:pt x="11782" y="13745"/>
                </a:lnTo>
                <a:lnTo>
                  <a:pt x="9818" y="13745"/>
                </a:lnTo>
                <a:cubicBezTo>
                  <a:pt x="9818" y="13745"/>
                  <a:pt x="9818" y="15709"/>
                  <a:pt x="9818" y="15709"/>
                </a:cubicBezTo>
                <a:close/>
                <a:moveTo>
                  <a:pt x="7855" y="9818"/>
                </a:moveTo>
                <a:lnTo>
                  <a:pt x="5891" y="9818"/>
                </a:lnTo>
                <a:lnTo>
                  <a:pt x="5891" y="11782"/>
                </a:lnTo>
                <a:lnTo>
                  <a:pt x="7855" y="11782"/>
                </a:lnTo>
                <a:cubicBezTo>
                  <a:pt x="7855" y="11782"/>
                  <a:pt x="7855" y="9818"/>
                  <a:pt x="7855" y="9818"/>
                </a:cubicBezTo>
                <a:close/>
                <a:moveTo>
                  <a:pt x="15709" y="13745"/>
                </a:moveTo>
                <a:lnTo>
                  <a:pt x="17673" y="13745"/>
                </a:lnTo>
                <a:lnTo>
                  <a:pt x="17673" y="11782"/>
                </a:lnTo>
                <a:lnTo>
                  <a:pt x="15709" y="11782"/>
                </a:lnTo>
                <a:cubicBezTo>
                  <a:pt x="15709" y="11782"/>
                  <a:pt x="15709" y="13745"/>
                  <a:pt x="15709" y="13745"/>
                </a:cubicBezTo>
                <a:close/>
                <a:moveTo>
                  <a:pt x="1964" y="7855"/>
                </a:moveTo>
                <a:lnTo>
                  <a:pt x="3927" y="7855"/>
                </a:lnTo>
                <a:lnTo>
                  <a:pt x="3927" y="5891"/>
                </a:lnTo>
                <a:lnTo>
                  <a:pt x="1964" y="5891"/>
                </a:lnTo>
                <a:cubicBezTo>
                  <a:pt x="1964" y="5891"/>
                  <a:pt x="1964" y="7855"/>
                  <a:pt x="1964" y="7855"/>
                </a:cubicBezTo>
                <a:close/>
                <a:moveTo>
                  <a:pt x="3927" y="17673"/>
                </a:moveTo>
                <a:lnTo>
                  <a:pt x="5891" y="17673"/>
                </a:lnTo>
                <a:lnTo>
                  <a:pt x="5891" y="15709"/>
                </a:lnTo>
                <a:lnTo>
                  <a:pt x="3927" y="15709"/>
                </a:lnTo>
                <a:cubicBezTo>
                  <a:pt x="3927" y="15709"/>
                  <a:pt x="3927" y="17673"/>
                  <a:pt x="3927" y="17673"/>
                </a:cubicBezTo>
                <a:close/>
                <a:moveTo>
                  <a:pt x="11782" y="5891"/>
                </a:moveTo>
                <a:lnTo>
                  <a:pt x="9818" y="5891"/>
                </a:lnTo>
                <a:lnTo>
                  <a:pt x="9818" y="7855"/>
                </a:lnTo>
                <a:lnTo>
                  <a:pt x="11782" y="7855"/>
                </a:lnTo>
                <a:cubicBezTo>
                  <a:pt x="11782" y="7855"/>
                  <a:pt x="11782" y="5891"/>
                  <a:pt x="11782" y="5891"/>
                </a:cubicBezTo>
                <a:close/>
                <a:moveTo>
                  <a:pt x="7855" y="5891"/>
                </a:moveTo>
                <a:lnTo>
                  <a:pt x="5891" y="5891"/>
                </a:lnTo>
                <a:lnTo>
                  <a:pt x="5891" y="7855"/>
                </a:lnTo>
                <a:lnTo>
                  <a:pt x="7855" y="7855"/>
                </a:lnTo>
                <a:cubicBezTo>
                  <a:pt x="7855" y="7855"/>
                  <a:pt x="7855" y="5891"/>
                  <a:pt x="7855" y="5891"/>
                </a:cubicBezTo>
                <a:close/>
                <a:moveTo>
                  <a:pt x="1964" y="15709"/>
                </a:moveTo>
                <a:lnTo>
                  <a:pt x="3927" y="15709"/>
                </a:lnTo>
                <a:lnTo>
                  <a:pt x="3927" y="13745"/>
                </a:lnTo>
                <a:lnTo>
                  <a:pt x="1964" y="13745"/>
                </a:lnTo>
                <a:cubicBezTo>
                  <a:pt x="1964" y="13745"/>
                  <a:pt x="1964" y="15709"/>
                  <a:pt x="1964" y="15709"/>
                </a:cubicBezTo>
                <a:close/>
                <a:moveTo>
                  <a:pt x="1964" y="11782"/>
                </a:moveTo>
                <a:lnTo>
                  <a:pt x="3927" y="11782"/>
                </a:lnTo>
                <a:lnTo>
                  <a:pt x="3927" y="9818"/>
                </a:lnTo>
                <a:lnTo>
                  <a:pt x="1964" y="9818"/>
                </a:lnTo>
                <a:cubicBezTo>
                  <a:pt x="1964" y="9818"/>
                  <a:pt x="1964" y="11782"/>
                  <a:pt x="1964" y="11782"/>
                </a:cubicBezTo>
                <a:close/>
                <a:moveTo>
                  <a:pt x="7855" y="17673"/>
                </a:moveTo>
                <a:lnTo>
                  <a:pt x="9818" y="17673"/>
                </a:lnTo>
                <a:lnTo>
                  <a:pt x="9818" y="15709"/>
                </a:lnTo>
                <a:lnTo>
                  <a:pt x="7855" y="15709"/>
                </a:lnTo>
                <a:cubicBezTo>
                  <a:pt x="7855" y="15709"/>
                  <a:pt x="7855" y="17673"/>
                  <a:pt x="7855" y="17673"/>
                </a:cubicBezTo>
                <a:close/>
                <a:moveTo>
                  <a:pt x="11782" y="17673"/>
                </a:moveTo>
                <a:lnTo>
                  <a:pt x="13745" y="17673"/>
                </a:lnTo>
                <a:lnTo>
                  <a:pt x="13745" y="15709"/>
                </a:lnTo>
                <a:lnTo>
                  <a:pt x="11782" y="15709"/>
                </a:lnTo>
                <a:cubicBezTo>
                  <a:pt x="11782" y="15709"/>
                  <a:pt x="11782" y="17673"/>
                  <a:pt x="11782" y="17673"/>
                </a:cubicBezTo>
                <a:close/>
                <a:moveTo>
                  <a:pt x="15709" y="17673"/>
                </a:moveTo>
                <a:lnTo>
                  <a:pt x="17673" y="17673"/>
                </a:lnTo>
                <a:lnTo>
                  <a:pt x="17673" y="15709"/>
                </a:lnTo>
                <a:lnTo>
                  <a:pt x="15709" y="15709"/>
                </a:lnTo>
                <a:cubicBezTo>
                  <a:pt x="15709" y="15709"/>
                  <a:pt x="15709" y="17673"/>
                  <a:pt x="15709" y="17673"/>
                </a:cubicBezTo>
                <a:close/>
                <a:moveTo>
                  <a:pt x="11782" y="9818"/>
                </a:moveTo>
                <a:lnTo>
                  <a:pt x="9818" y="9818"/>
                </a:lnTo>
                <a:lnTo>
                  <a:pt x="9818" y="11782"/>
                </a:lnTo>
                <a:lnTo>
                  <a:pt x="11782" y="11782"/>
                </a:lnTo>
                <a:cubicBezTo>
                  <a:pt x="11782" y="11782"/>
                  <a:pt x="11782" y="9818"/>
                  <a:pt x="11782" y="9818"/>
                </a:cubicBezTo>
                <a:close/>
                <a:moveTo>
                  <a:pt x="19636" y="9818"/>
                </a:moveTo>
                <a:lnTo>
                  <a:pt x="17673" y="9818"/>
                </a:lnTo>
                <a:lnTo>
                  <a:pt x="17673" y="11782"/>
                </a:lnTo>
                <a:lnTo>
                  <a:pt x="19636" y="11782"/>
                </a:lnTo>
                <a:cubicBezTo>
                  <a:pt x="19636" y="11782"/>
                  <a:pt x="19636" y="9818"/>
                  <a:pt x="19636" y="9818"/>
                </a:cubicBezTo>
                <a:close/>
                <a:moveTo>
                  <a:pt x="19636" y="13745"/>
                </a:moveTo>
                <a:lnTo>
                  <a:pt x="17673" y="13745"/>
                </a:lnTo>
                <a:lnTo>
                  <a:pt x="17673" y="15709"/>
                </a:lnTo>
                <a:lnTo>
                  <a:pt x="19636" y="15709"/>
                </a:lnTo>
                <a:cubicBezTo>
                  <a:pt x="19636" y="15709"/>
                  <a:pt x="19636" y="13745"/>
                  <a:pt x="19636" y="13745"/>
                </a:cubicBezTo>
                <a:close/>
                <a:moveTo>
                  <a:pt x="15709" y="5891"/>
                </a:moveTo>
                <a:lnTo>
                  <a:pt x="13745" y="5891"/>
                </a:lnTo>
                <a:lnTo>
                  <a:pt x="13745" y="7855"/>
                </a:lnTo>
                <a:lnTo>
                  <a:pt x="15709" y="7855"/>
                </a:lnTo>
                <a:cubicBezTo>
                  <a:pt x="15709" y="7855"/>
                  <a:pt x="15709" y="5891"/>
                  <a:pt x="15709" y="589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2" name="Shape 2662"/>
          <p:cNvSpPr/>
          <p:nvPr/>
        </p:nvSpPr>
        <p:spPr>
          <a:xfrm>
            <a:off x="2660760" y="18702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8655" y="11782"/>
                </a:moveTo>
                <a:cubicBezTo>
                  <a:pt x="18383" y="11782"/>
                  <a:pt x="18164" y="12002"/>
                  <a:pt x="18164" y="12273"/>
                </a:cubicBezTo>
                <a:cubicBezTo>
                  <a:pt x="18164" y="12544"/>
                  <a:pt x="18383" y="12764"/>
                  <a:pt x="18655" y="12764"/>
                </a:cubicBezTo>
                <a:cubicBezTo>
                  <a:pt x="18926" y="12764"/>
                  <a:pt x="19145" y="12544"/>
                  <a:pt x="19145" y="12273"/>
                </a:cubicBezTo>
                <a:cubicBezTo>
                  <a:pt x="19145" y="12002"/>
                  <a:pt x="18926" y="11782"/>
                  <a:pt x="18655" y="11782"/>
                </a:cubicBezTo>
                <a:moveTo>
                  <a:pt x="18655" y="13745"/>
                </a:moveTo>
                <a:cubicBezTo>
                  <a:pt x="18383" y="13745"/>
                  <a:pt x="18164" y="13966"/>
                  <a:pt x="18164" y="14236"/>
                </a:cubicBezTo>
                <a:cubicBezTo>
                  <a:pt x="18164" y="14508"/>
                  <a:pt x="18383" y="14727"/>
                  <a:pt x="18655" y="14727"/>
                </a:cubicBezTo>
                <a:cubicBezTo>
                  <a:pt x="18926" y="14727"/>
                  <a:pt x="19145" y="14508"/>
                  <a:pt x="19145" y="14236"/>
                </a:cubicBezTo>
                <a:cubicBezTo>
                  <a:pt x="19145" y="13966"/>
                  <a:pt x="18926" y="13745"/>
                  <a:pt x="18655" y="13745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6691" y="20618"/>
                </a:lnTo>
                <a:lnTo>
                  <a:pt x="16691" y="6873"/>
                </a:lnTo>
                <a:lnTo>
                  <a:pt x="19636" y="6873"/>
                </a:lnTo>
                <a:cubicBezTo>
                  <a:pt x="20178" y="6873"/>
                  <a:pt x="20618" y="7313"/>
                  <a:pt x="20618" y="7855"/>
                </a:cubicBez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5709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cubicBezTo>
                  <a:pt x="982" y="7313"/>
                  <a:pt x="1422" y="6873"/>
                  <a:pt x="1964" y="6873"/>
                </a:cubicBezTo>
                <a:lnTo>
                  <a:pt x="15709" y="6873"/>
                </a:lnTo>
                <a:cubicBezTo>
                  <a:pt x="15709" y="6873"/>
                  <a:pt x="15709" y="20618"/>
                  <a:pt x="15709" y="20618"/>
                </a:cubicBezTo>
                <a:close/>
                <a:moveTo>
                  <a:pt x="19636" y="5891"/>
                </a:moveTo>
                <a:lnTo>
                  <a:pt x="13205" y="5891"/>
                </a:lnTo>
                <a:cubicBezTo>
                  <a:pt x="13069" y="5222"/>
                  <a:pt x="12657" y="4657"/>
                  <a:pt x="12097" y="4306"/>
                </a:cubicBezTo>
                <a:lnTo>
                  <a:pt x="14476" y="1927"/>
                </a:lnTo>
                <a:cubicBezTo>
                  <a:pt x="14557" y="1949"/>
                  <a:pt x="14640" y="1964"/>
                  <a:pt x="14727" y="1964"/>
                </a:cubicBezTo>
                <a:cubicBezTo>
                  <a:pt x="15269" y="1964"/>
                  <a:pt x="15709" y="1524"/>
                  <a:pt x="15709" y="982"/>
                </a:cubicBezTo>
                <a:cubicBezTo>
                  <a:pt x="15709" y="440"/>
                  <a:pt x="15269" y="0"/>
                  <a:pt x="14727" y="0"/>
                </a:cubicBezTo>
                <a:cubicBezTo>
                  <a:pt x="14186" y="0"/>
                  <a:pt x="13745" y="440"/>
                  <a:pt x="13745" y="982"/>
                </a:cubicBezTo>
                <a:cubicBezTo>
                  <a:pt x="13745" y="1070"/>
                  <a:pt x="13761" y="1153"/>
                  <a:pt x="13782" y="1233"/>
                </a:cubicBezTo>
                <a:lnTo>
                  <a:pt x="11061" y="3954"/>
                </a:lnTo>
                <a:cubicBezTo>
                  <a:pt x="10975" y="3945"/>
                  <a:pt x="10889" y="3927"/>
                  <a:pt x="10800" y="3927"/>
                </a:cubicBezTo>
                <a:cubicBezTo>
                  <a:pt x="10711" y="3927"/>
                  <a:pt x="10625" y="3945"/>
                  <a:pt x="10539" y="3954"/>
                </a:cubicBezTo>
                <a:lnTo>
                  <a:pt x="7818" y="1233"/>
                </a:lnTo>
                <a:cubicBezTo>
                  <a:pt x="7839" y="1153"/>
                  <a:pt x="7855" y="1070"/>
                  <a:pt x="7855" y="982"/>
                </a:cubicBezTo>
                <a:cubicBezTo>
                  <a:pt x="7855" y="440"/>
                  <a:pt x="7414" y="0"/>
                  <a:pt x="6873" y="0"/>
                </a:cubicBezTo>
                <a:cubicBezTo>
                  <a:pt x="6331" y="0"/>
                  <a:pt x="5891" y="440"/>
                  <a:pt x="5891" y="982"/>
                </a:cubicBezTo>
                <a:cubicBezTo>
                  <a:pt x="5891" y="1524"/>
                  <a:pt x="6331" y="1964"/>
                  <a:pt x="6873" y="1964"/>
                </a:cubicBezTo>
                <a:cubicBezTo>
                  <a:pt x="6960" y="1964"/>
                  <a:pt x="7043" y="1949"/>
                  <a:pt x="7124" y="1927"/>
                </a:cubicBezTo>
                <a:lnTo>
                  <a:pt x="9503" y="4306"/>
                </a:lnTo>
                <a:cubicBezTo>
                  <a:pt x="8943" y="4657"/>
                  <a:pt x="8531" y="5222"/>
                  <a:pt x="8395" y="5891"/>
                </a:cubicBezTo>
                <a:lnTo>
                  <a:pt x="1964" y="5891"/>
                </a:lnTo>
                <a:cubicBezTo>
                  <a:pt x="879" y="5891"/>
                  <a:pt x="0" y="6770"/>
                  <a:pt x="0" y="7855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7855"/>
                </a:lnTo>
                <a:cubicBezTo>
                  <a:pt x="21600" y="6770"/>
                  <a:pt x="20721" y="5891"/>
                  <a:pt x="19636" y="5891"/>
                </a:cubicBezTo>
                <a:moveTo>
                  <a:pt x="12764" y="17673"/>
                </a:moveTo>
                <a:lnTo>
                  <a:pt x="3927" y="17673"/>
                </a:lnTo>
                <a:lnTo>
                  <a:pt x="3927" y="9818"/>
                </a:lnTo>
                <a:lnTo>
                  <a:pt x="12764" y="9818"/>
                </a:lnTo>
                <a:cubicBezTo>
                  <a:pt x="12764" y="9818"/>
                  <a:pt x="12764" y="17673"/>
                  <a:pt x="12764" y="17673"/>
                </a:cubicBezTo>
                <a:close/>
                <a:moveTo>
                  <a:pt x="13745" y="8836"/>
                </a:moveTo>
                <a:lnTo>
                  <a:pt x="2945" y="8836"/>
                </a:lnTo>
                <a:lnTo>
                  <a:pt x="2945" y="18655"/>
                </a:lnTo>
                <a:lnTo>
                  <a:pt x="13745" y="18655"/>
                </a:lnTo>
                <a:cubicBezTo>
                  <a:pt x="13745" y="18655"/>
                  <a:pt x="13745" y="8836"/>
                  <a:pt x="13745" y="8836"/>
                </a:cubicBezTo>
                <a:close/>
                <a:moveTo>
                  <a:pt x="18655" y="8836"/>
                </a:moveTo>
                <a:cubicBezTo>
                  <a:pt x="18113" y="8836"/>
                  <a:pt x="17673" y="9276"/>
                  <a:pt x="17673" y="9818"/>
                </a:cubicBezTo>
                <a:cubicBezTo>
                  <a:pt x="17673" y="10360"/>
                  <a:pt x="18113" y="10800"/>
                  <a:pt x="18655" y="10800"/>
                </a:cubicBezTo>
                <a:cubicBezTo>
                  <a:pt x="19196" y="10800"/>
                  <a:pt x="19636" y="10360"/>
                  <a:pt x="19636" y="9818"/>
                </a:cubicBezTo>
                <a:cubicBezTo>
                  <a:pt x="19636" y="9276"/>
                  <a:pt x="19196" y="8836"/>
                  <a:pt x="18655" y="883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3" name="Shape 2663"/>
          <p:cNvSpPr/>
          <p:nvPr/>
        </p:nvSpPr>
        <p:spPr>
          <a:xfrm>
            <a:off x="3060720" y="1917720"/>
            <a:ext cx="209520" cy="114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9636" y="18000"/>
                </a:moveTo>
                <a:cubicBezTo>
                  <a:pt x="19636" y="18995"/>
                  <a:pt x="19196" y="19800"/>
                  <a:pt x="18655" y="19800"/>
                </a:cubicBezTo>
                <a:lnTo>
                  <a:pt x="1964" y="19800"/>
                </a:lnTo>
                <a:cubicBezTo>
                  <a:pt x="1421" y="19800"/>
                  <a:pt x="982" y="18995"/>
                  <a:pt x="982" y="18000"/>
                </a:cubicBezTo>
                <a:lnTo>
                  <a:pt x="982" y="3600"/>
                </a:lnTo>
                <a:cubicBezTo>
                  <a:pt x="982" y="2607"/>
                  <a:pt x="1421" y="1800"/>
                  <a:pt x="1964" y="1800"/>
                </a:cubicBezTo>
                <a:lnTo>
                  <a:pt x="18655" y="1800"/>
                </a:lnTo>
                <a:cubicBezTo>
                  <a:pt x="19196" y="1800"/>
                  <a:pt x="19636" y="2607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9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9"/>
                  <a:pt x="20618" y="18000"/>
                </a:cubicBezTo>
                <a:lnTo>
                  <a:pt x="20618" y="14400"/>
                </a:lnTo>
                <a:cubicBezTo>
                  <a:pt x="21160" y="14400"/>
                  <a:pt x="21600" y="13595"/>
                  <a:pt x="21600" y="12600"/>
                </a:cubicBezTo>
                <a:lnTo>
                  <a:pt x="21600" y="9000"/>
                </a:lnTo>
                <a:cubicBezTo>
                  <a:pt x="21600" y="8007"/>
                  <a:pt x="21160" y="7200"/>
                  <a:pt x="20618" y="7200"/>
                </a:cubicBezTo>
                <a:moveTo>
                  <a:pt x="10800" y="5400"/>
                </a:moveTo>
                <a:lnTo>
                  <a:pt x="3927" y="10800"/>
                </a:lnTo>
                <a:lnTo>
                  <a:pt x="8836" y="10800"/>
                </a:lnTo>
                <a:lnTo>
                  <a:pt x="9818" y="16200"/>
                </a:lnTo>
                <a:lnTo>
                  <a:pt x="16691" y="10800"/>
                </a:lnTo>
                <a:lnTo>
                  <a:pt x="11782" y="10800"/>
                </a:lnTo>
                <a:cubicBezTo>
                  <a:pt x="11782" y="10800"/>
                  <a:pt x="10800" y="5400"/>
                  <a:pt x="10800" y="540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" name="Shape 2664"/>
          <p:cNvSpPr/>
          <p:nvPr/>
        </p:nvSpPr>
        <p:spPr>
          <a:xfrm>
            <a:off x="3460680" y="1917720"/>
            <a:ext cx="209520" cy="114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9636" y="18000"/>
                </a:moveTo>
                <a:cubicBezTo>
                  <a:pt x="19636" y="18995"/>
                  <a:pt x="19196" y="19800"/>
                  <a:pt x="18655" y="19800"/>
                </a:cubicBezTo>
                <a:lnTo>
                  <a:pt x="1964" y="19800"/>
                </a:lnTo>
                <a:cubicBezTo>
                  <a:pt x="1421" y="19800"/>
                  <a:pt x="982" y="18995"/>
                  <a:pt x="982" y="18000"/>
                </a:cubicBezTo>
                <a:lnTo>
                  <a:pt x="982" y="3600"/>
                </a:lnTo>
                <a:cubicBezTo>
                  <a:pt x="982" y="2607"/>
                  <a:pt x="1421" y="1800"/>
                  <a:pt x="1964" y="1800"/>
                </a:cubicBezTo>
                <a:lnTo>
                  <a:pt x="18655" y="1800"/>
                </a:lnTo>
                <a:cubicBezTo>
                  <a:pt x="19196" y="1800"/>
                  <a:pt x="19636" y="2607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9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9"/>
                  <a:pt x="20618" y="18000"/>
                </a:cubicBezTo>
                <a:lnTo>
                  <a:pt x="20618" y="14400"/>
                </a:lnTo>
                <a:cubicBezTo>
                  <a:pt x="21160" y="14400"/>
                  <a:pt x="21600" y="13595"/>
                  <a:pt x="21600" y="12600"/>
                </a:cubicBezTo>
                <a:lnTo>
                  <a:pt x="21600" y="9000"/>
                </a:lnTo>
                <a:cubicBezTo>
                  <a:pt x="21600" y="8007"/>
                  <a:pt x="21160" y="7200"/>
                  <a:pt x="20618" y="72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" name="Shape 2665"/>
          <p:cNvSpPr/>
          <p:nvPr/>
        </p:nvSpPr>
        <p:spPr>
          <a:xfrm>
            <a:off x="3860640" y="1917720"/>
            <a:ext cx="209880" cy="114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9636" y="18000"/>
                </a:moveTo>
                <a:cubicBezTo>
                  <a:pt x="19636" y="18995"/>
                  <a:pt x="19196" y="19800"/>
                  <a:pt x="18655" y="19800"/>
                </a:cubicBezTo>
                <a:lnTo>
                  <a:pt x="1964" y="19800"/>
                </a:lnTo>
                <a:cubicBezTo>
                  <a:pt x="1422" y="19800"/>
                  <a:pt x="982" y="18995"/>
                  <a:pt x="982" y="18000"/>
                </a:cubicBezTo>
                <a:lnTo>
                  <a:pt x="982" y="3600"/>
                </a:lnTo>
                <a:cubicBezTo>
                  <a:pt x="982" y="2607"/>
                  <a:pt x="1422" y="1800"/>
                  <a:pt x="1964" y="1800"/>
                </a:cubicBezTo>
                <a:lnTo>
                  <a:pt x="18655" y="1800"/>
                </a:lnTo>
                <a:cubicBezTo>
                  <a:pt x="19196" y="1800"/>
                  <a:pt x="19636" y="2607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9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9"/>
                  <a:pt x="20618" y="18000"/>
                </a:cubicBezTo>
                <a:lnTo>
                  <a:pt x="20618" y="14400"/>
                </a:lnTo>
                <a:cubicBezTo>
                  <a:pt x="21160" y="14400"/>
                  <a:pt x="21600" y="13595"/>
                  <a:pt x="21600" y="12600"/>
                </a:cubicBezTo>
                <a:lnTo>
                  <a:pt x="21600" y="9000"/>
                </a:lnTo>
                <a:cubicBezTo>
                  <a:pt x="21600" y="8007"/>
                  <a:pt x="21160" y="7200"/>
                  <a:pt x="20618" y="7200"/>
                </a:cubicBezTo>
                <a:moveTo>
                  <a:pt x="1964" y="18000"/>
                </a:moveTo>
                <a:lnTo>
                  <a:pt x="6873" y="18000"/>
                </a:lnTo>
                <a:lnTo>
                  <a:pt x="6873" y="3600"/>
                </a:lnTo>
                <a:lnTo>
                  <a:pt x="1964" y="3600"/>
                </a:lnTo>
                <a:cubicBezTo>
                  <a:pt x="1964" y="3600"/>
                  <a:pt x="1964" y="18000"/>
                  <a:pt x="1964" y="1800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" name="Shape 2666"/>
          <p:cNvSpPr/>
          <p:nvPr/>
        </p:nvSpPr>
        <p:spPr>
          <a:xfrm>
            <a:off x="4260960" y="1917720"/>
            <a:ext cx="209520" cy="114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9636" y="18000"/>
                </a:moveTo>
                <a:cubicBezTo>
                  <a:pt x="19636" y="18995"/>
                  <a:pt x="19196" y="19800"/>
                  <a:pt x="18655" y="19800"/>
                </a:cubicBezTo>
                <a:lnTo>
                  <a:pt x="1964" y="19800"/>
                </a:lnTo>
                <a:cubicBezTo>
                  <a:pt x="1422" y="19800"/>
                  <a:pt x="982" y="18995"/>
                  <a:pt x="982" y="18000"/>
                </a:cubicBezTo>
                <a:lnTo>
                  <a:pt x="982" y="3600"/>
                </a:lnTo>
                <a:cubicBezTo>
                  <a:pt x="982" y="2607"/>
                  <a:pt x="1422" y="1800"/>
                  <a:pt x="1964" y="1800"/>
                </a:cubicBezTo>
                <a:lnTo>
                  <a:pt x="18655" y="1800"/>
                </a:lnTo>
                <a:cubicBezTo>
                  <a:pt x="19196" y="1800"/>
                  <a:pt x="19636" y="2607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9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9"/>
                  <a:pt x="20618" y="18000"/>
                </a:cubicBezTo>
                <a:lnTo>
                  <a:pt x="20618" y="14400"/>
                </a:lnTo>
                <a:cubicBezTo>
                  <a:pt x="21160" y="14400"/>
                  <a:pt x="21600" y="13595"/>
                  <a:pt x="21600" y="12600"/>
                </a:cubicBezTo>
                <a:lnTo>
                  <a:pt x="21600" y="9000"/>
                </a:lnTo>
                <a:cubicBezTo>
                  <a:pt x="21600" y="8007"/>
                  <a:pt x="21160" y="7200"/>
                  <a:pt x="20618" y="7200"/>
                </a:cubicBezTo>
                <a:moveTo>
                  <a:pt x="1964" y="18000"/>
                </a:moveTo>
                <a:lnTo>
                  <a:pt x="10800" y="18000"/>
                </a:lnTo>
                <a:lnTo>
                  <a:pt x="10800" y="3600"/>
                </a:lnTo>
                <a:lnTo>
                  <a:pt x="1964" y="3600"/>
                </a:lnTo>
                <a:cubicBezTo>
                  <a:pt x="1964" y="3600"/>
                  <a:pt x="1964" y="18000"/>
                  <a:pt x="1964" y="1800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7" name="Shape 2667"/>
          <p:cNvSpPr/>
          <p:nvPr/>
        </p:nvSpPr>
        <p:spPr>
          <a:xfrm>
            <a:off x="660240" y="2317680"/>
            <a:ext cx="209880" cy="114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964" y="18000"/>
                </a:moveTo>
                <a:lnTo>
                  <a:pt x="14727" y="18000"/>
                </a:lnTo>
                <a:lnTo>
                  <a:pt x="14727" y="3600"/>
                </a:lnTo>
                <a:lnTo>
                  <a:pt x="1964" y="3600"/>
                </a:lnTo>
                <a:cubicBezTo>
                  <a:pt x="1964" y="3600"/>
                  <a:pt x="1964" y="18000"/>
                  <a:pt x="1964" y="18000"/>
                </a:cubicBezTo>
                <a:close/>
                <a:moveTo>
                  <a:pt x="19636" y="18000"/>
                </a:moveTo>
                <a:cubicBezTo>
                  <a:pt x="19636" y="18994"/>
                  <a:pt x="19197" y="19800"/>
                  <a:pt x="18655" y="19800"/>
                </a:cubicBezTo>
                <a:lnTo>
                  <a:pt x="1964" y="19800"/>
                </a:lnTo>
                <a:cubicBezTo>
                  <a:pt x="1422" y="19800"/>
                  <a:pt x="982" y="18994"/>
                  <a:pt x="982" y="18000"/>
                </a:cubicBezTo>
                <a:lnTo>
                  <a:pt x="982" y="3600"/>
                </a:lnTo>
                <a:cubicBezTo>
                  <a:pt x="982" y="2606"/>
                  <a:pt x="1422" y="1800"/>
                  <a:pt x="1964" y="1800"/>
                </a:cubicBezTo>
                <a:lnTo>
                  <a:pt x="18655" y="1800"/>
                </a:lnTo>
                <a:cubicBezTo>
                  <a:pt x="19197" y="1800"/>
                  <a:pt x="19636" y="2606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8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8"/>
                  <a:pt x="20618" y="18000"/>
                </a:cubicBezTo>
                <a:lnTo>
                  <a:pt x="20618" y="14401"/>
                </a:lnTo>
                <a:cubicBezTo>
                  <a:pt x="21160" y="14401"/>
                  <a:pt x="21600" y="13594"/>
                  <a:pt x="21600" y="12600"/>
                </a:cubicBezTo>
                <a:lnTo>
                  <a:pt x="21600" y="9000"/>
                </a:lnTo>
                <a:cubicBezTo>
                  <a:pt x="21600" y="8006"/>
                  <a:pt x="21160" y="7200"/>
                  <a:pt x="20618" y="72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" name="Shape 2668"/>
          <p:cNvSpPr/>
          <p:nvPr/>
        </p:nvSpPr>
        <p:spPr>
          <a:xfrm>
            <a:off x="1060560" y="2317680"/>
            <a:ext cx="209520" cy="114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964" y="18000"/>
                </a:moveTo>
                <a:lnTo>
                  <a:pt x="18655" y="18000"/>
                </a:lnTo>
                <a:lnTo>
                  <a:pt x="18655" y="3600"/>
                </a:lnTo>
                <a:lnTo>
                  <a:pt x="1964" y="3600"/>
                </a:lnTo>
                <a:cubicBezTo>
                  <a:pt x="1964" y="3600"/>
                  <a:pt x="1964" y="18000"/>
                  <a:pt x="1964" y="18000"/>
                </a:cubicBezTo>
                <a:close/>
                <a:moveTo>
                  <a:pt x="19636" y="18000"/>
                </a:moveTo>
                <a:cubicBezTo>
                  <a:pt x="19636" y="18994"/>
                  <a:pt x="19197" y="19800"/>
                  <a:pt x="18655" y="19800"/>
                </a:cubicBezTo>
                <a:lnTo>
                  <a:pt x="1964" y="19800"/>
                </a:lnTo>
                <a:cubicBezTo>
                  <a:pt x="1422" y="19800"/>
                  <a:pt x="982" y="18994"/>
                  <a:pt x="982" y="18000"/>
                </a:cubicBezTo>
                <a:lnTo>
                  <a:pt x="982" y="3600"/>
                </a:lnTo>
                <a:cubicBezTo>
                  <a:pt x="982" y="2606"/>
                  <a:pt x="1422" y="1800"/>
                  <a:pt x="1964" y="1800"/>
                </a:cubicBezTo>
                <a:lnTo>
                  <a:pt x="18655" y="1800"/>
                </a:lnTo>
                <a:cubicBezTo>
                  <a:pt x="19197" y="1800"/>
                  <a:pt x="19636" y="2606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8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8"/>
                  <a:pt x="20618" y="18000"/>
                </a:cubicBezTo>
                <a:lnTo>
                  <a:pt x="20618" y="14401"/>
                </a:lnTo>
                <a:cubicBezTo>
                  <a:pt x="21160" y="14401"/>
                  <a:pt x="21600" y="13594"/>
                  <a:pt x="21600" y="12600"/>
                </a:cubicBezTo>
                <a:lnTo>
                  <a:pt x="21600" y="9000"/>
                </a:lnTo>
                <a:cubicBezTo>
                  <a:pt x="21600" y="8006"/>
                  <a:pt x="21160" y="7200"/>
                  <a:pt x="20618" y="72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" name="Shape 2669"/>
          <p:cNvSpPr/>
          <p:nvPr/>
        </p:nvSpPr>
        <p:spPr>
          <a:xfrm>
            <a:off x="1469880" y="2270160"/>
            <a:ext cx="19080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2960" y="2161"/>
                </a:moveTo>
                <a:lnTo>
                  <a:pt x="12960" y="2178"/>
                </a:lnTo>
                <a:cubicBezTo>
                  <a:pt x="12662" y="2178"/>
                  <a:pt x="12420" y="2398"/>
                  <a:pt x="12420" y="2669"/>
                </a:cubicBezTo>
                <a:cubicBezTo>
                  <a:pt x="12420" y="2940"/>
                  <a:pt x="12662" y="3160"/>
                  <a:pt x="12960" y="3160"/>
                </a:cubicBezTo>
                <a:lnTo>
                  <a:pt x="12960" y="3172"/>
                </a:lnTo>
                <a:cubicBezTo>
                  <a:pt x="17287" y="4066"/>
                  <a:pt x="20520" y="7577"/>
                  <a:pt x="20520" y="11782"/>
                </a:cubicBezTo>
                <a:cubicBezTo>
                  <a:pt x="20520" y="16662"/>
                  <a:pt x="16168" y="20618"/>
                  <a:pt x="10800" y="20618"/>
                </a:cubicBezTo>
                <a:cubicBezTo>
                  <a:pt x="5432" y="20618"/>
                  <a:pt x="1080" y="16662"/>
                  <a:pt x="1080" y="11782"/>
                </a:cubicBezTo>
                <a:cubicBezTo>
                  <a:pt x="1080" y="7577"/>
                  <a:pt x="4313" y="4066"/>
                  <a:pt x="8640" y="3172"/>
                </a:cubicBezTo>
                <a:lnTo>
                  <a:pt x="8640" y="3160"/>
                </a:lnTo>
                <a:cubicBezTo>
                  <a:pt x="8938" y="3160"/>
                  <a:pt x="9180" y="2940"/>
                  <a:pt x="9180" y="2669"/>
                </a:cubicBezTo>
                <a:cubicBezTo>
                  <a:pt x="9180" y="2398"/>
                  <a:pt x="8938" y="2178"/>
                  <a:pt x="8640" y="2178"/>
                </a:cubicBezTo>
                <a:lnTo>
                  <a:pt x="8640" y="2161"/>
                </a:lnTo>
                <a:cubicBezTo>
                  <a:pt x="3710" y="3071"/>
                  <a:pt x="0" y="7031"/>
                  <a:pt x="0" y="11782"/>
                </a:cubicBezTo>
                <a:cubicBezTo>
                  <a:pt x="0" y="17204"/>
                  <a:pt x="4835" y="21600"/>
                  <a:pt x="10800" y="21600"/>
                </a:cubicBezTo>
                <a:cubicBezTo>
                  <a:pt x="16765" y="21600"/>
                  <a:pt x="21600" y="17204"/>
                  <a:pt x="21600" y="11782"/>
                </a:cubicBezTo>
                <a:cubicBezTo>
                  <a:pt x="21600" y="7031"/>
                  <a:pt x="17890" y="3071"/>
                  <a:pt x="12960" y="2161"/>
                </a:cubicBezTo>
                <a:moveTo>
                  <a:pt x="10800" y="12763"/>
                </a:moveTo>
                <a:cubicBezTo>
                  <a:pt x="11098" y="12763"/>
                  <a:pt x="11340" y="12544"/>
                  <a:pt x="11340" y="12272"/>
                </a:cubicBezTo>
                <a:lnTo>
                  <a:pt x="11340" y="491"/>
                </a:lnTo>
                <a:cubicBezTo>
                  <a:pt x="11340" y="220"/>
                  <a:pt x="11098" y="0"/>
                  <a:pt x="10800" y="0"/>
                </a:cubicBezTo>
                <a:cubicBezTo>
                  <a:pt x="10502" y="0"/>
                  <a:pt x="10260" y="220"/>
                  <a:pt x="10260" y="491"/>
                </a:cubicBezTo>
                <a:lnTo>
                  <a:pt x="10260" y="12272"/>
                </a:lnTo>
                <a:cubicBezTo>
                  <a:pt x="10260" y="12544"/>
                  <a:pt x="10502" y="12763"/>
                  <a:pt x="10800" y="1276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" name="Shape 2670"/>
          <p:cNvSpPr/>
          <p:nvPr/>
        </p:nvSpPr>
        <p:spPr>
          <a:xfrm>
            <a:off x="1860480" y="2298600"/>
            <a:ext cx="209520" cy="152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2273" y="21600"/>
                </a:moveTo>
                <a:lnTo>
                  <a:pt x="13255" y="21600"/>
                </a:lnTo>
                <a:lnTo>
                  <a:pt x="13255" y="0"/>
                </a:lnTo>
                <a:lnTo>
                  <a:pt x="12273" y="0"/>
                </a:lnTo>
                <a:cubicBezTo>
                  <a:pt x="12273" y="0"/>
                  <a:pt x="12273" y="21600"/>
                  <a:pt x="12273" y="21600"/>
                </a:cubicBezTo>
                <a:close/>
                <a:moveTo>
                  <a:pt x="14236" y="21600"/>
                </a:moveTo>
                <a:lnTo>
                  <a:pt x="16691" y="21600"/>
                </a:lnTo>
                <a:lnTo>
                  <a:pt x="16691" y="0"/>
                </a:lnTo>
                <a:lnTo>
                  <a:pt x="14236" y="0"/>
                </a:lnTo>
                <a:cubicBezTo>
                  <a:pt x="14236" y="0"/>
                  <a:pt x="14236" y="21600"/>
                  <a:pt x="14236" y="21600"/>
                </a:cubicBezTo>
                <a:close/>
                <a:moveTo>
                  <a:pt x="17673" y="21600"/>
                </a:moveTo>
                <a:lnTo>
                  <a:pt x="18655" y="21600"/>
                </a:lnTo>
                <a:lnTo>
                  <a:pt x="18655" y="0"/>
                </a:lnTo>
                <a:lnTo>
                  <a:pt x="17673" y="0"/>
                </a:lnTo>
                <a:cubicBezTo>
                  <a:pt x="17673" y="0"/>
                  <a:pt x="17673" y="21600"/>
                  <a:pt x="17673" y="21600"/>
                </a:cubicBezTo>
                <a:close/>
                <a:moveTo>
                  <a:pt x="20618" y="0"/>
                </a:moveTo>
                <a:lnTo>
                  <a:pt x="19636" y="0"/>
                </a:lnTo>
                <a:lnTo>
                  <a:pt x="19636" y="21600"/>
                </a:ln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4909" y="21600"/>
                </a:moveTo>
                <a:lnTo>
                  <a:pt x="5891" y="21600"/>
                </a:lnTo>
                <a:lnTo>
                  <a:pt x="5891" y="0"/>
                </a:lnTo>
                <a:lnTo>
                  <a:pt x="4909" y="0"/>
                </a:lnTo>
                <a:cubicBezTo>
                  <a:pt x="4909" y="0"/>
                  <a:pt x="4909" y="21600"/>
                  <a:pt x="4909" y="21600"/>
                </a:cubicBezTo>
                <a:close/>
                <a:moveTo>
                  <a:pt x="0" y="1350"/>
                </a:move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moveTo>
                  <a:pt x="1964" y="21600"/>
                </a:moveTo>
                <a:lnTo>
                  <a:pt x="3927" y="21600"/>
                </a:lnTo>
                <a:lnTo>
                  <a:pt x="3927" y="0"/>
                </a:lnTo>
                <a:lnTo>
                  <a:pt x="1964" y="0"/>
                </a:lnTo>
                <a:cubicBezTo>
                  <a:pt x="1964" y="0"/>
                  <a:pt x="1964" y="21600"/>
                  <a:pt x="1964" y="21600"/>
                </a:cubicBezTo>
                <a:close/>
                <a:moveTo>
                  <a:pt x="6873" y="21600"/>
                </a:moveTo>
                <a:lnTo>
                  <a:pt x="9327" y="21600"/>
                </a:lnTo>
                <a:lnTo>
                  <a:pt x="9327" y="0"/>
                </a:lnTo>
                <a:lnTo>
                  <a:pt x="6873" y="0"/>
                </a:lnTo>
                <a:cubicBezTo>
                  <a:pt x="6873" y="0"/>
                  <a:pt x="6873" y="21600"/>
                  <a:pt x="6873" y="21600"/>
                </a:cubicBezTo>
                <a:close/>
                <a:moveTo>
                  <a:pt x="10309" y="21600"/>
                </a:moveTo>
                <a:lnTo>
                  <a:pt x="11291" y="21600"/>
                </a:lnTo>
                <a:lnTo>
                  <a:pt x="11291" y="0"/>
                </a:lnTo>
                <a:lnTo>
                  <a:pt x="10309" y="0"/>
                </a:lnTo>
                <a:cubicBezTo>
                  <a:pt x="10309" y="0"/>
                  <a:pt x="10309" y="21600"/>
                  <a:pt x="10309" y="2160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" name="Shape 2671"/>
          <p:cNvSpPr/>
          <p:nvPr/>
        </p:nvSpPr>
        <p:spPr>
          <a:xfrm>
            <a:off x="2260440" y="227016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309" y="15421"/>
                </a:moveTo>
                <a:cubicBezTo>
                  <a:pt x="10666" y="15276"/>
                  <a:pt x="10995" y="15082"/>
                  <a:pt x="11291" y="14845"/>
                </a:cubicBezTo>
                <a:lnTo>
                  <a:pt x="11291" y="8719"/>
                </a:lnTo>
                <a:cubicBezTo>
                  <a:pt x="10995" y="8482"/>
                  <a:pt x="10666" y="8287"/>
                  <a:pt x="10309" y="8143"/>
                </a:cubicBezTo>
                <a:cubicBezTo>
                  <a:pt x="10309" y="8143"/>
                  <a:pt x="10309" y="15421"/>
                  <a:pt x="10309" y="15421"/>
                </a:cubicBezTo>
                <a:close/>
                <a:moveTo>
                  <a:pt x="12273" y="13681"/>
                </a:moveTo>
                <a:cubicBezTo>
                  <a:pt x="12585" y="13118"/>
                  <a:pt x="12764" y="12471"/>
                  <a:pt x="12764" y="11782"/>
                </a:cubicBezTo>
                <a:cubicBezTo>
                  <a:pt x="12764" y="11092"/>
                  <a:pt x="12585" y="10445"/>
                  <a:pt x="12273" y="9882"/>
                </a:cubicBezTo>
                <a:cubicBezTo>
                  <a:pt x="12273" y="9882"/>
                  <a:pt x="12273" y="13681"/>
                  <a:pt x="12273" y="13681"/>
                </a:cubicBezTo>
                <a:close/>
                <a:moveTo>
                  <a:pt x="5891" y="14373"/>
                </a:moveTo>
                <a:lnTo>
                  <a:pt x="5891" y="9190"/>
                </a:lnTo>
                <a:cubicBezTo>
                  <a:pt x="5282" y="9882"/>
                  <a:pt x="4909" y="10788"/>
                  <a:pt x="4909" y="11782"/>
                </a:cubicBezTo>
                <a:cubicBezTo>
                  <a:pt x="4909" y="12776"/>
                  <a:pt x="5282" y="13681"/>
                  <a:pt x="5891" y="14373"/>
                </a:cubicBezTo>
                <a:moveTo>
                  <a:pt x="6873" y="8384"/>
                </a:moveTo>
                <a:lnTo>
                  <a:pt x="6873" y="15179"/>
                </a:lnTo>
                <a:cubicBezTo>
                  <a:pt x="7451" y="15514"/>
                  <a:pt x="8120" y="15709"/>
                  <a:pt x="8836" y="15709"/>
                </a:cubicBezTo>
                <a:cubicBezTo>
                  <a:pt x="9003" y="15709"/>
                  <a:pt x="9166" y="15696"/>
                  <a:pt x="9327" y="15675"/>
                </a:cubicBezTo>
                <a:lnTo>
                  <a:pt x="9327" y="7888"/>
                </a:lnTo>
                <a:cubicBezTo>
                  <a:pt x="9166" y="7868"/>
                  <a:pt x="9003" y="7854"/>
                  <a:pt x="8836" y="7854"/>
                </a:cubicBezTo>
                <a:cubicBezTo>
                  <a:pt x="8120" y="7854"/>
                  <a:pt x="7451" y="8049"/>
                  <a:pt x="6873" y="8384"/>
                </a:cubicBezTo>
                <a:moveTo>
                  <a:pt x="20618" y="0"/>
                </a:moveTo>
                <a:lnTo>
                  <a:pt x="19636" y="0"/>
                </a:lnTo>
                <a:lnTo>
                  <a:pt x="19636" y="15709"/>
                </a:ln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8836" y="17672"/>
                </a:moveTo>
                <a:cubicBezTo>
                  <a:pt x="5583" y="17672"/>
                  <a:pt x="2945" y="15035"/>
                  <a:pt x="2945" y="11782"/>
                </a:cubicBezTo>
                <a:cubicBezTo>
                  <a:pt x="2945" y="8528"/>
                  <a:pt x="5583" y="5891"/>
                  <a:pt x="8836" y="5891"/>
                </a:cubicBezTo>
                <a:cubicBezTo>
                  <a:pt x="12090" y="5891"/>
                  <a:pt x="14727" y="8528"/>
                  <a:pt x="14727" y="11782"/>
                </a:cubicBezTo>
                <a:cubicBezTo>
                  <a:pt x="14727" y="15035"/>
                  <a:pt x="12090" y="17672"/>
                  <a:pt x="8836" y="17672"/>
                </a:cubicBezTo>
                <a:moveTo>
                  <a:pt x="14027" y="16277"/>
                </a:moveTo>
                <a:cubicBezTo>
                  <a:pt x="15072" y="15072"/>
                  <a:pt x="15709" y="13503"/>
                  <a:pt x="15709" y="11782"/>
                </a:cubicBezTo>
                <a:cubicBezTo>
                  <a:pt x="15709" y="7986"/>
                  <a:pt x="12632" y="4909"/>
                  <a:pt x="8836" y="4909"/>
                </a:cubicBezTo>
                <a:cubicBezTo>
                  <a:pt x="5041" y="4909"/>
                  <a:pt x="1964" y="7986"/>
                  <a:pt x="1964" y="11782"/>
                </a:cubicBezTo>
                <a:cubicBezTo>
                  <a:pt x="1964" y="15577"/>
                  <a:pt x="5041" y="18654"/>
                  <a:pt x="8836" y="18654"/>
                </a:cubicBezTo>
                <a:cubicBezTo>
                  <a:pt x="10557" y="18654"/>
                  <a:pt x="12127" y="18017"/>
                  <a:pt x="13333" y="16972"/>
                </a:cubicBezTo>
                <a:lnTo>
                  <a:pt x="17817" y="21456"/>
                </a:lnTo>
                <a:cubicBezTo>
                  <a:pt x="17905" y="21545"/>
                  <a:pt x="18028" y="21600"/>
                  <a:pt x="18164" y="21600"/>
                </a:cubicBezTo>
                <a:cubicBezTo>
                  <a:pt x="18434" y="21600"/>
                  <a:pt x="18655" y="21380"/>
                  <a:pt x="18655" y="21109"/>
                </a:cubicBezTo>
                <a:cubicBezTo>
                  <a:pt x="18655" y="20974"/>
                  <a:pt x="18600" y="20851"/>
                  <a:pt x="18511" y="20762"/>
                </a:cubicBezTo>
                <a:cubicBezTo>
                  <a:pt x="18511" y="20762"/>
                  <a:pt x="14027" y="16277"/>
                  <a:pt x="14027" y="16277"/>
                </a:cubicBezTo>
                <a:close/>
                <a:moveTo>
                  <a:pt x="17673" y="15709"/>
                </a:moveTo>
                <a:lnTo>
                  <a:pt x="18655" y="15709"/>
                </a:lnTo>
                <a:lnTo>
                  <a:pt x="18655" y="0"/>
                </a:lnTo>
                <a:lnTo>
                  <a:pt x="17673" y="0"/>
                </a:lnTo>
                <a:cubicBezTo>
                  <a:pt x="17673" y="0"/>
                  <a:pt x="17673" y="15709"/>
                  <a:pt x="17673" y="15709"/>
                </a:cubicBezTo>
                <a:close/>
                <a:moveTo>
                  <a:pt x="16691" y="15709"/>
                </a:moveTo>
                <a:lnTo>
                  <a:pt x="16691" y="11783"/>
                </a:lnTo>
                <a:cubicBezTo>
                  <a:pt x="16691" y="13214"/>
                  <a:pt x="16301" y="14553"/>
                  <a:pt x="15631" y="15709"/>
                </a:cubicBezTo>
                <a:cubicBezTo>
                  <a:pt x="15631" y="15709"/>
                  <a:pt x="16691" y="15709"/>
                  <a:pt x="16691" y="15709"/>
                </a:cubicBezTo>
                <a:close/>
                <a:moveTo>
                  <a:pt x="16691" y="0"/>
                </a:moveTo>
                <a:lnTo>
                  <a:pt x="14236" y="0"/>
                </a:lnTo>
                <a:lnTo>
                  <a:pt x="14236" y="6088"/>
                </a:lnTo>
                <a:cubicBezTo>
                  <a:pt x="15745" y="7519"/>
                  <a:pt x="16691" y="9538"/>
                  <a:pt x="16691" y="11781"/>
                </a:cubicBezTo>
                <a:cubicBezTo>
                  <a:pt x="16691" y="11781"/>
                  <a:pt x="16691" y="0"/>
                  <a:pt x="16691" y="0"/>
                </a:cubicBezTo>
                <a:close/>
                <a:moveTo>
                  <a:pt x="11291" y="0"/>
                </a:moveTo>
                <a:lnTo>
                  <a:pt x="10309" y="0"/>
                </a:lnTo>
                <a:lnTo>
                  <a:pt x="10309" y="4070"/>
                </a:lnTo>
                <a:cubicBezTo>
                  <a:pt x="10645" y="4134"/>
                  <a:pt x="10972" y="4219"/>
                  <a:pt x="11291" y="4324"/>
                </a:cubicBezTo>
                <a:cubicBezTo>
                  <a:pt x="11291" y="4324"/>
                  <a:pt x="11291" y="0"/>
                  <a:pt x="11291" y="0"/>
                </a:cubicBezTo>
                <a:close/>
                <a:moveTo>
                  <a:pt x="1964" y="15709"/>
                </a:moveTo>
                <a:lnTo>
                  <a:pt x="2041" y="15709"/>
                </a:lnTo>
                <a:cubicBezTo>
                  <a:pt x="2016" y="15666"/>
                  <a:pt x="1988" y="15625"/>
                  <a:pt x="1964" y="15581"/>
                </a:cubicBezTo>
                <a:cubicBezTo>
                  <a:pt x="1964" y="15581"/>
                  <a:pt x="1964" y="15709"/>
                  <a:pt x="1964" y="15709"/>
                </a:cubicBezTo>
                <a:close/>
                <a:moveTo>
                  <a:pt x="13255" y="0"/>
                </a:moveTo>
                <a:lnTo>
                  <a:pt x="12273" y="0"/>
                </a:lnTo>
                <a:lnTo>
                  <a:pt x="12273" y="4727"/>
                </a:lnTo>
                <a:cubicBezTo>
                  <a:pt x="12613" y="4894"/>
                  <a:pt x="12944" y="5077"/>
                  <a:pt x="13255" y="5289"/>
                </a:cubicBezTo>
                <a:cubicBezTo>
                  <a:pt x="13255" y="5289"/>
                  <a:pt x="13255" y="0"/>
                  <a:pt x="13255" y="0"/>
                </a:cubicBezTo>
                <a:close/>
                <a:moveTo>
                  <a:pt x="9327" y="3952"/>
                </a:moveTo>
                <a:lnTo>
                  <a:pt x="9327" y="0"/>
                </a:lnTo>
                <a:lnTo>
                  <a:pt x="6873" y="0"/>
                </a:lnTo>
                <a:lnTo>
                  <a:pt x="6873" y="4185"/>
                </a:lnTo>
                <a:cubicBezTo>
                  <a:pt x="7501" y="4023"/>
                  <a:pt x="8157" y="3927"/>
                  <a:pt x="8836" y="3927"/>
                </a:cubicBezTo>
                <a:cubicBezTo>
                  <a:pt x="9002" y="3927"/>
                  <a:pt x="9164" y="3942"/>
                  <a:pt x="9327" y="3952"/>
                </a:cubicBezTo>
                <a:moveTo>
                  <a:pt x="5891" y="0"/>
                </a:moveTo>
                <a:lnTo>
                  <a:pt x="4909" y="0"/>
                </a:lnTo>
                <a:lnTo>
                  <a:pt x="4909" y="4987"/>
                </a:lnTo>
                <a:cubicBezTo>
                  <a:pt x="5224" y="4804"/>
                  <a:pt x="5551" y="4641"/>
                  <a:pt x="5891" y="4504"/>
                </a:cubicBezTo>
                <a:cubicBezTo>
                  <a:pt x="5891" y="4504"/>
                  <a:pt x="5891" y="0"/>
                  <a:pt x="5891" y="0"/>
                </a:cubicBezTo>
                <a:close/>
                <a:moveTo>
                  <a:pt x="0" y="982"/>
                </a:move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moveTo>
                  <a:pt x="3927" y="5656"/>
                </a:moveTo>
                <a:lnTo>
                  <a:pt x="3927" y="0"/>
                </a:lnTo>
                <a:lnTo>
                  <a:pt x="1964" y="0"/>
                </a:lnTo>
                <a:lnTo>
                  <a:pt x="1964" y="7982"/>
                </a:lnTo>
                <a:cubicBezTo>
                  <a:pt x="2462" y="7084"/>
                  <a:pt x="3131" y="6294"/>
                  <a:pt x="3927" y="565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2" name="Shape 2672"/>
          <p:cNvSpPr/>
          <p:nvPr/>
        </p:nvSpPr>
        <p:spPr>
          <a:xfrm>
            <a:off x="2660760" y="2298600"/>
            <a:ext cx="209520" cy="152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9818" y="21600"/>
                </a:moveTo>
                <a:lnTo>
                  <a:pt x="11782" y="21600"/>
                </a:lnTo>
                <a:lnTo>
                  <a:pt x="11782" y="17550"/>
                </a:lnTo>
                <a:lnTo>
                  <a:pt x="9818" y="17550"/>
                </a:lnTo>
                <a:cubicBezTo>
                  <a:pt x="9818" y="17550"/>
                  <a:pt x="9818" y="21600"/>
                  <a:pt x="9818" y="21600"/>
                </a:cubicBezTo>
                <a:close/>
                <a:moveTo>
                  <a:pt x="7855" y="21600"/>
                </a:moveTo>
                <a:lnTo>
                  <a:pt x="8836" y="21600"/>
                </a:lnTo>
                <a:lnTo>
                  <a:pt x="8836" y="17550"/>
                </a:lnTo>
                <a:lnTo>
                  <a:pt x="7855" y="17550"/>
                </a:lnTo>
                <a:cubicBezTo>
                  <a:pt x="7855" y="17550"/>
                  <a:pt x="7855" y="21600"/>
                  <a:pt x="7855" y="21600"/>
                </a:cubicBezTo>
                <a:close/>
                <a:moveTo>
                  <a:pt x="2945" y="21600"/>
                </a:moveTo>
                <a:lnTo>
                  <a:pt x="3927" y="21600"/>
                </a:lnTo>
                <a:lnTo>
                  <a:pt x="3927" y="17550"/>
                </a:lnTo>
                <a:lnTo>
                  <a:pt x="2945" y="17550"/>
                </a:lnTo>
                <a:cubicBezTo>
                  <a:pt x="2945" y="17550"/>
                  <a:pt x="2945" y="21600"/>
                  <a:pt x="2945" y="21600"/>
                </a:cubicBezTo>
                <a:close/>
                <a:moveTo>
                  <a:pt x="4909" y="21600"/>
                </a:moveTo>
                <a:lnTo>
                  <a:pt x="6873" y="21600"/>
                </a:lnTo>
                <a:lnTo>
                  <a:pt x="6873" y="17550"/>
                </a:lnTo>
                <a:lnTo>
                  <a:pt x="4909" y="17550"/>
                </a:lnTo>
                <a:cubicBezTo>
                  <a:pt x="4909" y="17550"/>
                  <a:pt x="4909" y="21600"/>
                  <a:pt x="4909" y="21600"/>
                </a:cubicBezTo>
                <a:close/>
                <a:moveTo>
                  <a:pt x="12764" y="21600"/>
                </a:moveTo>
                <a:lnTo>
                  <a:pt x="13745" y="21600"/>
                </a:lnTo>
                <a:lnTo>
                  <a:pt x="13745" y="17550"/>
                </a:lnTo>
                <a:lnTo>
                  <a:pt x="12764" y="17550"/>
                </a:lnTo>
                <a:cubicBezTo>
                  <a:pt x="12764" y="17550"/>
                  <a:pt x="12764" y="21600"/>
                  <a:pt x="12764" y="21600"/>
                </a:cubicBezTo>
                <a:close/>
                <a:moveTo>
                  <a:pt x="20618" y="14850"/>
                </a:moveTo>
                <a:lnTo>
                  <a:pt x="982" y="14850"/>
                </a:lnTo>
                <a:lnTo>
                  <a:pt x="982" y="13500"/>
                </a:lnTo>
                <a:lnTo>
                  <a:pt x="20618" y="13500"/>
                </a:lnTo>
                <a:cubicBezTo>
                  <a:pt x="20618" y="13500"/>
                  <a:pt x="20618" y="14850"/>
                  <a:pt x="20618" y="14850"/>
                </a:cubicBezTo>
                <a:close/>
                <a:moveTo>
                  <a:pt x="20618" y="12150"/>
                </a:moveTo>
                <a:lnTo>
                  <a:pt x="982" y="12150"/>
                </a:lnTo>
                <a:cubicBezTo>
                  <a:pt x="440" y="12150"/>
                  <a:pt x="0" y="12755"/>
                  <a:pt x="0" y="13500"/>
                </a:cubicBezTo>
                <a:lnTo>
                  <a:pt x="0" y="14850"/>
                </a:lnTo>
                <a:cubicBezTo>
                  <a:pt x="0" y="15595"/>
                  <a:pt x="440" y="16200"/>
                  <a:pt x="982" y="16200"/>
                </a:cubicBezTo>
                <a:lnTo>
                  <a:pt x="20618" y="16200"/>
                </a:lnTo>
                <a:cubicBezTo>
                  <a:pt x="21160" y="16200"/>
                  <a:pt x="21600" y="15595"/>
                  <a:pt x="21600" y="14850"/>
                </a:cubicBezTo>
                <a:lnTo>
                  <a:pt x="21600" y="13500"/>
                </a:lnTo>
                <a:cubicBezTo>
                  <a:pt x="21600" y="12755"/>
                  <a:pt x="21160" y="12150"/>
                  <a:pt x="20618" y="12150"/>
                </a:cubicBezTo>
                <a:moveTo>
                  <a:pt x="982" y="20250"/>
                </a:moveTo>
                <a:cubicBezTo>
                  <a:pt x="982" y="20996"/>
                  <a:pt x="1422" y="21600"/>
                  <a:pt x="1964" y="21600"/>
                </a:cubicBezTo>
                <a:lnTo>
                  <a:pt x="1964" y="17550"/>
                </a:lnTo>
                <a:lnTo>
                  <a:pt x="982" y="17550"/>
                </a:lnTo>
                <a:cubicBezTo>
                  <a:pt x="982" y="17550"/>
                  <a:pt x="982" y="20250"/>
                  <a:pt x="982" y="20250"/>
                </a:cubicBezTo>
                <a:close/>
                <a:moveTo>
                  <a:pt x="16691" y="21600"/>
                </a:moveTo>
                <a:lnTo>
                  <a:pt x="17673" y="21600"/>
                </a:lnTo>
                <a:lnTo>
                  <a:pt x="17673" y="17550"/>
                </a:lnTo>
                <a:lnTo>
                  <a:pt x="16691" y="17550"/>
                </a:lnTo>
                <a:cubicBezTo>
                  <a:pt x="16691" y="17550"/>
                  <a:pt x="16691" y="21600"/>
                  <a:pt x="16691" y="21600"/>
                </a:cubicBezTo>
                <a:close/>
                <a:moveTo>
                  <a:pt x="14727" y="21600"/>
                </a:moveTo>
                <a:lnTo>
                  <a:pt x="15709" y="21600"/>
                </a:lnTo>
                <a:lnTo>
                  <a:pt x="15709" y="17550"/>
                </a:lnTo>
                <a:lnTo>
                  <a:pt x="14727" y="17550"/>
                </a:lnTo>
                <a:cubicBezTo>
                  <a:pt x="14727" y="17550"/>
                  <a:pt x="14727" y="21600"/>
                  <a:pt x="14727" y="21600"/>
                </a:cubicBezTo>
                <a:close/>
                <a:moveTo>
                  <a:pt x="18655" y="21600"/>
                </a:moveTo>
                <a:lnTo>
                  <a:pt x="19636" y="21600"/>
                </a:lnTo>
                <a:cubicBezTo>
                  <a:pt x="20178" y="21600"/>
                  <a:pt x="20618" y="20996"/>
                  <a:pt x="20618" y="20250"/>
                </a:cubicBezTo>
                <a:lnTo>
                  <a:pt x="20618" y="17550"/>
                </a:lnTo>
                <a:lnTo>
                  <a:pt x="18655" y="17550"/>
                </a:lnTo>
                <a:cubicBezTo>
                  <a:pt x="18655" y="17550"/>
                  <a:pt x="18655" y="21600"/>
                  <a:pt x="18655" y="21600"/>
                </a:cubicBezTo>
                <a:close/>
                <a:moveTo>
                  <a:pt x="15709" y="0"/>
                </a:moveTo>
                <a:lnTo>
                  <a:pt x="14727" y="0"/>
                </a:lnTo>
                <a:lnTo>
                  <a:pt x="14727" y="10800"/>
                </a:lnTo>
                <a:lnTo>
                  <a:pt x="15709" y="10800"/>
                </a:lnTo>
                <a:cubicBezTo>
                  <a:pt x="15709" y="10800"/>
                  <a:pt x="15709" y="0"/>
                  <a:pt x="15709" y="0"/>
                </a:cubicBezTo>
                <a:close/>
                <a:moveTo>
                  <a:pt x="20618" y="1350"/>
                </a:moveTo>
                <a:cubicBezTo>
                  <a:pt x="20618" y="605"/>
                  <a:pt x="20178" y="0"/>
                  <a:pt x="19636" y="0"/>
                </a:cubicBezTo>
                <a:lnTo>
                  <a:pt x="18655" y="0"/>
                </a:lnTo>
                <a:lnTo>
                  <a:pt x="18655" y="10800"/>
                </a:lnTo>
                <a:lnTo>
                  <a:pt x="20618" y="10800"/>
                </a:lnTo>
                <a:cubicBezTo>
                  <a:pt x="20618" y="10800"/>
                  <a:pt x="20618" y="1350"/>
                  <a:pt x="20618" y="1350"/>
                </a:cubicBezTo>
                <a:close/>
                <a:moveTo>
                  <a:pt x="13745" y="0"/>
                </a:moveTo>
                <a:lnTo>
                  <a:pt x="12764" y="0"/>
                </a:lnTo>
                <a:lnTo>
                  <a:pt x="12764" y="10800"/>
                </a:lnTo>
                <a:lnTo>
                  <a:pt x="13745" y="10800"/>
                </a:lnTo>
                <a:cubicBezTo>
                  <a:pt x="13745" y="10800"/>
                  <a:pt x="13745" y="0"/>
                  <a:pt x="13745" y="0"/>
                </a:cubicBezTo>
                <a:close/>
                <a:moveTo>
                  <a:pt x="17673" y="0"/>
                </a:moveTo>
                <a:lnTo>
                  <a:pt x="16691" y="0"/>
                </a:lnTo>
                <a:lnTo>
                  <a:pt x="16691" y="10800"/>
                </a:lnTo>
                <a:lnTo>
                  <a:pt x="17673" y="10800"/>
                </a:lnTo>
                <a:cubicBezTo>
                  <a:pt x="17673" y="10800"/>
                  <a:pt x="17673" y="0"/>
                  <a:pt x="17673" y="0"/>
                </a:cubicBezTo>
                <a:close/>
                <a:moveTo>
                  <a:pt x="1964" y="0"/>
                </a:moveTo>
                <a:cubicBezTo>
                  <a:pt x="1422" y="0"/>
                  <a:pt x="982" y="605"/>
                  <a:pt x="982" y="1350"/>
                </a:cubicBezTo>
                <a:lnTo>
                  <a:pt x="982" y="10800"/>
                </a:lnTo>
                <a:lnTo>
                  <a:pt x="1964" y="10800"/>
                </a:lnTo>
                <a:cubicBezTo>
                  <a:pt x="1964" y="10800"/>
                  <a:pt x="1964" y="0"/>
                  <a:pt x="1964" y="0"/>
                </a:cubicBezTo>
                <a:close/>
                <a:moveTo>
                  <a:pt x="3927" y="0"/>
                </a:moveTo>
                <a:lnTo>
                  <a:pt x="2945" y="0"/>
                </a:lnTo>
                <a:lnTo>
                  <a:pt x="2945" y="10800"/>
                </a:lnTo>
                <a:lnTo>
                  <a:pt x="3927" y="10800"/>
                </a:lnTo>
                <a:cubicBezTo>
                  <a:pt x="3927" y="10800"/>
                  <a:pt x="3927" y="0"/>
                  <a:pt x="3927" y="0"/>
                </a:cubicBezTo>
                <a:close/>
                <a:moveTo>
                  <a:pt x="6873" y="0"/>
                </a:moveTo>
                <a:lnTo>
                  <a:pt x="4909" y="0"/>
                </a:lnTo>
                <a:lnTo>
                  <a:pt x="4909" y="10800"/>
                </a:lnTo>
                <a:lnTo>
                  <a:pt x="6873" y="10800"/>
                </a:lnTo>
                <a:cubicBezTo>
                  <a:pt x="6873" y="10800"/>
                  <a:pt x="6873" y="0"/>
                  <a:pt x="6873" y="0"/>
                </a:cubicBezTo>
                <a:close/>
                <a:moveTo>
                  <a:pt x="8836" y="0"/>
                </a:moveTo>
                <a:lnTo>
                  <a:pt x="7855" y="0"/>
                </a:lnTo>
                <a:lnTo>
                  <a:pt x="7855" y="10800"/>
                </a:lnTo>
                <a:lnTo>
                  <a:pt x="8836" y="10800"/>
                </a:lnTo>
                <a:cubicBezTo>
                  <a:pt x="8836" y="10800"/>
                  <a:pt x="8836" y="0"/>
                  <a:pt x="8836" y="0"/>
                </a:cubicBezTo>
                <a:close/>
                <a:moveTo>
                  <a:pt x="11782" y="0"/>
                </a:moveTo>
                <a:lnTo>
                  <a:pt x="9818" y="0"/>
                </a:lnTo>
                <a:lnTo>
                  <a:pt x="9818" y="10800"/>
                </a:lnTo>
                <a:lnTo>
                  <a:pt x="11782" y="10800"/>
                </a:lnTo>
                <a:cubicBezTo>
                  <a:pt x="11782" y="10800"/>
                  <a:pt x="11782" y="0"/>
                  <a:pt x="1178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" name="Shape 2673"/>
          <p:cNvSpPr/>
          <p:nvPr/>
        </p:nvSpPr>
        <p:spPr>
          <a:xfrm>
            <a:off x="3060720" y="22701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455" y="10309"/>
                </a:moveTo>
                <a:cubicBezTo>
                  <a:pt x="2726" y="10309"/>
                  <a:pt x="2945" y="10090"/>
                  <a:pt x="2945" y="9818"/>
                </a:cubicBezTo>
                <a:cubicBezTo>
                  <a:pt x="2945" y="9547"/>
                  <a:pt x="2726" y="9327"/>
                  <a:pt x="2455" y="9327"/>
                </a:cubicBezTo>
                <a:cubicBezTo>
                  <a:pt x="2183" y="9327"/>
                  <a:pt x="1964" y="9547"/>
                  <a:pt x="1964" y="9818"/>
                </a:cubicBezTo>
                <a:cubicBezTo>
                  <a:pt x="1964" y="10090"/>
                  <a:pt x="2183" y="10309"/>
                  <a:pt x="2455" y="10309"/>
                </a:cubicBezTo>
                <a:moveTo>
                  <a:pt x="20618" y="11782"/>
                </a:moveTo>
                <a:lnTo>
                  <a:pt x="982" y="11782"/>
                </a:ln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1782"/>
                  <a:pt x="20618" y="11782"/>
                </a:cubicBezTo>
                <a:close/>
                <a:moveTo>
                  <a:pt x="2945" y="982"/>
                </a:moveTo>
                <a:lnTo>
                  <a:pt x="14727" y="982"/>
                </a:lnTo>
                <a:lnTo>
                  <a:pt x="14727" y="4418"/>
                </a:lnTo>
                <a:cubicBezTo>
                  <a:pt x="14727" y="4690"/>
                  <a:pt x="14947" y="4909"/>
                  <a:pt x="15218" y="4909"/>
                </a:cubicBezTo>
                <a:lnTo>
                  <a:pt x="18655" y="4909"/>
                </a:lnTo>
                <a:lnTo>
                  <a:pt x="18655" y="6873"/>
                </a:lnTo>
                <a:lnTo>
                  <a:pt x="2945" y="6873"/>
                </a:lnTo>
                <a:cubicBezTo>
                  <a:pt x="2945" y="6873"/>
                  <a:pt x="2945" y="982"/>
                  <a:pt x="2945" y="982"/>
                </a:cubicBezTo>
                <a:close/>
                <a:moveTo>
                  <a:pt x="15709" y="1473"/>
                </a:moveTo>
                <a:lnTo>
                  <a:pt x="18164" y="3927"/>
                </a:lnTo>
                <a:lnTo>
                  <a:pt x="15709" y="3927"/>
                </a:lnTo>
                <a:cubicBezTo>
                  <a:pt x="15709" y="3927"/>
                  <a:pt x="15709" y="1473"/>
                  <a:pt x="15709" y="1473"/>
                </a:cubicBezTo>
                <a:close/>
                <a:moveTo>
                  <a:pt x="20618" y="6873"/>
                </a:moveTo>
                <a:lnTo>
                  <a:pt x="19636" y="6873"/>
                </a:lnTo>
                <a:lnTo>
                  <a:pt x="19636" y="3927"/>
                </a:lnTo>
                <a:lnTo>
                  <a:pt x="15709" y="0"/>
                </a:lnTo>
                <a:lnTo>
                  <a:pt x="2945" y="0"/>
                </a:lnTo>
                <a:cubicBezTo>
                  <a:pt x="2403" y="0"/>
                  <a:pt x="1964" y="440"/>
                  <a:pt x="1964" y="982"/>
                </a:cubicBezTo>
                <a:lnTo>
                  <a:pt x="1964" y="6873"/>
                </a:lnTo>
                <a:lnTo>
                  <a:pt x="982" y="6873"/>
                </a:lnTo>
                <a:cubicBezTo>
                  <a:pt x="439" y="6873"/>
                  <a:pt x="0" y="7313"/>
                  <a:pt x="0" y="7855"/>
                </a:cubicBezTo>
                <a:lnTo>
                  <a:pt x="0" y="11782"/>
                </a:lnTo>
                <a:cubicBezTo>
                  <a:pt x="0" y="12324"/>
                  <a:pt x="439" y="12764"/>
                  <a:pt x="982" y="12764"/>
                </a:cubicBezTo>
                <a:lnTo>
                  <a:pt x="1964" y="12764"/>
                </a:lnTo>
                <a:lnTo>
                  <a:pt x="1964" y="21109"/>
                </a:lnTo>
                <a:cubicBezTo>
                  <a:pt x="1964" y="21381"/>
                  <a:pt x="2183" y="21600"/>
                  <a:pt x="2455" y="21600"/>
                </a:cubicBezTo>
                <a:cubicBezTo>
                  <a:pt x="2726" y="21600"/>
                  <a:pt x="2945" y="21381"/>
                  <a:pt x="2945" y="21109"/>
                </a:cubicBezTo>
                <a:lnTo>
                  <a:pt x="2945" y="12764"/>
                </a:lnTo>
                <a:lnTo>
                  <a:pt x="3927" y="12764"/>
                </a:ln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cubicBezTo>
                  <a:pt x="4690" y="18655"/>
                  <a:pt x="4909" y="18435"/>
                  <a:pt x="4909" y="18164"/>
                </a:cubicBezTo>
                <a:lnTo>
                  <a:pt x="4909" y="12764"/>
                </a:lnTo>
                <a:lnTo>
                  <a:pt x="5891" y="12764"/>
                </a:lnTo>
                <a:lnTo>
                  <a:pt x="5891" y="15218"/>
                </a:lnTo>
                <a:cubicBezTo>
                  <a:pt x="5891" y="15490"/>
                  <a:pt x="6110" y="15709"/>
                  <a:pt x="6382" y="15709"/>
                </a:cubicBezTo>
                <a:cubicBezTo>
                  <a:pt x="6653" y="15709"/>
                  <a:pt x="6873" y="15490"/>
                  <a:pt x="6873" y="15218"/>
                </a:cubicBezTo>
                <a:lnTo>
                  <a:pt x="6873" y="12764"/>
                </a:lnTo>
                <a:lnTo>
                  <a:pt x="7855" y="12764"/>
                </a:lnTo>
                <a:lnTo>
                  <a:pt x="7855" y="20127"/>
                </a:lnTo>
                <a:cubicBezTo>
                  <a:pt x="7855" y="20399"/>
                  <a:pt x="8074" y="20618"/>
                  <a:pt x="8345" y="20618"/>
                </a:cubicBezTo>
                <a:cubicBezTo>
                  <a:pt x="8617" y="20618"/>
                  <a:pt x="8836" y="20399"/>
                  <a:pt x="8836" y="20127"/>
                </a:cubicBezTo>
                <a:lnTo>
                  <a:pt x="8836" y="12764"/>
                </a:lnTo>
                <a:lnTo>
                  <a:pt x="10309" y="12764"/>
                </a:lnTo>
                <a:lnTo>
                  <a:pt x="10309" y="19145"/>
                </a:lnTo>
                <a:cubicBezTo>
                  <a:pt x="10309" y="19417"/>
                  <a:pt x="10529" y="19636"/>
                  <a:pt x="10800" y="19636"/>
                </a:cubicBezTo>
                <a:cubicBezTo>
                  <a:pt x="11071" y="19636"/>
                  <a:pt x="11291" y="19417"/>
                  <a:pt x="11291" y="19145"/>
                </a:cubicBezTo>
                <a:lnTo>
                  <a:pt x="11291" y="12764"/>
                </a:lnTo>
                <a:lnTo>
                  <a:pt x="12764" y="12764"/>
                </a:lnTo>
                <a:lnTo>
                  <a:pt x="12764" y="16200"/>
                </a:lnTo>
                <a:cubicBezTo>
                  <a:pt x="12764" y="16472"/>
                  <a:pt x="12983" y="16691"/>
                  <a:pt x="13255" y="16691"/>
                </a:cubicBezTo>
                <a:cubicBezTo>
                  <a:pt x="13526" y="16691"/>
                  <a:pt x="13745" y="16472"/>
                  <a:pt x="13745" y="16200"/>
                </a:cubicBezTo>
                <a:lnTo>
                  <a:pt x="13745" y="12764"/>
                </a:lnTo>
                <a:lnTo>
                  <a:pt x="14727" y="12764"/>
                </a:lnTo>
                <a:lnTo>
                  <a:pt x="14727" y="17182"/>
                </a:lnTo>
                <a:cubicBezTo>
                  <a:pt x="14727" y="17453"/>
                  <a:pt x="14947" y="17673"/>
                  <a:pt x="15218" y="17673"/>
                </a:cubicBezTo>
                <a:cubicBezTo>
                  <a:pt x="15490" y="17673"/>
                  <a:pt x="15709" y="17453"/>
                  <a:pt x="15709" y="17182"/>
                </a:cubicBezTo>
                <a:lnTo>
                  <a:pt x="15709" y="12764"/>
                </a:lnTo>
                <a:lnTo>
                  <a:pt x="16691" y="12764"/>
                </a:lnTo>
                <a:lnTo>
                  <a:pt x="16691" y="20127"/>
                </a:lnTo>
                <a:cubicBezTo>
                  <a:pt x="16691" y="20399"/>
                  <a:pt x="16910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2764"/>
                </a:lnTo>
                <a:lnTo>
                  <a:pt x="18655" y="12764"/>
                </a:lnTo>
                <a:lnTo>
                  <a:pt x="18655" y="19145"/>
                </a:lnTo>
                <a:cubicBezTo>
                  <a:pt x="18655" y="19417"/>
                  <a:pt x="18874" y="19636"/>
                  <a:pt x="19145" y="19636"/>
                </a:cubicBezTo>
                <a:cubicBezTo>
                  <a:pt x="19417" y="19636"/>
                  <a:pt x="19636" y="19417"/>
                  <a:pt x="19636" y="19145"/>
                </a:cubicBezTo>
                <a:lnTo>
                  <a:pt x="19636" y="12764"/>
                </a:lnTo>
                <a:lnTo>
                  <a:pt x="20618" y="12764"/>
                </a:lnTo>
                <a:cubicBezTo>
                  <a:pt x="21160" y="12764"/>
                  <a:pt x="21600" y="12324"/>
                  <a:pt x="21600" y="11782"/>
                </a:cubicBezTo>
                <a:lnTo>
                  <a:pt x="21600" y="7855"/>
                </a:lnTo>
                <a:cubicBezTo>
                  <a:pt x="21600" y="7313"/>
                  <a:pt x="21160" y="6873"/>
                  <a:pt x="20618" y="6873"/>
                </a:cubicBezTo>
                <a:moveTo>
                  <a:pt x="4418" y="10309"/>
                </a:moveTo>
                <a:cubicBezTo>
                  <a:pt x="4690" y="10309"/>
                  <a:pt x="4909" y="10090"/>
                  <a:pt x="4909" y="9818"/>
                </a:cubicBezTo>
                <a:cubicBezTo>
                  <a:pt x="4909" y="9547"/>
                  <a:pt x="4690" y="9327"/>
                  <a:pt x="4418" y="9327"/>
                </a:cubicBezTo>
                <a:cubicBezTo>
                  <a:pt x="4147" y="9327"/>
                  <a:pt x="3927" y="9547"/>
                  <a:pt x="3927" y="9818"/>
                </a:cubicBezTo>
                <a:cubicBezTo>
                  <a:pt x="3927" y="10090"/>
                  <a:pt x="4147" y="10309"/>
                  <a:pt x="4418" y="10309"/>
                </a:cubicBezTo>
                <a:moveTo>
                  <a:pt x="12273" y="3927"/>
                </a:moveTo>
                <a:lnTo>
                  <a:pt x="5400" y="3927"/>
                </a:lnTo>
                <a:cubicBezTo>
                  <a:pt x="5129" y="3927"/>
                  <a:pt x="4909" y="4147"/>
                  <a:pt x="4909" y="4418"/>
                </a:cubicBezTo>
                <a:cubicBezTo>
                  <a:pt x="4909" y="4690"/>
                  <a:pt x="5129" y="4909"/>
                  <a:pt x="5400" y="4909"/>
                </a:cubicBezTo>
                <a:lnTo>
                  <a:pt x="12273" y="4909"/>
                </a:lnTo>
                <a:cubicBezTo>
                  <a:pt x="12544" y="4909"/>
                  <a:pt x="12764" y="4690"/>
                  <a:pt x="12764" y="4418"/>
                </a:cubicBezTo>
                <a:cubicBezTo>
                  <a:pt x="12764" y="4147"/>
                  <a:pt x="12544" y="3927"/>
                  <a:pt x="12273" y="392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4" name="Shape 2674"/>
          <p:cNvSpPr/>
          <p:nvPr/>
        </p:nvSpPr>
        <p:spPr>
          <a:xfrm>
            <a:off x="3470400" y="2270160"/>
            <a:ext cx="19044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1880" y="20121"/>
                </a:moveTo>
                <a:cubicBezTo>
                  <a:pt x="11880" y="20393"/>
                  <a:pt x="11637" y="20612"/>
                  <a:pt x="11337" y="20612"/>
                </a:cubicBezTo>
                <a:cubicBezTo>
                  <a:pt x="11181" y="20612"/>
                  <a:pt x="11043" y="20552"/>
                  <a:pt x="10944" y="20457"/>
                </a:cubicBezTo>
                <a:lnTo>
                  <a:pt x="10941" y="20459"/>
                </a:lnTo>
                <a:lnTo>
                  <a:pt x="10800" y="20342"/>
                </a:lnTo>
                <a:lnTo>
                  <a:pt x="10800" y="1256"/>
                </a:lnTo>
                <a:lnTo>
                  <a:pt x="10958" y="1126"/>
                </a:lnTo>
                <a:lnTo>
                  <a:pt x="10960" y="1127"/>
                </a:lnTo>
                <a:cubicBezTo>
                  <a:pt x="11057" y="1042"/>
                  <a:pt x="11190" y="987"/>
                  <a:pt x="11337" y="987"/>
                </a:cubicBezTo>
                <a:cubicBezTo>
                  <a:pt x="11637" y="987"/>
                  <a:pt x="11880" y="1208"/>
                  <a:pt x="11880" y="1479"/>
                </a:cubicBezTo>
                <a:cubicBezTo>
                  <a:pt x="11880" y="1479"/>
                  <a:pt x="11880" y="20121"/>
                  <a:pt x="11880" y="20121"/>
                </a:cubicBezTo>
                <a:close/>
                <a:moveTo>
                  <a:pt x="9720" y="19448"/>
                </a:moveTo>
                <a:lnTo>
                  <a:pt x="4320" y="14979"/>
                </a:lnTo>
                <a:lnTo>
                  <a:pt x="4320" y="6606"/>
                </a:lnTo>
                <a:lnTo>
                  <a:pt x="4562" y="6407"/>
                </a:lnTo>
                <a:lnTo>
                  <a:pt x="4559" y="6406"/>
                </a:lnTo>
                <a:lnTo>
                  <a:pt x="9720" y="2147"/>
                </a:lnTo>
                <a:cubicBezTo>
                  <a:pt x="9720" y="2147"/>
                  <a:pt x="9720" y="19448"/>
                  <a:pt x="9720" y="19448"/>
                </a:cubicBezTo>
                <a:close/>
                <a:moveTo>
                  <a:pt x="3240" y="14649"/>
                </a:moveTo>
                <a:cubicBezTo>
                  <a:pt x="2008" y="14285"/>
                  <a:pt x="1080" y="12700"/>
                  <a:pt x="1080" y="10800"/>
                </a:cubicBezTo>
                <a:cubicBezTo>
                  <a:pt x="1080" y="8900"/>
                  <a:pt x="2008" y="7315"/>
                  <a:pt x="3240" y="6952"/>
                </a:cubicBezTo>
                <a:cubicBezTo>
                  <a:pt x="3240" y="6952"/>
                  <a:pt x="3240" y="14649"/>
                  <a:pt x="3240" y="14649"/>
                </a:cubicBezTo>
                <a:close/>
                <a:moveTo>
                  <a:pt x="12966" y="1472"/>
                </a:moveTo>
                <a:cubicBezTo>
                  <a:pt x="12966" y="658"/>
                  <a:pt x="12238" y="0"/>
                  <a:pt x="11339" y="0"/>
                </a:cubicBezTo>
                <a:cubicBezTo>
                  <a:pt x="10880" y="0"/>
                  <a:pt x="10467" y="174"/>
                  <a:pt x="10170" y="451"/>
                </a:cubicBezTo>
                <a:lnTo>
                  <a:pt x="3565" y="5905"/>
                </a:lnTo>
                <a:cubicBezTo>
                  <a:pt x="1578" y="6050"/>
                  <a:pt x="0" y="8183"/>
                  <a:pt x="0" y="10800"/>
                </a:cubicBezTo>
                <a:cubicBezTo>
                  <a:pt x="0" y="13425"/>
                  <a:pt x="1588" y="15563"/>
                  <a:pt x="3585" y="15696"/>
                </a:cubicBezTo>
                <a:lnTo>
                  <a:pt x="10170" y="21149"/>
                </a:lnTo>
                <a:cubicBezTo>
                  <a:pt x="10466" y="21426"/>
                  <a:pt x="10879" y="21600"/>
                  <a:pt x="11339" y="21600"/>
                </a:cubicBezTo>
                <a:cubicBezTo>
                  <a:pt x="12238" y="21600"/>
                  <a:pt x="12966" y="20941"/>
                  <a:pt x="12966" y="20129"/>
                </a:cubicBezTo>
                <a:cubicBezTo>
                  <a:pt x="12966" y="20110"/>
                  <a:pt x="12961" y="20092"/>
                  <a:pt x="12960" y="20073"/>
                </a:cubicBezTo>
                <a:lnTo>
                  <a:pt x="12960" y="1527"/>
                </a:lnTo>
                <a:cubicBezTo>
                  <a:pt x="12961" y="1508"/>
                  <a:pt x="12966" y="1490"/>
                  <a:pt x="12966" y="1472"/>
                </a:cubicBezTo>
                <a:moveTo>
                  <a:pt x="19124" y="10800"/>
                </a:moveTo>
                <a:lnTo>
                  <a:pt x="21442" y="8693"/>
                </a:lnTo>
                <a:cubicBezTo>
                  <a:pt x="21540" y="8604"/>
                  <a:pt x="21600" y="8481"/>
                  <a:pt x="21600" y="8345"/>
                </a:cubicBezTo>
                <a:cubicBezTo>
                  <a:pt x="21600" y="8074"/>
                  <a:pt x="21358" y="7855"/>
                  <a:pt x="21060" y="7855"/>
                </a:cubicBezTo>
                <a:cubicBezTo>
                  <a:pt x="20911" y="7855"/>
                  <a:pt x="20776" y="7909"/>
                  <a:pt x="20678" y="7998"/>
                </a:cubicBezTo>
                <a:lnTo>
                  <a:pt x="18360" y="10106"/>
                </a:lnTo>
                <a:lnTo>
                  <a:pt x="16042" y="7998"/>
                </a:lnTo>
                <a:cubicBezTo>
                  <a:pt x="15944" y="7909"/>
                  <a:pt x="15809" y="7855"/>
                  <a:pt x="15660" y="7855"/>
                </a:cubicBezTo>
                <a:cubicBezTo>
                  <a:pt x="15362" y="7855"/>
                  <a:pt x="15120" y="8074"/>
                  <a:pt x="15120" y="8345"/>
                </a:cubicBezTo>
                <a:cubicBezTo>
                  <a:pt x="15120" y="8481"/>
                  <a:pt x="15180" y="8604"/>
                  <a:pt x="15278" y="8693"/>
                </a:cubicBezTo>
                <a:lnTo>
                  <a:pt x="17596" y="10800"/>
                </a:lnTo>
                <a:lnTo>
                  <a:pt x="15278" y="12907"/>
                </a:lnTo>
                <a:cubicBezTo>
                  <a:pt x="15180" y="12996"/>
                  <a:pt x="15120" y="13119"/>
                  <a:pt x="15120" y="13255"/>
                </a:cubicBezTo>
                <a:cubicBezTo>
                  <a:pt x="15120" y="13526"/>
                  <a:pt x="15362" y="13745"/>
                  <a:pt x="15660" y="13745"/>
                </a:cubicBezTo>
                <a:cubicBezTo>
                  <a:pt x="15809" y="13745"/>
                  <a:pt x="15944" y="13691"/>
                  <a:pt x="16042" y="13602"/>
                </a:cubicBezTo>
                <a:lnTo>
                  <a:pt x="18360" y="11494"/>
                </a:lnTo>
                <a:lnTo>
                  <a:pt x="20678" y="13602"/>
                </a:lnTo>
                <a:cubicBezTo>
                  <a:pt x="20776" y="13691"/>
                  <a:pt x="20911" y="13745"/>
                  <a:pt x="21060" y="13745"/>
                </a:cubicBezTo>
                <a:cubicBezTo>
                  <a:pt x="21358" y="13745"/>
                  <a:pt x="21600" y="13526"/>
                  <a:pt x="21600" y="13255"/>
                </a:cubicBezTo>
                <a:cubicBezTo>
                  <a:pt x="21600" y="13119"/>
                  <a:pt x="21540" y="12996"/>
                  <a:pt x="21442" y="12907"/>
                </a:cubicBezTo>
                <a:cubicBezTo>
                  <a:pt x="21442" y="12907"/>
                  <a:pt x="19124" y="10800"/>
                  <a:pt x="19124" y="1080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" name="Shape 2675"/>
          <p:cNvSpPr/>
          <p:nvPr/>
        </p:nvSpPr>
        <p:spPr>
          <a:xfrm>
            <a:off x="3908520" y="2270160"/>
            <a:ext cx="1141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9790" y="20121"/>
                </a:moveTo>
                <a:cubicBezTo>
                  <a:pt x="19790" y="20393"/>
                  <a:pt x="19385" y="20612"/>
                  <a:pt x="18886" y="20612"/>
                </a:cubicBezTo>
                <a:cubicBezTo>
                  <a:pt x="18626" y="20612"/>
                  <a:pt x="18396" y="20552"/>
                  <a:pt x="18231" y="20457"/>
                </a:cubicBezTo>
                <a:lnTo>
                  <a:pt x="18227" y="20459"/>
                </a:lnTo>
                <a:lnTo>
                  <a:pt x="17991" y="20342"/>
                </a:lnTo>
                <a:lnTo>
                  <a:pt x="17991" y="1256"/>
                </a:lnTo>
                <a:lnTo>
                  <a:pt x="18255" y="1126"/>
                </a:lnTo>
                <a:lnTo>
                  <a:pt x="18258" y="1127"/>
                </a:lnTo>
                <a:cubicBezTo>
                  <a:pt x="18421" y="1042"/>
                  <a:pt x="18641" y="987"/>
                  <a:pt x="18886" y="987"/>
                </a:cubicBezTo>
                <a:cubicBezTo>
                  <a:pt x="19385" y="987"/>
                  <a:pt x="19790" y="1208"/>
                  <a:pt x="19790" y="1479"/>
                </a:cubicBezTo>
                <a:cubicBezTo>
                  <a:pt x="19790" y="1479"/>
                  <a:pt x="19790" y="20121"/>
                  <a:pt x="19790" y="20121"/>
                </a:cubicBezTo>
                <a:close/>
                <a:moveTo>
                  <a:pt x="16192" y="19448"/>
                </a:moveTo>
                <a:lnTo>
                  <a:pt x="7196" y="14978"/>
                </a:lnTo>
                <a:lnTo>
                  <a:pt x="7196" y="6607"/>
                </a:lnTo>
                <a:lnTo>
                  <a:pt x="7599" y="6407"/>
                </a:lnTo>
                <a:lnTo>
                  <a:pt x="7595" y="6406"/>
                </a:lnTo>
                <a:lnTo>
                  <a:pt x="16192" y="2147"/>
                </a:lnTo>
                <a:cubicBezTo>
                  <a:pt x="16192" y="2147"/>
                  <a:pt x="16192" y="19448"/>
                  <a:pt x="16192" y="19448"/>
                </a:cubicBezTo>
                <a:close/>
                <a:moveTo>
                  <a:pt x="5397" y="14648"/>
                </a:moveTo>
                <a:cubicBezTo>
                  <a:pt x="3344" y="14284"/>
                  <a:pt x="1799" y="12700"/>
                  <a:pt x="1799" y="10800"/>
                </a:cubicBezTo>
                <a:cubicBezTo>
                  <a:pt x="1799" y="8900"/>
                  <a:pt x="3344" y="7315"/>
                  <a:pt x="5397" y="6952"/>
                </a:cubicBezTo>
                <a:cubicBezTo>
                  <a:pt x="5397" y="6952"/>
                  <a:pt x="5397" y="14648"/>
                  <a:pt x="5397" y="14648"/>
                </a:cubicBezTo>
                <a:close/>
                <a:moveTo>
                  <a:pt x="21589" y="1527"/>
                </a:moveTo>
                <a:cubicBezTo>
                  <a:pt x="21591" y="1508"/>
                  <a:pt x="21600" y="1490"/>
                  <a:pt x="21600" y="1472"/>
                </a:cubicBezTo>
                <a:cubicBezTo>
                  <a:pt x="21600" y="658"/>
                  <a:pt x="20386" y="0"/>
                  <a:pt x="18889" y="0"/>
                </a:cubicBezTo>
                <a:cubicBezTo>
                  <a:pt x="18123" y="0"/>
                  <a:pt x="17435" y="174"/>
                  <a:pt x="16942" y="451"/>
                </a:cubicBezTo>
                <a:lnTo>
                  <a:pt x="5939" y="5905"/>
                </a:lnTo>
                <a:cubicBezTo>
                  <a:pt x="2628" y="6050"/>
                  <a:pt x="0" y="8183"/>
                  <a:pt x="0" y="10800"/>
                </a:cubicBezTo>
                <a:cubicBezTo>
                  <a:pt x="0" y="13425"/>
                  <a:pt x="2646" y="15563"/>
                  <a:pt x="5972" y="15696"/>
                </a:cubicBezTo>
                <a:lnTo>
                  <a:pt x="16942" y="21148"/>
                </a:lnTo>
                <a:cubicBezTo>
                  <a:pt x="17434" y="21426"/>
                  <a:pt x="18123" y="21600"/>
                  <a:pt x="18889" y="21600"/>
                </a:cubicBezTo>
                <a:cubicBezTo>
                  <a:pt x="20386" y="21600"/>
                  <a:pt x="21600" y="20941"/>
                  <a:pt x="21600" y="20129"/>
                </a:cubicBezTo>
                <a:cubicBezTo>
                  <a:pt x="21600" y="20110"/>
                  <a:pt x="21591" y="20092"/>
                  <a:pt x="21589" y="20073"/>
                </a:cubicBezTo>
                <a:cubicBezTo>
                  <a:pt x="21589" y="20073"/>
                  <a:pt x="21589" y="1527"/>
                  <a:pt x="21589" y="152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6" name="Shape 2676"/>
          <p:cNvSpPr/>
          <p:nvPr/>
        </p:nvSpPr>
        <p:spPr>
          <a:xfrm>
            <a:off x="4289400" y="2270160"/>
            <a:ext cx="1522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4850" y="20121"/>
                </a:moveTo>
                <a:cubicBezTo>
                  <a:pt x="14850" y="20393"/>
                  <a:pt x="14546" y="20612"/>
                  <a:pt x="14171" y="20612"/>
                </a:cubicBezTo>
                <a:cubicBezTo>
                  <a:pt x="13977" y="20612"/>
                  <a:pt x="13804" y="20552"/>
                  <a:pt x="13680" y="20457"/>
                </a:cubicBezTo>
                <a:lnTo>
                  <a:pt x="13677" y="20459"/>
                </a:lnTo>
                <a:lnTo>
                  <a:pt x="13500" y="20342"/>
                </a:lnTo>
                <a:lnTo>
                  <a:pt x="13500" y="1256"/>
                </a:lnTo>
                <a:lnTo>
                  <a:pt x="13698" y="1126"/>
                </a:lnTo>
                <a:lnTo>
                  <a:pt x="13700" y="1127"/>
                </a:lnTo>
                <a:cubicBezTo>
                  <a:pt x="13822" y="1042"/>
                  <a:pt x="13988" y="987"/>
                  <a:pt x="14171" y="987"/>
                </a:cubicBezTo>
                <a:cubicBezTo>
                  <a:pt x="14546" y="987"/>
                  <a:pt x="14850" y="1208"/>
                  <a:pt x="14850" y="1479"/>
                </a:cubicBezTo>
                <a:cubicBezTo>
                  <a:pt x="14850" y="1479"/>
                  <a:pt x="14850" y="20121"/>
                  <a:pt x="14850" y="20121"/>
                </a:cubicBezTo>
                <a:close/>
                <a:moveTo>
                  <a:pt x="12150" y="19448"/>
                </a:moveTo>
                <a:lnTo>
                  <a:pt x="5400" y="14978"/>
                </a:lnTo>
                <a:lnTo>
                  <a:pt x="5400" y="6607"/>
                </a:lnTo>
                <a:lnTo>
                  <a:pt x="5702" y="6407"/>
                </a:lnTo>
                <a:lnTo>
                  <a:pt x="5699" y="6406"/>
                </a:lnTo>
                <a:lnTo>
                  <a:pt x="12150" y="2147"/>
                </a:lnTo>
                <a:cubicBezTo>
                  <a:pt x="12150" y="2147"/>
                  <a:pt x="12150" y="19448"/>
                  <a:pt x="12150" y="19448"/>
                </a:cubicBezTo>
                <a:close/>
                <a:moveTo>
                  <a:pt x="4050" y="14648"/>
                </a:moveTo>
                <a:cubicBezTo>
                  <a:pt x="2509" y="14284"/>
                  <a:pt x="1350" y="12700"/>
                  <a:pt x="1350" y="10800"/>
                </a:cubicBezTo>
                <a:cubicBezTo>
                  <a:pt x="1350" y="8900"/>
                  <a:pt x="2509" y="7315"/>
                  <a:pt x="4050" y="6952"/>
                </a:cubicBezTo>
                <a:cubicBezTo>
                  <a:pt x="4050" y="6952"/>
                  <a:pt x="4050" y="14648"/>
                  <a:pt x="4050" y="14648"/>
                </a:cubicBezTo>
                <a:close/>
                <a:moveTo>
                  <a:pt x="16208" y="1472"/>
                </a:moveTo>
                <a:cubicBezTo>
                  <a:pt x="16208" y="658"/>
                  <a:pt x="15297" y="0"/>
                  <a:pt x="14174" y="0"/>
                </a:cubicBezTo>
                <a:cubicBezTo>
                  <a:pt x="13599" y="0"/>
                  <a:pt x="13083" y="174"/>
                  <a:pt x="12713" y="451"/>
                </a:cubicBezTo>
                <a:lnTo>
                  <a:pt x="4456" y="5905"/>
                </a:lnTo>
                <a:cubicBezTo>
                  <a:pt x="1972" y="6050"/>
                  <a:pt x="0" y="8183"/>
                  <a:pt x="0" y="10800"/>
                </a:cubicBezTo>
                <a:cubicBezTo>
                  <a:pt x="0" y="13425"/>
                  <a:pt x="1985" y="15563"/>
                  <a:pt x="4481" y="15696"/>
                </a:cubicBezTo>
                <a:lnTo>
                  <a:pt x="12713" y="21148"/>
                </a:lnTo>
                <a:cubicBezTo>
                  <a:pt x="13083" y="21426"/>
                  <a:pt x="13599" y="21600"/>
                  <a:pt x="14174" y="21600"/>
                </a:cubicBezTo>
                <a:cubicBezTo>
                  <a:pt x="15297" y="21600"/>
                  <a:pt x="16208" y="20941"/>
                  <a:pt x="16208" y="20129"/>
                </a:cubicBezTo>
                <a:cubicBezTo>
                  <a:pt x="16208" y="20110"/>
                  <a:pt x="16201" y="20092"/>
                  <a:pt x="16200" y="20073"/>
                </a:cubicBezTo>
                <a:lnTo>
                  <a:pt x="16200" y="1527"/>
                </a:lnTo>
                <a:cubicBezTo>
                  <a:pt x="16201" y="1508"/>
                  <a:pt x="16208" y="1490"/>
                  <a:pt x="16208" y="1472"/>
                </a:cubicBezTo>
                <a:moveTo>
                  <a:pt x="18225" y="7855"/>
                </a:moveTo>
                <a:cubicBezTo>
                  <a:pt x="17852" y="7855"/>
                  <a:pt x="17550" y="8074"/>
                  <a:pt x="17550" y="8345"/>
                </a:cubicBezTo>
                <a:cubicBezTo>
                  <a:pt x="17550" y="8617"/>
                  <a:pt x="17852" y="8836"/>
                  <a:pt x="18225" y="8836"/>
                </a:cubicBezTo>
                <a:cubicBezTo>
                  <a:pt x="19344" y="8836"/>
                  <a:pt x="20250" y="9716"/>
                  <a:pt x="20250" y="10800"/>
                </a:cubicBezTo>
                <a:cubicBezTo>
                  <a:pt x="20250" y="11884"/>
                  <a:pt x="19344" y="12764"/>
                  <a:pt x="18225" y="12764"/>
                </a:cubicBezTo>
                <a:cubicBezTo>
                  <a:pt x="17852" y="12764"/>
                  <a:pt x="17550" y="12983"/>
                  <a:pt x="17550" y="13255"/>
                </a:cubicBezTo>
                <a:cubicBezTo>
                  <a:pt x="17550" y="13526"/>
                  <a:pt x="17852" y="13745"/>
                  <a:pt x="18225" y="13745"/>
                </a:cubicBezTo>
                <a:cubicBezTo>
                  <a:pt x="20089" y="13745"/>
                  <a:pt x="21600" y="12426"/>
                  <a:pt x="21600" y="10800"/>
                </a:cubicBezTo>
                <a:cubicBezTo>
                  <a:pt x="21600" y="9173"/>
                  <a:pt x="20089" y="7855"/>
                  <a:pt x="18225" y="785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7" name="Shape 2677"/>
          <p:cNvSpPr/>
          <p:nvPr/>
        </p:nvSpPr>
        <p:spPr>
          <a:xfrm>
            <a:off x="4718160" y="1069920"/>
            <a:ext cx="19044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5660" y="7855"/>
                </a:moveTo>
                <a:cubicBezTo>
                  <a:pt x="15362" y="7855"/>
                  <a:pt x="15120" y="8075"/>
                  <a:pt x="15120" y="8345"/>
                </a:cubicBezTo>
                <a:cubicBezTo>
                  <a:pt x="15120" y="8617"/>
                  <a:pt x="15362" y="8836"/>
                  <a:pt x="15660" y="8836"/>
                </a:cubicBezTo>
                <a:cubicBezTo>
                  <a:pt x="16555" y="8836"/>
                  <a:pt x="17280" y="9716"/>
                  <a:pt x="17280" y="10800"/>
                </a:cubicBezTo>
                <a:cubicBezTo>
                  <a:pt x="17280" y="11884"/>
                  <a:pt x="16555" y="12764"/>
                  <a:pt x="15660" y="12764"/>
                </a:cubicBezTo>
                <a:cubicBezTo>
                  <a:pt x="15362" y="12764"/>
                  <a:pt x="15120" y="12984"/>
                  <a:pt x="15120" y="13255"/>
                </a:cubicBezTo>
                <a:cubicBezTo>
                  <a:pt x="15120" y="13526"/>
                  <a:pt x="15362" y="13745"/>
                  <a:pt x="15660" y="13745"/>
                </a:cubicBezTo>
                <a:cubicBezTo>
                  <a:pt x="17151" y="13745"/>
                  <a:pt x="18360" y="12427"/>
                  <a:pt x="18360" y="10800"/>
                </a:cubicBezTo>
                <a:cubicBezTo>
                  <a:pt x="18360" y="9174"/>
                  <a:pt x="17151" y="7855"/>
                  <a:pt x="15660" y="7855"/>
                </a:cubicBezTo>
                <a:moveTo>
                  <a:pt x="18472" y="5611"/>
                </a:moveTo>
                <a:lnTo>
                  <a:pt x="18463" y="5625"/>
                </a:lnTo>
                <a:cubicBezTo>
                  <a:pt x="18383" y="5584"/>
                  <a:pt x="18296" y="5554"/>
                  <a:pt x="18198" y="5554"/>
                </a:cubicBezTo>
                <a:cubicBezTo>
                  <a:pt x="17900" y="5554"/>
                  <a:pt x="17660" y="5774"/>
                  <a:pt x="17660" y="6044"/>
                </a:cubicBezTo>
                <a:cubicBezTo>
                  <a:pt x="17660" y="6216"/>
                  <a:pt x="17763" y="6361"/>
                  <a:pt x="17910" y="6449"/>
                </a:cubicBezTo>
                <a:lnTo>
                  <a:pt x="17909" y="6451"/>
                </a:lnTo>
                <a:cubicBezTo>
                  <a:pt x="19460" y="7271"/>
                  <a:pt x="20520" y="8909"/>
                  <a:pt x="20520" y="10800"/>
                </a:cubicBezTo>
                <a:cubicBezTo>
                  <a:pt x="20520" y="12689"/>
                  <a:pt x="19463" y="14325"/>
                  <a:pt x="17915" y="15147"/>
                </a:cubicBezTo>
                <a:lnTo>
                  <a:pt x="17919" y="15152"/>
                </a:lnTo>
                <a:cubicBezTo>
                  <a:pt x="17771" y="15239"/>
                  <a:pt x="17668" y="15384"/>
                  <a:pt x="17668" y="15556"/>
                </a:cubicBezTo>
                <a:cubicBezTo>
                  <a:pt x="17668" y="15827"/>
                  <a:pt x="17910" y="16046"/>
                  <a:pt x="18208" y="16046"/>
                </a:cubicBezTo>
                <a:cubicBezTo>
                  <a:pt x="18306" y="16046"/>
                  <a:pt x="18393" y="16016"/>
                  <a:pt x="18473" y="15975"/>
                </a:cubicBezTo>
                <a:lnTo>
                  <a:pt x="18480" y="15985"/>
                </a:lnTo>
                <a:cubicBezTo>
                  <a:pt x="20338" y="14990"/>
                  <a:pt x="21600" y="13041"/>
                  <a:pt x="21600" y="10800"/>
                </a:cubicBezTo>
                <a:cubicBezTo>
                  <a:pt x="21600" y="8556"/>
                  <a:pt x="20334" y="6606"/>
                  <a:pt x="18472" y="5611"/>
                </a:cubicBezTo>
                <a:moveTo>
                  <a:pt x="11880" y="20121"/>
                </a:moveTo>
                <a:cubicBezTo>
                  <a:pt x="11880" y="20393"/>
                  <a:pt x="11637" y="20612"/>
                  <a:pt x="11337" y="20612"/>
                </a:cubicBezTo>
                <a:cubicBezTo>
                  <a:pt x="11181" y="20612"/>
                  <a:pt x="11043" y="20552"/>
                  <a:pt x="10944" y="20457"/>
                </a:cubicBezTo>
                <a:lnTo>
                  <a:pt x="10942" y="20459"/>
                </a:lnTo>
                <a:lnTo>
                  <a:pt x="10800" y="20342"/>
                </a:lnTo>
                <a:lnTo>
                  <a:pt x="10800" y="1256"/>
                </a:lnTo>
                <a:lnTo>
                  <a:pt x="10958" y="1126"/>
                </a:lnTo>
                <a:lnTo>
                  <a:pt x="10960" y="1127"/>
                </a:lnTo>
                <a:cubicBezTo>
                  <a:pt x="11058" y="1042"/>
                  <a:pt x="11190" y="988"/>
                  <a:pt x="11337" y="988"/>
                </a:cubicBezTo>
                <a:cubicBezTo>
                  <a:pt x="11637" y="988"/>
                  <a:pt x="11880" y="1208"/>
                  <a:pt x="11880" y="1480"/>
                </a:cubicBezTo>
                <a:cubicBezTo>
                  <a:pt x="11880" y="1480"/>
                  <a:pt x="11880" y="20121"/>
                  <a:pt x="11880" y="20121"/>
                </a:cubicBezTo>
                <a:close/>
                <a:moveTo>
                  <a:pt x="9720" y="19448"/>
                </a:moveTo>
                <a:lnTo>
                  <a:pt x="4320" y="14979"/>
                </a:lnTo>
                <a:lnTo>
                  <a:pt x="4320" y="6607"/>
                </a:lnTo>
                <a:lnTo>
                  <a:pt x="4561" y="6407"/>
                </a:lnTo>
                <a:lnTo>
                  <a:pt x="4560" y="6406"/>
                </a:lnTo>
                <a:lnTo>
                  <a:pt x="9720" y="2147"/>
                </a:lnTo>
                <a:cubicBezTo>
                  <a:pt x="9720" y="2147"/>
                  <a:pt x="9720" y="19448"/>
                  <a:pt x="9720" y="19448"/>
                </a:cubicBezTo>
                <a:close/>
                <a:moveTo>
                  <a:pt x="3240" y="14649"/>
                </a:moveTo>
                <a:cubicBezTo>
                  <a:pt x="2008" y="14285"/>
                  <a:pt x="1080" y="12700"/>
                  <a:pt x="1080" y="10800"/>
                </a:cubicBezTo>
                <a:cubicBezTo>
                  <a:pt x="1080" y="8900"/>
                  <a:pt x="2008" y="7316"/>
                  <a:pt x="3240" y="6952"/>
                </a:cubicBezTo>
                <a:cubicBezTo>
                  <a:pt x="3240" y="6952"/>
                  <a:pt x="3240" y="14649"/>
                  <a:pt x="3240" y="14649"/>
                </a:cubicBezTo>
                <a:close/>
                <a:moveTo>
                  <a:pt x="12966" y="1472"/>
                </a:moveTo>
                <a:cubicBezTo>
                  <a:pt x="12966" y="659"/>
                  <a:pt x="12238" y="0"/>
                  <a:pt x="11339" y="0"/>
                </a:cubicBezTo>
                <a:cubicBezTo>
                  <a:pt x="10879" y="0"/>
                  <a:pt x="10466" y="175"/>
                  <a:pt x="10170" y="451"/>
                </a:cubicBezTo>
                <a:lnTo>
                  <a:pt x="3565" y="5905"/>
                </a:lnTo>
                <a:cubicBezTo>
                  <a:pt x="1578" y="6051"/>
                  <a:pt x="0" y="8183"/>
                  <a:pt x="0" y="10800"/>
                </a:cubicBezTo>
                <a:cubicBezTo>
                  <a:pt x="0" y="13426"/>
                  <a:pt x="1588" y="15564"/>
                  <a:pt x="3585" y="15697"/>
                </a:cubicBezTo>
                <a:lnTo>
                  <a:pt x="10170" y="21148"/>
                </a:lnTo>
                <a:cubicBezTo>
                  <a:pt x="10466" y="21426"/>
                  <a:pt x="10879" y="21600"/>
                  <a:pt x="11339" y="21600"/>
                </a:cubicBezTo>
                <a:cubicBezTo>
                  <a:pt x="12238" y="21600"/>
                  <a:pt x="12966" y="20941"/>
                  <a:pt x="12966" y="20129"/>
                </a:cubicBezTo>
                <a:cubicBezTo>
                  <a:pt x="12966" y="20110"/>
                  <a:pt x="12961" y="20093"/>
                  <a:pt x="12960" y="20074"/>
                </a:cubicBezTo>
                <a:lnTo>
                  <a:pt x="12960" y="1527"/>
                </a:lnTo>
                <a:cubicBezTo>
                  <a:pt x="12961" y="1508"/>
                  <a:pt x="12966" y="1490"/>
                  <a:pt x="12966" y="147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8" name="Shape 2678"/>
          <p:cNvSpPr/>
          <p:nvPr/>
        </p:nvSpPr>
        <p:spPr>
          <a:xfrm>
            <a:off x="5106960" y="10699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121"/>
                </a:moveTo>
                <a:cubicBezTo>
                  <a:pt x="10800" y="20393"/>
                  <a:pt x="10579" y="20612"/>
                  <a:pt x="10306" y="20612"/>
                </a:cubicBezTo>
                <a:cubicBezTo>
                  <a:pt x="10165" y="20612"/>
                  <a:pt x="10039" y="20552"/>
                  <a:pt x="9949" y="20457"/>
                </a:cubicBezTo>
                <a:lnTo>
                  <a:pt x="9947" y="20459"/>
                </a:lnTo>
                <a:lnTo>
                  <a:pt x="9818" y="20342"/>
                </a:lnTo>
                <a:lnTo>
                  <a:pt x="9818" y="1256"/>
                </a:lnTo>
                <a:lnTo>
                  <a:pt x="9962" y="1126"/>
                </a:lnTo>
                <a:lnTo>
                  <a:pt x="9963" y="1127"/>
                </a:lnTo>
                <a:cubicBezTo>
                  <a:pt x="10052" y="1042"/>
                  <a:pt x="10173" y="987"/>
                  <a:pt x="10306" y="987"/>
                </a:cubicBezTo>
                <a:cubicBezTo>
                  <a:pt x="10579" y="987"/>
                  <a:pt x="10800" y="1208"/>
                  <a:pt x="10800" y="1479"/>
                </a:cubicBezTo>
                <a:cubicBezTo>
                  <a:pt x="10800" y="1479"/>
                  <a:pt x="10800" y="20121"/>
                  <a:pt x="10800" y="20121"/>
                </a:cubicBezTo>
                <a:close/>
                <a:moveTo>
                  <a:pt x="8836" y="19448"/>
                </a:moveTo>
                <a:lnTo>
                  <a:pt x="3927" y="14979"/>
                </a:lnTo>
                <a:lnTo>
                  <a:pt x="3927" y="6607"/>
                </a:lnTo>
                <a:lnTo>
                  <a:pt x="4147" y="6407"/>
                </a:lnTo>
                <a:lnTo>
                  <a:pt x="4145" y="6406"/>
                </a:lnTo>
                <a:lnTo>
                  <a:pt x="8836" y="2147"/>
                </a:lnTo>
                <a:cubicBezTo>
                  <a:pt x="8836" y="2147"/>
                  <a:pt x="8836" y="19448"/>
                  <a:pt x="8836" y="19448"/>
                </a:cubicBezTo>
                <a:close/>
                <a:moveTo>
                  <a:pt x="2945" y="14649"/>
                </a:moveTo>
                <a:cubicBezTo>
                  <a:pt x="1825" y="14285"/>
                  <a:pt x="982" y="12700"/>
                  <a:pt x="982" y="10800"/>
                </a:cubicBezTo>
                <a:cubicBezTo>
                  <a:pt x="982" y="8900"/>
                  <a:pt x="1825" y="7315"/>
                  <a:pt x="2945" y="6952"/>
                </a:cubicBezTo>
                <a:cubicBezTo>
                  <a:pt x="2945" y="6952"/>
                  <a:pt x="2945" y="14649"/>
                  <a:pt x="2945" y="14649"/>
                </a:cubicBezTo>
                <a:close/>
                <a:moveTo>
                  <a:pt x="11787" y="1472"/>
                </a:moveTo>
                <a:cubicBezTo>
                  <a:pt x="11787" y="658"/>
                  <a:pt x="11126" y="0"/>
                  <a:pt x="10308" y="0"/>
                </a:cubicBezTo>
                <a:cubicBezTo>
                  <a:pt x="9890" y="0"/>
                  <a:pt x="9515" y="174"/>
                  <a:pt x="9246" y="451"/>
                </a:cubicBezTo>
                <a:lnTo>
                  <a:pt x="3241" y="5905"/>
                </a:lnTo>
                <a:cubicBezTo>
                  <a:pt x="1434" y="6051"/>
                  <a:pt x="0" y="8183"/>
                  <a:pt x="0" y="10800"/>
                </a:cubicBezTo>
                <a:cubicBezTo>
                  <a:pt x="0" y="13425"/>
                  <a:pt x="1444" y="15563"/>
                  <a:pt x="3259" y="15696"/>
                </a:cubicBezTo>
                <a:lnTo>
                  <a:pt x="9245" y="21148"/>
                </a:lnTo>
                <a:cubicBezTo>
                  <a:pt x="9514" y="21426"/>
                  <a:pt x="9890" y="21600"/>
                  <a:pt x="10308" y="21600"/>
                </a:cubicBezTo>
                <a:cubicBezTo>
                  <a:pt x="11126" y="21600"/>
                  <a:pt x="11787" y="20941"/>
                  <a:pt x="11787" y="20129"/>
                </a:cubicBezTo>
                <a:cubicBezTo>
                  <a:pt x="11787" y="20110"/>
                  <a:pt x="11782" y="20092"/>
                  <a:pt x="11782" y="20073"/>
                </a:cubicBezTo>
                <a:lnTo>
                  <a:pt x="11782" y="1527"/>
                </a:lnTo>
                <a:cubicBezTo>
                  <a:pt x="11782" y="1508"/>
                  <a:pt x="11787" y="1490"/>
                  <a:pt x="11787" y="1472"/>
                </a:cubicBezTo>
                <a:moveTo>
                  <a:pt x="13255" y="7855"/>
                </a:moveTo>
                <a:cubicBezTo>
                  <a:pt x="12984" y="7855"/>
                  <a:pt x="12764" y="8074"/>
                  <a:pt x="12764" y="8345"/>
                </a:cubicBezTo>
                <a:cubicBezTo>
                  <a:pt x="12764" y="8617"/>
                  <a:pt x="12984" y="8836"/>
                  <a:pt x="13255" y="8836"/>
                </a:cubicBezTo>
                <a:cubicBezTo>
                  <a:pt x="14068" y="8836"/>
                  <a:pt x="14727" y="9716"/>
                  <a:pt x="14727" y="10800"/>
                </a:cubicBezTo>
                <a:cubicBezTo>
                  <a:pt x="14727" y="11884"/>
                  <a:pt x="14068" y="12764"/>
                  <a:pt x="13255" y="12764"/>
                </a:cubicBezTo>
                <a:cubicBezTo>
                  <a:pt x="12984" y="12764"/>
                  <a:pt x="12764" y="12983"/>
                  <a:pt x="12764" y="13255"/>
                </a:cubicBezTo>
                <a:cubicBezTo>
                  <a:pt x="12764" y="13526"/>
                  <a:pt x="12984" y="13745"/>
                  <a:pt x="13255" y="13745"/>
                </a:cubicBezTo>
                <a:cubicBezTo>
                  <a:pt x="14610" y="13745"/>
                  <a:pt x="15709" y="12427"/>
                  <a:pt x="15709" y="10800"/>
                </a:cubicBezTo>
                <a:cubicBezTo>
                  <a:pt x="15709" y="9173"/>
                  <a:pt x="14610" y="7855"/>
                  <a:pt x="13255" y="7855"/>
                </a:cubicBezTo>
                <a:moveTo>
                  <a:pt x="17948" y="3495"/>
                </a:moveTo>
                <a:lnTo>
                  <a:pt x="17938" y="3509"/>
                </a:lnTo>
                <a:cubicBezTo>
                  <a:pt x="17860" y="3458"/>
                  <a:pt x="17773" y="3421"/>
                  <a:pt x="17674" y="3421"/>
                </a:cubicBezTo>
                <a:cubicBezTo>
                  <a:pt x="17403" y="3421"/>
                  <a:pt x="17184" y="3641"/>
                  <a:pt x="17184" y="3912"/>
                </a:cubicBezTo>
                <a:cubicBezTo>
                  <a:pt x="17184" y="4073"/>
                  <a:pt x="17266" y="4209"/>
                  <a:pt x="17386" y="4298"/>
                </a:cubicBezTo>
                <a:cubicBezTo>
                  <a:pt x="19336" y="5711"/>
                  <a:pt x="20618" y="8095"/>
                  <a:pt x="20618" y="10800"/>
                </a:cubicBezTo>
                <a:cubicBezTo>
                  <a:pt x="20618" y="13505"/>
                  <a:pt x="19336" y="15889"/>
                  <a:pt x="17385" y="17302"/>
                </a:cubicBezTo>
                <a:lnTo>
                  <a:pt x="17389" y="17309"/>
                </a:lnTo>
                <a:cubicBezTo>
                  <a:pt x="17275" y="17398"/>
                  <a:pt x="17197" y="17531"/>
                  <a:pt x="17197" y="17688"/>
                </a:cubicBezTo>
                <a:cubicBezTo>
                  <a:pt x="17197" y="17959"/>
                  <a:pt x="17417" y="18179"/>
                  <a:pt x="17688" y="18179"/>
                </a:cubicBezTo>
                <a:cubicBezTo>
                  <a:pt x="17788" y="18179"/>
                  <a:pt x="17875" y="18142"/>
                  <a:pt x="17952" y="18091"/>
                </a:cubicBezTo>
                <a:lnTo>
                  <a:pt x="17957" y="18098"/>
                </a:lnTo>
                <a:cubicBezTo>
                  <a:pt x="17982" y="18080"/>
                  <a:pt x="18004" y="18057"/>
                  <a:pt x="18029" y="18039"/>
                </a:cubicBezTo>
                <a:cubicBezTo>
                  <a:pt x="18031" y="18037"/>
                  <a:pt x="18034" y="18035"/>
                  <a:pt x="18037" y="18033"/>
                </a:cubicBezTo>
                <a:cubicBezTo>
                  <a:pt x="20189" y="16435"/>
                  <a:pt x="21600" y="13794"/>
                  <a:pt x="21600" y="10800"/>
                </a:cubicBezTo>
                <a:cubicBezTo>
                  <a:pt x="21600" y="7763"/>
                  <a:pt x="20152" y="5085"/>
                  <a:pt x="17948" y="3495"/>
                </a:cubicBezTo>
                <a:moveTo>
                  <a:pt x="15811" y="5611"/>
                </a:moveTo>
                <a:lnTo>
                  <a:pt x="15802" y="5625"/>
                </a:lnTo>
                <a:cubicBezTo>
                  <a:pt x="15730" y="5584"/>
                  <a:pt x="15651" y="5553"/>
                  <a:pt x="15562" y="5553"/>
                </a:cubicBezTo>
                <a:cubicBezTo>
                  <a:pt x="15291" y="5553"/>
                  <a:pt x="15072" y="5773"/>
                  <a:pt x="15072" y="6044"/>
                </a:cubicBezTo>
                <a:cubicBezTo>
                  <a:pt x="15072" y="6216"/>
                  <a:pt x="15166" y="6361"/>
                  <a:pt x="15300" y="6448"/>
                </a:cubicBezTo>
                <a:lnTo>
                  <a:pt x="15299" y="6450"/>
                </a:lnTo>
                <a:cubicBezTo>
                  <a:pt x="16709" y="7270"/>
                  <a:pt x="17673" y="8909"/>
                  <a:pt x="17673" y="10800"/>
                </a:cubicBezTo>
                <a:cubicBezTo>
                  <a:pt x="17673" y="12688"/>
                  <a:pt x="16712" y="14325"/>
                  <a:pt x="15305" y="15146"/>
                </a:cubicBezTo>
                <a:lnTo>
                  <a:pt x="15309" y="15151"/>
                </a:lnTo>
                <a:cubicBezTo>
                  <a:pt x="15174" y="15239"/>
                  <a:pt x="15080" y="15384"/>
                  <a:pt x="15080" y="15555"/>
                </a:cubicBezTo>
                <a:cubicBezTo>
                  <a:pt x="15080" y="15827"/>
                  <a:pt x="15300" y="16046"/>
                  <a:pt x="15571" y="16046"/>
                </a:cubicBezTo>
                <a:cubicBezTo>
                  <a:pt x="15660" y="16046"/>
                  <a:pt x="15740" y="16016"/>
                  <a:pt x="15812" y="15975"/>
                </a:cubicBezTo>
                <a:lnTo>
                  <a:pt x="15819" y="15985"/>
                </a:lnTo>
                <a:cubicBezTo>
                  <a:pt x="17507" y="14989"/>
                  <a:pt x="18655" y="13041"/>
                  <a:pt x="18655" y="10800"/>
                </a:cubicBezTo>
                <a:cubicBezTo>
                  <a:pt x="18655" y="8556"/>
                  <a:pt x="17504" y="6606"/>
                  <a:pt x="15811" y="561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9" name="Shape 2679"/>
          <p:cNvSpPr/>
          <p:nvPr/>
        </p:nvSpPr>
        <p:spPr>
          <a:xfrm>
            <a:off x="5506920" y="1079640"/>
            <a:ext cx="209520" cy="190440"/>
          </a:xfrm>
          <a:custGeom>
            <a:avLst/>
            <a:gdLst/>
            <a:ahLst/>
            <a:rect l="l" t="t" r="r" b="b"/>
            <a:pathLst>
              <a:path w="21600" h="21524">
                <a:moveTo>
                  <a:pt x="17182" y="13452"/>
                </a:moveTo>
                <a:cubicBezTo>
                  <a:pt x="16640" y="13452"/>
                  <a:pt x="16200" y="13935"/>
                  <a:pt x="16200" y="14529"/>
                </a:cubicBezTo>
                <a:cubicBezTo>
                  <a:pt x="16200" y="15123"/>
                  <a:pt x="16640" y="15605"/>
                  <a:pt x="17182" y="15605"/>
                </a:cubicBezTo>
                <a:cubicBezTo>
                  <a:pt x="17724" y="15605"/>
                  <a:pt x="18164" y="15123"/>
                  <a:pt x="18164" y="14529"/>
                </a:cubicBezTo>
                <a:cubicBezTo>
                  <a:pt x="18164" y="13935"/>
                  <a:pt x="17724" y="13452"/>
                  <a:pt x="17182" y="13452"/>
                </a:cubicBezTo>
                <a:moveTo>
                  <a:pt x="15218" y="15605"/>
                </a:moveTo>
                <a:cubicBezTo>
                  <a:pt x="14676" y="15605"/>
                  <a:pt x="14236" y="16087"/>
                  <a:pt x="14236" y="16681"/>
                </a:cubicBezTo>
                <a:cubicBezTo>
                  <a:pt x="14236" y="17276"/>
                  <a:pt x="14676" y="17757"/>
                  <a:pt x="15218" y="17757"/>
                </a:cubicBezTo>
                <a:cubicBezTo>
                  <a:pt x="15760" y="17757"/>
                  <a:pt x="16200" y="17276"/>
                  <a:pt x="16200" y="16681"/>
                </a:cubicBezTo>
                <a:cubicBezTo>
                  <a:pt x="16200" y="16087"/>
                  <a:pt x="15760" y="15605"/>
                  <a:pt x="15218" y="15605"/>
                </a:cubicBezTo>
                <a:moveTo>
                  <a:pt x="16200" y="20448"/>
                </a:moveTo>
                <a:cubicBezTo>
                  <a:pt x="14668" y="20448"/>
                  <a:pt x="13319" y="19593"/>
                  <a:pt x="12527" y="18295"/>
                </a:cubicBezTo>
                <a:lnTo>
                  <a:pt x="9073" y="18295"/>
                </a:lnTo>
                <a:cubicBezTo>
                  <a:pt x="8281" y="19593"/>
                  <a:pt x="6932" y="20448"/>
                  <a:pt x="5400" y="20448"/>
                </a:cubicBezTo>
                <a:cubicBezTo>
                  <a:pt x="2960" y="20448"/>
                  <a:pt x="982" y="18280"/>
                  <a:pt x="982" y="15605"/>
                </a:cubicBezTo>
                <a:cubicBezTo>
                  <a:pt x="982" y="12930"/>
                  <a:pt x="2960" y="10762"/>
                  <a:pt x="5400" y="10762"/>
                </a:cubicBezTo>
                <a:lnTo>
                  <a:pt x="16200" y="10762"/>
                </a:lnTo>
                <a:cubicBezTo>
                  <a:pt x="18640" y="10762"/>
                  <a:pt x="20618" y="12930"/>
                  <a:pt x="20618" y="15605"/>
                </a:cubicBezTo>
                <a:cubicBezTo>
                  <a:pt x="20618" y="18280"/>
                  <a:pt x="18640" y="20448"/>
                  <a:pt x="16200" y="20448"/>
                </a:cubicBezTo>
                <a:moveTo>
                  <a:pt x="16200" y="9686"/>
                </a:moveTo>
                <a:lnTo>
                  <a:pt x="11319" y="9686"/>
                </a:lnTo>
                <a:cubicBezTo>
                  <a:pt x="10837" y="8713"/>
                  <a:pt x="11227" y="8217"/>
                  <a:pt x="11943" y="7448"/>
                </a:cubicBezTo>
                <a:cubicBezTo>
                  <a:pt x="12528" y="6820"/>
                  <a:pt x="13255" y="6038"/>
                  <a:pt x="13255" y="4843"/>
                </a:cubicBezTo>
                <a:cubicBezTo>
                  <a:pt x="13255" y="1854"/>
                  <a:pt x="10169" y="128"/>
                  <a:pt x="10038" y="56"/>
                </a:cubicBezTo>
                <a:cubicBezTo>
                  <a:pt x="9796" y="-76"/>
                  <a:pt x="9501" y="32"/>
                  <a:pt x="9379" y="297"/>
                </a:cubicBezTo>
                <a:cubicBezTo>
                  <a:pt x="9258" y="562"/>
                  <a:pt x="9356" y="886"/>
                  <a:pt x="9598" y="1019"/>
                </a:cubicBezTo>
                <a:cubicBezTo>
                  <a:pt x="9625" y="1034"/>
                  <a:pt x="12273" y="2523"/>
                  <a:pt x="12273" y="4843"/>
                </a:cubicBezTo>
                <a:cubicBezTo>
                  <a:pt x="12273" y="5586"/>
                  <a:pt x="11779" y="6117"/>
                  <a:pt x="11255" y="6679"/>
                </a:cubicBezTo>
                <a:cubicBezTo>
                  <a:pt x="10584" y="7401"/>
                  <a:pt x="9775" y="8296"/>
                  <a:pt x="10277" y="9686"/>
                </a:cubicBezTo>
                <a:lnTo>
                  <a:pt x="5400" y="9686"/>
                </a:lnTo>
                <a:cubicBezTo>
                  <a:pt x="2418" y="9686"/>
                  <a:pt x="0" y="12336"/>
                  <a:pt x="0" y="15605"/>
                </a:cubicBezTo>
                <a:cubicBezTo>
                  <a:pt x="0" y="18874"/>
                  <a:pt x="2418" y="21524"/>
                  <a:pt x="5400" y="21524"/>
                </a:cubicBezTo>
                <a:cubicBezTo>
                  <a:pt x="7077" y="21524"/>
                  <a:pt x="8575" y="20686"/>
                  <a:pt x="9565" y="19372"/>
                </a:cubicBezTo>
                <a:lnTo>
                  <a:pt x="12035" y="19372"/>
                </a:lnTo>
                <a:cubicBezTo>
                  <a:pt x="13025" y="20686"/>
                  <a:pt x="14523" y="21524"/>
                  <a:pt x="16200" y="21524"/>
                </a:cubicBezTo>
                <a:cubicBezTo>
                  <a:pt x="19182" y="21524"/>
                  <a:pt x="21600" y="18874"/>
                  <a:pt x="21600" y="15605"/>
                </a:cubicBezTo>
                <a:cubicBezTo>
                  <a:pt x="21600" y="12336"/>
                  <a:pt x="19182" y="9686"/>
                  <a:pt x="16200" y="9686"/>
                </a:cubicBezTo>
                <a:moveTo>
                  <a:pt x="6873" y="15067"/>
                </a:moveTo>
                <a:lnTo>
                  <a:pt x="5891" y="15067"/>
                </a:lnTo>
                <a:lnTo>
                  <a:pt x="5891" y="13990"/>
                </a:lnTo>
                <a:cubicBezTo>
                  <a:pt x="5891" y="13694"/>
                  <a:pt x="5671" y="13452"/>
                  <a:pt x="5400" y="13452"/>
                </a:cubicBezTo>
                <a:cubicBezTo>
                  <a:pt x="5129" y="13452"/>
                  <a:pt x="4909" y="13694"/>
                  <a:pt x="4909" y="13990"/>
                </a:cubicBezTo>
                <a:lnTo>
                  <a:pt x="4909" y="15067"/>
                </a:lnTo>
                <a:lnTo>
                  <a:pt x="3927" y="15067"/>
                </a:lnTo>
                <a:cubicBezTo>
                  <a:pt x="3656" y="15067"/>
                  <a:pt x="3436" y="15307"/>
                  <a:pt x="3436" y="15605"/>
                </a:cubicBezTo>
                <a:cubicBezTo>
                  <a:pt x="3436" y="15903"/>
                  <a:pt x="3656" y="16143"/>
                  <a:pt x="3927" y="16143"/>
                </a:cubicBezTo>
                <a:lnTo>
                  <a:pt x="4909" y="16143"/>
                </a:lnTo>
                <a:lnTo>
                  <a:pt x="4909" y="17219"/>
                </a:lnTo>
                <a:cubicBezTo>
                  <a:pt x="4909" y="17517"/>
                  <a:pt x="5129" y="17757"/>
                  <a:pt x="5400" y="17757"/>
                </a:cubicBezTo>
                <a:cubicBezTo>
                  <a:pt x="5671" y="17757"/>
                  <a:pt x="5891" y="17517"/>
                  <a:pt x="5891" y="17219"/>
                </a:cubicBezTo>
                <a:lnTo>
                  <a:pt x="5891" y="16143"/>
                </a:lnTo>
                <a:lnTo>
                  <a:pt x="6873" y="16143"/>
                </a:lnTo>
                <a:cubicBezTo>
                  <a:pt x="7144" y="16143"/>
                  <a:pt x="7364" y="15903"/>
                  <a:pt x="7364" y="15605"/>
                </a:cubicBezTo>
                <a:cubicBezTo>
                  <a:pt x="7364" y="15307"/>
                  <a:pt x="7144" y="15067"/>
                  <a:pt x="6873" y="15067"/>
                </a:cubicBezTo>
                <a:moveTo>
                  <a:pt x="12273" y="12376"/>
                </a:moveTo>
                <a:cubicBezTo>
                  <a:pt x="12002" y="12376"/>
                  <a:pt x="11782" y="12617"/>
                  <a:pt x="11782" y="12914"/>
                </a:cubicBezTo>
                <a:cubicBezTo>
                  <a:pt x="11782" y="13212"/>
                  <a:pt x="12002" y="13452"/>
                  <a:pt x="12273" y="13452"/>
                </a:cubicBezTo>
                <a:cubicBezTo>
                  <a:pt x="12544" y="13452"/>
                  <a:pt x="12764" y="13212"/>
                  <a:pt x="12764" y="12914"/>
                </a:cubicBezTo>
                <a:cubicBezTo>
                  <a:pt x="12764" y="12617"/>
                  <a:pt x="12544" y="12376"/>
                  <a:pt x="12273" y="12376"/>
                </a:cubicBezTo>
                <a:moveTo>
                  <a:pt x="9327" y="12376"/>
                </a:moveTo>
                <a:cubicBezTo>
                  <a:pt x="9056" y="12376"/>
                  <a:pt x="8836" y="12617"/>
                  <a:pt x="8836" y="12914"/>
                </a:cubicBezTo>
                <a:cubicBezTo>
                  <a:pt x="8836" y="13212"/>
                  <a:pt x="9056" y="13452"/>
                  <a:pt x="9327" y="13452"/>
                </a:cubicBezTo>
                <a:cubicBezTo>
                  <a:pt x="9598" y="13452"/>
                  <a:pt x="9818" y="13212"/>
                  <a:pt x="9818" y="12914"/>
                </a:cubicBezTo>
                <a:cubicBezTo>
                  <a:pt x="9818" y="12617"/>
                  <a:pt x="9598" y="12376"/>
                  <a:pt x="9327" y="1237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0" name="Shape 2680"/>
          <p:cNvSpPr/>
          <p:nvPr/>
        </p:nvSpPr>
        <p:spPr>
          <a:xfrm>
            <a:off x="5907240" y="10699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3255" y="15709"/>
                </a:moveTo>
                <a:lnTo>
                  <a:pt x="10309" y="15709"/>
                </a:lnTo>
                <a:cubicBezTo>
                  <a:pt x="10038" y="15709"/>
                  <a:pt x="9818" y="15929"/>
                  <a:pt x="9818" y="16200"/>
                </a:cubicBezTo>
                <a:cubicBezTo>
                  <a:pt x="9818" y="16472"/>
                  <a:pt x="10038" y="16691"/>
                  <a:pt x="10309" y="16691"/>
                </a:cubicBezTo>
                <a:lnTo>
                  <a:pt x="13255" y="16691"/>
                </a:lnTo>
                <a:cubicBezTo>
                  <a:pt x="13525" y="16691"/>
                  <a:pt x="13745" y="16472"/>
                  <a:pt x="13745" y="16200"/>
                </a:cubicBezTo>
                <a:cubicBezTo>
                  <a:pt x="13745" y="15929"/>
                  <a:pt x="13525" y="15709"/>
                  <a:pt x="13255" y="15709"/>
                </a:cubicBezTo>
                <a:moveTo>
                  <a:pt x="9818" y="12273"/>
                </a:moveTo>
                <a:cubicBezTo>
                  <a:pt x="9818" y="12112"/>
                  <a:pt x="9736" y="11976"/>
                  <a:pt x="9617" y="11887"/>
                </a:cubicBezTo>
                <a:lnTo>
                  <a:pt x="9622" y="11880"/>
                </a:lnTo>
                <a:lnTo>
                  <a:pt x="5695" y="8935"/>
                </a:lnTo>
                <a:lnTo>
                  <a:pt x="5690" y="8941"/>
                </a:lnTo>
                <a:cubicBezTo>
                  <a:pt x="5608" y="8880"/>
                  <a:pt x="5511" y="8836"/>
                  <a:pt x="5400" y="8836"/>
                </a:cubicBezTo>
                <a:cubicBezTo>
                  <a:pt x="5129" y="8836"/>
                  <a:pt x="4909" y="9056"/>
                  <a:pt x="4909" y="9327"/>
                </a:cubicBezTo>
                <a:cubicBezTo>
                  <a:pt x="4909" y="9488"/>
                  <a:pt x="4991" y="9624"/>
                  <a:pt x="5110" y="9713"/>
                </a:cubicBezTo>
                <a:lnTo>
                  <a:pt x="5105" y="9720"/>
                </a:lnTo>
                <a:lnTo>
                  <a:pt x="8509" y="12273"/>
                </a:lnTo>
                <a:lnTo>
                  <a:pt x="5105" y="14826"/>
                </a:lnTo>
                <a:lnTo>
                  <a:pt x="5110" y="14832"/>
                </a:lnTo>
                <a:cubicBezTo>
                  <a:pt x="4991" y="14922"/>
                  <a:pt x="4909" y="15058"/>
                  <a:pt x="4909" y="15218"/>
                </a:cubicBezTo>
                <a:cubicBezTo>
                  <a:pt x="4909" y="15490"/>
                  <a:pt x="5129" y="15709"/>
                  <a:pt x="5400" y="15709"/>
                </a:cubicBezTo>
                <a:cubicBezTo>
                  <a:pt x="5511" y="15709"/>
                  <a:pt x="5607" y="15666"/>
                  <a:pt x="5690" y="15604"/>
                </a:cubicBezTo>
                <a:lnTo>
                  <a:pt x="5695" y="15611"/>
                </a:lnTo>
                <a:lnTo>
                  <a:pt x="9622" y="12666"/>
                </a:lnTo>
                <a:lnTo>
                  <a:pt x="9617" y="12659"/>
                </a:lnTo>
                <a:cubicBezTo>
                  <a:pt x="9736" y="12569"/>
                  <a:pt x="9818" y="12433"/>
                  <a:pt x="9818" y="12273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1" name="Shape 2681"/>
          <p:cNvSpPr/>
          <p:nvPr/>
        </p:nvSpPr>
        <p:spPr>
          <a:xfrm>
            <a:off x="6307200" y="10699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6382" y="19636"/>
                </a:moveTo>
                <a:lnTo>
                  <a:pt x="11291" y="19636"/>
                </a:lnTo>
                <a:cubicBezTo>
                  <a:pt x="11562" y="19636"/>
                  <a:pt x="11782" y="19416"/>
                  <a:pt x="11782" y="19146"/>
                </a:cubicBezTo>
                <a:cubicBezTo>
                  <a:pt x="11782" y="18874"/>
                  <a:pt x="11562" y="18655"/>
                  <a:pt x="11291" y="18655"/>
                </a:cubicBezTo>
                <a:lnTo>
                  <a:pt x="6382" y="18655"/>
                </a:lnTo>
                <a:cubicBezTo>
                  <a:pt x="6111" y="18655"/>
                  <a:pt x="5891" y="18874"/>
                  <a:pt x="5891" y="19146"/>
                </a:cubicBezTo>
                <a:cubicBezTo>
                  <a:pt x="5891" y="19416"/>
                  <a:pt x="6111" y="19636"/>
                  <a:pt x="6382" y="19636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7673"/>
                </a:lnTo>
                <a:lnTo>
                  <a:pt x="20618" y="17673"/>
                </a:lnTo>
                <a:cubicBezTo>
                  <a:pt x="20618" y="17673"/>
                  <a:pt x="20618" y="19636"/>
                  <a:pt x="20618" y="19636"/>
                </a:cubicBezTo>
                <a:close/>
                <a:moveTo>
                  <a:pt x="2822" y="10800"/>
                </a:moveTo>
                <a:lnTo>
                  <a:pt x="18778" y="10800"/>
                </a:lnTo>
                <a:lnTo>
                  <a:pt x="20461" y="16691"/>
                </a:lnTo>
                <a:lnTo>
                  <a:pt x="1139" y="16691"/>
                </a:lnTo>
                <a:cubicBezTo>
                  <a:pt x="1139" y="16691"/>
                  <a:pt x="2822" y="10800"/>
                  <a:pt x="2822" y="10800"/>
                </a:cubicBezTo>
                <a:close/>
                <a:moveTo>
                  <a:pt x="21600" y="17182"/>
                </a:moveTo>
                <a:cubicBezTo>
                  <a:pt x="21600" y="17118"/>
                  <a:pt x="21586" y="17057"/>
                  <a:pt x="21563" y="17000"/>
                </a:cubicBezTo>
                <a:lnTo>
                  <a:pt x="21565" y="17000"/>
                </a:lnTo>
                <a:lnTo>
                  <a:pt x="19602" y="10127"/>
                </a:lnTo>
                <a:lnTo>
                  <a:pt x="19599" y="10128"/>
                </a:lnTo>
                <a:cubicBezTo>
                  <a:pt x="19527" y="9947"/>
                  <a:pt x="19352" y="9818"/>
                  <a:pt x="19145" y="9818"/>
                </a:cubicBezTo>
                <a:lnTo>
                  <a:pt x="18164" y="9818"/>
                </a:lnTo>
                <a:lnTo>
                  <a:pt x="18164" y="3927"/>
                </a:lnTo>
                <a:cubicBezTo>
                  <a:pt x="18164" y="3656"/>
                  <a:pt x="17944" y="3436"/>
                  <a:pt x="17673" y="3436"/>
                </a:cubicBezTo>
                <a:cubicBezTo>
                  <a:pt x="17402" y="3436"/>
                  <a:pt x="17182" y="3656"/>
                  <a:pt x="17182" y="3927"/>
                </a:cubicBezTo>
                <a:lnTo>
                  <a:pt x="17182" y="9818"/>
                </a:lnTo>
                <a:lnTo>
                  <a:pt x="4418" y="9818"/>
                </a:lnTo>
                <a:lnTo>
                  <a:pt x="4418" y="3927"/>
                </a:lnTo>
                <a:cubicBezTo>
                  <a:pt x="4418" y="3656"/>
                  <a:pt x="4198" y="3436"/>
                  <a:pt x="3927" y="3436"/>
                </a:cubicBezTo>
                <a:cubicBezTo>
                  <a:pt x="3656" y="3436"/>
                  <a:pt x="3436" y="3656"/>
                  <a:pt x="3436" y="3927"/>
                </a:cubicBezTo>
                <a:lnTo>
                  <a:pt x="3436" y="9818"/>
                </a:lnTo>
                <a:lnTo>
                  <a:pt x="2455" y="9818"/>
                </a:lnTo>
                <a:cubicBezTo>
                  <a:pt x="2248" y="9818"/>
                  <a:pt x="2073" y="9947"/>
                  <a:pt x="2001" y="10128"/>
                </a:cubicBezTo>
                <a:lnTo>
                  <a:pt x="1998" y="10127"/>
                </a:lnTo>
                <a:lnTo>
                  <a:pt x="35" y="17000"/>
                </a:lnTo>
                <a:lnTo>
                  <a:pt x="37" y="17001"/>
                </a:lnTo>
                <a:cubicBezTo>
                  <a:pt x="14" y="17057"/>
                  <a:pt x="0" y="17118"/>
                  <a:pt x="0" y="17182"/>
                </a:cubicBezTo>
                <a:lnTo>
                  <a:pt x="0" y="18164"/>
                </a:lnTo>
                <a:lnTo>
                  <a:pt x="68" y="18164"/>
                </a:lnTo>
                <a:cubicBezTo>
                  <a:pt x="25" y="18320"/>
                  <a:pt x="0" y="18484"/>
                  <a:pt x="0" y="18655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8655"/>
                </a:lnTo>
                <a:cubicBezTo>
                  <a:pt x="21600" y="18484"/>
                  <a:pt x="21575" y="18320"/>
                  <a:pt x="21532" y="18164"/>
                </a:cubicBezTo>
                <a:lnTo>
                  <a:pt x="21600" y="18164"/>
                </a:lnTo>
                <a:cubicBezTo>
                  <a:pt x="21600" y="18164"/>
                  <a:pt x="21600" y="17182"/>
                  <a:pt x="21600" y="17182"/>
                </a:cubicBezTo>
                <a:close/>
                <a:moveTo>
                  <a:pt x="4418" y="19636"/>
                </a:moveTo>
                <a:cubicBezTo>
                  <a:pt x="4689" y="19636"/>
                  <a:pt x="4909" y="19416"/>
                  <a:pt x="4909" y="19146"/>
                </a:cubicBezTo>
                <a:cubicBezTo>
                  <a:pt x="4909" y="18874"/>
                  <a:pt x="4689" y="18655"/>
                  <a:pt x="4418" y="18655"/>
                </a:cubicBezTo>
                <a:cubicBezTo>
                  <a:pt x="4147" y="18655"/>
                  <a:pt x="3927" y="18874"/>
                  <a:pt x="3927" y="19146"/>
                </a:cubicBezTo>
                <a:cubicBezTo>
                  <a:pt x="3927" y="19416"/>
                  <a:pt x="4147" y="19636"/>
                  <a:pt x="4418" y="19636"/>
                </a:cubicBezTo>
                <a:moveTo>
                  <a:pt x="2455" y="19636"/>
                </a:moveTo>
                <a:cubicBezTo>
                  <a:pt x="2725" y="19636"/>
                  <a:pt x="2945" y="19416"/>
                  <a:pt x="2945" y="19146"/>
                </a:cubicBezTo>
                <a:cubicBezTo>
                  <a:pt x="2945" y="18874"/>
                  <a:pt x="2725" y="18655"/>
                  <a:pt x="2455" y="18655"/>
                </a:cubicBezTo>
                <a:cubicBezTo>
                  <a:pt x="2184" y="18655"/>
                  <a:pt x="1964" y="18874"/>
                  <a:pt x="1964" y="19146"/>
                </a:cubicBezTo>
                <a:cubicBezTo>
                  <a:pt x="1964" y="19416"/>
                  <a:pt x="2184" y="19636"/>
                  <a:pt x="2455" y="19636"/>
                </a:cubicBezTo>
                <a:moveTo>
                  <a:pt x="12003" y="3573"/>
                </a:moveTo>
                <a:lnTo>
                  <a:pt x="12664" y="2838"/>
                </a:lnTo>
                <a:cubicBezTo>
                  <a:pt x="12214" y="2308"/>
                  <a:pt x="11550" y="1964"/>
                  <a:pt x="10800" y="1964"/>
                </a:cubicBezTo>
                <a:cubicBezTo>
                  <a:pt x="9997" y="1964"/>
                  <a:pt x="9290" y="2355"/>
                  <a:pt x="8842" y="2952"/>
                </a:cubicBezTo>
                <a:lnTo>
                  <a:pt x="9546" y="3655"/>
                </a:lnTo>
                <a:cubicBezTo>
                  <a:pt x="9805" y="3231"/>
                  <a:pt x="10267" y="2945"/>
                  <a:pt x="10800" y="2945"/>
                </a:cubicBezTo>
                <a:cubicBezTo>
                  <a:pt x="11298" y="2945"/>
                  <a:pt x="11736" y="3194"/>
                  <a:pt x="12003" y="3573"/>
                </a:cubicBezTo>
                <a:moveTo>
                  <a:pt x="10309" y="4418"/>
                </a:move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cubicBezTo>
                  <a:pt x="11291" y="4147"/>
                  <a:pt x="11071" y="3927"/>
                  <a:pt x="10800" y="3927"/>
                </a:cubicBezTo>
                <a:cubicBezTo>
                  <a:pt x="10529" y="3927"/>
                  <a:pt x="10309" y="4147"/>
                  <a:pt x="10309" y="4418"/>
                </a:cubicBezTo>
                <a:moveTo>
                  <a:pt x="10800" y="982"/>
                </a:moveTo>
                <a:cubicBezTo>
                  <a:pt x="11802" y="982"/>
                  <a:pt x="12701" y="1414"/>
                  <a:pt x="13330" y="2098"/>
                </a:cubicBezTo>
                <a:lnTo>
                  <a:pt x="13989" y="1366"/>
                </a:lnTo>
                <a:cubicBezTo>
                  <a:pt x="13185" y="525"/>
                  <a:pt x="12055" y="0"/>
                  <a:pt x="10800" y="0"/>
                </a:cubicBezTo>
                <a:cubicBezTo>
                  <a:pt x="9455" y="0"/>
                  <a:pt x="8252" y="603"/>
                  <a:pt x="7442" y="1551"/>
                </a:cubicBezTo>
                <a:lnTo>
                  <a:pt x="8138" y="2246"/>
                </a:lnTo>
                <a:cubicBezTo>
                  <a:pt x="8768" y="1475"/>
                  <a:pt x="9726" y="982"/>
                  <a:pt x="10800" y="98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2" name="Shape 2682"/>
          <p:cNvSpPr/>
          <p:nvPr/>
        </p:nvSpPr>
        <p:spPr>
          <a:xfrm>
            <a:off x="6707160" y="10699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6691"/>
                </a:moveTo>
                <a:cubicBezTo>
                  <a:pt x="20618" y="17775"/>
                  <a:pt x="19739" y="18655"/>
                  <a:pt x="18655" y="18655"/>
                </a:cubicBezTo>
                <a:lnTo>
                  <a:pt x="17673" y="18655"/>
                </a:lnTo>
                <a:lnTo>
                  <a:pt x="17673" y="14727"/>
                </a:lnTo>
                <a:cubicBezTo>
                  <a:pt x="17673" y="14186"/>
                  <a:pt x="17233" y="13745"/>
                  <a:pt x="16691" y="13745"/>
                </a:cubicBezTo>
                <a:lnTo>
                  <a:pt x="4909" y="13745"/>
                </a:lnTo>
                <a:cubicBezTo>
                  <a:pt x="4367" y="13745"/>
                  <a:pt x="3927" y="14186"/>
                  <a:pt x="3927" y="14727"/>
                </a:cubicBezTo>
                <a:lnTo>
                  <a:pt x="3927" y="18655"/>
                </a:lnTo>
                <a:lnTo>
                  <a:pt x="2945" y="18655"/>
                </a:lnTo>
                <a:cubicBezTo>
                  <a:pt x="1861" y="18655"/>
                  <a:pt x="982" y="17775"/>
                  <a:pt x="982" y="16691"/>
                </a:cubicBezTo>
                <a:lnTo>
                  <a:pt x="982" y="8836"/>
                </a:lnTo>
                <a:cubicBezTo>
                  <a:pt x="982" y="7752"/>
                  <a:pt x="1861" y="6873"/>
                  <a:pt x="2945" y="6873"/>
                </a:cubicBezTo>
                <a:lnTo>
                  <a:pt x="18655" y="6873"/>
                </a:lnTo>
                <a:cubicBezTo>
                  <a:pt x="19739" y="6873"/>
                  <a:pt x="20618" y="7752"/>
                  <a:pt x="20618" y="8836"/>
                </a:cubicBezTo>
                <a:cubicBezTo>
                  <a:pt x="20618" y="8836"/>
                  <a:pt x="20618" y="16691"/>
                  <a:pt x="20618" y="16691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4727"/>
                </a:lnTo>
                <a:lnTo>
                  <a:pt x="16691" y="14727"/>
                </a:lnTo>
                <a:cubicBezTo>
                  <a:pt x="16691" y="14727"/>
                  <a:pt x="16691" y="20618"/>
                  <a:pt x="16691" y="20618"/>
                </a:cubicBezTo>
                <a:close/>
                <a:moveTo>
                  <a:pt x="4909" y="982"/>
                </a:moveTo>
                <a:lnTo>
                  <a:pt x="16691" y="982"/>
                </a:lnTo>
                <a:lnTo>
                  <a:pt x="16691" y="5891"/>
                </a:lnTo>
                <a:lnTo>
                  <a:pt x="4909" y="5891"/>
                </a:lnTo>
                <a:cubicBezTo>
                  <a:pt x="4909" y="5891"/>
                  <a:pt x="4909" y="982"/>
                  <a:pt x="4909" y="982"/>
                </a:cubicBezTo>
                <a:close/>
                <a:moveTo>
                  <a:pt x="18655" y="5891"/>
                </a:moveTo>
                <a:lnTo>
                  <a:pt x="17673" y="5891"/>
                </a:ln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4909" y="0"/>
                </a:lnTo>
                <a:cubicBezTo>
                  <a:pt x="4367" y="0"/>
                  <a:pt x="3927" y="440"/>
                  <a:pt x="3927" y="982"/>
                </a:cubicBezTo>
                <a:lnTo>
                  <a:pt x="3927" y="5891"/>
                </a:lnTo>
                <a:lnTo>
                  <a:pt x="2945" y="5891"/>
                </a:lnTo>
                <a:cubicBezTo>
                  <a:pt x="1318" y="5891"/>
                  <a:pt x="0" y="7210"/>
                  <a:pt x="0" y="8836"/>
                </a:cubicBezTo>
                <a:lnTo>
                  <a:pt x="0" y="16691"/>
                </a:lnTo>
                <a:cubicBezTo>
                  <a:pt x="0" y="18318"/>
                  <a:pt x="1318" y="19636"/>
                  <a:pt x="2945" y="19636"/>
                </a:cubicBezTo>
                <a:lnTo>
                  <a:pt x="3927" y="19636"/>
                </a:lnTo>
                <a:lnTo>
                  <a:pt x="3927" y="20618"/>
                </a:lnTo>
                <a:cubicBezTo>
                  <a:pt x="3927" y="21161"/>
                  <a:pt x="4367" y="21600"/>
                  <a:pt x="4909" y="21600"/>
                </a:cubicBezTo>
                <a:lnTo>
                  <a:pt x="16691" y="21600"/>
                </a:lnTo>
                <a:cubicBezTo>
                  <a:pt x="17233" y="21600"/>
                  <a:pt x="17673" y="21161"/>
                  <a:pt x="17673" y="20618"/>
                </a:cubicBezTo>
                <a:lnTo>
                  <a:pt x="17673" y="19636"/>
                </a:lnTo>
                <a:lnTo>
                  <a:pt x="18655" y="19636"/>
                </a:lnTo>
                <a:cubicBezTo>
                  <a:pt x="20282" y="19636"/>
                  <a:pt x="21600" y="18318"/>
                  <a:pt x="21600" y="16691"/>
                </a:cubicBezTo>
                <a:lnTo>
                  <a:pt x="21600" y="8836"/>
                </a:lnTo>
                <a:cubicBezTo>
                  <a:pt x="21600" y="7210"/>
                  <a:pt x="20282" y="5891"/>
                  <a:pt x="18655" y="5891"/>
                </a:cubicBezTo>
                <a:moveTo>
                  <a:pt x="17673" y="8836"/>
                </a:moveTo>
                <a:cubicBezTo>
                  <a:pt x="17131" y="8836"/>
                  <a:pt x="16691" y="9276"/>
                  <a:pt x="16691" y="9818"/>
                </a:cubicBezTo>
                <a:cubicBezTo>
                  <a:pt x="16691" y="10360"/>
                  <a:pt x="17131" y="10800"/>
                  <a:pt x="17673" y="10800"/>
                </a:cubicBezTo>
                <a:cubicBezTo>
                  <a:pt x="18214" y="10800"/>
                  <a:pt x="18655" y="10360"/>
                  <a:pt x="18655" y="9818"/>
                </a:cubicBezTo>
                <a:cubicBezTo>
                  <a:pt x="18655" y="9276"/>
                  <a:pt x="18214" y="8836"/>
                  <a:pt x="17673" y="8836"/>
                </a:cubicBezTo>
                <a:moveTo>
                  <a:pt x="14727" y="8836"/>
                </a:moveTo>
                <a:cubicBezTo>
                  <a:pt x="14186" y="8836"/>
                  <a:pt x="13745" y="9276"/>
                  <a:pt x="13745" y="9818"/>
                </a:cubicBezTo>
                <a:cubicBezTo>
                  <a:pt x="13745" y="10360"/>
                  <a:pt x="14186" y="10800"/>
                  <a:pt x="14727" y="10800"/>
                </a:cubicBezTo>
                <a:cubicBezTo>
                  <a:pt x="15269" y="10800"/>
                  <a:pt x="15709" y="10360"/>
                  <a:pt x="15709" y="9818"/>
                </a:cubicBezTo>
                <a:cubicBezTo>
                  <a:pt x="15709" y="9276"/>
                  <a:pt x="15269" y="8836"/>
                  <a:pt x="14727" y="8836"/>
                </a:cubicBezTo>
                <a:moveTo>
                  <a:pt x="7364" y="16691"/>
                </a:moveTo>
                <a:lnTo>
                  <a:pt x="12273" y="16691"/>
                </a:lnTo>
                <a:cubicBezTo>
                  <a:pt x="12544" y="16691"/>
                  <a:pt x="12764" y="16472"/>
                  <a:pt x="12764" y="16200"/>
                </a:cubicBezTo>
                <a:cubicBezTo>
                  <a:pt x="12764" y="15929"/>
                  <a:pt x="12544" y="15709"/>
                  <a:pt x="12273" y="15709"/>
                </a:cubicBezTo>
                <a:lnTo>
                  <a:pt x="7364" y="15709"/>
                </a:lnTo>
                <a:cubicBezTo>
                  <a:pt x="7092" y="15709"/>
                  <a:pt x="6873" y="15929"/>
                  <a:pt x="6873" y="16200"/>
                </a:cubicBezTo>
                <a:cubicBezTo>
                  <a:pt x="6873" y="16472"/>
                  <a:pt x="7092" y="16691"/>
                  <a:pt x="7364" y="16691"/>
                </a:cubicBezTo>
                <a:moveTo>
                  <a:pt x="7364" y="18655"/>
                </a:move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7893"/>
                  <a:pt x="14508" y="17673"/>
                  <a:pt x="14236" y="17673"/>
                </a:cubicBezTo>
                <a:lnTo>
                  <a:pt x="7364" y="17673"/>
                </a:lnTo>
                <a:cubicBezTo>
                  <a:pt x="7092" y="17673"/>
                  <a:pt x="6873" y="17893"/>
                  <a:pt x="6873" y="18164"/>
                </a:cubicBezTo>
                <a:cubicBezTo>
                  <a:pt x="6873" y="18435"/>
                  <a:pt x="7092" y="18655"/>
                  <a:pt x="7364" y="1865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3" name="Shape 2683"/>
          <p:cNvSpPr/>
          <p:nvPr/>
        </p:nvSpPr>
        <p:spPr>
          <a:xfrm>
            <a:off x="7135920" y="1069920"/>
            <a:ext cx="152280" cy="209520"/>
          </a:xfrm>
          <a:custGeom>
            <a:avLst/>
            <a:gdLst/>
            <a:ahLst/>
            <a:rect l="l" t="t" r="r" b="b"/>
            <a:pathLst>
              <a:path w="21505" h="21528">
                <a:moveTo>
                  <a:pt x="13441" y="9294"/>
                </a:moveTo>
                <a:lnTo>
                  <a:pt x="13441" y="9784"/>
                </a:lnTo>
                <a:lnTo>
                  <a:pt x="1344" y="9784"/>
                </a:lnTo>
                <a:lnTo>
                  <a:pt x="1344" y="9294"/>
                </a:lnTo>
                <a:cubicBezTo>
                  <a:pt x="1344" y="7028"/>
                  <a:pt x="3696" y="5163"/>
                  <a:pt x="6720" y="4919"/>
                </a:cubicBezTo>
                <a:lnTo>
                  <a:pt x="6720" y="9784"/>
                </a:lnTo>
                <a:lnTo>
                  <a:pt x="8065" y="9784"/>
                </a:lnTo>
                <a:lnTo>
                  <a:pt x="8065" y="4919"/>
                </a:lnTo>
                <a:cubicBezTo>
                  <a:pt x="11089" y="5163"/>
                  <a:pt x="13441" y="7028"/>
                  <a:pt x="13441" y="9294"/>
                </a:cubicBezTo>
                <a:moveTo>
                  <a:pt x="13441" y="16145"/>
                </a:moveTo>
                <a:cubicBezTo>
                  <a:pt x="13441" y="18578"/>
                  <a:pt x="10733" y="20549"/>
                  <a:pt x="7393" y="20549"/>
                </a:cubicBezTo>
                <a:cubicBezTo>
                  <a:pt x="4052" y="20549"/>
                  <a:pt x="1344" y="18578"/>
                  <a:pt x="1344" y="16145"/>
                </a:cubicBezTo>
                <a:lnTo>
                  <a:pt x="1344" y="10762"/>
                </a:lnTo>
                <a:lnTo>
                  <a:pt x="13441" y="10762"/>
                </a:lnTo>
                <a:cubicBezTo>
                  <a:pt x="13441" y="10762"/>
                  <a:pt x="13441" y="16145"/>
                  <a:pt x="13441" y="16145"/>
                </a:cubicBezTo>
                <a:close/>
                <a:moveTo>
                  <a:pt x="21134" y="48"/>
                </a:moveTo>
                <a:cubicBezTo>
                  <a:pt x="20801" y="-72"/>
                  <a:pt x="20436" y="41"/>
                  <a:pt x="20232" y="268"/>
                </a:cubicBezTo>
                <a:cubicBezTo>
                  <a:pt x="18723" y="1944"/>
                  <a:pt x="16716" y="3504"/>
                  <a:pt x="13069" y="2006"/>
                </a:cubicBezTo>
                <a:cubicBezTo>
                  <a:pt x="10993" y="1153"/>
                  <a:pt x="9603" y="1431"/>
                  <a:pt x="8642" y="1862"/>
                </a:cubicBezTo>
                <a:cubicBezTo>
                  <a:pt x="7655" y="2307"/>
                  <a:pt x="6969" y="3089"/>
                  <a:pt x="6778" y="3935"/>
                </a:cubicBezTo>
                <a:cubicBezTo>
                  <a:pt x="2984" y="4162"/>
                  <a:pt x="0" y="6473"/>
                  <a:pt x="0" y="9294"/>
                </a:cubicBezTo>
                <a:lnTo>
                  <a:pt x="0" y="16145"/>
                </a:lnTo>
                <a:cubicBezTo>
                  <a:pt x="0" y="19118"/>
                  <a:pt x="3310" y="21528"/>
                  <a:pt x="7393" y="21528"/>
                </a:cubicBezTo>
                <a:cubicBezTo>
                  <a:pt x="11475" y="21528"/>
                  <a:pt x="14785" y="19118"/>
                  <a:pt x="14785" y="16145"/>
                </a:cubicBezTo>
                <a:lnTo>
                  <a:pt x="14785" y="9294"/>
                </a:lnTo>
                <a:cubicBezTo>
                  <a:pt x="14785" y="6507"/>
                  <a:pt x="11875" y="4215"/>
                  <a:pt x="8146" y="3940"/>
                </a:cubicBezTo>
                <a:cubicBezTo>
                  <a:pt x="8301" y="3479"/>
                  <a:pt x="8690" y="2991"/>
                  <a:pt x="9348" y="2695"/>
                </a:cubicBezTo>
                <a:cubicBezTo>
                  <a:pt x="10308" y="2263"/>
                  <a:pt x="10946" y="2328"/>
                  <a:pt x="12468" y="2882"/>
                </a:cubicBezTo>
                <a:cubicBezTo>
                  <a:pt x="15022" y="3811"/>
                  <a:pt x="16657" y="3572"/>
                  <a:pt x="17947" y="3206"/>
                </a:cubicBezTo>
                <a:cubicBezTo>
                  <a:pt x="19526" y="2759"/>
                  <a:pt x="20650" y="1847"/>
                  <a:pt x="21434" y="705"/>
                </a:cubicBezTo>
                <a:cubicBezTo>
                  <a:pt x="21600" y="463"/>
                  <a:pt x="21466" y="170"/>
                  <a:pt x="21134" y="48"/>
                </a:cubicBezTo>
                <a:moveTo>
                  <a:pt x="7393" y="18592"/>
                </a:moveTo>
                <a:cubicBezTo>
                  <a:pt x="8134" y="18592"/>
                  <a:pt x="8737" y="18153"/>
                  <a:pt x="8737" y="17613"/>
                </a:cubicBezTo>
                <a:cubicBezTo>
                  <a:pt x="8737" y="17073"/>
                  <a:pt x="8134" y="16635"/>
                  <a:pt x="7393" y="16635"/>
                </a:cubicBezTo>
                <a:cubicBezTo>
                  <a:pt x="6650" y="16635"/>
                  <a:pt x="6048" y="17073"/>
                  <a:pt x="6048" y="17613"/>
                </a:cubicBezTo>
                <a:cubicBezTo>
                  <a:pt x="6048" y="18153"/>
                  <a:pt x="6650" y="18592"/>
                  <a:pt x="7393" y="1859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4" name="Shape 2684"/>
          <p:cNvSpPr/>
          <p:nvPr/>
        </p:nvSpPr>
        <p:spPr>
          <a:xfrm>
            <a:off x="7507440" y="1069920"/>
            <a:ext cx="209520" cy="209520"/>
          </a:xfrm>
          <a:custGeom>
            <a:avLst/>
            <a:gdLst/>
            <a:ahLst/>
            <a:rect l="l" t="t" r="r" b="b"/>
            <a:pathLst>
              <a:path w="21600" h="21540">
                <a:moveTo>
                  <a:pt x="4418" y="19095"/>
                </a:moveTo>
                <a:lnTo>
                  <a:pt x="5400" y="19095"/>
                </a:lnTo>
                <a:lnTo>
                  <a:pt x="5400" y="18117"/>
                </a:lnTo>
                <a:lnTo>
                  <a:pt x="4418" y="18117"/>
                </a:lnTo>
                <a:cubicBezTo>
                  <a:pt x="4418" y="18117"/>
                  <a:pt x="4418" y="19095"/>
                  <a:pt x="4418" y="19095"/>
                </a:cubicBezTo>
                <a:close/>
                <a:moveTo>
                  <a:pt x="6382" y="16160"/>
                </a:moveTo>
                <a:lnTo>
                  <a:pt x="5400" y="16160"/>
                </a:lnTo>
                <a:lnTo>
                  <a:pt x="5400" y="17139"/>
                </a:lnTo>
                <a:lnTo>
                  <a:pt x="6382" y="17139"/>
                </a:lnTo>
                <a:cubicBezTo>
                  <a:pt x="6382" y="17139"/>
                  <a:pt x="6382" y="16160"/>
                  <a:pt x="6382" y="16160"/>
                </a:cubicBezTo>
                <a:close/>
                <a:moveTo>
                  <a:pt x="2455" y="19095"/>
                </a:moveTo>
                <a:lnTo>
                  <a:pt x="3436" y="19095"/>
                </a:lnTo>
                <a:lnTo>
                  <a:pt x="3436" y="18117"/>
                </a:lnTo>
                <a:lnTo>
                  <a:pt x="2455" y="18117"/>
                </a:lnTo>
                <a:cubicBezTo>
                  <a:pt x="2455" y="18117"/>
                  <a:pt x="2455" y="19095"/>
                  <a:pt x="2455" y="19095"/>
                </a:cubicBezTo>
                <a:close/>
                <a:moveTo>
                  <a:pt x="4418" y="16160"/>
                </a:moveTo>
                <a:lnTo>
                  <a:pt x="2455" y="16160"/>
                </a:lnTo>
                <a:lnTo>
                  <a:pt x="2455" y="17139"/>
                </a:lnTo>
                <a:lnTo>
                  <a:pt x="4418" y="17139"/>
                </a:lnTo>
                <a:cubicBezTo>
                  <a:pt x="4418" y="17139"/>
                  <a:pt x="4418" y="16160"/>
                  <a:pt x="4418" y="16160"/>
                </a:cubicBezTo>
                <a:close/>
                <a:moveTo>
                  <a:pt x="3436" y="12248"/>
                </a:moveTo>
                <a:lnTo>
                  <a:pt x="2455" y="12248"/>
                </a:lnTo>
                <a:lnTo>
                  <a:pt x="2455" y="13226"/>
                </a:lnTo>
                <a:lnTo>
                  <a:pt x="3436" y="13226"/>
                </a:lnTo>
                <a:cubicBezTo>
                  <a:pt x="3436" y="13226"/>
                  <a:pt x="3436" y="12248"/>
                  <a:pt x="3436" y="12248"/>
                </a:cubicBezTo>
                <a:close/>
                <a:moveTo>
                  <a:pt x="3436" y="14204"/>
                </a:moveTo>
                <a:lnTo>
                  <a:pt x="2455" y="14204"/>
                </a:lnTo>
                <a:lnTo>
                  <a:pt x="2455" y="15182"/>
                </a:lnTo>
                <a:lnTo>
                  <a:pt x="3436" y="15182"/>
                </a:lnTo>
                <a:cubicBezTo>
                  <a:pt x="3436" y="15182"/>
                  <a:pt x="3436" y="14204"/>
                  <a:pt x="3436" y="14204"/>
                </a:cubicBezTo>
                <a:close/>
                <a:moveTo>
                  <a:pt x="6382" y="19095"/>
                </a:moveTo>
                <a:lnTo>
                  <a:pt x="13255" y="19095"/>
                </a:lnTo>
                <a:lnTo>
                  <a:pt x="13255" y="18117"/>
                </a:lnTo>
                <a:lnTo>
                  <a:pt x="6382" y="18117"/>
                </a:lnTo>
                <a:cubicBezTo>
                  <a:pt x="6382" y="18117"/>
                  <a:pt x="6382" y="19095"/>
                  <a:pt x="6382" y="19095"/>
                </a:cubicBezTo>
                <a:close/>
                <a:moveTo>
                  <a:pt x="18164" y="15182"/>
                </a:moveTo>
                <a:lnTo>
                  <a:pt x="19145" y="15182"/>
                </a:lnTo>
                <a:lnTo>
                  <a:pt x="19145" y="14204"/>
                </a:lnTo>
                <a:lnTo>
                  <a:pt x="18164" y="14204"/>
                </a:lnTo>
                <a:cubicBezTo>
                  <a:pt x="18164" y="14204"/>
                  <a:pt x="18164" y="15182"/>
                  <a:pt x="18164" y="15182"/>
                </a:cubicBezTo>
                <a:close/>
                <a:moveTo>
                  <a:pt x="5400" y="14204"/>
                </a:moveTo>
                <a:lnTo>
                  <a:pt x="4418" y="14204"/>
                </a:lnTo>
                <a:lnTo>
                  <a:pt x="4418" y="15182"/>
                </a:lnTo>
                <a:lnTo>
                  <a:pt x="5400" y="15182"/>
                </a:lnTo>
                <a:cubicBezTo>
                  <a:pt x="5400" y="15182"/>
                  <a:pt x="5400" y="14204"/>
                  <a:pt x="5400" y="14204"/>
                </a:cubicBezTo>
                <a:close/>
                <a:moveTo>
                  <a:pt x="14236" y="16160"/>
                </a:moveTo>
                <a:lnTo>
                  <a:pt x="13255" y="16160"/>
                </a:lnTo>
                <a:lnTo>
                  <a:pt x="13255" y="17139"/>
                </a:lnTo>
                <a:lnTo>
                  <a:pt x="14236" y="17139"/>
                </a:lnTo>
                <a:cubicBezTo>
                  <a:pt x="14236" y="17139"/>
                  <a:pt x="14236" y="16160"/>
                  <a:pt x="14236" y="16160"/>
                </a:cubicBezTo>
                <a:close/>
                <a:moveTo>
                  <a:pt x="20618" y="19584"/>
                </a:moveTo>
                <a:cubicBezTo>
                  <a:pt x="20618" y="20124"/>
                  <a:pt x="20178" y="20562"/>
                  <a:pt x="19636" y="20562"/>
                </a:cubicBezTo>
                <a:lnTo>
                  <a:pt x="1964" y="20562"/>
                </a:lnTo>
                <a:cubicBezTo>
                  <a:pt x="1421" y="20562"/>
                  <a:pt x="982" y="20124"/>
                  <a:pt x="982" y="19584"/>
                </a:cubicBezTo>
                <a:lnTo>
                  <a:pt x="982" y="11759"/>
                </a:lnTo>
                <a:cubicBezTo>
                  <a:pt x="982" y="11219"/>
                  <a:pt x="1421" y="10781"/>
                  <a:pt x="1964" y="10781"/>
                </a:cubicBezTo>
                <a:lnTo>
                  <a:pt x="19636" y="10781"/>
                </a:lnTo>
                <a:cubicBezTo>
                  <a:pt x="20178" y="10781"/>
                  <a:pt x="20618" y="11219"/>
                  <a:pt x="20618" y="11759"/>
                </a:cubicBezTo>
                <a:cubicBezTo>
                  <a:pt x="20618" y="11759"/>
                  <a:pt x="20618" y="19584"/>
                  <a:pt x="20618" y="19584"/>
                </a:cubicBezTo>
                <a:close/>
                <a:moveTo>
                  <a:pt x="19636" y="9803"/>
                </a:moveTo>
                <a:lnTo>
                  <a:pt x="10965" y="9803"/>
                </a:lnTo>
                <a:cubicBezTo>
                  <a:pt x="10831" y="9456"/>
                  <a:pt x="10774" y="9056"/>
                  <a:pt x="10870" y="8651"/>
                </a:cubicBezTo>
                <a:cubicBezTo>
                  <a:pt x="11059" y="7853"/>
                  <a:pt x="11782" y="7224"/>
                  <a:pt x="12961" y="6833"/>
                </a:cubicBezTo>
                <a:cubicBezTo>
                  <a:pt x="14940" y="6175"/>
                  <a:pt x="15841" y="4938"/>
                  <a:pt x="16249" y="4015"/>
                </a:cubicBezTo>
                <a:cubicBezTo>
                  <a:pt x="16747" y="2886"/>
                  <a:pt x="16801" y="1546"/>
                  <a:pt x="16396" y="335"/>
                </a:cubicBezTo>
                <a:cubicBezTo>
                  <a:pt x="16310" y="79"/>
                  <a:pt x="16032" y="-60"/>
                  <a:pt x="15774" y="25"/>
                </a:cubicBezTo>
                <a:cubicBezTo>
                  <a:pt x="15517" y="112"/>
                  <a:pt x="15378" y="388"/>
                  <a:pt x="15464" y="644"/>
                </a:cubicBezTo>
                <a:cubicBezTo>
                  <a:pt x="16091" y="2519"/>
                  <a:pt x="15480" y="4964"/>
                  <a:pt x="12650" y="5904"/>
                </a:cubicBezTo>
                <a:cubicBezTo>
                  <a:pt x="10733" y="6542"/>
                  <a:pt x="10105" y="7627"/>
                  <a:pt x="9915" y="8427"/>
                </a:cubicBezTo>
                <a:cubicBezTo>
                  <a:pt x="9809" y="8876"/>
                  <a:pt x="9824" y="9351"/>
                  <a:pt x="9937" y="9803"/>
                </a:cubicBezTo>
                <a:lnTo>
                  <a:pt x="1964" y="9803"/>
                </a:lnTo>
                <a:cubicBezTo>
                  <a:pt x="879" y="9803"/>
                  <a:pt x="0" y="10679"/>
                  <a:pt x="0" y="11759"/>
                </a:cubicBezTo>
                <a:lnTo>
                  <a:pt x="0" y="19584"/>
                </a:lnTo>
                <a:cubicBezTo>
                  <a:pt x="0" y="20664"/>
                  <a:pt x="879" y="21540"/>
                  <a:pt x="1964" y="21540"/>
                </a:cubicBezTo>
                <a:lnTo>
                  <a:pt x="19636" y="21540"/>
                </a:lnTo>
                <a:cubicBezTo>
                  <a:pt x="20721" y="21540"/>
                  <a:pt x="21600" y="20664"/>
                  <a:pt x="21600" y="19584"/>
                </a:cubicBezTo>
                <a:lnTo>
                  <a:pt x="21600" y="11759"/>
                </a:lnTo>
                <a:cubicBezTo>
                  <a:pt x="21600" y="10679"/>
                  <a:pt x="20721" y="9803"/>
                  <a:pt x="19636" y="9803"/>
                </a:cubicBezTo>
                <a:moveTo>
                  <a:pt x="17182" y="17139"/>
                </a:moveTo>
                <a:lnTo>
                  <a:pt x="19145" y="17139"/>
                </a:lnTo>
                <a:lnTo>
                  <a:pt x="19145" y="16160"/>
                </a:lnTo>
                <a:lnTo>
                  <a:pt x="17182" y="16160"/>
                </a:lnTo>
                <a:cubicBezTo>
                  <a:pt x="17182" y="16160"/>
                  <a:pt x="17182" y="17139"/>
                  <a:pt x="17182" y="17139"/>
                </a:cubicBezTo>
                <a:close/>
                <a:moveTo>
                  <a:pt x="14236" y="19095"/>
                </a:moveTo>
                <a:lnTo>
                  <a:pt x="15218" y="19095"/>
                </a:lnTo>
                <a:lnTo>
                  <a:pt x="15218" y="18117"/>
                </a:lnTo>
                <a:lnTo>
                  <a:pt x="14236" y="18117"/>
                </a:lnTo>
                <a:cubicBezTo>
                  <a:pt x="14236" y="18117"/>
                  <a:pt x="14236" y="19095"/>
                  <a:pt x="14236" y="19095"/>
                </a:cubicBezTo>
                <a:close/>
                <a:moveTo>
                  <a:pt x="16200" y="19095"/>
                </a:moveTo>
                <a:lnTo>
                  <a:pt x="17182" y="19095"/>
                </a:lnTo>
                <a:lnTo>
                  <a:pt x="17182" y="18117"/>
                </a:lnTo>
                <a:lnTo>
                  <a:pt x="16200" y="18117"/>
                </a:lnTo>
                <a:cubicBezTo>
                  <a:pt x="16200" y="18117"/>
                  <a:pt x="16200" y="19095"/>
                  <a:pt x="16200" y="19095"/>
                </a:cubicBezTo>
                <a:close/>
                <a:moveTo>
                  <a:pt x="18164" y="19095"/>
                </a:moveTo>
                <a:lnTo>
                  <a:pt x="19145" y="19095"/>
                </a:lnTo>
                <a:lnTo>
                  <a:pt x="19145" y="18117"/>
                </a:lnTo>
                <a:lnTo>
                  <a:pt x="18164" y="18117"/>
                </a:lnTo>
                <a:cubicBezTo>
                  <a:pt x="18164" y="18117"/>
                  <a:pt x="18164" y="19095"/>
                  <a:pt x="18164" y="19095"/>
                </a:cubicBezTo>
                <a:close/>
                <a:moveTo>
                  <a:pt x="16200" y="16160"/>
                </a:moveTo>
                <a:lnTo>
                  <a:pt x="15218" y="16160"/>
                </a:lnTo>
                <a:lnTo>
                  <a:pt x="15218" y="17139"/>
                </a:lnTo>
                <a:lnTo>
                  <a:pt x="16200" y="17139"/>
                </a:lnTo>
                <a:cubicBezTo>
                  <a:pt x="16200" y="17139"/>
                  <a:pt x="16200" y="16160"/>
                  <a:pt x="16200" y="16160"/>
                </a:cubicBezTo>
                <a:close/>
                <a:moveTo>
                  <a:pt x="18164" y="13226"/>
                </a:moveTo>
                <a:lnTo>
                  <a:pt x="19145" y="13226"/>
                </a:lnTo>
                <a:lnTo>
                  <a:pt x="19145" y="12248"/>
                </a:lnTo>
                <a:lnTo>
                  <a:pt x="18164" y="12248"/>
                </a:lnTo>
                <a:cubicBezTo>
                  <a:pt x="18164" y="12248"/>
                  <a:pt x="18164" y="13226"/>
                  <a:pt x="18164" y="13226"/>
                </a:cubicBezTo>
                <a:close/>
                <a:moveTo>
                  <a:pt x="13255" y="12248"/>
                </a:moveTo>
                <a:lnTo>
                  <a:pt x="12273" y="12248"/>
                </a:lnTo>
                <a:lnTo>
                  <a:pt x="12273" y="13226"/>
                </a:lnTo>
                <a:lnTo>
                  <a:pt x="13255" y="13226"/>
                </a:lnTo>
                <a:cubicBezTo>
                  <a:pt x="13255" y="13226"/>
                  <a:pt x="13255" y="12248"/>
                  <a:pt x="13255" y="12248"/>
                </a:cubicBezTo>
                <a:close/>
                <a:moveTo>
                  <a:pt x="13255" y="14204"/>
                </a:moveTo>
                <a:lnTo>
                  <a:pt x="12273" y="14204"/>
                </a:lnTo>
                <a:lnTo>
                  <a:pt x="12273" y="15182"/>
                </a:lnTo>
                <a:lnTo>
                  <a:pt x="13255" y="15182"/>
                </a:lnTo>
                <a:cubicBezTo>
                  <a:pt x="13255" y="15182"/>
                  <a:pt x="13255" y="14204"/>
                  <a:pt x="13255" y="14204"/>
                </a:cubicBezTo>
                <a:close/>
                <a:moveTo>
                  <a:pt x="15218" y="14204"/>
                </a:moveTo>
                <a:lnTo>
                  <a:pt x="14236" y="14204"/>
                </a:lnTo>
                <a:lnTo>
                  <a:pt x="14236" y="15182"/>
                </a:lnTo>
                <a:lnTo>
                  <a:pt x="15218" y="15182"/>
                </a:lnTo>
                <a:cubicBezTo>
                  <a:pt x="15218" y="15182"/>
                  <a:pt x="15218" y="14204"/>
                  <a:pt x="15218" y="14204"/>
                </a:cubicBezTo>
                <a:close/>
                <a:moveTo>
                  <a:pt x="17182" y="14204"/>
                </a:moveTo>
                <a:lnTo>
                  <a:pt x="16200" y="14204"/>
                </a:lnTo>
                <a:lnTo>
                  <a:pt x="16200" y="15182"/>
                </a:lnTo>
                <a:lnTo>
                  <a:pt x="17182" y="15182"/>
                </a:lnTo>
                <a:cubicBezTo>
                  <a:pt x="17182" y="15182"/>
                  <a:pt x="17182" y="14204"/>
                  <a:pt x="17182" y="14204"/>
                </a:cubicBezTo>
                <a:close/>
                <a:moveTo>
                  <a:pt x="15218" y="12248"/>
                </a:moveTo>
                <a:lnTo>
                  <a:pt x="14236" y="12248"/>
                </a:lnTo>
                <a:lnTo>
                  <a:pt x="14236" y="13226"/>
                </a:lnTo>
                <a:lnTo>
                  <a:pt x="15218" y="13226"/>
                </a:lnTo>
                <a:cubicBezTo>
                  <a:pt x="15218" y="13226"/>
                  <a:pt x="15218" y="12248"/>
                  <a:pt x="15218" y="12248"/>
                </a:cubicBezTo>
                <a:close/>
                <a:moveTo>
                  <a:pt x="17182" y="12248"/>
                </a:moveTo>
                <a:lnTo>
                  <a:pt x="16200" y="12248"/>
                </a:lnTo>
                <a:lnTo>
                  <a:pt x="16200" y="13226"/>
                </a:lnTo>
                <a:lnTo>
                  <a:pt x="17182" y="13226"/>
                </a:lnTo>
                <a:cubicBezTo>
                  <a:pt x="17182" y="13226"/>
                  <a:pt x="17182" y="12248"/>
                  <a:pt x="17182" y="12248"/>
                </a:cubicBezTo>
                <a:close/>
                <a:moveTo>
                  <a:pt x="11291" y="12248"/>
                </a:moveTo>
                <a:lnTo>
                  <a:pt x="10309" y="12248"/>
                </a:lnTo>
                <a:lnTo>
                  <a:pt x="10309" y="13226"/>
                </a:lnTo>
                <a:lnTo>
                  <a:pt x="11291" y="13226"/>
                </a:lnTo>
                <a:cubicBezTo>
                  <a:pt x="11291" y="13226"/>
                  <a:pt x="11291" y="12248"/>
                  <a:pt x="11291" y="12248"/>
                </a:cubicBezTo>
                <a:close/>
                <a:moveTo>
                  <a:pt x="5400" y="12248"/>
                </a:moveTo>
                <a:lnTo>
                  <a:pt x="4418" y="12248"/>
                </a:lnTo>
                <a:lnTo>
                  <a:pt x="4418" y="13226"/>
                </a:lnTo>
                <a:lnTo>
                  <a:pt x="5400" y="13226"/>
                </a:lnTo>
                <a:cubicBezTo>
                  <a:pt x="5400" y="13226"/>
                  <a:pt x="5400" y="12248"/>
                  <a:pt x="5400" y="12248"/>
                </a:cubicBezTo>
                <a:close/>
                <a:moveTo>
                  <a:pt x="7364" y="17139"/>
                </a:moveTo>
                <a:lnTo>
                  <a:pt x="8345" y="17139"/>
                </a:lnTo>
                <a:lnTo>
                  <a:pt x="8345" y="16160"/>
                </a:lnTo>
                <a:lnTo>
                  <a:pt x="7364" y="16160"/>
                </a:lnTo>
                <a:cubicBezTo>
                  <a:pt x="7364" y="16160"/>
                  <a:pt x="7364" y="17139"/>
                  <a:pt x="7364" y="17139"/>
                </a:cubicBezTo>
                <a:close/>
                <a:moveTo>
                  <a:pt x="7364" y="14204"/>
                </a:moveTo>
                <a:lnTo>
                  <a:pt x="6382" y="14204"/>
                </a:lnTo>
                <a:lnTo>
                  <a:pt x="6382" y="15182"/>
                </a:lnTo>
                <a:lnTo>
                  <a:pt x="7364" y="15182"/>
                </a:lnTo>
                <a:cubicBezTo>
                  <a:pt x="7364" y="15182"/>
                  <a:pt x="7364" y="14204"/>
                  <a:pt x="7364" y="14204"/>
                </a:cubicBezTo>
                <a:close/>
                <a:moveTo>
                  <a:pt x="7364" y="12248"/>
                </a:moveTo>
                <a:lnTo>
                  <a:pt x="6382" y="12248"/>
                </a:lnTo>
                <a:lnTo>
                  <a:pt x="6382" y="13226"/>
                </a:lnTo>
                <a:lnTo>
                  <a:pt x="7364" y="13226"/>
                </a:lnTo>
                <a:cubicBezTo>
                  <a:pt x="7364" y="13226"/>
                  <a:pt x="7364" y="12248"/>
                  <a:pt x="7364" y="12248"/>
                </a:cubicBezTo>
                <a:close/>
                <a:moveTo>
                  <a:pt x="9327" y="14204"/>
                </a:moveTo>
                <a:lnTo>
                  <a:pt x="8345" y="14204"/>
                </a:lnTo>
                <a:lnTo>
                  <a:pt x="8345" y="15182"/>
                </a:lnTo>
                <a:lnTo>
                  <a:pt x="9327" y="15182"/>
                </a:lnTo>
                <a:cubicBezTo>
                  <a:pt x="9327" y="15182"/>
                  <a:pt x="9327" y="14204"/>
                  <a:pt x="9327" y="14204"/>
                </a:cubicBezTo>
                <a:close/>
                <a:moveTo>
                  <a:pt x="11291" y="14204"/>
                </a:moveTo>
                <a:lnTo>
                  <a:pt x="10309" y="14204"/>
                </a:lnTo>
                <a:lnTo>
                  <a:pt x="10309" y="15182"/>
                </a:lnTo>
                <a:lnTo>
                  <a:pt x="11291" y="15182"/>
                </a:lnTo>
                <a:cubicBezTo>
                  <a:pt x="11291" y="15182"/>
                  <a:pt x="11291" y="14204"/>
                  <a:pt x="11291" y="14204"/>
                </a:cubicBezTo>
                <a:close/>
                <a:moveTo>
                  <a:pt x="9327" y="12248"/>
                </a:moveTo>
                <a:lnTo>
                  <a:pt x="8345" y="12248"/>
                </a:lnTo>
                <a:lnTo>
                  <a:pt x="8345" y="13226"/>
                </a:lnTo>
                <a:lnTo>
                  <a:pt x="9327" y="13226"/>
                </a:lnTo>
                <a:cubicBezTo>
                  <a:pt x="9327" y="13226"/>
                  <a:pt x="9327" y="12248"/>
                  <a:pt x="9327" y="12248"/>
                </a:cubicBezTo>
                <a:close/>
                <a:moveTo>
                  <a:pt x="11291" y="17139"/>
                </a:moveTo>
                <a:lnTo>
                  <a:pt x="12273" y="17139"/>
                </a:lnTo>
                <a:lnTo>
                  <a:pt x="12273" y="16160"/>
                </a:lnTo>
                <a:lnTo>
                  <a:pt x="11291" y="16160"/>
                </a:lnTo>
                <a:cubicBezTo>
                  <a:pt x="11291" y="16160"/>
                  <a:pt x="11291" y="17139"/>
                  <a:pt x="11291" y="17139"/>
                </a:cubicBezTo>
                <a:close/>
                <a:moveTo>
                  <a:pt x="9327" y="17139"/>
                </a:moveTo>
                <a:lnTo>
                  <a:pt x="10309" y="17139"/>
                </a:lnTo>
                <a:lnTo>
                  <a:pt x="10309" y="16160"/>
                </a:lnTo>
                <a:lnTo>
                  <a:pt x="9327" y="16160"/>
                </a:lnTo>
                <a:cubicBezTo>
                  <a:pt x="9327" y="16160"/>
                  <a:pt x="9327" y="17139"/>
                  <a:pt x="9327" y="1713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" name="Shape 2685"/>
          <p:cNvSpPr/>
          <p:nvPr/>
        </p:nvSpPr>
        <p:spPr>
          <a:xfrm>
            <a:off x="7907400" y="10699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9145"/>
                </a:moveTo>
                <a:cubicBezTo>
                  <a:pt x="20618" y="19959"/>
                  <a:pt x="19959" y="20618"/>
                  <a:pt x="19145" y="20618"/>
                </a:cubicBezTo>
                <a:cubicBezTo>
                  <a:pt x="18332" y="20618"/>
                  <a:pt x="17673" y="19959"/>
                  <a:pt x="17673" y="19145"/>
                </a:cubicBezTo>
                <a:lnTo>
                  <a:pt x="17673" y="14236"/>
                </a:lnTo>
                <a:cubicBezTo>
                  <a:pt x="17673" y="13424"/>
                  <a:pt x="18332" y="12764"/>
                  <a:pt x="19145" y="12764"/>
                </a:cubicBezTo>
                <a:cubicBezTo>
                  <a:pt x="19959" y="12764"/>
                  <a:pt x="20618" y="13424"/>
                  <a:pt x="20618" y="14236"/>
                </a:cubicBezTo>
                <a:cubicBezTo>
                  <a:pt x="20618" y="14236"/>
                  <a:pt x="20618" y="19145"/>
                  <a:pt x="20618" y="19145"/>
                </a:cubicBezTo>
                <a:close/>
                <a:moveTo>
                  <a:pt x="3927" y="14236"/>
                </a:moveTo>
                <a:lnTo>
                  <a:pt x="3927" y="19145"/>
                </a:lnTo>
                <a:cubicBezTo>
                  <a:pt x="3927" y="19959"/>
                  <a:pt x="3268" y="20618"/>
                  <a:pt x="2455" y="20618"/>
                </a:cubicBezTo>
                <a:cubicBezTo>
                  <a:pt x="1641" y="20618"/>
                  <a:pt x="982" y="19959"/>
                  <a:pt x="982" y="19145"/>
                </a:cubicBezTo>
                <a:lnTo>
                  <a:pt x="982" y="14236"/>
                </a:lnTo>
                <a:cubicBezTo>
                  <a:pt x="982" y="13424"/>
                  <a:pt x="1641" y="12764"/>
                  <a:pt x="2455" y="12764"/>
                </a:cubicBezTo>
                <a:cubicBezTo>
                  <a:pt x="3268" y="12764"/>
                  <a:pt x="3927" y="13424"/>
                  <a:pt x="3927" y="14236"/>
                </a:cubicBezTo>
                <a:moveTo>
                  <a:pt x="19636" y="11831"/>
                </a:moveTo>
                <a:lnTo>
                  <a:pt x="19636" y="5891"/>
                </a:lnTo>
                <a:cubicBezTo>
                  <a:pt x="19636" y="2638"/>
                  <a:pt x="16999" y="0"/>
                  <a:pt x="13745" y="0"/>
                </a:cubicBezTo>
                <a:lnTo>
                  <a:pt x="7855" y="0"/>
                </a:lnTo>
                <a:cubicBezTo>
                  <a:pt x="4601" y="0"/>
                  <a:pt x="1964" y="2638"/>
                  <a:pt x="1964" y="5891"/>
                </a:cubicBezTo>
                <a:lnTo>
                  <a:pt x="1964" y="11831"/>
                </a:lnTo>
                <a:cubicBezTo>
                  <a:pt x="843" y="12059"/>
                  <a:pt x="0" y="13049"/>
                  <a:pt x="0" y="14236"/>
                </a:cubicBezTo>
                <a:lnTo>
                  <a:pt x="0" y="19145"/>
                </a:lnTo>
                <a:cubicBezTo>
                  <a:pt x="0" y="20501"/>
                  <a:pt x="1099" y="21600"/>
                  <a:pt x="2455" y="21600"/>
                </a:cubicBezTo>
                <a:cubicBezTo>
                  <a:pt x="3810" y="21600"/>
                  <a:pt x="4909" y="20501"/>
                  <a:pt x="4909" y="19145"/>
                </a:cubicBezTo>
                <a:lnTo>
                  <a:pt x="4909" y="14236"/>
                </a:lnTo>
                <a:cubicBezTo>
                  <a:pt x="4909" y="13049"/>
                  <a:pt x="4066" y="12059"/>
                  <a:pt x="2945" y="11831"/>
                </a:cubicBezTo>
                <a:lnTo>
                  <a:pt x="2945" y="5891"/>
                </a:lnTo>
                <a:cubicBezTo>
                  <a:pt x="2945" y="3180"/>
                  <a:pt x="5144" y="982"/>
                  <a:pt x="7855" y="982"/>
                </a:cubicBezTo>
                <a:lnTo>
                  <a:pt x="13745" y="982"/>
                </a:lnTo>
                <a:cubicBezTo>
                  <a:pt x="16457" y="982"/>
                  <a:pt x="18655" y="3180"/>
                  <a:pt x="18655" y="5891"/>
                </a:cubicBezTo>
                <a:lnTo>
                  <a:pt x="18655" y="11831"/>
                </a:lnTo>
                <a:cubicBezTo>
                  <a:pt x="17534" y="12059"/>
                  <a:pt x="16691" y="13049"/>
                  <a:pt x="16691" y="14236"/>
                </a:cubicBezTo>
                <a:lnTo>
                  <a:pt x="16691" y="19145"/>
                </a:lnTo>
                <a:cubicBezTo>
                  <a:pt x="16691" y="20501"/>
                  <a:pt x="17790" y="21600"/>
                  <a:pt x="19145" y="21600"/>
                </a:cubicBezTo>
                <a:cubicBezTo>
                  <a:pt x="20501" y="21600"/>
                  <a:pt x="21600" y="20501"/>
                  <a:pt x="21600" y="19145"/>
                </a:cubicBezTo>
                <a:lnTo>
                  <a:pt x="21600" y="14236"/>
                </a:lnTo>
                <a:cubicBezTo>
                  <a:pt x="21600" y="13049"/>
                  <a:pt x="20757" y="12059"/>
                  <a:pt x="19636" y="1183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6" name="Shape 2686"/>
          <p:cNvSpPr/>
          <p:nvPr/>
        </p:nvSpPr>
        <p:spPr>
          <a:xfrm>
            <a:off x="8307360" y="10699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7673"/>
                </a:moveTo>
                <a:cubicBezTo>
                  <a:pt x="20618" y="18215"/>
                  <a:pt x="20178" y="18655"/>
                  <a:pt x="19636" y="18655"/>
                </a:cubicBezTo>
                <a:lnTo>
                  <a:pt x="19636" y="14727"/>
                </a:lnTo>
                <a:cubicBezTo>
                  <a:pt x="20178" y="14727"/>
                  <a:pt x="20618" y="15167"/>
                  <a:pt x="20618" y="15709"/>
                </a:cubicBezTo>
                <a:cubicBezTo>
                  <a:pt x="20618" y="15709"/>
                  <a:pt x="20618" y="17673"/>
                  <a:pt x="20618" y="17673"/>
                </a:cubicBezTo>
                <a:close/>
                <a:moveTo>
                  <a:pt x="18655" y="19145"/>
                </a:moveTo>
                <a:cubicBezTo>
                  <a:pt x="18655" y="19959"/>
                  <a:pt x="17995" y="20618"/>
                  <a:pt x="17182" y="20618"/>
                </a:cubicBezTo>
                <a:cubicBezTo>
                  <a:pt x="16368" y="20618"/>
                  <a:pt x="15709" y="19959"/>
                  <a:pt x="15709" y="19145"/>
                </a:cubicBezTo>
                <a:lnTo>
                  <a:pt x="15709" y="14236"/>
                </a:lnTo>
                <a:cubicBezTo>
                  <a:pt x="15709" y="13424"/>
                  <a:pt x="16368" y="12764"/>
                  <a:pt x="17182" y="12764"/>
                </a:cubicBezTo>
                <a:cubicBezTo>
                  <a:pt x="17995" y="12764"/>
                  <a:pt x="18655" y="13424"/>
                  <a:pt x="18655" y="14236"/>
                </a:cubicBezTo>
                <a:cubicBezTo>
                  <a:pt x="18655" y="14236"/>
                  <a:pt x="18655" y="19145"/>
                  <a:pt x="18655" y="19145"/>
                </a:cubicBezTo>
                <a:close/>
                <a:moveTo>
                  <a:pt x="4418" y="12764"/>
                </a:moveTo>
                <a:cubicBezTo>
                  <a:pt x="5231" y="12764"/>
                  <a:pt x="5891" y="13424"/>
                  <a:pt x="5891" y="14236"/>
                </a:cubicBezTo>
                <a:lnTo>
                  <a:pt x="5891" y="19145"/>
                </a:lnTo>
                <a:cubicBezTo>
                  <a:pt x="5891" y="19959"/>
                  <a:pt x="5231" y="20618"/>
                  <a:pt x="4418" y="20618"/>
                </a:cubicBezTo>
                <a:cubicBezTo>
                  <a:pt x="3605" y="20618"/>
                  <a:pt x="2945" y="19959"/>
                  <a:pt x="2945" y="19145"/>
                </a:cubicBezTo>
                <a:lnTo>
                  <a:pt x="2945" y="14236"/>
                </a:lnTo>
                <a:cubicBezTo>
                  <a:pt x="2945" y="13424"/>
                  <a:pt x="3605" y="12764"/>
                  <a:pt x="4418" y="12764"/>
                </a:cubicBezTo>
                <a:moveTo>
                  <a:pt x="1964" y="18655"/>
                </a:moveTo>
                <a:cubicBezTo>
                  <a:pt x="1422" y="18655"/>
                  <a:pt x="982" y="18215"/>
                  <a:pt x="982" y="17673"/>
                </a:cubicBezTo>
                <a:lnTo>
                  <a:pt x="982" y="15709"/>
                </a:lnTo>
                <a:cubicBezTo>
                  <a:pt x="982" y="15167"/>
                  <a:pt x="1422" y="14727"/>
                  <a:pt x="1964" y="14727"/>
                </a:cubicBezTo>
                <a:cubicBezTo>
                  <a:pt x="1964" y="14727"/>
                  <a:pt x="1964" y="18655"/>
                  <a:pt x="1964" y="18655"/>
                </a:cubicBezTo>
                <a:close/>
                <a:moveTo>
                  <a:pt x="19636" y="13745"/>
                </a:moveTo>
                <a:lnTo>
                  <a:pt x="19636" y="5891"/>
                </a:lnTo>
                <a:cubicBezTo>
                  <a:pt x="19636" y="2638"/>
                  <a:pt x="16999" y="0"/>
                  <a:pt x="13745" y="0"/>
                </a:cubicBezTo>
                <a:lnTo>
                  <a:pt x="7855" y="0"/>
                </a:lnTo>
                <a:cubicBezTo>
                  <a:pt x="4601" y="0"/>
                  <a:pt x="1964" y="2638"/>
                  <a:pt x="1964" y="5891"/>
                </a:cubicBezTo>
                <a:lnTo>
                  <a:pt x="1964" y="13745"/>
                </a:lnTo>
                <a:cubicBezTo>
                  <a:pt x="879" y="13745"/>
                  <a:pt x="0" y="14625"/>
                  <a:pt x="0" y="15709"/>
                </a:cubicBezTo>
                <a:lnTo>
                  <a:pt x="0" y="17673"/>
                </a:lnTo>
                <a:cubicBezTo>
                  <a:pt x="0" y="18757"/>
                  <a:pt x="879" y="19636"/>
                  <a:pt x="1964" y="19636"/>
                </a:cubicBezTo>
                <a:lnTo>
                  <a:pt x="2013" y="19636"/>
                </a:lnTo>
                <a:cubicBezTo>
                  <a:pt x="2241" y="20757"/>
                  <a:pt x="3231" y="21600"/>
                  <a:pt x="4418" y="21600"/>
                </a:cubicBezTo>
                <a:cubicBezTo>
                  <a:pt x="5774" y="21600"/>
                  <a:pt x="6873" y="20501"/>
                  <a:pt x="6873" y="19145"/>
                </a:cubicBezTo>
                <a:lnTo>
                  <a:pt x="6873" y="14236"/>
                </a:lnTo>
                <a:cubicBezTo>
                  <a:pt x="6873" y="12881"/>
                  <a:pt x="5774" y="11782"/>
                  <a:pt x="4418" y="11782"/>
                </a:cubicBezTo>
                <a:cubicBezTo>
                  <a:pt x="3863" y="11782"/>
                  <a:pt x="3357" y="11973"/>
                  <a:pt x="2945" y="12284"/>
                </a:cubicBezTo>
                <a:lnTo>
                  <a:pt x="2945" y="5891"/>
                </a:lnTo>
                <a:cubicBezTo>
                  <a:pt x="2945" y="3180"/>
                  <a:pt x="5144" y="982"/>
                  <a:pt x="7855" y="982"/>
                </a:cubicBezTo>
                <a:lnTo>
                  <a:pt x="13745" y="982"/>
                </a:lnTo>
                <a:cubicBezTo>
                  <a:pt x="16456" y="982"/>
                  <a:pt x="18655" y="3180"/>
                  <a:pt x="18655" y="5891"/>
                </a:cubicBezTo>
                <a:lnTo>
                  <a:pt x="18655" y="12284"/>
                </a:lnTo>
                <a:cubicBezTo>
                  <a:pt x="18243" y="11973"/>
                  <a:pt x="17737" y="11782"/>
                  <a:pt x="17182" y="11782"/>
                </a:cubicBezTo>
                <a:cubicBezTo>
                  <a:pt x="15826" y="11782"/>
                  <a:pt x="14727" y="12881"/>
                  <a:pt x="14727" y="14236"/>
                </a:cubicBezTo>
                <a:lnTo>
                  <a:pt x="14727" y="19145"/>
                </a:lnTo>
                <a:cubicBezTo>
                  <a:pt x="14727" y="20501"/>
                  <a:pt x="15826" y="21600"/>
                  <a:pt x="17182" y="21600"/>
                </a:cubicBezTo>
                <a:cubicBezTo>
                  <a:pt x="18369" y="21600"/>
                  <a:pt x="19359" y="20757"/>
                  <a:pt x="19587" y="19636"/>
                </a:cubicBezTo>
                <a:lnTo>
                  <a:pt x="19636" y="19636"/>
                </a:lnTo>
                <a:cubicBezTo>
                  <a:pt x="20721" y="19636"/>
                  <a:pt x="21600" y="18757"/>
                  <a:pt x="21600" y="17673"/>
                </a:cubicBezTo>
                <a:lnTo>
                  <a:pt x="21600" y="15709"/>
                </a:lnTo>
                <a:cubicBezTo>
                  <a:pt x="21600" y="14625"/>
                  <a:pt x="20721" y="13745"/>
                  <a:pt x="19636" y="1374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7" name="Shape 2687"/>
          <p:cNvSpPr/>
          <p:nvPr/>
        </p:nvSpPr>
        <p:spPr>
          <a:xfrm>
            <a:off x="4708440" y="146988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8655" y="16200"/>
                </a:moveTo>
                <a:lnTo>
                  <a:pt x="15709" y="16200"/>
                </a:lnTo>
                <a:lnTo>
                  <a:pt x="15709" y="14727"/>
                </a:lnTo>
                <a:lnTo>
                  <a:pt x="18655" y="14727"/>
                </a:lnTo>
                <a:cubicBezTo>
                  <a:pt x="18655" y="14727"/>
                  <a:pt x="18655" y="16200"/>
                  <a:pt x="18655" y="16200"/>
                </a:cubicBezTo>
                <a:close/>
                <a:moveTo>
                  <a:pt x="18655" y="18655"/>
                </a:moveTo>
                <a:lnTo>
                  <a:pt x="15709" y="18655"/>
                </a:lnTo>
                <a:lnTo>
                  <a:pt x="15709" y="17182"/>
                </a:lnTo>
                <a:lnTo>
                  <a:pt x="18655" y="17182"/>
                </a:lnTo>
                <a:cubicBezTo>
                  <a:pt x="18655" y="17182"/>
                  <a:pt x="18655" y="18655"/>
                  <a:pt x="18655" y="18655"/>
                </a:cubicBezTo>
                <a:close/>
                <a:moveTo>
                  <a:pt x="17182" y="20618"/>
                </a:moveTo>
                <a:cubicBezTo>
                  <a:pt x="16542" y="20618"/>
                  <a:pt x="16002" y="20207"/>
                  <a:pt x="15799" y="19636"/>
                </a:cubicBezTo>
                <a:lnTo>
                  <a:pt x="18564" y="19636"/>
                </a:lnTo>
                <a:cubicBezTo>
                  <a:pt x="18361" y="20207"/>
                  <a:pt x="17822" y="20618"/>
                  <a:pt x="17182" y="20618"/>
                </a:cubicBezTo>
                <a:moveTo>
                  <a:pt x="17182" y="12764"/>
                </a:moveTo>
                <a:cubicBezTo>
                  <a:pt x="17822" y="12764"/>
                  <a:pt x="18361" y="13175"/>
                  <a:pt x="18564" y="13745"/>
                </a:cubicBezTo>
                <a:lnTo>
                  <a:pt x="15799" y="13745"/>
                </a:lnTo>
                <a:cubicBezTo>
                  <a:pt x="16002" y="13175"/>
                  <a:pt x="16542" y="12764"/>
                  <a:pt x="17182" y="12764"/>
                </a:cubicBezTo>
                <a:moveTo>
                  <a:pt x="5891" y="16200"/>
                </a:moveTo>
                <a:lnTo>
                  <a:pt x="2945" y="16200"/>
                </a:lnTo>
                <a:lnTo>
                  <a:pt x="2945" y="14727"/>
                </a:lnTo>
                <a:lnTo>
                  <a:pt x="5891" y="14727"/>
                </a:lnTo>
                <a:cubicBezTo>
                  <a:pt x="5891" y="14727"/>
                  <a:pt x="5891" y="16200"/>
                  <a:pt x="5891" y="16200"/>
                </a:cubicBezTo>
                <a:close/>
                <a:moveTo>
                  <a:pt x="4418" y="12764"/>
                </a:moveTo>
                <a:cubicBezTo>
                  <a:pt x="5058" y="12764"/>
                  <a:pt x="5598" y="13175"/>
                  <a:pt x="5801" y="13745"/>
                </a:cubicBezTo>
                <a:lnTo>
                  <a:pt x="3036" y="13745"/>
                </a:lnTo>
                <a:cubicBezTo>
                  <a:pt x="3239" y="13175"/>
                  <a:pt x="3778" y="12764"/>
                  <a:pt x="4418" y="12764"/>
                </a:cubicBezTo>
                <a:moveTo>
                  <a:pt x="5891" y="18655"/>
                </a:moveTo>
                <a:lnTo>
                  <a:pt x="2945" y="18655"/>
                </a:lnTo>
                <a:lnTo>
                  <a:pt x="2945" y="17182"/>
                </a:lnTo>
                <a:lnTo>
                  <a:pt x="5891" y="17182"/>
                </a:lnTo>
                <a:cubicBezTo>
                  <a:pt x="5891" y="17182"/>
                  <a:pt x="5891" y="18655"/>
                  <a:pt x="5891" y="18655"/>
                </a:cubicBezTo>
                <a:close/>
                <a:moveTo>
                  <a:pt x="4418" y="20618"/>
                </a:moveTo>
                <a:cubicBezTo>
                  <a:pt x="3778" y="20618"/>
                  <a:pt x="3239" y="20207"/>
                  <a:pt x="3036" y="19636"/>
                </a:cubicBezTo>
                <a:lnTo>
                  <a:pt x="5801" y="19636"/>
                </a:lnTo>
                <a:cubicBezTo>
                  <a:pt x="5598" y="20207"/>
                  <a:pt x="5058" y="20618"/>
                  <a:pt x="4418" y="20618"/>
                </a:cubicBezTo>
                <a:moveTo>
                  <a:pt x="19636" y="13745"/>
                </a:moveTo>
                <a:lnTo>
                  <a:pt x="19636" y="8836"/>
                </a:lnTo>
                <a:cubicBezTo>
                  <a:pt x="19636" y="3956"/>
                  <a:pt x="15680" y="0"/>
                  <a:pt x="10800" y="0"/>
                </a:cubicBezTo>
                <a:cubicBezTo>
                  <a:pt x="5920" y="0"/>
                  <a:pt x="1964" y="3956"/>
                  <a:pt x="1964" y="8836"/>
                </a:cubicBezTo>
                <a:lnTo>
                  <a:pt x="1964" y="13745"/>
                </a:lnTo>
                <a:cubicBezTo>
                  <a:pt x="879" y="13745"/>
                  <a:pt x="0" y="14625"/>
                  <a:pt x="0" y="15709"/>
                </a:cubicBezTo>
                <a:lnTo>
                  <a:pt x="0" y="17673"/>
                </a:lnTo>
                <a:cubicBezTo>
                  <a:pt x="0" y="18757"/>
                  <a:pt x="879" y="19636"/>
                  <a:pt x="1964" y="19636"/>
                </a:cubicBezTo>
                <a:lnTo>
                  <a:pt x="2013" y="19636"/>
                </a:lnTo>
                <a:cubicBezTo>
                  <a:pt x="2241" y="20757"/>
                  <a:pt x="3231" y="21600"/>
                  <a:pt x="4418" y="21600"/>
                </a:cubicBezTo>
                <a:cubicBezTo>
                  <a:pt x="5774" y="21600"/>
                  <a:pt x="6873" y="20501"/>
                  <a:pt x="6873" y="19145"/>
                </a:cubicBezTo>
                <a:lnTo>
                  <a:pt x="6873" y="14236"/>
                </a:lnTo>
                <a:cubicBezTo>
                  <a:pt x="6873" y="12881"/>
                  <a:pt x="5774" y="11782"/>
                  <a:pt x="4418" y="11782"/>
                </a:cubicBezTo>
                <a:cubicBezTo>
                  <a:pt x="3864" y="11782"/>
                  <a:pt x="3356" y="11971"/>
                  <a:pt x="2945" y="12282"/>
                </a:cubicBezTo>
                <a:lnTo>
                  <a:pt x="2945" y="8836"/>
                </a:lnTo>
                <a:cubicBezTo>
                  <a:pt x="2945" y="4499"/>
                  <a:pt x="6462" y="982"/>
                  <a:pt x="10800" y="982"/>
                </a:cubicBezTo>
                <a:cubicBezTo>
                  <a:pt x="15138" y="982"/>
                  <a:pt x="18655" y="4499"/>
                  <a:pt x="18655" y="8836"/>
                </a:cubicBezTo>
                <a:lnTo>
                  <a:pt x="18655" y="12282"/>
                </a:lnTo>
                <a:cubicBezTo>
                  <a:pt x="18244" y="11971"/>
                  <a:pt x="17736" y="11782"/>
                  <a:pt x="17182" y="11782"/>
                </a:cubicBezTo>
                <a:cubicBezTo>
                  <a:pt x="15826" y="11782"/>
                  <a:pt x="14727" y="12881"/>
                  <a:pt x="14727" y="14236"/>
                </a:cubicBezTo>
                <a:lnTo>
                  <a:pt x="14727" y="19145"/>
                </a:lnTo>
                <a:cubicBezTo>
                  <a:pt x="14727" y="20501"/>
                  <a:pt x="15826" y="21600"/>
                  <a:pt x="17182" y="21600"/>
                </a:cubicBezTo>
                <a:cubicBezTo>
                  <a:pt x="18369" y="21600"/>
                  <a:pt x="19360" y="20757"/>
                  <a:pt x="19587" y="19636"/>
                </a:cubicBezTo>
                <a:lnTo>
                  <a:pt x="19636" y="19636"/>
                </a:lnTo>
                <a:cubicBezTo>
                  <a:pt x="20721" y="19636"/>
                  <a:pt x="21600" y="18757"/>
                  <a:pt x="21600" y="17673"/>
                </a:cubicBezTo>
                <a:lnTo>
                  <a:pt x="21600" y="15709"/>
                </a:lnTo>
                <a:cubicBezTo>
                  <a:pt x="21600" y="14625"/>
                  <a:pt x="20721" y="13745"/>
                  <a:pt x="19636" y="1374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8" name="Shape 2688"/>
          <p:cNvSpPr/>
          <p:nvPr/>
        </p:nvSpPr>
        <p:spPr>
          <a:xfrm>
            <a:off x="5106960" y="146988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0309"/>
                </a:moveTo>
                <a:cubicBezTo>
                  <a:pt x="20618" y="10851"/>
                  <a:pt x="20178" y="11291"/>
                  <a:pt x="19636" y="11291"/>
                </a:cubicBezTo>
                <a:lnTo>
                  <a:pt x="19636" y="7364"/>
                </a:lnTo>
                <a:cubicBezTo>
                  <a:pt x="20178" y="7364"/>
                  <a:pt x="20618" y="7804"/>
                  <a:pt x="20618" y="8345"/>
                </a:cubicBezTo>
                <a:cubicBezTo>
                  <a:pt x="20618" y="8345"/>
                  <a:pt x="20618" y="10309"/>
                  <a:pt x="20618" y="10309"/>
                </a:cubicBezTo>
                <a:close/>
                <a:moveTo>
                  <a:pt x="18655" y="17182"/>
                </a:moveTo>
                <a:cubicBezTo>
                  <a:pt x="18655" y="17453"/>
                  <a:pt x="18434" y="17673"/>
                  <a:pt x="18164" y="17673"/>
                </a:cubicBezTo>
                <a:cubicBezTo>
                  <a:pt x="17893" y="17673"/>
                  <a:pt x="17673" y="17453"/>
                  <a:pt x="17673" y="17182"/>
                </a:cubicBezTo>
                <a:lnTo>
                  <a:pt x="17673" y="1473"/>
                </a:lnTo>
                <a:cubicBezTo>
                  <a:pt x="17673" y="1202"/>
                  <a:pt x="17893" y="982"/>
                  <a:pt x="18164" y="982"/>
                </a:cubicBezTo>
                <a:cubicBezTo>
                  <a:pt x="18434" y="982"/>
                  <a:pt x="18655" y="1202"/>
                  <a:pt x="18655" y="1473"/>
                </a:cubicBezTo>
                <a:cubicBezTo>
                  <a:pt x="18655" y="1473"/>
                  <a:pt x="18655" y="17182"/>
                  <a:pt x="18655" y="17182"/>
                </a:cubicBezTo>
                <a:close/>
                <a:moveTo>
                  <a:pt x="16691" y="15788"/>
                </a:moveTo>
                <a:lnTo>
                  <a:pt x="2945" y="11745"/>
                </a:lnTo>
                <a:lnTo>
                  <a:pt x="2945" y="6910"/>
                </a:lnTo>
                <a:lnTo>
                  <a:pt x="16691" y="2867"/>
                </a:lnTo>
                <a:cubicBezTo>
                  <a:pt x="16691" y="2867"/>
                  <a:pt x="16691" y="15788"/>
                  <a:pt x="16691" y="15788"/>
                </a:cubicBezTo>
                <a:close/>
                <a:moveTo>
                  <a:pt x="8251" y="18655"/>
                </a:moveTo>
                <a:lnTo>
                  <a:pt x="5357" y="18655"/>
                </a:lnTo>
                <a:lnTo>
                  <a:pt x="4126" y="13116"/>
                </a:lnTo>
                <a:lnTo>
                  <a:pt x="7167" y="14010"/>
                </a:lnTo>
                <a:cubicBezTo>
                  <a:pt x="7167" y="14010"/>
                  <a:pt x="8251" y="18655"/>
                  <a:pt x="8251" y="18655"/>
                </a:cubicBezTo>
                <a:close/>
                <a:moveTo>
                  <a:pt x="8709" y="20618"/>
                </a:moveTo>
                <a:lnTo>
                  <a:pt x="5794" y="20618"/>
                </a:lnTo>
                <a:lnTo>
                  <a:pt x="5576" y="19636"/>
                </a:lnTo>
                <a:lnTo>
                  <a:pt x="8479" y="19636"/>
                </a:lnTo>
                <a:cubicBezTo>
                  <a:pt x="8479" y="19636"/>
                  <a:pt x="8709" y="20618"/>
                  <a:pt x="8709" y="20618"/>
                </a:cubicBezTo>
                <a:close/>
                <a:moveTo>
                  <a:pt x="1964" y="11782"/>
                </a:moveTo>
                <a:lnTo>
                  <a:pt x="982" y="11782"/>
                </a:lnTo>
                <a:lnTo>
                  <a:pt x="982" y="6873"/>
                </a:lnTo>
                <a:lnTo>
                  <a:pt x="1964" y="6873"/>
                </a:lnTo>
                <a:cubicBezTo>
                  <a:pt x="1964" y="6873"/>
                  <a:pt x="1964" y="11782"/>
                  <a:pt x="1964" y="11782"/>
                </a:cubicBezTo>
                <a:close/>
                <a:moveTo>
                  <a:pt x="19636" y="6382"/>
                </a:moveTo>
                <a:lnTo>
                  <a:pt x="19636" y="1473"/>
                </a:lnTo>
                <a:cubicBezTo>
                  <a:pt x="19636" y="659"/>
                  <a:pt x="18977" y="0"/>
                  <a:pt x="18164" y="0"/>
                </a:cubicBezTo>
                <a:cubicBezTo>
                  <a:pt x="17350" y="0"/>
                  <a:pt x="16691" y="659"/>
                  <a:pt x="16691" y="1473"/>
                </a:cubicBezTo>
                <a:lnTo>
                  <a:pt x="16691" y="1844"/>
                </a:lnTo>
                <a:lnTo>
                  <a:pt x="2459" y="6029"/>
                </a:lnTo>
                <a:cubicBezTo>
                  <a:pt x="2313" y="5944"/>
                  <a:pt x="2145" y="5891"/>
                  <a:pt x="1964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11782"/>
                </a:lnTo>
                <a:cubicBezTo>
                  <a:pt x="0" y="12324"/>
                  <a:pt x="440" y="12764"/>
                  <a:pt x="982" y="12764"/>
                </a:cubicBezTo>
                <a:lnTo>
                  <a:pt x="1964" y="12764"/>
                </a:lnTo>
                <a:cubicBezTo>
                  <a:pt x="2145" y="12764"/>
                  <a:pt x="2313" y="12711"/>
                  <a:pt x="2458" y="12626"/>
                </a:cubicBezTo>
                <a:lnTo>
                  <a:pt x="3050" y="12799"/>
                </a:lnTo>
                <a:lnTo>
                  <a:pt x="4921" y="21216"/>
                </a:lnTo>
                <a:lnTo>
                  <a:pt x="4930" y="21214"/>
                </a:lnTo>
                <a:cubicBezTo>
                  <a:pt x="4979" y="21433"/>
                  <a:pt x="5166" y="21600"/>
                  <a:pt x="5400" y="21600"/>
                </a:cubicBezTo>
                <a:lnTo>
                  <a:pt x="9327" y="21600"/>
                </a:lnTo>
                <a:cubicBezTo>
                  <a:pt x="9598" y="21600"/>
                  <a:pt x="9818" y="21381"/>
                  <a:pt x="9818" y="21109"/>
                </a:cubicBezTo>
                <a:cubicBezTo>
                  <a:pt x="9818" y="21072"/>
                  <a:pt x="9805" y="21039"/>
                  <a:pt x="9797" y="21005"/>
                </a:cubicBezTo>
                <a:lnTo>
                  <a:pt x="9806" y="21003"/>
                </a:lnTo>
                <a:lnTo>
                  <a:pt x="8249" y="14329"/>
                </a:lnTo>
                <a:lnTo>
                  <a:pt x="16691" y="16811"/>
                </a:lnTo>
                <a:lnTo>
                  <a:pt x="16691" y="17182"/>
                </a:lnTo>
                <a:cubicBezTo>
                  <a:pt x="16691" y="17995"/>
                  <a:pt x="17350" y="18655"/>
                  <a:pt x="18164" y="18655"/>
                </a:cubicBezTo>
                <a:cubicBezTo>
                  <a:pt x="18977" y="18655"/>
                  <a:pt x="19636" y="17995"/>
                  <a:pt x="19636" y="17182"/>
                </a:cubicBezTo>
                <a:lnTo>
                  <a:pt x="19636" y="12273"/>
                </a:lnTo>
                <a:cubicBezTo>
                  <a:pt x="20721" y="12273"/>
                  <a:pt x="21600" y="11394"/>
                  <a:pt x="21600" y="10309"/>
                </a:cubicBezTo>
                <a:lnTo>
                  <a:pt x="21600" y="8345"/>
                </a:lnTo>
                <a:cubicBezTo>
                  <a:pt x="21600" y="7261"/>
                  <a:pt x="20721" y="6382"/>
                  <a:pt x="19636" y="638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9" name="Shape 2689"/>
          <p:cNvSpPr/>
          <p:nvPr/>
        </p:nvSpPr>
        <p:spPr>
          <a:xfrm>
            <a:off x="5506920" y="146988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8655" y="11291"/>
                </a:moveTo>
                <a:lnTo>
                  <a:pt x="18655" y="7364"/>
                </a:lnTo>
                <a:cubicBezTo>
                  <a:pt x="19739" y="7364"/>
                  <a:pt x="20618" y="8243"/>
                  <a:pt x="20618" y="9327"/>
                </a:cubicBezTo>
                <a:cubicBezTo>
                  <a:pt x="20618" y="10412"/>
                  <a:pt x="19739" y="11291"/>
                  <a:pt x="18655" y="11291"/>
                </a:cubicBezTo>
                <a:moveTo>
                  <a:pt x="17673" y="17182"/>
                </a:moveTo>
                <a:cubicBezTo>
                  <a:pt x="17673" y="17453"/>
                  <a:pt x="17453" y="17673"/>
                  <a:pt x="17182" y="17673"/>
                </a:cubicBezTo>
                <a:cubicBezTo>
                  <a:pt x="16911" y="17673"/>
                  <a:pt x="16691" y="17453"/>
                  <a:pt x="16691" y="17182"/>
                </a:cubicBezTo>
                <a:lnTo>
                  <a:pt x="16691" y="1473"/>
                </a:lnTo>
                <a:cubicBezTo>
                  <a:pt x="16691" y="1202"/>
                  <a:pt x="16911" y="982"/>
                  <a:pt x="17182" y="982"/>
                </a:cubicBezTo>
                <a:cubicBezTo>
                  <a:pt x="17453" y="982"/>
                  <a:pt x="17673" y="1202"/>
                  <a:pt x="17673" y="1473"/>
                </a:cubicBezTo>
                <a:cubicBezTo>
                  <a:pt x="17673" y="1473"/>
                  <a:pt x="17673" y="17182"/>
                  <a:pt x="17673" y="17182"/>
                </a:cubicBezTo>
                <a:close/>
                <a:moveTo>
                  <a:pt x="15709" y="15780"/>
                </a:moveTo>
                <a:lnTo>
                  <a:pt x="8836" y="13718"/>
                </a:lnTo>
                <a:lnTo>
                  <a:pt x="8836" y="4937"/>
                </a:lnTo>
                <a:lnTo>
                  <a:pt x="15709" y="2875"/>
                </a:lnTo>
                <a:cubicBezTo>
                  <a:pt x="15709" y="2875"/>
                  <a:pt x="15709" y="15780"/>
                  <a:pt x="15709" y="15780"/>
                </a:cubicBezTo>
                <a:close/>
                <a:moveTo>
                  <a:pt x="9479" y="19636"/>
                </a:moveTo>
                <a:lnTo>
                  <a:pt x="9697" y="20618"/>
                </a:lnTo>
                <a:lnTo>
                  <a:pt x="6775" y="20618"/>
                </a:lnTo>
                <a:lnTo>
                  <a:pt x="6558" y="19636"/>
                </a:lnTo>
                <a:cubicBezTo>
                  <a:pt x="6558" y="19636"/>
                  <a:pt x="9479" y="19636"/>
                  <a:pt x="9479" y="19636"/>
                </a:cubicBezTo>
                <a:close/>
                <a:moveTo>
                  <a:pt x="6339" y="18655"/>
                </a:moveTo>
                <a:lnTo>
                  <a:pt x="5356" y="14232"/>
                </a:lnTo>
                <a:lnTo>
                  <a:pt x="8176" y="14545"/>
                </a:lnTo>
                <a:lnTo>
                  <a:pt x="8360" y="14600"/>
                </a:lnTo>
                <a:lnTo>
                  <a:pt x="9260" y="18655"/>
                </a:lnTo>
                <a:cubicBezTo>
                  <a:pt x="9260" y="18655"/>
                  <a:pt x="6339" y="18655"/>
                  <a:pt x="6339" y="18655"/>
                </a:cubicBezTo>
                <a:close/>
                <a:moveTo>
                  <a:pt x="982" y="12764"/>
                </a:moveTo>
                <a:lnTo>
                  <a:pt x="982" y="10800"/>
                </a:lnTo>
                <a:lnTo>
                  <a:pt x="3436" y="10800"/>
                </a:lnTo>
                <a:cubicBezTo>
                  <a:pt x="3707" y="10800"/>
                  <a:pt x="3927" y="10581"/>
                  <a:pt x="3927" y="10309"/>
                </a:cubicBezTo>
                <a:cubicBezTo>
                  <a:pt x="3927" y="10038"/>
                  <a:pt x="3707" y="9818"/>
                  <a:pt x="3436" y="9818"/>
                </a:cubicBezTo>
                <a:lnTo>
                  <a:pt x="982" y="9818"/>
                </a:lnTo>
                <a:lnTo>
                  <a:pt x="982" y="8836"/>
                </a:lnTo>
                <a:lnTo>
                  <a:pt x="2455" y="8836"/>
                </a:lnTo>
                <a:cubicBezTo>
                  <a:pt x="2725" y="8836"/>
                  <a:pt x="2945" y="8617"/>
                  <a:pt x="2945" y="8345"/>
                </a:cubicBezTo>
                <a:cubicBezTo>
                  <a:pt x="2945" y="8075"/>
                  <a:pt x="2725" y="7855"/>
                  <a:pt x="2455" y="7855"/>
                </a:cubicBezTo>
                <a:lnTo>
                  <a:pt x="982" y="7855"/>
                </a:lnTo>
                <a:lnTo>
                  <a:pt x="982" y="5891"/>
                </a:lnTo>
                <a:lnTo>
                  <a:pt x="7855" y="5128"/>
                </a:lnTo>
                <a:lnTo>
                  <a:pt x="7855" y="13528"/>
                </a:lnTo>
                <a:cubicBezTo>
                  <a:pt x="7855" y="13528"/>
                  <a:pt x="982" y="12764"/>
                  <a:pt x="982" y="12764"/>
                </a:cubicBezTo>
                <a:close/>
                <a:moveTo>
                  <a:pt x="18655" y="6382"/>
                </a:moveTo>
                <a:lnTo>
                  <a:pt x="18655" y="1473"/>
                </a:lnTo>
                <a:cubicBezTo>
                  <a:pt x="18655" y="659"/>
                  <a:pt x="17995" y="0"/>
                  <a:pt x="17182" y="0"/>
                </a:cubicBezTo>
                <a:cubicBezTo>
                  <a:pt x="16368" y="0"/>
                  <a:pt x="15709" y="659"/>
                  <a:pt x="15709" y="1473"/>
                </a:cubicBezTo>
                <a:lnTo>
                  <a:pt x="15709" y="1850"/>
                </a:lnTo>
                <a:lnTo>
                  <a:pt x="8175" y="4110"/>
                </a:ln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12764"/>
                </a:lnTo>
                <a:cubicBezTo>
                  <a:pt x="0" y="13306"/>
                  <a:pt x="440" y="13745"/>
                  <a:pt x="982" y="13745"/>
                </a:cubicBezTo>
                <a:lnTo>
                  <a:pt x="4325" y="14117"/>
                </a:lnTo>
                <a:lnTo>
                  <a:pt x="5903" y="21216"/>
                </a:lnTo>
                <a:lnTo>
                  <a:pt x="5912" y="21214"/>
                </a:lnTo>
                <a:cubicBezTo>
                  <a:pt x="5961" y="21433"/>
                  <a:pt x="6148" y="21600"/>
                  <a:pt x="6382" y="21600"/>
                </a:cubicBezTo>
                <a:lnTo>
                  <a:pt x="10309" y="21600"/>
                </a:lnTo>
                <a:cubicBezTo>
                  <a:pt x="10580" y="21600"/>
                  <a:pt x="10800" y="21381"/>
                  <a:pt x="10800" y="21109"/>
                </a:cubicBezTo>
                <a:cubicBezTo>
                  <a:pt x="10800" y="21072"/>
                  <a:pt x="10787" y="21039"/>
                  <a:pt x="10779" y="21005"/>
                </a:cubicBezTo>
                <a:lnTo>
                  <a:pt x="10788" y="21003"/>
                </a:lnTo>
                <a:lnTo>
                  <a:pt x="9437" y="14923"/>
                </a:lnTo>
                <a:lnTo>
                  <a:pt x="15709" y="16805"/>
                </a:lnTo>
                <a:lnTo>
                  <a:pt x="15709" y="17182"/>
                </a:lnTo>
                <a:cubicBezTo>
                  <a:pt x="15709" y="17995"/>
                  <a:pt x="16368" y="18655"/>
                  <a:pt x="17182" y="18655"/>
                </a:cubicBezTo>
                <a:cubicBezTo>
                  <a:pt x="17995" y="18655"/>
                  <a:pt x="18655" y="17995"/>
                  <a:pt x="18655" y="17182"/>
                </a:cubicBezTo>
                <a:lnTo>
                  <a:pt x="18655" y="12273"/>
                </a:lnTo>
                <a:cubicBezTo>
                  <a:pt x="20281" y="12273"/>
                  <a:pt x="21600" y="10954"/>
                  <a:pt x="21600" y="9327"/>
                </a:cubicBezTo>
                <a:cubicBezTo>
                  <a:pt x="21600" y="7701"/>
                  <a:pt x="20281" y="6382"/>
                  <a:pt x="18655" y="638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0" name="Shape 2690"/>
          <p:cNvSpPr/>
          <p:nvPr/>
        </p:nvSpPr>
        <p:spPr>
          <a:xfrm>
            <a:off x="5907240" y="1479600"/>
            <a:ext cx="209520" cy="19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1880"/>
                </a:moveTo>
                <a:cubicBezTo>
                  <a:pt x="20618" y="12476"/>
                  <a:pt x="20178" y="12960"/>
                  <a:pt x="19636" y="12960"/>
                </a:cubicBezTo>
                <a:lnTo>
                  <a:pt x="19636" y="8640"/>
                </a:lnTo>
                <a:cubicBezTo>
                  <a:pt x="20178" y="8640"/>
                  <a:pt x="20618" y="9124"/>
                  <a:pt x="20618" y="9720"/>
                </a:cubicBezTo>
                <a:cubicBezTo>
                  <a:pt x="20618" y="9720"/>
                  <a:pt x="20618" y="11880"/>
                  <a:pt x="20618" y="11880"/>
                </a:cubicBezTo>
                <a:close/>
                <a:moveTo>
                  <a:pt x="18655" y="19980"/>
                </a:moveTo>
                <a:cubicBezTo>
                  <a:pt x="18655" y="20279"/>
                  <a:pt x="18434" y="20520"/>
                  <a:pt x="18164" y="20520"/>
                </a:cubicBezTo>
                <a:cubicBezTo>
                  <a:pt x="17893" y="20520"/>
                  <a:pt x="17673" y="20279"/>
                  <a:pt x="17673" y="19980"/>
                </a:cubicBezTo>
                <a:lnTo>
                  <a:pt x="17673" y="1620"/>
                </a:lnTo>
                <a:cubicBezTo>
                  <a:pt x="17673" y="1322"/>
                  <a:pt x="17893" y="1080"/>
                  <a:pt x="18164" y="1080"/>
                </a:cubicBezTo>
                <a:cubicBezTo>
                  <a:pt x="18434" y="1080"/>
                  <a:pt x="18655" y="1322"/>
                  <a:pt x="18655" y="1620"/>
                </a:cubicBezTo>
                <a:cubicBezTo>
                  <a:pt x="18655" y="1620"/>
                  <a:pt x="18655" y="19980"/>
                  <a:pt x="18655" y="19980"/>
                </a:cubicBezTo>
                <a:close/>
                <a:moveTo>
                  <a:pt x="16691" y="18404"/>
                </a:moveTo>
                <a:lnTo>
                  <a:pt x="2944" y="13512"/>
                </a:lnTo>
                <a:cubicBezTo>
                  <a:pt x="2944" y="13508"/>
                  <a:pt x="2945" y="13504"/>
                  <a:pt x="2945" y="13500"/>
                </a:cubicBezTo>
                <a:lnTo>
                  <a:pt x="2945" y="8100"/>
                </a:lnTo>
                <a:cubicBezTo>
                  <a:pt x="2945" y="8096"/>
                  <a:pt x="2944" y="8093"/>
                  <a:pt x="2944" y="8089"/>
                </a:cubicBezTo>
                <a:lnTo>
                  <a:pt x="16691" y="3197"/>
                </a:lnTo>
                <a:cubicBezTo>
                  <a:pt x="16691" y="3197"/>
                  <a:pt x="16691" y="18404"/>
                  <a:pt x="16691" y="18404"/>
                </a:cubicBezTo>
                <a:close/>
                <a:moveTo>
                  <a:pt x="12480" y="18725"/>
                </a:moveTo>
                <a:cubicBezTo>
                  <a:pt x="12316" y="19294"/>
                  <a:pt x="11764" y="19608"/>
                  <a:pt x="11247" y="19428"/>
                </a:cubicBezTo>
                <a:lnTo>
                  <a:pt x="6102" y="17625"/>
                </a:lnTo>
                <a:cubicBezTo>
                  <a:pt x="5585" y="17444"/>
                  <a:pt x="5299" y="16837"/>
                  <a:pt x="5464" y="16269"/>
                </a:cubicBezTo>
                <a:lnTo>
                  <a:pt x="5654" y="15610"/>
                </a:lnTo>
                <a:lnTo>
                  <a:pt x="12661" y="18104"/>
                </a:lnTo>
                <a:cubicBezTo>
                  <a:pt x="12661" y="18104"/>
                  <a:pt x="12480" y="18725"/>
                  <a:pt x="12480" y="18725"/>
                </a:cubicBezTo>
                <a:close/>
                <a:moveTo>
                  <a:pt x="1964" y="13500"/>
                </a:moveTo>
                <a:lnTo>
                  <a:pt x="982" y="13500"/>
                </a:lnTo>
                <a:lnTo>
                  <a:pt x="982" y="8100"/>
                </a:lnTo>
                <a:lnTo>
                  <a:pt x="1964" y="8100"/>
                </a:lnTo>
                <a:cubicBezTo>
                  <a:pt x="1964" y="8100"/>
                  <a:pt x="1964" y="13500"/>
                  <a:pt x="1964" y="13500"/>
                </a:cubicBezTo>
                <a:close/>
                <a:moveTo>
                  <a:pt x="19636" y="7560"/>
                </a:moveTo>
                <a:lnTo>
                  <a:pt x="19636" y="1620"/>
                </a:lnTo>
                <a:cubicBezTo>
                  <a:pt x="19636" y="725"/>
                  <a:pt x="18977" y="0"/>
                  <a:pt x="18164" y="0"/>
                </a:cubicBezTo>
                <a:cubicBezTo>
                  <a:pt x="17350" y="0"/>
                  <a:pt x="16691" y="725"/>
                  <a:pt x="16691" y="1620"/>
                </a:cubicBezTo>
                <a:lnTo>
                  <a:pt x="16691" y="2062"/>
                </a:lnTo>
                <a:lnTo>
                  <a:pt x="2411" y="7144"/>
                </a:lnTo>
                <a:cubicBezTo>
                  <a:pt x="2276" y="7067"/>
                  <a:pt x="2126" y="7020"/>
                  <a:pt x="1964" y="7020"/>
                </a:cubicBezTo>
                <a:lnTo>
                  <a:pt x="982" y="7020"/>
                </a:lnTo>
                <a:cubicBezTo>
                  <a:pt x="440" y="7020"/>
                  <a:pt x="0" y="7504"/>
                  <a:pt x="0" y="8100"/>
                </a:cubicBezTo>
                <a:lnTo>
                  <a:pt x="0" y="13500"/>
                </a:lnTo>
                <a:cubicBezTo>
                  <a:pt x="0" y="14097"/>
                  <a:pt x="440" y="14580"/>
                  <a:pt x="982" y="14580"/>
                </a:cubicBezTo>
                <a:lnTo>
                  <a:pt x="1964" y="14580"/>
                </a:lnTo>
                <a:cubicBezTo>
                  <a:pt x="2126" y="14580"/>
                  <a:pt x="2276" y="14533"/>
                  <a:pt x="2411" y="14457"/>
                </a:cubicBezTo>
                <a:lnTo>
                  <a:pt x="4720" y="15278"/>
                </a:lnTo>
                <a:lnTo>
                  <a:pt x="4529" y="15941"/>
                </a:lnTo>
                <a:cubicBezTo>
                  <a:pt x="4199" y="17078"/>
                  <a:pt x="4770" y="18292"/>
                  <a:pt x="5803" y="18654"/>
                </a:cubicBezTo>
                <a:lnTo>
                  <a:pt x="10949" y="20456"/>
                </a:lnTo>
                <a:cubicBezTo>
                  <a:pt x="11983" y="20819"/>
                  <a:pt x="13087" y="20190"/>
                  <a:pt x="13416" y="19053"/>
                </a:cubicBezTo>
                <a:lnTo>
                  <a:pt x="13595" y="18437"/>
                </a:lnTo>
                <a:lnTo>
                  <a:pt x="16691" y="19538"/>
                </a:lnTo>
                <a:lnTo>
                  <a:pt x="16691" y="19980"/>
                </a:lnTo>
                <a:cubicBezTo>
                  <a:pt x="16691" y="20875"/>
                  <a:pt x="17350" y="21600"/>
                  <a:pt x="18164" y="21600"/>
                </a:cubicBezTo>
                <a:cubicBezTo>
                  <a:pt x="18977" y="21600"/>
                  <a:pt x="19636" y="20875"/>
                  <a:pt x="19636" y="19980"/>
                </a:cubicBezTo>
                <a:lnTo>
                  <a:pt x="19636" y="14040"/>
                </a:lnTo>
                <a:cubicBezTo>
                  <a:pt x="20721" y="14040"/>
                  <a:pt x="21600" y="13073"/>
                  <a:pt x="21600" y="11880"/>
                </a:cubicBezTo>
                <a:lnTo>
                  <a:pt x="21600" y="9720"/>
                </a:lnTo>
                <a:cubicBezTo>
                  <a:pt x="21600" y="8527"/>
                  <a:pt x="20721" y="7560"/>
                  <a:pt x="19636" y="756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" name="Shape 2691"/>
          <p:cNvSpPr/>
          <p:nvPr/>
        </p:nvSpPr>
        <p:spPr>
          <a:xfrm>
            <a:off x="6354720" y="1469880"/>
            <a:ext cx="1144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2600" y="19924"/>
                </a:moveTo>
                <a:lnTo>
                  <a:pt x="12600" y="12476"/>
                </a:lnTo>
                <a:lnTo>
                  <a:pt x="19427" y="16200"/>
                </a:lnTo>
                <a:cubicBezTo>
                  <a:pt x="19427" y="16200"/>
                  <a:pt x="12600" y="19924"/>
                  <a:pt x="12600" y="19924"/>
                </a:cubicBezTo>
                <a:close/>
                <a:moveTo>
                  <a:pt x="12600" y="1676"/>
                </a:moveTo>
                <a:lnTo>
                  <a:pt x="19427" y="5400"/>
                </a:lnTo>
                <a:lnTo>
                  <a:pt x="12600" y="9124"/>
                </a:lnTo>
                <a:cubicBezTo>
                  <a:pt x="12600" y="9124"/>
                  <a:pt x="12600" y="1676"/>
                  <a:pt x="12600" y="1676"/>
                </a:cubicBezTo>
                <a:close/>
                <a:moveTo>
                  <a:pt x="21352" y="15862"/>
                </a:moveTo>
                <a:lnTo>
                  <a:pt x="21337" y="15854"/>
                </a:lnTo>
                <a:cubicBezTo>
                  <a:pt x="21336" y="15853"/>
                  <a:pt x="21335" y="15853"/>
                  <a:pt x="21335" y="15852"/>
                </a:cubicBezTo>
                <a:lnTo>
                  <a:pt x="12600" y="11088"/>
                </a:lnTo>
                <a:lnTo>
                  <a:pt x="12600" y="10512"/>
                </a:lnTo>
                <a:lnTo>
                  <a:pt x="21335" y="5748"/>
                </a:lnTo>
                <a:lnTo>
                  <a:pt x="21336" y="5747"/>
                </a:lnTo>
                <a:lnTo>
                  <a:pt x="21352" y="5739"/>
                </a:lnTo>
                <a:lnTo>
                  <a:pt x="21349" y="5738"/>
                </a:lnTo>
                <a:cubicBezTo>
                  <a:pt x="21503" y="5649"/>
                  <a:pt x="21600" y="5532"/>
                  <a:pt x="21600" y="5400"/>
                </a:cubicBezTo>
                <a:cubicBezTo>
                  <a:pt x="21600" y="5265"/>
                  <a:pt x="21499" y="5142"/>
                  <a:pt x="21336" y="5053"/>
                </a:cubicBezTo>
                <a:lnTo>
                  <a:pt x="12336" y="144"/>
                </a:lnTo>
                <a:cubicBezTo>
                  <a:pt x="12173" y="55"/>
                  <a:pt x="11948" y="0"/>
                  <a:pt x="11700" y="0"/>
                </a:cubicBezTo>
                <a:cubicBezTo>
                  <a:pt x="11203" y="0"/>
                  <a:pt x="10800" y="220"/>
                  <a:pt x="10800" y="491"/>
                </a:cubicBezTo>
                <a:lnTo>
                  <a:pt x="10800" y="10106"/>
                </a:lnTo>
                <a:lnTo>
                  <a:pt x="1552" y="5062"/>
                </a:lnTo>
                <a:lnTo>
                  <a:pt x="1549" y="5063"/>
                </a:lnTo>
                <a:cubicBezTo>
                  <a:pt x="1385" y="4969"/>
                  <a:pt x="1157" y="4909"/>
                  <a:pt x="900" y="4909"/>
                </a:cubicBezTo>
                <a:cubicBezTo>
                  <a:pt x="403" y="4909"/>
                  <a:pt x="0" y="5129"/>
                  <a:pt x="0" y="5400"/>
                </a:cubicBezTo>
                <a:cubicBezTo>
                  <a:pt x="0" y="5532"/>
                  <a:pt x="97" y="5649"/>
                  <a:pt x="251" y="5738"/>
                </a:cubicBezTo>
                <a:lnTo>
                  <a:pt x="248" y="5739"/>
                </a:lnTo>
                <a:lnTo>
                  <a:pt x="264" y="5747"/>
                </a:lnTo>
                <a:lnTo>
                  <a:pt x="264" y="5748"/>
                </a:lnTo>
                <a:lnTo>
                  <a:pt x="9527" y="10800"/>
                </a:lnTo>
                <a:lnTo>
                  <a:pt x="265" y="15852"/>
                </a:lnTo>
                <a:cubicBezTo>
                  <a:pt x="265" y="15853"/>
                  <a:pt x="264" y="15853"/>
                  <a:pt x="263" y="15854"/>
                </a:cubicBezTo>
                <a:lnTo>
                  <a:pt x="248" y="15862"/>
                </a:lnTo>
                <a:lnTo>
                  <a:pt x="251" y="15863"/>
                </a:lnTo>
                <a:cubicBezTo>
                  <a:pt x="97" y="15951"/>
                  <a:pt x="0" y="16069"/>
                  <a:pt x="0" y="16200"/>
                </a:cubicBezTo>
                <a:cubicBezTo>
                  <a:pt x="0" y="16471"/>
                  <a:pt x="403" y="16691"/>
                  <a:pt x="900" y="16691"/>
                </a:cubicBezTo>
                <a:cubicBezTo>
                  <a:pt x="1157" y="16691"/>
                  <a:pt x="1385" y="16631"/>
                  <a:pt x="1549" y="16537"/>
                </a:cubicBezTo>
                <a:lnTo>
                  <a:pt x="1552" y="16539"/>
                </a:lnTo>
                <a:lnTo>
                  <a:pt x="10800" y="11494"/>
                </a:lnTo>
                <a:lnTo>
                  <a:pt x="10800" y="21109"/>
                </a:lnTo>
                <a:cubicBezTo>
                  <a:pt x="10800" y="21380"/>
                  <a:pt x="11203" y="21600"/>
                  <a:pt x="11700" y="21600"/>
                </a:cubicBezTo>
                <a:cubicBezTo>
                  <a:pt x="11948" y="21600"/>
                  <a:pt x="12173" y="21546"/>
                  <a:pt x="12336" y="21456"/>
                </a:cubicBezTo>
                <a:lnTo>
                  <a:pt x="21336" y="16547"/>
                </a:lnTo>
                <a:cubicBezTo>
                  <a:pt x="21499" y="16458"/>
                  <a:pt x="21600" y="16336"/>
                  <a:pt x="21600" y="16200"/>
                </a:cubicBezTo>
                <a:cubicBezTo>
                  <a:pt x="21600" y="16069"/>
                  <a:pt x="21503" y="15951"/>
                  <a:pt x="21349" y="15863"/>
                </a:cubicBezTo>
                <a:cubicBezTo>
                  <a:pt x="21349" y="15863"/>
                  <a:pt x="21352" y="15862"/>
                  <a:pt x="21352" y="1586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2" name="Shape 2692"/>
          <p:cNvSpPr/>
          <p:nvPr/>
        </p:nvSpPr>
        <p:spPr>
          <a:xfrm>
            <a:off x="6726240" y="1469880"/>
            <a:ext cx="17136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3200" y="16691"/>
                </a:moveTo>
                <a:lnTo>
                  <a:pt x="15600" y="16691"/>
                </a:lnTo>
                <a:lnTo>
                  <a:pt x="15600" y="14727"/>
                </a:lnTo>
                <a:lnTo>
                  <a:pt x="13200" y="14727"/>
                </a:lnTo>
                <a:cubicBezTo>
                  <a:pt x="13200" y="14727"/>
                  <a:pt x="13200" y="16691"/>
                  <a:pt x="13200" y="16691"/>
                </a:cubicBezTo>
                <a:close/>
                <a:moveTo>
                  <a:pt x="9600" y="10800"/>
                </a:moveTo>
                <a:lnTo>
                  <a:pt x="12000" y="10800"/>
                </a:lnTo>
                <a:lnTo>
                  <a:pt x="12000" y="8836"/>
                </a:lnTo>
                <a:lnTo>
                  <a:pt x="9600" y="8836"/>
                </a:lnTo>
                <a:cubicBezTo>
                  <a:pt x="9600" y="8836"/>
                  <a:pt x="9600" y="10800"/>
                  <a:pt x="9600" y="10800"/>
                </a:cubicBezTo>
                <a:close/>
                <a:moveTo>
                  <a:pt x="13200" y="19636"/>
                </a:moveTo>
                <a:lnTo>
                  <a:pt x="15600" y="19636"/>
                </a:lnTo>
                <a:lnTo>
                  <a:pt x="15600" y="17673"/>
                </a:lnTo>
                <a:lnTo>
                  <a:pt x="13200" y="17673"/>
                </a:lnTo>
                <a:cubicBezTo>
                  <a:pt x="13200" y="17673"/>
                  <a:pt x="13200" y="19636"/>
                  <a:pt x="13200" y="19636"/>
                </a:cubicBezTo>
                <a:close/>
                <a:moveTo>
                  <a:pt x="13200" y="13745"/>
                </a:moveTo>
                <a:lnTo>
                  <a:pt x="15600" y="13745"/>
                </a:lnTo>
                <a:lnTo>
                  <a:pt x="15600" y="11782"/>
                </a:lnTo>
                <a:lnTo>
                  <a:pt x="13200" y="11782"/>
                </a:lnTo>
                <a:cubicBezTo>
                  <a:pt x="13200" y="11782"/>
                  <a:pt x="13200" y="13745"/>
                  <a:pt x="13200" y="13745"/>
                </a:cubicBezTo>
                <a:close/>
                <a:moveTo>
                  <a:pt x="16800" y="10800"/>
                </a:moveTo>
                <a:lnTo>
                  <a:pt x="19200" y="10800"/>
                </a:lnTo>
                <a:lnTo>
                  <a:pt x="19200" y="8836"/>
                </a:lnTo>
                <a:lnTo>
                  <a:pt x="16800" y="8836"/>
                </a:lnTo>
                <a:cubicBezTo>
                  <a:pt x="16800" y="8836"/>
                  <a:pt x="16800" y="10800"/>
                  <a:pt x="16800" y="10800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8" y="20618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13200" y="10800"/>
                </a:moveTo>
                <a:lnTo>
                  <a:pt x="15600" y="10800"/>
                </a:lnTo>
                <a:lnTo>
                  <a:pt x="15600" y="8836"/>
                </a:lnTo>
                <a:lnTo>
                  <a:pt x="13200" y="8836"/>
                </a:lnTo>
                <a:cubicBezTo>
                  <a:pt x="13200" y="8836"/>
                  <a:pt x="13200" y="10800"/>
                  <a:pt x="13200" y="10800"/>
                </a:cubicBezTo>
                <a:close/>
                <a:moveTo>
                  <a:pt x="3600" y="2945"/>
                </a:moveTo>
                <a:lnTo>
                  <a:pt x="18000" y="2945"/>
                </a:lnTo>
                <a:lnTo>
                  <a:pt x="18000" y="6873"/>
                </a:lnTo>
                <a:lnTo>
                  <a:pt x="3600" y="6873"/>
                </a:lnTo>
                <a:cubicBezTo>
                  <a:pt x="3600" y="6873"/>
                  <a:pt x="3600" y="2945"/>
                  <a:pt x="3600" y="2945"/>
                </a:cubicBezTo>
                <a:close/>
                <a:moveTo>
                  <a:pt x="2400" y="7855"/>
                </a:moveTo>
                <a:lnTo>
                  <a:pt x="19200" y="7855"/>
                </a:lnTo>
                <a:lnTo>
                  <a:pt x="19200" y="1964"/>
                </a:lnTo>
                <a:lnTo>
                  <a:pt x="2400" y="1964"/>
                </a:lnTo>
                <a:cubicBezTo>
                  <a:pt x="2400" y="1964"/>
                  <a:pt x="2400" y="7855"/>
                  <a:pt x="2400" y="7855"/>
                </a:cubicBezTo>
                <a:close/>
                <a:moveTo>
                  <a:pt x="9600" y="13745"/>
                </a:moveTo>
                <a:lnTo>
                  <a:pt x="12000" y="13745"/>
                </a:lnTo>
                <a:lnTo>
                  <a:pt x="12000" y="11782"/>
                </a:lnTo>
                <a:lnTo>
                  <a:pt x="9600" y="11782"/>
                </a:lnTo>
                <a:cubicBezTo>
                  <a:pt x="9600" y="11782"/>
                  <a:pt x="9600" y="13745"/>
                  <a:pt x="9600" y="13745"/>
                </a:cubicBezTo>
                <a:close/>
                <a:moveTo>
                  <a:pt x="16800" y="19636"/>
                </a:moveTo>
                <a:lnTo>
                  <a:pt x="19200" y="19636"/>
                </a:lnTo>
                <a:lnTo>
                  <a:pt x="19200" y="11782"/>
                </a:lnTo>
                <a:lnTo>
                  <a:pt x="16800" y="11782"/>
                </a:lnTo>
                <a:cubicBezTo>
                  <a:pt x="16800" y="11782"/>
                  <a:pt x="16800" y="19636"/>
                  <a:pt x="16800" y="19636"/>
                </a:cubicBezTo>
                <a:close/>
                <a:moveTo>
                  <a:pt x="2400" y="16691"/>
                </a:moveTo>
                <a:lnTo>
                  <a:pt x="4800" y="16691"/>
                </a:lnTo>
                <a:lnTo>
                  <a:pt x="4800" y="14727"/>
                </a:lnTo>
                <a:lnTo>
                  <a:pt x="2400" y="14727"/>
                </a:lnTo>
                <a:cubicBezTo>
                  <a:pt x="2400" y="14727"/>
                  <a:pt x="2400" y="16691"/>
                  <a:pt x="2400" y="16691"/>
                </a:cubicBezTo>
                <a:close/>
                <a:moveTo>
                  <a:pt x="2400" y="10800"/>
                </a:moveTo>
                <a:lnTo>
                  <a:pt x="4800" y="10800"/>
                </a:lnTo>
                <a:lnTo>
                  <a:pt x="4800" y="8836"/>
                </a:lnTo>
                <a:lnTo>
                  <a:pt x="2400" y="8836"/>
                </a:lnTo>
                <a:cubicBezTo>
                  <a:pt x="2400" y="8836"/>
                  <a:pt x="2400" y="10800"/>
                  <a:pt x="2400" y="10800"/>
                </a:cubicBezTo>
                <a:close/>
                <a:moveTo>
                  <a:pt x="2400" y="19636"/>
                </a:moveTo>
                <a:lnTo>
                  <a:pt x="4800" y="19636"/>
                </a:lnTo>
                <a:lnTo>
                  <a:pt x="4800" y="17673"/>
                </a:lnTo>
                <a:lnTo>
                  <a:pt x="2400" y="17673"/>
                </a:lnTo>
                <a:cubicBezTo>
                  <a:pt x="2400" y="17673"/>
                  <a:pt x="2400" y="19636"/>
                  <a:pt x="2400" y="19636"/>
                </a:cubicBezTo>
                <a:close/>
                <a:moveTo>
                  <a:pt x="2400" y="13745"/>
                </a:moveTo>
                <a:lnTo>
                  <a:pt x="4800" y="13745"/>
                </a:lnTo>
                <a:lnTo>
                  <a:pt x="4800" y="11782"/>
                </a:lnTo>
                <a:lnTo>
                  <a:pt x="2400" y="11782"/>
                </a:lnTo>
                <a:cubicBezTo>
                  <a:pt x="2400" y="11782"/>
                  <a:pt x="2400" y="13745"/>
                  <a:pt x="2400" y="13745"/>
                </a:cubicBezTo>
                <a:close/>
                <a:moveTo>
                  <a:pt x="9600" y="16691"/>
                </a:moveTo>
                <a:lnTo>
                  <a:pt x="12000" y="16691"/>
                </a:lnTo>
                <a:lnTo>
                  <a:pt x="12000" y="14727"/>
                </a:lnTo>
                <a:lnTo>
                  <a:pt x="9600" y="14727"/>
                </a:lnTo>
                <a:cubicBezTo>
                  <a:pt x="9600" y="14727"/>
                  <a:pt x="9600" y="16691"/>
                  <a:pt x="9600" y="16691"/>
                </a:cubicBezTo>
                <a:close/>
                <a:moveTo>
                  <a:pt x="6000" y="19636"/>
                </a:moveTo>
                <a:lnTo>
                  <a:pt x="8400" y="19636"/>
                </a:lnTo>
                <a:lnTo>
                  <a:pt x="8400" y="17673"/>
                </a:lnTo>
                <a:lnTo>
                  <a:pt x="6000" y="17673"/>
                </a:lnTo>
                <a:cubicBezTo>
                  <a:pt x="6000" y="17673"/>
                  <a:pt x="6000" y="19636"/>
                  <a:pt x="6000" y="19636"/>
                </a:cubicBezTo>
                <a:close/>
                <a:moveTo>
                  <a:pt x="9600" y="19636"/>
                </a:moveTo>
                <a:lnTo>
                  <a:pt x="12000" y="19636"/>
                </a:lnTo>
                <a:lnTo>
                  <a:pt x="12000" y="17673"/>
                </a:lnTo>
                <a:lnTo>
                  <a:pt x="9600" y="17673"/>
                </a:lnTo>
                <a:cubicBezTo>
                  <a:pt x="9600" y="17673"/>
                  <a:pt x="9600" y="19636"/>
                  <a:pt x="9600" y="19636"/>
                </a:cubicBezTo>
                <a:close/>
                <a:moveTo>
                  <a:pt x="6000" y="16691"/>
                </a:moveTo>
                <a:lnTo>
                  <a:pt x="8400" y="16691"/>
                </a:lnTo>
                <a:lnTo>
                  <a:pt x="8400" y="14727"/>
                </a:lnTo>
                <a:lnTo>
                  <a:pt x="6000" y="14727"/>
                </a:lnTo>
                <a:cubicBezTo>
                  <a:pt x="6000" y="14727"/>
                  <a:pt x="6000" y="16691"/>
                  <a:pt x="6000" y="16691"/>
                </a:cubicBezTo>
                <a:close/>
                <a:moveTo>
                  <a:pt x="6000" y="13745"/>
                </a:moveTo>
                <a:lnTo>
                  <a:pt x="8400" y="13745"/>
                </a:lnTo>
                <a:lnTo>
                  <a:pt x="8400" y="11782"/>
                </a:lnTo>
                <a:lnTo>
                  <a:pt x="6000" y="11782"/>
                </a:lnTo>
                <a:cubicBezTo>
                  <a:pt x="6000" y="11782"/>
                  <a:pt x="6000" y="13745"/>
                  <a:pt x="6000" y="13745"/>
                </a:cubicBezTo>
                <a:close/>
                <a:moveTo>
                  <a:pt x="6000" y="10800"/>
                </a:moveTo>
                <a:lnTo>
                  <a:pt x="8400" y="10800"/>
                </a:lnTo>
                <a:lnTo>
                  <a:pt x="8400" y="8836"/>
                </a:lnTo>
                <a:lnTo>
                  <a:pt x="6000" y="8836"/>
                </a:lnTo>
                <a:cubicBezTo>
                  <a:pt x="6000" y="8836"/>
                  <a:pt x="6000" y="10800"/>
                  <a:pt x="6000" y="1080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3" name="Shape 2693"/>
          <p:cNvSpPr/>
          <p:nvPr/>
        </p:nvSpPr>
        <p:spPr>
          <a:xfrm>
            <a:off x="7107120" y="146988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1782" y="11782"/>
                </a:moveTo>
                <a:lnTo>
                  <a:pt x="9818" y="11782"/>
                </a:lnTo>
                <a:lnTo>
                  <a:pt x="9818" y="13745"/>
                </a:lnTo>
                <a:lnTo>
                  <a:pt x="11782" y="13745"/>
                </a:lnTo>
                <a:cubicBezTo>
                  <a:pt x="11782" y="13745"/>
                  <a:pt x="11782" y="11782"/>
                  <a:pt x="11782" y="11782"/>
                </a:cubicBezTo>
                <a:close/>
                <a:moveTo>
                  <a:pt x="7855" y="17673"/>
                </a:moveTo>
                <a:lnTo>
                  <a:pt x="9818" y="17673"/>
                </a:lnTo>
                <a:lnTo>
                  <a:pt x="9818" y="16691"/>
                </a:lnTo>
                <a:lnTo>
                  <a:pt x="7855" y="16691"/>
                </a:lnTo>
                <a:cubicBezTo>
                  <a:pt x="7855" y="16691"/>
                  <a:pt x="7855" y="17673"/>
                  <a:pt x="7855" y="17673"/>
                </a:cubicBezTo>
                <a:close/>
                <a:moveTo>
                  <a:pt x="11782" y="17673"/>
                </a:moveTo>
                <a:lnTo>
                  <a:pt x="13745" y="17673"/>
                </a:lnTo>
                <a:lnTo>
                  <a:pt x="13745" y="16691"/>
                </a:lnTo>
                <a:lnTo>
                  <a:pt x="11782" y="16691"/>
                </a:lnTo>
                <a:cubicBezTo>
                  <a:pt x="11782" y="16691"/>
                  <a:pt x="11782" y="17673"/>
                  <a:pt x="11782" y="17673"/>
                </a:cubicBezTo>
                <a:close/>
                <a:moveTo>
                  <a:pt x="12764" y="8836"/>
                </a:moveTo>
                <a:cubicBezTo>
                  <a:pt x="12492" y="8836"/>
                  <a:pt x="12273" y="9056"/>
                  <a:pt x="12273" y="9327"/>
                </a:cubicBezTo>
                <a:cubicBezTo>
                  <a:pt x="12273" y="9599"/>
                  <a:pt x="12492" y="9818"/>
                  <a:pt x="12764" y="9818"/>
                </a:cubicBezTo>
                <a:cubicBezTo>
                  <a:pt x="13035" y="9818"/>
                  <a:pt x="13255" y="9599"/>
                  <a:pt x="13255" y="9327"/>
                </a:cubicBezTo>
                <a:cubicBezTo>
                  <a:pt x="13255" y="9056"/>
                  <a:pt x="13035" y="8836"/>
                  <a:pt x="12764" y="8836"/>
                </a:cubicBezTo>
                <a:moveTo>
                  <a:pt x="3927" y="12764"/>
                </a:moveTo>
                <a:cubicBezTo>
                  <a:pt x="3927" y="11679"/>
                  <a:pt x="4806" y="10800"/>
                  <a:pt x="5891" y="10800"/>
                </a:cubicBezTo>
                <a:cubicBezTo>
                  <a:pt x="6975" y="10800"/>
                  <a:pt x="7855" y="11679"/>
                  <a:pt x="7855" y="12764"/>
                </a:cubicBezTo>
                <a:cubicBezTo>
                  <a:pt x="7855" y="13848"/>
                  <a:pt x="6975" y="14727"/>
                  <a:pt x="5891" y="14727"/>
                </a:cubicBezTo>
                <a:cubicBezTo>
                  <a:pt x="4806" y="14727"/>
                  <a:pt x="3927" y="13848"/>
                  <a:pt x="3927" y="12764"/>
                </a:cubicBezTo>
                <a:moveTo>
                  <a:pt x="17673" y="12764"/>
                </a:moveTo>
                <a:cubicBezTo>
                  <a:pt x="17673" y="13848"/>
                  <a:pt x="16794" y="14727"/>
                  <a:pt x="15709" y="14727"/>
                </a:cubicBezTo>
                <a:cubicBezTo>
                  <a:pt x="14625" y="14727"/>
                  <a:pt x="13745" y="13848"/>
                  <a:pt x="13745" y="12764"/>
                </a:cubicBezTo>
                <a:cubicBezTo>
                  <a:pt x="13745" y="11679"/>
                  <a:pt x="14625" y="10800"/>
                  <a:pt x="15709" y="10800"/>
                </a:cubicBezTo>
                <a:cubicBezTo>
                  <a:pt x="16794" y="10800"/>
                  <a:pt x="17673" y="11679"/>
                  <a:pt x="17673" y="12764"/>
                </a:cubicBezTo>
                <a:moveTo>
                  <a:pt x="20618" y="8836"/>
                </a:moveTo>
                <a:lnTo>
                  <a:pt x="19145" y="8836"/>
                </a:lnTo>
                <a:cubicBezTo>
                  <a:pt x="18874" y="8836"/>
                  <a:pt x="18655" y="9056"/>
                  <a:pt x="18655" y="9327"/>
                </a:cubicBezTo>
                <a:cubicBezTo>
                  <a:pt x="18655" y="9599"/>
                  <a:pt x="18874" y="9818"/>
                  <a:pt x="19145" y="9818"/>
                </a:cubicBezTo>
                <a:lnTo>
                  <a:pt x="20618" y="9818"/>
                </a:lnTo>
                <a:lnTo>
                  <a:pt x="20618" y="12273"/>
                </a:lnTo>
                <a:lnTo>
                  <a:pt x="18605" y="12273"/>
                </a:lnTo>
                <a:cubicBezTo>
                  <a:pt x="18370" y="10881"/>
                  <a:pt x="17167" y="9818"/>
                  <a:pt x="15709" y="9818"/>
                </a:cubicBezTo>
                <a:cubicBezTo>
                  <a:pt x="14082" y="9818"/>
                  <a:pt x="12764" y="11137"/>
                  <a:pt x="12764" y="12764"/>
                </a:cubicBezTo>
                <a:cubicBezTo>
                  <a:pt x="12764" y="14390"/>
                  <a:pt x="14082" y="15709"/>
                  <a:pt x="15709" y="15709"/>
                </a:cubicBezTo>
                <a:cubicBezTo>
                  <a:pt x="17167" y="15709"/>
                  <a:pt x="18370" y="14646"/>
                  <a:pt x="18605" y="13255"/>
                </a:cubicBezTo>
                <a:lnTo>
                  <a:pt x="20618" y="13255"/>
                </a:lnTo>
                <a:lnTo>
                  <a:pt x="20618" y="18655"/>
                </a:lnTo>
                <a:lnTo>
                  <a:pt x="982" y="18655"/>
                </a:lnTo>
                <a:lnTo>
                  <a:pt x="982" y="13255"/>
                </a:lnTo>
                <a:lnTo>
                  <a:pt x="2995" y="13255"/>
                </a:lnTo>
                <a:cubicBezTo>
                  <a:pt x="3230" y="14646"/>
                  <a:pt x="4433" y="15709"/>
                  <a:pt x="5891" y="15709"/>
                </a:cubicBezTo>
                <a:cubicBezTo>
                  <a:pt x="7517" y="15709"/>
                  <a:pt x="8836" y="14390"/>
                  <a:pt x="8836" y="12764"/>
                </a:cubicBezTo>
                <a:cubicBezTo>
                  <a:pt x="8836" y="11137"/>
                  <a:pt x="7517" y="9818"/>
                  <a:pt x="5891" y="9818"/>
                </a:cubicBezTo>
                <a:cubicBezTo>
                  <a:pt x="4433" y="9818"/>
                  <a:pt x="3230" y="10881"/>
                  <a:pt x="2995" y="12273"/>
                </a:cubicBezTo>
                <a:lnTo>
                  <a:pt x="982" y="12273"/>
                </a:lnTo>
                <a:lnTo>
                  <a:pt x="982" y="9818"/>
                </a:lnTo>
                <a:lnTo>
                  <a:pt x="2455" y="9818"/>
                </a:lnTo>
                <a:cubicBezTo>
                  <a:pt x="2726" y="9818"/>
                  <a:pt x="2945" y="9599"/>
                  <a:pt x="2945" y="9327"/>
                </a:cubicBezTo>
                <a:cubicBezTo>
                  <a:pt x="2945" y="9056"/>
                  <a:pt x="2726" y="8836"/>
                  <a:pt x="2455" y="8836"/>
                </a:cubicBezTo>
                <a:lnTo>
                  <a:pt x="982" y="8836"/>
                </a:lnTo>
                <a:lnTo>
                  <a:pt x="982" y="7855"/>
                </a:lnTo>
                <a:cubicBezTo>
                  <a:pt x="982" y="7313"/>
                  <a:pt x="1421" y="6873"/>
                  <a:pt x="1964" y="6873"/>
                </a:cubicBezTo>
                <a:lnTo>
                  <a:pt x="19636" y="6873"/>
                </a:lnTo>
                <a:cubicBezTo>
                  <a:pt x="20178" y="6873"/>
                  <a:pt x="20618" y="7313"/>
                  <a:pt x="20618" y="7855"/>
                </a:cubicBezTo>
                <a:cubicBezTo>
                  <a:pt x="20618" y="7855"/>
                  <a:pt x="20618" y="8836"/>
                  <a:pt x="20618" y="8836"/>
                </a:cubicBezTo>
                <a:close/>
                <a:moveTo>
                  <a:pt x="19636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20618" y="19636"/>
                </a:lnTo>
                <a:cubicBezTo>
                  <a:pt x="20618" y="20178"/>
                  <a:pt x="20178" y="20618"/>
                  <a:pt x="19636" y="20618"/>
                </a:cubicBezTo>
                <a:moveTo>
                  <a:pt x="5891" y="4909"/>
                </a:moveTo>
                <a:lnTo>
                  <a:pt x="15709" y="4909"/>
                </a:lnTo>
                <a:lnTo>
                  <a:pt x="15709" y="5891"/>
                </a:lnTo>
                <a:lnTo>
                  <a:pt x="5891" y="5891"/>
                </a:lnTo>
                <a:cubicBezTo>
                  <a:pt x="5891" y="5891"/>
                  <a:pt x="5891" y="4909"/>
                  <a:pt x="5891" y="4909"/>
                </a:cubicBezTo>
                <a:close/>
                <a:moveTo>
                  <a:pt x="19636" y="5891"/>
                </a:moveTo>
                <a:lnTo>
                  <a:pt x="19636" y="2855"/>
                </a:lnTo>
                <a:cubicBezTo>
                  <a:pt x="20207" y="2653"/>
                  <a:pt x="20618" y="2113"/>
                  <a:pt x="20618" y="1473"/>
                </a:cubicBezTo>
                <a:cubicBezTo>
                  <a:pt x="20618" y="659"/>
                  <a:pt x="19959" y="0"/>
                  <a:pt x="19145" y="0"/>
                </a:cubicBezTo>
                <a:cubicBezTo>
                  <a:pt x="18332" y="0"/>
                  <a:pt x="17673" y="659"/>
                  <a:pt x="17673" y="1473"/>
                </a:cubicBezTo>
                <a:cubicBezTo>
                  <a:pt x="17673" y="2113"/>
                  <a:pt x="18084" y="2653"/>
                  <a:pt x="18655" y="2855"/>
                </a:cubicBezTo>
                <a:lnTo>
                  <a:pt x="18655" y="5891"/>
                </a:lnTo>
                <a:lnTo>
                  <a:pt x="16691" y="5891"/>
                </a:lnTo>
                <a:lnTo>
                  <a:pt x="16691" y="4909"/>
                </a:lnTo>
                <a:cubicBezTo>
                  <a:pt x="16691" y="4367"/>
                  <a:pt x="16251" y="3927"/>
                  <a:pt x="15709" y="3927"/>
                </a:cubicBezTo>
                <a:lnTo>
                  <a:pt x="5891" y="3927"/>
                </a:lnTo>
                <a:cubicBezTo>
                  <a:pt x="5348" y="3927"/>
                  <a:pt x="4909" y="4367"/>
                  <a:pt x="4909" y="4909"/>
                </a:cubicBezTo>
                <a:lnTo>
                  <a:pt x="4909" y="5891"/>
                </a:lnTo>
                <a:lnTo>
                  <a:pt x="1964" y="5891"/>
                </a:lnTo>
                <a:cubicBezTo>
                  <a:pt x="879" y="5891"/>
                  <a:pt x="0" y="6770"/>
                  <a:pt x="0" y="7855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7855"/>
                </a:lnTo>
                <a:cubicBezTo>
                  <a:pt x="21600" y="6770"/>
                  <a:pt x="20721" y="5891"/>
                  <a:pt x="19636" y="5891"/>
                </a:cubicBezTo>
                <a:moveTo>
                  <a:pt x="10800" y="9818"/>
                </a:moveTo>
                <a:cubicBezTo>
                  <a:pt x="11071" y="9818"/>
                  <a:pt x="11291" y="9599"/>
                  <a:pt x="11291" y="9327"/>
                </a:cubicBezTo>
                <a:cubicBezTo>
                  <a:pt x="11291" y="9056"/>
                  <a:pt x="11071" y="8836"/>
                  <a:pt x="10800" y="8836"/>
                </a:cubicBezTo>
                <a:cubicBezTo>
                  <a:pt x="10529" y="8836"/>
                  <a:pt x="10309" y="9056"/>
                  <a:pt x="10309" y="9327"/>
                </a:cubicBezTo>
                <a:cubicBezTo>
                  <a:pt x="10309" y="9599"/>
                  <a:pt x="10529" y="9818"/>
                  <a:pt x="10800" y="9818"/>
                </a:cubicBezTo>
                <a:moveTo>
                  <a:pt x="9327" y="9327"/>
                </a:moveTo>
                <a:cubicBezTo>
                  <a:pt x="9327" y="9056"/>
                  <a:pt x="9108" y="8836"/>
                  <a:pt x="8836" y="8836"/>
                </a:cubicBezTo>
                <a:cubicBezTo>
                  <a:pt x="8565" y="8836"/>
                  <a:pt x="8345" y="9056"/>
                  <a:pt x="8345" y="9327"/>
                </a:cubicBezTo>
                <a:cubicBezTo>
                  <a:pt x="8345" y="9599"/>
                  <a:pt x="8565" y="9818"/>
                  <a:pt x="8836" y="9818"/>
                </a:cubicBezTo>
                <a:cubicBezTo>
                  <a:pt x="9108" y="9818"/>
                  <a:pt x="9327" y="9599"/>
                  <a:pt x="9327" y="932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4" name="Shape 2694"/>
          <p:cNvSpPr/>
          <p:nvPr/>
        </p:nvSpPr>
        <p:spPr>
          <a:xfrm>
            <a:off x="7507440" y="146988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3538" y="14727"/>
                </a:moveTo>
                <a:cubicBezTo>
                  <a:pt x="13628" y="14411"/>
                  <a:pt x="13690" y="14083"/>
                  <a:pt x="13721" y="13745"/>
                </a:cubicBezTo>
                <a:lnTo>
                  <a:pt x="2970" y="13745"/>
                </a:lnTo>
                <a:cubicBezTo>
                  <a:pt x="3001" y="14083"/>
                  <a:pt x="3063" y="14411"/>
                  <a:pt x="3153" y="14727"/>
                </a:cubicBezTo>
                <a:cubicBezTo>
                  <a:pt x="3153" y="14727"/>
                  <a:pt x="13538" y="14727"/>
                  <a:pt x="13538" y="14727"/>
                </a:cubicBezTo>
                <a:close/>
                <a:moveTo>
                  <a:pt x="18655" y="12764"/>
                </a:moveTo>
                <a:cubicBezTo>
                  <a:pt x="18383" y="12764"/>
                  <a:pt x="18164" y="12984"/>
                  <a:pt x="18164" y="13255"/>
                </a:cubicBezTo>
                <a:cubicBezTo>
                  <a:pt x="18164" y="13526"/>
                  <a:pt x="18383" y="13745"/>
                  <a:pt x="18655" y="13745"/>
                </a:cubicBezTo>
                <a:cubicBezTo>
                  <a:pt x="18926" y="13745"/>
                  <a:pt x="19145" y="13526"/>
                  <a:pt x="19145" y="13255"/>
                </a:cubicBezTo>
                <a:cubicBezTo>
                  <a:pt x="19145" y="12984"/>
                  <a:pt x="18926" y="12764"/>
                  <a:pt x="18655" y="12764"/>
                </a:cubicBezTo>
                <a:moveTo>
                  <a:pt x="18655" y="8836"/>
                </a:moveTo>
                <a:cubicBezTo>
                  <a:pt x="18112" y="8836"/>
                  <a:pt x="17673" y="9276"/>
                  <a:pt x="17673" y="9818"/>
                </a:cubicBezTo>
                <a:cubicBezTo>
                  <a:pt x="17673" y="10360"/>
                  <a:pt x="18112" y="10800"/>
                  <a:pt x="18655" y="10800"/>
                </a:cubicBezTo>
                <a:cubicBezTo>
                  <a:pt x="19197" y="10800"/>
                  <a:pt x="19636" y="10360"/>
                  <a:pt x="19636" y="9818"/>
                </a:cubicBezTo>
                <a:cubicBezTo>
                  <a:pt x="19636" y="9276"/>
                  <a:pt x="19197" y="8836"/>
                  <a:pt x="18655" y="8836"/>
                </a:cubicBezTo>
                <a:moveTo>
                  <a:pt x="20618" y="19636"/>
                </a:moveTo>
                <a:cubicBezTo>
                  <a:pt x="20618" y="20178"/>
                  <a:pt x="20179" y="20618"/>
                  <a:pt x="19636" y="20618"/>
                </a:cubicBezTo>
                <a:lnTo>
                  <a:pt x="16691" y="20618"/>
                </a:lnTo>
                <a:lnTo>
                  <a:pt x="16691" y="5891"/>
                </a:lnTo>
                <a:lnTo>
                  <a:pt x="19636" y="5891"/>
                </a:lnTo>
                <a:cubicBezTo>
                  <a:pt x="20179" y="5891"/>
                  <a:pt x="20618" y="6331"/>
                  <a:pt x="20618" y="6873"/>
                </a:cubicBezTo>
                <a:cubicBezTo>
                  <a:pt x="20618" y="6873"/>
                  <a:pt x="20618" y="19636"/>
                  <a:pt x="20618" y="19636"/>
                </a:cubicBezTo>
                <a:close/>
                <a:moveTo>
                  <a:pt x="15709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6873"/>
                </a:lnTo>
                <a:cubicBezTo>
                  <a:pt x="982" y="6331"/>
                  <a:pt x="1421" y="5891"/>
                  <a:pt x="1964" y="5891"/>
                </a:cubicBezTo>
                <a:lnTo>
                  <a:pt x="15709" y="5891"/>
                </a:lnTo>
                <a:cubicBezTo>
                  <a:pt x="15709" y="5891"/>
                  <a:pt x="15709" y="20618"/>
                  <a:pt x="15709" y="20618"/>
                </a:cubicBezTo>
                <a:close/>
                <a:moveTo>
                  <a:pt x="19636" y="4909"/>
                </a:moveTo>
                <a:lnTo>
                  <a:pt x="4909" y="4909"/>
                </a:lnTo>
                <a:lnTo>
                  <a:pt x="4909" y="2855"/>
                </a:lnTo>
                <a:cubicBezTo>
                  <a:pt x="5480" y="2653"/>
                  <a:pt x="5891" y="2113"/>
                  <a:pt x="5891" y="1473"/>
                </a:cubicBezTo>
                <a:cubicBezTo>
                  <a:pt x="5891" y="659"/>
                  <a:pt x="5231" y="0"/>
                  <a:pt x="4418" y="0"/>
                </a:cubicBezTo>
                <a:cubicBezTo>
                  <a:pt x="3605" y="0"/>
                  <a:pt x="2945" y="659"/>
                  <a:pt x="2945" y="1473"/>
                </a:cubicBezTo>
                <a:cubicBezTo>
                  <a:pt x="2945" y="2113"/>
                  <a:pt x="3357" y="2653"/>
                  <a:pt x="3927" y="2855"/>
                </a:cubicBezTo>
                <a:lnTo>
                  <a:pt x="3927" y="4909"/>
                </a:lnTo>
                <a:lnTo>
                  <a:pt x="1964" y="4909"/>
                </a:lnTo>
                <a:cubicBezTo>
                  <a:pt x="879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6873"/>
                </a:lnTo>
                <a:cubicBezTo>
                  <a:pt x="21600" y="5788"/>
                  <a:pt x="20721" y="4909"/>
                  <a:pt x="19636" y="4909"/>
                </a:cubicBezTo>
                <a:moveTo>
                  <a:pt x="18655" y="15709"/>
                </a:moveTo>
                <a:cubicBezTo>
                  <a:pt x="18383" y="15709"/>
                  <a:pt x="18164" y="15929"/>
                  <a:pt x="18164" y="16200"/>
                </a:cubicBezTo>
                <a:cubicBezTo>
                  <a:pt x="18164" y="16471"/>
                  <a:pt x="18383" y="16691"/>
                  <a:pt x="18655" y="16691"/>
                </a:cubicBezTo>
                <a:cubicBezTo>
                  <a:pt x="18926" y="16691"/>
                  <a:pt x="19145" y="16471"/>
                  <a:pt x="19145" y="16200"/>
                </a:cubicBezTo>
                <a:cubicBezTo>
                  <a:pt x="19145" y="15929"/>
                  <a:pt x="18926" y="15709"/>
                  <a:pt x="18655" y="15709"/>
                </a:cubicBezTo>
                <a:moveTo>
                  <a:pt x="4199" y="16691"/>
                </a:moveTo>
                <a:lnTo>
                  <a:pt x="12492" y="16691"/>
                </a:lnTo>
                <a:cubicBezTo>
                  <a:pt x="12744" y="16387"/>
                  <a:pt x="12971" y="16064"/>
                  <a:pt x="13152" y="15709"/>
                </a:cubicBezTo>
                <a:lnTo>
                  <a:pt x="3539" y="15709"/>
                </a:lnTo>
                <a:cubicBezTo>
                  <a:pt x="3720" y="16064"/>
                  <a:pt x="3947" y="16387"/>
                  <a:pt x="4199" y="16691"/>
                </a:cubicBezTo>
                <a:moveTo>
                  <a:pt x="8345" y="7855"/>
                </a:moveTo>
                <a:cubicBezTo>
                  <a:pt x="7196" y="7855"/>
                  <a:pt x="6138" y="8224"/>
                  <a:pt x="5263" y="8836"/>
                </a:cubicBezTo>
                <a:lnTo>
                  <a:pt x="11428" y="8836"/>
                </a:lnTo>
                <a:cubicBezTo>
                  <a:pt x="10553" y="8224"/>
                  <a:pt x="9495" y="7855"/>
                  <a:pt x="8345" y="7855"/>
                </a:cubicBezTo>
                <a:moveTo>
                  <a:pt x="8345" y="18655"/>
                </a:moveTo>
                <a:cubicBezTo>
                  <a:pt x="9495" y="18655"/>
                  <a:pt x="10553" y="18285"/>
                  <a:pt x="11428" y="17673"/>
                </a:cubicBezTo>
                <a:lnTo>
                  <a:pt x="5263" y="17673"/>
                </a:lnTo>
                <a:cubicBezTo>
                  <a:pt x="6138" y="18285"/>
                  <a:pt x="7196" y="18655"/>
                  <a:pt x="8345" y="18655"/>
                </a:cubicBezTo>
                <a:moveTo>
                  <a:pt x="12492" y="9818"/>
                </a:moveTo>
                <a:lnTo>
                  <a:pt x="4199" y="9818"/>
                </a:lnTo>
                <a:cubicBezTo>
                  <a:pt x="3947" y="10122"/>
                  <a:pt x="3720" y="10446"/>
                  <a:pt x="3539" y="10800"/>
                </a:cubicBezTo>
                <a:lnTo>
                  <a:pt x="13152" y="10800"/>
                </a:lnTo>
                <a:cubicBezTo>
                  <a:pt x="12971" y="10446"/>
                  <a:pt x="12744" y="10122"/>
                  <a:pt x="12492" y="9818"/>
                </a:cubicBezTo>
                <a:moveTo>
                  <a:pt x="13538" y="11782"/>
                </a:moveTo>
                <a:lnTo>
                  <a:pt x="3153" y="11782"/>
                </a:lnTo>
                <a:cubicBezTo>
                  <a:pt x="3063" y="12098"/>
                  <a:pt x="3001" y="12427"/>
                  <a:pt x="2970" y="12764"/>
                </a:cubicBezTo>
                <a:lnTo>
                  <a:pt x="13721" y="12764"/>
                </a:lnTo>
                <a:cubicBezTo>
                  <a:pt x="13690" y="12427"/>
                  <a:pt x="13628" y="12098"/>
                  <a:pt x="13538" y="1178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5" name="Shape 2695"/>
          <p:cNvSpPr/>
          <p:nvPr/>
        </p:nvSpPr>
        <p:spPr>
          <a:xfrm>
            <a:off x="7907400" y="146988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4727" y="15218"/>
                </a:moveTo>
                <a:cubicBezTo>
                  <a:pt x="14727" y="15490"/>
                  <a:pt x="14947" y="15709"/>
                  <a:pt x="15218" y="15709"/>
                </a:cubicBezTo>
                <a:cubicBezTo>
                  <a:pt x="15490" y="15709"/>
                  <a:pt x="15709" y="15490"/>
                  <a:pt x="15709" y="15218"/>
                </a:cubicBezTo>
                <a:cubicBezTo>
                  <a:pt x="15709" y="14947"/>
                  <a:pt x="15490" y="14727"/>
                  <a:pt x="15218" y="14727"/>
                </a:cubicBezTo>
                <a:cubicBezTo>
                  <a:pt x="14947" y="14727"/>
                  <a:pt x="14727" y="14947"/>
                  <a:pt x="14727" y="15218"/>
                </a:cubicBezTo>
                <a:moveTo>
                  <a:pt x="20618" y="12764"/>
                </a:moveTo>
                <a:lnTo>
                  <a:pt x="17673" y="12764"/>
                </a:lnTo>
                <a:lnTo>
                  <a:pt x="17673" y="3927"/>
                </a:lnTo>
                <a:lnTo>
                  <a:pt x="3927" y="3927"/>
                </a:lnTo>
                <a:lnTo>
                  <a:pt x="3927" y="9510"/>
                </a:lnTo>
                <a:cubicBezTo>
                  <a:pt x="3308" y="10442"/>
                  <a:pt x="2945" y="11560"/>
                  <a:pt x="2945" y="12764"/>
                </a:cubicBezTo>
                <a:lnTo>
                  <a:pt x="982" y="12764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2764"/>
                  <a:pt x="20618" y="12764"/>
                </a:cubicBezTo>
                <a:close/>
                <a:moveTo>
                  <a:pt x="9327" y="12764"/>
                </a:moveTo>
                <a:cubicBezTo>
                  <a:pt x="9327" y="13035"/>
                  <a:pt x="9108" y="13255"/>
                  <a:pt x="8836" y="13255"/>
                </a:cubicBezTo>
                <a:cubicBezTo>
                  <a:pt x="8565" y="13255"/>
                  <a:pt x="8345" y="13035"/>
                  <a:pt x="8345" y="12764"/>
                </a:cubicBezTo>
                <a:cubicBezTo>
                  <a:pt x="8345" y="12493"/>
                  <a:pt x="8565" y="12273"/>
                  <a:pt x="8836" y="12273"/>
                </a:cubicBezTo>
                <a:cubicBezTo>
                  <a:pt x="9108" y="12273"/>
                  <a:pt x="9327" y="12493"/>
                  <a:pt x="9327" y="12764"/>
                </a:cubicBezTo>
                <a:moveTo>
                  <a:pt x="8836" y="7855"/>
                </a:moveTo>
                <a:cubicBezTo>
                  <a:pt x="10295" y="7855"/>
                  <a:pt x="11601" y="8494"/>
                  <a:pt x="12500" y="9504"/>
                </a:cubicBezTo>
                <a:lnTo>
                  <a:pt x="10301" y="12846"/>
                </a:lnTo>
                <a:cubicBezTo>
                  <a:pt x="10302" y="12818"/>
                  <a:pt x="10309" y="12792"/>
                  <a:pt x="10309" y="12764"/>
                </a:cubicBezTo>
                <a:cubicBezTo>
                  <a:pt x="10309" y="11951"/>
                  <a:pt x="9649" y="11291"/>
                  <a:pt x="8836" y="11291"/>
                </a:cubicBezTo>
                <a:cubicBezTo>
                  <a:pt x="8023" y="11291"/>
                  <a:pt x="7364" y="11951"/>
                  <a:pt x="7364" y="12764"/>
                </a:cubicBezTo>
                <a:cubicBezTo>
                  <a:pt x="7364" y="13577"/>
                  <a:pt x="8023" y="14236"/>
                  <a:pt x="8836" y="14236"/>
                </a:cubicBezTo>
                <a:cubicBezTo>
                  <a:pt x="9072" y="14236"/>
                  <a:pt x="9293" y="14175"/>
                  <a:pt x="9491" y="14076"/>
                </a:cubicBezTo>
                <a:lnTo>
                  <a:pt x="8925" y="14938"/>
                </a:lnTo>
                <a:lnTo>
                  <a:pt x="8639" y="14741"/>
                </a:lnTo>
                <a:lnTo>
                  <a:pt x="7962" y="16664"/>
                </a:lnTo>
                <a:lnTo>
                  <a:pt x="8494" y="17043"/>
                </a:lnTo>
                <a:lnTo>
                  <a:pt x="8881" y="16700"/>
                </a:lnTo>
                <a:lnTo>
                  <a:pt x="10064" y="16936"/>
                </a:lnTo>
                <a:lnTo>
                  <a:pt x="9561" y="16099"/>
                </a:lnTo>
                <a:lnTo>
                  <a:pt x="10020" y="15694"/>
                </a:lnTo>
                <a:lnTo>
                  <a:pt x="9423" y="15282"/>
                </a:lnTo>
                <a:lnTo>
                  <a:pt x="9736" y="15491"/>
                </a:lnTo>
                <a:lnTo>
                  <a:pt x="13114" y="10359"/>
                </a:lnTo>
                <a:cubicBezTo>
                  <a:pt x="13514" y="11069"/>
                  <a:pt x="13745" y="11889"/>
                  <a:pt x="13745" y="12764"/>
                </a:cubicBezTo>
                <a:cubicBezTo>
                  <a:pt x="13745" y="15475"/>
                  <a:pt x="11548" y="17673"/>
                  <a:pt x="8836" y="17673"/>
                </a:cubicBezTo>
                <a:cubicBezTo>
                  <a:pt x="6125" y="17673"/>
                  <a:pt x="3927" y="15475"/>
                  <a:pt x="3927" y="12764"/>
                </a:cubicBezTo>
                <a:cubicBezTo>
                  <a:pt x="3927" y="10053"/>
                  <a:pt x="6125" y="7855"/>
                  <a:pt x="8836" y="7855"/>
                </a:cubicBezTo>
                <a:moveTo>
                  <a:pt x="14727" y="5891"/>
                </a:moveTo>
                <a:cubicBezTo>
                  <a:pt x="14186" y="5891"/>
                  <a:pt x="13745" y="6331"/>
                  <a:pt x="13745" y="6873"/>
                </a:cubicBezTo>
                <a:cubicBezTo>
                  <a:pt x="13745" y="7062"/>
                  <a:pt x="13802" y="7237"/>
                  <a:pt x="13894" y="7386"/>
                </a:cubicBezTo>
                <a:lnTo>
                  <a:pt x="13057" y="8659"/>
                </a:lnTo>
                <a:cubicBezTo>
                  <a:pt x="11987" y="7558"/>
                  <a:pt x="10492" y="6873"/>
                  <a:pt x="8836" y="6873"/>
                </a:cubicBezTo>
                <a:cubicBezTo>
                  <a:pt x="7325" y="6873"/>
                  <a:pt x="5952" y="7447"/>
                  <a:pt x="4909" y="8382"/>
                </a:cubicBezTo>
                <a:lnTo>
                  <a:pt x="4909" y="4909"/>
                </a:lnTo>
                <a:lnTo>
                  <a:pt x="16691" y="4909"/>
                </a:lnTo>
                <a:lnTo>
                  <a:pt x="16691" y="16691"/>
                </a:lnTo>
                <a:lnTo>
                  <a:pt x="13219" y="16691"/>
                </a:lnTo>
                <a:cubicBezTo>
                  <a:pt x="14154" y="15648"/>
                  <a:pt x="14727" y="14275"/>
                  <a:pt x="14727" y="12764"/>
                </a:cubicBezTo>
                <a:cubicBezTo>
                  <a:pt x="14727" y="11536"/>
                  <a:pt x="14351" y="10398"/>
                  <a:pt x="13709" y="9453"/>
                </a:cubicBezTo>
                <a:lnTo>
                  <a:pt x="14764" y="7851"/>
                </a:lnTo>
                <a:cubicBezTo>
                  <a:pt x="15288" y="7832"/>
                  <a:pt x="15709" y="7402"/>
                  <a:pt x="15709" y="6873"/>
                </a:cubicBezTo>
                <a:cubicBezTo>
                  <a:pt x="15709" y="6331"/>
                  <a:pt x="15269" y="5891"/>
                  <a:pt x="14727" y="5891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745"/>
                </a:lnTo>
                <a:lnTo>
                  <a:pt x="3034" y="13745"/>
                </a:lnTo>
                <a:cubicBezTo>
                  <a:pt x="3502" y="16531"/>
                  <a:pt x="5918" y="18655"/>
                  <a:pt x="8836" y="18655"/>
                </a:cubicBezTo>
                <a:cubicBezTo>
                  <a:pt x="10040" y="18655"/>
                  <a:pt x="11158" y="18292"/>
                  <a:pt x="12090" y="17673"/>
                </a:cubicBezTo>
                <a:lnTo>
                  <a:pt x="17673" y="17673"/>
                </a:lnTo>
                <a:lnTo>
                  <a:pt x="17673" y="13745"/>
                </a:lnTo>
                <a:lnTo>
                  <a:pt x="20618" y="13745"/>
                </a:lnTo>
                <a:cubicBezTo>
                  <a:pt x="20618" y="13745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6" name="Shape 2696"/>
          <p:cNvSpPr/>
          <p:nvPr/>
        </p:nvSpPr>
        <p:spPr>
          <a:xfrm>
            <a:off x="8307360" y="146988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2764" y="19636"/>
                </a:moveTo>
                <a:cubicBezTo>
                  <a:pt x="12764" y="20178"/>
                  <a:pt x="12324" y="20618"/>
                  <a:pt x="11782" y="20618"/>
                </a:cubicBezTo>
                <a:lnTo>
                  <a:pt x="9818" y="20618"/>
                </a:lnTo>
                <a:cubicBezTo>
                  <a:pt x="9276" y="20618"/>
                  <a:pt x="8836" y="20178"/>
                  <a:pt x="8836" y="19636"/>
                </a:cubicBezTo>
                <a:lnTo>
                  <a:pt x="8836" y="17673"/>
                </a:lnTo>
                <a:cubicBezTo>
                  <a:pt x="8836" y="17131"/>
                  <a:pt x="9276" y="16691"/>
                  <a:pt x="9818" y="16691"/>
                </a:cubicBezTo>
                <a:lnTo>
                  <a:pt x="11782" y="16691"/>
                </a:lnTo>
                <a:cubicBezTo>
                  <a:pt x="12324" y="16691"/>
                  <a:pt x="12764" y="17131"/>
                  <a:pt x="12764" y="17673"/>
                </a:cubicBezTo>
                <a:cubicBezTo>
                  <a:pt x="12764" y="17673"/>
                  <a:pt x="12764" y="19636"/>
                  <a:pt x="12764" y="19636"/>
                </a:cubicBezTo>
                <a:close/>
                <a:moveTo>
                  <a:pt x="11782" y="15709"/>
                </a:moveTo>
                <a:lnTo>
                  <a:pt x="9818" y="15709"/>
                </a:lnTo>
                <a:cubicBezTo>
                  <a:pt x="8734" y="15709"/>
                  <a:pt x="7855" y="16588"/>
                  <a:pt x="7855" y="17673"/>
                </a:cubicBezTo>
                <a:lnTo>
                  <a:pt x="7855" y="19636"/>
                </a:lnTo>
                <a:cubicBezTo>
                  <a:pt x="7855" y="20721"/>
                  <a:pt x="8734" y="21600"/>
                  <a:pt x="9818" y="21600"/>
                </a:cubicBezTo>
                <a:lnTo>
                  <a:pt x="11782" y="21600"/>
                </a:lnTo>
                <a:cubicBezTo>
                  <a:pt x="12866" y="21600"/>
                  <a:pt x="13745" y="20721"/>
                  <a:pt x="13745" y="19636"/>
                </a:cubicBezTo>
                <a:lnTo>
                  <a:pt x="13745" y="17673"/>
                </a:lnTo>
                <a:cubicBezTo>
                  <a:pt x="13745" y="16588"/>
                  <a:pt x="12866" y="15709"/>
                  <a:pt x="11782" y="15709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cubicBezTo>
                  <a:pt x="17131" y="20618"/>
                  <a:pt x="16691" y="20178"/>
                  <a:pt x="16691" y="19636"/>
                </a:cubicBezTo>
                <a:lnTo>
                  <a:pt x="16691" y="17673"/>
                </a:lnTo>
                <a:cubicBezTo>
                  <a:pt x="16691" y="17131"/>
                  <a:pt x="17131" y="16691"/>
                  <a:pt x="17673" y="16691"/>
                </a:cubicBezTo>
                <a:lnTo>
                  <a:pt x="19636" y="16691"/>
                </a:lnTo>
                <a:cubicBezTo>
                  <a:pt x="20178" y="16691"/>
                  <a:pt x="20618" y="17131"/>
                  <a:pt x="20618" y="17673"/>
                </a:cubicBezTo>
                <a:cubicBezTo>
                  <a:pt x="20618" y="17673"/>
                  <a:pt x="20618" y="19636"/>
                  <a:pt x="20618" y="19636"/>
                </a:cubicBezTo>
                <a:close/>
                <a:moveTo>
                  <a:pt x="19636" y="15709"/>
                </a:moveTo>
                <a:lnTo>
                  <a:pt x="17673" y="15709"/>
                </a:lnTo>
                <a:cubicBezTo>
                  <a:pt x="16588" y="15709"/>
                  <a:pt x="15709" y="16588"/>
                  <a:pt x="15709" y="17673"/>
                </a:cubicBezTo>
                <a:lnTo>
                  <a:pt x="15709" y="19636"/>
                </a:lnTo>
                <a:cubicBezTo>
                  <a:pt x="15709" y="20721"/>
                  <a:pt x="16588" y="21600"/>
                  <a:pt x="17673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7673"/>
                </a:lnTo>
                <a:cubicBezTo>
                  <a:pt x="21600" y="16588"/>
                  <a:pt x="20721" y="15709"/>
                  <a:pt x="19636" y="15709"/>
                </a:cubicBezTo>
                <a:moveTo>
                  <a:pt x="4909" y="19636"/>
                </a:moveTo>
                <a:cubicBezTo>
                  <a:pt x="4909" y="20178"/>
                  <a:pt x="4469" y="20618"/>
                  <a:pt x="3927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7673"/>
                </a:lnTo>
                <a:cubicBezTo>
                  <a:pt x="982" y="17131"/>
                  <a:pt x="1422" y="16691"/>
                  <a:pt x="1964" y="16691"/>
                </a:cubicBezTo>
                <a:lnTo>
                  <a:pt x="3927" y="16691"/>
                </a:lnTo>
                <a:cubicBezTo>
                  <a:pt x="4469" y="16691"/>
                  <a:pt x="4909" y="17131"/>
                  <a:pt x="4909" y="17673"/>
                </a:cubicBezTo>
                <a:cubicBezTo>
                  <a:pt x="4909" y="17673"/>
                  <a:pt x="4909" y="19636"/>
                  <a:pt x="4909" y="19636"/>
                </a:cubicBezTo>
                <a:close/>
                <a:moveTo>
                  <a:pt x="3927" y="15709"/>
                </a:moveTo>
                <a:lnTo>
                  <a:pt x="1964" y="15709"/>
                </a:lnTo>
                <a:cubicBezTo>
                  <a:pt x="879" y="15709"/>
                  <a:pt x="0" y="16588"/>
                  <a:pt x="0" y="17673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3927" y="21600"/>
                </a:lnTo>
                <a:cubicBezTo>
                  <a:pt x="5012" y="21600"/>
                  <a:pt x="5891" y="20721"/>
                  <a:pt x="5891" y="19636"/>
                </a:cubicBezTo>
                <a:lnTo>
                  <a:pt x="5891" y="17673"/>
                </a:lnTo>
                <a:cubicBezTo>
                  <a:pt x="5891" y="16588"/>
                  <a:pt x="5012" y="15709"/>
                  <a:pt x="3927" y="15709"/>
                </a:cubicBezTo>
                <a:moveTo>
                  <a:pt x="2945" y="14727"/>
                </a:moveTo>
                <a:cubicBezTo>
                  <a:pt x="3217" y="14727"/>
                  <a:pt x="3436" y="14507"/>
                  <a:pt x="3436" y="14236"/>
                </a:cubicBezTo>
                <a:lnTo>
                  <a:pt x="3436" y="10800"/>
                </a:lnTo>
                <a:lnTo>
                  <a:pt x="10309" y="10800"/>
                </a:lnTo>
                <a:lnTo>
                  <a:pt x="10309" y="14236"/>
                </a:lnTo>
                <a:cubicBezTo>
                  <a:pt x="10309" y="14507"/>
                  <a:pt x="10529" y="14727"/>
                  <a:pt x="10800" y="14727"/>
                </a:cubicBezTo>
                <a:cubicBezTo>
                  <a:pt x="11071" y="14727"/>
                  <a:pt x="11291" y="14507"/>
                  <a:pt x="11291" y="14236"/>
                </a:cubicBezTo>
                <a:lnTo>
                  <a:pt x="11291" y="10800"/>
                </a:lnTo>
                <a:lnTo>
                  <a:pt x="18164" y="10800"/>
                </a:lnTo>
                <a:lnTo>
                  <a:pt x="18164" y="14236"/>
                </a:lnTo>
                <a:cubicBezTo>
                  <a:pt x="18164" y="14507"/>
                  <a:pt x="18384" y="14727"/>
                  <a:pt x="18655" y="14727"/>
                </a:cubicBezTo>
                <a:cubicBezTo>
                  <a:pt x="18926" y="14727"/>
                  <a:pt x="19145" y="14507"/>
                  <a:pt x="19145" y="14236"/>
                </a:cubicBezTo>
                <a:lnTo>
                  <a:pt x="19145" y="10309"/>
                </a:lnTo>
                <a:cubicBezTo>
                  <a:pt x="19145" y="10038"/>
                  <a:pt x="18926" y="9818"/>
                  <a:pt x="18655" y="9818"/>
                </a:cubicBezTo>
                <a:lnTo>
                  <a:pt x="11291" y="9818"/>
                </a:lnTo>
                <a:lnTo>
                  <a:pt x="11291" y="7364"/>
                </a:lnTo>
                <a:cubicBezTo>
                  <a:pt x="11291" y="7093"/>
                  <a:pt x="11071" y="6873"/>
                  <a:pt x="10800" y="6873"/>
                </a:cubicBezTo>
                <a:cubicBezTo>
                  <a:pt x="10529" y="6873"/>
                  <a:pt x="10309" y="7093"/>
                  <a:pt x="10309" y="7364"/>
                </a:cubicBezTo>
                <a:lnTo>
                  <a:pt x="10309" y="9818"/>
                </a:lnTo>
                <a:lnTo>
                  <a:pt x="2945" y="9818"/>
                </a:lnTo>
                <a:cubicBezTo>
                  <a:pt x="2674" y="9818"/>
                  <a:pt x="2455" y="10038"/>
                  <a:pt x="2455" y="10309"/>
                </a:cubicBezTo>
                <a:lnTo>
                  <a:pt x="2455" y="14236"/>
                </a:lnTo>
                <a:cubicBezTo>
                  <a:pt x="2455" y="14507"/>
                  <a:pt x="2674" y="14727"/>
                  <a:pt x="2945" y="14727"/>
                </a:cubicBezTo>
                <a:moveTo>
                  <a:pt x="8836" y="1964"/>
                </a:moveTo>
                <a:cubicBezTo>
                  <a:pt x="8836" y="1422"/>
                  <a:pt x="9276" y="982"/>
                  <a:pt x="9818" y="982"/>
                </a:cubicBezTo>
                <a:lnTo>
                  <a:pt x="11782" y="982"/>
                </a:lnTo>
                <a:cubicBezTo>
                  <a:pt x="12324" y="982"/>
                  <a:pt x="12764" y="1422"/>
                  <a:pt x="12764" y="1964"/>
                </a:cubicBezTo>
                <a:lnTo>
                  <a:pt x="12764" y="3927"/>
                </a:lnTo>
                <a:cubicBezTo>
                  <a:pt x="12764" y="4469"/>
                  <a:pt x="12324" y="4909"/>
                  <a:pt x="11782" y="4909"/>
                </a:cubicBezTo>
                <a:lnTo>
                  <a:pt x="9818" y="4909"/>
                </a:lnTo>
                <a:cubicBezTo>
                  <a:pt x="9276" y="4909"/>
                  <a:pt x="8836" y="4469"/>
                  <a:pt x="8836" y="3927"/>
                </a:cubicBezTo>
                <a:cubicBezTo>
                  <a:pt x="8836" y="3927"/>
                  <a:pt x="8836" y="1964"/>
                  <a:pt x="8836" y="1964"/>
                </a:cubicBezTo>
                <a:close/>
                <a:moveTo>
                  <a:pt x="9818" y="5891"/>
                </a:moveTo>
                <a:lnTo>
                  <a:pt x="11782" y="5891"/>
                </a:lnTo>
                <a:cubicBezTo>
                  <a:pt x="12866" y="5891"/>
                  <a:pt x="13745" y="5012"/>
                  <a:pt x="13745" y="3927"/>
                </a:cubicBezTo>
                <a:lnTo>
                  <a:pt x="13745" y="1964"/>
                </a:lnTo>
                <a:cubicBezTo>
                  <a:pt x="13745" y="879"/>
                  <a:pt x="12866" y="0"/>
                  <a:pt x="11782" y="0"/>
                </a:cubicBezTo>
                <a:lnTo>
                  <a:pt x="9818" y="0"/>
                </a:lnTo>
                <a:cubicBezTo>
                  <a:pt x="8734" y="0"/>
                  <a:pt x="7855" y="879"/>
                  <a:pt x="7855" y="1964"/>
                </a:cubicBezTo>
                <a:lnTo>
                  <a:pt x="7855" y="3927"/>
                </a:lnTo>
                <a:cubicBezTo>
                  <a:pt x="7855" y="5012"/>
                  <a:pt x="8734" y="5891"/>
                  <a:pt x="9818" y="589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7" name="Shape 2697"/>
          <p:cNvSpPr/>
          <p:nvPr/>
        </p:nvSpPr>
        <p:spPr>
          <a:xfrm>
            <a:off x="4718160" y="1870200"/>
            <a:ext cx="19044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7020" y="13745"/>
                </a:moveTo>
                <a:lnTo>
                  <a:pt x="4860" y="13745"/>
                </a:lnTo>
                <a:lnTo>
                  <a:pt x="4860" y="15709"/>
                </a:lnTo>
                <a:lnTo>
                  <a:pt x="7020" y="15709"/>
                </a:lnTo>
                <a:cubicBezTo>
                  <a:pt x="7020" y="15709"/>
                  <a:pt x="7020" y="13745"/>
                  <a:pt x="7020" y="13745"/>
                </a:cubicBezTo>
                <a:close/>
                <a:moveTo>
                  <a:pt x="5400" y="10800"/>
                </a:moveTo>
                <a:lnTo>
                  <a:pt x="3240" y="10800"/>
                </a:lnTo>
                <a:lnTo>
                  <a:pt x="3240" y="12764"/>
                </a:lnTo>
                <a:lnTo>
                  <a:pt x="5400" y="12764"/>
                </a:lnTo>
                <a:cubicBezTo>
                  <a:pt x="5400" y="12764"/>
                  <a:pt x="5400" y="10800"/>
                  <a:pt x="5400" y="10800"/>
                </a:cubicBezTo>
                <a:close/>
                <a:moveTo>
                  <a:pt x="5940" y="18655"/>
                </a:moveTo>
                <a:lnTo>
                  <a:pt x="15660" y="18655"/>
                </a:lnTo>
                <a:lnTo>
                  <a:pt x="15660" y="16691"/>
                </a:lnTo>
                <a:lnTo>
                  <a:pt x="5940" y="16691"/>
                </a:lnTo>
                <a:cubicBezTo>
                  <a:pt x="5940" y="16691"/>
                  <a:pt x="5940" y="18655"/>
                  <a:pt x="5940" y="18655"/>
                </a:cubicBezTo>
                <a:close/>
                <a:moveTo>
                  <a:pt x="20520" y="19636"/>
                </a:moveTo>
                <a:cubicBezTo>
                  <a:pt x="20520" y="20179"/>
                  <a:pt x="20036" y="20618"/>
                  <a:pt x="19440" y="20618"/>
                </a:cubicBezTo>
                <a:lnTo>
                  <a:pt x="2160" y="20618"/>
                </a:lnTo>
                <a:cubicBezTo>
                  <a:pt x="1564" y="20618"/>
                  <a:pt x="1080" y="20179"/>
                  <a:pt x="1080" y="19636"/>
                </a:cubicBezTo>
                <a:lnTo>
                  <a:pt x="1080" y="9818"/>
                </a:lnTo>
                <a:cubicBezTo>
                  <a:pt x="1080" y="9276"/>
                  <a:pt x="1564" y="8836"/>
                  <a:pt x="2160" y="8836"/>
                </a:cubicBezTo>
                <a:lnTo>
                  <a:pt x="19440" y="8836"/>
                </a:lnTo>
                <a:cubicBezTo>
                  <a:pt x="20036" y="8836"/>
                  <a:pt x="20520" y="9276"/>
                  <a:pt x="20520" y="9818"/>
                </a:cubicBezTo>
                <a:cubicBezTo>
                  <a:pt x="20520" y="9818"/>
                  <a:pt x="20520" y="19636"/>
                  <a:pt x="20520" y="19636"/>
                </a:cubicBezTo>
                <a:close/>
                <a:moveTo>
                  <a:pt x="19440" y="7855"/>
                </a:moveTo>
                <a:lnTo>
                  <a:pt x="2160" y="7855"/>
                </a:lnTo>
                <a:cubicBezTo>
                  <a:pt x="967" y="7855"/>
                  <a:pt x="0" y="8734"/>
                  <a:pt x="0" y="9818"/>
                </a:cubicBezTo>
                <a:lnTo>
                  <a:pt x="0" y="19636"/>
                </a:lnTo>
                <a:cubicBezTo>
                  <a:pt x="0" y="20721"/>
                  <a:pt x="967" y="21600"/>
                  <a:pt x="2160" y="21600"/>
                </a:cubicBezTo>
                <a:lnTo>
                  <a:pt x="19440" y="21600"/>
                </a:lnTo>
                <a:cubicBezTo>
                  <a:pt x="20633" y="21600"/>
                  <a:pt x="21600" y="20721"/>
                  <a:pt x="21600" y="19636"/>
                </a:cubicBezTo>
                <a:lnTo>
                  <a:pt x="21600" y="9818"/>
                </a:lnTo>
                <a:cubicBezTo>
                  <a:pt x="21600" y="8734"/>
                  <a:pt x="20633" y="7855"/>
                  <a:pt x="19440" y="7855"/>
                </a:cubicBezTo>
                <a:moveTo>
                  <a:pt x="16200" y="12764"/>
                </a:moveTo>
                <a:lnTo>
                  <a:pt x="18360" y="12764"/>
                </a:lnTo>
                <a:lnTo>
                  <a:pt x="18360" y="10800"/>
                </a:lnTo>
                <a:lnTo>
                  <a:pt x="16200" y="10800"/>
                </a:lnTo>
                <a:cubicBezTo>
                  <a:pt x="16200" y="10800"/>
                  <a:pt x="16200" y="12764"/>
                  <a:pt x="16200" y="12764"/>
                </a:cubicBezTo>
                <a:close/>
                <a:moveTo>
                  <a:pt x="14580" y="15709"/>
                </a:moveTo>
                <a:lnTo>
                  <a:pt x="16740" y="15709"/>
                </a:lnTo>
                <a:lnTo>
                  <a:pt x="16740" y="13745"/>
                </a:lnTo>
                <a:lnTo>
                  <a:pt x="14580" y="13745"/>
                </a:lnTo>
                <a:cubicBezTo>
                  <a:pt x="14580" y="13745"/>
                  <a:pt x="14580" y="15709"/>
                  <a:pt x="14580" y="15709"/>
                </a:cubicBezTo>
                <a:close/>
                <a:moveTo>
                  <a:pt x="10800" y="0"/>
                </a:moveTo>
                <a:lnTo>
                  <a:pt x="6480" y="3927"/>
                </a:lnTo>
                <a:lnTo>
                  <a:pt x="15120" y="3927"/>
                </a:lnTo>
                <a:cubicBezTo>
                  <a:pt x="15120" y="3927"/>
                  <a:pt x="10800" y="0"/>
                  <a:pt x="10800" y="0"/>
                </a:cubicBezTo>
                <a:close/>
                <a:moveTo>
                  <a:pt x="8640" y="10800"/>
                </a:moveTo>
                <a:lnTo>
                  <a:pt x="6480" y="10800"/>
                </a:lnTo>
                <a:lnTo>
                  <a:pt x="6480" y="12764"/>
                </a:lnTo>
                <a:lnTo>
                  <a:pt x="8640" y="12764"/>
                </a:lnTo>
                <a:cubicBezTo>
                  <a:pt x="8640" y="12764"/>
                  <a:pt x="8640" y="10800"/>
                  <a:pt x="8640" y="10800"/>
                </a:cubicBezTo>
                <a:close/>
                <a:moveTo>
                  <a:pt x="11340" y="15709"/>
                </a:moveTo>
                <a:lnTo>
                  <a:pt x="13500" y="15709"/>
                </a:lnTo>
                <a:lnTo>
                  <a:pt x="13500" y="13745"/>
                </a:lnTo>
                <a:lnTo>
                  <a:pt x="11340" y="13745"/>
                </a:lnTo>
                <a:cubicBezTo>
                  <a:pt x="11340" y="13745"/>
                  <a:pt x="11340" y="15709"/>
                  <a:pt x="11340" y="15709"/>
                </a:cubicBezTo>
                <a:close/>
                <a:moveTo>
                  <a:pt x="15120" y="10800"/>
                </a:moveTo>
                <a:lnTo>
                  <a:pt x="12960" y="10800"/>
                </a:lnTo>
                <a:lnTo>
                  <a:pt x="12960" y="12764"/>
                </a:lnTo>
                <a:lnTo>
                  <a:pt x="15120" y="12764"/>
                </a:lnTo>
                <a:cubicBezTo>
                  <a:pt x="15120" y="12764"/>
                  <a:pt x="15120" y="10800"/>
                  <a:pt x="15120" y="10800"/>
                </a:cubicBezTo>
                <a:close/>
                <a:moveTo>
                  <a:pt x="11880" y="10800"/>
                </a:moveTo>
                <a:lnTo>
                  <a:pt x="9720" y="10800"/>
                </a:lnTo>
                <a:lnTo>
                  <a:pt x="9720" y="12764"/>
                </a:lnTo>
                <a:lnTo>
                  <a:pt x="11880" y="12764"/>
                </a:lnTo>
                <a:cubicBezTo>
                  <a:pt x="11880" y="12764"/>
                  <a:pt x="11880" y="10800"/>
                  <a:pt x="11880" y="10800"/>
                </a:cubicBezTo>
                <a:close/>
                <a:moveTo>
                  <a:pt x="8100" y="15709"/>
                </a:moveTo>
                <a:lnTo>
                  <a:pt x="10260" y="15709"/>
                </a:lnTo>
                <a:lnTo>
                  <a:pt x="10260" y="13745"/>
                </a:lnTo>
                <a:lnTo>
                  <a:pt x="8100" y="13745"/>
                </a:lnTo>
                <a:cubicBezTo>
                  <a:pt x="8100" y="13745"/>
                  <a:pt x="8100" y="15709"/>
                  <a:pt x="8100" y="1570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8" name="Shape 2698"/>
          <p:cNvSpPr/>
          <p:nvPr/>
        </p:nvSpPr>
        <p:spPr>
          <a:xfrm>
            <a:off x="5116680" y="1870200"/>
            <a:ext cx="19044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5940" y="10800"/>
                </a:moveTo>
                <a:lnTo>
                  <a:pt x="15660" y="10800"/>
                </a:lnTo>
                <a:lnTo>
                  <a:pt x="15660" y="8836"/>
                </a:lnTo>
                <a:lnTo>
                  <a:pt x="5940" y="8836"/>
                </a:lnTo>
                <a:cubicBezTo>
                  <a:pt x="5940" y="8836"/>
                  <a:pt x="5940" y="10800"/>
                  <a:pt x="5940" y="10800"/>
                </a:cubicBezTo>
                <a:close/>
                <a:moveTo>
                  <a:pt x="5400" y="2945"/>
                </a:moveTo>
                <a:lnTo>
                  <a:pt x="3240" y="2945"/>
                </a:lnTo>
                <a:lnTo>
                  <a:pt x="3240" y="4909"/>
                </a:lnTo>
                <a:lnTo>
                  <a:pt x="5400" y="4909"/>
                </a:lnTo>
                <a:cubicBezTo>
                  <a:pt x="5400" y="4909"/>
                  <a:pt x="5400" y="2945"/>
                  <a:pt x="5400" y="2945"/>
                </a:cubicBezTo>
                <a:close/>
                <a:moveTo>
                  <a:pt x="7020" y="5891"/>
                </a:moveTo>
                <a:lnTo>
                  <a:pt x="4860" y="5891"/>
                </a:lnTo>
                <a:lnTo>
                  <a:pt x="4860" y="7855"/>
                </a:lnTo>
                <a:lnTo>
                  <a:pt x="7020" y="7855"/>
                </a:lnTo>
                <a:cubicBezTo>
                  <a:pt x="7020" y="7855"/>
                  <a:pt x="7020" y="5891"/>
                  <a:pt x="7020" y="5891"/>
                </a:cubicBezTo>
                <a:close/>
                <a:moveTo>
                  <a:pt x="14580" y="7855"/>
                </a:moveTo>
                <a:lnTo>
                  <a:pt x="16740" y="7855"/>
                </a:lnTo>
                <a:lnTo>
                  <a:pt x="16740" y="5891"/>
                </a:lnTo>
                <a:lnTo>
                  <a:pt x="14580" y="5891"/>
                </a:lnTo>
                <a:cubicBezTo>
                  <a:pt x="14580" y="5891"/>
                  <a:pt x="14580" y="7855"/>
                  <a:pt x="14580" y="7855"/>
                </a:cubicBezTo>
                <a:close/>
                <a:moveTo>
                  <a:pt x="20520" y="11782"/>
                </a:moveTo>
                <a:cubicBezTo>
                  <a:pt x="20520" y="12324"/>
                  <a:pt x="20036" y="12764"/>
                  <a:pt x="19440" y="12764"/>
                </a:cubicBezTo>
                <a:lnTo>
                  <a:pt x="2160" y="12764"/>
                </a:lnTo>
                <a:cubicBezTo>
                  <a:pt x="1564" y="12764"/>
                  <a:pt x="1080" y="12324"/>
                  <a:pt x="1080" y="11782"/>
                </a:cubicBezTo>
                <a:lnTo>
                  <a:pt x="1080" y="1964"/>
                </a:lnTo>
                <a:cubicBezTo>
                  <a:pt x="1080" y="1422"/>
                  <a:pt x="1564" y="982"/>
                  <a:pt x="2160" y="982"/>
                </a:cubicBezTo>
                <a:lnTo>
                  <a:pt x="19440" y="982"/>
                </a:lnTo>
                <a:cubicBezTo>
                  <a:pt x="20036" y="982"/>
                  <a:pt x="20520" y="1422"/>
                  <a:pt x="20520" y="1964"/>
                </a:cubicBezTo>
                <a:cubicBezTo>
                  <a:pt x="20520" y="1964"/>
                  <a:pt x="20520" y="11782"/>
                  <a:pt x="20520" y="11782"/>
                </a:cubicBezTo>
                <a:close/>
                <a:moveTo>
                  <a:pt x="19440" y="0"/>
                </a:moveTo>
                <a:lnTo>
                  <a:pt x="2160" y="0"/>
                </a:lnTo>
                <a:cubicBezTo>
                  <a:pt x="967" y="0"/>
                  <a:pt x="0" y="879"/>
                  <a:pt x="0" y="1964"/>
                </a:cubicBezTo>
                <a:lnTo>
                  <a:pt x="0" y="11782"/>
                </a:lnTo>
                <a:cubicBezTo>
                  <a:pt x="0" y="12866"/>
                  <a:pt x="967" y="13745"/>
                  <a:pt x="2160" y="13745"/>
                </a:cubicBezTo>
                <a:lnTo>
                  <a:pt x="19440" y="13745"/>
                </a:lnTo>
                <a:cubicBezTo>
                  <a:pt x="20633" y="13745"/>
                  <a:pt x="21600" y="12866"/>
                  <a:pt x="21600" y="11782"/>
                </a:cubicBezTo>
                <a:lnTo>
                  <a:pt x="21600" y="1964"/>
                </a:lnTo>
                <a:cubicBezTo>
                  <a:pt x="21600" y="879"/>
                  <a:pt x="20633" y="0"/>
                  <a:pt x="19440" y="0"/>
                </a:cubicBezTo>
                <a:moveTo>
                  <a:pt x="16200" y="4909"/>
                </a:moveTo>
                <a:lnTo>
                  <a:pt x="18360" y="4909"/>
                </a:lnTo>
                <a:lnTo>
                  <a:pt x="18360" y="2945"/>
                </a:lnTo>
                <a:lnTo>
                  <a:pt x="16200" y="2945"/>
                </a:lnTo>
                <a:cubicBezTo>
                  <a:pt x="16200" y="2945"/>
                  <a:pt x="16200" y="4909"/>
                  <a:pt x="16200" y="4909"/>
                </a:cubicBezTo>
                <a:close/>
                <a:moveTo>
                  <a:pt x="8640" y="2945"/>
                </a:moveTo>
                <a:lnTo>
                  <a:pt x="6480" y="2945"/>
                </a:lnTo>
                <a:lnTo>
                  <a:pt x="6480" y="4909"/>
                </a:lnTo>
                <a:lnTo>
                  <a:pt x="8640" y="4909"/>
                </a:lnTo>
                <a:cubicBezTo>
                  <a:pt x="8640" y="4909"/>
                  <a:pt x="8640" y="2945"/>
                  <a:pt x="8640" y="2945"/>
                </a:cubicBezTo>
                <a:close/>
                <a:moveTo>
                  <a:pt x="11340" y="7855"/>
                </a:moveTo>
                <a:lnTo>
                  <a:pt x="13500" y="7855"/>
                </a:lnTo>
                <a:lnTo>
                  <a:pt x="13500" y="5891"/>
                </a:lnTo>
                <a:lnTo>
                  <a:pt x="11340" y="5891"/>
                </a:lnTo>
                <a:cubicBezTo>
                  <a:pt x="11340" y="5891"/>
                  <a:pt x="11340" y="7855"/>
                  <a:pt x="11340" y="7855"/>
                </a:cubicBezTo>
                <a:close/>
                <a:moveTo>
                  <a:pt x="10800" y="21600"/>
                </a:moveTo>
                <a:lnTo>
                  <a:pt x="15120" y="17673"/>
                </a:lnTo>
                <a:lnTo>
                  <a:pt x="6480" y="17673"/>
                </a:lnTo>
                <a:cubicBezTo>
                  <a:pt x="6480" y="17673"/>
                  <a:pt x="10800" y="21600"/>
                  <a:pt x="10800" y="21600"/>
                </a:cubicBezTo>
                <a:close/>
                <a:moveTo>
                  <a:pt x="15120" y="2945"/>
                </a:moveTo>
                <a:lnTo>
                  <a:pt x="12960" y="2945"/>
                </a:lnTo>
                <a:lnTo>
                  <a:pt x="12960" y="4909"/>
                </a:lnTo>
                <a:lnTo>
                  <a:pt x="15120" y="4909"/>
                </a:lnTo>
                <a:cubicBezTo>
                  <a:pt x="15120" y="4909"/>
                  <a:pt x="15120" y="2945"/>
                  <a:pt x="15120" y="2945"/>
                </a:cubicBezTo>
                <a:close/>
                <a:moveTo>
                  <a:pt x="8100" y="7855"/>
                </a:moveTo>
                <a:lnTo>
                  <a:pt x="10260" y="7855"/>
                </a:lnTo>
                <a:lnTo>
                  <a:pt x="10260" y="5891"/>
                </a:lnTo>
                <a:lnTo>
                  <a:pt x="8100" y="5891"/>
                </a:lnTo>
                <a:cubicBezTo>
                  <a:pt x="8100" y="5891"/>
                  <a:pt x="8100" y="7855"/>
                  <a:pt x="8100" y="7855"/>
                </a:cubicBezTo>
                <a:close/>
                <a:moveTo>
                  <a:pt x="11880" y="2945"/>
                </a:moveTo>
                <a:lnTo>
                  <a:pt x="9720" y="2945"/>
                </a:lnTo>
                <a:lnTo>
                  <a:pt x="9720" y="4909"/>
                </a:lnTo>
                <a:lnTo>
                  <a:pt x="11880" y="4909"/>
                </a:lnTo>
                <a:cubicBezTo>
                  <a:pt x="11880" y="4909"/>
                  <a:pt x="11880" y="2945"/>
                  <a:pt x="11880" y="294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" name="Shape 2699"/>
          <p:cNvSpPr/>
          <p:nvPr/>
        </p:nvSpPr>
        <p:spPr>
          <a:xfrm>
            <a:off x="5506920" y="1889280"/>
            <a:ext cx="209520" cy="171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5976" y="20400"/>
                </a:moveTo>
                <a:lnTo>
                  <a:pt x="10800" y="13522"/>
                </a:lnTo>
                <a:lnTo>
                  <a:pt x="15623" y="20400"/>
                </a:lnTo>
                <a:cubicBezTo>
                  <a:pt x="15623" y="20400"/>
                  <a:pt x="5976" y="20400"/>
                  <a:pt x="5976" y="20400"/>
                </a:cubicBezTo>
                <a:close/>
                <a:moveTo>
                  <a:pt x="17063" y="20610"/>
                </a:moveTo>
                <a:lnTo>
                  <a:pt x="11172" y="12210"/>
                </a:lnTo>
                <a:lnTo>
                  <a:pt x="11168" y="12214"/>
                </a:lnTo>
                <a:cubicBezTo>
                  <a:pt x="11078" y="12086"/>
                  <a:pt x="10949" y="12000"/>
                  <a:pt x="10800" y="12000"/>
                </a:cubicBezTo>
                <a:cubicBezTo>
                  <a:pt x="10651" y="12000"/>
                  <a:pt x="10521" y="12086"/>
                  <a:pt x="10432" y="12214"/>
                </a:cubicBezTo>
                <a:lnTo>
                  <a:pt x="10427" y="12210"/>
                </a:lnTo>
                <a:lnTo>
                  <a:pt x="4536" y="20610"/>
                </a:lnTo>
                <a:lnTo>
                  <a:pt x="4540" y="20614"/>
                </a:lnTo>
                <a:cubicBezTo>
                  <a:pt x="4467" y="20719"/>
                  <a:pt x="4418" y="20851"/>
                  <a:pt x="4418" y="21000"/>
                </a:cubicBezTo>
                <a:cubicBezTo>
                  <a:pt x="4418" y="21332"/>
                  <a:pt x="4638" y="21600"/>
                  <a:pt x="4909" y="21600"/>
                </a:cubicBezTo>
                <a:lnTo>
                  <a:pt x="16691" y="21600"/>
                </a:lnTo>
                <a:cubicBezTo>
                  <a:pt x="16962" y="21600"/>
                  <a:pt x="17182" y="21332"/>
                  <a:pt x="17182" y="21000"/>
                </a:cubicBezTo>
                <a:cubicBezTo>
                  <a:pt x="17182" y="20851"/>
                  <a:pt x="17133" y="20719"/>
                  <a:pt x="17059" y="20614"/>
                </a:cubicBezTo>
                <a:cubicBezTo>
                  <a:pt x="17059" y="20614"/>
                  <a:pt x="17063" y="20610"/>
                  <a:pt x="17063" y="20610"/>
                </a:cubicBezTo>
                <a:close/>
                <a:moveTo>
                  <a:pt x="21109" y="0"/>
                </a:moveTo>
                <a:lnTo>
                  <a:pt x="491" y="0"/>
                </a:lnTo>
                <a:cubicBezTo>
                  <a:pt x="220" y="0"/>
                  <a:pt x="0" y="269"/>
                  <a:pt x="0" y="600"/>
                </a:cubicBezTo>
                <a:lnTo>
                  <a:pt x="0" y="17400"/>
                </a:lnTo>
                <a:cubicBezTo>
                  <a:pt x="0" y="17732"/>
                  <a:pt x="220" y="18000"/>
                  <a:pt x="491" y="18000"/>
                </a:cubicBezTo>
                <a:lnTo>
                  <a:pt x="4418" y="18000"/>
                </a:lnTo>
                <a:cubicBezTo>
                  <a:pt x="4689" y="18000"/>
                  <a:pt x="4909" y="17732"/>
                  <a:pt x="4909" y="17400"/>
                </a:cubicBezTo>
                <a:cubicBezTo>
                  <a:pt x="4909" y="17068"/>
                  <a:pt x="4689" y="16800"/>
                  <a:pt x="4418" y="16800"/>
                </a:cubicBezTo>
                <a:lnTo>
                  <a:pt x="982" y="16800"/>
                </a:lnTo>
                <a:lnTo>
                  <a:pt x="982" y="1200"/>
                </a:lnTo>
                <a:lnTo>
                  <a:pt x="20618" y="1200"/>
                </a:lnTo>
                <a:lnTo>
                  <a:pt x="20618" y="16800"/>
                </a:lnTo>
                <a:lnTo>
                  <a:pt x="17182" y="16800"/>
                </a:lnTo>
                <a:cubicBezTo>
                  <a:pt x="16911" y="16800"/>
                  <a:pt x="16691" y="17068"/>
                  <a:pt x="16691" y="17400"/>
                </a:cubicBezTo>
                <a:cubicBezTo>
                  <a:pt x="16691" y="17732"/>
                  <a:pt x="16911" y="18000"/>
                  <a:pt x="17182" y="18000"/>
                </a:cubicBezTo>
                <a:lnTo>
                  <a:pt x="21109" y="18000"/>
                </a:lnTo>
                <a:cubicBezTo>
                  <a:pt x="21380" y="18000"/>
                  <a:pt x="21600" y="17732"/>
                  <a:pt x="21600" y="174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0" name="Shape 2700"/>
          <p:cNvSpPr/>
          <p:nvPr/>
        </p:nvSpPr>
        <p:spPr>
          <a:xfrm>
            <a:off x="5907240" y="18702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4" y="20618"/>
                </a:moveTo>
                <a:lnTo>
                  <a:pt x="15069" y="13232"/>
                </a:lnTo>
                <a:lnTo>
                  <a:pt x="15063" y="13228"/>
                </a:lnTo>
                <a:cubicBezTo>
                  <a:pt x="15472" y="12512"/>
                  <a:pt x="15709" y="11684"/>
                  <a:pt x="15709" y="10800"/>
                </a:cubicBezTo>
                <a:cubicBezTo>
                  <a:pt x="15709" y="9192"/>
                  <a:pt x="14932" y="7768"/>
                  <a:pt x="13737" y="6873"/>
                </a:cubicBezTo>
                <a:lnTo>
                  <a:pt x="19796" y="6873"/>
                </a:lnTo>
                <a:cubicBezTo>
                  <a:pt x="20322" y="8076"/>
                  <a:pt x="20618" y="9403"/>
                  <a:pt x="20618" y="10800"/>
                </a:cubicBezTo>
                <a:cubicBezTo>
                  <a:pt x="20618" y="16221"/>
                  <a:pt x="16225" y="20615"/>
                  <a:pt x="10804" y="20618"/>
                </a:cubicBezTo>
                <a:moveTo>
                  <a:pt x="9708" y="20554"/>
                </a:moveTo>
                <a:cubicBezTo>
                  <a:pt x="4800" y="20010"/>
                  <a:pt x="982" y="15853"/>
                  <a:pt x="982" y="10800"/>
                </a:cubicBezTo>
                <a:cubicBezTo>
                  <a:pt x="982" y="9010"/>
                  <a:pt x="1468" y="7337"/>
                  <a:pt x="2305" y="5892"/>
                </a:cubicBezTo>
                <a:lnTo>
                  <a:pt x="6452" y="13076"/>
                </a:lnTo>
                <a:cubicBezTo>
                  <a:pt x="7273" y="14640"/>
                  <a:pt x="8911" y="15709"/>
                  <a:pt x="10800" y="15709"/>
                </a:cubicBezTo>
                <a:cubicBezTo>
                  <a:pt x="11487" y="15709"/>
                  <a:pt x="12141" y="15567"/>
                  <a:pt x="12734" y="15312"/>
                </a:cubicBezTo>
                <a:cubicBezTo>
                  <a:pt x="12734" y="15312"/>
                  <a:pt x="9708" y="20554"/>
                  <a:pt x="9708" y="20554"/>
                </a:cubicBezTo>
                <a:close/>
                <a:moveTo>
                  <a:pt x="7315" y="12607"/>
                </a:moveTo>
                <a:cubicBezTo>
                  <a:pt x="7034" y="12065"/>
                  <a:pt x="6873" y="11452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cubicBezTo>
                  <a:pt x="9318" y="14727"/>
                  <a:pt x="8029" y="13906"/>
                  <a:pt x="7360" y="12694"/>
                </a:cubicBezTo>
                <a:lnTo>
                  <a:pt x="7364" y="12691"/>
                </a:lnTo>
                <a:cubicBezTo>
                  <a:pt x="7364" y="12691"/>
                  <a:pt x="7315" y="12607"/>
                  <a:pt x="7315" y="12607"/>
                </a:cubicBezTo>
                <a:close/>
                <a:moveTo>
                  <a:pt x="10800" y="982"/>
                </a:moveTo>
                <a:cubicBezTo>
                  <a:pt x="14432" y="982"/>
                  <a:pt x="17596" y="2959"/>
                  <a:pt x="19294" y="5891"/>
                </a:cubicBezTo>
                <a:lnTo>
                  <a:pt x="10800" y="5891"/>
                </a:lnTo>
                <a:cubicBezTo>
                  <a:pt x="8290" y="5891"/>
                  <a:pt x="6223" y="7776"/>
                  <a:pt x="5930" y="10207"/>
                </a:cubicBezTo>
                <a:lnTo>
                  <a:pt x="2909" y="4975"/>
                </a:lnTo>
                <a:cubicBezTo>
                  <a:pt x="4697" y="2557"/>
                  <a:pt x="7561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1" name="Shape 2701"/>
          <p:cNvSpPr/>
          <p:nvPr/>
        </p:nvSpPr>
        <p:spPr>
          <a:xfrm>
            <a:off x="6307200" y="1922400"/>
            <a:ext cx="209520" cy="95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6724" y="15100"/>
                </a:moveTo>
                <a:lnTo>
                  <a:pt x="17582" y="15100"/>
                </a:lnTo>
                <a:lnTo>
                  <a:pt x="17582" y="8844"/>
                </a:lnTo>
                <a:lnTo>
                  <a:pt x="16724" y="8844"/>
                </a:lnTo>
                <a:cubicBezTo>
                  <a:pt x="16724" y="8844"/>
                  <a:pt x="16724" y="15100"/>
                  <a:pt x="16724" y="15100"/>
                </a:cubicBezTo>
                <a:close/>
                <a:moveTo>
                  <a:pt x="13336" y="15100"/>
                </a:moveTo>
                <a:lnTo>
                  <a:pt x="14199" y="15100"/>
                </a:lnTo>
                <a:lnTo>
                  <a:pt x="14199" y="11633"/>
                </a:lnTo>
                <a:lnTo>
                  <a:pt x="15565" y="11633"/>
                </a:lnTo>
                <a:lnTo>
                  <a:pt x="15565" y="10047"/>
                </a:lnTo>
                <a:lnTo>
                  <a:pt x="14199" y="10047"/>
                </a:lnTo>
                <a:lnTo>
                  <a:pt x="14199" y="8077"/>
                </a:lnTo>
                <a:lnTo>
                  <a:pt x="15661" y="8077"/>
                </a:lnTo>
                <a:lnTo>
                  <a:pt x="15661" y="6478"/>
                </a:lnTo>
                <a:lnTo>
                  <a:pt x="13336" y="6478"/>
                </a:lnTo>
                <a:cubicBezTo>
                  <a:pt x="13336" y="6478"/>
                  <a:pt x="13336" y="15100"/>
                  <a:pt x="13336" y="15100"/>
                </a:cubicBezTo>
                <a:close/>
                <a:moveTo>
                  <a:pt x="20618" y="12960"/>
                </a:moveTo>
                <a:cubicBezTo>
                  <a:pt x="20618" y="16538"/>
                  <a:pt x="19299" y="19440"/>
                  <a:pt x="17673" y="19440"/>
                </a:cubicBezTo>
                <a:lnTo>
                  <a:pt x="7855" y="19440"/>
                </a:lnTo>
                <a:cubicBezTo>
                  <a:pt x="9481" y="19440"/>
                  <a:pt x="10800" y="16538"/>
                  <a:pt x="10800" y="12960"/>
                </a:cubicBezTo>
                <a:lnTo>
                  <a:pt x="10800" y="8640"/>
                </a:lnTo>
                <a:cubicBezTo>
                  <a:pt x="10800" y="5062"/>
                  <a:pt x="12119" y="2160"/>
                  <a:pt x="13745" y="2160"/>
                </a:cubicBezTo>
                <a:lnTo>
                  <a:pt x="17673" y="2160"/>
                </a:lnTo>
                <a:cubicBezTo>
                  <a:pt x="19299" y="2160"/>
                  <a:pt x="20618" y="5062"/>
                  <a:pt x="20618" y="8640"/>
                </a:cubicBezTo>
                <a:cubicBezTo>
                  <a:pt x="20618" y="8640"/>
                  <a:pt x="20618" y="12960"/>
                  <a:pt x="20618" y="12960"/>
                </a:cubicBezTo>
                <a:close/>
                <a:moveTo>
                  <a:pt x="6607" y="15121"/>
                </a:moveTo>
                <a:lnTo>
                  <a:pt x="5673" y="15121"/>
                </a:lnTo>
                <a:lnTo>
                  <a:pt x="5350" y="11399"/>
                </a:lnTo>
                <a:cubicBezTo>
                  <a:pt x="5276" y="10527"/>
                  <a:pt x="5214" y="9718"/>
                  <a:pt x="5169" y="8730"/>
                </a:cubicBezTo>
                <a:lnTo>
                  <a:pt x="5157" y="8730"/>
                </a:lnTo>
                <a:cubicBezTo>
                  <a:pt x="5090" y="9705"/>
                  <a:pt x="5028" y="10527"/>
                  <a:pt x="4937" y="11399"/>
                </a:cubicBezTo>
                <a:lnTo>
                  <a:pt x="4574" y="15121"/>
                </a:lnTo>
                <a:lnTo>
                  <a:pt x="3629" y="15121"/>
                </a:lnTo>
                <a:lnTo>
                  <a:pt x="2723" y="6471"/>
                </a:lnTo>
                <a:lnTo>
                  <a:pt x="3646" y="6471"/>
                </a:lnTo>
                <a:lnTo>
                  <a:pt x="3935" y="10039"/>
                </a:lnTo>
                <a:cubicBezTo>
                  <a:pt x="4020" y="11066"/>
                  <a:pt x="4099" y="12182"/>
                  <a:pt x="4161" y="13055"/>
                </a:cubicBezTo>
                <a:lnTo>
                  <a:pt x="4172" y="13055"/>
                </a:lnTo>
                <a:cubicBezTo>
                  <a:pt x="4235" y="12118"/>
                  <a:pt x="4325" y="11078"/>
                  <a:pt x="4422" y="10013"/>
                </a:cubicBezTo>
                <a:lnTo>
                  <a:pt x="4744" y="6471"/>
                </a:lnTo>
                <a:lnTo>
                  <a:pt x="5662" y="6471"/>
                </a:lnTo>
                <a:lnTo>
                  <a:pt x="5967" y="10117"/>
                </a:lnTo>
                <a:cubicBezTo>
                  <a:pt x="6052" y="11130"/>
                  <a:pt x="6114" y="12054"/>
                  <a:pt x="6171" y="13017"/>
                </a:cubicBezTo>
                <a:lnTo>
                  <a:pt x="6182" y="13017"/>
                </a:lnTo>
                <a:cubicBezTo>
                  <a:pt x="6239" y="12054"/>
                  <a:pt x="6324" y="11040"/>
                  <a:pt x="6403" y="10013"/>
                </a:cubicBezTo>
                <a:lnTo>
                  <a:pt x="6715" y="6471"/>
                </a:lnTo>
                <a:lnTo>
                  <a:pt x="7592" y="6471"/>
                </a:lnTo>
                <a:cubicBezTo>
                  <a:pt x="7592" y="6471"/>
                  <a:pt x="6607" y="15121"/>
                  <a:pt x="6607" y="15121"/>
                </a:cubicBezTo>
                <a:close/>
                <a:moveTo>
                  <a:pt x="8940" y="15121"/>
                </a:moveTo>
                <a:lnTo>
                  <a:pt x="8080" y="15121"/>
                </a:lnTo>
                <a:lnTo>
                  <a:pt x="8080" y="8845"/>
                </a:lnTo>
                <a:lnTo>
                  <a:pt x="8940" y="8845"/>
                </a:lnTo>
                <a:cubicBezTo>
                  <a:pt x="8940" y="8845"/>
                  <a:pt x="8940" y="15121"/>
                  <a:pt x="8940" y="15121"/>
                </a:cubicBezTo>
                <a:close/>
                <a:moveTo>
                  <a:pt x="8510" y="6111"/>
                </a:moveTo>
                <a:cubicBezTo>
                  <a:pt x="8788" y="6111"/>
                  <a:pt x="8963" y="6535"/>
                  <a:pt x="8969" y="7100"/>
                </a:cubicBezTo>
                <a:cubicBezTo>
                  <a:pt x="8969" y="7638"/>
                  <a:pt x="8788" y="8076"/>
                  <a:pt x="8505" y="8076"/>
                </a:cubicBezTo>
                <a:cubicBezTo>
                  <a:pt x="8233" y="8076"/>
                  <a:pt x="8052" y="7638"/>
                  <a:pt x="8058" y="7100"/>
                </a:cubicBezTo>
                <a:cubicBezTo>
                  <a:pt x="8052" y="6535"/>
                  <a:pt x="8233" y="6111"/>
                  <a:pt x="8510" y="6111"/>
                </a:cubicBezTo>
                <a:moveTo>
                  <a:pt x="17673" y="0"/>
                </a:moveTo>
                <a:lnTo>
                  <a:pt x="3927" y="0"/>
                </a:lnTo>
                <a:cubicBezTo>
                  <a:pt x="1758" y="0"/>
                  <a:pt x="0" y="3869"/>
                  <a:pt x="0" y="8640"/>
                </a:cubicBezTo>
                <a:lnTo>
                  <a:pt x="0" y="12960"/>
                </a:lnTo>
                <a:cubicBezTo>
                  <a:pt x="0" y="17731"/>
                  <a:pt x="1758" y="21600"/>
                  <a:pt x="3927" y="21600"/>
                </a:cubicBezTo>
                <a:lnTo>
                  <a:pt x="17673" y="21600"/>
                </a:lnTo>
                <a:cubicBezTo>
                  <a:pt x="19842" y="21600"/>
                  <a:pt x="21600" y="17731"/>
                  <a:pt x="21600" y="12960"/>
                </a:cubicBezTo>
                <a:lnTo>
                  <a:pt x="21600" y="8640"/>
                </a:lnTo>
                <a:cubicBezTo>
                  <a:pt x="21600" y="3869"/>
                  <a:pt x="19842" y="0"/>
                  <a:pt x="17673" y="0"/>
                </a:cubicBezTo>
                <a:moveTo>
                  <a:pt x="17153" y="6119"/>
                </a:moveTo>
                <a:cubicBezTo>
                  <a:pt x="16876" y="6119"/>
                  <a:pt x="16696" y="6543"/>
                  <a:pt x="16701" y="7104"/>
                </a:cubicBezTo>
                <a:cubicBezTo>
                  <a:pt x="16696" y="7642"/>
                  <a:pt x="16876" y="8077"/>
                  <a:pt x="17147" y="8077"/>
                </a:cubicBezTo>
                <a:cubicBezTo>
                  <a:pt x="17429" y="8077"/>
                  <a:pt x="17610" y="7642"/>
                  <a:pt x="17610" y="7104"/>
                </a:cubicBezTo>
                <a:cubicBezTo>
                  <a:pt x="17604" y="6543"/>
                  <a:pt x="17429" y="6119"/>
                  <a:pt x="17153" y="6119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2" name="Shape 2702"/>
          <p:cNvSpPr/>
          <p:nvPr/>
        </p:nvSpPr>
        <p:spPr>
          <a:xfrm>
            <a:off x="6707160" y="1879560"/>
            <a:ext cx="209520" cy="19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520"/>
                </a:moveTo>
                <a:cubicBezTo>
                  <a:pt x="7396" y="20520"/>
                  <a:pt x="4399" y="18805"/>
                  <a:pt x="2638" y="16200"/>
                </a:cubicBezTo>
                <a:lnTo>
                  <a:pt x="9966" y="16200"/>
                </a:lnTo>
                <a:cubicBezTo>
                  <a:pt x="10478" y="17309"/>
                  <a:pt x="12251" y="18900"/>
                  <a:pt x="13500" y="18900"/>
                </a:cubicBezTo>
                <a:cubicBezTo>
                  <a:pt x="14973" y="18900"/>
                  <a:pt x="16200" y="17820"/>
                  <a:pt x="16200" y="15660"/>
                </a:cubicBezTo>
                <a:cubicBezTo>
                  <a:pt x="16200" y="13500"/>
                  <a:pt x="14973" y="12420"/>
                  <a:pt x="13500" y="12420"/>
                </a:cubicBezTo>
                <a:cubicBezTo>
                  <a:pt x="12241" y="12420"/>
                  <a:pt x="10447" y="13973"/>
                  <a:pt x="9953" y="15120"/>
                </a:cubicBezTo>
                <a:lnTo>
                  <a:pt x="2014" y="15120"/>
                </a:lnTo>
                <a:cubicBezTo>
                  <a:pt x="1359" y="13817"/>
                  <a:pt x="982" y="12354"/>
                  <a:pt x="982" y="10800"/>
                </a:cubicBezTo>
                <a:cubicBezTo>
                  <a:pt x="982" y="9246"/>
                  <a:pt x="1359" y="7783"/>
                  <a:pt x="2014" y="6480"/>
                </a:cubicBezTo>
                <a:lnTo>
                  <a:pt x="9966" y="6480"/>
                </a:lnTo>
                <a:cubicBezTo>
                  <a:pt x="10478" y="7589"/>
                  <a:pt x="12252" y="9180"/>
                  <a:pt x="13500" y="9180"/>
                </a:cubicBezTo>
                <a:cubicBezTo>
                  <a:pt x="14973" y="9180"/>
                  <a:pt x="16200" y="8100"/>
                  <a:pt x="16200" y="5940"/>
                </a:cubicBezTo>
                <a:cubicBezTo>
                  <a:pt x="16200" y="3780"/>
                  <a:pt x="14973" y="2700"/>
                  <a:pt x="13500" y="2700"/>
                </a:cubicBezTo>
                <a:cubicBezTo>
                  <a:pt x="12241" y="2700"/>
                  <a:pt x="10447" y="4253"/>
                  <a:pt x="9953" y="5400"/>
                </a:cubicBezTo>
                <a:lnTo>
                  <a:pt x="2638" y="5400"/>
                </a:lnTo>
                <a:cubicBezTo>
                  <a:pt x="4399" y="2796"/>
                  <a:pt x="7396" y="1080"/>
                  <a:pt x="10800" y="1080"/>
                </a:cubicBezTo>
                <a:cubicBezTo>
                  <a:pt x="16038" y="1080"/>
                  <a:pt x="20306" y="5145"/>
                  <a:pt x="20590" y="10260"/>
                </a:cubicBezTo>
                <a:lnTo>
                  <a:pt x="10652" y="10260"/>
                </a:lnTo>
                <a:cubicBezTo>
                  <a:pt x="10140" y="9151"/>
                  <a:pt x="8367" y="7560"/>
                  <a:pt x="7118" y="7560"/>
                </a:cubicBezTo>
                <a:cubicBezTo>
                  <a:pt x="5645" y="7560"/>
                  <a:pt x="4418" y="8640"/>
                  <a:pt x="4418" y="10800"/>
                </a:cubicBezTo>
                <a:cubicBezTo>
                  <a:pt x="4418" y="12960"/>
                  <a:pt x="5645" y="14040"/>
                  <a:pt x="7118" y="14040"/>
                </a:cubicBezTo>
                <a:cubicBezTo>
                  <a:pt x="8377" y="14040"/>
                  <a:pt x="10171" y="12488"/>
                  <a:pt x="10665" y="11340"/>
                </a:cubicBezTo>
                <a:lnTo>
                  <a:pt x="20590" y="11340"/>
                </a:lnTo>
                <a:cubicBezTo>
                  <a:pt x="20306" y="16456"/>
                  <a:pt x="16038" y="20520"/>
                  <a:pt x="10800" y="20520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3" name="Shape 2703"/>
          <p:cNvSpPr/>
          <p:nvPr/>
        </p:nvSpPr>
        <p:spPr>
          <a:xfrm>
            <a:off x="7116840" y="1870200"/>
            <a:ext cx="19044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5660" y="8839"/>
                </a:moveTo>
                <a:cubicBezTo>
                  <a:pt x="15958" y="8839"/>
                  <a:pt x="16200" y="8619"/>
                  <a:pt x="16200" y="8348"/>
                </a:cubicBezTo>
                <a:lnTo>
                  <a:pt x="16200" y="6386"/>
                </a:lnTo>
                <a:cubicBezTo>
                  <a:pt x="16200" y="6115"/>
                  <a:pt x="15958" y="5896"/>
                  <a:pt x="15660" y="5896"/>
                </a:cubicBezTo>
                <a:cubicBezTo>
                  <a:pt x="15362" y="5896"/>
                  <a:pt x="15120" y="6115"/>
                  <a:pt x="15120" y="6386"/>
                </a:cubicBezTo>
                <a:lnTo>
                  <a:pt x="15120" y="8348"/>
                </a:lnTo>
                <a:cubicBezTo>
                  <a:pt x="15120" y="8619"/>
                  <a:pt x="15362" y="8839"/>
                  <a:pt x="15660" y="8839"/>
                </a:cubicBezTo>
                <a:moveTo>
                  <a:pt x="20520" y="17666"/>
                </a:moveTo>
                <a:lnTo>
                  <a:pt x="13048" y="17666"/>
                </a:lnTo>
                <a:cubicBezTo>
                  <a:pt x="12910" y="16942"/>
                  <a:pt x="12848" y="16231"/>
                  <a:pt x="12830" y="15570"/>
                </a:cubicBezTo>
                <a:cubicBezTo>
                  <a:pt x="16149" y="15233"/>
                  <a:pt x="18453" y="14207"/>
                  <a:pt x="18568" y="14155"/>
                </a:cubicBezTo>
                <a:lnTo>
                  <a:pt x="18085" y="13278"/>
                </a:lnTo>
                <a:cubicBezTo>
                  <a:pt x="18059" y="13289"/>
                  <a:pt x="15906" y="14245"/>
                  <a:pt x="12837" y="14581"/>
                </a:cubicBezTo>
                <a:cubicBezTo>
                  <a:pt x="12896" y="13028"/>
                  <a:pt x="13167" y="11927"/>
                  <a:pt x="13173" y="11902"/>
                </a:cubicBezTo>
                <a:lnTo>
                  <a:pt x="13325" y="11301"/>
                </a:lnTo>
                <a:lnTo>
                  <a:pt x="9308" y="11301"/>
                </a:lnTo>
                <a:cubicBezTo>
                  <a:pt x="9741" y="8291"/>
                  <a:pt x="10857" y="5772"/>
                  <a:pt x="11921" y="3934"/>
                </a:cubicBezTo>
                <a:lnTo>
                  <a:pt x="20520" y="3934"/>
                </a:lnTo>
                <a:cubicBezTo>
                  <a:pt x="20520" y="3934"/>
                  <a:pt x="20520" y="17666"/>
                  <a:pt x="20520" y="17666"/>
                </a:cubicBezTo>
                <a:close/>
                <a:moveTo>
                  <a:pt x="10766" y="15678"/>
                </a:moveTo>
                <a:cubicBezTo>
                  <a:pt x="11096" y="15678"/>
                  <a:pt x="11418" y="15668"/>
                  <a:pt x="11734" y="15653"/>
                </a:cubicBezTo>
                <a:cubicBezTo>
                  <a:pt x="11753" y="16291"/>
                  <a:pt x="11808" y="16967"/>
                  <a:pt x="11933" y="17666"/>
                </a:cubicBezTo>
                <a:lnTo>
                  <a:pt x="1080" y="17666"/>
                </a:lnTo>
                <a:lnTo>
                  <a:pt x="1080" y="3934"/>
                </a:lnTo>
                <a:lnTo>
                  <a:pt x="10689" y="3934"/>
                </a:lnTo>
                <a:cubicBezTo>
                  <a:pt x="9598" y="5921"/>
                  <a:pt x="8520" y="8577"/>
                  <a:pt x="8164" y="11742"/>
                </a:cubicBezTo>
                <a:lnTo>
                  <a:pt x="8103" y="12282"/>
                </a:lnTo>
                <a:lnTo>
                  <a:pt x="11993" y="12282"/>
                </a:lnTo>
                <a:cubicBezTo>
                  <a:pt x="11893" y="12823"/>
                  <a:pt x="11771" y="13665"/>
                  <a:pt x="11736" y="14669"/>
                </a:cubicBezTo>
                <a:cubicBezTo>
                  <a:pt x="11418" y="14686"/>
                  <a:pt x="11097" y="14697"/>
                  <a:pt x="10766" y="14697"/>
                </a:cubicBezTo>
                <a:cubicBezTo>
                  <a:pt x="6636" y="14697"/>
                  <a:pt x="3478" y="13292"/>
                  <a:pt x="3447" y="13278"/>
                </a:cubicBezTo>
                <a:lnTo>
                  <a:pt x="2965" y="14155"/>
                </a:lnTo>
                <a:cubicBezTo>
                  <a:pt x="3102" y="14218"/>
                  <a:pt x="6369" y="15678"/>
                  <a:pt x="10766" y="15678"/>
                </a:cubicBezTo>
                <a:moveTo>
                  <a:pt x="20520" y="2954"/>
                </a:moveTo>
                <a:lnTo>
                  <a:pt x="12519" y="2954"/>
                </a:lnTo>
                <a:cubicBezTo>
                  <a:pt x="13470" y="1490"/>
                  <a:pt x="14254" y="661"/>
                  <a:pt x="14273" y="641"/>
                </a:cubicBezTo>
                <a:lnTo>
                  <a:pt x="13456" y="0"/>
                </a:lnTo>
                <a:cubicBezTo>
                  <a:pt x="13366" y="95"/>
                  <a:pt x="12371" y="1151"/>
                  <a:pt x="11260" y="2954"/>
                </a:cubicBezTo>
                <a:lnTo>
                  <a:pt x="1080" y="2954"/>
                </a:lnTo>
                <a:cubicBezTo>
                  <a:pt x="483" y="2954"/>
                  <a:pt x="0" y="3393"/>
                  <a:pt x="0" y="3934"/>
                </a:cubicBezTo>
                <a:lnTo>
                  <a:pt x="0" y="17666"/>
                </a:lnTo>
                <a:cubicBezTo>
                  <a:pt x="0" y="18207"/>
                  <a:pt x="483" y="18646"/>
                  <a:pt x="1080" y="18646"/>
                </a:cubicBezTo>
                <a:lnTo>
                  <a:pt x="12155" y="18646"/>
                </a:lnTo>
                <a:cubicBezTo>
                  <a:pt x="12423" y="19645"/>
                  <a:pt x="12834" y="20653"/>
                  <a:pt x="13465" y="21600"/>
                </a:cubicBezTo>
                <a:lnTo>
                  <a:pt x="14389" y="21092"/>
                </a:lnTo>
                <a:cubicBezTo>
                  <a:pt x="13874" y="20318"/>
                  <a:pt x="13522" y="19485"/>
                  <a:pt x="13281" y="18646"/>
                </a:cubicBezTo>
                <a:lnTo>
                  <a:pt x="20520" y="18646"/>
                </a:lnTo>
                <a:cubicBezTo>
                  <a:pt x="21116" y="18646"/>
                  <a:pt x="21600" y="18207"/>
                  <a:pt x="21600" y="17666"/>
                </a:cubicBezTo>
                <a:lnTo>
                  <a:pt x="21600" y="3934"/>
                </a:lnTo>
                <a:cubicBezTo>
                  <a:pt x="21600" y="3393"/>
                  <a:pt x="21116" y="2954"/>
                  <a:pt x="20520" y="2954"/>
                </a:cubicBezTo>
                <a:moveTo>
                  <a:pt x="5940" y="8839"/>
                </a:moveTo>
                <a:cubicBezTo>
                  <a:pt x="6238" y="8839"/>
                  <a:pt x="6480" y="8619"/>
                  <a:pt x="6480" y="8348"/>
                </a:cubicBezTo>
                <a:lnTo>
                  <a:pt x="6480" y="6386"/>
                </a:lnTo>
                <a:cubicBezTo>
                  <a:pt x="6480" y="6115"/>
                  <a:pt x="6238" y="5896"/>
                  <a:pt x="5940" y="5896"/>
                </a:cubicBezTo>
                <a:cubicBezTo>
                  <a:pt x="5642" y="5896"/>
                  <a:pt x="5400" y="6115"/>
                  <a:pt x="5400" y="6386"/>
                </a:cubicBezTo>
                <a:lnTo>
                  <a:pt x="5400" y="8348"/>
                </a:lnTo>
                <a:cubicBezTo>
                  <a:pt x="5400" y="8619"/>
                  <a:pt x="5642" y="8839"/>
                  <a:pt x="5940" y="8839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4" name="Shape 2704"/>
          <p:cNvSpPr/>
          <p:nvPr/>
        </p:nvSpPr>
        <p:spPr>
          <a:xfrm>
            <a:off x="7507440" y="18702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5628" y="4904"/>
                </a:moveTo>
                <a:lnTo>
                  <a:pt x="14334" y="4904"/>
                </a:lnTo>
                <a:lnTo>
                  <a:pt x="10776" y="9842"/>
                </a:lnTo>
                <a:lnTo>
                  <a:pt x="7337" y="4904"/>
                </a:lnTo>
                <a:lnTo>
                  <a:pt x="5975" y="4904"/>
                </a:lnTo>
                <a:lnTo>
                  <a:pt x="10094" y="10618"/>
                </a:lnTo>
                <a:lnTo>
                  <a:pt x="5736" y="16696"/>
                </a:lnTo>
                <a:lnTo>
                  <a:pt x="7030" y="16696"/>
                </a:lnTo>
                <a:lnTo>
                  <a:pt x="10776" y="11493"/>
                </a:lnTo>
                <a:lnTo>
                  <a:pt x="14470" y="16696"/>
                </a:lnTo>
                <a:lnTo>
                  <a:pt x="15866" y="16696"/>
                </a:lnTo>
                <a:lnTo>
                  <a:pt x="11474" y="10651"/>
                </a:lnTo>
                <a:cubicBezTo>
                  <a:pt x="11474" y="10651"/>
                  <a:pt x="15628" y="4904"/>
                  <a:pt x="15628" y="490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5" name="Shape 2705"/>
          <p:cNvSpPr/>
          <p:nvPr/>
        </p:nvSpPr>
        <p:spPr>
          <a:xfrm>
            <a:off x="7907400" y="18702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982" y="3820"/>
                </a:moveTo>
                <a:lnTo>
                  <a:pt x="7853" y="2877"/>
                </a:lnTo>
                <a:lnTo>
                  <a:pt x="7853" y="8838"/>
                </a:lnTo>
                <a:lnTo>
                  <a:pt x="982" y="8838"/>
                </a:lnTo>
                <a:cubicBezTo>
                  <a:pt x="982" y="8838"/>
                  <a:pt x="982" y="3820"/>
                  <a:pt x="982" y="3820"/>
                </a:cubicBezTo>
                <a:close/>
                <a:moveTo>
                  <a:pt x="0" y="9819"/>
                </a:moveTo>
                <a:lnTo>
                  <a:pt x="8835" y="9819"/>
                </a:lnTo>
                <a:lnTo>
                  <a:pt x="8835" y="1752"/>
                </a:lnTo>
                <a:lnTo>
                  <a:pt x="0" y="2964"/>
                </a:lnTo>
                <a:cubicBezTo>
                  <a:pt x="0" y="2964"/>
                  <a:pt x="0" y="9819"/>
                  <a:pt x="0" y="9819"/>
                </a:cubicBezTo>
                <a:close/>
                <a:moveTo>
                  <a:pt x="20618" y="8838"/>
                </a:moveTo>
                <a:lnTo>
                  <a:pt x="11771" y="8838"/>
                </a:lnTo>
                <a:lnTo>
                  <a:pt x="11771" y="2339"/>
                </a:lnTo>
                <a:lnTo>
                  <a:pt x="20618" y="1125"/>
                </a:lnTo>
                <a:cubicBezTo>
                  <a:pt x="20618" y="1125"/>
                  <a:pt x="20618" y="8838"/>
                  <a:pt x="20618" y="8838"/>
                </a:cubicBezTo>
                <a:close/>
                <a:moveTo>
                  <a:pt x="10789" y="1484"/>
                </a:moveTo>
                <a:lnTo>
                  <a:pt x="10789" y="9819"/>
                </a:lnTo>
                <a:lnTo>
                  <a:pt x="21600" y="9819"/>
                </a:lnTo>
                <a:lnTo>
                  <a:pt x="21600" y="0"/>
                </a:lnTo>
                <a:cubicBezTo>
                  <a:pt x="21600" y="0"/>
                  <a:pt x="10789" y="1484"/>
                  <a:pt x="10789" y="1484"/>
                </a:cubicBezTo>
                <a:close/>
                <a:moveTo>
                  <a:pt x="982" y="12763"/>
                </a:moveTo>
                <a:lnTo>
                  <a:pt x="7853" y="12763"/>
                </a:lnTo>
                <a:lnTo>
                  <a:pt x="7853" y="18722"/>
                </a:lnTo>
                <a:lnTo>
                  <a:pt x="982" y="17780"/>
                </a:lnTo>
                <a:cubicBezTo>
                  <a:pt x="982" y="17780"/>
                  <a:pt x="982" y="12763"/>
                  <a:pt x="982" y="12763"/>
                </a:cubicBezTo>
                <a:close/>
                <a:moveTo>
                  <a:pt x="0" y="18635"/>
                </a:moveTo>
                <a:lnTo>
                  <a:pt x="8835" y="19848"/>
                </a:lnTo>
                <a:lnTo>
                  <a:pt x="8835" y="11782"/>
                </a:lnTo>
                <a:lnTo>
                  <a:pt x="0" y="11782"/>
                </a:lnTo>
                <a:cubicBezTo>
                  <a:pt x="0" y="11782"/>
                  <a:pt x="0" y="18635"/>
                  <a:pt x="0" y="18635"/>
                </a:cubicBezTo>
                <a:close/>
                <a:moveTo>
                  <a:pt x="11771" y="12763"/>
                </a:moveTo>
                <a:lnTo>
                  <a:pt x="20618" y="12763"/>
                </a:lnTo>
                <a:lnTo>
                  <a:pt x="20618" y="20475"/>
                </a:lnTo>
                <a:lnTo>
                  <a:pt x="11771" y="19261"/>
                </a:lnTo>
                <a:cubicBezTo>
                  <a:pt x="11771" y="19261"/>
                  <a:pt x="11771" y="12763"/>
                  <a:pt x="11771" y="12763"/>
                </a:cubicBezTo>
                <a:close/>
                <a:moveTo>
                  <a:pt x="10789" y="20116"/>
                </a:moveTo>
                <a:lnTo>
                  <a:pt x="21600" y="21600"/>
                </a:lnTo>
                <a:lnTo>
                  <a:pt x="21600" y="11782"/>
                </a:lnTo>
                <a:lnTo>
                  <a:pt x="10789" y="11782"/>
                </a:lnTo>
                <a:cubicBezTo>
                  <a:pt x="10789" y="11782"/>
                  <a:pt x="10789" y="20116"/>
                  <a:pt x="10789" y="2011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6" name="Shape 2706"/>
          <p:cNvSpPr/>
          <p:nvPr/>
        </p:nvSpPr>
        <p:spPr>
          <a:xfrm>
            <a:off x="8335800" y="1870200"/>
            <a:ext cx="15264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250" y="13745"/>
                </a:moveTo>
                <a:cubicBezTo>
                  <a:pt x="20250" y="14016"/>
                  <a:pt x="19948" y="14236"/>
                  <a:pt x="19575" y="14236"/>
                </a:cubicBezTo>
                <a:cubicBezTo>
                  <a:pt x="19202" y="14236"/>
                  <a:pt x="18900" y="14016"/>
                  <a:pt x="18900" y="13745"/>
                </a:cubicBezTo>
                <a:lnTo>
                  <a:pt x="18900" y="6873"/>
                </a:lnTo>
                <a:cubicBezTo>
                  <a:pt x="18900" y="6602"/>
                  <a:pt x="19202" y="6382"/>
                  <a:pt x="19575" y="6382"/>
                </a:cubicBezTo>
                <a:cubicBezTo>
                  <a:pt x="19948" y="6382"/>
                  <a:pt x="20250" y="6602"/>
                  <a:pt x="20250" y="6873"/>
                </a:cubicBezTo>
                <a:cubicBezTo>
                  <a:pt x="20250" y="6873"/>
                  <a:pt x="20250" y="13745"/>
                  <a:pt x="20250" y="13745"/>
                </a:cubicBezTo>
                <a:close/>
                <a:moveTo>
                  <a:pt x="17550" y="16691"/>
                </a:moveTo>
                <a:lnTo>
                  <a:pt x="4050" y="16691"/>
                </a:lnTo>
                <a:lnTo>
                  <a:pt x="4050" y="6382"/>
                </a:lnTo>
                <a:lnTo>
                  <a:pt x="17550" y="6382"/>
                </a:lnTo>
                <a:cubicBezTo>
                  <a:pt x="17550" y="6382"/>
                  <a:pt x="17550" y="16691"/>
                  <a:pt x="17550" y="16691"/>
                </a:cubicBezTo>
                <a:close/>
                <a:moveTo>
                  <a:pt x="14850" y="20127"/>
                </a:moveTo>
                <a:cubicBezTo>
                  <a:pt x="14850" y="20399"/>
                  <a:pt x="14548" y="20618"/>
                  <a:pt x="14175" y="20618"/>
                </a:cubicBezTo>
                <a:cubicBezTo>
                  <a:pt x="13802" y="20618"/>
                  <a:pt x="13500" y="20399"/>
                  <a:pt x="13500" y="20127"/>
                </a:cubicBezTo>
                <a:lnTo>
                  <a:pt x="13500" y="17673"/>
                </a:lnTo>
                <a:lnTo>
                  <a:pt x="14850" y="17673"/>
                </a:lnTo>
                <a:cubicBezTo>
                  <a:pt x="14850" y="17673"/>
                  <a:pt x="14850" y="20127"/>
                  <a:pt x="14850" y="20127"/>
                </a:cubicBezTo>
                <a:close/>
                <a:moveTo>
                  <a:pt x="8100" y="20127"/>
                </a:moveTo>
                <a:cubicBezTo>
                  <a:pt x="8100" y="20399"/>
                  <a:pt x="7798" y="20618"/>
                  <a:pt x="7425" y="20618"/>
                </a:cubicBezTo>
                <a:cubicBezTo>
                  <a:pt x="7052" y="20618"/>
                  <a:pt x="6750" y="20399"/>
                  <a:pt x="6750" y="20127"/>
                </a:cubicBezTo>
                <a:lnTo>
                  <a:pt x="6750" y="17673"/>
                </a:lnTo>
                <a:lnTo>
                  <a:pt x="8100" y="17673"/>
                </a:lnTo>
                <a:cubicBezTo>
                  <a:pt x="8100" y="17673"/>
                  <a:pt x="8100" y="20127"/>
                  <a:pt x="8100" y="20127"/>
                </a:cubicBezTo>
                <a:close/>
                <a:moveTo>
                  <a:pt x="10800" y="1964"/>
                </a:moveTo>
                <a:cubicBezTo>
                  <a:pt x="14242" y="1964"/>
                  <a:pt x="17075" y="3464"/>
                  <a:pt x="17492" y="5400"/>
                </a:cubicBezTo>
                <a:lnTo>
                  <a:pt x="4108" y="5400"/>
                </a:lnTo>
                <a:cubicBezTo>
                  <a:pt x="4525" y="3464"/>
                  <a:pt x="7358" y="1964"/>
                  <a:pt x="10800" y="1964"/>
                </a:cubicBezTo>
                <a:moveTo>
                  <a:pt x="2700" y="13745"/>
                </a:moveTo>
                <a:cubicBezTo>
                  <a:pt x="2700" y="14016"/>
                  <a:pt x="2398" y="14236"/>
                  <a:pt x="2025" y="14236"/>
                </a:cubicBezTo>
                <a:cubicBezTo>
                  <a:pt x="1652" y="14236"/>
                  <a:pt x="1350" y="14016"/>
                  <a:pt x="1350" y="13745"/>
                </a:cubicBezTo>
                <a:lnTo>
                  <a:pt x="1350" y="6873"/>
                </a:lnTo>
                <a:cubicBezTo>
                  <a:pt x="1350" y="6602"/>
                  <a:pt x="1652" y="6382"/>
                  <a:pt x="2025" y="6382"/>
                </a:cubicBezTo>
                <a:cubicBezTo>
                  <a:pt x="2398" y="6382"/>
                  <a:pt x="2700" y="6602"/>
                  <a:pt x="2700" y="6873"/>
                </a:cubicBezTo>
                <a:cubicBezTo>
                  <a:pt x="2700" y="6873"/>
                  <a:pt x="2700" y="13745"/>
                  <a:pt x="2700" y="13745"/>
                </a:cubicBezTo>
                <a:close/>
                <a:moveTo>
                  <a:pt x="19575" y="5400"/>
                </a:moveTo>
                <a:cubicBezTo>
                  <a:pt x="19336" y="5400"/>
                  <a:pt x="19112" y="5435"/>
                  <a:pt x="18900" y="5491"/>
                </a:cubicBezTo>
                <a:lnTo>
                  <a:pt x="18900" y="5400"/>
                </a:lnTo>
                <a:lnTo>
                  <a:pt x="18847" y="5400"/>
                </a:lnTo>
                <a:cubicBezTo>
                  <a:pt x="18595" y="3873"/>
                  <a:pt x="17191" y="2553"/>
                  <a:pt x="15171" y="1763"/>
                </a:cubicBezTo>
                <a:lnTo>
                  <a:pt x="16087" y="763"/>
                </a:lnTo>
                <a:lnTo>
                  <a:pt x="16076" y="758"/>
                </a:lnTo>
                <a:cubicBezTo>
                  <a:pt x="16148" y="681"/>
                  <a:pt x="16200" y="592"/>
                  <a:pt x="16200" y="491"/>
                </a:cubicBezTo>
                <a:cubicBezTo>
                  <a:pt x="16200" y="220"/>
                  <a:pt x="15898" y="0"/>
                  <a:pt x="15525" y="0"/>
                </a:cubicBezTo>
                <a:cubicBezTo>
                  <a:pt x="15291" y="0"/>
                  <a:pt x="15095" y="93"/>
                  <a:pt x="14974" y="223"/>
                </a:cubicBezTo>
                <a:lnTo>
                  <a:pt x="14963" y="219"/>
                </a:lnTo>
                <a:lnTo>
                  <a:pt x="13915" y="1362"/>
                </a:lnTo>
                <a:cubicBezTo>
                  <a:pt x="12956" y="1119"/>
                  <a:pt x="11905" y="982"/>
                  <a:pt x="10800" y="982"/>
                </a:cubicBezTo>
                <a:cubicBezTo>
                  <a:pt x="9695" y="982"/>
                  <a:pt x="8644" y="1119"/>
                  <a:pt x="7685" y="1362"/>
                </a:cubicBezTo>
                <a:lnTo>
                  <a:pt x="6637" y="219"/>
                </a:lnTo>
                <a:lnTo>
                  <a:pt x="6626" y="223"/>
                </a:lnTo>
                <a:cubicBezTo>
                  <a:pt x="6505" y="93"/>
                  <a:pt x="6309" y="0"/>
                  <a:pt x="6075" y="0"/>
                </a:cubicBezTo>
                <a:cubicBezTo>
                  <a:pt x="5702" y="0"/>
                  <a:pt x="5400" y="220"/>
                  <a:pt x="5400" y="491"/>
                </a:cubicBezTo>
                <a:cubicBezTo>
                  <a:pt x="5400" y="592"/>
                  <a:pt x="5452" y="681"/>
                  <a:pt x="5524" y="758"/>
                </a:cubicBezTo>
                <a:lnTo>
                  <a:pt x="5513" y="763"/>
                </a:lnTo>
                <a:lnTo>
                  <a:pt x="6430" y="1763"/>
                </a:lnTo>
                <a:cubicBezTo>
                  <a:pt x="4409" y="2553"/>
                  <a:pt x="3005" y="3873"/>
                  <a:pt x="2753" y="5400"/>
                </a:cubicBezTo>
                <a:lnTo>
                  <a:pt x="2700" y="5400"/>
                </a:lnTo>
                <a:lnTo>
                  <a:pt x="2700" y="5491"/>
                </a:lnTo>
                <a:cubicBezTo>
                  <a:pt x="2488" y="5435"/>
                  <a:pt x="2263" y="5400"/>
                  <a:pt x="2025" y="5400"/>
                </a:cubicBezTo>
                <a:cubicBezTo>
                  <a:pt x="907" y="5400"/>
                  <a:pt x="0" y="6060"/>
                  <a:pt x="0" y="6873"/>
                </a:cubicBezTo>
                <a:lnTo>
                  <a:pt x="0" y="13745"/>
                </a:lnTo>
                <a:cubicBezTo>
                  <a:pt x="0" y="14559"/>
                  <a:pt x="907" y="15218"/>
                  <a:pt x="2025" y="15218"/>
                </a:cubicBezTo>
                <a:cubicBezTo>
                  <a:pt x="2263" y="15218"/>
                  <a:pt x="2488" y="15183"/>
                  <a:pt x="2700" y="15128"/>
                </a:cubicBezTo>
                <a:lnTo>
                  <a:pt x="2700" y="16691"/>
                </a:lnTo>
                <a:cubicBezTo>
                  <a:pt x="2700" y="17233"/>
                  <a:pt x="3305" y="17673"/>
                  <a:pt x="4050" y="17673"/>
                </a:cubicBezTo>
                <a:lnTo>
                  <a:pt x="5400" y="17673"/>
                </a:lnTo>
                <a:lnTo>
                  <a:pt x="5400" y="20127"/>
                </a:lnTo>
                <a:cubicBezTo>
                  <a:pt x="5400" y="20941"/>
                  <a:pt x="6307" y="21600"/>
                  <a:pt x="7425" y="21600"/>
                </a:cubicBezTo>
                <a:cubicBezTo>
                  <a:pt x="8543" y="21600"/>
                  <a:pt x="9450" y="20941"/>
                  <a:pt x="9450" y="20127"/>
                </a:cubicBezTo>
                <a:lnTo>
                  <a:pt x="9450" y="17673"/>
                </a:lnTo>
                <a:lnTo>
                  <a:pt x="12150" y="17673"/>
                </a:lnTo>
                <a:lnTo>
                  <a:pt x="12150" y="20127"/>
                </a:lnTo>
                <a:cubicBezTo>
                  <a:pt x="12150" y="20941"/>
                  <a:pt x="13056" y="21600"/>
                  <a:pt x="14175" y="21600"/>
                </a:cubicBezTo>
                <a:cubicBezTo>
                  <a:pt x="15294" y="21600"/>
                  <a:pt x="16200" y="20941"/>
                  <a:pt x="16200" y="20127"/>
                </a:cubicBezTo>
                <a:lnTo>
                  <a:pt x="16200" y="17673"/>
                </a:lnTo>
                <a:lnTo>
                  <a:pt x="17550" y="17673"/>
                </a:lnTo>
                <a:cubicBezTo>
                  <a:pt x="18295" y="17673"/>
                  <a:pt x="18900" y="17233"/>
                  <a:pt x="18900" y="16691"/>
                </a:cubicBezTo>
                <a:lnTo>
                  <a:pt x="18900" y="15128"/>
                </a:lnTo>
                <a:cubicBezTo>
                  <a:pt x="19112" y="15183"/>
                  <a:pt x="19336" y="15218"/>
                  <a:pt x="19575" y="15218"/>
                </a:cubicBezTo>
                <a:cubicBezTo>
                  <a:pt x="20694" y="15218"/>
                  <a:pt x="21600" y="14559"/>
                  <a:pt x="21600" y="13745"/>
                </a:cubicBezTo>
                <a:lnTo>
                  <a:pt x="21600" y="6873"/>
                </a:lnTo>
                <a:cubicBezTo>
                  <a:pt x="21600" y="6060"/>
                  <a:pt x="20694" y="5400"/>
                  <a:pt x="19575" y="5400"/>
                </a:cubicBezTo>
                <a:moveTo>
                  <a:pt x="12825" y="3436"/>
                </a:moveTo>
                <a:cubicBezTo>
                  <a:pt x="12452" y="3436"/>
                  <a:pt x="12150" y="3656"/>
                  <a:pt x="12150" y="3927"/>
                </a:cubicBezTo>
                <a:cubicBezTo>
                  <a:pt x="12150" y="4199"/>
                  <a:pt x="12452" y="4418"/>
                  <a:pt x="12825" y="4418"/>
                </a:cubicBezTo>
                <a:cubicBezTo>
                  <a:pt x="13198" y="4418"/>
                  <a:pt x="13500" y="4199"/>
                  <a:pt x="13500" y="3927"/>
                </a:cubicBezTo>
                <a:cubicBezTo>
                  <a:pt x="13500" y="3656"/>
                  <a:pt x="13198" y="3436"/>
                  <a:pt x="12825" y="3436"/>
                </a:cubicBezTo>
                <a:moveTo>
                  <a:pt x="8775" y="3436"/>
                </a:moveTo>
                <a:cubicBezTo>
                  <a:pt x="8402" y="3436"/>
                  <a:pt x="8100" y="3656"/>
                  <a:pt x="8100" y="3927"/>
                </a:cubicBezTo>
                <a:cubicBezTo>
                  <a:pt x="8100" y="4199"/>
                  <a:pt x="8402" y="4418"/>
                  <a:pt x="8775" y="4418"/>
                </a:cubicBezTo>
                <a:cubicBezTo>
                  <a:pt x="9148" y="4418"/>
                  <a:pt x="9450" y="4199"/>
                  <a:pt x="9450" y="3927"/>
                </a:cubicBezTo>
                <a:cubicBezTo>
                  <a:pt x="9450" y="3656"/>
                  <a:pt x="9148" y="3436"/>
                  <a:pt x="8775" y="343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" name="Shape 2707"/>
          <p:cNvSpPr/>
          <p:nvPr/>
        </p:nvSpPr>
        <p:spPr>
          <a:xfrm>
            <a:off x="3975480" y="670680"/>
            <a:ext cx="89820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4400" rIns="14400" tIns="14400" bIns="14400" anchor="ctr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Electronics</a:t>
            </a:r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8" name="Shape 2708"/>
          <p:cNvSpPr/>
          <p:nvPr/>
        </p:nvSpPr>
        <p:spPr>
          <a:xfrm>
            <a:off x="660240" y="307980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8836" y="13888"/>
                </a:moveTo>
                <a:lnTo>
                  <a:pt x="8836" y="7712"/>
                </a:lnTo>
                <a:lnTo>
                  <a:pt x="14241" y="10800"/>
                </a:lnTo>
                <a:cubicBezTo>
                  <a:pt x="14241" y="10800"/>
                  <a:pt x="8836" y="13888"/>
                  <a:pt x="8836" y="13888"/>
                </a:cubicBezTo>
                <a:close/>
                <a:moveTo>
                  <a:pt x="15520" y="10422"/>
                </a:moveTo>
                <a:lnTo>
                  <a:pt x="15525" y="10416"/>
                </a:lnTo>
                <a:lnTo>
                  <a:pt x="15438" y="10367"/>
                </a:lnTo>
                <a:cubicBezTo>
                  <a:pt x="15425" y="10361"/>
                  <a:pt x="15414" y="10351"/>
                  <a:pt x="15401" y="10346"/>
                </a:cubicBezTo>
                <a:lnTo>
                  <a:pt x="8652" y="6489"/>
                </a:lnTo>
                <a:lnTo>
                  <a:pt x="8647" y="6495"/>
                </a:lnTo>
                <a:cubicBezTo>
                  <a:pt x="8563" y="6428"/>
                  <a:pt x="8461" y="6382"/>
                  <a:pt x="8345" y="6382"/>
                </a:cubicBezTo>
                <a:cubicBezTo>
                  <a:pt x="8075" y="6382"/>
                  <a:pt x="7855" y="6601"/>
                  <a:pt x="7855" y="6873"/>
                </a:cubicBezTo>
                <a:lnTo>
                  <a:pt x="7855" y="14727"/>
                </a:lnTo>
                <a:cubicBezTo>
                  <a:pt x="7855" y="14999"/>
                  <a:pt x="8075" y="15218"/>
                  <a:pt x="8345" y="15218"/>
                </a:cubicBezTo>
                <a:cubicBezTo>
                  <a:pt x="8461" y="15218"/>
                  <a:pt x="8563" y="15172"/>
                  <a:pt x="8647" y="15105"/>
                </a:cubicBezTo>
                <a:lnTo>
                  <a:pt x="8652" y="15111"/>
                </a:lnTo>
                <a:lnTo>
                  <a:pt x="15401" y="11254"/>
                </a:lnTo>
                <a:cubicBezTo>
                  <a:pt x="15414" y="11249"/>
                  <a:pt x="15425" y="11240"/>
                  <a:pt x="15438" y="11233"/>
                </a:cubicBezTo>
                <a:lnTo>
                  <a:pt x="15525" y="11184"/>
                </a:lnTo>
                <a:lnTo>
                  <a:pt x="15520" y="11178"/>
                </a:lnTo>
                <a:cubicBezTo>
                  <a:pt x="15632" y="11088"/>
                  <a:pt x="15709" y="10955"/>
                  <a:pt x="15709" y="10800"/>
                </a:cubicBezTo>
                <a:cubicBezTo>
                  <a:pt x="15709" y="10645"/>
                  <a:pt x="15632" y="10512"/>
                  <a:pt x="15520" y="1042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9" name="Shape 2709"/>
          <p:cNvSpPr/>
          <p:nvPr/>
        </p:nvSpPr>
        <p:spPr>
          <a:xfrm>
            <a:off x="1060560" y="30798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3745" y="13745"/>
                </a:moveTo>
                <a:lnTo>
                  <a:pt x="12764" y="13745"/>
                </a:lnTo>
                <a:lnTo>
                  <a:pt x="12764" y="7855"/>
                </a:lnTo>
                <a:lnTo>
                  <a:pt x="13745" y="7855"/>
                </a:lnTo>
                <a:cubicBezTo>
                  <a:pt x="13745" y="7855"/>
                  <a:pt x="13745" y="13745"/>
                  <a:pt x="13745" y="13745"/>
                </a:cubicBezTo>
                <a:close/>
                <a:moveTo>
                  <a:pt x="14236" y="6873"/>
                </a:moveTo>
                <a:lnTo>
                  <a:pt x="12273" y="6873"/>
                </a:lnTo>
                <a:cubicBezTo>
                  <a:pt x="12002" y="6873"/>
                  <a:pt x="11782" y="7092"/>
                  <a:pt x="11782" y="7364"/>
                </a:cubicBezTo>
                <a:lnTo>
                  <a:pt x="11782" y="14236"/>
                </a:lnTo>
                <a:cubicBezTo>
                  <a:pt x="11782" y="14508"/>
                  <a:pt x="12002" y="14727"/>
                  <a:pt x="12273" y="14727"/>
                </a:cubicBezTo>
                <a:lnTo>
                  <a:pt x="14236" y="14727"/>
                </a:lnTo>
                <a:cubicBezTo>
                  <a:pt x="14507" y="14727"/>
                  <a:pt x="14727" y="14508"/>
                  <a:pt x="14727" y="14236"/>
                </a:cubicBezTo>
                <a:lnTo>
                  <a:pt x="14727" y="7364"/>
                </a:lnTo>
                <a:cubicBezTo>
                  <a:pt x="14727" y="7092"/>
                  <a:pt x="14507" y="6873"/>
                  <a:pt x="14236" y="6873"/>
                </a:cubicBezTo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8836" y="13745"/>
                </a:moveTo>
                <a:lnTo>
                  <a:pt x="7855" y="13745"/>
                </a:lnTo>
                <a:lnTo>
                  <a:pt x="7855" y="7855"/>
                </a:lnTo>
                <a:lnTo>
                  <a:pt x="8836" y="7855"/>
                </a:lnTo>
                <a:cubicBezTo>
                  <a:pt x="8836" y="7855"/>
                  <a:pt x="8836" y="13745"/>
                  <a:pt x="8836" y="13745"/>
                </a:cubicBezTo>
                <a:close/>
                <a:moveTo>
                  <a:pt x="9327" y="6873"/>
                </a:moveTo>
                <a:lnTo>
                  <a:pt x="7364" y="6873"/>
                </a:lnTo>
                <a:cubicBezTo>
                  <a:pt x="7093" y="6873"/>
                  <a:pt x="6873" y="7092"/>
                  <a:pt x="6873" y="7364"/>
                </a:cubicBezTo>
                <a:lnTo>
                  <a:pt x="6873" y="14236"/>
                </a:lnTo>
                <a:cubicBezTo>
                  <a:pt x="6873" y="14508"/>
                  <a:pt x="7093" y="14727"/>
                  <a:pt x="7364" y="14727"/>
                </a:cubicBezTo>
                <a:lnTo>
                  <a:pt x="9327" y="14727"/>
                </a:lnTo>
                <a:cubicBezTo>
                  <a:pt x="9598" y="14727"/>
                  <a:pt x="9818" y="14508"/>
                  <a:pt x="9818" y="14236"/>
                </a:cubicBezTo>
                <a:lnTo>
                  <a:pt x="9818" y="7364"/>
                </a:lnTo>
                <a:cubicBezTo>
                  <a:pt x="9818" y="7092"/>
                  <a:pt x="9598" y="6873"/>
                  <a:pt x="9327" y="687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0" name="Shape 2710"/>
          <p:cNvSpPr/>
          <p:nvPr/>
        </p:nvSpPr>
        <p:spPr>
          <a:xfrm>
            <a:off x="1460520" y="30798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3745" y="13745"/>
                </a:moveTo>
                <a:lnTo>
                  <a:pt x="7855" y="13745"/>
                </a:lnTo>
                <a:lnTo>
                  <a:pt x="7855" y="7855"/>
                </a:lnTo>
                <a:lnTo>
                  <a:pt x="13745" y="7855"/>
                </a:lnTo>
                <a:cubicBezTo>
                  <a:pt x="13745" y="7855"/>
                  <a:pt x="13745" y="13745"/>
                  <a:pt x="13745" y="13745"/>
                </a:cubicBezTo>
                <a:close/>
                <a:moveTo>
                  <a:pt x="14236" y="6873"/>
                </a:moveTo>
                <a:lnTo>
                  <a:pt x="7364" y="6873"/>
                </a:lnTo>
                <a:cubicBezTo>
                  <a:pt x="7093" y="6873"/>
                  <a:pt x="6873" y="7092"/>
                  <a:pt x="6873" y="7364"/>
                </a:cubicBezTo>
                <a:lnTo>
                  <a:pt x="6873" y="14236"/>
                </a:lnTo>
                <a:cubicBezTo>
                  <a:pt x="6873" y="14508"/>
                  <a:pt x="7093" y="14727"/>
                  <a:pt x="7364" y="14727"/>
                </a:cubicBezTo>
                <a:lnTo>
                  <a:pt x="14236" y="14727"/>
                </a:lnTo>
                <a:cubicBezTo>
                  <a:pt x="14507" y="14727"/>
                  <a:pt x="14727" y="14508"/>
                  <a:pt x="14727" y="14236"/>
                </a:cubicBezTo>
                <a:lnTo>
                  <a:pt x="14727" y="7364"/>
                </a:lnTo>
                <a:cubicBezTo>
                  <a:pt x="14727" y="7092"/>
                  <a:pt x="14507" y="6873"/>
                  <a:pt x="14236" y="6873"/>
                </a:cubicBezTo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1" name="Shape 2711"/>
          <p:cNvSpPr/>
          <p:nvPr/>
        </p:nvSpPr>
        <p:spPr>
          <a:xfrm>
            <a:off x="1860480" y="30798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0800" y="13745"/>
                </a:moveTo>
                <a:cubicBezTo>
                  <a:pt x="9173" y="13745"/>
                  <a:pt x="7855" y="12427"/>
                  <a:pt x="7855" y="10800"/>
                </a:cubicBezTo>
                <a:cubicBezTo>
                  <a:pt x="7855" y="9173"/>
                  <a:pt x="9173" y="7855"/>
                  <a:pt x="10800" y="7855"/>
                </a:cubicBezTo>
                <a:cubicBezTo>
                  <a:pt x="12427" y="7855"/>
                  <a:pt x="13745" y="9173"/>
                  <a:pt x="13745" y="10800"/>
                </a:cubicBezTo>
                <a:cubicBezTo>
                  <a:pt x="13745" y="12427"/>
                  <a:pt x="12427" y="13745"/>
                  <a:pt x="10800" y="13745"/>
                </a:cubicBezTo>
                <a:moveTo>
                  <a:pt x="10800" y="6873"/>
                </a:moveTo>
                <a:cubicBezTo>
                  <a:pt x="8631" y="6873"/>
                  <a:pt x="6873" y="8631"/>
                  <a:pt x="6873" y="10800"/>
                </a:cubicBezTo>
                <a:cubicBezTo>
                  <a:pt x="6873" y="12969"/>
                  <a:pt x="8631" y="14727"/>
                  <a:pt x="10800" y="14727"/>
                </a:cubicBezTo>
                <a:cubicBezTo>
                  <a:pt x="12969" y="14727"/>
                  <a:pt x="14727" y="12969"/>
                  <a:pt x="14727" y="10800"/>
                </a:cubicBezTo>
                <a:cubicBezTo>
                  <a:pt x="14727" y="8631"/>
                  <a:pt x="12969" y="6873"/>
                  <a:pt x="10800" y="687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2" name="Shape 2712"/>
          <p:cNvSpPr/>
          <p:nvPr/>
        </p:nvSpPr>
        <p:spPr>
          <a:xfrm>
            <a:off x="2260440" y="307980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13888"/>
                </a:moveTo>
                <a:lnTo>
                  <a:pt x="10800" y="7712"/>
                </a:lnTo>
                <a:lnTo>
                  <a:pt x="16204" y="10800"/>
                </a:lnTo>
                <a:cubicBezTo>
                  <a:pt x="16204" y="10800"/>
                  <a:pt x="10800" y="13888"/>
                  <a:pt x="10800" y="13888"/>
                </a:cubicBezTo>
                <a:close/>
                <a:moveTo>
                  <a:pt x="17484" y="10422"/>
                </a:moveTo>
                <a:lnTo>
                  <a:pt x="17489" y="10416"/>
                </a:lnTo>
                <a:lnTo>
                  <a:pt x="17402" y="10367"/>
                </a:lnTo>
                <a:cubicBezTo>
                  <a:pt x="17389" y="10361"/>
                  <a:pt x="17378" y="10351"/>
                  <a:pt x="17365" y="10346"/>
                </a:cubicBezTo>
                <a:lnTo>
                  <a:pt x="10616" y="6489"/>
                </a:lnTo>
                <a:lnTo>
                  <a:pt x="10611" y="6495"/>
                </a:lnTo>
                <a:cubicBezTo>
                  <a:pt x="10527" y="6428"/>
                  <a:pt x="10425" y="6382"/>
                  <a:pt x="10309" y="6382"/>
                </a:cubicBezTo>
                <a:cubicBezTo>
                  <a:pt x="10038" y="6382"/>
                  <a:pt x="9818" y="6601"/>
                  <a:pt x="9818" y="6873"/>
                </a:cubicBezTo>
                <a:lnTo>
                  <a:pt x="9818" y="14727"/>
                </a:lnTo>
                <a:cubicBezTo>
                  <a:pt x="9818" y="14999"/>
                  <a:pt x="10038" y="15218"/>
                  <a:pt x="10309" y="15218"/>
                </a:cubicBezTo>
                <a:cubicBezTo>
                  <a:pt x="10425" y="15218"/>
                  <a:pt x="10527" y="15172"/>
                  <a:pt x="10611" y="15105"/>
                </a:cubicBezTo>
                <a:lnTo>
                  <a:pt x="10616" y="15111"/>
                </a:lnTo>
                <a:lnTo>
                  <a:pt x="17365" y="11254"/>
                </a:lnTo>
                <a:cubicBezTo>
                  <a:pt x="17378" y="11249"/>
                  <a:pt x="17388" y="11239"/>
                  <a:pt x="17401" y="11233"/>
                </a:cubicBezTo>
                <a:lnTo>
                  <a:pt x="17489" y="11184"/>
                </a:lnTo>
                <a:lnTo>
                  <a:pt x="17484" y="11178"/>
                </a:lnTo>
                <a:cubicBezTo>
                  <a:pt x="17596" y="11088"/>
                  <a:pt x="17673" y="10955"/>
                  <a:pt x="17673" y="10800"/>
                </a:cubicBezTo>
                <a:cubicBezTo>
                  <a:pt x="17673" y="10645"/>
                  <a:pt x="17596" y="10512"/>
                  <a:pt x="17484" y="10422"/>
                </a:cubicBezTo>
                <a:moveTo>
                  <a:pt x="10800" y="20618"/>
                </a:moveTo>
                <a:cubicBezTo>
                  <a:pt x="5377" y="20618"/>
                  <a:pt x="982" y="16222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6684" y="6495"/>
                </a:moveTo>
                <a:cubicBezTo>
                  <a:pt x="6600" y="6428"/>
                  <a:pt x="6498" y="6382"/>
                  <a:pt x="6382" y="6382"/>
                </a:cubicBezTo>
                <a:cubicBezTo>
                  <a:pt x="6111" y="6382"/>
                  <a:pt x="5891" y="6601"/>
                  <a:pt x="5891" y="6873"/>
                </a:cubicBezTo>
                <a:lnTo>
                  <a:pt x="5891" y="14727"/>
                </a:lnTo>
                <a:cubicBezTo>
                  <a:pt x="5891" y="14999"/>
                  <a:pt x="6111" y="15218"/>
                  <a:pt x="6382" y="15218"/>
                </a:cubicBezTo>
                <a:cubicBezTo>
                  <a:pt x="6498" y="15218"/>
                  <a:pt x="6600" y="15172"/>
                  <a:pt x="6684" y="15105"/>
                </a:cubicBezTo>
                <a:lnTo>
                  <a:pt x="6689" y="15111"/>
                </a:lnTo>
                <a:lnTo>
                  <a:pt x="8836" y="13883"/>
                </a:lnTo>
                <a:lnTo>
                  <a:pt x="8836" y="12766"/>
                </a:lnTo>
                <a:lnTo>
                  <a:pt x="6873" y="13888"/>
                </a:lnTo>
                <a:lnTo>
                  <a:pt x="6873" y="7712"/>
                </a:lnTo>
                <a:lnTo>
                  <a:pt x="8836" y="8834"/>
                </a:lnTo>
                <a:lnTo>
                  <a:pt x="8836" y="7716"/>
                </a:lnTo>
                <a:lnTo>
                  <a:pt x="6689" y="6489"/>
                </a:lnTo>
                <a:cubicBezTo>
                  <a:pt x="6689" y="6489"/>
                  <a:pt x="6684" y="6495"/>
                  <a:pt x="6684" y="649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3" name="Shape 2713"/>
          <p:cNvSpPr/>
          <p:nvPr/>
        </p:nvSpPr>
        <p:spPr>
          <a:xfrm>
            <a:off x="2660760" y="30798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4727" y="14236"/>
                </a:moveTo>
                <a:lnTo>
                  <a:pt x="13745" y="14236"/>
                </a:lnTo>
                <a:lnTo>
                  <a:pt x="13745" y="7364"/>
                </a:lnTo>
                <a:lnTo>
                  <a:pt x="14727" y="7364"/>
                </a:lnTo>
                <a:cubicBezTo>
                  <a:pt x="14727" y="7364"/>
                  <a:pt x="14727" y="14236"/>
                  <a:pt x="14727" y="14236"/>
                </a:cubicBezTo>
                <a:close/>
                <a:moveTo>
                  <a:pt x="6873" y="13888"/>
                </a:moveTo>
                <a:lnTo>
                  <a:pt x="6873" y="7712"/>
                </a:lnTo>
                <a:lnTo>
                  <a:pt x="12277" y="10800"/>
                </a:lnTo>
                <a:cubicBezTo>
                  <a:pt x="12277" y="10800"/>
                  <a:pt x="6873" y="13888"/>
                  <a:pt x="6873" y="13888"/>
                </a:cubicBezTo>
                <a:close/>
                <a:moveTo>
                  <a:pt x="15218" y="6382"/>
                </a:moveTo>
                <a:lnTo>
                  <a:pt x="13255" y="6382"/>
                </a:lnTo>
                <a:cubicBezTo>
                  <a:pt x="12983" y="6382"/>
                  <a:pt x="12764" y="6601"/>
                  <a:pt x="12764" y="6873"/>
                </a:cubicBezTo>
                <a:lnTo>
                  <a:pt x="12764" y="9961"/>
                </a:lnTo>
                <a:lnTo>
                  <a:pt x="6689" y="6489"/>
                </a:lnTo>
                <a:lnTo>
                  <a:pt x="6684" y="6495"/>
                </a:lnTo>
                <a:cubicBezTo>
                  <a:pt x="6600" y="6428"/>
                  <a:pt x="6498" y="6382"/>
                  <a:pt x="6382" y="6382"/>
                </a:cubicBezTo>
                <a:cubicBezTo>
                  <a:pt x="6110" y="6382"/>
                  <a:pt x="5891" y="6601"/>
                  <a:pt x="5891" y="6873"/>
                </a:cubicBezTo>
                <a:lnTo>
                  <a:pt x="5891" y="14727"/>
                </a:lnTo>
                <a:cubicBezTo>
                  <a:pt x="5891" y="14999"/>
                  <a:pt x="6110" y="15218"/>
                  <a:pt x="6382" y="15218"/>
                </a:cubicBezTo>
                <a:cubicBezTo>
                  <a:pt x="6498" y="15218"/>
                  <a:pt x="6600" y="15172"/>
                  <a:pt x="6684" y="15105"/>
                </a:cubicBezTo>
                <a:lnTo>
                  <a:pt x="6689" y="15111"/>
                </a:lnTo>
                <a:lnTo>
                  <a:pt x="12764" y="11639"/>
                </a:lnTo>
                <a:lnTo>
                  <a:pt x="12764" y="14727"/>
                </a:lnTo>
                <a:cubicBezTo>
                  <a:pt x="12764" y="14999"/>
                  <a:pt x="12983" y="15218"/>
                  <a:pt x="13255" y="15218"/>
                </a:cubicBezTo>
                <a:lnTo>
                  <a:pt x="15218" y="15218"/>
                </a:lnTo>
                <a:cubicBezTo>
                  <a:pt x="15490" y="15218"/>
                  <a:pt x="15709" y="14999"/>
                  <a:pt x="15709" y="14727"/>
                </a:cubicBezTo>
                <a:lnTo>
                  <a:pt x="15709" y="6873"/>
                </a:lnTo>
                <a:cubicBezTo>
                  <a:pt x="15709" y="6601"/>
                  <a:pt x="15490" y="6382"/>
                  <a:pt x="15218" y="6382"/>
                </a:cubicBezTo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4" name="Shape 2714"/>
          <p:cNvSpPr/>
          <p:nvPr/>
        </p:nvSpPr>
        <p:spPr>
          <a:xfrm>
            <a:off x="3060720" y="30798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8054" y="9818"/>
                </a:moveTo>
                <a:lnTo>
                  <a:pt x="10800" y="7072"/>
                </a:lnTo>
                <a:lnTo>
                  <a:pt x="13547" y="9818"/>
                </a:lnTo>
                <a:cubicBezTo>
                  <a:pt x="13547" y="9818"/>
                  <a:pt x="8054" y="9818"/>
                  <a:pt x="8054" y="9818"/>
                </a:cubicBezTo>
                <a:close/>
                <a:moveTo>
                  <a:pt x="15111" y="10002"/>
                </a:moveTo>
                <a:lnTo>
                  <a:pt x="15083" y="9975"/>
                </a:lnTo>
                <a:cubicBezTo>
                  <a:pt x="15076" y="9968"/>
                  <a:pt x="15069" y="9960"/>
                  <a:pt x="15061" y="9953"/>
                </a:cubicBezTo>
                <a:lnTo>
                  <a:pt x="11184" y="6075"/>
                </a:lnTo>
                <a:lnTo>
                  <a:pt x="11177" y="6080"/>
                </a:lnTo>
                <a:cubicBezTo>
                  <a:pt x="11088" y="5968"/>
                  <a:pt x="10955" y="5891"/>
                  <a:pt x="10800" y="5891"/>
                </a:cubicBezTo>
                <a:cubicBezTo>
                  <a:pt x="10645" y="5891"/>
                  <a:pt x="10512" y="5968"/>
                  <a:pt x="10422" y="6080"/>
                </a:cubicBezTo>
                <a:lnTo>
                  <a:pt x="10416" y="6075"/>
                </a:lnTo>
                <a:lnTo>
                  <a:pt x="6539" y="9953"/>
                </a:lnTo>
                <a:cubicBezTo>
                  <a:pt x="6531" y="9960"/>
                  <a:pt x="6524" y="9968"/>
                  <a:pt x="6517" y="9975"/>
                </a:cubicBezTo>
                <a:lnTo>
                  <a:pt x="6489" y="10002"/>
                </a:lnTo>
                <a:lnTo>
                  <a:pt x="6495" y="10007"/>
                </a:lnTo>
                <a:cubicBezTo>
                  <a:pt x="6428" y="10091"/>
                  <a:pt x="6382" y="10193"/>
                  <a:pt x="6382" y="10309"/>
                </a:cubicBezTo>
                <a:cubicBezTo>
                  <a:pt x="6382" y="10580"/>
                  <a:pt x="6601" y="10800"/>
                  <a:pt x="6873" y="10800"/>
                </a:cubicBezTo>
                <a:lnTo>
                  <a:pt x="14727" y="10800"/>
                </a:lnTo>
                <a:cubicBezTo>
                  <a:pt x="14999" y="10800"/>
                  <a:pt x="15218" y="10580"/>
                  <a:pt x="15218" y="10309"/>
                </a:cubicBezTo>
                <a:cubicBezTo>
                  <a:pt x="15218" y="10193"/>
                  <a:pt x="15172" y="10091"/>
                  <a:pt x="15105" y="10007"/>
                </a:cubicBezTo>
                <a:cubicBezTo>
                  <a:pt x="15105" y="10007"/>
                  <a:pt x="15111" y="10002"/>
                  <a:pt x="15111" y="10002"/>
                </a:cubicBezTo>
                <a:close/>
                <a:moveTo>
                  <a:pt x="14236" y="13745"/>
                </a:moveTo>
                <a:lnTo>
                  <a:pt x="7364" y="13745"/>
                </a:lnTo>
                <a:lnTo>
                  <a:pt x="7364" y="12764"/>
                </a:lnTo>
                <a:lnTo>
                  <a:pt x="14236" y="12764"/>
                </a:lnTo>
                <a:cubicBezTo>
                  <a:pt x="14236" y="12764"/>
                  <a:pt x="14236" y="13745"/>
                  <a:pt x="14236" y="13745"/>
                </a:cubicBezTo>
                <a:close/>
                <a:moveTo>
                  <a:pt x="14727" y="11782"/>
                </a:moveTo>
                <a:lnTo>
                  <a:pt x="6873" y="11782"/>
                </a:lnTo>
                <a:cubicBezTo>
                  <a:pt x="6601" y="11782"/>
                  <a:pt x="6382" y="12001"/>
                  <a:pt x="6382" y="12273"/>
                </a:cubicBezTo>
                <a:lnTo>
                  <a:pt x="6382" y="14236"/>
                </a:lnTo>
                <a:cubicBezTo>
                  <a:pt x="6382" y="14508"/>
                  <a:pt x="6601" y="14727"/>
                  <a:pt x="6873" y="14727"/>
                </a:cubicBezTo>
                <a:lnTo>
                  <a:pt x="14727" y="14727"/>
                </a:lnTo>
                <a:cubicBezTo>
                  <a:pt x="14999" y="14727"/>
                  <a:pt x="15218" y="14508"/>
                  <a:pt x="15218" y="14236"/>
                </a:cubicBezTo>
                <a:lnTo>
                  <a:pt x="15218" y="12273"/>
                </a:lnTo>
                <a:cubicBezTo>
                  <a:pt x="15218" y="12001"/>
                  <a:pt x="14999" y="11782"/>
                  <a:pt x="14727" y="1178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5" name="Shape 2715"/>
          <p:cNvSpPr/>
          <p:nvPr/>
        </p:nvSpPr>
        <p:spPr>
          <a:xfrm>
            <a:off x="3460680" y="30798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5709" y="21600"/>
                </a:moveTo>
                <a:lnTo>
                  <a:pt x="17673" y="21600"/>
                </a:lnTo>
                <a:lnTo>
                  <a:pt x="17673" y="20618"/>
                </a:lnTo>
                <a:lnTo>
                  <a:pt x="15709" y="20618"/>
                </a:lnTo>
                <a:cubicBezTo>
                  <a:pt x="15709" y="20618"/>
                  <a:pt x="15709" y="21600"/>
                  <a:pt x="15709" y="21600"/>
                </a:cubicBezTo>
                <a:close/>
                <a:moveTo>
                  <a:pt x="11782" y="21600"/>
                </a:moveTo>
                <a:lnTo>
                  <a:pt x="13745" y="21600"/>
                </a:lnTo>
                <a:lnTo>
                  <a:pt x="13745" y="20618"/>
                </a:lnTo>
                <a:lnTo>
                  <a:pt x="11782" y="20618"/>
                </a:lnTo>
                <a:cubicBezTo>
                  <a:pt x="11782" y="20618"/>
                  <a:pt x="11782" y="21600"/>
                  <a:pt x="11782" y="21600"/>
                </a:cubicBezTo>
                <a:close/>
                <a:moveTo>
                  <a:pt x="7855" y="982"/>
                </a:moveTo>
                <a:lnTo>
                  <a:pt x="9818" y="982"/>
                </a:lnTo>
                <a:lnTo>
                  <a:pt x="9818" y="0"/>
                </a:lnTo>
                <a:lnTo>
                  <a:pt x="7855" y="0"/>
                </a:lnTo>
                <a:cubicBezTo>
                  <a:pt x="7855" y="0"/>
                  <a:pt x="7855" y="982"/>
                  <a:pt x="7855" y="982"/>
                </a:cubicBezTo>
                <a:close/>
                <a:moveTo>
                  <a:pt x="11782" y="982"/>
                </a:moveTo>
                <a:lnTo>
                  <a:pt x="13745" y="982"/>
                </a:lnTo>
                <a:lnTo>
                  <a:pt x="13745" y="0"/>
                </a:lnTo>
                <a:lnTo>
                  <a:pt x="11782" y="0"/>
                </a:lnTo>
                <a:cubicBezTo>
                  <a:pt x="11782" y="0"/>
                  <a:pt x="11782" y="982"/>
                  <a:pt x="11782" y="982"/>
                </a:cubicBezTo>
                <a:close/>
                <a:moveTo>
                  <a:pt x="15709" y="982"/>
                </a:moveTo>
                <a:lnTo>
                  <a:pt x="17673" y="982"/>
                </a:lnTo>
                <a:lnTo>
                  <a:pt x="17673" y="0"/>
                </a:lnTo>
                <a:lnTo>
                  <a:pt x="15709" y="0"/>
                </a:lnTo>
                <a:cubicBezTo>
                  <a:pt x="15709" y="0"/>
                  <a:pt x="15709" y="982"/>
                  <a:pt x="15709" y="982"/>
                </a:cubicBezTo>
                <a:close/>
                <a:moveTo>
                  <a:pt x="19636" y="20346"/>
                </a:moveTo>
                <a:lnTo>
                  <a:pt x="19636" y="21420"/>
                </a:lnTo>
                <a:cubicBezTo>
                  <a:pt x="20470" y="21123"/>
                  <a:pt x="21128" y="20467"/>
                  <a:pt x="21426" y="19636"/>
                </a:cubicBezTo>
                <a:lnTo>
                  <a:pt x="20350" y="19636"/>
                </a:lnTo>
                <a:cubicBezTo>
                  <a:pt x="20177" y="19929"/>
                  <a:pt x="19931" y="20174"/>
                  <a:pt x="19636" y="20346"/>
                </a:cubicBezTo>
                <a:moveTo>
                  <a:pt x="20618" y="5891"/>
                </a:moveTo>
                <a:lnTo>
                  <a:pt x="21600" y="5891"/>
                </a:lnTo>
                <a:lnTo>
                  <a:pt x="21600" y="3927"/>
                </a:lnTo>
                <a:lnTo>
                  <a:pt x="20618" y="3927"/>
                </a:lnTo>
                <a:cubicBezTo>
                  <a:pt x="20618" y="3927"/>
                  <a:pt x="20618" y="5891"/>
                  <a:pt x="20618" y="5891"/>
                </a:cubicBezTo>
                <a:close/>
                <a:moveTo>
                  <a:pt x="20618" y="9818"/>
                </a:moveTo>
                <a:lnTo>
                  <a:pt x="21600" y="9818"/>
                </a:lnTo>
                <a:lnTo>
                  <a:pt x="21600" y="7855"/>
                </a:lnTo>
                <a:lnTo>
                  <a:pt x="20618" y="7855"/>
                </a:lnTo>
                <a:cubicBezTo>
                  <a:pt x="20618" y="7855"/>
                  <a:pt x="20618" y="9818"/>
                  <a:pt x="20618" y="9818"/>
                </a:cubicBezTo>
                <a:close/>
                <a:moveTo>
                  <a:pt x="20618" y="13745"/>
                </a:moveTo>
                <a:lnTo>
                  <a:pt x="21600" y="13745"/>
                </a:lnTo>
                <a:lnTo>
                  <a:pt x="21600" y="11782"/>
                </a:lnTo>
                <a:lnTo>
                  <a:pt x="20618" y="11782"/>
                </a:lnTo>
                <a:cubicBezTo>
                  <a:pt x="20618" y="11782"/>
                  <a:pt x="20618" y="13745"/>
                  <a:pt x="20618" y="13745"/>
                </a:cubicBezTo>
                <a:close/>
                <a:moveTo>
                  <a:pt x="20618" y="17673"/>
                </a:moveTo>
                <a:lnTo>
                  <a:pt x="21600" y="17673"/>
                </a:lnTo>
                <a:lnTo>
                  <a:pt x="21600" y="15709"/>
                </a:lnTo>
                <a:lnTo>
                  <a:pt x="20618" y="15709"/>
                </a:lnTo>
                <a:cubicBezTo>
                  <a:pt x="20618" y="15709"/>
                  <a:pt x="20618" y="17673"/>
                  <a:pt x="20618" y="17673"/>
                </a:cubicBezTo>
                <a:close/>
                <a:moveTo>
                  <a:pt x="1250" y="19636"/>
                </a:moveTo>
                <a:lnTo>
                  <a:pt x="175" y="19636"/>
                </a:lnTo>
                <a:cubicBezTo>
                  <a:pt x="472" y="20467"/>
                  <a:pt x="1130" y="21123"/>
                  <a:pt x="1964" y="21420"/>
                </a:cubicBezTo>
                <a:lnTo>
                  <a:pt x="1964" y="20346"/>
                </a:lnTo>
                <a:cubicBezTo>
                  <a:pt x="1669" y="20174"/>
                  <a:pt x="1423" y="19929"/>
                  <a:pt x="1250" y="19636"/>
                </a:cubicBezTo>
                <a:moveTo>
                  <a:pt x="20350" y="1964"/>
                </a:moveTo>
                <a:lnTo>
                  <a:pt x="21426" y="1964"/>
                </a:lnTo>
                <a:cubicBezTo>
                  <a:pt x="21128" y="1133"/>
                  <a:pt x="20470" y="477"/>
                  <a:pt x="19636" y="180"/>
                </a:cubicBezTo>
                <a:lnTo>
                  <a:pt x="19636" y="1254"/>
                </a:lnTo>
                <a:cubicBezTo>
                  <a:pt x="19931" y="1426"/>
                  <a:pt x="20177" y="1670"/>
                  <a:pt x="20350" y="1964"/>
                </a:cubicBezTo>
                <a:moveTo>
                  <a:pt x="982" y="15709"/>
                </a:moveTo>
                <a:lnTo>
                  <a:pt x="0" y="15709"/>
                </a:lnTo>
                <a:lnTo>
                  <a:pt x="0" y="17673"/>
                </a:lnTo>
                <a:lnTo>
                  <a:pt x="982" y="17673"/>
                </a:lnTo>
                <a:cubicBezTo>
                  <a:pt x="982" y="17673"/>
                  <a:pt x="982" y="15709"/>
                  <a:pt x="982" y="15709"/>
                </a:cubicBezTo>
                <a:close/>
                <a:moveTo>
                  <a:pt x="982" y="7855"/>
                </a:moveTo>
                <a:lnTo>
                  <a:pt x="0" y="7855"/>
                </a:lnTo>
                <a:lnTo>
                  <a:pt x="0" y="9818"/>
                </a:lnTo>
                <a:lnTo>
                  <a:pt x="982" y="9818"/>
                </a:lnTo>
                <a:cubicBezTo>
                  <a:pt x="982" y="9818"/>
                  <a:pt x="982" y="7855"/>
                  <a:pt x="982" y="7855"/>
                </a:cubicBezTo>
                <a:close/>
                <a:moveTo>
                  <a:pt x="982" y="3927"/>
                </a:moveTo>
                <a:lnTo>
                  <a:pt x="0" y="3927"/>
                </a:lnTo>
                <a:lnTo>
                  <a:pt x="0" y="5891"/>
                </a:lnTo>
                <a:lnTo>
                  <a:pt x="982" y="5891"/>
                </a:lnTo>
                <a:cubicBezTo>
                  <a:pt x="982" y="5891"/>
                  <a:pt x="982" y="3927"/>
                  <a:pt x="982" y="3927"/>
                </a:cubicBezTo>
                <a:close/>
                <a:moveTo>
                  <a:pt x="982" y="11782"/>
                </a:moveTo>
                <a:lnTo>
                  <a:pt x="0" y="11782"/>
                </a:lnTo>
                <a:lnTo>
                  <a:pt x="0" y="13745"/>
                </a:lnTo>
                <a:lnTo>
                  <a:pt x="982" y="13745"/>
                </a:lnTo>
                <a:cubicBezTo>
                  <a:pt x="982" y="13745"/>
                  <a:pt x="982" y="11782"/>
                  <a:pt x="982" y="11782"/>
                </a:cubicBezTo>
                <a:close/>
                <a:moveTo>
                  <a:pt x="3927" y="982"/>
                </a:moveTo>
                <a:lnTo>
                  <a:pt x="5891" y="982"/>
                </a:lnTo>
                <a:lnTo>
                  <a:pt x="5891" y="0"/>
                </a:lnTo>
                <a:lnTo>
                  <a:pt x="3927" y="0"/>
                </a:lnTo>
                <a:cubicBezTo>
                  <a:pt x="3927" y="0"/>
                  <a:pt x="3927" y="982"/>
                  <a:pt x="3927" y="982"/>
                </a:cubicBezTo>
                <a:close/>
                <a:moveTo>
                  <a:pt x="7855" y="21600"/>
                </a:moveTo>
                <a:lnTo>
                  <a:pt x="9818" y="21600"/>
                </a:lnTo>
                <a:lnTo>
                  <a:pt x="9818" y="20618"/>
                </a:lnTo>
                <a:lnTo>
                  <a:pt x="7855" y="20618"/>
                </a:lnTo>
                <a:cubicBezTo>
                  <a:pt x="7855" y="20618"/>
                  <a:pt x="7855" y="21600"/>
                  <a:pt x="7855" y="21600"/>
                </a:cubicBezTo>
                <a:close/>
                <a:moveTo>
                  <a:pt x="3927" y="21600"/>
                </a:moveTo>
                <a:lnTo>
                  <a:pt x="5891" y="21600"/>
                </a:lnTo>
                <a:lnTo>
                  <a:pt x="5891" y="20618"/>
                </a:lnTo>
                <a:lnTo>
                  <a:pt x="3927" y="20618"/>
                </a:lnTo>
                <a:cubicBezTo>
                  <a:pt x="3927" y="20618"/>
                  <a:pt x="3927" y="21600"/>
                  <a:pt x="3927" y="21600"/>
                </a:cubicBezTo>
                <a:close/>
                <a:moveTo>
                  <a:pt x="175" y="1964"/>
                </a:moveTo>
                <a:lnTo>
                  <a:pt x="1250" y="1964"/>
                </a:lnTo>
                <a:cubicBezTo>
                  <a:pt x="1423" y="1670"/>
                  <a:pt x="1669" y="1426"/>
                  <a:pt x="1964" y="1254"/>
                </a:cubicBezTo>
                <a:lnTo>
                  <a:pt x="1964" y="180"/>
                </a:lnTo>
                <a:cubicBezTo>
                  <a:pt x="1130" y="477"/>
                  <a:pt x="472" y="1133"/>
                  <a:pt x="175" y="196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6" name="Shape 2716"/>
          <p:cNvSpPr/>
          <p:nvPr/>
        </p:nvSpPr>
        <p:spPr>
          <a:xfrm>
            <a:off x="3860640" y="307980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3745" y="13745"/>
                </a:moveTo>
                <a:lnTo>
                  <a:pt x="7855" y="13745"/>
                </a:lnTo>
                <a:lnTo>
                  <a:pt x="7855" y="7855"/>
                </a:lnTo>
                <a:lnTo>
                  <a:pt x="13745" y="7855"/>
                </a:lnTo>
                <a:cubicBezTo>
                  <a:pt x="13745" y="7855"/>
                  <a:pt x="13745" y="13745"/>
                  <a:pt x="13745" y="13745"/>
                </a:cubicBezTo>
                <a:close/>
                <a:moveTo>
                  <a:pt x="14236" y="6873"/>
                </a:moveTo>
                <a:lnTo>
                  <a:pt x="7364" y="6873"/>
                </a:lnTo>
                <a:cubicBezTo>
                  <a:pt x="7092" y="6873"/>
                  <a:pt x="6873" y="7092"/>
                  <a:pt x="6873" y="7364"/>
                </a:cubicBezTo>
                <a:lnTo>
                  <a:pt x="6873" y="14236"/>
                </a:lnTo>
                <a:cubicBezTo>
                  <a:pt x="6873" y="14508"/>
                  <a:pt x="7092" y="14727"/>
                  <a:pt x="7364" y="14727"/>
                </a:cubicBezTo>
                <a:lnTo>
                  <a:pt x="14236" y="14727"/>
                </a:lnTo>
                <a:cubicBezTo>
                  <a:pt x="14508" y="14727"/>
                  <a:pt x="14727" y="14508"/>
                  <a:pt x="14727" y="14236"/>
                </a:cubicBezTo>
                <a:lnTo>
                  <a:pt x="14727" y="7364"/>
                </a:lnTo>
                <a:cubicBezTo>
                  <a:pt x="14727" y="7092"/>
                  <a:pt x="14508" y="6873"/>
                  <a:pt x="14236" y="6873"/>
                </a:cubicBezTo>
                <a:moveTo>
                  <a:pt x="7855" y="21600"/>
                </a:moveTo>
                <a:lnTo>
                  <a:pt x="9818" y="21600"/>
                </a:lnTo>
                <a:lnTo>
                  <a:pt x="9818" y="20618"/>
                </a:lnTo>
                <a:lnTo>
                  <a:pt x="7855" y="20618"/>
                </a:lnTo>
                <a:cubicBezTo>
                  <a:pt x="7855" y="20618"/>
                  <a:pt x="7855" y="21600"/>
                  <a:pt x="7855" y="21600"/>
                </a:cubicBezTo>
                <a:close/>
                <a:moveTo>
                  <a:pt x="15709" y="21600"/>
                </a:moveTo>
                <a:lnTo>
                  <a:pt x="17673" y="21600"/>
                </a:lnTo>
                <a:lnTo>
                  <a:pt x="17673" y="20618"/>
                </a:lnTo>
                <a:lnTo>
                  <a:pt x="15709" y="20618"/>
                </a:lnTo>
                <a:cubicBezTo>
                  <a:pt x="15709" y="20618"/>
                  <a:pt x="15709" y="21600"/>
                  <a:pt x="15709" y="21600"/>
                </a:cubicBezTo>
                <a:close/>
                <a:moveTo>
                  <a:pt x="11782" y="21600"/>
                </a:moveTo>
                <a:lnTo>
                  <a:pt x="13745" y="21600"/>
                </a:lnTo>
                <a:lnTo>
                  <a:pt x="13745" y="20618"/>
                </a:lnTo>
                <a:lnTo>
                  <a:pt x="11782" y="20618"/>
                </a:lnTo>
                <a:cubicBezTo>
                  <a:pt x="11782" y="20618"/>
                  <a:pt x="11782" y="21600"/>
                  <a:pt x="11782" y="21600"/>
                </a:cubicBezTo>
                <a:close/>
                <a:moveTo>
                  <a:pt x="19636" y="20346"/>
                </a:moveTo>
                <a:lnTo>
                  <a:pt x="19636" y="21420"/>
                </a:lnTo>
                <a:cubicBezTo>
                  <a:pt x="20470" y="21123"/>
                  <a:pt x="21128" y="20467"/>
                  <a:pt x="21426" y="19636"/>
                </a:cubicBezTo>
                <a:lnTo>
                  <a:pt x="20350" y="19636"/>
                </a:lnTo>
                <a:cubicBezTo>
                  <a:pt x="20177" y="19929"/>
                  <a:pt x="19931" y="20174"/>
                  <a:pt x="19636" y="20346"/>
                </a:cubicBezTo>
                <a:moveTo>
                  <a:pt x="20618" y="5891"/>
                </a:moveTo>
                <a:lnTo>
                  <a:pt x="21600" y="5891"/>
                </a:lnTo>
                <a:lnTo>
                  <a:pt x="21600" y="3927"/>
                </a:lnTo>
                <a:lnTo>
                  <a:pt x="20618" y="3927"/>
                </a:lnTo>
                <a:cubicBezTo>
                  <a:pt x="20618" y="3927"/>
                  <a:pt x="20618" y="5891"/>
                  <a:pt x="20618" y="5891"/>
                </a:cubicBezTo>
                <a:close/>
                <a:moveTo>
                  <a:pt x="20618" y="9818"/>
                </a:moveTo>
                <a:lnTo>
                  <a:pt x="21600" y="9818"/>
                </a:lnTo>
                <a:lnTo>
                  <a:pt x="21600" y="7855"/>
                </a:lnTo>
                <a:lnTo>
                  <a:pt x="20618" y="7855"/>
                </a:lnTo>
                <a:cubicBezTo>
                  <a:pt x="20618" y="7855"/>
                  <a:pt x="20618" y="9818"/>
                  <a:pt x="20618" y="9818"/>
                </a:cubicBezTo>
                <a:close/>
                <a:moveTo>
                  <a:pt x="20618" y="17673"/>
                </a:moveTo>
                <a:lnTo>
                  <a:pt x="21600" y="17673"/>
                </a:lnTo>
                <a:lnTo>
                  <a:pt x="21600" y="15709"/>
                </a:lnTo>
                <a:lnTo>
                  <a:pt x="20618" y="15709"/>
                </a:lnTo>
                <a:cubicBezTo>
                  <a:pt x="20618" y="15709"/>
                  <a:pt x="20618" y="17673"/>
                  <a:pt x="20618" y="17673"/>
                </a:cubicBezTo>
                <a:close/>
                <a:moveTo>
                  <a:pt x="15709" y="982"/>
                </a:moveTo>
                <a:lnTo>
                  <a:pt x="17673" y="982"/>
                </a:lnTo>
                <a:lnTo>
                  <a:pt x="17673" y="0"/>
                </a:lnTo>
                <a:lnTo>
                  <a:pt x="15709" y="0"/>
                </a:lnTo>
                <a:cubicBezTo>
                  <a:pt x="15709" y="0"/>
                  <a:pt x="15709" y="982"/>
                  <a:pt x="15709" y="982"/>
                </a:cubicBezTo>
                <a:close/>
                <a:moveTo>
                  <a:pt x="3927" y="982"/>
                </a:moveTo>
                <a:lnTo>
                  <a:pt x="5891" y="982"/>
                </a:lnTo>
                <a:lnTo>
                  <a:pt x="5891" y="0"/>
                </a:lnTo>
                <a:lnTo>
                  <a:pt x="3927" y="0"/>
                </a:lnTo>
                <a:cubicBezTo>
                  <a:pt x="3927" y="0"/>
                  <a:pt x="3927" y="982"/>
                  <a:pt x="3927" y="982"/>
                </a:cubicBezTo>
                <a:close/>
                <a:moveTo>
                  <a:pt x="20618" y="13745"/>
                </a:moveTo>
                <a:lnTo>
                  <a:pt x="21600" y="13745"/>
                </a:lnTo>
                <a:lnTo>
                  <a:pt x="21600" y="11782"/>
                </a:lnTo>
                <a:lnTo>
                  <a:pt x="20618" y="11782"/>
                </a:lnTo>
                <a:cubicBezTo>
                  <a:pt x="20618" y="11782"/>
                  <a:pt x="20618" y="13745"/>
                  <a:pt x="20618" y="13745"/>
                </a:cubicBezTo>
                <a:close/>
                <a:moveTo>
                  <a:pt x="982" y="7855"/>
                </a:moveTo>
                <a:lnTo>
                  <a:pt x="0" y="7855"/>
                </a:lnTo>
                <a:lnTo>
                  <a:pt x="0" y="9818"/>
                </a:lnTo>
                <a:lnTo>
                  <a:pt x="982" y="9818"/>
                </a:lnTo>
                <a:cubicBezTo>
                  <a:pt x="982" y="9818"/>
                  <a:pt x="982" y="7855"/>
                  <a:pt x="982" y="7855"/>
                </a:cubicBezTo>
                <a:close/>
                <a:moveTo>
                  <a:pt x="9818" y="0"/>
                </a:moveTo>
                <a:lnTo>
                  <a:pt x="7855" y="0"/>
                </a:lnTo>
                <a:lnTo>
                  <a:pt x="7855" y="982"/>
                </a:lnTo>
                <a:lnTo>
                  <a:pt x="9818" y="982"/>
                </a:lnTo>
                <a:cubicBezTo>
                  <a:pt x="9818" y="982"/>
                  <a:pt x="9818" y="0"/>
                  <a:pt x="9818" y="0"/>
                </a:cubicBezTo>
                <a:close/>
                <a:moveTo>
                  <a:pt x="982" y="3927"/>
                </a:moveTo>
                <a:lnTo>
                  <a:pt x="0" y="3927"/>
                </a:lnTo>
                <a:lnTo>
                  <a:pt x="0" y="5891"/>
                </a:lnTo>
                <a:lnTo>
                  <a:pt x="982" y="5891"/>
                </a:lnTo>
                <a:cubicBezTo>
                  <a:pt x="982" y="5891"/>
                  <a:pt x="982" y="3927"/>
                  <a:pt x="982" y="3927"/>
                </a:cubicBezTo>
                <a:close/>
                <a:moveTo>
                  <a:pt x="20350" y="1964"/>
                </a:moveTo>
                <a:lnTo>
                  <a:pt x="21426" y="1964"/>
                </a:lnTo>
                <a:cubicBezTo>
                  <a:pt x="21128" y="1133"/>
                  <a:pt x="20470" y="477"/>
                  <a:pt x="19636" y="180"/>
                </a:cubicBezTo>
                <a:lnTo>
                  <a:pt x="19636" y="1254"/>
                </a:lnTo>
                <a:cubicBezTo>
                  <a:pt x="19931" y="1426"/>
                  <a:pt x="20177" y="1670"/>
                  <a:pt x="20350" y="1964"/>
                </a:cubicBezTo>
                <a:moveTo>
                  <a:pt x="13745" y="0"/>
                </a:moveTo>
                <a:lnTo>
                  <a:pt x="11782" y="0"/>
                </a:lnTo>
                <a:lnTo>
                  <a:pt x="11782" y="982"/>
                </a:lnTo>
                <a:lnTo>
                  <a:pt x="13745" y="982"/>
                </a:lnTo>
                <a:cubicBezTo>
                  <a:pt x="13745" y="982"/>
                  <a:pt x="13745" y="0"/>
                  <a:pt x="13745" y="0"/>
                </a:cubicBezTo>
                <a:close/>
                <a:moveTo>
                  <a:pt x="3927" y="21600"/>
                </a:moveTo>
                <a:lnTo>
                  <a:pt x="5891" y="21600"/>
                </a:lnTo>
                <a:lnTo>
                  <a:pt x="5891" y="20618"/>
                </a:lnTo>
                <a:lnTo>
                  <a:pt x="3927" y="20618"/>
                </a:lnTo>
                <a:cubicBezTo>
                  <a:pt x="3927" y="20618"/>
                  <a:pt x="3927" y="21600"/>
                  <a:pt x="3927" y="21600"/>
                </a:cubicBezTo>
                <a:close/>
                <a:moveTo>
                  <a:pt x="1250" y="19636"/>
                </a:moveTo>
                <a:lnTo>
                  <a:pt x="175" y="19636"/>
                </a:lnTo>
                <a:cubicBezTo>
                  <a:pt x="472" y="20467"/>
                  <a:pt x="1130" y="21123"/>
                  <a:pt x="1964" y="21420"/>
                </a:cubicBezTo>
                <a:lnTo>
                  <a:pt x="1964" y="20346"/>
                </a:lnTo>
                <a:cubicBezTo>
                  <a:pt x="1669" y="20174"/>
                  <a:pt x="1423" y="19929"/>
                  <a:pt x="1250" y="19636"/>
                </a:cubicBezTo>
                <a:moveTo>
                  <a:pt x="175" y="1964"/>
                </a:moveTo>
                <a:lnTo>
                  <a:pt x="1250" y="1964"/>
                </a:lnTo>
                <a:cubicBezTo>
                  <a:pt x="1423" y="1670"/>
                  <a:pt x="1669" y="1426"/>
                  <a:pt x="1964" y="1254"/>
                </a:cubicBezTo>
                <a:lnTo>
                  <a:pt x="1964" y="180"/>
                </a:lnTo>
                <a:cubicBezTo>
                  <a:pt x="1130" y="477"/>
                  <a:pt x="472" y="1133"/>
                  <a:pt x="175" y="1964"/>
                </a:cubicBezTo>
                <a:moveTo>
                  <a:pt x="982" y="15709"/>
                </a:moveTo>
                <a:lnTo>
                  <a:pt x="0" y="15709"/>
                </a:lnTo>
                <a:lnTo>
                  <a:pt x="0" y="17673"/>
                </a:lnTo>
                <a:lnTo>
                  <a:pt x="982" y="17673"/>
                </a:lnTo>
                <a:cubicBezTo>
                  <a:pt x="982" y="17673"/>
                  <a:pt x="982" y="15709"/>
                  <a:pt x="982" y="15709"/>
                </a:cubicBezTo>
                <a:close/>
                <a:moveTo>
                  <a:pt x="982" y="11782"/>
                </a:moveTo>
                <a:lnTo>
                  <a:pt x="0" y="11782"/>
                </a:lnTo>
                <a:lnTo>
                  <a:pt x="0" y="13745"/>
                </a:lnTo>
                <a:lnTo>
                  <a:pt x="982" y="13745"/>
                </a:lnTo>
                <a:cubicBezTo>
                  <a:pt x="982" y="13745"/>
                  <a:pt x="982" y="11782"/>
                  <a:pt x="982" y="1178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7" name="Shape 2717"/>
          <p:cNvSpPr/>
          <p:nvPr/>
        </p:nvSpPr>
        <p:spPr>
          <a:xfrm>
            <a:off x="4260960" y="30798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4727" y="11782"/>
                </a:moveTo>
                <a:cubicBezTo>
                  <a:pt x="14592" y="11782"/>
                  <a:pt x="14469" y="11837"/>
                  <a:pt x="14380" y="11926"/>
                </a:cubicBezTo>
                <a:lnTo>
                  <a:pt x="11291" y="15015"/>
                </a:ln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15015"/>
                </a:lnTo>
                <a:lnTo>
                  <a:pt x="7220" y="11926"/>
                </a:lnTo>
                <a:cubicBezTo>
                  <a:pt x="7131" y="11837"/>
                  <a:pt x="7008" y="11782"/>
                  <a:pt x="6873" y="11782"/>
                </a:cubicBezTo>
                <a:cubicBezTo>
                  <a:pt x="6601" y="11782"/>
                  <a:pt x="6382" y="12001"/>
                  <a:pt x="6382" y="12273"/>
                </a:cubicBezTo>
                <a:cubicBezTo>
                  <a:pt x="6382" y="12408"/>
                  <a:pt x="6437" y="12531"/>
                  <a:pt x="6526" y="12620"/>
                </a:cubicBezTo>
                <a:lnTo>
                  <a:pt x="10453" y="16547"/>
                </a:lnTo>
                <a:cubicBezTo>
                  <a:pt x="10542" y="16636"/>
                  <a:pt x="10664" y="16691"/>
                  <a:pt x="10800" y="16691"/>
                </a:cubicBezTo>
                <a:cubicBezTo>
                  <a:pt x="10936" y="16691"/>
                  <a:pt x="11058" y="16636"/>
                  <a:pt x="11147" y="16547"/>
                </a:cubicBezTo>
                <a:lnTo>
                  <a:pt x="15074" y="12620"/>
                </a:lnTo>
                <a:cubicBezTo>
                  <a:pt x="15163" y="12531"/>
                  <a:pt x="15218" y="12408"/>
                  <a:pt x="15218" y="12273"/>
                </a:cubicBezTo>
                <a:cubicBezTo>
                  <a:pt x="15218" y="12001"/>
                  <a:pt x="14999" y="11782"/>
                  <a:pt x="14727" y="11782"/>
                </a:cubicBezTo>
                <a:moveTo>
                  <a:pt x="11782" y="21600"/>
                </a:moveTo>
                <a:lnTo>
                  <a:pt x="13745" y="21600"/>
                </a:lnTo>
                <a:lnTo>
                  <a:pt x="13745" y="20618"/>
                </a:lnTo>
                <a:lnTo>
                  <a:pt x="11782" y="20618"/>
                </a:lnTo>
                <a:cubicBezTo>
                  <a:pt x="11782" y="20618"/>
                  <a:pt x="11782" y="21600"/>
                  <a:pt x="11782" y="21600"/>
                </a:cubicBezTo>
                <a:close/>
                <a:moveTo>
                  <a:pt x="7855" y="21600"/>
                </a:moveTo>
                <a:lnTo>
                  <a:pt x="9818" y="21600"/>
                </a:lnTo>
                <a:lnTo>
                  <a:pt x="9818" y="20618"/>
                </a:lnTo>
                <a:lnTo>
                  <a:pt x="7855" y="20618"/>
                </a:lnTo>
                <a:cubicBezTo>
                  <a:pt x="7855" y="20618"/>
                  <a:pt x="7855" y="21600"/>
                  <a:pt x="7855" y="21600"/>
                </a:cubicBezTo>
                <a:close/>
                <a:moveTo>
                  <a:pt x="15709" y="21600"/>
                </a:moveTo>
                <a:lnTo>
                  <a:pt x="17673" y="21600"/>
                </a:lnTo>
                <a:lnTo>
                  <a:pt x="17673" y="20618"/>
                </a:lnTo>
                <a:lnTo>
                  <a:pt x="15709" y="20618"/>
                </a:lnTo>
                <a:cubicBezTo>
                  <a:pt x="15709" y="20618"/>
                  <a:pt x="15709" y="21600"/>
                  <a:pt x="15709" y="21600"/>
                </a:cubicBezTo>
                <a:close/>
                <a:moveTo>
                  <a:pt x="20618" y="9818"/>
                </a:moveTo>
                <a:lnTo>
                  <a:pt x="21600" y="9818"/>
                </a:lnTo>
                <a:lnTo>
                  <a:pt x="21600" y="7855"/>
                </a:lnTo>
                <a:lnTo>
                  <a:pt x="20618" y="7855"/>
                </a:lnTo>
                <a:cubicBezTo>
                  <a:pt x="20618" y="7855"/>
                  <a:pt x="20618" y="9818"/>
                  <a:pt x="20618" y="9818"/>
                </a:cubicBezTo>
                <a:close/>
                <a:moveTo>
                  <a:pt x="3927" y="982"/>
                </a:moveTo>
                <a:lnTo>
                  <a:pt x="5891" y="982"/>
                </a:lnTo>
                <a:lnTo>
                  <a:pt x="5891" y="0"/>
                </a:lnTo>
                <a:lnTo>
                  <a:pt x="3927" y="0"/>
                </a:lnTo>
                <a:cubicBezTo>
                  <a:pt x="3927" y="0"/>
                  <a:pt x="3927" y="982"/>
                  <a:pt x="3927" y="982"/>
                </a:cubicBezTo>
                <a:close/>
                <a:moveTo>
                  <a:pt x="19636" y="20346"/>
                </a:moveTo>
                <a:lnTo>
                  <a:pt x="19636" y="21420"/>
                </a:lnTo>
                <a:cubicBezTo>
                  <a:pt x="20470" y="21123"/>
                  <a:pt x="21128" y="20467"/>
                  <a:pt x="21426" y="19636"/>
                </a:cubicBezTo>
                <a:lnTo>
                  <a:pt x="20350" y="19636"/>
                </a:lnTo>
                <a:cubicBezTo>
                  <a:pt x="20177" y="19929"/>
                  <a:pt x="19931" y="20174"/>
                  <a:pt x="19636" y="20346"/>
                </a:cubicBezTo>
                <a:moveTo>
                  <a:pt x="20618" y="5891"/>
                </a:moveTo>
                <a:lnTo>
                  <a:pt x="21600" y="5891"/>
                </a:lnTo>
                <a:lnTo>
                  <a:pt x="21600" y="3927"/>
                </a:lnTo>
                <a:lnTo>
                  <a:pt x="20618" y="3927"/>
                </a:lnTo>
                <a:cubicBezTo>
                  <a:pt x="20618" y="3927"/>
                  <a:pt x="20618" y="5891"/>
                  <a:pt x="20618" y="5891"/>
                </a:cubicBezTo>
                <a:close/>
                <a:moveTo>
                  <a:pt x="20618" y="17673"/>
                </a:moveTo>
                <a:lnTo>
                  <a:pt x="21600" y="17673"/>
                </a:lnTo>
                <a:lnTo>
                  <a:pt x="21600" y="15709"/>
                </a:lnTo>
                <a:lnTo>
                  <a:pt x="20618" y="15709"/>
                </a:lnTo>
                <a:cubicBezTo>
                  <a:pt x="20618" y="15709"/>
                  <a:pt x="20618" y="17673"/>
                  <a:pt x="20618" y="17673"/>
                </a:cubicBezTo>
                <a:close/>
                <a:moveTo>
                  <a:pt x="20618" y="13745"/>
                </a:moveTo>
                <a:lnTo>
                  <a:pt x="21600" y="13745"/>
                </a:lnTo>
                <a:lnTo>
                  <a:pt x="21600" y="11782"/>
                </a:lnTo>
                <a:lnTo>
                  <a:pt x="20618" y="11782"/>
                </a:lnTo>
                <a:cubicBezTo>
                  <a:pt x="20618" y="11782"/>
                  <a:pt x="20618" y="13745"/>
                  <a:pt x="20618" y="13745"/>
                </a:cubicBezTo>
                <a:close/>
                <a:moveTo>
                  <a:pt x="15709" y="982"/>
                </a:moveTo>
                <a:lnTo>
                  <a:pt x="17673" y="982"/>
                </a:lnTo>
                <a:lnTo>
                  <a:pt x="17673" y="0"/>
                </a:lnTo>
                <a:lnTo>
                  <a:pt x="15709" y="0"/>
                </a:lnTo>
                <a:cubicBezTo>
                  <a:pt x="15709" y="0"/>
                  <a:pt x="15709" y="982"/>
                  <a:pt x="15709" y="982"/>
                </a:cubicBezTo>
                <a:close/>
                <a:moveTo>
                  <a:pt x="982" y="3927"/>
                </a:moveTo>
                <a:lnTo>
                  <a:pt x="0" y="3927"/>
                </a:lnTo>
                <a:lnTo>
                  <a:pt x="0" y="5891"/>
                </a:lnTo>
                <a:lnTo>
                  <a:pt x="982" y="5891"/>
                </a:lnTo>
                <a:cubicBezTo>
                  <a:pt x="982" y="5891"/>
                  <a:pt x="982" y="3927"/>
                  <a:pt x="982" y="3927"/>
                </a:cubicBezTo>
                <a:close/>
                <a:moveTo>
                  <a:pt x="9818" y="0"/>
                </a:moveTo>
                <a:lnTo>
                  <a:pt x="7855" y="0"/>
                </a:lnTo>
                <a:lnTo>
                  <a:pt x="7855" y="982"/>
                </a:lnTo>
                <a:lnTo>
                  <a:pt x="9818" y="982"/>
                </a:lnTo>
                <a:cubicBezTo>
                  <a:pt x="9818" y="982"/>
                  <a:pt x="9818" y="0"/>
                  <a:pt x="9818" y="0"/>
                </a:cubicBezTo>
                <a:close/>
                <a:moveTo>
                  <a:pt x="20350" y="1964"/>
                </a:moveTo>
                <a:lnTo>
                  <a:pt x="21426" y="1964"/>
                </a:lnTo>
                <a:cubicBezTo>
                  <a:pt x="21128" y="1133"/>
                  <a:pt x="20470" y="477"/>
                  <a:pt x="19636" y="180"/>
                </a:cubicBezTo>
                <a:lnTo>
                  <a:pt x="19636" y="1254"/>
                </a:lnTo>
                <a:cubicBezTo>
                  <a:pt x="19931" y="1426"/>
                  <a:pt x="20177" y="1670"/>
                  <a:pt x="20350" y="1964"/>
                </a:cubicBezTo>
                <a:moveTo>
                  <a:pt x="982" y="7855"/>
                </a:moveTo>
                <a:lnTo>
                  <a:pt x="0" y="7855"/>
                </a:lnTo>
                <a:lnTo>
                  <a:pt x="0" y="9818"/>
                </a:lnTo>
                <a:lnTo>
                  <a:pt x="982" y="9818"/>
                </a:lnTo>
                <a:cubicBezTo>
                  <a:pt x="982" y="9818"/>
                  <a:pt x="982" y="7855"/>
                  <a:pt x="982" y="7855"/>
                </a:cubicBezTo>
                <a:close/>
                <a:moveTo>
                  <a:pt x="13745" y="0"/>
                </a:moveTo>
                <a:lnTo>
                  <a:pt x="11782" y="0"/>
                </a:lnTo>
                <a:lnTo>
                  <a:pt x="11782" y="982"/>
                </a:lnTo>
                <a:lnTo>
                  <a:pt x="13745" y="982"/>
                </a:lnTo>
                <a:cubicBezTo>
                  <a:pt x="13745" y="982"/>
                  <a:pt x="13745" y="0"/>
                  <a:pt x="13745" y="0"/>
                </a:cubicBezTo>
                <a:close/>
                <a:moveTo>
                  <a:pt x="982" y="11782"/>
                </a:moveTo>
                <a:lnTo>
                  <a:pt x="0" y="11782"/>
                </a:lnTo>
                <a:lnTo>
                  <a:pt x="0" y="13745"/>
                </a:lnTo>
                <a:lnTo>
                  <a:pt x="982" y="13745"/>
                </a:lnTo>
                <a:cubicBezTo>
                  <a:pt x="982" y="13745"/>
                  <a:pt x="982" y="11782"/>
                  <a:pt x="982" y="11782"/>
                </a:cubicBezTo>
                <a:close/>
                <a:moveTo>
                  <a:pt x="175" y="1964"/>
                </a:moveTo>
                <a:lnTo>
                  <a:pt x="1250" y="1964"/>
                </a:lnTo>
                <a:cubicBezTo>
                  <a:pt x="1423" y="1670"/>
                  <a:pt x="1669" y="1426"/>
                  <a:pt x="1964" y="1254"/>
                </a:cubicBezTo>
                <a:lnTo>
                  <a:pt x="1964" y="180"/>
                </a:lnTo>
                <a:cubicBezTo>
                  <a:pt x="1130" y="477"/>
                  <a:pt x="472" y="1133"/>
                  <a:pt x="175" y="1964"/>
                </a:cubicBezTo>
                <a:moveTo>
                  <a:pt x="1250" y="19636"/>
                </a:moveTo>
                <a:lnTo>
                  <a:pt x="175" y="19636"/>
                </a:lnTo>
                <a:cubicBezTo>
                  <a:pt x="472" y="20467"/>
                  <a:pt x="1130" y="21123"/>
                  <a:pt x="1964" y="21420"/>
                </a:cubicBezTo>
                <a:lnTo>
                  <a:pt x="1964" y="20346"/>
                </a:lnTo>
                <a:cubicBezTo>
                  <a:pt x="1669" y="20174"/>
                  <a:pt x="1423" y="19929"/>
                  <a:pt x="1250" y="19636"/>
                </a:cubicBezTo>
                <a:moveTo>
                  <a:pt x="3927" y="21600"/>
                </a:moveTo>
                <a:lnTo>
                  <a:pt x="5891" y="21600"/>
                </a:lnTo>
                <a:lnTo>
                  <a:pt x="5891" y="20618"/>
                </a:lnTo>
                <a:lnTo>
                  <a:pt x="3927" y="20618"/>
                </a:lnTo>
                <a:cubicBezTo>
                  <a:pt x="3927" y="20618"/>
                  <a:pt x="3927" y="21600"/>
                  <a:pt x="3927" y="21600"/>
                </a:cubicBezTo>
                <a:close/>
                <a:moveTo>
                  <a:pt x="982" y="15709"/>
                </a:moveTo>
                <a:lnTo>
                  <a:pt x="0" y="15709"/>
                </a:lnTo>
                <a:lnTo>
                  <a:pt x="0" y="17673"/>
                </a:lnTo>
                <a:lnTo>
                  <a:pt x="982" y="17673"/>
                </a:lnTo>
                <a:cubicBezTo>
                  <a:pt x="982" y="17673"/>
                  <a:pt x="982" y="15709"/>
                  <a:pt x="982" y="1570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8" name="Shape 2718"/>
          <p:cNvSpPr/>
          <p:nvPr/>
        </p:nvSpPr>
        <p:spPr>
          <a:xfrm>
            <a:off x="660240" y="347976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3927" y="982"/>
                </a:moveTo>
                <a:lnTo>
                  <a:pt x="5891" y="982"/>
                </a:lnTo>
                <a:lnTo>
                  <a:pt x="5891" y="0"/>
                </a:lnTo>
                <a:lnTo>
                  <a:pt x="3927" y="0"/>
                </a:lnTo>
                <a:cubicBezTo>
                  <a:pt x="3927" y="0"/>
                  <a:pt x="3927" y="982"/>
                  <a:pt x="3927" y="982"/>
                </a:cubicBezTo>
                <a:close/>
                <a:moveTo>
                  <a:pt x="11782" y="21600"/>
                </a:moveTo>
                <a:lnTo>
                  <a:pt x="13745" y="21600"/>
                </a:lnTo>
                <a:lnTo>
                  <a:pt x="13745" y="20618"/>
                </a:lnTo>
                <a:lnTo>
                  <a:pt x="11782" y="20618"/>
                </a:lnTo>
                <a:cubicBezTo>
                  <a:pt x="11782" y="20618"/>
                  <a:pt x="11782" y="21600"/>
                  <a:pt x="11782" y="21600"/>
                </a:cubicBezTo>
                <a:close/>
                <a:moveTo>
                  <a:pt x="15709" y="21600"/>
                </a:moveTo>
                <a:lnTo>
                  <a:pt x="17673" y="21600"/>
                </a:lnTo>
                <a:lnTo>
                  <a:pt x="17673" y="20618"/>
                </a:lnTo>
                <a:lnTo>
                  <a:pt x="15709" y="20618"/>
                </a:lnTo>
                <a:cubicBezTo>
                  <a:pt x="15709" y="20618"/>
                  <a:pt x="15709" y="21600"/>
                  <a:pt x="15709" y="21600"/>
                </a:cubicBezTo>
                <a:close/>
                <a:moveTo>
                  <a:pt x="20618" y="5891"/>
                </a:moveTo>
                <a:lnTo>
                  <a:pt x="21600" y="5891"/>
                </a:lnTo>
                <a:lnTo>
                  <a:pt x="21600" y="3927"/>
                </a:lnTo>
                <a:lnTo>
                  <a:pt x="20618" y="3927"/>
                </a:lnTo>
                <a:cubicBezTo>
                  <a:pt x="20618" y="3927"/>
                  <a:pt x="20618" y="5891"/>
                  <a:pt x="20618" y="5891"/>
                </a:cubicBezTo>
                <a:close/>
                <a:moveTo>
                  <a:pt x="11147" y="5053"/>
                </a:moveTo>
                <a:cubicBezTo>
                  <a:pt x="11058" y="4964"/>
                  <a:pt x="10935" y="4909"/>
                  <a:pt x="10800" y="4909"/>
                </a:cubicBezTo>
                <a:cubicBezTo>
                  <a:pt x="10665" y="4909"/>
                  <a:pt x="10542" y="4964"/>
                  <a:pt x="10453" y="5053"/>
                </a:cubicBezTo>
                <a:lnTo>
                  <a:pt x="6526" y="8980"/>
                </a:lnTo>
                <a:cubicBezTo>
                  <a:pt x="6437" y="9069"/>
                  <a:pt x="6382" y="9192"/>
                  <a:pt x="6382" y="9327"/>
                </a:cubicBezTo>
                <a:cubicBezTo>
                  <a:pt x="6382" y="9599"/>
                  <a:pt x="6602" y="9818"/>
                  <a:pt x="6873" y="9818"/>
                </a:cubicBezTo>
                <a:cubicBezTo>
                  <a:pt x="7008" y="9818"/>
                  <a:pt x="7131" y="9764"/>
                  <a:pt x="7220" y="9674"/>
                </a:cubicBezTo>
                <a:lnTo>
                  <a:pt x="10309" y="6585"/>
                </a:lnTo>
                <a:lnTo>
                  <a:pt x="10309" y="16200"/>
                </a:lnTo>
                <a:cubicBezTo>
                  <a:pt x="10309" y="16471"/>
                  <a:pt x="10529" y="16691"/>
                  <a:pt x="10800" y="16691"/>
                </a:cubicBezTo>
                <a:cubicBezTo>
                  <a:pt x="11071" y="16691"/>
                  <a:pt x="11291" y="16471"/>
                  <a:pt x="11291" y="16200"/>
                </a:cubicBezTo>
                <a:lnTo>
                  <a:pt x="11291" y="6585"/>
                </a:lnTo>
                <a:lnTo>
                  <a:pt x="14380" y="9674"/>
                </a:lnTo>
                <a:cubicBezTo>
                  <a:pt x="14469" y="9764"/>
                  <a:pt x="14592" y="9818"/>
                  <a:pt x="14727" y="9818"/>
                </a:cubicBezTo>
                <a:cubicBezTo>
                  <a:pt x="14998" y="9818"/>
                  <a:pt x="15218" y="9599"/>
                  <a:pt x="15218" y="9327"/>
                </a:cubicBezTo>
                <a:cubicBezTo>
                  <a:pt x="15218" y="9192"/>
                  <a:pt x="15163" y="9069"/>
                  <a:pt x="15074" y="8980"/>
                </a:cubicBezTo>
                <a:cubicBezTo>
                  <a:pt x="15074" y="8980"/>
                  <a:pt x="11147" y="5053"/>
                  <a:pt x="11147" y="5053"/>
                </a:cubicBezTo>
                <a:close/>
                <a:moveTo>
                  <a:pt x="20618" y="13745"/>
                </a:moveTo>
                <a:lnTo>
                  <a:pt x="21600" y="13745"/>
                </a:lnTo>
                <a:lnTo>
                  <a:pt x="21600" y="11782"/>
                </a:lnTo>
                <a:lnTo>
                  <a:pt x="20618" y="11782"/>
                </a:lnTo>
                <a:cubicBezTo>
                  <a:pt x="20618" y="11782"/>
                  <a:pt x="20618" y="13745"/>
                  <a:pt x="20618" y="13745"/>
                </a:cubicBezTo>
                <a:close/>
                <a:moveTo>
                  <a:pt x="15709" y="982"/>
                </a:moveTo>
                <a:lnTo>
                  <a:pt x="17673" y="982"/>
                </a:lnTo>
                <a:lnTo>
                  <a:pt x="17673" y="0"/>
                </a:lnTo>
                <a:lnTo>
                  <a:pt x="15709" y="0"/>
                </a:lnTo>
                <a:cubicBezTo>
                  <a:pt x="15709" y="0"/>
                  <a:pt x="15709" y="982"/>
                  <a:pt x="15709" y="982"/>
                </a:cubicBezTo>
                <a:close/>
                <a:moveTo>
                  <a:pt x="20618" y="9818"/>
                </a:moveTo>
                <a:lnTo>
                  <a:pt x="21600" y="9818"/>
                </a:lnTo>
                <a:lnTo>
                  <a:pt x="21600" y="7855"/>
                </a:lnTo>
                <a:lnTo>
                  <a:pt x="20618" y="7855"/>
                </a:lnTo>
                <a:cubicBezTo>
                  <a:pt x="20618" y="7855"/>
                  <a:pt x="20618" y="9818"/>
                  <a:pt x="20618" y="9818"/>
                </a:cubicBezTo>
                <a:close/>
                <a:moveTo>
                  <a:pt x="19636" y="20346"/>
                </a:moveTo>
                <a:lnTo>
                  <a:pt x="19636" y="21420"/>
                </a:lnTo>
                <a:cubicBezTo>
                  <a:pt x="20469" y="21123"/>
                  <a:pt x="21129" y="20467"/>
                  <a:pt x="21426" y="19636"/>
                </a:cubicBezTo>
                <a:lnTo>
                  <a:pt x="20350" y="19636"/>
                </a:lnTo>
                <a:cubicBezTo>
                  <a:pt x="20177" y="19929"/>
                  <a:pt x="19931" y="20174"/>
                  <a:pt x="19636" y="20346"/>
                </a:cubicBezTo>
                <a:moveTo>
                  <a:pt x="20618" y="17673"/>
                </a:moveTo>
                <a:lnTo>
                  <a:pt x="21600" y="17673"/>
                </a:lnTo>
                <a:lnTo>
                  <a:pt x="21600" y="15709"/>
                </a:lnTo>
                <a:lnTo>
                  <a:pt x="20618" y="15709"/>
                </a:lnTo>
                <a:cubicBezTo>
                  <a:pt x="20618" y="15709"/>
                  <a:pt x="20618" y="17673"/>
                  <a:pt x="20618" y="17673"/>
                </a:cubicBezTo>
                <a:close/>
                <a:moveTo>
                  <a:pt x="7855" y="21600"/>
                </a:moveTo>
                <a:lnTo>
                  <a:pt x="9818" y="21600"/>
                </a:lnTo>
                <a:lnTo>
                  <a:pt x="9818" y="20618"/>
                </a:lnTo>
                <a:lnTo>
                  <a:pt x="7855" y="20618"/>
                </a:lnTo>
                <a:cubicBezTo>
                  <a:pt x="7855" y="20618"/>
                  <a:pt x="7855" y="21600"/>
                  <a:pt x="7855" y="21600"/>
                </a:cubicBezTo>
                <a:close/>
                <a:moveTo>
                  <a:pt x="9818" y="0"/>
                </a:moveTo>
                <a:lnTo>
                  <a:pt x="7855" y="0"/>
                </a:lnTo>
                <a:lnTo>
                  <a:pt x="7855" y="982"/>
                </a:lnTo>
                <a:lnTo>
                  <a:pt x="9818" y="982"/>
                </a:lnTo>
                <a:cubicBezTo>
                  <a:pt x="9818" y="982"/>
                  <a:pt x="9818" y="0"/>
                  <a:pt x="9818" y="0"/>
                </a:cubicBezTo>
                <a:close/>
                <a:moveTo>
                  <a:pt x="20350" y="1964"/>
                </a:moveTo>
                <a:lnTo>
                  <a:pt x="21426" y="1964"/>
                </a:lnTo>
                <a:cubicBezTo>
                  <a:pt x="21129" y="1133"/>
                  <a:pt x="20469" y="477"/>
                  <a:pt x="19636" y="180"/>
                </a:cubicBezTo>
                <a:lnTo>
                  <a:pt x="19636" y="1254"/>
                </a:lnTo>
                <a:cubicBezTo>
                  <a:pt x="19931" y="1426"/>
                  <a:pt x="20177" y="1670"/>
                  <a:pt x="20350" y="1964"/>
                </a:cubicBezTo>
                <a:moveTo>
                  <a:pt x="982" y="3927"/>
                </a:moveTo>
                <a:lnTo>
                  <a:pt x="0" y="3927"/>
                </a:lnTo>
                <a:lnTo>
                  <a:pt x="0" y="5891"/>
                </a:lnTo>
                <a:lnTo>
                  <a:pt x="982" y="5891"/>
                </a:lnTo>
                <a:cubicBezTo>
                  <a:pt x="982" y="5891"/>
                  <a:pt x="982" y="3927"/>
                  <a:pt x="982" y="3927"/>
                </a:cubicBezTo>
                <a:close/>
                <a:moveTo>
                  <a:pt x="3927" y="21600"/>
                </a:moveTo>
                <a:lnTo>
                  <a:pt x="5891" y="21600"/>
                </a:lnTo>
                <a:lnTo>
                  <a:pt x="5891" y="20618"/>
                </a:lnTo>
                <a:lnTo>
                  <a:pt x="3927" y="20618"/>
                </a:lnTo>
                <a:cubicBezTo>
                  <a:pt x="3927" y="20618"/>
                  <a:pt x="3927" y="21600"/>
                  <a:pt x="3927" y="21600"/>
                </a:cubicBezTo>
                <a:close/>
                <a:moveTo>
                  <a:pt x="13745" y="0"/>
                </a:moveTo>
                <a:lnTo>
                  <a:pt x="11782" y="0"/>
                </a:lnTo>
                <a:lnTo>
                  <a:pt x="11782" y="982"/>
                </a:lnTo>
                <a:lnTo>
                  <a:pt x="13745" y="982"/>
                </a:lnTo>
                <a:cubicBezTo>
                  <a:pt x="13745" y="982"/>
                  <a:pt x="13745" y="0"/>
                  <a:pt x="13745" y="0"/>
                </a:cubicBezTo>
                <a:close/>
                <a:moveTo>
                  <a:pt x="174" y="1964"/>
                </a:moveTo>
                <a:lnTo>
                  <a:pt x="1250" y="1964"/>
                </a:lnTo>
                <a:cubicBezTo>
                  <a:pt x="1423" y="1670"/>
                  <a:pt x="1669" y="1426"/>
                  <a:pt x="1964" y="1254"/>
                </a:cubicBezTo>
                <a:lnTo>
                  <a:pt x="1964" y="180"/>
                </a:lnTo>
                <a:cubicBezTo>
                  <a:pt x="1131" y="477"/>
                  <a:pt x="472" y="1133"/>
                  <a:pt x="174" y="1964"/>
                </a:cubicBezTo>
                <a:moveTo>
                  <a:pt x="1250" y="19636"/>
                </a:moveTo>
                <a:lnTo>
                  <a:pt x="174" y="19636"/>
                </a:lnTo>
                <a:cubicBezTo>
                  <a:pt x="472" y="20467"/>
                  <a:pt x="1131" y="21123"/>
                  <a:pt x="1964" y="21420"/>
                </a:cubicBezTo>
                <a:lnTo>
                  <a:pt x="1964" y="20346"/>
                </a:lnTo>
                <a:cubicBezTo>
                  <a:pt x="1669" y="20174"/>
                  <a:pt x="1423" y="19929"/>
                  <a:pt x="1250" y="19636"/>
                </a:cubicBezTo>
                <a:moveTo>
                  <a:pt x="982" y="11782"/>
                </a:moveTo>
                <a:lnTo>
                  <a:pt x="0" y="11782"/>
                </a:lnTo>
                <a:lnTo>
                  <a:pt x="0" y="13745"/>
                </a:lnTo>
                <a:lnTo>
                  <a:pt x="982" y="13745"/>
                </a:lnTo>
                <a:cubicBezTo>
                  <a:pt x="982" y="13745"/>
                  <a:pt x="982" y="11782"/>
                  <a:pt x="982" y="11782"/>
                </a:cubicBezTo>
                <a:close/>
                <a:moveTo>
                  <a:pt x="982" y="7855"/>
                </a:moveTo>
                <a:lnTo>
                  <a:pt x="0" y="7855"/>
                </a:lnTo>
                <a:lnTo>
                  <a:pt x="0" y="9818"/>
                </a:lnTo>
                <a:lnTo>
                  <a:pt x="982" y="9818"/>
                </a:lnTo>
                <a:cubicBezTo>
                  <a:pt x="982" y="9818"/>
                  <a:pt x="982" y="7855"/>
                  <a:pt x="982" y="7855"/>
                </a:cubicBezTo>
                <a:close/>
                <a:moveTo>
                  <a:pt x="982" y="15709"/>
                </a:moveTo>
                <a:lnTo>
                  <a:pt x="0" y="15709"/>
                </a:lnTo>
                <a:lnTo>
                  <a:pt x="0" y="17673"/>
                </a:lnTo>
                <a:lnTo>
                  <a:pt x="982" y="17673"/>
                </a:lnTo>
                <a:cubicBezTo>
                  <a:pt x="982" y="17673"/>
                  <a:pt x="982" y="15709"/>
                  <a:pt x="982" y="1570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9" name="Shape 2719"/>
          <p:cNvSpPr/>
          <p:nvPr/>
        </p:nvSpPr>
        <p:spPr>
          <a:xfrm>
            <a:off x="1060560" y="3479760"/>
            <a:ext cx="209520" cy="208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4365" y="19991"/>
                </a:moveTo>
                <a:lnTo>
                  <a:pt x="14707" y="20866"/>
                </a:lnTo>
                <a:cubicBezTo>
                  <a:pt x="15328" y="20625"/>
                  <a:pt x="15928" y="20324"/>
                  <a:pt x="16492" y="19973"/>
                </a:cubicBezTo>
                <a:lnTo>
                  <a:pt x="15994" y="19176"/>
                </a:lnTo>
                <a:cubicBezTo>
                  <a:pt x="15479" y="19497"/>
                  <a:pt x="14931" y="19771"/>
                  <a:pt x="14365" y="19991"/>
                </a:cubicBezTo>
                <a:moveTo>
                  <a:pt x="10800" y="20661"/>
                </a:moveTo>
                <a:lnTo>
                  <a:pt x="10801" y="21600"/>
                </a:lnTo>
                <a:cubicBezTo>
                  <a:pt x="11469" y="21598"/>
                  <a:pt x="12137" y="21536"/>
                  <a:pt x="12788" y="21415"/>
                </a:cubicBezTo>
                <a:lnTo>
                  <a:pt x="12614" y="20491"/>
                </a:lnTo>
                <a:cubicBezTo>
                  <a:pt x="12020" y="20603"/>
                  <a:pt x="11409" y="20660"/>
                  <a:pt x="10800" y="20661"/>
                </a:cubicBezTo>
                <a:moveTo>
                  <a:pt x="18660" y="4854"/>
                </a:moveTo>
                <a:lnTo>
                  <a:pt x="19411" y="4287"/>
                </a:lnTo>
                <a:cubicBezTo>
                  <a:pt x="19011" y="3759"/>
                  <a:pt x="18558" y="3264"/>
                  <a:pt x="18065" y="2816"/>
                </a:cubicBezTo>
                <a:lnTo>
                  <a:pt x="17432" y="3510"/>
                </a:lnTo>
                <a:cubicBezTo>
                  <a:pt x="17882" y="3919"/>
                  <a:pt x="18295" y="4371"/>
                  <a:pt x="18660" y="4854"/>
                </a:cubicBezTo>
                <a:moveTo>
                  <a:pt x="16473" y="1615"/>
                </a:moveTo>
                <a:cubicBezTo>
                  <a:pt x="15908" y="1264"/>
                  <a:pt x="15306" y="966"/>
                  <a:pt x="14686" y="726"/>
                </a:cubicBezTo>
                <a:lnTo>
                  <a:pt x="14347" y="1602"/>
                </a:lnTo>
                <a:cubicBezTo>
                  <a:pt x="14912" y="1821"/>
                  <a:pt x="15462" y="2094"/>
                  <a:pt x="15978" y="2413"/>
                </a:cubicBezTo>
                <a:cubicBezTo>
                  <a:pt x="15978" y="2413"/>
                  <a:pt x="16473" y="1615"/>
                  <a:pt x="16473" y="1615"/>
                </a:cubicBezTo>
                <a:close/>
                <a:moveTo>
                  <a:pt x="21553" y="9794"/>
                </a:moveTo>
                <a:lnTo>
                  <a:pt x="20617" y="9880"/>
                </a:lnTo>
                <a:cubicBezTo>
                  <a:pt x="20644" y="10182"/>
                  <a:pt x="20659" y="10492"/>
                  <a:pt x="20659" y="10800"/>
                </a:cubicBezTo>
                <a:cubicBezTo>
                  <a:pt x="20659" y="11099"/>
                  <a:pt x="20645" y="11401"/>
                  <a:pt x="20619" y="11699"/>
                </a:cubicBezTo>
                <a:lnTo>
                  <a:pt x="21556" y="11784"/>
                </a:lnTo>
                <a:cubicBezTo>
                  <a:pt x="21585" y="11458"/>
                  <a:pt x="21600" y="11127"/>
                  <a:pt x="21600" y="10800"/>
                </a:cubicBezTo>
                <a:cubicBezTo>
                  <a:pt x="21600" y="10462"/>
                  <a:pt x="21584" y="10124"/>
                  <a:pt x="21553" y="9794"/>
                </a:cubicBezTo>
                <a:moveTo>
                  <a:pt x="21187" y="7835"/>
                </a:moveTo>
                <a:cubicBezTo>
                  <a:pt x="21005" y="7197"/>
                  <a:pt x="20761" y="6573"/>
                  <a:pt x="20463" y="5978"/>
                </a:cubicBezTo>
                <a:lnTo>
                  <a:pt x="19622" y="6399"/>
                </a:lnTo>
                <a:cubicBezTo>
                  <a:pt x="19893" y="6941"/>
                  <a:pt x="20115" y="7510"/>
                  <a:pt x="20282" y="8094"/>
                </a:cubicBezTo>
                <a:cubicBezTo>
                  <a:pt x="20282" y="8094"/>
                  <a:pt x="21187" y="7835"/>
                  <a:pt x="21187" y="7835"/>
                </a:cubicBezTo>
                <a:close/>
                <a:moveTo>
                  <a:pt x="17446" y="18078"/>
                </a:moveTo>
                <a:lnTo>
                  <a:pt x="18081" y="18771"/>
                </a:lnTo>
                <a:cubicBezTo>
                  <a:pt x="18572" y="18323"/>
                  <a:pt x="19024" y="17827"/>
                  <a:pt x="19424" y="17297"/>
                </a:cubicBezTo>
                <a:lnTo>
                  <a:pt x="18672" y="16732"/>
                </a:lnTo>
                <a:cubicBezTo>
                  <a:pt x="18307" y="17216"/>
                  <a:pt x="17894" y="17669"/>
                  <a:pt x="17446" y="18078"/>
                </a:cubicBezTo>
                <a:moveTo>
                  <a:pt x="19632" y="15184"/>
                </a:moveTo>
                <a:lnTo>
                  <a:pt x="20474" y="15602"/>
                </a:lnTo>
                <a:cubicBezTo>
                  <a:pt x="20770" y="15008"/>
                  <a:pt x="21012" y="14383"/>
                  <a:pt x="21194" y="13743"/>
                </a:cubicBezTo>
                <a:lnTo>
                  <a:pt x="20288" y="13487"/>
                </a:lnTo>
                <a:cubicBezTo>
                  <a:pt x="20123" y="14071"/>
                  <a:pt x="19901" y="14642"/>
                  <a:pt x="19632" y="15184"/>
                </a:cubicBezTo>
                <a:moveTo>
                  <a:pt x="2873" y="4886"/>
                </a:moveTo>
                <a:lnTo>
                  <a:pt x="2120" y="4322"/>
                </a:lnTo>
                <a:cubicBezTo>
                  <a:pt x="1721" y="4854"/>
                  <a:pt x="1369" y="5424"/>
                  <a:pt x="1074" y="6018"/>
                </a:cubicBezTo>
                <a:lnTo>
                  <a:pt x="1917" y="6435"/>
                </a:lnTo>
                <a:cubicBezTo>
                  <a:pt x="2186" y="5892"/>
                  <a:pt x="2508" y="5371"/>
                  <a:pt x="2873" y="4886"/>
                </a:cubicBezTo>
                <a:moveTo>
                  <a:pt x="943" y="11741"/>
                </a:moveTo>
                <a:lnTo>
                  <a:pt x="6" y="11829"/>
                </a:lnTo>
                <a:cubicBezTo>
                  <a:pt x="69" y="12492"/>
                  <a:pt x="194" y="13151"/>
                  <a:pt x="377" y="13786"/>
                </a:cubicBezTo>
                <a:lnTo>
                  <a:pt x="1281" y="13527"/>
                </a:lnTo>
                <a:cubicBezTo>
                  <a:pt x="1114" y="12946"/>
                  <a:pt x="1000" y="12346"/>
                  <a:pt x="943" y="11741"/>
                </a:cubicBezTo>
                <a:moveTo>
                  <a:pt x="1265" y="8133"/>
                </a:moveTo>
                <a:lnTo>
                  <a:pt x="359" y="7879"/>
                </a:lnTo>
                <a:cubicBezTo>
                  <a:pt x="179" y="8516"/>
                  <a:pt x="59" y="9176"/>
                  <a:pt x="0" y="9838"/>
                </a:cubicBezTo>
                <a:lnTo>
                  <a:pt x="938" y="9921"/>
                </a:lnTo>
                <a:cubicBezTo>
                  <a:pt x="991" y="9316"/>
                  <a:pt x="1101" y="8714"/>
                  <a:pt x="1265" y="8133"/>
                </a:cubicBezTo>
                <a:moveTo>
                  <a:pt x="1105" y="15642"/>
                </a:moveTo>
                <a:cubicBezTo>
                  <a:pt x="1403" y="16235"/>
                  <a:pt x="1759" y="16804"/>
                  <a:pt x="2161" y="17332"/>
                </a:cubicBezTo>
                <a:lnTo>
                  <a:pt x="2910" y="16763"/>
                </a:lnTo>
                <a:cubicBezTo>
                  <a:pt x="2542" y="16281"/>
                  <a:pt x="2218" y="15762"/>
                  <a:pt x="1945" y="15220"/>
                </a:cubicBezTo>
                <a:cubicBezTo>
                  <a:pt x="1945" y="15220"/>
                  <a:pt x="1105" y="15642"/>
                  <a:pt x="1105" y="15642"/>
                </a:cubicBezTo>
                <a:close/>
                <a:moveTo>
                  <a:pt x="12765" y="182"/>
                </a:moveTo>
                <a:cubicBezTo>
                  <a:pt x="12115" y="61"/>
                  <a:pt x="11448" y="0"/>
                  <a:pt x="10788" y="0"/>
                </a:cubicBezTo>
                <a:lnTo>
                  <a:pt x="10787" y="0"/>
                </a:lnTo>
                <a:lnTo>
                  <a:pt x="10736" y="0"/>
                </a:lnTo>
                <a:lnTo>
                  <a:pt x="10779" y="940"/>
                </a:lnTo>
                <a:cubicBezTo>
                  <a:pt x="11389" y="940"/>
                  <a:pt x="12000" y="995"/>
                  <a:pt x="12594" y="1105"/>
                </a:cubicBezTo>
                <a:cubicBezTo>
                  <a:pt x="12594" y="1105"/>
                  <a:pt x="12765" y="182"/>
                  <a:pt x="12765" y="182"/>
                </a:cubicBezTo>
                <a:close/>
                <a:moveTo>
                  <a:pt x="6893" y="20882"/>
                </a:moveTo>
                <a:cubicBezTo>
                  <a:pt x="7514" y="21121"/>
                  <a:pt x="8160" y="21302"/>
                  <a:pt x="8814" y="21422"/>
                </a:cubicBezTo>
                <a:lnTo>
                  <a:pt x="8985" y="20499"/>
                </a:lnTo>
                <a:cubicBezTo>
                  <a:pt x="8387" y="20389"/>
                  <a:pt x="7797" y="20223"/>
                  <a:pt x="7231" y="20006"/>
                </a:cubicBezTo>
                <a:cubicBezTo>
                  <a:pt x="7231" y="20006"/>
                  <a:pt x="6893" y="20882"/>
                  <a:pt x="6893" y="20882"/>
                </a:cubicBezTo>
                <a:close/>
                <a:moveTo>
                  <a:pt x="3510" y="18800"/>
                </a:moveTo>
                <a:cubicBezTo>
                  <a:pt x="4003" y="19247"/>
                  <a:pt x="4539" y="19650"/>
                  <a:pt x="5105" y="19997"/>
                </a:cubicBezTo>
                <a:lnTo>
                  <a:pt x="5599" y="19198"/>
                </a:lnTo>
                <a:cubicBezTo>
                  <a:pt x="5083" y="18881"/>
                  <a:pt x="4592" y="18513"/>
                  <a:pt x="4142" y="18105"/>
                </a:cubicBezTo>
                <a:cubicBezTo>
                  <a:pt x="4142" y="18105"/>
                  <a:pt x="3510" y="18800"/>
                  <a:pt x="3510" y="18800"/>
                </a:cubicBezTo>
                <a:close/>
                <a:moveTo>
                  <a:pt x="5546" y="2435"/>
                </a:moveTo>
                <a:lnTo>
                  <a:pt x="5048" y="1639"/>
                </a:lnTo>
                <a:cubicBezTo>
                  <a:pt x="4484" y="1991"/>
                  <a:pt x="3950" y="2397"/>
                  <a:pt x="3460" y="2846"/>
                </a:cubicBezTo>
                <a:lnTo>
                  <a:pt x="4096" y="3538"/>
                </a:lnTo>
                <a:cubicBezTo>
                  <a:pt x="4544" y="3127"/>
                  <a:pt x="5032" y="2756"/>
                  <a:pt x="5546" y="2435"/>
                </a:cubicBezTo>
                <a:moveTo>
                  <a:pt x="8924" y="1113"/>
                </a:moveTo>
                <a:lnTo>
                  <a:pt x="8748" y="190"/>
                </a:lnTo>
                <a:cubicBezTo>
                  <a:pt x="8093" y="315"/>
                  <a:pt x="7448" y="501"/>
                  <a:pt x="6830" y="743"/>
                </a:cubicBezTo>
                <a:lnTo>
                  <a:pt x="7173" y="1617"/>
                </a:lnTo>
                <a:cubicBezTo>
                  <a:pt x="7738" y="1396"/>
                  <a:pt x="8327" y="1226"/>
                  <a:pt x="8924" y="111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0" name="Shape 2720"/>
          <p:cNvSpPr/>
          <p:nvPr/>
        </p:nvSpPr>
        <p:spPr>
          <a:xfrm>
            <a:off x="1460520" y="3479760"/>
            <a:ext cx="208080" cy="208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4365" y="19991"/>
                </a:moveTo>
                <a:lnTo>
                  <a:pt x="14707" y="20866"/>
                </a:lnTo>
                <a:cubicBezTo>
                  <a:pt x="15328" y="20625"/>
                  <a:pt x="15928" y="20324"/>
                  <a:pt x="16492" y="19973"/>
                </a:cubicBezTo>
                <a:lnTo>
                  <a:pt x="15994" y="19176"/>
                </a:lnTo>
                <a:cubicBezTo>
                  <a:pt x="15479" y="19497"/>
                  <a:pt x="14931" y="19771"/>
                  <a:pt x="14365" y="19991"/>
                </a:cubicBezTo>
                <a:moveTo>
                  <a:pt x="10800" y="14735"/>
                </a:moveTo>
                <a:cubicBezTo>
                  <a:pt x="8622" y="14735"/>
                  <a:pt x="6857" y="12973"/>
                  <a:pt x="6857" y="10800"/>
                </a:cubicBezTo>
                <a:cubicBezTo>
                  <a:pt x="6857" y="8627"/>
                  <a:pt x="8622" y="6865"/>
                  <a:pt x="10800" y="6865"/>
                </a:cubicBezTo>
                <a:cubicBezTo>
                  <a:pt x="12978" y="6865"/>
                  <a:pt x="14743" y="8627"/>
                  <a:pt x="14743" y="10800"/>
                </a:cubicBezTo>
                <a:cubicBezTo>
                  <a:pt x="14743" y="12973"/>
                  <a:pt x="12978" y="14735"/>
                  <a:pt x="10800" y="14735"/>
                </a:cubicBezTo>
                <a:moveTo>
                  <a:pt x="10800" y="5881"/>
                </a:moveTo>
                <a:cubicBezTo>
                  <a:pt x="8078" y="5881"/>
                  <a:pt x="5871" y="8083"/>
                  <a:pt x="5871" y="10800"/>
                </a:cubicBezTo>
                <a:cubicBezTo>
                  <a:pt x="5871" y="13517"/>
                  <a:pt x="8078" y="15719"/>
                  <a:pt x="10800" y="15719"/>
                </a:cubicBezTo>
                <a:cubicBezTo>
                  <a:pt x="13522" y="15719"/>
                  <a:pt x="15729" y="13517"/>
                  <a:pt x="15729" y="10800"/>
                </a:cubicBezTo>
                <a:cubicBezTo>
                  <a:pt x="15729" y="8083"/>
                  <a:pt x="13522" y="5881"/>
                  <a:pt x="10800" y="5881"/>
                </a:cubicBezTo>
                <a:moveTo>
                  <a:pt x="10800" y="20661"/>
                </a:moveTo>
                <a:lnTo>
                  <a:pt x="10801" y="21600"/>
                </a:lnTo>
                <a:cubicBezTo>
                  <a:pt x="11469" y="21598"/>
                  <a:pt x="12137" y="21536"/>
                  <a:pt x="12788" y="21415"/>
                </a:cubicBezTo>
                <a:lnTo>
                  <a:pt x="12614" y="20491"/>
                </a:lnTo>
                <a:cubicBezTo>
                  <a:pt x="12020" y="20603"/>
                  <a:pt x="11409" y="20660"/>
                  <a:pt x="10800" y="20661"/>
                </a:cubicBezTo>
                <a:moveTo>
                  <a:pt x="18660" y="4854"/>
                </a:moveTo>
                <a:lnTo>
                  <a:pt x="19411" y="4287"/>
                </a:lnTo>
                <a:cubicBezTo>
                  <a:pt x="19011" y="3759"/>
                  <a:pt x="18558" y="3264"/>
                  <a:pt x="18065" y="2816"/>
                </a:cubicBezTo>
                <a:lnTo>
                  <a:pt x="17432" y="3510"/>
                </a:lnTo>
                <a:cubicBezTo>
                  <a:pt x="17882" y="3919"/>
                  <a:pt x="18295" y="4371"/>
                  <a:pt x="18660" y="4854"/>
                </a:cubicBezTo>
                <a:moveTo>
                  <a:pt x="21187" y="7835"/>
                </a:moveTo>
                <a:cubicBezTo>
                  <a:pt x="21005" y="7197"/>
                  <a:pt x="20761" y="6573"/>
                  <a:pt x="20463" y="5978"/>
                </a:cubicBezTo>
                <a:lnTo>
                  <a:pt x="19622" y="6399"/>
                </a:lnTo>
                <a:cubicBezTo>
                  <a:pt x="19893" y="6941"/>
                  <a:pt x="20115" y="7510"/>
                  <a:pt x="20282" y="8094"/>
                </a:cubicBezTo>
                <a:cubicBezTo>
                  <a:pt x="20282" y="8094"/>
                  <a:pt x="21187" y="7835"/>
                  <a:pt x="21187" y="7835"/>
                </a:cubicBezTo>
                <a:close/>
                <a:moveTo>
                  <a:pt x="21553" y="9794"/>
                </a:moveTo>
                <a:lnTo>
                  <a:pt x="20617" y="9880"/>
                </a:lnTo>
                <a:cubicBezTo>
                  <a:pt x="20644" y="10182"/>
                  <a:pt x="20659" y="10492"/>
                  <a:pt x="20659" y="10800"/>
                </a:cubicBezTo>
                <a:cubicBezTo>
                  <a:pt x="20659" y="11099"/>
                  <a:pt x="20645" y="11401"/>
                  <a:pt x="20619" y="11699"/>
                </a:cubicBezTo>
                <a:lnTo>
                  <a:pt x="21556" y="11784"/>
                </a:lnTo>
                <a:cubicBezTo>
                  <a:pt x="21585" y="11458"/>
                  <a:pt x="21600" y="11127"/>
                  <a:pt x="21600" y="10800"/>
                </a:cubicBezTo>
                <a:cubicBezTo>
                  <a:pt x="21599" y="10462"/>
                  <a:pt x="21584" y="10124"/>
                  <a:pt x="21553" y="9794"/>
                </a:cubicBezTo>
                <a:moveTo>
                  <a:pt x="6893" y="20882"/>
                </a:moveTo>
                <a:cubicBezTo>
                  <a:pt x="7514" y="21121"/>
                  <a:pt x="8160" y="21302"/>
                  <a:pt x="8814" y="21422"/>
                </a:cubicBezTo>
                <a:lnTo>
                  <a:pt x="8985" y="20499"/>
                </a:lnTo>
                <a:cubicBezTo>
                  <a:pt x="8387" y="20389"/>
                  <a:pt x="7797" y="20223"/>
                  <a:pt x="7231" y="20006"/>
                </a:cubicBezTo>
                <a:cubicBezTo>
                  <a:pt x="7231" y="20006"/>
                  <a:pt x="6893" y="20882"/>
                  <a:pt x="6893" y="20882"/>
                </a:cubicBezTo>
                <a:close/>
                <a:moveTo>
                  <a:pt x="19632" y="15184"/>
                </a:moveTo>
                <a:lnTo>
                  <a:pt x="20474" y="15602"/>
                </a:lnTo>
                <a:cubicBezTo>
                  <a:pt x="20770" y="15008"/>
                  <a:pt x="21012" y="14383"/>
                  <a:pt x="21194" y="13743"/>
                </a:cubicBezTo>
                <a:lnTo>
                  <a:pt x="20288" y="13487"/>
                </a:lnTo>
                <a:cubicBezTo>
                  <a:pt x="20123" y="14071"/>
                  <a:pt x="19901" y="14642"/>
                  <a:pt x="19632" y="15184"/>
                </a:cubicBezTo>
                <a:moveTo>
                  <a:pt x="17446" y="18078"/>
                </a:moveTo>
                <a:lnTo>
                  <a:pt x="18081" y="18771"/>
                </a:lnTo>
                <a:cubicBezTo>
                  <a:pt x="18572" y="18323"/>
                  <a:pt x="19024" y="17827"/>
                  <a:pt x="19424" y="17297"/>
                </a:cubicBezTo>
                <a:lnTo>
                  <a:pt x="18672" y="16732"/>
                </a:lnTo>
                <a:cubicBezTo>
                  <a:pt x="18307" y="17216"/>
                  <a:pt x="17894" y="17669"/>
                  <a:pt x="17446" y="18078"/>
                </a:cubicBezTo>
                <a:moveTo>
                  <a:pt x="5546" y="2435"/>
                </a:moveTo>
                <a:lnTo>
                  <a:pt x="5048" y="1639"/>
                </a:lnTo>
                <a:cubicBezTo>
                  <a:pt x="4484" y="1991"/>
                  <a:pt x="3950" y="2397"/>
                  <a:pt x="3460" y="2846"/>
                </a:cubicBezTo>
                <a:lnTo>
                  <a:pt x="4096" y="3538"/>
                </a:lnTo>
                <a:cubicBezTo>
                  <a:pt x="4544" y="3127"/>
                  <a:pt x="5032" y="2756"/>
                  <a:pt x="5546" y="2435"/>
                </a:cubicBezTo>
                <a:moveTo>
                  <a:pt x="8924" y="1113"/>
                </a:moveTo>
                <a:lnTo>
                  <a:pt x="8748" y="190"/>
                </a:lnTo>
                <a:cubicBezTo>
                  <a:pt x="8093" y="315"/>
                  <a:pt x="7448" y="501"/>
                  <a:pt x="6830" y="743"/>
                </a:cubicBezTo>
                <a:lnTo>
                  <a:pt x="7173" y="1617"/>
                </a:lnTo>
                <a:cubicBezTo>
                  <a:pt x="7738" y="1396"/>
                  <a:pt x="8327" y="1226"/>
                  <a:pt x="8924" y="1113"/>
                </a:cubicBezTo>
                <a:moveTo>
                  <a:pt x="16473" y="1615"/>
                </a:moveTo>
                <a:cubicBezTo>
                  <a:pt x="15908" y="1264"/>
                  <a:pt x="15306" y="966"/>
                  <a:pt x="14686" y="726"/>
                </a:cubicBezTo>
                <a:lnTo>
                  <a:pt x="14347" y="1602"/>
                </a:lnTo>
                <a:cubicBezTo>
                  <a:pt x="14912" y="1821"/>
                  <a:pt x="15462" y="2094"/>
                  <a:pt x="15978" y="2413"/>
                </a:cubicBezTo>
                <a:cubicBezTo>
                  <a:pt x="15978" y="2413"/>
                  <a:pt x="16473" y="1615"/>
                  <a:pt x="16473" y="1615"/>
                </a:cubicBezTo>
                <a:close/>
                <a:moveTo>
                  <a:pt x="2873" y="4886"/>
                </a:moveTo>
                <a:lnTo>
                  <a:pt x="2120" y="4322"/>
                </a:lnTo>
                <a:cubicBezTo>
                  <a:pt x="1721" y="4854"/>
                  <a:pt x="1369" y="5424"/>
                  <a:pt x="1074" y="6018"/>
                </a:cubicBezTo>
                <a:lnTo>
                  <a:pt x="1917" y="6435"/>
                </a:lnTo>
                <a:cubicBezTo>
                  <a:pt x="2186" y="5892"/>
                  <a:pt x="2508" y="5371"/>
                  <a:pt x="2873" y="4886"/>
                </a:cubicBezTo>
                <a:moveTo>
                  <a:pt x="3510" y="18800"/>
                </a:moveTo>
                <a:cubicBezTo>
                  <a:pt x="4003" y="19247"/>
                  <a:pt x="4539" y="19650"/>
                  <a:pt x="5105" y="19997"/>
                </a:cubicBezTo>
                <a:lnTo>
                  <a:pt x="5599" y="19198"/>
                </a:lnTo>
                <a:cubicBezTo>
                  <a:pt x="5083" y="18881"/>
                  <a:pt x="4592" y="18513"/>
                  <a:pt x="4142" y="18105"/>
                </a:cubicBezTo>
                <a:cubicBezTo>
                  <a:pt x="4142" y="18105"/>
                  <a:pt x="3510" y="18800"/>
                  <a:pt x="3510" y="18800"/>
                </a:cubicBezTo>
                <a:close/>
                <a:moveTo>
                  <a:pt x="12594" y="1105"/>
                </a:moveTo>
                <a:lnTo>
                  <a:pt x="12765" y="182"/>
                </a:lnTo>
                <a:cubicBezTo>
                  <a:pt x="12115" y="61"/>
                  <a:pt x="11448" y="0"/>
                  <a:pt x="10788" y="0"/>
                </a:cubicBezTo>
                <a:lnTo>
                  <a:pt x="10787" y="0"/>
                </a:lnTo>
                <a:lnTo>
                  <a:pt x="10736" y="0"/>
                </a:lnTo>
                <a:lnTo>
                  <a:pt x="10779" y="940"/>
                </a:lnTo>
                <a:cubicBezTo>
                  <a:pt x="11389" y="940"/>
                  <a:pt x="12000" y="995"/>
                  <a:pt x="12594" y="1105"/>
                </a:cubicBezTo>
                <a:moveTo>
                  <a:pt x="1105" y="15642"/>
                </a:moveTo>
                <a:cubicBezTo>
                  <a:pt x="1403" y="16235"/>
                  <a:pt x="1759" y="16804"/>
                  <a:pt x="2161" y="17332"/>
                </a:cubicBezTo>
                <a:lnTo>
                  <a:pt x="2910" y="16763"/>
                </a:lnTo>
                <a:cubicBezTo>
                  <a:pt x="2542" y="16281"/>
                  <a:pt x="2218" y="15762"/>
                  <a:pt x="1945" y="15220"/>
                </a:cubicBezTo>
                <a:cubicBezTo>
                  <a:pt x="1945" y="15220"/>
                  <a:pt x="1105" y="15642"/>
                  <a:pt x="1105" y="15642"/>
                </a:cubicBezTo>
                <a:close/>
                <a:moveTo>
                  <a:pt x="1265" y="8133"/>
                </a:moveTo>
                <a:lnTo>
                  <a:pt x="359" y="7879"/>
                </a:lnTo>
                <a:cubicBezTo>
                  <a:pt x="179" y="8516"/>
                  <a:pt x="59" y="9176"/>
                  <a:pt x="0" y="9838"/>
                </a:cubicBezTo>
                <a:lnTo>
                  <a:pt x="938" y="9921"/>
                </a:lnTo>
                <a:cubicBezTo>
                  <a:pt x="991" y="9316"/>
                  <a:pt x="1101" y="8714"/>
                  <a:pt x="1265" y="8133"/>
                </a:cubicBezTo>
                <a:moveTo>
                  <a:pt x="943" y="11741"/>
                </a:moveTo>
                <a:lnTo>
                  <a:pt x="6" y="11829"/>
                </a:lnTo>
                <a:cubicBezTo>
                  <a:pt x="69" y="12492"/>
                  <a:pt x="194" y="13151"/>
                  <a:pt x="377" y="13786"/>
                </a:cubicBezTo>
                <a:lnTo>
                  <a:pt x="1281" y="13527"/>
                </a:lnTo>
                <a:cubicBezTo>
                  <a:pt x="1114" y="12946"/>
                  <a:pt x="1000" y="12346"/>
                  <a:pt x="943" y="1174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1" name="Shape 2721"/>
          <p:cNvSpPr/>
          <p:nvPr/>
        </p:nvSpPr>
        <p:spPr>
          <a:xfrm>
            <a:off x="1860480" y="3479760"/>
            <a:ext cx="208080" cy="208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4365" y="19991"/>
                </a:moveTo>
                <a:lnTo>
                  <a:pt x="14707" y="20866"/>
                </a:lnTo>
                <a:cubicBezTo>
                  <a:pt x="15328" y="20625"/>
                  <a:pt x="15928" y="20324"/>
                  <a:pt x="16492" y="19973"/>
                </a:cubicBezTo>
                <a:lnTo>
                  <a:pt x="15994" y="19176"/>
                </a:lnTo>
                <a:cubicBezTo>
                  <a:pt x="15479" y="19497"/>
                  <a:pt x="14931" y="19771"/>
                  <a:pt x="14365" y="19991"/>
                </a:cubicBezTo>
                <a:moveTo>
                  <a:pt x="10800" y="20661"/>
                </a:moveTo>
                <a:lnTo>
                  <a:pt x="10801" y="21600"/>
                </a:lnTo>
                <a:cubicBezTo>
                  <a:pt x="11469" y="21598"/>
                  <a:pt x="12137" y="21536"/>
                  <a:pt x="12788" y="21415"/>
                </a:cubicBezTo>
                <a:lnTo>
                  <a:pt x="12614" y="20491"/>
                </a:lnTo>
                <a:cubicBezTo>
                  <a:pt x="12020" y="20603"/>
                  <a:pt x="11409" y="20660"/>
                  <a:pt x="10800" y="20661"/>
                </a:cubicBezTo>
                <a:moveTo>
                  <a:pt x="11148" y="16559"/>
                </a:moveTo>
                <a:lnTo>
                  <a:pt x="15092" y="12624"/>
                </a:lnTo>
                <a:cubicBezTo>
                  <a:pt x="15181" y="12535"/>
                  <a:pt x="15236" y="12412"/>
                  <a:pt x="15236" y="12276"/>
                </a:cubicBezTo>
                <a:cubicBezTo>
                  <a:pt x="15236" y="12004"/>
                  <a:pt x="15015" y="11784"/>
                  <a:pt x="14743" y="11784"/>
                </a:cubicBezTo>
                <a:cubicBezTo>
                  <a:pt x="14607" y="11784"/>
                  <a:pt x="14483" y="11839"/>
                  <a:pt x="14395" y="11928"/>
                </a:cubicBezTo>
                <a:lnTo>
                  <a:pt x="11293" y="15024"/>
                </a:lnTo>
                <a:lnTo>
                  <a:pt x="11293" y="5389"/>
                </a:lnTo>
                <a:cubicBezTo>
                  <a:pt x="11293" y="5117"/>
                  <a:pt x="11072" y="4897"/>
                  <a:pt x="10800" y="4897"/>
                </a:cubicBezTo>
                <a:cubicBezTo>
                  <a:pt x="10528" y="4897"/>
                  <a:pt x="10307" y="5117"/>
                  <a:pt x="10307" y="5389"/>
                </a:cubicBezTo>
                <a:lnTo>
                  <a:pt x="10307" y="15024"/>
                </a:lnTo>
                <a:lnTo>
                  <a:pt x="7206" y="11928"/>
                </a:lnTo>
                <a:cubicBezTo>
                  <a:pt x="7117" y="11839"/>
                  <a:pt x="6993" y="11784"/>
                  <a:pt x="6857" y="11784"/>
                </a:cubicBezTo>
                <a:cubicBezTo>
                  <a:pt x="6585" y="11784"/>
                  <a:pt x="6364" y="12004"/>
                  <a:pt x="6364" y="12276"/>
                </a:cubicBezTo>
                <a:cubicBezTo>
                  <a:pt x="6364" y="12412"/>
                  <a:pt x="6419" y="12535"/>
                  <a:pt x="6508" y="12624"/>
                </a:cubicBezTo>
                <a:lnTo>
                  <a:pt x="10452" y="16559"/>
                </a:lnTo>
                <a:cubicBezTo>
                  <a:pt x="10541" y="16648"/>
                  <a:pt x="10664" y="16703"/>
                  <a:pt x="10800" y="16703"/>
                </a:cubicBezTo>
                <a:cubicBezTo>
                  <a:pt x="10936" y="16703"/>
                  <a:pt x="11059" y="16648"/>
                  <a:pt x="11148" y="16559"/>
                </a:cubicBezTo>
                <a:moveTo>
                  <a:pt x="18660" y="4854"/>
                </a:moveTo>
                <a:lnTo>
                  <a:pt x="19411" y="4287"/>
                </a:lnTo>
                <a:cubicBezTo>
                  <a:pt x="19011" y="3759"/>
                  <a:pt x="18558" y="3264"/>
                  <a:pt x="18065" y="2816"/>
                </a:cubicBezTo>
                <a:lnTo>
                  <a:pt x="17432" y="3510"/>
                </a:lnTo>
                <a:cubicBezTo>
                  <a:pt x="17882" y="3919"/>
                  <a:pt x="18295" y="4371"/>
                  <a:pt x="18660" y="4854"/>
                </a:cubicBezTo>
                <a:moveTo>
                  <a:pt x="6893" y="20882"/>
                </a:moveTo>
                <a:cubicBezTo>
                  <a:pt x="7514" y="21121"/>
                  <a:pt x="8160" y="21302"/>
                  <a:pt x="8814" y="21422"/>
                </a:cubicBezTo>
                <a:lnTo>
                  <a:pt x="8985" y="20499"/>
                </a:lnTo>
                <a:cubicBezTo>
                  <a:pt x="8387" y="20389"/>
                  <a:pt x="7797" y="20223"/>
                  <a:pt x="7231" y="20006"/>
                </a:cubicBezTo>
                <a:cubicBezTo>
                  <a:pt x="7231" y="20006"/>
                  <a:pt x="6893" y="20882"/>
                  <a:pt x="6893" y="20882"/>
                </a:cubicBezTo>
                <a:close/>
                <a:moveTo>
                  <a:pt x="21553" y="9794"/>
                </a:moveTo>
                <a:lnTo>
                  <a:pt x="20617" y="9880"/>
                </a:lnTo>
                <a:cubicBezTo>
                  <a:pt x="20644" y="10182"/>
                  <a:pt x="20659" y="10492"/>
                  <a:pt x="20659" y="10800"/>
                </a:cubicBezTo>
                <a:cubicBezTo>
                  <a:pt x="20659" y="11099"/>
                  <a:pt x="20645" y="11401"/>
                  <a:pt x="20619" y="11699"/>
                </a:cubicBezTo>
                <a:lnTo>
                  <a:pt x="21556" y="11784"/>
                </a:lnTo>
                <a:cubicBezTo>
                  <a:pt x="21585" y="11458"/>
                  <a:pt x="21600" y="11127"/>
                  <a:pt x="21600" y="10800"/>
                </a:cubicBezTo>
                <a:cubicBezTo>
                  <a:pt x="21599" y="10462"/>
                  <a:pt x="21584" y="10124"/>
                  <a:pt x="21553" y="9794"/>
                </a:cubicBezTo>
                <a:moveTo>
                  <a:pt x="21187" y="7835"/>
                </a:moveTo>
                <a:cubicBezTo>
                  <a:pt x="21005" y="7197"/>
                  <a:pt x="20761" y="6573"/>
                  <a:pt x="20463" y="5978"/>
                </a:cubicBezTo>
                <a:lnTo>
                  <a:pt x="19622" y="6399"/>
                </a:lnTo>
                <a:cubicBezTo>
                  <a:pt x="19893" y="6941"/>
                  <a:pt x="20115" y="7510"/>
                  <a:pt x="20282" y="8094"/>
                </a:cubicBezTo>
                <a:cubicBezTo>
                  <a:pt x="20282" y="8094"/>
                  <a:pt x="21187" y="7835"/>
                  <a:pt x="21187" y="7835"/>
                </a:cubicBezTo>
                <a:close/>
                <a:moveTo>
                  <a:pt x="19632" y="15184"/>
                </a:moveTo>
                <a:lnTo>
                  <a:pt x="20474" y="15602"/>
                </a:lnTo>
                <a:cubicBezTo>
                  <a:pt x="20770" y="15008"/>
                  <a:pt x="21012" y="14383"/>
                  <a:pt x="21194" y="13743"/>
                </a:cubicBezTo>
                <a:lnTo>
                  <a:pt x="20288" y="13487"/>
                </a:lnTo>
                <a:cubicBezTo>
                  <a:pt x="20123" y="14071"/>
                  <a:pt x="19901" y="14642"/>
                  <a:pt x="19632" y="15184"/>
                </a:cubicBezTo>
                <a:moveTo>
                  <a:pt x="17446" y="18078"/>
                </a:moveTo>
                <a:lnTo>
                  <a:pt x="18081" y="18771"/>
                </a:lnTo>
                <a:cubicBezTo>
                  <a:pt x="18572" y="18323"/>
                  <a:pt x="19024" y="17827"/>
                  <a:pt x="19424" y="17297"/>
                </a:cubicBezTo>
                <a:lnTo>
                  <a:pt x="18672" y="16732"/>
                </a:lnTo>
                <a:cubicBezTo>
                  <a:pt x="18307" y="17216"/>
                  <a:pt x="17894" y="17669"/>
                  <a:pt x="17446" y="18078"/>
                </a:cubicBezTo>
                <a:moveTo>
                  <a:pt x="8924" y="1113"/>
                </a:moveTo>
                <a:lnTo>
                  <a:pt x="8748" y="190"/>
                </a:lnTo>
                <a:cubicBezTo>
                  <a:pt x="8093" y="315"/>
                  <a:pt x="7448" y="501"/>
                  <a:pt x="6830" y="743"/>
                </a:cubicBezTo>
                <a:lnTo>
                  <a:pt x="7173" y="1617"/>
                </a:lnTo>
                <a:cubicBezTo>
                  <a:pt x="7738" y="1396"/>
                  <a:pt x="8327" y="1226"/>
                  <a:pt x="8924" y="1113"/>
                </a:cubicBezTo>
                <a:moveTo>
                  <a:pt x="12594" y="1105"/>
                </a:moveTo>
                <a:lnTo>
                  <a:pt x="12765" y="182"/>
                </a:lnTo>
                <a:cubicBezTo>
                  <a:pt x="12115" y="61"/>
                  <a:pt x="11448" y="0"/>
                  <a:pt x="10788" y="0"/>
                </a:cubicBezTo>
                <a:lnTo>
                  <a:pt x="10787" y="0"/>
                </a:lnTo>
                <a:lnTo>
                  <a:pt x="10736" y="0"/>
                </a:lnTo>
                <a:lnTo>
                  <a:pt x="10779" y="940"/>
                </a:lnTo>
                <a:cubicBezTo>
                  <a:pt x="11389" y="940"/>
                  <a:pt x="12000" y="995"/>
                  <a:pt x="12594" y="1105"/>
                </a:cubicBezTo>
                <a:moveTo>
                  <a:pt x="16473" y="1615"/>
                </a:moveTo>
                <a:cubicBezTo>
                  <a:pt x="15908" y="1264"/>
                  <a:pt x="15306" y="966"/>
                  <a:pt x="14686" y="726"/>
                </a:cubicBezTo>
                <a:lnTo>
                  <a:pt x="14347" y="1602"/>
                </a:lnTo>
                <a:cubicBezTo>
                  <a:pt x="14912" y="1821"/>
                  <a:pt x="15462" y="2094"/>
                  <a:pt x="15978" y="2413"/>
                </a:cubicBezTo>
                <a:cubicBezTo>
                  <a:pt x="15978" y="2413"/>
                  <a:pt x="16473" y="1615"/>
                  <a:pt x="16473" y="1615"/>
                </a:cubicBezTo>
                <a:close/>
                <a:moveTo>
                  <a:pt x="3510" y="18800"/>
                </a:moveTo>
                <a:cubicBezTo>
                  <a:pt x="4003" y="19247"/>
                  <a:pt x="4539" y="19650"/>
                  <a:pt x="5105" y="19997"/>
                </a:cubicBezTo>
                <a:lnTo>
                  <a:pt x="5599" y="19198"/>
                </a:lnTo>
                <a:cubicBezTo>
                  <a:pt x="5083" y="18881"/>
                  <a:pt x="4592" y="18513"/>
                  <a:pt x="4142" y="18105"/>
                </a:cubicBezTo>
                <a:cubicBezTo>
                  <a:pt x="4142" y="18105"/>
                  <a:pt x="3510" y="18800"/>
                  <a:pt x="3510" y="18800"/>
                </a:cubicBezTo>
                <a:close/>
                <a:moveTo>
                  <a:pt x="2873" y="4886"/>
                </a:moveTo>
                <a:lnTo>
                  <a:pt x="2120" y="4322"/>
                </a:lnTo>
                <a:cubicBezTo>
                  <a:pt x="1721" y="4854"/>
                  <a:pt x="1369" y="5424"/>
                  <a:pt x="1074" y="6018"/>
                </a:cubicBezTo>
                <a:lnTo>
                  <a:pt x="1917" y="6435"/>
                </a:lnTo>
                <a:cubicBezTo>
                  <a:pt x="2186" y="5892"/>
                  <a:pt x="2508" y="5371"/>
                  <a:pt x="2873" y="4886"/>
                </a:cubicBezTo>
                <a:moveTo>
                  <a:pt x="5546" y="2435"/>
                </a:moveTo>
                <a:lnTo>
                  <a:pt x="5048" y="1639"/>
                </a:lnTo>
                <a:cubicBezTo>
                  <a:pt x="4484" y="1991"/>
                  <a:pt x="3950" y="2397"/>
                  <a:pt x="3460" y="2846"/>
                </a:cubicBezTo>
                <a:lnTo>
                  <a:pt x="4096" y="3538"/>
                </a:lnTo>
                <a:cubicBezTo>
                  <a:pt x="4544" y="3127"/>
                  <a:pt x="5032" y="2756"/>
                  <a:pt x="5546" y="2435"/>
                </a:cubicBezTo>
                <a:moveTo>
                  <a:pt x="1105" y="15642"/>
                </a:moveTo>
                <a:cubicBezTo>
                  <a:pt x="1403" y="16235"/>
                  <a:pt x="1759" y="16804"/>
                  <a:pt x="2161" y="17332"/>
                </a:cubicBezTo>
                <a:lnTo>
                  <a:pt x="2910" y="16763"/>
                </a:lnTo>
                <a:cubicBezTo>
                  <a:pt x="2542" y="16281"/>
                  <a:pt x="2218" y="15762"/>
                  <a:pt x="1945" y="15220"/>
                </a:cubicBezTo>
                <a:cubicBezTo>
                  <a:pt x="1945" y="15220"/>
                  <a:pt x="1105" y="15642"/>
                  <a:pt x="1105" y="15642"/>
                </a:cubicBezTo>
                <a:close/>
                <a:moveTo>
                  <a:pt x="1265" y="8133"/>
                </a:moveTo>
                <a:lnTo>
                  <a:pt x="359" y="7879"/>
                </a:lnTo>
                <a:cubicBezTo>
                  <a:pt x="179" y="8516"/>
                  <a:pt x="59" y="9176"/>
                  <a:pt x="0" y="9838"/>
                </a:cubicBezTo>
                <a:lnTo>
                  <a:pt x="938" y="9921"/>
                </a:lnTo>
                <a:cubicBezTo>
                  <a:pt x="991" y="9316"/>
                  <a:pt x="1101" y="8714"/>
                  <a:pt x="1265" y="8133"/>
                </a:cubicBezTo>
                <a:moveTo>
                  <a:pt x="943" y="11741"/>
                </a:moveTo>
                <a:lnTo>
                  <a:pt x="6" y="11829"/>
                </a:lnTo>
                <a:cubicBezTo>
                  <a:pt x="69" y="12492"/>
                  <a:pt x="194" y="13151"/>
                  <a:pt x="377" y="13786"/>
                </a:cubicBezTo>
                <a:lnTo>
                  <a:pt x="1281" y="13527"/>
                </a:lnTo>
                <a:cubicBezTo>
                  <a:pt x="1114" y="12946"/>
                  <a:pt x="1000" y="12346"/>
                  <a:pt x="943" y="1174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2" name="Shape 2722"/>
          <p:cNvSpPr/>
          <p:nvPr/>
        </p:nvSpPr>
        <p:spPr>
          <a:xfrm>
            <a:off x="2260440" y="3479760"/>
            <a:ext cx="208080" cy="208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661"/>
                </a:moveTo>
                <a:lnTo>
                  <a:pt x="10802" y="21600"/>
                </a:lnTo>
                <a:cubicBezTo>
                  <a:pt x="11469" y="21598"/>
                  <a:pt x="12137" y="21536"/>
                  <a:pt x="12788" y="21415"/>
                </a:cubicBezTo>
                <a:lnTo>
                  <a:pt x="12615" y="20491"/>
                </a:lnTo>
                <a:cubicBezTo>
                  <a:pt x="12020" y="20603"/>
                  <a:pt x="11409" y="20660"/>
                  <a:pt x="10800" y="20661"/>
                </a:cubicBezTo>
                <a:moveTo>
                  <a:pt x="14365" y="19991"/>
                </a:moveTo>
                <a:lnTo>
                  <a:pt x="14707" y="20866"/>
                </a:lnTo>
                <a:cubicBezTo>
                  <a:pt x="15328" y="20625"/>
                  <a:pt x="15928" y="20324"/>
                  <a:pt x="16492" y="19973"/>
                </a:cubicBezTo>
                <a:lnTo>
                  <a:pt x="15994" y="19176"/>
                </a:lnTo>
                <a:cubicBezTo>
                  <a:pt x="15479" y="19497"/>
                  <a:pt x="14932" y="19771"/>
                  <a:pt x="14365" y="19991"/>
                </a:cubicBezTo>
                <a:moveTo>
                  <a:pt x="11293" y="16211"/>
                </a:moveTo>
                <a:lnTo>
                  <a:pt x="11293" y="6576"/>
                </a:lnTo>
                <a:lnTo>
                  <a:pt x="14395" y="9672"/>
                </a:lnTo>
                <a:cubicBezTo>
                  <a:pt x="14484" y="9761"/>
                  <a:pt x="14607" y="9816"/>
                  <a:pt x="14743" y="9816"/>
                </a:cubicBezTo>
                <a:cubicBezTo>
                  <a:pt x="15016" y="9816"/>
                  <a:pt x="15236" y="9596"/>
                  <a:pt x="15236" y="9324"/>
                </a:cubicBezTo>
                <a:cubicBezTo>
                  <a:pt x="15236" y="9189"/>
                  <a:pt x="15181" y="9065"/>
                  <a:pt x="15092" y="8976"/>
                </a:cubicBezTo>
                <a:lnTo>
                  <a:pt x="11149" y="5041"/>
                </a:lnTo>
                <a:cubicBezTo>
                  <a:pt x="11059" y="4952"/>
                  <a:pt x="10936" y="4897"/>
                  <a:pt x="10800" y="4897"/>
                </a:cubicBezTo>
                <a:cubicBezTo>
                  <a:pt x="10664" y="4897"/>
                  <a:pt x="10541" y="4952"/>
                  <a:pt x="10452" y="5041"/>
                </a:cubicBezTo>
                <a:lnTo>
                  <a:pt x="6509" y="8976"/>
                </a:lnTo>
                <a:cubicBezTo>
                  <a:pt x="6419" y="9065"/>
                  <a:pt x="6364" y="9189"/>
                  <a:pt x="6364" y="9324"/>
                </a:cubicBezTo>
                <a:cubicBezTo>
                  <a:pt x="6364" y="9596"/>
                  <a:pt x="6584" y="9816"/>
                  <a:pt x="6857" y="9816"/>
                </a:cubicBezTo>
                <a:cubicBezTo>
                  <a:pt x="6993" y="9816"/>
                  <a:pt x="7116" y="9761"/>
                  <a:pt x="7206" y="9672"/>
                </a:cubicBezTo>
                <a:lnTo>
                  <a:pt x="10307" y="6576"/>
                </a:lnTo>
                <a:lnTo>
                  <a:pt x="10307" y="16211"/>
                </a:lnTo>
                <a:cubicBezTo>
                  <a:pt x="10307" y="16483"/>
                  <a:pt x="10528" y="16703"/>
                  <a:pt x="10800" y="16703"/>
                </a:cubicBezTo>
                <a:cubicBezTo>
                  <a:pt x="11072" y="16703"/>
                  <a:pt x="11293" y="16483"/>
                  <a:pt x="11293" y="16211"/>
                </a:cubicBezTo>
                <a:moveTo>
                  <a:pt x="17446" y="18078"/>
                </a:moveTo>
                <a:lnTo>
                  <a:pt x="18081" y="18770"/>
                </a:lnTo>
                <a:cubicBezTo>
                  <a:pt x="18572" y="18323"/>
                  <a:pt x="19024" y="17827"/>
                  <a:pt x="19424" y="17297"/>
                </a:cubicBezTo>
                <a:lnTo>
                  <a:pt x="18673" y="16732"/>
                </a:lnTo>
                <a:cubicBezTo>
                  <a:pt x="18307" y="17216"/>
                  <a:pt x="17894" y="17669"/>
                  <a:pt x="17446" y="18078"/>
                </a:cubicBezTo>
                <a:moveTo>
                  <a:pt x="21553" y="9794"/>
                </a:moveTo>
                <a:lnTo>
                  <a:pt x="20617" y="9880"/>
                </a:lnTo>
                <a:cubicBezTo>
                  <a:pt x="20645" y="10182"/>
                  <a:pt x="20659" y="10492"/>
                  <a:pt x="20659" y="10800"/>
                </a:cubicBezTo>
                <a:cubicBezTo>
                  <a:pt x="20659" y="11099"/>
                  <a:pt x="20646" y="11401"/>
                  <a:pt x="20619" y="11699"/>
                </a:cubicBezTo>
                <a:lnTo>
                  <a:pt x="21556" y="11784"/>
                </a:lnTo>
                <a:cubicBezTo>
                  <a:pt x="21586" y="11458"/>
                  <a:pt x="21600" y="11127"/>
                  <a:pt x="21600" y="10800"/>
                </a:cubicBezTo>
                <a:cubicBezTo>
                  <a:pt x="21600" y="10462"/>
                  <a:pt x="21584" y="10124"/>
                  <a:pt x="21553" y="9794"/>
                </a:cubicBezTo>
                <a:moveTo>
                  <a:pt x="18660" y="4853"/>
                </a:moveTo>
                <a:lnTo>
                  <a:pt x="19412" y="4287"/>
                </a:lnTo>
                <a:cubicBezTo>
                  <a:pt x="19011" y="3759"/>
                  <a:pt x="18558" y="3264"/>
                  <a:pt x="18066" y="2816"/>
                </a:cubicBezTo>
                <a:lnTo>
                  <a:pt x="17432" y="3510"/>
                </a:lnTo>
                <a:cubicBezTo>
                  <a:pt x="17882" y="3919"/>
                  <a:pt x="18295" y="4371"/>
                  <a:pt x="18660" y="4853"/>
                </a:cubicBezTo>
                <a:moveTo>
                  <a:pt x="6893" y="20882"/>
                </a:moveTo>
                <a:cubicBezTo>
                  <a:pt x="7513" y="21121"/>
                  <a:pt x="8160" y="21302"/>
                  <a:pt x="8814" y="21422"/>
                </a:cubicBezTo>
                <a:lnTo>
                  <a:pt x="8984" y="20499"/>
                </a:lnTo>
                <a:cubicBezTo>
                  <a:pt x="8387" y="20389"/>
                  <a:pt x="7797" y="20223"/>
                  <a:pt x="7231" y="20006"/>
                </a:cubicBezTo>
                <a:cubicBezTo>
                  <a:pt x="7231" y="20006"/>
                  <a:pt x="6893" y="20882"/>
                  <a:pt x="6893" y="20882"/>
                </a:cubicBezTo>
                <a:close/>
                <a:moveTo>
                  <a:pt x="19632" y="15184"/>
                </a:moveTo>
                <a:lnTo>
                  <a:pt x="20474" y="15602"/>
                </a:lnTo>
                <a:cubicBezTo>
                  <a:pt x="20770" y="15008"/>
                  <a:pt x="21013" y="14383"/>
                  <a:pt x="21194" y="13743"/>
                </a:cubicBezTo>
                <a:lnTo>
                  <a:pt x="20288" y="13487"/>
                </a:lnTo>
                <a:cubicBezTo>
                  <a:pt x="20123" y="14071"/>
                  <a:pt x="19902" y="14642"/>
                  <a:pt x="19632" y="15184"/>
                </a:cubicBezTo>
                <a:moveTo>
                  <a:pt x="21187" y="7835"/>
                </a:moveTo>
                <a:cubicBezTo>
                  <a:pt x="21005" y="7197"/>
                  <a:pt x="20761" y="6573"/>
                  <a:pt x="20464" y="5978"/>
                </a:cubicBezTo>
                <a:lnTo>
                  <a:pt x="19622" y="6399"/>
                </a:lnTo>
                <a:cubicBezTo>
                  <a:pt x="19893" y="6941"/>
                  <a:pt x="20115" y="7510"/>
                  <a:pt x="20282" y="8094"/>
                </a:cubicBezTo>
                <a:cubicBezTo>
                  <a:pt x="20282" y="8094"/>
                  <a:pt x="21187" y="7835"/>
                  <a:pt x="21187" y="7835"/>
                </a:cubicBezTo>
                <a:close/>
                <a:moveTo>
                  <a:pt x="8923" y="1113"/>
                </a:moveTo>
                <a:lnTo>
                  <a:pt x="8747" y="190"/>
                </a:lnTo>
                <a:cubicBezTo>
                  <a:pt x="8093" y="315"/>
                  <a:pt x="7448" y="501"/>
                  <a:pt x="6829" y="743"/>
                </a:cubicBezTo>
                <a:lnTo>
                  <a:pt x="7174" y="1617"/>
                </a:lnTo>
                <a:cubicBezTo>
                  <a:pt x="7737" y="1396"/>
                  <a:pt x="8326" y="1226"/>
                  <a:pt x="8923" y="1113"/>
                </a:cubicBezTo>
                <a:moveTo>
                  <a:pt x="16474" y="1615"/>
                </a:moveTo>
                <a:cubicBezTo>
                  <a:pt x="15907" y="1264"/>
                  <a:pt x="15307" y="966"/>
                  <a:pt x="14687" y="726"/>
                </a:cubicBezTo>
                <a:lnTo>
                  <a:pt x="14346" y="1602"/>
                </a:lnTo>
                <a:cubicBezTo>
                  <a:pt x="14913" y="1821"/>
                  <a:pt x="15462" y="2094"/>
                  <a:pt x="15978" y="2413"/>
                </a:cubicBezTo>
                <a:cubicBezTo>
                  <a:pt x="15978" y="2413"/>
                  <a:pt x="16474" y="1615"/>
                  <a:pt x="16474" y="1615"/>
                </a:cubicBezTo>
                <a:close/>
                <a:moveTo>
                  <a:pt x="2873" y="4886"/>
                </a:moveTo>
                <a:lnTo>
                  <a:pt x="2120" y="4322"/>
                </a:lnTo>
                <a:cubicBezTo>
                  <a:pt x="1720" y="4853"/>
                  <a:pt x="1368" y="5424"/>
                  <a:pt x="1074" y="6018"/>
                </a:cubicBezTo>
                <a:lnTo>
                  <a:pt x="1917" y="6435"/>
                </a:lnTo>
                <a:cubicBezTo>
                  <a:pt x="2186" y="5892"/>
                  <a:pt x="2508" y="5371"/>
                  <a:pt x="2873" y="4886"/>
                </a:cubicBezTo>
                <a:moveTo>
                  <a:pt x="3509" y="18800"/>
                </a:moveTo>
                <a:cubicBezTo>
                  <a:pt x="4003" y="19247"/>
                  <a:pt x="4539" y="19650"/>
                  <a:pt x="5104" y="19997"/>
                </a:cubicBezTo>
                <a:lnTo>
                  <a:pt x="5598" y="19198"/>
                </a:lnTo>
                <a:cubicBezTo>
                  <a:pt x="5082" y="18881"/>
                  <a:pt x="4592" y="18513"/>
                  <a:pt x="4142" y="18105"/>
                </a:cubicBezTo>
                <a:cubicBezTo>
                  <a:pt x="4142" y="18105"/>
                  <a:pt x="3509" y="18800"/>
                  <a:pt x="3509" y="18800"/>
                </a:cubicBezTo>
                <a:close/>
                <a:moveTo>
                  <a:pt x="12594" y="1105"/>
                </a:moveTo>
                <a:lnTo>
                  <a:pt x="12765" y="182"/>
                </a:lnTo>
                <a:cubicBezTo>
                  <a:pt x="12116" y="61"/>
                  <a:pt x="11448" y="0"/>
                  <a:pt x="10788" y="0"/>
                </a:cubicBezTo>
                <a:lnTo>
                  <a:pt x="10787" y="0"/>
                </a:lnTo>
                <a:lnTo>
                  <a:pt x="10736" y="0"/>
                </a:lnTo>
                <a:lnTo>
                  <a:pt x="10779" y="940"/>
                </a:lnTo>
                <a:cubicBezTo>
                  <a:pt x="11389" y="940"/>
                  <a:pt x="12000" y="995"/>
                  <a:pt x="12594" y="1105"/>
                </a:cubicBezTo>
                <a:moveTo>
                  <a:pt x="1104" y="15642"/>
                </a:moveTo>
                <a:cubicBezTo>
                  <a:pt x="1403" y="16235"/>
                  <a:pt x="1758" y="16804"/>
                  <a:pt x="2161" y="17332"/>
                </a:cubicBezTo>
                <a:lnTo>
                  <a:pt x="2910" y="16763"/>
                </a:lnTo>
                <a:cubicBezTo>
                  <a:pt x="2542" y="16281"/>
                  <a:pt x="2218" y="15762"/>
                  <a:pt x="1945" y="15220"/>
                </a:cubicBezTo>
                <a:cubicBezTo>
                  <a:pt x="1945" y="15220"/>
                  <a:pt x="1104" y="15642"/>
                  <a:pt x="1104" y="15642"/>
                </a:cubicBezTo>
                <a:close/>
                <a:moveTo>
                  <a:pt x="5546" y="2435"/>
                </a:moveTo>
                <a:lnTo>
                  <a:pt x="5047" y="1639"/>
                </a:lnTo>
                <a:cubicBezTo>
                  <a:pt x="4484" y="1991"/>
                  <a:pt x="3950" y="2397"/>
                  <a:pt x="3460" y="2846"/>
                </a:cubicBezTo>
                <a:lnTo>
                  <a:pt x="4096" y="3538"/>
                </a:lnTo>
                <a:cubicBezTo>
                  <a:pt x="4544" y="3127"/>
                  <a:pt x="5031" y="2756"/>
                  <a:pt x="5546" y="2435"/>
                </a:cubicBezTo>
                <a:moveTo>
                  <a:pt x="1264" y="8133"/>
                </a:moveTo>
                <a:lnTo>
                  <a:pt x="358" y="7879"/>
                </a:lnTo>
                <a:cubicBezTo>
                  <a:pt x="179" y="8516"/>
                  <a:pt x="59" y="9176"/>
                  <a:pt x="0" y="9838"/>
                </a:cubicBezTo>
                <a:lnTo>
                  <a:pt x="938" y="9921"/>
                </a:lnTo>
                <a:cubicBezTo>
                  <a:pt x="991" y="9317"/>
                  <a:pt x="1101" y="8714"/>
                  <a:pt x="1264" y="8133"/>
                </a:cubicBezTo>
                <a:moveTo>
                  <a:pt x="942" y="11741"/>
                </a:moveTo>
                <a:lnTo>
                  <a:pt x="6" y="11829"/>
                </a:lnTo>
                <a:cubicBezTo>
                  <a:pt x="69" y="12492"/>
                  <a:pt x="194" y="13151"/>
                  <a:pt x="377" y="13786"/>
                </a:cubicBezTo>
                <a:lnTo>
                  <a:pt x="1281" y="13527"/>
                </a:lnTo>
                <a:cubicBezTo>
                  <a:pt x="1114" y="12946"/>
                  <a:pt x="1000" y="12346"/>
                  <a:pt x="942" y="1174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3" name="Shape 2723"/>
          <p:cNvSpPr/>
          <p:nvPr/>
        </p:nvSpPr>
        <p:spPr>
          <a:xfrm>
            <a:off x="2660760" y="34797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8345" y="10309"/>
                </a:moveTo>
                <a:lnTo>
                  <a:pt x="7899" y="10309"/>
                </a:lnTo>
                <a:cubicBezTo>
                  <a:pt x="7974" y="9863"/>
                  <a:pt x="8153" y="9453"/>
                  <a:pt x="8405" y="9099"/>
                </a:cubicBezTo>
                <a:lnTo>
                  <a:pt x="8717" y="9412"/>
                </a:lnTo>
                <a:cubicBezTo>
                  <a:pt x="8909" y="9604"/>
                  <a:pt x="9220" y="9604"/>
                  <a:pt x="9412" y="9412"/>
                </a:cubicBezTo>
                <a:cubicBezTo>
                  <a:pt x="9603" y="9220"/>
                  <a:pt x="9603" y="8909"/>
                  <a:pt x="9412" y="8717"/>
                </a:cubicBezTo>
                <a:lnTo>
                  <a:pt x="9101" y="8407"/>
                </a:lnTo>
                <a:cubicBezTo>
                  <a:pt x="9454" y="8157"/>
                  <a:pt x="9864" y="7979"/>
                  <a:pt x="10309" y="7904"/>
                </a:cubicBezTo>
                <a:lnTo>
                  <a:pt x="10309" y="8345"/>
                </a:lnTo>
                <a:cubicBezTo>
                  <a:pt x="10309" y="8617"/>
                  <a:pt x="10529" y="8836"/>
                  <a:pt x="10800" y="8836"/>
                </a:cubicBezTo>
                <a:cubicBezTo>
                  <a:pt x="11071" y="8836"/>
                  <a:pt x="11291" y="8617"/>
                  <a:pt x="11291" y="8345"/>
                </a:cubicBezTo>
                <a:lnTo>
                  <a:pt x="11291" y="7904"/>
                </a:lnTo>
                <a:cubicBezTo>
                  <a:pt x="11737" y="7979"/>
                  <a:pt x="12146" y="8157"/>
                  <a:pt x="12499" y="8407"/>
                </a:cubicBezTo>
                <a:lnTo>
                  <a:pt x="12188" y="8717"/>
                </a:lnTo>
                <a:cubicBezTo>
                  <a:pt x="11997" y="8909"/>
                  <a:pt x="11997" y="9220"/>
                  <a:pt x="12188" y="9412"/>
                </a:cubicBezTo>
                <a:cubicBezTo>
                  <a:pt x="12380" y="9604"/>
                  <a:pt x="12691" y="9604"/>
                  <a:pt x="12883" y="9412"/>
                </a:cubicBezTo>
                <a:lnTo>
                  <a:pt x="13195" y="9099"/>
                </a:lnTo>
                <a:cubicBezTo>
                  <a:pt x="13447" y="9453"/>
                  <a:pt x="13626" y="9863"/>
                  <a:pt x="13701" y="10309"/>
                </a:cubicBezTo>
                <a:lnTo>
                  <a:pt x="13255" y="10309"/>
                </a:lnTo>
                <a:cubicBezTo>
                  <a:pt x="12983" y="10309"/>
                  <a:pt x="12764" y="10529"/>
                  <a:pt x="12764" y="10800"/>
                </a:cubicBezTo>
                <a:cubicBezTo>
                  <a:pt x="12764" y="11071"/>
                  <a:pt x="12983" y="11291"/>
                  <a:pt x="13255" y="11291"/>
                </a:cubicBezTo>
                <a:lnTo>
                  <a:pt x="13701" y="11291"/>
                </a:lnTo>
                <a:cubicBezTo>
                  <a:pt x="13626" y="11738"/>
                  <a:pt x="13447" y="12147"/>
                  <a:pt x="13195" y="12501"/>
                </a:cubicBezTo>
                <a:lnTo>
                  <a:pt x="12883" y="12188"/>
                </a:lnTo>
                <a:cubicBezTo>
                  <a:pt x="12691" y="11997"/>
                  <a:pt x="12380" y="11997"/>
                  <a:pt x="12188" y="12188"/>
                </a:cubicBezTo>
                <a:cubicBezTo>
                  <a:pt x="11997" y="12380"/>
                  <a:pt x="11997" y="12691"/>
                  <a:pt x="12188" y="12883"/>
                </a:cubicBezTo>
                <a:lnTo>
                  <a:pt x="12499" y="13193"/>
                </a:lnTo>
                <a:cubicBezTo>
                  <a:pt x="12146" y="13444"/>
                  <a:pt x="11737" y="13621"/>
                  <a:pt x="11291" y="13696"/>
                </a:cubicBezTo>
                <a:lnTo>
                  <a:pt x="11291" y="13255"/>
                </a:lnTo>
                <a:cubicBezTo>
                  <a:pt x="11291" y="12983"/>
                  <a:pt x="11071" y="12764"/>
                  <a:pt x="10800" y="12764"/>
                </a:cubicBezTo>
                <a:cubicBezTo>
                  <a:pt x="10529" y="12764"/>
                  <a:pt x="10309" y="12983"/>
                  <a:pt x="10309" y="13255"/>
                </a:cubicBezTo>
                <a:lnTo>
                  <a:pt x="10309" y="13696"/>
                </a:lnTo>
                <a:cubicBezTo>
                  <a:pt x="9864" y="13621"/>
                  <a:pt x="9454" y="13444"/>
                  <a:pt x="9101" y="13193"/>
                </a:cubicBezTo>
                <a:lnTo>
                  <a:pt x="9412" y="12883"/>
                </a:lnTo>
                <a:cubicBezTo>
                  <a:pt x="9603" y="12691"/>
                  <a:pt x="9603" y="12380"/>
                  <a:pt x="9412" y="12188"/>
                </a:cubicBezTo>
                <a:cubicBezTo>
                  <a:pt x="9220" y="11997"/>
                  <a:pt x="8909" y="11997"/>
                  <a:pt x="8717" y="12188"/>
                </a:cubicBezTo>
                <a:lnTo>
                  <a:pt x="8405" y="12501"/>
                </a:lnTo>
                <a:cubicBezTo>
                  <a:pt x="8153" y="12147"/>
                  <a:pt x="7974" y="11738"/>
                  <a:pt x="7899" y="11291"/>
                </a:cubicBezTo>
                <a:lnTo>
                  <a:pt x="8345" y="11291"/>
                </a:lnTo>
                <a:cubicBezTo>
                  <a:pt x="8617" y="11291"/>
                  <a:pt x="8836" y="11071"/>
                  <a:pt x="8836" y="10800"/>
                </a:cubicBezTo>
                <a:cubicBezTo>
                  <a:pt x="8836" y="10529"/>
                  <a:pt x="8617" y="10309"/>
                  <a:pt x="8345" y="10309"/>
                </a:cubicBezTo>
                <a:moveTo>
                  <a:pt x="8023" y="13577"/>
                </a:moveTo>
                <a:lnTo>
                  <a:pt x="8023" y="13578"/>
                </a:lnTo>
                <a:cubicBezTo>
                  <a:pt x="8734" y="14288"/>
                  <a:pt x="9716" y="14727"/>
                  <a:pt x="10800" y="14727"/>
                </a:cubicBezTo>
                <a:cubicBezTo>
                  <a:pt x="11884" y="14727"/>
                  <a:pt x="12866" y="14288"/>
                  <a:pt x="13577" y="13578"/>
                </a:cubicBezTo>
                <a:lnTo>
                  <a:pt x="13577" y="13577"/>
                </a:lnTo>
                <a:lnTo>
                  <a:pt x="13577" y="13577"/>
                </a:lnTo>
                <a:cubicBezTo>
                  <a:pt x="14288" y="12866"/>
                  <a:pt x="14727" y="11884"/>
                  <a:pt x="14727" y="10800"/>
                </a:cubicBezTo>
                <a:cubicBezTo>
                  <a:pt x="14727" y="8631"/>
                  <a:pt x="12969" y="6873"/>
                  <a:pt x="10800" y="6873"/>
                </a:cubicBezTo>
                <a:cubicBezTo>
                  <a:pt x="8631" y="6873"/>
                  <a:pt x="6873" y="8631"/>
                  <a:pt x="6873" y="10800"/>
                </a:cubicBezTo>
                <a:cubicBezTo>
                  <a:pt x="6873" y="11884"/>
                  <a:pt x="7311" y="12866"/>
                  <a:pt x="8023" y="13577"/>
                </a:cubicBezTo>
                <a:cubicBezTo>
                  <a:pt x="8023" y="13577"/>
                  <a:pt x="8023" y="13577"/>
                  <a:pt x="8023" y="13577"/>
                </a:cubicBezTo>
                <a:close/>
                <a:moveTo>
                  <a:pt x="10800" y="11782"/>
                </a:moveTo>
                <a:cubicBezTo>
                  <a:pt x="11342" y="11782"/>
                  <a:pt x="11782" y="11342"/>
                  <a:pt x="11782" y="10800"/>
                </a:cubicBezTo>
                <a:cubicBezTo>
                  <a:pt x="11782" y="10258"/>
                  <a:pt x="11342" y="9818"/>
                  <a:pt x="10800" y="9818"/>
                </a:cubicBezTo>
                <a:cubicBezTo>
                  <a:pt x="10258" y="9818"/>
                  <a:pt x="9818" y="10258"/>
                  <a:pt x="9818" y="10800"/>
                </a:cubicBezTo>
                <a:cubicBezTo>
                  <a:pt x="9818" y="11342"/>
                  <a:pt x="10258" y="11782"/>
                  <a:pt x="10800" y="11782"/>
                </a:cubicBezTo>
                <a:moveTo>
                  <a:pt x="17673" y="5891"/>
                </a:moveTo>
                <a:cubicBezTo>
                  <a:pt x="17131" y="5891"/>
                  <a:pt x="16691" y="6331"/>
                  <a:pt x="16691" y="6873"/>
                </a:cubicBezTo>
                <a:lnTo>
                  <a:pt x="16691" y="7855"/>
                </a:lnTo>
                <a:cubicBezTo>
                  <a:pt x="16691" y="8396"/>
                  <a:pt x="17131" y="8836"/>
                  <a:pt x="17673" y="8836"/>
                </a:cubicBezTo>
                <a:lnTo>
                  <a:pt x="17673" y="12764"/>
                </a:lnTo>
                <a:cubicBezTo>
                  <a:pt x="17131" y="12764"/>
                  <a:pt x="16691" y="13204"/>
                  <a:pt x="16691" y="13745"/>
                </a:cubicBezTo>
                <a:lnTo>
                  <a:pt x="16691" y="14727"/>
                </a:lnTo>
                <a:cubicBezTo>
                  <a:pt x="16691" y="15270"/>
                  <a:pt x="17131" y="15709"/>
                  <a:pt x="17673" y="15709"/>
                </a:cubicBezTo>
                <a:lnTo>
                  <a:pt x="17673" y="17673"/>
                </a:lnTo>
                <a:lnTo>
                  <a:pt x="3927" y="17673"/>
                </a:lnTo>
                <a:lnTo>
                  <a:pt x="3927" y="3927"/>
                </a:lnTo>
                <a:lnTo>
                  <a:pt x="17673" y="3927"/>
                </a:lnTo>
                <a:cubicBezTo>
                  <a:pt x="17673" y="3927"/>
                  <a:pt x="17673" y="5891"/>
                  <a:pt x="17673" y="5891"/>
                </a:cubicBezTo>
                <a:close/>
                <a:moveTo>
                  <a:pt x="18655" y="5891"/>
                </a:moveTo>
                <a:lnTo>
                  <a:pt x="18655" y="2945"/>
                </a:lnTo>
                <a:lnTo>
                  <a:pt x="2945" y="2945"/>
                </a:lnTo>
                <a:lnTo>
                  <a:pt x="2945" y="18655"/>
                </a:lnTo>
                <a:lnTo>
                  <a:pt x="18655" y="18655"/>
                </a:lnTo>
                <a:lnTo>
                  <a:pt x="18655" y="15709"/>
                </a:lnTo>
                <a:cubicBezTo>
                  <a:pt x="19196" y="15709"/>
                  <a:pt x="19636" y="15270"/>
                  <a:pt x="19636" y="14727"/>
                </a:cubicBezTo>
                <a:lnTo>
                  <a:pt x="19636" y="13745"/>
                </a:lnTo>
                <a:cubicBezTo>
                  <a:pt x="19636" y="13204"/>
                  <a:pt x="19196" y="12764"/>
                  <a:pt x="18655" y="12764"/>
                </a:cubicBezTo>
                <a:lnTo>
                  <a:pt x="18655" y="8836"/>
                </a:lnTo>
                <a:cubicBezTo>
                  <a:pt x="19196" y="8836"/>
                  <a:pt x="19636" y="8396"/>
                  <a:pt x="19636" y="7855"/>
                </a:cubicBezTo>
                <a:lnTo>
                  <a:pt x="19636" y="6873"/>
                </a:lnTo>
                <a:cubicBezTo>
                  <a:pt x="19636" y="6331"/>
                  <a:pt x="19196" y="5891"/>
                  <a:pt x="18655" y="589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4" name="Shape 2724"/>
          <p:cNvSpPr/>
          <p:nvPr/>
        </p:nvSpPr>
        <p:spPr>
          <a:xfrm>
            <a:off x="3060720" y="34797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5709" y="15709"/>
                </a:moveTo>
                <a:lnTo>
                  <a:pt x="5891" y="15709"/>
                </a:lnTo>
                <a:lnTo>
                  <a:pt x="5891" y="11782"/>
                </a:lnTo>
                <a:lnTo>
                  <a:pt x="15709" y="11782"/>
                </a:lnTo>
                <a:cubicBezTo>
                  <a:pt x="15709" y="11782"/>
                  <a:pt x="15709" y="15709"/>
                  <a:pt x="15709" y="15709"/>
                </a:cubicBezTo>
                <a:close/>
                <a:moveTo>
                  <a:pt x="16691" y="10800"/>
                </a:moveTo>
                <a:lnTo>
                  <a:pt x="4909" y="10800"/>
                </a:lnTo>
                <a:lnTo>
                  <a:pt x="4909" y="16691"/>
                </a:lnTo>
                <a:lnTo>
                  <a:pt x="16691" y="16691"/>
                </a:lnTo>
                <a:cubicBezTo>
                  <a:pt x="16691" y="16691"/>
                  <a:pt x="16691" y="10800"/>
                  <a:pt x="16691" y="10800"/>
                </a:cubicBezTo>
                <a:close/>
                <a:moveTo>
                  <a:pt x="11782" y="13745"/>
                </a:moveTo>
                <a:lnTo>
                  <a:pt x="9818" y="13745"/>
                </a:lnTo>
                <a:lnTo>
                  <a:pt x="9818" y="14727"/>
                </a:lnTo>
                <a:lnTo>
                  <a:pt x="11782" y="14727"/>
                </a:lnTo>
                <a:cubicBezTo>
                  <a:pt x="11782" y="14727"/>
                  <a:pt x="11782" y="13745"/>
                  <a:pt x="11782" y="13745"/>
                </a:cubicBezTo>
                <a:close/>
                <a:moveTo>
                  <a:pt x="18655" y="17673"/>
                </a:moveTo>
                <a:cubicBezTo>
                  <a:pt x="18655" y="18214"/>
                  <a:pt x="18214" y="18655"/>
                  <a:pt x="17673" y="18655"/>
                </a:cubicBezTo>
                <a:lnTo>
                  <a:pt x="3927" y="18655"/>
                </a:lnTo>
                <a:cubicBezTo>
                  <a:pt x="3385" y="18655"/>
                  <a:pt x="2945" y="18214"/>
                  <a:pt x="2945" y="17673"/>
                </a:cubicBezTo>
                <a:lnTo>
                  <a:pt x="2945" y="982"/>
                </a:lnTo>
                <a:lnTo>
                  <a:pt x="18655" y="982"/>
                </a:lnTo>
                <a:cubicBezTo>
                  <a:pt x="18655" y="982"/>
                  <a:pt x="18655" y="17673"/>
                  <a:pt x="18655" y="17673"/>
                </a:cubicBezTo>
                <a:close/>
                <a:moveTo>
                  <a:pt x="21109" y="0"/>
                </a:moveTo>
                <a:lnTo>
                  <a:pt x="491" y="0"/>
                </a:lnTo>
                <a:cubicBezTo>
                  <a:pt x="220" y="0"/>
                  <a:pt x="0" y="220"/>
                  <a:pt x="0" y="491"/>
                </a:cubicBezTo>
                <a:cubicBezTo>
                  <a:pt x="0" y="762"/>
                  <a:pt x="220" y="982"/>
                  <a:pt x="491" y="982"/>
                </a:cubicBezTo>
                <a:lnTo>
                  <a:pt x="1964" y="982"/>
                </a:lnTo>
                <a:lnTo>
                  <a:pt x="1964" y="17673"/>
                </a:lnTo>
                <a:cubicBezTo>
                  <a:pt x="1964" y="18757"/>
                  <a:pt x="2843" y="19636"/>
                  <a:pt x="3927" y="19636"/>
                </a:cubicBezTo>
                <a:lnTo>
                  <a:pt x="4909" y="19636"/>
                </a:lnTo>
                <a:lnTo>
                  <a:pt x="4909" y="21109"/>
                </a:lnTo>
                <a:cubicBezTo>
                  <a:pt x="4909" y="21380"/>
                  <a:pt x="5129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9636"/>
                </a:lnTo>
                <a:lnTo>
                  <a:pt x="15709" y="19636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471" y="21600"/>
                  <a:pt x="16691" y="21380"/>
                  <a:pt x="16691" y="21109"/>
                </a:cubicBezTo>
                <a:lnTo>
                  <a:pt x="16691" y="19636"/>
                </a:lnTo>
                <a:lnTo>
                  <a:pt x="17673" y="19636"/>
                </a:lnTo>
                <a:cubicBezTo>
                  <a:pt x="18757" y="19636"/>
                  <a:pt x="19636" y="18757"/>
                  <a:pt x="19636" y="17673"/>
                </a:cubicBezTo>
                <a:lnTo>
                  <a:pt x="19636" y="982"/>
                </a:lnTo>
                <a:lnTo>
                  <a:pt x="21109" y="982"/>
                </a:lnTo>
                <a:cubicBezTo>
                  <a:pt x="21380" y="982"/>
                  <a:pt x="21600" y="762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moveTo>
                  <a:pt x="11782" y="5891"/>
                </a:moveTo>
                <a:lnTo>
                  <a:pt x="9818" y="5891"/>
                </a:lnTo>
                <a:lnTo>
                  <a:pt x="9818" y="6873"/>
                </a:lnTo>
                <a:lnTo>
                  <a:pt x="11782" y="6873"/>
                </a:lnTo>
                <a:cubicBezTo>
                  <a:pt x="11782" y="6873"/>
                  <a:pt x="11782" y="5891"/>
                  <a:pt x="11782" y="5891"/>
                </a:cubicBezTo>
                <a:close/>
                <a:moveTo>
                  <a:pt x="15709" y="7855"/>
                </a:moveTo>
                <a:lnTo>
                  <a:pt x="5891" y="7855"/>
                </a:lnTo>
                <a:lnTo>
                  <a:pt x="5891" y="3927"/>
                </a:lnTo>
                <a:lnTo>
                  <a:pt x="15709" y="3927"/>
                </a:lnTo>
                <a:cubicBezTo>
                  <a:pt x="15709" y="3927"/>
                  <a:pt x="15709" y="7855"/>
                  <a:pt x="15709" y="7855"/>
                </a:cubicBezTo>
                <a:close/>
                <a:moveTo>
                  <a:pt x="16691" y="2945"/>
                </a:moveTo>
                <a:lnTo>
                  <a:pt x="4909" y="2945"/>
                </a:lnTo>
                <a:lnTo>
                  <a:pt x="4909" y="8836"/>
                </a:lnTo>
                <a:lnTo>
                  <a:pt x="16691" y="8836"/>
                </a:lnTo>
                <a:cubicBezTo>
                  <a:pt x="16691" y="8836"/>
                  <a:pt x="16691" y="2945"/>
                  <a:pt x="16691" y="294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5" name="Shape 2725"/>
          <p:cNvSpPr/>
          <p:nvPr/>
        </p:nvSpPr>
        <p:spPr>
          <a:xfrm>
            <a:off x="3460680" y="34797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8655" y="17673"/>
                </a:moveTo>
                <a:cubicBezTo>
                  <a:pt x="18655" y="18214"/>
                  <a:pt x="18214" y="18655"/>
                  <a:pt x="17673" y="18655"/>
                </a:cubicBezTo>
                <a:lnTo>
                  <a:pt x="3927" y="18655"/>
                </a:lnTo>
                <a:cubicBezTo>
                  <a:pt x="3385" y="18655"/>
                  <a:pt x="2945" y="18214"/>
                  <a:pt x="2945" y="17673"/>
                </a:cubicBezTo>
                <a:lnTo>
                  <a:pt x="2945" y="982"/>
                </a:lnTo>
                <a:lnTo>
                  <a:pt x="18655" y="982"/>
                </a:lnTo>
                <a:cubicBezTo>
                  <a:pt x="18655" y="982"/>
                  <a:pt x="18655" y="17673"/>
                  <a:pt x="18655" y="17673"/>
                </a:cubicBezTo>
                <a:close/>
                <a:moveTo>
                  <a:pt x="21109" y="0"/>
                </a:moveTo>
                <a:lnTo>
                  <a:pt x="491" y="0"/>
                </a:lnTo>
                <a:cubicBezTo>
                  <a:pt x="220" y="0"/>
                  <a:pt x="0" y="220"/>
                  <a:pt x="0" y="491"/>
                </a:cubicBezTo>
                <a:cubicBezTo>
                  <a:pt x="0" y="762"/>
                  <a:pt x="220" y="982"/>
                  <a:pt x="491" y="982"/>
                </a:cubicBezTo>
                <a:lnTo>
                  <a:pt x="1964" y="982"/>
                </a:lnTo>
                <a:lnTo>
                  <a:pt x="1964" y="17673"/>
                </a:lnTo>
                <a:cubicBezTo>
                  <a:pt x="1964" y="18757"/>
                  <a:pt x="2843" y="19636"/>
                  <a:pt x="3927" y="19636"/>
                </a:cubicBezTo>
                <a:lnTo>
                  <a:pt x="4909" y="19636"/>
                </a:lnTo>
                <a:lnTo>
                  <a:pt x="4909" y="21109"/>
                </a:lnTo>
                <a:cubicBezTo>
                  <a:pt x="4909" y="21380"/>
                  <a:pt x="5129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9636"/>
                </a:lnTo>
                <a:lnTo>
                  <a:pt x="15709" y="19636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471" y="21600"/>
                  <a:pt x="16691" y="21380"/>
                  <a:pt x="16691" y="21109"/>
                </a:cubicBezTo>
                <a:lnTo>
                  <a:pt x="16691" y="19636"/>
                </a:lnTo>
                <a:lnTo>
                  <a:pt x="17673" y="19636"/>
                </a:lnTo>
                <a:cubicBezTo>
                  <a:pt x="18757" y="19636"/>
                  <a:pt x="19636" y="18757"/>
                  <a:pt x="19636" y="17673"/>
                </a:cubicBezTo>
                <a:lnTo>
                  <a:pt x="19636" y="982"/>
                </a:lnTo>
                <a:lnTo>
                  <a:pt x="21109" y="982"/>
                </a:lnTo>
                <a:cubicBezTo>
                  <a:pt x="21380" y="982"/>
                  <a:pt x="21600" y="762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moveTo>
                  <a:pt x="15709" y="10800"/>
                </a:moveTo>
                <a:lnTo>
                  <a:pt x="11782" y="10800"/>
                </a:lnTo>
                <a:lnTo>
                  <a:pt x="11782" y="9818"/>
                </a:lnTo>
                <a:lnTo>
                  <a:pt x="9818" y="9818"/>
                </a:lnTo>
                <a:lnTo>
                  <a:pt x="9818" y="10800"/>
                </a:lnTo>
                <a:lnTo>
                  <a:pt x="5891" y="10800"/>
                </a:lnTo>
                <a:lnTo>
                  <a:pt x="5891" y="8836"/>
                </a:lnTo>
                <a:lnTo>
                  <a:pt x="15709" y="8836"/>
                </a:lnTo>
                <a:cubicBezTo>
                  <a:pt x="15709" y="8836"/>
                  <a:pt x="15709" y="10800"/>
                  <a:pt x="15709" y="10800"/>
                </a:cubicBezTo>
                <a:close/>
                <a:moveTo>
                  <a:pt x="16691" y="7855"/>
                </a:moveTo>
                <a:lnTo>
                  <a:pt x="4909" y="7855"/>
                </a:lnTo>
                <a:lnTo>
                  <a:pt x="4909" y="11782"/>
                </a:lnTo>
                <a:lnTo>
                  <a:pt x="16691" y="11782"/>
                </a:lnTo>
                <a:cubicBezTo>
                  <a:pt x="16691" y="11782"/>
                  <a:pt x="16691" y="7855"/>
                  <a:pt x="16691" y="7855"/>
                </a:cubicBezTo>
                <a:close/>
                <a:moveTo>
                  <a:pt x="15709" y="15709"/>
                </a:moveTo>
                <a:lnTo>
                  <a:pt x="11782" y="15709"/>
                </a:lnTo>
                <a:lnTo>
                  <a:pt x="11782" y="14727"/>
                </a:lnTo>
                <a:lnTo>
                  <a:pt x="9818" y="14727"/>
                </a:lnTo>
                <a:lnTo>
                  <a:pt x="9818" y="15709"/>
                </a:lnTo>
                <a:lnTo>
                  <a:pt x="5891" y="15709"/>
                </a:lnTo>
                <a:lnTo>
                  <a:pt x="5891" y="13745"/>
                </a:lnTo>
                <a:lnTo>
                  <a:pt x="15709" y="13745"/>
                </a:lnTo>
                <a:cubicBezTo>
                  <a:pt x="15709" y="13745"/>
                  <a:pt x="15709" y="15709"/>
                  <a:pt x="15709" y="15709"/>
                </a:cubicBezTo>
                <a:close/>
                <a:moveTo>
                  <a:pt x="16691" y="12764"/>
                </a:moveTo>
                <a:lnTo>
                  <a:pt x="4909" y="12764"/>
                </a:lnTo>
                <a:lnTo>
                  <a:pt x="4909" y="16691"/>
                </a:lnTo>
                <a:lnTo>
                  <a:pt x="16691" y="16691"/>
                </a:lnTo>
                <a:cubicBezTo>
                  <a:pt x="16691" y="16691"/>
                  <a:pt x="16691" y="12764"/>
                  <a:pt x="16691" y="12764"/>
                </a:cubicBezTo>
                <a:close/>
                <a:moveTo>
                  <a:pt x="15709" y="5891"/>
                </a:moveTo>
                <a:lnTo>
                  <a:pt x="11782" y="5891"/>
                </a:lnTo>
                <a:lnTo>
                  <a:pt x="11782" y="4909"/>
                </a:lnTo>
                <a:lnTo>
                  <a:pt x="9818" y="4909"/>
                </a:lnTo>
                <a:lnTo>
                  <a:pt x="9818" y="5891"/>
                </a:lnTo>
                <a:lnTo>
                  <a:pt x="5891" y="5891"/>
                </a:lnTo>
                <a:lnTo>
                  <a:pt x="5891" y="3927"/>
                </a:lnTo>
                <a:lnTo>
                  <a:pt x="15709" y="3927"/>
                </a:lnTo>
                <a:cubicBezTo>
                  <a:pt x="15709" y="3927"/>
                  <a:pt x="15709" y="5891"/>
                  <a:pt x="15709" y="5891"/>
                </a:cubicBezTo>
                <a:close/>
                <a:moveTo>
                  <a:pt x="16691" y="2945"/>
                </a:moveTo>
                <a:lnTo>
                  <a:pt x="4909" y="2945"/>
                </a:lnTo>
                <a:lnTo>
                  <a:pt x="4909" y="6873"/>
                </a:lnTo>
                <a:lnTo>
                  <a:pt x="16691" y="6873"/>
                </a:lnTo>
                <a:cubicBezTo>
                  <a:pt x="16691" y="6873"/>
                  <a:pt x="16691" y="2945"/>
                  <a:pt x="16691" y="294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6" name="Shape 2726"/>
          <p:cNvSpPr/>
          <p:nvPr/>
        </p:nvSpPr>
        <p:spPr>
          <a:xfrm>
            <a:off x="3879720" y="3479760"/>
            <a:ext cx="1717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4800" y="13745"/>
                </a:moveTo>
                <a:lnTo>
                  <a:pt x="16800" y="13745"/>
                </a:lnTo>
                <a:lnTo>
                  <a:pt x="16800" y="17673"/>
                </a:lnTo>
                <a:lnTo>
                  <a:pt x="4800" y="17673"/>
                </a:lnTo>
                <a:cubicBezTo>
                  <a:pt x="4800" y="17673"/>
                  <a:pt x="4800" y="13745"/>
                  <a:pt x="4800" y="13745"/>
                </a:cubicBezTo>
                <a:close/>
                <a:moveTo>
                  <a:pt x="4800" y="8836"/>
                </a:moveTo>
                <a:lnTo>
                  <a:pt x="16800" y="8836"/>
                </a:lnTo>
                <a:lnTo>
                  <a:pt x="16800" y="12764"/>
                </a:lnTo>
                <a:lnTo>
                  <a:pt x="4800" y="12764"/>
                </a:lnTo>
                <a:cubicBezTo>
                  <a:pt x="4800" y="12764"/>
                  <a:pt x="4800" y="8836"/>
                  <a:pt x="4800" y="8836"/>
                </a:cubicBezTo>
                <a:close/>
                <a:moveTo>
                  <a:pt x="4800" y="3927"/>
                </a:moveTo>
                <a:lnTo>
                  <a:pt x="16800" y="3927"/>
                </a:lnTo>
                <a:lnTo>
                  <a:pt x="16800" y="7855"/>
                </a:lnTo>
                <a:lnTo>
                  <a:pt x="4800" y="7855"/>
                </a:lnTo>
                <a:cubicBezTo>
                  <a:pt x="4800" y="7855"/>
                  <a:pt x="4800" y="3927"/>
                  <a:pt x="4800" y="3927"/>
                </a:cubicBezTo>
                <a:close/>
                <a:moveTo>
                  <a:pt x="3600" y="18655"/>
                </a:moveTo>
                <a:lnTo>
                  <a:pt x="18000" y="18655"/>
                </a:lnTo>
                <a:lnTo>
                  <a:pt x="18000" y="2945"/>
                </a:lnTo>
                <a:lnTo>
                  <a:pt x="3600" y="2945"/>
                </a:lnTo>
                <a:cubicBezTo>
                  <a:pt x="3600" y="2945"/>
                  <a:pt x="3600" y="18655"/>
                  <a:pt x="3600" y="18655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8" y="20618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9600" y="16691"/>
                </a:moveTo>
                <a:lnTo>
                  <a:pt x="12000" y="16691"/>
                </a:lnTo>
                <a:lnTo>
                  <a:pt x="12000" y="15709"/>
                </a:lnTo>
                <a:lnTo>
                  <a:pt x="9600" y="15709"/>
                </a:lnTo>
                <a:cubicBezTo>
                  <a:pt x="9600" y="15709"/>
                  <a:pt x="9600" y="16691"/>
                  <a:pt x="9600" y="16691"/>
                </a:cubicBezTo>
                <a:close/>
                <a:moveTo>
                  <a:pt x="9600" y="6873"/>
                </a:moveTo>
                <a:lnTo>
                  <a:pt x="12000" y="6873"/>
                </a:lnTo>
                <a:lnTo>
                  <a:pt x="12000" y="5891"/>
                </a:lnTo>
                <a:lnTo>
                  <a:pt x="9600" y="5891"/>
                </a:lnTo>
                <a:cubicBezTo>
                  <a:pt x="9600" y="5891"/>
                  <a:pt x="9600" y="6873"/>
                  <a:pt x="9600" y="6873"/>
                </a:cubicBezTo>
                <a:close/>
                <a:moveTo>
                  <a:pt x="9600" y="11782"/>
                </a:moveTo>
                <a:lnTo>
                  <a:pt x="12000" y="11782"/>
                </a:lnTo>
                <a:lnTo>
                  <a:pt x="12000" y="10800"/>
                </a:lnTo>
                <a:lnTo>
                  <a:pt x="9600" y="10800"/>
                </a:lnTo>
                <a:cubicBezTo>
                  <a:pt x="9600" y="10800"/>
                  <a:pt x="9600" y="11782"/>
                  <a:pt x="9600" y="1178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7" name="Shape 2727"/>
          <p:cNvSpPr/>
          <p:nvPr/>
        </p:nvSpPr>
        <p:spPr>
          <a:xfrm>
            <a:off x="4260960" y="34797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4727" y="7318"/>
                </a:moveTo>
                <a:lnTo>
                  <a:pt x="11782" y="6949"/>
                </a:lnTo>
                <a:lnTo>
                  <a:pt x="11782" y="4956"/>
                </a:lnTo>
                <a:lnTo>
                  <a:pt x="14727" y="5324"/>
                </a:lnTo>
                <a:cubicBezTo>
                  <a:pt x="14727" y="5324"/>
                  <a:pt x="14727" y="7318"/>
                  <a:pt x="14727" y="7318"/>
                </a:cubicBezTo>
                <a:close/>
                <a:moveTo>
                  <a:pt x="9327" y="16691"/>
                </a:moveTo>
                <a:lnTo>
                  <a:pt x="8345" y="16691"/>
                </a:lnTo>
                <a:cubicBezTo>
                  <a:pt x="7532" y="16691"/>
                  <a:pt x="6873" y="16031"/>
                  <a:pt x="6873" y="15218"/>
                </a:cubicBezTo>
                <a:cubicBezTo>
                  <a:pt x="6873" y="14405"/>
                  <a:pt x="7532" y="13745"/>
                  <a:pt x="8345" y="13745"/>
                </a:cubicBezTo>
                <a:lnTo>
                  <a:pt x="9327" y="13745"/>
                </a:lnTo>
                <a:cubicBezTo>
                  <a:pt x="10140" y="13745"/>
                  <a:pt x="10800" y="14405"/>
                  <a:pt x="10800" y="15218"/>
                </a:cubicBezTo>
                <a:cubicBezTo>
                  <a:pt x="10800" y="16031"/>
                  <a:pt x="10140" y="16691"/>
                  <a:pt x="9327" y="16691"/>
                </a:cubicBezTo>
                <a:moveTo>
                  <a:pt x="15218" y="4418"/>
                </a:moveTo>
                <a:cubicBezTo>
                  <a:pt x="15192" y="4418"/>
                  <a:pt x="15170" y="4429"/>
                  <a:pt x="15145" y="4433"/>
                </a:cubicBezTo>
                <a:lnTo>
                  <a:pt x="15143" y="4424"/>
                </a:lnTo>
                <a:lnTo>
                  <a:pt x="11483" y="3967"/>
                </a:lnTo>
                <a:cubicBezTo>
                  <a:pt x="11424" y="3942"/>
                  <a:pt x="11359" y="3927"/>
                  <a:pt x="11291" y="3927"/>
                </a:cubicBezTo>
                <a:cubicBezTo>
                  <a:pt x="11275" y="3927"/>
                  <a:pt x="11261" y="3935"/>
                  <a:pt x="11245" y="3937"/>
                </a:cubicBezTo>
                <a:lnTo>
                  <a:pt x="11216" y="3933"/>
                </a:lnTo>
                <a:lnTo>
                  <a:pt x="11218" y="3942"/>
                </a:lnTo>
                <a:cubicBezTo>
                  <a:pt x="10983" y="3979"/>
                  <a:pt x="10800" y="4173"/>
                  <a:pt x="10800" y="4418"/>
                </a:cubicBezTo>
                <a:lnTo>
                  <a:pt x="10800" y="13266"/>
                </a:lnTo>
                <a:cubicBezTo>
                  <a:pt x="10389" y="12955"/>
                  <a:pt x="9882" y="12764"/>
                  <a:pt x="9327" y="12764"/>
                </a:cubicBezTo>
                <a:lnTo>
                  <a:pt x="8345" y="12764"/>
                </a:lnTo>
                <a:cubicBezTo>
                  <a:pt x="6990" y="12764"/>
                  <a:pt x="5891" y="13862"/>
                  <a:pt x="5891" y="15218"/>
                </a:cubicBezTo>
                <a:cubicBezTo>
                  <a:pt x="5891" y="16574"/>
                  <a:pt x="6990" y="17673"/>
                  <a:pt x="8345" y="17673"/>
                </a:cubicBezTo>
                <a:lnTo>
                  <a:pt x="9327" y="17673"/>
                </a:lnTo>
                <a:cubicBezTo>
                  <a:pt x="10683" y="17673"/>
                  <a:pt x="11782" y="16574"/>
                  <a:pt x="11782" y="15218"/>
                </a:cubicBezTo>
                <a:lnTo>
                  <a:pt x="11782" y="7901"/>
                </a:lnTo>
                <a:lnTo>
                  <a:pt x="15026" y="8306"/>
                </a:lnTo>
                <a:cubicBezTo>
                  <a:pt x="15085" y="8332"/>
                  <a:pt x="15150" y="8345"/>
                  <a:pt x="15218" y="8345"/>
                </a:cubicBezTo>
                <a:cubicBezTo>
                  <a:pt x="15234" y="8345"/>
                  <a:pt x="15248" y="8338"/>
                  <a:pt x="15264" y="8336"/>
                </a:cubicBezTo>
                <a:lnTo>
                  <a:pt x="15293" y="8340"/>
                </a:lnTo>
                <a:lnTo>
                  <a:pt x="15292" y="8331"/>
                </a:lnTo>
                <a:cubicBezTo>
                  <a:pt x="15526" y="8294"/>
                  <a:pt x="15709" y="8100"/>
                  <a:pt x="15709" y="7855"/>
                </a:cubicBezTo>
                <a:lnTo>
                  <a:pt x="15709" y="4909"/>
                </a:lnTo>
                <a:cubicBezTo>
                  <a:pt x="15709" y="4638"/>
                  <a:pt x="15490" y="4418"/>
                  <a:pt x="15218" y="441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8" name="Shape 2728"/>
          <p:cNvSpPr/>
          <p:nvPr/>
        </p:nvSpPr>
        <p:spPr>
          <a:xfrm>
            <a:off x="660240" y="387972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4727" y="7318"/>
                </a:moveTo>
                <a:lnTo>
                  <a:pt x="11782" y="6949"/>
                </a:lnTo>
                <a:lnTo>
                  <a:pt x="11782" y="4956"/>
                </a:lnTo>
                <a:lnTo>
                  <a:pt x="14727" y="5324"/>
                </a:lnTo>
                <a:cubicBezTo>
                  <a:pt x="14727" y="5324"/>
                  <a:pt x="14727" y="7318"/>
                  <a:pt x="14727" y="7318"/>
                </a:cubicBezTo>
                <a:close/>
                <a:moveTo>
                  <a:pt x="9327" y="16691"/>
                </a:moveTo>
                <a:lnTo>
                  <a:pt x="8345" y="16691"/>
                </a:lnTo>
                <a:cubicBezTo>
                  <a:pt x="7532" y="16691"/>
                  <a:pt x="6873" y="16031"/>
                  <a:pt x="6873" y="15218"/>
                </a:cubicBezTo>
                <a:cubicBezTo>
                  <a:pt x="6873" y="14406"/>
                  <a:pt x="7532" y="13745"/>
                  <a:pt x="8345" y="13745"/>
                </a:cubicBezTo>
                <a:lnTo>
                  <a:pt x="9327" y="13745"/>
                </a:lnTo>
                <a:cubicBezTo>
                  <a:pt x="10141" y="13745"/>
                  <a:pt x="10800" y="14406"/>
                  <a:pt x="10800" y="15218"/>
                </a:cubicBezTo>
                <a:cubicBezTo>
                  <a:pt x="10800" y="16031"/>
                  <a:pt x="10141" y="16691"/>
                  <a:pt x="9327" y="16691"/>
                </a:cubicBezTo>
                <a:moveTo>
                  <a:pt x="15218" y="4418"/>
                </a:moveTo>
                <a:cubicBezTo>
                  <a:pt x="15192" y="4418"/>
                  <a:pt x="15170" y="4429"/>
                  <a:pt x="15145" y="4433"/>
                </a:cubicBezTo>
                <a:lnTo>
                  <a:pt x="15144" y="4424"/>
                </a:lnTo>
                <a:lnTo>
                  <a:pt x="11483" y="3967"/>
                </a:lnTo>
                <a:cubicBezTo>
                  <a:pt x="11424" y="3941"/>
                  <a:pt x="11359" y="3927"/>
                  <a:pt x="11291" y="3927"/>
                </a:cubicBezTo>
                <a:cubicBezTo>
                  <a:pt x="11275" y="3927"/>
                  <a:pt x="11261" y="3935"/>
                  <a:pt x="11245" y="3937"/>
                </a:cubicBezTo>
                <a:lnTo>
                  <a:pt x="11216" y="3933"/>
                </a:lnTo>
                <a:lnTo>
                  <a:pt x="11218" y="3942"/>
                </a:lnTo>
                <a:cubicBezTo>
                  <a:pt x="10983" y="3979"/>
                  <a:pt x="10800" y="4173"/>
                  <a:pt x="10800" y="4418"/>
                </a:cubicBezTo>
                <a:lnTo>
                  <a:pt x="10800" y="13266"/>
                </a:lnTo>
                <a:cubicBezTo>
                  <a:pt x="10389" y="12955"/>
                  <a:pt x="9882" y="12764"/>
                  <a:pt x="9327" y="12764"/>
                </a:cubicBezTo>
                <a:lnTo>
                  <a:pt x="8345" y="12764"/>
                </a:lnTo>
                <a:cubicBezTo>
                  <a:pt x="6990" y="12764"/>
                  <a:pt x="5891" y="13862"/>
                  <a:pt x="5891" y="15218"/>
                </a:cubicBezTo>
                <a:cubicBezTo>
                  <a:pt x="5891" y="16574"/>
                  <a:pt x="6990" y="17673"/>
                  <a:pt x="8345" y="17673"/>
                </a:cubicBezTo>
                <a:lnTo>
                  <a:pt x="9327" y="17673"/>
                </a:lnTo>
                <a:cubicBezTo>
                  <a:pt x="10683" y="17673"/>
                  <a:pt x="11782" y="16574"/>
                  <a:pt x="11782" y="15218"/>
                </a:cubicBezTo>
                <a:lnTo>
                  <a:pt x="11782" y="7901"/>
                </a:lnTo>
                <a:lnTo>
                  <a:pt x="15027" y="8307"/>
                </a:lnTo>
                <a:cubicBezTo>
                  <a:pt x="15085" y="8332"/>
                  <a:pt x="15150" y="8345"/>
                  <a:pt x="15218" y="8345"/>
                </a:cubicBezTo>
                <a:cubicBezTo>
                  <a:pt x="15234" y="8345"/>
                  <a:pt x="15248" y="8338"/>
                  <a:pt x="15264" y="8336"/>
                </a:cubicBezTo>
                <a:lnTo>
                  <a:pt x="15293" y="8340"/>
                </a:lnTo>
                <a:lnTo>
                  <a:pt x="15291" y="8331"/>
                </a:lnTo>
                <a:cubicBezTo>
                  <a:pt x="15526" y="8294"/>
                  <a:pt x="15709" y="8100"/>
                  <a:pt x="15709" y="7855"/>
                </a:cubicBezTo>
                <a:lnTo>
                  <a:pt x="15709" y="4909"/>
                </a:lnTo>
                <a:cubicBezTo>
                  <a:pt x="15709" y="4638"/>
                  <a:pt x="15489" y="4418"/>
                  <a:pt x="15218" y="4418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9" name="Shape 2729"/>
          <p:cNvSpPr/>
          <p:nvPr/>
        </p:nvSpPr>
        <p:spPr>
          <a:xfrm>
            <a:off x="1060560" y="38797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7673" y="7318"/>
                </a:moveTo>
                <a:lnTo>
                  <a:pt x="14727" y="6949"/>
                </a:lnTo>
                <a:lnTo>
                  <a:pt x="14727" y="4956"/>
                </a:lnTo>
                <a:lnTo>
                  <a:pt x="17673" y="5324"/>
                </a:lnTo>
                <a:cubicBezTo>
                  <a:pt x="17673" y="5324"/>
                  <a:pt x="17673" y="7318"/>
                  <a:pt x="17673" y="7318"/>
                </a:cubicBezTo>
                <a:close/>
                <a:moveTo>
                  <a:pt x="12273" y="16691"/>
                </a:moveTo>
                <a:lnTo>
                  <a:pt x="11291" y="16691"/>
                </a:lnTo>
                <a:cubicBezTo>
                  <a:pt x="10477" y="16691"/>
                  <a:pt x="9818" y="16031"/>
                  <a:pt x="9818" y="15218"/>
                </a:cubicBezTo>
                <a:cubicBezTo>
                  <a:pt x="9818" y="14406"/>
                  <a:pt x="10477" y="13745"/>
                  <a:pt x="11291" y="13745"/>
                </a:cubicBezTo>
                <a:lnTo>
                  <a:pt x="12273" y="13745"/>
                </a:lnTo>
                <a:cubicBezTo>
                  <a:pt x="13086" y="13745"/>
                  <a:pt x="13745" y="14406"/>
                  <a:pt x="13745" y="15218"/>
                </a:cubicBezTo>
                <a:cubicBezTo>
                  <a:pt x="13745" y="16031"/>
                  <a:pt x="13086" y="16691"/>
                  <a:pt x="12273" y="16691"/>
                </a:cubicBezTo>
                <a:moveTo>
                  <a:pt x="18164" y="4418"/>
                </a:moveTo>
                <a:cubicBezTo>
                  <a:pt x="18138" y="4418"/>
                  <a:pt x="18115" y="4429"/>
                  <a:pt x="18091" y="4433"/>
                </a:cubicBezTo>
                <a:lnTo>
                  <a:pt x="18089" y="4424"/>
                </a:lnTo>
                <a:lnTo>
                  <a:pt x="14428" y="3967"/>
                </a:lnTo>
                <a:cubicBezTo>
                  <a:pt x="14369" y="3941"/>
                  <a:pt x="14305" y="3927"/>
                  <a:pt x="14236" y="3927"/>
                </a:cubicBezTo>
                <a:cubicBezTo>
                  <a:pt x="14220" y="3927"/>
                  <a:pt x="14206" y="3935"/>
                  <a:pt x="14191" y="3937"/>
                </a:cubicBezTo>
                <a:lnTo>
                  <a:pt x="14162" y="3933"/>
                </a:lnTo>
                <a:lnTo>
                  <a:pt x="14163" y="3942"/>
                </a:lnTo>
                <a:cubicBezTo>
                  <a:pt x="13929" y="3979"/>
                  <a:pt x="13745" y="4173"/>
                  <a:pt x="13745" y="4418"/>
                </a:cubicBezTo>
                <a:lnTo>
                  <a:pt x="13745" y="13266"/>
                </a:lnTo>
                <a:cubicBezTo>
                  <a:pt x="13335" y="12955"/>
                  <a:pt x="12828" y="12764"/>
                  <a:pt x="12273" y="12764"/>
                </a:cubicBezTo>
                <a:lnTo>
                  <a:pt x="11291" y="12764"/>
                </a:lnTo>
                <a:cubicBezTo>
                  <a:pt x="9935" y="12764"/>
                  <a:pt x="8836" y="13862"/>
                  <a:pt x="8836" y="15218"/>
                </a:cubicBezTo>
                <a:cubicBezTo>
                  <a:pt x="8836" y="16574"/>
                  <a:pt x="9935" y="17673"/>
                  <a:pt x="11291" y="17673"/>
                </a:cubicBezTo>
                <a:lnTo>
                  <a:pt x="12273" y="17673"/>
                </a:lnTo>
                <a:cubicBezTo>
                  <a:pt x="13629" y="17673"/>
                  <a:pt x="14727" y="16574"/>
                  <a:pt x="14727" y="15218"/>
                </a:cubicBezTo>
                <a:lnTo>
                  <a:pt x="14727" y="7901"/>
                </a:lnTo>
                <a:lnTo>
                  <a:pt x="17972" y="8307"/>
                </a:lnTo>
                <a:cubicBezTo>
                  <a:pt x="18031" y="8332"/>
                  <a:pt x="18095" y="8345"/>
                  <a:pt x="18164" y="8345"/>
                </a:cubicBezTo>
                <a:cubicBezTo>
                  <a:pt x="18180" y="8345"/>
                  <a:pt x="18194" y="8338"/>
                  <a:pt x="18210" y="8336"/>
                </a:cubicBezTo>
                <a:lnTo>
                  <a:pt x="18238" y="8340"/>
                </a:lnTo>
                <a:lnTo>
                  <a:pt x="18237" y="8331"/>
                </a:lnTo>
                <a:cubicBezTo>
                  <a:pt x="18471" y="8294"/>
                  <a:pt x="18655" y="8100"/>
                  <a:pt x="18655" y="7855"/>
                </a:cubicBezTo>
                <a:lnTo>
                  <a:pt x="18655" y="4909"/>
                </a:lnTo>
                <a:cubicBezTo>
                  <a:pt x="18655" y="4638"/>
                  <a:pt x="18434" y="4418"/>
                  <a:pt x="18164" y="4418"/>
                </a:cubicBezTo>
                <a:moveTo>
                  <a:pt x="10800" y="10309"/>
                </a:moveTo>
                <a:cubicBezTo>
                  <a:pt x="10800" y="10038"/>
                  <a:pt x="10580" y="9818"/>
                  <a:pt x="10309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cubicBezTo>
                  <a:pt x="3927" y="10580"/>
                  <a:pt x="4147" y="10800"/>
                  <a:pt x="4418" y="10800"/>
                </a:cubicBezTo>
                <a:lnTo>
                  <a:pt x="10309" y="10800"/>
                </a:lnTo>
                <a:cubicBezTo>
                  <a:pt x="10580" y="10800"/>
                  <a:pt x="10800" y="10580"/>
                  <a:pt x="10800" y="10309"/>
                </a:cubicBezTo>
                <a:moveTo>
                  <a:pt x="4418" y="6873"/>
                </a:moveTo>
                <a:lnTo>
                  <a:pt x="10309" y="6873"/>
                </a:lnTo>
                <a:cubicBezTo>
                  <a:pt x="10580" y="6873"/>
                  <a:pt x="10800" y="6653"/>
                  <a:pt x="10800" y="6382"/>
                </a:cubicBezTo>
                <a:cubicBezTo>
                  <a:pt x="10800" y="6110"/>
                  <a:pt x="10580" y="5891"/>
                  <a:pt x="10309" y="5891"/>
                </a:cubicBezTo>
                <a:lnTo>
                  <a:pt x="4418" y="5891"/>
                </a:lnTo>
                <a:cubicBezTo>
                  <a:pt x="4147" y="5891"/>
                  <a:pt x="3927" y="6110"/>
                  <a:pt x="3927" y="6382"/>
                </a:cubicBezTo>
                <a:cubicBezTo>
                  <a:pt x="3927" y="6653"/>
                  <a:pt x="4147" y="6873"/>
                  <a:pt x="4418" y="6873"/>
                </a:cubicBezTo>
                <a:moveTo>
                  <a:pt x="4418" y="8836"/>
                </a:moveTo>
                <a:lnTo>
                  <a:pt x="10309" y="8836"/>
                </a:lnTo>
                <a:cubicBezTo>
                  <a:pt x="10580" y="8836"/>
                  <a:pt x="10800" y="8617"/>
                  <a:pt x="10800" y="8345"/>
                </a:cubicBezTo>
                <a:cubicBezTo>
                  <a:pt x="10800" y="8074"/>
                  <a:pt x="10580" y="7855"/>
                  <a:pt x="10309" y="7855"/>
                </a:cubicBezTo>
                <a:lnTo>
                  <a:pt x="4418" y="7855"/>
                </a:lnTo>
                <a:cubicBezTo>
                  <a:pt x="4147" y="7855"/>
                  <a:pt x="3927" y="8074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0" name="Shape 2730"/>
          <p:cNvSpPr/>
          <p:nvPr/>
        </p:nvSpPr>
        <p:spPr>
          <a:xfrm>
            <a:off x="1460520" y="38797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6691" y="5988"/>
                </a:moveTo>
                <a:lnTo>
                  <a:pt x="8836" y="7734"/>
                </a:lnTo>
                <a:lnTo>
                  <a:pt x="8836" y="5794"/>
                </a:lnTo>
                <a:lnTo>
                  <a:pt x="16691" y="4048"/>
                </a:lnTo>
                <a:cubicBezTo>
                  <a:pt x="16691" y="4048"/>
                  <a:pt x="16691" y="5988"/>
                  <a:pt x="16691" y="5988"/>
                </a:cubicBezTo>
                <a:close/>
                <a:moveTo>
                  <a:pt x="15218" y="15709"/>
                </a:moveTo>
                <a:lnTo>
                  <a:pt x="14236" y="15709"/>
                </a:lnTo>
                <a:cubicBezTo>
                  <a:pt x="13423" y="15709"/>
                  <a:pt x="12764" y="15050"/>
                  <a:pt x="12764" y="14236"/>
                </a:cubicBezTo>
                <a:cubicBezTo>
                  <a:pt x="12764" y="13423"/>
                  <a:pt x="13423" y="12764"/>
                  <a:pt x="14236" y="12764"/>
                </a:cubicBezTo>
                <a:lnTo>
                  <a:pt x="15218" y="12764"/>
                </a:lnTo>
                <a:cubicBezTo>
                  <a:pt x="16032" y="12764"/>
                  <a:pt x="16691" y="13423"/>
                  <a:pt x="16691" y="14236"/>
                </a:cubicBezTo>
                <a:cubicBezTo>
                  <a:pt x="16691" y="15050"/>
                  <a:pt x="16032" y="15709"/>
                  <a:pt x="15218" y="15709"/>
                </a:cubicBezTo>
                <a:moveTo>
                  <a:pt x="6382" y="17673"/>
                </a:moveTo>
                <a:lnTo>
                  <a:pt x="5400" y="17673"/>
                </a:lnTo>
                <a:cubicBezTo>
                  <a:pt x="4586" y="17673"/>
                  <a:pt x="3927" y="17014"/>
                  <a:pt x="3927" y="16200"/>
                </a:cubicBezTo>
                <a:cubicBezTo>
                  <a:pt x="3927" y="15387"/>
                  <a:pt x="4586" y="14727"/>
                  <a:pt x="5400" y="14727"/>
                </a:cubicBezTo>
                <a:lnTo>
                  <a:pt x="6382" y="14727"/>
                </a:lnTo>
                <a:cubicBezTo>
                  <a:pt x="7195" y="14727"/>
                  <a:pt x="7855" y="15387"/>
                  <a:pt x="7855" y="16200"/>
                </a:cubicBezTo>
                <a:cubicBezTo>
                  <a:pt x="7855" y="17014"/>
                  <a:pt x="7195" y="17673"/>
                  <a:pt x="6382" y="17673"/>
                </a:cubicBezTo>
                <a:moveTo>
                  <a:pt x="17182" y="2945"/>
                </a:moveTo>
                <a:cubicBezTo>
                  <a:pt x="17148" y="2945"/>
                  <a:pt x="17119" y="2958"/>
                  <a:pt x="17088" y="2965"/>
                </a:cubicBezTo>
                <a:lnTo>
                  <a:pt x="17086" y="2955"/>
                </a:lnTo>
                <a:lnTo>
                  <a:pt x="8249" y="4919"/>
                </a:lnTo>
                <a:lnTo>
                  <a:pt x="8251" y="4928"/>
                </a:lnTo>
                <a:cubicBezTo>
                  <a:pt x="8027" y="4973"/>
                  <a:pt x="7855" y="5162"/>
                  <a:pt x="7855" y="5400"/>
                </a:cubicBezTo>
                <a:lnTo>
                  <a:pt x="7855" y="14248"/>
                </a:lnTo>
                <a:cubicBezTo>
                  <a:pt x="7444" y="13937"/>
                  <a:pt x="6937" y="13745"/>
                  <a:pt x="6382" y="13745"/>
                </a:cubicBezTo>
                <a:lnTo>
                  <a:pt x="5400" y="13745"/>
                </a:lnTo>
                <a:cubicBezTo>
                  <a:pt x="4044" y="13745"/>
                  <a:pt x="2945" y="14844"/>
                  <a:pt x="2945" y="16200"/>
                </a:cubicBezTo>
                <a:cubicBezTo>
                  <a:pt x="2945" y="17556"/>
                  <a:pt x="4044" y="18655"/>
                  <a:pt x="5400" y="18655"/>
                </a:cubicBezTo>
                <a:lnTo>
                  <a:pt x="6382" y="18655"/>
                </a:lnTo>
                <a:cubicBezTo>
                  <a:pt x="7737" y="18655"/>
                  <a:pt x="8836" y="17556"/>
                  <a:pt x="8836" y="16200"/>
                </a:cubicBezTo>
                <a:lnTo>
                  <a:pt x="8836" y="8739"/>
                </a:lnTo>
                <a:lnTo>
                  <a:pt x="16691" y="6994"/>
                </a:lnTo>
                <a:lnTo>
                  <a:pt x="16691" y="12284"/>
                </a:lnTo>
                <a:cubicBezTo>
                  <a:pt x="16280" y="11974"/>
                  <a:pt x="15773" y="11782"/>
                  <a:pt x="15218" y="11782"/>
                </a:cubicBezTo>
                <a:lnTo>
                  <a:pt x="14236" y="11782"/>
                </a:lnTo>
                <a:cubicBezTo>
                  <a:pt x="12881" y="11782"/>
                  <a:pt x="11782" y="12881"/>
                  <a:pt x="11782" y="14236"/>
                </a:cubicBezTo>
                <a:cubicBezTo>
                  <a:pt x="11782" y="15592"/>
                  <a:pt x="12881" y="16691"/>
                  <a:pt x="14236" y="16691"/>
                </a:cubicBezTo>
                <a:lnTo>
                  <a:pt x="15218" y="16691"/>
                </a:lnTo>
                <a:cubicBezTo>
                  <a:pt x="16573" y="16691"/>
                  <a:pt x="17673" y="15592"/>
                  <a:pt x="17673" y="14236"/>
                </a:cubicBezTo>
                <a:lnTo>
                  <a:pt x="17673" y="3436"/>
                </a:lnTo>
                <a:cubicBezTo>
                  <a:pt x="17673" y="3165"/>
                  <a:pt x="17453" y="2945"/>
                  <a:pt x="17182" y="294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1" name="Shape 2731"/>
          <p:cNvSpPr/>
          <p:nvPr/>
        </p:nvSpPr>
        <p:spPr>
          <a:xfrm>
            <a:off x="1860480" y="3889440"/>
            <a:ext cx="209520" cy="19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474" y="6862"/>
                </a:moveTo>
                <a:lnTo>
                  <a:pt x="18121" y="9450"/>
                </a:lnTo>
                <a:lnTo>
                  <a:pt x="17427" y="8686"/>
                </a:lnTo>
                <a:lnTo>
                  <a:pt x="19780" y="6098"/>
                </a:lnTo>
                <a:cubicBezTo>
                  <a:pt x="19869" y="6000"/>
                  <a:pt x="19992" y="5940"/>
                  <a:pt x="20127" y="5940"/>
                </a:cubicBezTo>
                <a:cubicBezTo>
                  <a:pt x="20398" y="5940"/>
                  <a:pt x="20618" y="6182"/>
                  <a:pt x="20618" y="6480"/>
                </a:cubicBezTo>
                <a:cubicBezTo>
                  <a:pt x="20618" y="6629"/>
                  <a:pt x="20563" y="6764"/>
                  <a:pt x="20474" y="6862"/>
                </a:cubicBezTo>
                <a:moveTo>
                  <a:pt x="21600" y="6480"/>
                </a:moveTo>
                <a:cubicBezTo>
                  <a:pt x="21600" y="5586"/>
                  <a:pt x="20941" y="4860"/>
                  <a:pt x="20127" y="4860"/>
                </a:cubicBezTo>
                <a:cubicBezTo>
                  <a:pt x="19720" y="4860"/>
                  <a:pt x="19352" y="5041"/>
                  <a:pt x="19086" y="5335"/>
                </a:cubicBezTo>
                <a:lnTo>
                  <a:pt x="6813" y="18835"/>
                </a:lnTo>
                <a:cubicBezTo>
                  <a:pt x="6547" y="19128"/>
                  <a:pt x="6382" y="19533"/>
                  <a:pt x="6382" y="19980"/>
                </a:cubicBezTo>
                <a:cubicBezTo>
                  <a:pt x="6382" y="20874"/>
                  <a:pt x="7041" y="21600"/>
                  <a:pt x="7855" y="21600"/>
                </a:cubicBezTo>
                <a:cubicBezTo>
                  <a:pt x="8262" y="21600"/>
                  <a:pt x="8630" y="21419"/>
                  <a:pt x="8896" y="21125"/>
                </a:cubicBezTo>
                <a:lnTo>
                  <a:pt x="21169" y="7625"/>
                </a:lnTo>
                <a:cubicBezTo>
                  <a:pt x="21435" y="7332"/>
                  <a:pt x="21600" y="6927"/>
                  <a:pt x="21600" y="6480"/>
                </a:cubicBezTo>
                <a:moveTo>
                  <a:pt x="20127" y="14040"/>
                </a:moveTo>
                <a:lnTo>
                  <a:pt x="18655" y="14040"/>
                </a:lnTo>
                <a:lnTo>
                  <a:pt x="18655" y="11918"/>
                </a:lnTo>
                <a:lnTo>
                  <a:pt x="15744" y="15120"/>
                </a:lnTo>
                <a:lnTo>
                  <a:pt x="20127" y="15120"/>
                </a:lnTo>
                <a:cubicBezTo>
                  <a:pt x="20398" y="15120"/>
                  <a:pt x="20618" y="15362"/>
                  <a:pt x="20618" y="15660"/>
                </a:cubicBezTo>
                <a:cubicBezTo>
                  <a:pt x="20618" y="15958"/>
                  <a:pt x="20398" y="16200"/>
                  <a:pt x="20127" y="16200"/>
                </a:cubicBezTo>
                <a:lnTo>
                  <a:pt x="14762" y="16200"/>
                </a:lnTo>
                <a:lnTo>
                  <a:pt x="13780" y="17280"/>
                </a:lnTo>
                <a:lnTo>
                  <a:pt x="20127" y="17280"/>
                </a:lnTo>
                <a:cubicBezTo>
                  <a:pt x="20941" y="17280"/>
                  <a:pt x="21600" y="16554"/>
                  <a:pt x="21600" y="15660"/>
                </a:cubicBezTo>
                <a:cubicBezTo>
                  <a:pt x="21600" y="14766"/>
                  <a:pt x="20941" y="14040"/>
                  <a:pt x="20127" y="14040"/>
                </a:cubicBezTo>
                <a:moveTo>
                  <a:pt x="7820" y="16200"/>
                </a:moveTo>
                <a:lnTo>
                  <a:pt x="1473" y="16200"/>
                </a:lnTo>
                <a:cubicBezTo>
                  <a:pt x="1202" y="16200"/>
                  <a:pt x="982" y="15958"/>
                  <a:pt x="982" y="15660"/>
                </a:cubicBezTo>
                <a:cubicBezTo>
                  <a:pt x="982" y="15362"/>
                  <a:pt x="1202" y="15120"/>
                  <a:pt x="1473" y="15120"/>
                </a:cubicBezTo>
                <a:lnTo>
                  <a:pt x="8802" y="15120"/>
                </a:lnTo>
                <a:lnTo>
                  <a:pt x="12729" y="10800"/>
                </a:lnTo>
                <a:lnTo>
                  <a:pt x="3927" y="10800"/>
                </a:lnTo>
                <a:lnTo>
                  <a:pt x="3927" y="1080"/>
                </a:lnTo>
                <a:lnTo>
                  <a:pt x="17673" y="1080"/>
                </a:lnTo>
                <a:lnTo>
                  <a:pt x="17673" y="5362"/>
                </a:lnTo>
                <a:lnTo>
                  <a:pt x="18655" y="4282"/>
                </a:lnTo>
                <a:lnTo>
                  <a:pt x="18655" y="540"/>
                </a:lnTo>
                <a:cubicBezTo>
                  <a:pt x="18655" y="242"/>
                  <a:pt x="18434" y="0"/>
                  <a:pt x="18164" y="0"/>
                </a:cubicBezTo>
                <a:lnTo>
                  <a:pt x="3436" y="0"/>
                </a:lnTo>
                <a:cubicBezTo>
                  <a:pt x="3166" y="0"/>
                  <a:pt x="2945" y="242"/>
                  <a:pt x="2945" y="540"/>
                </a:cubicBezTo>
                <a:lnTo>
                  <a:pt x="2945" y="14040"/>
                </a:lnTo>
                <a:lnTo>
                  <a:pt x="1473" y="14040"/>
                </a:lnTo>
                <a:cubicBezTo>
                  <a:pt x="659" y="14040"/>
                  <a:pt x="0" y="14766"/>
                  <a:pt x="0" y="15660"/>
                </a:cubicBezTo>
                <a:cubicBezTo>
                  <a:pt x="0" y="16554"/>
                  <a:pt x="659" y="17280"/>
                  <a:pt x="1473" y="17280"/>
                </a:cubicBezTo>
                <a:lnTo>
                  <a:pt x="6838" y="17280"/>
                </a:lnTo>
                <a:cubicBezTo>
                  <a:pt x="6838" y="17280"/>
                  <a:pt x="7820" y="16200"/>
                  <a:pt x="7820" y="1620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2" name="Shape 2732"/>
          <p:cNvSpPr/>
          <p:nvPr/>
        </p:nvSpPr>
        <p:spPr>
          <a:xfrm>
            <a:off x="2260440" y="3936960"/>
            <a:ext cx="209880" cy="95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9236" y="19413"/>
                </a:moveTo>
                <a:lnTo>
                  <a:pt x="13945" y="13593"/>
                </a:lnTo>
                <a:cubicBezTo>
                  <a:pt x="14130" y="12747"/>
                  <a:pt x="14236" y="11802"/>
                  <a:pt x="14236" y="10800"/>
                </a:cubicBezTo>
                <a:cubicBezTo>
                  <a:pt x="14236" y="9799"/>
                  <a:pt x="14130" y="8854"/>
                  <a:pt x="13945" y="8007"/>
                </a:cubicBezTo>
                <a:lnTo>
                  <a:pt x="19236" y="2187"/>
                </a:lnTo>
                <a:cubicBezTo>
                  <a:pt x="20007" y="2465"/>
                  <a:pt x="20618" y="6209"/>
                  <a:pt x="20618" y="10800"/>
                </a:cubicBezTo>
                <a:cubicBezTo>
                  <a:pt x="20618" y="15392"/>
                  <a:pt x="20007" y="19136"/>
                  <a:pt x="19236" y="19413"/>
                </a:cubicBezTo>
                <a:moveTo>
                  <a:pt x="11291" y="15120"/>
                </a:moveTo>
                <a:lnTo>
                  <a:pt x="10309" y="15120"/>
                </a:lnTo>
                <a:cubicBezTo>
                  <a:pt x="9225" y="15120"/>
                  <a:pt x="8345" y="13186"/>
                  <a:pt x="8345" y="10800"/>
                </a:cubicBezTo>
                <a:cubicBezTo>
                  <a:pt x="8345" y="8414"/>
                  <a:pt x="9225" y="6480"/>
                  <a:pt x="10309" y="6480"/>
                </a:cubicBezTo>
                <a:lnTo>
                  <a:pt x="11291" y="6480"/>
                </a:lnTo>
                <a:cubicBezTo>
                  <a:pt x="12375" y="6480"/>
                  <a:pt x="13255" y="8414"/>
                  <a:pt x="13255" y="10800"/>
                </a:cubicBezTo>
                <a:cubicBezTo>
                  <a:pt x="13255" y="13186"/>
                  <a:pt x="12375" y="15120"/>
                  <a:pt x="11291" y="15120"/>
                </a:cubicBezTo>
                <a:moveTo>
                  <a:pt x="7654" y="13593"/>
                </a:moveTo>
                <a:lnTo>
                  <a:pt x="2363" y="19413"/>
                </a:lnTo>
                <a:cubicBezTo>
                  <a:pt x="1593" y="19135"/>
                  <a:pt x="982" y="15391"/>
                  <a:pt x="982" y="10800"/>
                </a:cubicBezTo>
                <a:cubicBezTo>
                  <a:pt x="982" y="6209"/>
                  <a:pt x="1593" y="2465"/>
                  <a:pt x="2363" y="2187"/>
                </a:cubicBezTo>
                <a:lnTo>
                  <a:pt x="7654" y="8007"/>
                </a:lnTo>
                <a:cubicBezTo>
                  <a:pt x="7470" y="8854"/>
                  <a:pt x="7364" y="9799"/>
                  <a:pt x="7364" y="10800"/>
                </a:cubicBezTo>
                <a:cubicBezTo>
                  <a:pt x="7364" y="11802"/>
                  <a:pt x="7470" y="12747"/>
                  <a:pt x="7654" y="13593"/>
                </a:cubicBezTo>
                <a:moveTo>
                  <a:pt x="19145" y="0"/>
                </a:moveTo>
                <a:cubicBezTo>
                  <a:pt x="19066" y="0"/>
                  <a:pt x="18994" y="51"/>
                  <a:pt x="18928" y="124"/>
                </a:cubicBezTo>
                <a:lnTo>
                  <a:pt x="18925" y="114"/>
                </a:lnTo>
                <a:lnTo>
                  <a:pt x="13374" y="6221"/>
                </a:lnTo>
                <a:cubicBezTo>
                  <a:pt x="12841" y="5047"/>
                  <a:pt x="12105" y="4320"/>
                  <a:pt x="11291" y="4320"/>
                </a:cubicBezTo>
                <a:lnTo>
                  <a:pt x="10309" y="4320"/>
                </a:lnTo>
                <a:cubicBezTo>
                  <a:pt x="9495" y="4320"/>
                  <a:pt x="8758" y="5047"/>
                  <a:pt x="8225" y="6221"/>
                </a:cubicBezTo>
                <a:lnTo>
                  <a:pt x="2674" y="114"/>
                </a:lnTo>
                <a:lnTo>
                  <a:pt x="2671" y="124"/>
                </a:lnTo>
                <a:cubicBezTo>
                  <a:pt x="2606" y="51"/>
                  <a:pt x="2534" y="0"/>
                  <a:pt x="2455" y="0"/>
                </a:cubicBezTo>
                <a:cubicBezTo>
                  <a:pt x="1099" y="0"/>
                  <a:pt x="0" y="4835"/>
                  <a:pt x="0" y="10800"/>
                </a:cubicBezTo>
                <a:cubicBezTo>
                  <a:pt x="0" y="16765"/>
                  <a:pt x="1099" y="21600"/>
                  <a:pt x="2455" y="21600"/>
                </a:cubicBezTo>
                <a:cubicBezTo>
                  <a:pt x="2534" y="21600"/>
                  <a:pt x="2605" y="21549"/>
                  <a:pt x="2671" y="21477"/>
                </a:cubicBezTo>
                <a:lnTo>
                  <a:pt x="2674" y="21486"/>
                </a:lnTo>
                <a:lnTo>
                  <a:pt x="8225" y="15379"/>
                </a:lnTo>
                <a:cubicBezTo>
                  <a:pt x="8758" y="16554"/>
                  <a:pt x="9495" y="17280"/>
                  <a:pt x="10309" y="17280"/>
                </a:cubicBezTo>
                <a:lnTo>
                  <a:pt x="11291" y="17280"/>
                </a:lnTo>
                <a:cubicBezTo>
                  <a:pt x="12105" y="17280"/>
                  <a:pt x="12842" y="16554"/>
                  <a:pt x="13375" y="15379"/>
                </a:cubicBezTo>
                <a:lnTo>
                  <a:pt x="18940" y="21501"/>
                </a:lnTo>
                <a:lnTo>
                  <a:pt x="18941" y="21496"/>
                </a:lnTo>
                <a:cubicBezTo>
                  <a:pt x="19003" y="21560"/>
                  <a:pt x="19072" y="21600"/>
                  <a:pt x="19145" y="21600"/>
                </a:cubicBezTo>
                <a:cubicBezTo>
                  <a:pt x="20501" y="21600"/>
                  <a:pt x="21600" y="16765"/>
                  <a:pt x="21600" y="10800"/>
                </a:cubicBezTo>
                <a:cubicBezTo>
                  <a:pt x="21600" y="4835"/>
                  <a:pt x="20501" y="0"/>
                  <a:pt x="19145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3" name="Shape 2733"/>
          <p:cNvSpPr/>
          <p:nvPr/>
        </p:nvSpPr>
        <p:spPr>
          <a:xfrm>
            <a:off x="2727360" y="3879720"/>
            <a:ext cx="763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364"/>
                </a:moveTo>
                <a:lnTo>
                  <a:pt x="2804" y="17041"/>
                </a:lnTo>
                <a:lnTo>
                  <a:pt x="9142" y="5518"/>
                </a:lnTo>
                <a:lnTo>
                  <a:pt x="9803" y="5724"/>
                </a:lnTo>
                <a:cubicBezTo>
                  <a:pt x="9859" y="5747"/>
                  <a:pt x="9925" y="5764"/>
                  <a:pt x="9991" y="5783"/>
                </a:cubicBezTo>
                <a:lnTo>
                  <a:pt x="10130" y="5826"/>
                </a:lnTo>
                <a:lnTo>
                  <a:pt x="10141" y="5820"/>
                </a:lnTo>
                <a:cubicBezTo>
                  <a:pt x="10339" y="5861"/>
                  <a:pt x="10555" y="5891"/>
                  <a:pt x="10800" y="5891"/>
                </a:cubicBezTo>
                <a:cubicBezTo>
                  <a:pt x="11045" y="5891"/>
                  <a:pt x="11261" y="5861"/>
                  <a:pt x="11459" y="5820"/>
                </a:cubicBezTo>
                <a:lnTo>
                  <a:pt x="11470" y="5826"/>
                </a:lnTo>
                <a:lnTo>
                  <a:pt x="11609" y="5783"/>
                </a:lnTo>
                <a:cubicBezTo>
                  <a:pt x="11675" y="5764"/>
                  <a:pt x="11741" y="5747"/>
                  <a:pt x="11797" y="5724"/>
                </a:cubicBezTo>
                <a:lnTo>
                  <a:pt x="12457" y="5518"/>
                </a:lnTo>
                <a:lnTo>
                  <a:pt x="14283" y="8836"/>
                </a:lnTo>
                <a:lnTo>
                  <a:pt x="10800" y="8836"/>
                </a:lnTo>
                <a:cubicBezTo>
                  <a:pt x="10054" y="8836"/>
                  <a:pt x="9450" y="9056"/>
                  <a:pt x="9450" y="9327"/>
                </a:cubicBezTo>
                <a:cubicBezTo>
                  <a:pt x="9450" y="9599"/>
                  <a:pt x="10054" y="9818"/>
                  <a:pt x="10800" y="9818"/>
                </a:cubicBezTo>
                <a:lnTo>
                  <a:pt x="14824" y="9818"/>
                </a:lnTo>
                <a:lnTo>
                  <a:pt x="18796" y="17041"/>
                </a:lnTo>
                <a:cubicBezTo>
                  <a:pt x="18796" y="17041"/>
                  <a:pt x="10800" y="20364"/>
                  <a:pt x="10800" y="20364"/>
                </a:cubicBezTo>
                <a:close/>
                <a:moveTo>
                  <a:pt x="2776" y="2264"/>
                </a:moveTo>
                <a:cubicBezTo>
                  <a:pt x="3291" y="1541"/>
                  <a:pt x="6683" y="982"/>
                  <a:pt x="10800" y="982"/>
                </a:cubicBezTo>
                <a:cubicBezTo>
                  <a:pt x="14917" y="982"/>
                  <a:pt x="18308" y="1541"/>
                  <a:pt x="18825" y="2264"/>
                </a:cubicBezTo>
                <a:lnTo>
                  <a:pt x="10800" y="4765"/>
                </a:lnTo>
                <a:cubicBezTo>
                  <a:pt x="10800" y="4765"/>
                  <a:pt x="2776" y="2264"/>
                  <a:pt x="2776" y="2264"/>
                </a:cubicBezTo>
                <a:close/>
                <a:moveTo>
                  <a:pt x="21551" y="17094"/>
                </a:moveTo>
                <a:lnTo>
                  <a:pt x="21578" y="17093"/>
                </a:lnTo>
                <a:lnTo>
                  <a:pt x="17575" y="9818"/>
                </a:lnTo>
                <a:lnTo>
                  <a:pt x="18900" y="9818"/>
                </a:lnTo>
                <a:cubicBezTo>
                  <a:pt x="19646" y="9818"/>
                  <a:pt x="20250" y="9599"/>
                  <a:pt x="20250" y="9327"/>
                </a:cubicBezTo>
                <a:cubicBezTo>
                  <a:pt x="20250" y="9056"/>
                  <a:pt x="19646" y="8836"/>
                  <a:pt x="18900" y="8836"/>
                </a:cubicBezTo>
                <a:lnTo>
                  <a:pt x="17036" y="8836"/>
                </a:lnTo>
                <a:lnTo>
                  <a:pt x="14828" y="4820"/>
                </a:lnTo>
                <a:lnTo>
                  <a:pt x="14801" y="4822"/>
                </a:lnTo>
                <a:cubicBezTo>
                  <a:pt x="14795" y="4812"/>
                  <a:pt x="14792" y="4803"/>
                  <a:pt x="14785" y="4793"/>
                </a:cubicBezTo>
                <a:lnTo>
                  <a:pt x="20920" y="2881"/>
                </a:lnTo>
                <a:lnTo>
                  <a:pt x="20909" y="2874"/>
                </a:lnTo>
                <a:cubicBezTo>
                  <a:pt x="21315" y="2789"/>
                  <a:pt x="21600" y="2637"/>
                  <a:pt x="21600" y="2455"/>
                </a:cubicBezTo>
                <a:cubicBezTo>
                  <a:pt x="21600" y="1099"/>
                  <a:pt x="16764" y="0"/>
                  <a:pt x="10800" y="0"/>
                </a:cubicBezTo>
                <a:cubicBezTo>
                  <a:pt x="4836" y="0"/>
                  <a:pt x="0" y="1099"/>
                  <a:pt x="0" y="2455"/>
                </a:cubicBezTo>
                <a:cubicBezTo>
                  <a:pt x="0" y="2637"/>
                  <a:pt x="285" y="2789"/>
                  <a:pt x="691" y="2874"/>
                </a:cubicBezTo>
                <a:lnTo>
                  <a:pt x="680" y="2881"/>
                </a:lnTo>
                <a:lnTo>
                  <a:pt x="6815" y="4793"/>
                </a:lnTo>
                <a:cubicBezTo>
                  <a:pt x="6808" y="4802"/>
                  <a:pt x="6805" y="4812"/>
                  <a:pt x="6799" y="4822"/>
                </a:cubicBezTo>
                <a:lnTo>
                  <a:pt x="6772" y="4820"/>
                </a:lnTo>
                <a:lnTo>
                  <a:pt x="22" y="17093"/>
                </a:lnTo>
                <a:lnTo>
                  <a:pt x="49" y="17094"/>
                </a:lnTo>
                <a:cubicBezTo>
                  <a:pt x="34" y="17123"/>
                  <a:pt x="0" y="17151"/>
                  <a:pt x="0" y="17182"/>
                </a:cubicBezTo>
                <a:cubicBezTo>
                  <a:pt x="0" y="17306"/>
                  <a:pt x="137" y="17416"/>
                  <a:pt x="345" y="17502"/>
                </a:cubicBezTo>
                <a:lnTo>
                  <a:pt x="335" y="17505"/>
                </a:lnTo>
                <a:lnTo>
                  <a:pt x="9785" y="21432"/>
                </a:lnTo>
                <a:lnTo>
                  <a:pt x="9795" y="21429"/>
                </a:lnTo>
                <a:cubicBezTo>
                  <a:pt x="10041" y="21532"/>
                  <a:pt x="10394" y="21600"/>
                  <a:pt x="10800" y="21600"/>
                </a:cubicBezTo>
                <a:cubicBezTo>
                  <a:pt x="11206" y="21600"/>
                  <a:pt x="11557" y="21532"/>
                  <a:pt x="11805" y="21429"/>
                </a:cubicBezTo>
                <a:lnTo>
                  <a:pt x="11815" y="21432"/>
                </a:lnTo>
                <a:lnTo>
                  <a:pt x="21265" y="17505"/>
                </a:lnTo>
                <a:lnTo>
                  <a:pt x="21255" y="17502"/>
                </a:lnTo>
                <a:cubicBezTo>
                  <a:pt x="21463" y="17416"/>
                  <a:pt x="21600" y="17306"/>
                  <a:pt x="21600" y="17182"/>
                </a:cubicBezTo>
                <a:cubicBezTo>
                  <a:pt x="21600" y="17151"/>
                  <a:pt x="21566" y="17123"/>
                  <a:pt x="21551" y="1709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4" name="Shape 2734"/>
          <p:cNvSpPr/>
          <p:nvPr/>
        </p:nvSpPr>
        <p:spPr>
          <a:xfrm>
            <a:off x="3060720" y="3908520"/>
            <a:ext cx="209520" cy="152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309" y="9450"/>
                </a:moveTo>
                <a:lnTo>
                  <a:pt x="9140" y="9450"/>
                </a:lnTo>
                <a:lnTo>
                  <a:pt x="8293" y="7123"/>
                </a:lnTo>
                <a:lnTo>
                  <a:pt x="8289" y="7126"/>
                </a:lnTo>
                <a:cubicBezTo>
                  <a:pt x="8208" y="6906"/>
                  <a:pt x="8046" y="6750"/>
                  <a:pt x="7855" y="6750"/>
                </a:cubicBezTo>
                <a:cubicBezTo>
                  <a:pt x="7663" y="6750"/>
                  <a:pt x="7501" y="6906"/>
                  <a:pt x="7420" y="7126"/>
                </a:cubicBezTo>
                <a:lnTo>
                  <a:pt x="7415" y="7123"/>
                </a:lnTo>
                <a:lnTo>
                  <a:pt x="6569" y="9450"/>
                </a:lnTo>
                <a:lnTo>
                  <a:pt x="5400" y="9450"/>
                </a:lnTo>
                <a:cubicBezTo>
                  <a:pt x="5129" y="9450"/>
                  <a:pt x="4909" y="9752"/>
                  <a:pt x="4909" y="10125"/>
                </a:cubicBezTo>
                <a:cubicBezTo>
                  <a:pt x="4909" y="10571"/>
                  <a:pt x="5128" y="10687"/>
                  <a:pt x="5128" y="10687"/>
                </a:cubicBezTo>
                <a:lnTo>
                  <a:pt x="6405" y="11857"/>
                </a:lnTo>
                <a:lnTo>
                  <a:pt x="5914" y="14014"/>
                </a:lnTo>
                <a:cubicBezTo>
                  <a:pt x="5905" y="14067"/>
                  <a:pt x="5891" y="14118"/>
                  <a:pt x="5891" y="14175"/>
                </a:cubicBezTo>
                <a:cubicBezTo>
                  <a:pt x="5891" y="14548"/>
                  <a:pt x="6110" y="14850"/>
                  <a:pt x="6382" y="14850"/>
                </a:cubicBezTo>
                <a:cubicBezTo>
                  <a:pt x="6483" y="14850"/>
                  <a:pt x="6574" y="14801"/>
                  <a:pt x="6650" y="14727"/>
                </a:cubicBezTo>
                <a:lnTo>
                  <a:pt x="7855" y="13636"/>
                </a:lnTo>
                <a:lnTo>
                  <a:pt x="9055" y="14737"/>
                </a:lnTo>
                <a:cubicBezTo>
                  <a:pt x="9055" y="14737"/>
                  <a:pt x="9127" y="14850"/>
                  <a:pt x="9327" y="14850"/>
                </a:cubicBezTo>
                <a:cubicBezTo>
                  <a:pt x="9599" y="14850"/>
                  <a:pt x="9818" y="14548"/>
                  <a:pt x="9818" y="14175"/>
                </a:cubicBezTo>
                <a:cubicBezTo>
                  <a:pt x="9818" y="14117"/>
                  <a:pt x="9798" y="14070"/>
                  <a:pt x="9787" y="14017"/>
                </a:cubicBezTo>
                <a:lnTo>
                  <a:pt x="9304" y="11857"/>
                </a:lnTo>
                <a:lnTo>
                  <a:pt x="10581" y="10687"/>
                </a:lnTo>
                <a:cubicBezTo>
                  <a:pt x="10581" y="10687"/>
                  <a:pt x="10800" y="10571"/>
                  <a:pt x="10800" y="10125"/>
                </a:cubicBezTo>
                <a:cubicBezTo>
                  <a:pt x="10800" y="9752"/>
                  <a:pt x="10580" y="9450"/>
                  <a:pt x="10309" y="9450"/>
                </a:cubicBezTo>
                <a:moveTo>
                  <a:pt x="13255" y="11475"/>
                </a:moveTo>
                <a:lnTo>
                  <a:pt x="15218" y="11475"/>
                </a:lnTo>
                <a:cubicBezTo>
                  <a:pt x="15490" y="11475"/>
                  <a:pt x="15709" y="11173"/>
                  <a:pt x="15709" y="10800"/>
                </a:cubicBezTo>
                <a:cubicBezTo>
                  <a:pt x="15709" y="10427"/>
                  <a:pt x="15490" y="10125"/>
                  <a:pt x="15218" y="10125"/>
                </a:cubicBezTo>
                <a:lnTo>
                  <a:pt x="13255" y="10125"/>
                </a:lnTo>
                <a:cubicBezTo>
                  <a:pt x="12983" y="10125"/>
                  <a:pt x="12764" y="10427"/>
                  <a:pt x="12764" y="10800"/>
                </a:cubicBezTo>
                <a:cubicBezTo>
                  <a:pt x="12764" y="11173"/>
                  <a:pt x="12983" y="11475"/>
                  <a:pt x="13255" y="11475"/>
                </a:cubicBezTo>
                <a:moveTo>
                  <a:pt x="16200" y="12150"/>
                </a:moveTo>
                <a:lnTo>
                  <a:pt x="13255" y="12150"/>
                </a:lnTo>
                <a:cubicBezTo>
                  <a:pt x="12983" y="12150"/>
                  <a:pt x="12764" y="12452"/>
                  <a:pt x="12764" y="12825"/>
                </a:cubicBezTo>
                <a:cubicBezTo>
                  <a:pt x="12764" y="13198"/>
                  <a:pt x="12983" y="13500"/>
                  <a:pt x="13255" y="13500"/>
                </a:cubicBezTo>
                <a:lnTo>
                  <a:pt x="16200" y="13500"/>
                </a:lnTo>
                <a:cubicBezTo>
                  <a:pt x="16471" y="13500"/>
                  <a:pt x="16691" y="13198"/>
                  <a:pt x="16691" y="12825"/>
                </a:cubicBezTo>
                <a:cubicBezTo>
                  <a:pt x="16691" y="12452"/>
                  <a:pt x="16471" y="12150"/>
                  <a:pt x="16200" y="12150"/>
                </a:cubicBezTo>
                <a:moveTo>
                  <a:pt x="20618" y="14768"/>
                </a:moveTo>
                <a:lnTo>
                  <a:pt x="20618" y="17550"/>
                </a:lnTo>
                <a:lnTo>
                  <a:pt x="982" y="17550"/>
                </a:lnTo>
                <a:lnTo>
                  <a:pt x="982" y="14768"/>
                </a:lnTo>
                <a:cubicBezTo>
                  <a:pt x="2102" y="14393"/>
                  <a:pt x="2945" y="12759"/>
                  <a:pt x="2945" y="10800"/>
                </a:cubicBezTo>
                <a:cubicBezTo>
                  <a:pt x="2945" y="8841"/>
                  <a:pt x="2102" y="7207"/>
                  <a:pt x="982" y="6832"/>
                </a:cubicBezTo>
                <a:lnTo>
                  <a:pt x="982" y="4050"/>
                </a:lnTo>
                <a:lnTo>
                  <a:pt x="20618" y="4050"/>
                </a:lnTo>
                <a:lnTo>
                  <a:pt x="20618" y="6832"/>
                </a:lnTo>
                <a:cubicBezTo>
                  <a:pt x="19498" y="7207"/>
                  <a:pt x="18655" y="8841"/>
                  <a:pt x="18655" y="10800"/>
                </a:cubicBezTo>
                <a:cubicBezTo>
                  <a:pt x="18655" y="12759"/>
                  <a:pt x="19498" y="14393"/>
                  <a:pt x="20618" y="14768"/>
                </a:cubicBezTo>
                <a:moveTo>
                  <a:pt x="20618" y="20250"/>
                </a:moveTo>
                <a:lnTo>
                  <a:pt x="18655" y="20250"/>
                </a:lnTo>
                <a:lnTo>
                  <a:pt x="18655" y="18900"/>
                </a:lnTo>
                <a:lnTo>
                  <a:pt x="20618" y="18900"/>
                </a:lnTo>
                <a:cubicBezTo>
                  <a:pt x="20618" y="18900"/>
                  <a:pt x="20618" y="20250"/>
                  <a:pt x="20618" y="20250"/>
                </a:cubicBezTo>
                <a:close/>
                <a:moveTo>
                  <a:pt x="17673" y="20250"/>
                </a:moveTo>
                <a:lnTo>
                  <a:pt x="982" y="20250"/>
                </a:lnTo>
                <a:lnTo>
                  <a:pt x="982" y="18900"/>
                </a:lnTo>
                <a:lnTo>
                  <a:pt x="17673" y="18900"/>
                </a:lnTo>
                <a:cubicBezTo>
                  <a:pt x="17673" y="18900"/>
                  <a:pt x="17673" y="20250"/>
                  <a:pt x="17673" y="20250"/>
                </a:cubicBezTo>
                <a:close/>
                <a:moveTo>
                  <a:pt x="982" y="1350"/>
                </a:moveTo>
                <a:lnTo>
                  <a:pt x="17673" y="1350"/>
                </a:lnTo>
                <a:lnTo>
                  <a:pt x="17673" y="2700"/>
                </a:lnTo>
                <a:lnTo>
                  <a:pt x="982" y="2700"/>
                </a:lnTo>
                <a:cubicBezTo>
                  <a:pt x="982" y="2700"/>
                  <a:pt x="982" y="1350"/>
                  <a:pt x="982" y="1350"/>
                </a:cubicBezTo>
                <a:close/>
                <a:moveTo>
                  <a:pt x="18655" y="1350"/>
                </a:moveTo>
                <a:lnTo>
                  <a:pt x="20618" y="1350"/>
                </a:lnTo>
                <a:lnTo>
                  <a:pt x="20618" y="2700"/>
                </a:lnTo>
                <a:lnTo>
                  <a:pt x="18655" y="2700"/>
                </a:lnTo>
                <a:cubicBezTo>
                  <a:pt x="18655" y="2700"/>
                  <a:pt x="18655" y="1350"/>
                  <a:pt x="18655" y="1350"/>
                </a:cubicBezTo>
                <a:close/>
                <a:moveTo>
                  <a:pt x="21109" y="8100"/>
                </a:moveTo>
                <a:cubicBezTo>
                  <a:pt x="21380" y="8100"/>
                  <a:pt x="21600" y="7798"/>
                  <a:pt x="21600" y="7425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lnTo>
                  <a:pt x="982" y="0"/>
                </a:lnTo>
                <a:cubicBezTo>
                  <a:pt x="439" y="0"/>
                  <a:pt x="0" y="605"/>
                  <a:pt x="0" y="1350"/>
                </a:cubicBezTo>
                <a:lnTo>
                  <a:pt x="0" y="7425"/>
                </a:lnTo>
                <a:cubicBezTo>
                  <a:pt x="0" y="7798"/>
                  <a:pt x="220" y="8100"/>
                  <a:pt x="491" y="8100"/>
                </a:cubicBezTo>
                <a:cubicBezTo>
                  <a:pt x="1304" y="8100"/>
                  <a:pt x="1964" y="9309"/>
                  <a:pt x="1964" y="10800"/>
                </a:cubicBezTo>
                <a:cubicBezTo>
                  <a:pt x="1964" y="12291"/>
                  <a:pt x="1304" y="13500"/>
                  <a:pt x="491" y="13500"/>
                </a:cubicBezTo>
                <a:cubicBezTo>
                  <a:pt x="220" y="13500"/>
                  <a:pt x="0" y="13802"/>
                  <a:pt x="0" y="14175"/>
                </a:cubicBezTo>
                <a:lnTo>
                  <a:pt x="0" y="20250"/>
                </a:lnTo>
                <a:cubicBezTo>
                  <a:pt x="0" y="20995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4175"/>
                </a:lnTo>
                <a:cubicBezTo>
                  <a:pt x="21600" y="13802"/>
                  <a:pt x="21380" y="13500"/>
                  <a:pt x="21109" y="13500"/>
                </a:cubicBezTo>
                <a:cubicBezTo>
                  <a:pt x="20296" y="13500"/>
                  <a:pt x="19636" y="12291"/>
                  <a:pt x="19636" y="10800"/>
                </a:cubicBezTo>
                <a:cubicBezTo>
                  <a:pt x="19636" y="9309"/>
                  <a:pt x="20296" y="8100"/>
                  <a:pt x="21109" y="8100"/>
                </a:cubicBezTo>
                <a:moveTo>
                  <a:pt x="16200" y="8100"/>
                </a:moveTo>
                <a:lnTo>
                  <a:pt x="13255" y="8100"/>
                </a:lnTo>
                <a:cubicBezTo>
                  <a:pt x="12983" y="8100"/>
                  <a:pt x="12764" y="8402"/>
                  <a:pt x="12764" y="8775"/>
                </a:cubicBezTo>
                <a:cubicBezTo>
                  <a:pt x="12764" y="9148"/>
                  <a:pt x="12983" y="9450"/>
                  <a:pt x="13255" y="9450"/>
                </a:cubicBezTo>
                <a:lnTo>
                  <a:pt x="16200" y="9450"/>
                </a:lnTo>
                <a:cubicBezTo>
                  <a:pt x="16471" y="9450"/>
                  <a:pt x="16691" y="9148"/>
                  <a:pt x="16691" y="8775"/>
                </a:cubicBezTo>
                <a:cubicBezTo>
                  <a:pt x="16691" y="8402"/>
                  <a:pt x="16471" y="8100"/>
                  <a:pt x="16200" y="81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5" name="Shape 2735"/>
          <p:cNvSpPr/>
          <p:nvPr/>
        </p:nvSpPr>
        <p:spPr>
          <a:xfrm>
            <a:off x="3460680" y="3898800"/>
            <a:ext cx="209520" cy="171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1291" y="12000"/>
                </a:moveTo>
                <a:lnTo>
                  <a:pt x="13255" y="12000"/>
                </a:lnTo>
                <a:cubicBezTo>
                  <a:pt x="13526" y="12000"/>
                  <a:pt x="13745" y="11732"/>
                  <a:pt x="13745" y="11400"/>
                </a:cubicBezTo>
                <a:cubicBezTo>
                  <a:pt x="13745" y="11068"/>
                  <a:pt x="13526" y="10800"/>
                  <a:pt x="13255" y="10800"/>
                </a:cubicBezTo>
                <a:lnTo>
                  <a:pt x="11291" y="10800"/>
                </a:lnTo>
                <a:cubicBezTo>
                  <a:pt x="11020" y="10800"/>
                  <a:pt x="10800" y="11068"/>
                  <a:pt x="10800" y="11400"/>
                </a:cubicBezTo>
                <a:cubicBezTo>
                  <a:pt x="10800" y="11732"/>
                  <a:pt x="11020" y="12000"/>
                  <a:pt x="11291" y="12000"/>
                </a:cubicBezTo>
                <a:moveTo>
                  <a:pt x="11291" y="13800"/>
                </a:moveTo>
                <a:lnTo>
                  <a:pt x="12273" y="13800"/>
                </a:lnTo>
                <a:cubicBezTo>
                  <a:pt x="12544" y="13800"/>
                  <a:pt x="12764" y="13532"/>
                  <a:pt x="12764" y="13200"/>
                </a:cubicBezTo>
                <a:cubicBezTo>
                  <a:pt x="12764" y="12868"/>
                  <a:pt x="12544" y="12600"/>
                  <a:pt x="12273" y="12600"/>
                </a:cubicBezTo>
                <a:lnTo>
                  <a:pt x="11291" y="12600"/>
                </a:lnTo>
                <a:cubicBezTo>
                  <a:pt x="11020" y="12600"/>
                  <a:pt x="10800" y="12868"/>
                  <a:pt x="10800" y="13200"/>
                </a:cubicBezTo>
                <a:cubicBezTo>
                  <a:pt x="10800" y="13532"/>
                  <a:pt x="11020" y="13800"/>
                  <a:pt x="11291" y="13800"/>
                </a:cubicBezTo>
                <a:moveTo>
                  <a:pt x="11291" y="15600"/>
                </a:moveTo>
                <a:lnTo>
                  <a:pt x="13255" y="15600"/>
                </a:lnTo>
                <a:cubicBezTo>
                  <a:pt x="13526" y="15600"/>
                  <a:pt x="13745" y="15332"/>
                  <a:pt x="13745" y="15000"/>
                </a:cubicBezTo>
                <a:cubicBezTo>
                  <a:pt x="13745" y="14668"/>
                  <a:pt x="13526" y="14400"/>
                  <a:pt x="13255" y="14400"/>
                </a:cubicBezTo>
                <a:lnTo>
                  <a:pt x="11291" y="14400"/>
                </a:lnTo>
                <a:cubicBezTo>
                  <a:pt x="11020" y="14400"/>
                  <a:pt x="10800" y="14668"/>
                  <a:pt x="10800" y="15000"/>
                </a:cubicBezTo>
                <a:cubicBezTo>
                  <a:pt x="10800" y="15332"/>
                  <a:pt x="11020" y="15600"/>
                  <a:pt x="11291" y="15600"/>
                </a:cubicBezTo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000"/>
                </a:lnTo>
                <a:cubicBezTo>
                  <a:pt x="2945" y="3332"/>
                  <a:pt x="3165" y="3600"/>
                  <a:pt x="3436" y="3600"/>
                </a:cubicBezTo>
                <a:cubicBezTo>
                  <a:pt x="3708" y="3600"/>
                  <a:pt x="3927" y="3332"/>
                  <a:pt x="3927" y="3000"/>
                </a:cubicBezTo>
                <a:lnTo>
                  <a:pt x="3927" y="1200"/>
                </a:lnTo>
                <a:lnTo>
                  <a:pt x="20618" y="1200"/>
                </a:lnTo>
                <a:lnTo>
                  <a:pt x="20618" y="15600"/>
                </a:lnTo>
                <a:lnTo>
                  <a:pt x="20127" y="15600"/>
                </a:lnTo>
                <a:cubicBezTo>
                  <a:pt x="19856" y="15600"/>
                  <a:pt x="19636" y="15868"/>
                  <a:pt x="19636" y="16200"/>
                </a:cubicBezTo>
                <a:cubicBezTo>
                  <a:pt x="19636" y="16532"/>
                  <a:pt x="19856" y="16800"/>
                  <a:pt x="20127" y="16800"/>
                </a:cubicBezTo>
                <a:lnTo>
                  <a:pt x="20618" y="16800"/>
                </a:lnTo>
                <a:cubicBezTo>
                  <a:pt x="21160" y="16800"/>
                  <a:pt x="21600" y="16263"/>
                  <a:pt x="21600" y="15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091" y="13116"/>
                </a:moveTo>
                <a:lnTo>
                  <a:pt x="6156" y="13983"/>
                </a:lnTo>
                <a:lnTo>
                  <a:pt x="5747" y="15581"/>
                </a:lnTo>
                <a:cubicBezTo>
                  <a:pt x="5738" y="15620"/>
                  <a:pt x="5727" y="15657"/>
                  <a:pt x="5727" y="15700"/>
                </a:cubicBezTo>
                <a:cubicBezTo>
                  <a:pt x="5727" y="15976"/>
                  <a:pt x="5911" y="16200"/>
                  <a:pt x="6136" y="16200"/>
                </a:cubicBezTo>
                <a:cubicBezTo>
                  <a:pt x="6221" y="16200"/>
                  <a:pt x="6296" y="16164"/>
                  <a:pt x="6360" y="16110"/>
                </a:cubicBezTo>
                <a:lnTo>
                  <a:pt x="7364" y="15301"/>
                </a:lnTo>
                <a:lnTo>
                  <a:pt x="8364" y="16116"/>
                </a:lnTo>
                <a:cubicBezTo>
                  <a:pt x="8364" y="16116"/>
                  <a:pt x="8424" y="16200"/>
                  <a:pt x="8591" y="16200"/>
                </a:cubicBezTo>
                <a:cubicBezTo>
                  <a:pt x="8817" y="16200"/>
                  <a:pt x="9000" y="15976"/>
                  <a:pt x="9000" y="15700"/>
                </a:cubicBezTo>
                <a:cubicBezTo>
                  <a:pt x="9000" y="15657"/>
                  <a:pt x="8983" y="15622"/>
                  <a:pt x="8974" y="15583"/>
                </a:cubicBezTo>
                <a:lnTo>
                  <a:pt x="8572" y="13983"/>
                </a:lnTo>
                <a:lnTo>
                  <a:pt x="9636" y="13116"/>
                </a:lnTo>
                <a:cubicBezTo>
                  <a:pt x="9636" y="13116"/>
                  <a:pt x="9818" y="13030"/>
                  <a:pt x="9818" y="12700"/>
                </a:cubicBezTo>
                <a:cubicBezTo>
                  <a:pt x="9818" y="12424"/>
                  <a:pt x="9635" y="12200"/>
                  <a:pt x="9409" y="12200"/>
                </a:cubicBezTo>
                <a:lnTo>
                  <a:pt x="8435" y="12200"/>
                </a:lnTo>
                <a:lnTo>
                  <a:pt x="7730" y="10477"/>
                </a:lnTo>
                <a:lnTo>
                  <a:pt x="7726" y="10479"/>
                </a:lnTo>
                <a:cubicBezTo>
                  <a:pt x="7658" y="10315"/>
                  <a:pt x="7524" y="10200"/>
                  <a:pt x="7364" y="10200"/>
                </a:cubicBezTo>
                <a:cubicBezTo>
                  <a:pt x="7204" y="10200"/>
                  <a:pt x="7069" y="10315"/>
                  <a:pt x="7001" y="10479"/>
                </a:cubicBezTo>
                <a:lnTo>
                  <a:pt x="6998" y="10477"/>
                </a:lnTo>
                <a:lnTo>
                  <a:pt x="6293" y="12200"/>
                </a:lnTo>
                <a:lnTo>
                  <a:pt x="5319" y="12200"/>
                </a:lnTo>
                <a:cubicBezTo>
                  <a:pt x="5092" y="12200"/>
                  <a:pt x="4909" y="12424"/>
                  <a:pt x="4909" y="12700"/>
                </a:cubicBezTo>
                <a:cubicBezTo>
                  <a:pt x="4909" y="13030"/>
                  <a:pt x="5091" y="13116"/>
                  <a:pt x="5091" y="13116"/>
                </a:cubicBezTo>
                <a:moveTo>
                  <a:pt x="17673" y="7200"/>
                </a:moveTo>
                <a:lnTo>
                  <a:pt x="16691" y="7200"/>
                </a:lnTo>
                <a:lnTo>
                  <a:pt x="16691" y="6000"/>
                </a:lnTo>
                <a:lnTo>
                  <a:pt x="17673" y="6000"/>
                </a:lnTo>
                <a:cubicBezTo>
                  <a:pt x="17673" y="6000"/>
                  <a:pt x="17673" y="7200"/>
                  <a:pt x="17673" y="7200"/>
                </a:cubicBezTo>
                <a:close/>
                <a:moveTo>
                  <a:pt x="17673" y="10947"/>
                </a:moveTo>
                <a:cubicBezTo>
                  <a:pt x="17102" y="11278"/>
                  <a:pt x="16691" y="12157"/>
                  <a:pt x="16691" y="13200"/>
                </a:cubicBezTo>
                <a:cubicBezTo>
                  <a:pt x="16691" y="14244"/>
                  <a:pt x="17102" y="15122"/>
                  <a:pt x="17673" y="15453"/>
                </a:cubicBezTo>
                <a:lnTo>
                  <a:pt x="17673" y="18000"/>
                </a:lnTo>
                <a:lnTo>
                  <a:pt x="982" y="18000"/>
                </a:lnTo>
                <a:lnTo>
                  <a:pt x="982" y="15453"/>
                </a:lnTo>
                <a:cubicBezTo>
                  <a:pt x="1552" y="15122"/>
                  <a:pt x="1964" y="14244"/>
                  <a:pt x="1964" y="13200"/>
                </a:cubicBezTo>
                <a:cubicBezTo>
                  <a:pt x="1964" y="12157"/>
                  <a:pt x="1552" y="11278"/>
                  <a:pt x="982" y="10947"/>
                </a:cubicBezTo>
                <a:lnTo>
                  <a:pt x="982" y="8400"/>
                </a:lnTo>
                <a:lnTo>
                  <a:pt x="17673" y="8400"/>
                </a:lnTo>
                <a:cubicBezTo>
                  <a:pt x="17673" y="8400"/>
                  <a:pt x="17673" y="10947"/>
                  <a:pt x="17673" y="10947"/>
                </a:cubicBezTo>
                <a:close/>
                <a:moveTo>
                  <a:pt x="17673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673" y="19200"/>
                </a:lnTo>
                <a:cubicBezTo>
                  <a:pt x="17673" y="19200"/>
                  <a:pt x="17673" y="20400"/>
                  <a:pt x="17673" y="20400"/>
                </a:cubicBezTo>
                <a:close/>
                <a:moveTo>
                  <a:pt x="15709" y="20400"/>
                </a:moveTo>
                <a:lnTo>
                  <a:pt x="982" y="20400"/>
                </a:lnTo>
                <a:lnTo>
                  <a:pt x="982" y="19200"/>
                </a:lnTo>
                <a:lnTo>
                  <a:pt x="15709" y="19200"/>
                </a:lnTo>
                <a:cubicBezTo>
                  <a:pt x="15709" y="19200"/>
                  <a:pt x="15709" y="20400"/>
                  <a:pt x="15709" y="20400"/>
                </a:cubicBezTo>
                <a:close/>
                <a:moveTo>
                  <a:pt x="982" y="6000"/>
                </a:moveTo>
                <a:lnTo>
                  <a:pt x="15709" y="6000"/>
                </a:lnTo>
                <a:lnTo>
                  <a:pt x="15709" y="7200"/>
                </a:lnTo>
                <a:lnTo>
                  <a:pt x="982" y="7200"/>
                </a:lnTo>
                <a:cubicBezTo>
                  <a:pt x="982" y="7200"/>
                  <a:pt x="982" y="6000"/>
                  <a:pt x="982" y="6000"/>
                </a:cubicBezTo>
                <a:close/>
                <a:moveTo>
                  <a:pt x="17673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11400"/>
                </a:lnTo>
                <a:cubicBezTo>
                  <a:pt x="0" y="11732"/>
                  <a:pt x="220" y="12000"/>
                  <a:pt x="491" y="12000"/>
                </a:cubicBezTo>
                <a:cubicBezTo>
                  <a:pt x="762" y="12000"/>
                  <a:pt x="982" y="12538"/>
                  <a:pt x="982" y="13200"/>
                </a:cubicBezTo>
                <a:cubicBezTo>
                  <a:pt x="982" y="13862"/>
                  <a:pt x="762" y="14400"/>
                  <a:pt x="491" y="14400"/>
                </a:cubicBezTo>
                <a:cubicBezTo>
                  <a:pt x="220" y="14400"/>
                  <a:pt x="0" y="14668"/>
                  <a:pt x="0" y="15000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17673" y="21600"/>
                </a:lnTo>
                <a:cubicBezTo>
                  <a:pt x="18214" y="21600"/>
                  <a:pt x="18655" y="21063"/>
                  <a:pt x="18655" y="20400"/>
                </a:cubicBezTo>
                <a:lnTo>
                  <a:pt x="18655" y="15000"/>
                </a:lnTo>
                <a:cubicBezTo>
                  <a:pt x="18655" y="14668"/>
                  <a:pt x="18435" y="14400"/>
                  <a:pt x="18164" y="14400"/>
                </a:cubicBezTo>
                <a:cubicBezTo>
                  <a:pt x="17892" y="14400"/>
                  <a:pt x="17673" y="13862"/>
                  <a:pt x="17673" y="13200"/>
                </a:cubicBezTo>
                <a:cubicBezTo>
                  <a:pt x="17673" y="12538"/>
                  <a:pt x="17892" y="12000"/>
                  <a:pt x="18164" y="12000"/>
                </a:cubicBezTo>
                <a:cubicBezTo>
                  <a:pt x="18435" y="12000"/>
                  <a:pt x="18655" y="11732"/>
                  <a:pt x="18655" y="11400"/>
                </a:cubicBezTo>
                <a:lnTo>
                  <a:pt x="18655" y="6000"/>
                </a:lnTo>
                <a:cubicBezTo>
                  <a:pt x="18655" y="5338"/>
                  <a:pt x="18214" y="4800"/>
                  <a:pt x="17673" y="48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6" name="Shape 2736"/>
          <p:cNvSpPr/>
          <p:nvPr/>
        </p:nvSpPr>
        <p:spPr>
          <a:xfrm>
            <a:off x="3860640" y="387972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945" y="2945"/>
                </a:moveTo>
                <a:lnTo>
                  <a:pt x="18655" y="2945"/>
                </a:lnTo>
                <a:lnTo>
                  <a:pt x="18655" y="18655"/>
                </a:lnTo>
                <a:lnTo>
                  <a:pt x="2945" y="18655"/>
                </a:lnTo>
                <a:cubicBezTo>
                  <a:pt x="2945" y="18655"/>
                  <a:pt x="2945" y="2945"/>
                  <a:pt x="2945" y="2945"/>
                </a:cubicBezTo>
                <a:close/>
                <a:moveTo>
                  <a:pt x="1964" y="19636"/>
                </a:moveTo>
                <a:lnTo>
                  <a:pt x="19636" y="19636"/>
                </a:lnTo>
                <a:lnTo>
                  <a:pt x="19636" y="1964"/>
                </a:lnTo>
                <a:lnTo>
                  <a:pt x="1964" y="1964"/>
                </a:lnTo>
                <a:cubicBezTo>
                  <a:pt x="1964" y="1964"/>
                  <a:pt x="1964" y="19636"/>
                  <a:pt x="1964" y="19636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7" name="Shape 2737"/>
          <p:cNvSpPr/>
          <p:nvPr/>
        </p:nvSpPr>
        <p:spPr>
          <a:xfrm>
            <a:off x="4260960" y="38797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2273" y="12273"/>
                </a:moveTo>
                <a:lnTo>
                  <a:pt x="18655" y="12273"/>
                </a:lnTo>
                <a:lnTo>
                  <a:pt x="18655" y="18655"/>
                </a:lnTo>
                <a:lnTo>
                  <a:pt x="12273" y="18655"/>
                </a:lnTo>
                <a:cubicBezTo>
                  <a:pt x="12273" y="18655"/>
                  <a:pt x="12273" y="12273"/>
                  <a:pt x="12273" y="12273"/>
                </a:cubicBezTo>
                <a:close/>
                <a:moveTo>
                  <a:pt x="11291" y="19636"/>
                </a:moveTo>
                <a:lnTo>
                  <a:pt x="19636" y="19636"/>
                </a:lnTo>
                <a:lnTo>
                  <a:pt x="19636" y="11291"/>
                </a:lnTo>
                <a:lnTo>
                  <a:pt x="11291" y="11291"/>
                </a:lnTo>
                <a:cubicBezTo>
                  <a:pt x="11291" y="11291"/>
                  <a:pt x="11291" y="19636"/>
                  <a:pt x="11291" y="19636"/>
                </a:cubicBezTo>
                <a:close/>
                <a:moveTo>
                  <a:pt x="12273" y="2945"/>
                </a:moveTo>
                <a:lnTo>
                  <a:pt x="18655" y="2945"/>
                </a:lnTo>
                <a:lnTo>
                  <a:pt x="18655" y="9327"/>
                </a:lnTo>
                <a:lnTo>
                  <a:pt x="12273" y="9327"/>
                </a:lnTo>
                <a:cubicBezTo>
                  <a:pt x="12273" y="9327"/>
                  <a:pt x="12273" y="2945"/>
                  <a:pt x="12273" y="2945"/>
                </a:cubicBezTo>
                <a:close/>
                <a:moveTo>
                  <a:pt x="11291" y="10309"/>
                </a:moveTo>
                <a:lnTo>
                  <a:pt x="19636" y="10309"/>
                </a:lnTo>
                <a:lnTo>
                  <a:pt x="19636" y="1964"/>
                </a:lnTo>
                <a:lnTo>
                  <a:pt x="11291" y="1964"/>
                </a:lnTo>
                <a:cubicBezTo>
                  <a:pt x="11291" y="1964"/>
                  <a:pt x="11291" y="10309"/>
                  <a:pt x="11291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2945" y="2945"/>
                </a:moveTo>
                <a:lnTo>
                  <a:pt x="9327" y="2945"/>
                </a:lnTo>
                <a:lnTo>
                  <a:pt x="9327" y="9327"/>
                </a:lnTo>
                <a:lnTo>
                  <a:pt x="2945" y="9327"/>
                </a:lnTo>
                <a:cubicBezTo>
                  <a:pt x="2945" y="9327"/>
                  <a:pt x="2945" y="2945"/>
                  <a:pt x="2945" y="2945"/>
                </a:cubicBezTo>
                <a:close/>
                <a:moveTo>
                  <a:pt x="1964" y="10309"/>
                </a:moveTo>
                <a:lnTo>
                  <a:pt x="10309" y="10309"/>
                </a:lnTo>
                <a:lnTo>
                  <a:pt x="10309" y="1964"/>
                </a:lnTo>
                <a:lnTo>
                  <a:pt x="1964" y="1964"/>
                </a:lnTo>
                <a:cubicBezTo>
                  <a:pt x="1964" y="1964"/>
                  <a:pt x="1964" y="10309"/>
                  <a:pt x="1964" y="10309"/>
                </a:cubicBezTo>
                <a:close/>
                <a:moveTo>
                  <a:pt x="2945" y="12273"/>
                </a:moveTo>
                <a:lnTo>
                  <a:pt x="9327" y="12273"/>
                </a:lnTo>
                <a:lnTo>
                  <a:pt x="9327" y="18655"/>
                </a:lnTo>
                <a:lnTo>
                  <a:pt x="2945" y="18655"/>
                </a:lnTo>
                <a:cubicBezTo>
                  <a:pt x="2945" y="18655"/>
                  <a:pt x="2945" y="12273"/>
                  <a:pt x="2945" y="12273"/>
                </a:cubicBezTo>
                <a:close/>
                <a:moveTo>
                  <a:pt x="1964" y="19636"/>
                </a:moveTo>
                <a:lnTo>
                  <a:pt x="10309" y="19636"/>
                </a:lnTo>
                <a:lnTo>
                  <a:pt x="10309" y="11291"/>
                </a:lnTo>
                <a:lnTo>
                  <a:pt x="1964" y="11291"/>
                </a:lnTo>
                <a:cubicBezTo>
                  <a:pt x="1964" y="11291"/>
                  <a:pt x="1964" y="19636"/>
                  <a:pt x="1964" y="1963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8" name="Shape 2738"/>
          <p:cNvSpPr/>
          <p:nvPr/>
        </p:nvSpPr>
        <p:spPr>
          <a:xfrm>
            <a:off x="660240" y="428004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945" y="2945"/>
                </a:moveTo>
                <a:lnTo>
                  <a:pt x="9327" y="2945"/>
                </a:lnTo>
                <a:lnTo>
                  <a:pt x="9327" y="18655"/>
                </a:lnTo>
                <a:lnTo>
                  <a:pt x="2945" y="18655"/>
                </a:lnTo>
                <a:cubicBezTo>
                  <a:pt x="2945" y="18655"/>
                  <a:pt x="2945" y="2945"/>
                  <a:pt x="2945" y="2945"/>
                </a:cubicBezTo>
                <a:close/>
                <a:moveTo>
                  <a:pt x="1964" y="19636"/>
                </a:moveTo>
                <a:lnTo>
                  <a:pt x="10309" y="19636"/>
                </a:lnTo>
                <a:lnTo>
                  <a:pt x="10309" y="1964"/>
                </a:lnTo>
                <a:lnTo>
                  <a:pt x="1964" y="1964"/>
                </a:lnTo>
                <a:cubicBezTo>
                  <a:pt x="1964" y="1964"/>
                  <a:pt x="1964" y="19636"/>
                  <a:pt x="1964" y="19636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2273" y="2945"/>
                </a:moveTo>
                <a:lnTo>
                  <a:pt x="18655" y="2945"/>
                </a:lnTo>
                <a:lnTo>
                  <a:pt x="18655" y="18655"/>
                </a:lnTo>
                <a:lnTo>
                  <a:pt x="12273" y="18655"/>
                </a:lnTo>
                <a:cubicBezTo>
                  <a:pt x="12273" y="18655"/>
                  <a:pt x="12273" y="2945"/>
                  <a:pt x="12273" y="2945"/>
                </a:cubicBezTo>
                <a:close/>
                <a:moveTo>
                  <a:pt x="11291" y="19636"/>
                </a:moveTo>
                <a:lnTo>
                  <a:pt x="19636" y="19636"/>
                </a:lnTo>
                <a:lnTo>
                  <a:pt x="19636" y="1964"/>
                </a:lnTo>
                <a:lnTo>
                  <a:pt x="11291" y="1964"/>
                </a:lnTo>
                <a:cubicBezTo>
                  <a:pt x="11291" y="1964"/>
                  <a:pt x="11291" y="19636"/>
                  <a:pt x="11291" y="1963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9" name="Shape 2739"/>
          <p:cNvSpPr/>
          <p:nvPr/>
        </p:nvSpPr>
        <p:spPr>
          <a:xfrm>
            <a:off x="1060560" y="428004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945" y="2945"/>
                </a:moveTo>
                <a:lnTo>
                  <a:pt x="18655" y="2945"/>
                </a:lnTo>
                <a:lnTo>
                  <a:pt x="18655" y="9327"/>
                </a:lnTo>
                <a:lnTo>
                  <a:pt x="2945" y="9327"/>
                </a:lnTo>
                <a:cubicBezTo>
                  <a:pt x="2945" y="9327"/>
                  <a:pt x="2945" y="2945"/>
                  <a:pt x="2945" y="2945"/>
                </a:cubicBezTo>
                <a:close/>
                <a:moveTo>
                  <a:pt x="1964" y="10309"/>
                </a:moveTo>
                <a:lnTo>
                  <a:pt x="19636" y="10309"/>
                </a:lnTo>
                <a:lnTo>
                  <a:pt x="19636" y="1964"/>
                </a:lnTo>
                <a:lnTo>
                  <a:pt x="1964" y="1964"/>
                </a:lnTo>
                <a:cubicBezTo>
                  <a:pt x="1964" y="1964"/>
                  <a:pt x="1964" y="10309"/>
                  <a:pt x="1964" y="10309"/>
                </a:cubicBezTo>
                <a:close/>
                <a:moveTo>
                  <a:pt x="2945" y="12273"/>
                </a:moveTo>
                <a:lnTo>
                  <a:pt x="18655" y="12273"/>
                </a:lnTo>
                <a:lnTo>
                  <a:pt x="18655" y="18655"/>
                </a:lnTo>
                <a:lnTo>
                  <a:pt x="2945" y="18655"/>
                </a:lnTo>
                <a:cubicBezTo>
                  <a:pt x="2945" y="18655"/>
                  <a:pt x="2945" y="12273"/>
                  <a:pt x="2945" y="12273"/>
                </a:cubicBezTo>
                <a:close/>
                <a:moveTo>
                  <a:pt x="1964" y="19636"/>
                </a:moveTo>
                <a:lnTo>
                  <a:pt x="19636" y="19636"/>
                </a:lnTo>
                <a:lnTo>
                  <a:pt x="19636" y="11291"/>
                </a:lnTo>
                <a:lnTo>
                  <a:pt x="1964" y="11291"/>
                </a:lnTo>
                <a:cubicBezTo>
                  <a:pt x="1964" y="11291"/>
                  <a:pt x="1964" y="19636"/>
                  <a:pt x="1964" y="19636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0" name="Shape 2740"/>
          <p:cNvSpPr/>
          <p:nvPr/>
        </p:nvSpPr>
        <p:spPr>
          <a:xfrm>
            <a:off x="1460520" y="428004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2273" y="2945"/>
                </a:moveTo>
                <a:lnTo>
                  <a:pt x="18655" y="2945"/>
                </a:lnTo>
                <a:lnTo>
                  <a:pt x="18655" y="18655"/>
                </a:lnTo>
                <a:lnTo>
                  <a:pt x="12273" y="18655"/>
                </a:lnTo>
                <a:cubicBezTo>
                  <a:pt x="12273" y="18655"/>
                  <a:pt x="12273" y="2945"/>
                  <a:pt x="12273" y="2945"/>
                </a:cubicBezTo>
                <a:close/>
                <a:moveTo>
                  <a:pt x="11291" y="19636"/>
                </a:moveTo>
                <a:lnTo>
                  <a:pt x="19636" y="19636"/>
                </a:lnTo>
                <a:lnTo>
                  <a:pt x="19636" y="1964"/>
                </a:lnTo>
                <a:lnTo>
                  <a:pt x="11291" y="1964"/>
                </a:lnTo>
                <a:cubicBezTo>
                  <a:pt x="11291" y="1964"/>
                  <a:pt x="11291" y="19636"/>
                  <a:pt x="11291" y="19636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2945" y="2945"/>
                </a:moveTo>
                <a:lnTo>
                  <a:pt x="9327" y="2945"/>
                </a:lnTo>
                <a:lnTo>
                  <a:pt x="9327" y="9327"/>
                </a:lnTo>
                <a:lnTo>
                  <a:pt x="2945" y="9327"/>
                </a:lnTo>
                <a:cubicBezTo>
                  <a:pt x="2945" y="9327"/>
                  <a:pt x="2945" y="2945"/>
                  <a:pt x="2945" y="2945"/>
                </a:cubicBezTo>
                <a:close/>
                <a:moveTo>
                  <a:pt x="1964" y="10309"/>
                </a:moveTo>
                <a:lnTo>
                  <a:pt x="10309" y="10309"/>
                </a:lnTo>
                <a:lnTo>
                  <a:pt x="10309" y="1964"/>
                </a:lnTo>
                <a:lnTo>
                  <a:pt x="1964" y="1964"/>
                </a:lnTo>
                <a:cubicBezTo>
                  <a:pt x="1964" y="1964"/>
                  <a:pt x="1964" y="10309"/>
                  <a:pt x="1964" y="10309"/>
                </a:cubicBezTo>
                <a:close/>
                <a:moveTo>
                  <a:pt x="2945" y="12273"/>
                </a:moveTo>
                <a:lnTo>
                  <a:pt x="9327" y="12273"/>
                </a:lnTo>
                <a:lnTo>
                  <a:pt x="9327" y="18655"/>
                </a:lnTo>
                <a:lnTo>
                  <a:pt x="2945" y="18655"/>
                </a:lnTo>
                <a:cubicBezTo>
                  <a:pt x="2945" y="18655"/>
                  <a:pt x="2945" y="12273"/>
                  <a:pt x="2945" y="12273"/>
                </a:cubicBezTo>
                <a:close/>
                <a:moveTo>
                  <a:pt x="1964" y="19636"/>
                </a:moveTo>
                <a:lnTo>
                  <a:pt x="10309" y="19636"/>
                </a:lnTo>
                <a:lnTo>
                  <a:pt x="10309" y="11291"/>
                </a:lnTo>
                <a:lnTo>
                  <a:pt x="1964" y="11291"/>
                </a:lnTo>
                <a:cubicBezTo>
                  <a:pt x="1964" y="11291"/>
                  <a:pt x="1964" y="19636"/>
                  <a:pt x="1964" y="1963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1" name="Shape 2741"/>
          <p:cNvSpPr/>
          <p:nvPr/>
        </p:nvSpPr>
        <p:spPr>
          <a:xfrm>
            <a:off x="1860480" y="428004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2273" y="2945"/>
                </a:moveTo>
                <a:lnTo>
                  <a:pt x="18655" y="2945"/>
                </a:lnTo>
                <a:lnTo>
                  <a:pt x="18655" y="9327"/>
                </a:lnTo>
                <a:lnTo>
                  <a:pt x="12273" y="9327"/>
                </a:lnTo>
                <a:cubicBezTo>
                  <a:pt x="12273" y="9327"/>
                  <a:pt x="12273" y="2945"/>
                  <a:pt x="12273" y="2945"/>
                </a:cubicBezTo>
                <a:close/>
                <a:moveTo>
                  <a:pt x="11291" y="10309"/>
                </a:moveTo>
                <a:lnTo>
                  <a:pt x="19636" y="10309"/>
                </a:lnTo>
                <a:lnTo>
                  <a:pt x="19636" y="1964"/>
                </a:lnTo>
                <a:lnTo>
                  <a:pt x="11291" y="1964"/>
                </a:lnTo>
                <a:cubicBezTo>
                  <a:pt x="11291" y="1964"/>
                  <a:pt x="11291" y="10309"/>
                  <a:pt x="11291" y="10309"/>
                </a:cubicBezTo>
                <a:close/>
                <a:moveTo>
                  <a:pt x="2945" y="12273"/>
                </a:moveTo>
                <a:lnTo>
                  <a:pt x="18655" y="12273"/>
                </a:lnTo>
                <a:lnTo>
                  <a:pt x="18655" y="18655"/>
                </a:lnTo>
                <a:lnTo>
                  <a:pt x="2945" y="18655"/>
                </a:lnTo>
                <a:cubicBezTo>
                  <a:pt x="2945" y="18655"/>
                  <a:pt x="2945" y="12273"/>
                  <a:pt x="2945" y="12273"/>
                </a:cubicBezTo>
                <a:close/>
                <a:moveTo>
                  <a:pt x="1964" y="19636"/>
                </a:moveTo>
                <a:lnTo>
                  <a:pt x="19636" y="19636"/>
                </a:lnTo>
                <a:lnTo>
                  <a:pt x="19636" y="11291"/>
                </a:lnTo>
                <a:lnTo>
                  <a:pt x="1964" y="11291"/>
                </a:lnTo>
                <a:cubicBezTo>
                  <a:pt x="1964" y="11291"/>
                  <a:pt x="1964" y="19636"/>
                  <a:pt x="1964" y="19636"/>
                </a:cubicBezTo>
                <a:close/>
                <a:moveTo>
                  <a:pt x="9327" y="9327"/>
                </a:moveTo>
                <a:lnTo>
                  <a:pt x="2945" y="9327"/>
                </a:lnTo>
                <a:lnTo>
                  <a:pt x="2945" y="2945"/>
                </a:lnTo>
                <a:lnTo>
                  <a:pt x="9327" y="2945"/>
                </a:lnTo>
                <a:cubicBezTo>
                  <a:pt x="9327" y="2945"/>
                  <a:pt x="9327" y="9327"/>
                  <a:pt x="9327" y="9327"/>
                </a:cubicBezTo>
                <a:close/>
                <a:moveTo>
                  <a:pt x="10309" y="1964"/>
                </a:moveTo>
                <a:lnTo>
                  <a:pt x="1964" y="1964"/>
                </a:lnTo>
                <a:lnTo>
                  <a:pt x="1964" y="10309"/>
                </a:lnTo>
                <a:lnTo>
                  <a:pt x="10309" y="10309"/>
                </a:lnTo>
                <a:cubicBezTo>
                  <a:pt x="10309" y="10309"/>
                  <a:pt x="10309" y="1964"/>
                  <a:pt x="10309" y="196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2" name="Shape 2742"/>
          <p:cNvSpPr/>
          <p:nvPr/>
        </p:nvSpPr>
        <p:spPr>
          <a:xfrm>
            <a:off x="2260440" y="428004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2273" y="12273"/>
                </a:moveTo>
                <a:lnTo>
                  <a:pt x="18655" y="12273"/>
                </a:lnTo>
                <a:lnTo>
                  <a:pt x="18655" y="18655"/>
                </a:lnTo>
                <a:lnTo>
                  <a:pt x="12273" y="18655"/>
                </a:lnTo>
                <a:cubicBezTo>
                  <a:pt x="12273" y="18655"/>
                  <a:pt x="12273" y="12273"/>
                  <a:pt x="12273" y="12273"/>
                </a:cubicBezTo>
                <a:close/>
                <a:moveTo>
                  <a:pt x="11291" y="19636"/>
                </a:moveTo>
                <a:lnTo>
                  <a:pt x="19636" y="19636"/>
                </a:lnTo>
                <a:lnTo>
                  <a:pt x="19636" y="11291"/>
                </a:lnTo>
                <a:lnTo>
                  <a:pt x="11291" y="11291"/>
                </a:lnTo>
                <a:cubicBezTo>
                  <a:pt x="11291" y="11291"/>
                  <a:pt x="11291" y="19636"/>
                  <a:pt x="11291" y="19636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2273" y="2945"/>
                </a:moveTo>
                <a:lnTo>
                  <a:pt x="18655" y="2945"/>
                </a:lnTo>
                <a:lnTo>
                  <a:pt x="18655" y="9327"/>
                </a:lnTo>
                <a:lnTo>
                  <a:pt x="12273" y="9327"/>
                </a:lnTo>
                <a:cubicBezTo>
                  <a:pt x="12273" y="9327"/>
                  <a:pt x="12273" y="2945"/>
                  <a:pt x="12273" y="2945"/>
                </a:cubicBezTo>
                <a:close/>
                <a:moveTo>
                  <a:pt x="11291" y="10309"/>
                </a:moveTo>
                <a:lnTo>
                  <a:pt x="19636" y="10309"/>
                </a:lnTo>
                <a:lnTo>
                  <a:pt x="19636" y="1964"/>
                </a:lnTo>
                <a:lnTo>
                  <a:pt x="11291" y="1964"/>
                </a:lnTo>
                <a:cubicBezTo>
                  <a:pt x="11291" y="1964"/>
                  <a:pt x="11291" y="10309"/>
                  <a:pt x="11291" y="10309"/>
                </a:cubicBezTo>
                <a:close/>
                <a:moveTo>
                  <a:pt x="2945" y="2945"/>
                </a:moveTo>
                <a:lnTo>
                  <a:pt x="9327" y="2945"/>
                </a:lnTo>
                <a:lnTo>
                  <a:pt x="9327" y="18655"/>
                </a:lnTo>
                <a:lnTo>
                  <a:pt x="2945" y="18655"/>
                </a:lnTo>
                <a:cubicBezTo>
                  <a:pt x="2945" y="18655"/>
                  <a:pt x="2945" y="2945"/>
                  <a:pt x="2945" y="2945"/>
                </a:cubicBezTo>
                <a:close/>
                <a:moveTo>
                  <a:pt x="1964" y="19636"/>
                </a:moveTo>
                <a:lnTo>
                  <a:pt x="10309" y="19636"/>
                </a:lnTo>
                <a:lnTo>
                  <a:pt x="10309" y="1964"/>
                </a:lnTo>
                <a:lnTo>
                  <a:pt x="1964" y="1964"/>
                </a:lnTo>
                <a:cubicBezTo>
                  <a:pt x="1964" y="1964"/>
                  <a:pt x="1964" y="19636"/>
                  <a:pt x="1964" y="1963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3" name="Shape 2743"/>
          <p:cNvSpPr/>
          <p:nvPr/>
        </p:nvSpPr>
        <p:spPr>
          <a:xfrm>
            <a:off x="2660760" y="428004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2273" y="12273"/>
                </a:moveTo>
                <a:lnTo>
                  <a:pt x="18655" y="12273"/>
                </a:lnTo>
                <a:lnTo>
                  <a:pt x="18655" y="18655"/>
                </a:lnTo>
                <a:lnTo>
                  <a:pt x="12273" y="18655"/>
                </a:lnTo>
                <a:cubicBezTo>
                  <a:pt x="12273" y="18655"/>
                  <a:pt x="12273" y="12273"/>
                  <a:pt x="12273" y="12273"/>
                </a:cubicBezTo>
                <a:close/>
                <a:moveTo>
                  <a:pt x="11291" y="19636"/>
                </a:moveTo>
                <a:lnTo>
                  <a:pt x="19636" y="19636"/>
                </a:lnTo>
                <a:lnTo>
                  <a:pt x="19636" y="11291"/>
                </a:lnTo>
                <a:lnTo>
                  <a:pt x="11291" y="11291"/>
                </a:lnTo>
                <a:cubicBezTo>
                  <a:pt x="11291" y="11291"/>
                  <a:pt x="11291" y="19636"/>
                  <a:pt x="11291" y="19636"/>
                </a:cubicBezTo>
                <a:close/>
                <a:moveTo>
                  <a:pt x="2945" y="2945"/>
                </a:moveTo>
                <a:lnTo>
                  <a:pt x="18655" y="2945"/>
                </a:lnTo>
                <a:lnTo>
                  <a:pt x="18655" y="9327"/>
                </a:lnTo>
                <a:lnTo>
                  <a:pt x="2945" y="9327"/>
                </a:lnTo>
                <a:cubicBezTo>
                  <a:pt x="2945" y="9327"/>
                  <a:pt x="2945" y="2945"/>
                  <a:pt x="2945" y="2945"/>
                </a:cubicBezTo>
                <a:close/>
                <a:moveTo>
                  <a:pt x="1964" y="10309"/>
                </a:moveTo>
                <a:lnTo>
                  <a:pt x="19636" y="10309"/>
                </a:lnTo>
                <a:lnTo>
                  <a:pt x="19636" y="1964"/>
                </a:lnTo>
                <a:lnTo>
                  <a:pt x="1964" y="1964"/>
                </a:lnTo>
                <a:cubicBezTo>
                  <a:pt x="1964" y="1964"/>
                  <a:pt x="1964" y="10309"/>
                  <a:pt x="1964" y="10309"/>
                </a:cubicBezTo>
                <a:close/>
                <a:moveTo>
                  <a:pt x="2945" y="12273"/>
                </a:moveTo>
                <a:lnTo>
                  <a:pt x="9327" y="12273"/>
                </a:lnTo>
                <a:lnTo>
                  <a:pt x="9327" y="18655"/>
                </a:lnTo>
                <a:lnTo>
                  <a:pt x="2945" y="18655"/>
                </a:lnTo>
                <a:cubicBezTo>
                  <a:pt x="2945" y="18655"/>
                  <a:pt x="2945" y="12273"/>
                  <a:pt x="2945" y="12273"/>
                </a:cubicBezTo>
                <a:close/>
                <a:moveTo>
                  <a:pt x="1964" y="19636"/>
                </a:moveTo>
                <a:lnTo>
                  <a:pt x="10309" y="19636"/>
                </a:lnTo>
                <a:lnTo>
                  <a:pt x="10309" y="11291"/>
                </a:lnTo>
                <a:lnTo>
                  <a:pt x="1964" y="11291"/>
                </a:lnTo>
                <a:cubicBezTo>
                  <a:pt x="1964" y="11291"/>
                  <a:pt x="1964" y="19636"/>
                  <a:pt x="1964" y="19636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4" name="Shape 2744"/>
          <p:cNvSpPr/>
          <p:nvPr/>
        </p:nvSpPr>
        <p:spPr>
          <a:xfrm>
            <a:off x="3060720" y="428004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9327" y="9327"/>
                </a:moveTo>
                <a:lnTo>
                  <a:pt x="12273" y="9327"/>
                </a:lnTo>
                <a:lnTo>
                  <a:pt x="12273" y="12273"/>
                </a:lnTo>
                <a:lnTo>
                  <a:pt x="9327" y="12273"/>
                </a:lnTo>
                <a:cubicBezTo>
                  <a:pt x="9327" y="12273"/>
                  <a:pt x="9327" y="9327"/>
                  <a:pt x="9327" y="9327"/>
                </a:cubicBezTo>
                <a:close/>
                <a:moveTo>
                  <a:pt x="8345" y="13255"/>
                </a:moveTo>
                <a:lnTo>
                  <a:pt x="13255" y="13255"/>
                </a:lnTo>
                <a:lnTo>
                  <a:pt x="13255" y="8345"/>
                </a:lnTo>
                <a:lnTo>
                  <a:pt x="8345" y="8345"/>
                </a:lnTo>
                <a:cubicBezTo>
                  <a:pt x="8345" y="8345"/>
                  <a:pt x="8345" y="13255"/>
                  <a:pt x="8345" y="13255"/>
                </a:cubicBezTo>
                <a:close/>
                <a:moveTo>
                  <a:pt x="9327" y="15709"/>
                </a:moveTo>
                <a:lnTo>
                  <a:pt x="12273" y="15709"/>
                </a:lnTo>
                <a:lnTo>
                  <a:pt x="12273" y="18655"/>
                </a:lnTo>
                <a:lnTo>
                  <a:pt x="9327" y="18655"/>
                </a:lnTo>
                <a:cubicBezTo>
                  <a:pt x="9327" y="18655"/>
                  <a:pt x="9327" y="15709"/>
                  <a:pt x="9327" y="15709"/>
                </a:cubicBezTo>
                <a:close/>
                <a:moveTo>
                  <a:pt x="8345" y="19636"/>
                </a:moveTo>
                <a:lnTo>
                  <a:pt x="13255" y="19636"/>
                </a:lnTo>
                <a:lnTo>
                  <a:pt x="13255" y="14727"/>
                </a:lnTo>
                <a:lnTo>
                  <a:pt x="8345" y="14727"/>
                </a:lnTo>
                <a:cubicBezTo>
                  <a:pt x="8345" y="14727"/>
                  <a:pt x="8345" y="19636"/>
                  <a:pt x="8345" y="19636"/>
                </a:cubicBezTo>
                <a:close/>
                <a:moveTo>
                  <a:pt x="15709" y="2945"/>
                </a:moveTo>
                <a:lnTo>
                  <a:pt x="18655" y="2945"/>
                </a:lnTo>
                <a:lnTo>
                  <a:pt x="18655" y="5891"/>
                </a:lnTo>
                <a:lnTo>
                  <a:pt x="15709" y="5891"/>
                </a:lnTo>
                <a:cubicBezTo>
                  <a:pt x="15709" y="5891"/>
                  <a:pt x="15709" y="2945"/>
                  <a:pt x="15709" y="2945"/>
                </a:cubicBezTo>
                <a:close/>
                <a:moveTo>
                  <a:pt x="14727" y="6873"/>
                </a:moveTo>
                <a:lnTo>
                  <a:pt x="19636" y="6873"/>
                </a:lnTo>
                <a:lnTo>
                  <a:pt x="19636" y="1964"/>
                </a:lnTo>
                <a:lnTo>
                  <a:pt x="14727" y="1964"/>
                </a:lnTo>
                <a:cubicBezTo>
                  <a:pt x="14727" y="1964"/>
                  <a:pt x="14727" y="6873"/>
                  <a:pt x="14727" y="6873"/>
                </a:cubicBezTo>
                <a:close/>
                <a:moveTo>
                  <a:pt x="15709" y="9327"/>
                </a:moveTo>
                <a:lnTo>
                  <a:pt x="18655" y="9327"/>
                </a:lnTo>
                <a:lnTo>
                  <a:pt x="18655" y="12273"/>
                </a:lnTo>
                <a:lnTo>
                  <a:pt x="15709" y="12273"/>
                </a:lnTo>
                <a:cubicBezTo>
                  <a:pt x="15709" y="12273"/>
                  <a:pt x="15709" y="9327"/>
                  <a:pt x="15709" y="9327"/>
                </a:cubicBezTo>
                <a:close/>
                <a:moveTo>
                  <a:pt x="14727" y="13255"/>
                </a:moveTo>
                <a:lnTo>
                  <a:pt x="19636" y="13255"/>
                </a:lnTo>
                <a:lnTo>
                  <a:pt x="19636" y="8345"/>
                </a:lnTo>
                <a:lnTo>
                  <a:pt x="14727" y="8345"/>
                </a:lnTo>
                <a:cubicBezTo>
                  <a:pt x="14727" y="8345"/>
                  <a:pt x="14727" y="13255"/>
                  <a:pt x="14727" y="13255"/>
                </a:cubicBezTo>
                <a:close/>
                <a:moveTo>
                  <a:pt x="9327" y="2945"/>
                </a:moveTo>
                <a:lnTo>
                  <a:pt x="12273" y="2945"/>
                </a:lnTo>
                <a:lnTo>
                  <a:pt x="12273" y="5891"/>
                </a:lnTo>
                <a:lnTo>
                  <a:pt x="9327" y="5891"/>
                </a:lnTo>
                <a:cubicBezTo>
                  <a:pt x="9327" y="5891"/>
                  <a:pt x="9327" y="2945"/>
                  <a:pt x="9327" y="2945"/>
                </a:cubicBezTo>
                <a:close/>
                <a:moveTo>
                  <a:pt x="8345" y="6873"/>
                </a:moveTo>
                <a:lnTo>
                  <a:pt x="13255" y="6873"/>
                </a:lnTo>
                <a:lnTo>
                  <a:pt x="13255" y="1964"/>
                </a:lnTo>
                <a:lnTo>
                  <a:pt x="8345" y="1964"/>
                </a:lnTo>
                <a:cubicBezTo>
                  <a:pt x="8345" y="1964"/>
                  <a:pt x="8345" y="6873"/>
                  <a:pt x="8345" y="6873"/>
                </a:cubicBezTo>
                <a:close/>
                <a:moveTo>
                  <a:pt x="2945" y="9327"/>
                </a:moveTo>
                <a:lnTo>
                  <a:pt x="5891" y="9327"/>
                </a:lnTo>
                <a:lnTo>
                  <a:pt x="5891" y="12273"/>
                </a:lnTo>
                <a:lnTo>
                  <a:pt x="2945" y="12273"/>
                </a:lnTo>
                <a:cubicBezTo>
                  <a:pt x="2945" y="12273"/>
                  <a:pt x="2945" y="9327"/>
                  <a:pt x="2945" y="9327"/>
                </a:cubicBezTo>
                <a:close/>
                <a:moveTo>
                  <a:pt x="1964" y="13255"/>
                </a:moveTo>
                <a:lnTo>
                  <a:pt x="6873" y="13255"/>
                </a:lnTo>
                <a:lnTo>
                  <a:pt x="6873" y="8345"/>
                </a:lnTo>
                <a:lnTo>
                  <a:pt x="1964" y="8345"/>
                </a:lnTo>
                <a:cubicBezTo>
                  <a:pt x="1964" y="8345"/>
                  <a:pt x="1964" y="13255"/>
                  <a:pt x="1964" y="13255"/>
                </a:cubicBezTo>
                <a:close/>
                <a:moveTo>
                  <a:pt x="2945" y="2945"/>
                </a:moveTo>
                <a:lnTo>
                  <a:pt x="5891" y="2945"/>
                </a:lnTo>
                <a:lnTo>
                  <a:pt x="5891" y="5891"/>
                </a:lnTo>
                <a:lnTo>
                  <a:pt x="2945" y="5891"/>
                </a:lnTo>
                <a:cubicBezTo>
                  <a:pt x="2945" y="5891"/>
                  <a:pt x="2945" y="2945"/>
                  <a:pt x="2945" y="2945"/>
                </a:cubicBezTo>
                <a:close/>
                <a:moveTo>
                  <a:pt x="1964" y="6873"/>
                </a:moveTo>
                <a:lnTo>
                  <a:pt x="6873" y="6873"/>
                </a:lnTo>
                <a:lnTo>
                  <a:pt x="6873" y="1964"/>
                </a:lnTo>
                <a:lnTo>
                  <a:pt x="1964" y="1964"/>
                </a:lnTo>
                <a:cubicBezTo>
                  <a:pt x="1964" y="1964"/>
                  <a:pt x="1964" y="6873"/>
                  <a:pt x="1964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2945" y="15709"/>
                </a:moveTo>
                <a:lnTo>
                  <a:pt x="5891" y="15709"/>
                </a:lnTo>
                <a:lnTo>
                  <a:pt x="5891" y="18655"/>
                </a:lnTo>
                <a:lnTo>
                  <a:pt x="2945" y="18655"/>
                </a:lnTo>
                <a:cubicBezTo>
                  <a:pt x="2945" y="18655"/>
                  <a:pt x="2945" y="15709"/>
                  <a:pt x="2945" y="15709"/>
                </a:cubicBezTo>
                <a:close/>
                <a:moveTo>
                  <a:pt x="1964" y="19636"/>
                </a:moveTo>
                <a:lnTo>
                  <a:pt x="6873" y="19636"/>
                </a:lnTo>
                <a:lnTo>
                  <a:pt x="6873" y="14727"/>
                </a:lnTo>
                <a:lnTo>
                  <a:pt x="1964" y="14727"/>
                </a:lnTo>
                <a:cubicBezTo>
                  <a:pt x="1964" y="14727"/>
                  <a:pt x="1964" y="19636"/>
                  <a:pt x="1964" y="19636"/>
                </a:cubicBezTo>
                <a:close/>
                <a:moveTo>
                  <a:pt x="15709" y="15709"/>
                </a:moveTo>
                <a:lnTo>
                  <a:pt x="18655" y="15709"/>
                </a:lnTo>
                <a:lnTo>
                  <a:pt x="18655" y="18655"/>
                </a:lnTo>
                <a:lnTo>
                  <a:pt x="15709" y="18655"/>
                </a:lnTo>
                <a:cubicBezTo>
                  <a:pt x="15709" y="18655"/>
                  <a:pt x="15709" y="15709"/>
                  <a:pt x="15709" y="15709"/>
                </a:cubicBezTo>
                <a:close/>
                <a:moveTo>
                  <a:pt x="14727" y="19636"/>
                </a:moveTo>
                <a:lnTo>
                  <a:pt x="19636" y="19636"/>
                </a:lnTo>
                <a:lnTo>
                  <a:pt x="19636" y="14727"/>
                </a:lnTo>
                <a:lnTo>
                  <a:pt x="14727" y="14727"/>
                </a:lnTo>
                <a:cubicBezTo>
                  <a:pt x="14727" y="14727"/>
                  <a:pt x="14727" y="19636"/>
                  <a:pt x="14727" y="1963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5" name="Shape 2745"/>
          <p:cNvSpPr/>
          <p:nvPr/>
        </p:nvSpPr>
        <p:spPr>
          <a:xfrm>
            <a:off x="3460680" y="428004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3745" y="20618"/>
                </a:lnTo>
                <a:cubicBezTo>
                  <a:pt x="13204" y="20618"/>
                  <a:pt x="12764" y="20178"/>
                  <a:pt x="12764" y="19636"/>
                </a:cubicBezTo>
                <a:lnTo>
                  <a:pt x="12764" y="13745"/>
                </a:lnTo>
                <a:cubicBezTo>
                  <a:pt x="12764" y="13204"/>
                  <a:pt x="13204" y="12764"/>
                  <a:pt x="13745" y="12764"/>
                </a:cubicBezTo>
                <a:lnTo>
                  <a:pt x="19636" y="12764"/>
                </a:lnTo>
                <a:cubicBezTo>
                  <a:pt x="20178" y="12764"/>
                  <a:pt x="20618" y="13204"/>
                  <a:pt x="20618" y="13745"/>
                </a:cubicBezTo>
                <a:cubicBezTo>
                  <a:pt x="20618" y="13745"/>
                  <a:pt x="20618" y="19636"/>
                  <a:pt x="20618" y="19636"/>
                </a:cubicBezTo>
                <a:close/>
                <a:moveTo>
                  <a:pt x="19636" y="11782"/>
                </a:moveTo>
                <a:lnTo>
                  <a:pt x="13745" y="11782"/>
                </a:lnTo>
                <a:cubicBezTo>
                  <a:pt x="12661" y="11782"/>
                  <a:pt x="11782" y="12661"/>
                  <a:pt x="11782" y="13745"/>
                </a:cubicBezTo>
                <a:lnTo>
                  <a:pt x="11782" y="19636"/>
                </a:lnTo>
                <a:cubicBezTo>
                  <a:pt x="11782" y="20721"/>
                  <a:pt x="12661" y="21600"/>
                  <a:pt x="13745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3745"/>
                </a:lnTo>
                <a:cubicBezTo>
                  <a:pt x="21600" y="12661"/>
                  <a:pt x="20721" y="11782"/>
                  <a:pt x="19636" y="11782"/>
                </a:cubicBezTo>
                <a:moveTo>
                  <a:pt x="20618" y="7855"/>
                </a:moveTo>
                <a:cubicBezTo>
                  <a:pt x="20618" y="8396"/>
                  <a:pt x="20178" y="8836"/>
                  <a:pt x="19636" y="8836"/>
                </a:cubicBezTo>
                <a:lnTo>
                  <a:pt x="13745" y="8836"/>
                </a:lnTo>
                <a:cubicBezTo>
                  <a:pt x="13204" y="8836"/>
                  <a:pt x="12764" y="8396"/>
                  <a:pt x="12764" y="7855"/>
                </a:cubicBezTo>
                <a:lnTo>
                  <a:pt x="12764" y="1964"/>
                </a:lnTo>
                <a:cubicBezTo>
                  <a:pt x="12764" y="1422"/>
                  <a:pt x="13204" y="982"/>
                  <a:pt x="13745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7855"/>
                  <a:pt x="20618" y="7855"/>
                </a:cubicBezTo>
                <a:close/>
                <a:moveTo>
                  <a:pt x="19636" y="0"/>
                </a:moveTo>
                <a:lnTo>
                  <a:pt x="13745" y="0"/>
                </a:lnTo>
                <a:cubicBezTo>
                  <a:pt x="12661" y="0"/>
                  <a:pt x="11782" y="879"/>
                  <a:pt x="11782" y="1964"/>
                </a:cubicBezTo>
                <a:lnTo>
                  <a:pt x="11782" y="7855"/>
                </a:lnTo>
                <a:cubicBezTo>
                  <a:pt x="11782" y="8939"/>
                  <a:pt x="12661" y="9818"/>
                  <a:pt x="13745" y="9818"/>
                </a:cubicBezTo>
                <a:lnTo>
                  <a:pt x="19636" y="9818"/>
                </a:lnTo>
                <a:cubicBezTo>
                  <a:pt x="20721" y="9818"/>
                  <a:pt x="21600" y="8939"/>
                  <a:pt x="21600" y="7855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8836" y="7855"/>
                </a:moveTo>
                <a:cubicBezTo>
                  <a:pt x="8836" y="8396"/>
                  <a:pt x="8396" y="8836"/>
                  <a:pt x="7855" y="8836"/>
                </a:cubicBezTo>
                <a:lnTo>
                  <a:pt x="1964" y="8836"/>
                </a:lnTo>
                <a:cubicBezTo>
                  <a:pt x="1421" y="8836"/>
                  <a:pt x="982" y="8396"/>
                  <a:pt x="982" y="7855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7855" y="982"/>
                </a:lnTo>
                <a:cubicBezTo>
                  <a:pt x="8396" y="982"/>
                  <a:pt x="8836" y="1422"/>
                  <a:pt x="8836" y="1964"/>
                </a:cubicBezTo>
                <a:cubicBezTo>
                  <a:pt x="8836" y="1964"/>
                  <a:pt x="8836" y="7855"/>
                  <a:pt x="8836" y="7855"/>
                </a:cubicBezTo>
                <a:close/>
                <a:moveTo>
                  <a:pt x="7855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7855"/>
                </a:lnTo>
                <a:cubicBezTo>
                  <a:pt x="0" y="8939"/>
                  <a:pt x="879" y="9818"/>
                  <a:pt x="1964" y="9818"/>
                </a:cubicBezTo>
                <a:lnTo>
                  <a:pt x="7855" y="9818"/>
                </a:lnTo>
                <a:cubicBezTo>
                  <a:pt x="8939" y="9818"/>
                  <a:pt x="9818" y="8939"/>
                  <a:pt x="9818" y="7855"/>
                </a:cubicBezTo>
                <a:lnTo>
                  <a:pt x="9818" y="1964"/>
                </a:lnTo>
                <a:cubicBezTo>
                  <a:pt x="9818" y="879"/>
                  <a:pt x="8939" y="0"/>
                  <a:pt x="7855" y="0"/>
                </a:cubicBezTo>
                <a:moveTo>
                  <a:pt x="8836" y="19636"/>
                </a:moveTo>
                <a:cubicBezTo>
                  <a:pt x="8836" y="20178"/>
                  <a:pt x="8396" y="20618"/>
                  <a:pt x="7855" y="20618"/>
                </a:cubicBez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3745"/>
                </a:lnTo>
                <a:cubicBezTo>
                  <a:pt x="982" y="13204"/>
                  <a:pt x="1421" y="12764"/>
                  <a:pt x="1964" y="12764"/>
                </a:cubicBezTo>
                <a:lnTo>
                  <a:pt x="7855" y="12764"/>
                </a:lnTo>
                <a:cubicBezTo>
                  <a:pt x="8396" y="12764"/>
                  <a:pt x="8836" y="13204"/>
                  <a:pt x="8836" y="13745"/>
                </a:cubicBezTo>
                <a:cubicBezTo>
                  <a:pt x="8836" y="13745"/>
                  <a:pt x="8836" y="19636"/>
                  <a:pt x="8836" y="19636"/>
                </a:cubicBezTo>
                <a:close/>
                <a:moveTo>
                  <a:pt x="7855" y="11782"/>
                </a:moveTo>
                <a:lnTo>
                  <a:pt x="1964" y="11782"/>
                </a:lnTo>
                <a:cubicBezTo>
                  <a:pt x="879" y="11782"/>
                  <a:pt x="0" y="12661"/>
                  <a:pt x="0" y="13745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7855" y="21600"/>
                </a:lnTo>
                <a:cubicBezTo>
                  <a:pt x="8939" y="21600"/>
                  <a:pt x="9818" y="20721"/>
                  <a:pt x="9818" y="19636"/>
                </a:cubicBezTo>
                <a:lnTo>
                  <a:pt x="9818" y="13745"/>
                </a:lnTo>
                <a:cubicBezTo>
                  <a:pt x="9818" y="12661"/>
                  <a:pt x="8939" y="11782"/>
                  <a:pt x="7855" y="1178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6" name="Shape 2746"/>
          <p:cNvSpPr/>
          <p:nvPr/>
        </p:nvSpPr>
        <p:spPr>
          <a:xfrm>
            <a:off x="3860640" y="428004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2764"/>
                </a:moveTo>
                <a:lnTo>
                  <a:pt x="16691" y="12764"/>
                </a:lnTo>
                <a:lnTo>
                  <a:pt x="16691" y="8836"/>
                </a:lnTo>
                <a:lnTo>
                  <a:pt x="20618" y="8836"/>
                </a:lnTo>
                <a:cubicBezTo>
                  <a:pt x="20618" y="8836"/>
                  <a:pt x="20618" y="12764"/>
                  <a:pt x="20618" y="12764"/>
                </a:cubicBezTo>
                <a:close/>
                <a:moveTo>
                  <a:pt x="20618" y="7855"/>
                </a:moveTo>
                <a:lnTo>
                  <a:pt x="16691" y="7855"/>
                </a:lnTo>
                <a:cubicBezTo>
                  <a:pt x="16149" y="7855"/>
                  <a:pt x="15709" y="8295"/>
                  <a:pt x="15709" y="8836"/>
                </a:cubicBezTo>
                <a:lnTo>
                  <a:pt x="15709" y="12764"/>
                </a:lnTo>
                <a:cubicBezTo>
                  <a:pt x="15709" y="13305"/>
                  <a:pt x="16149" y="13745"/>
                  <a:pt x="16691" y="13745"/>
                </a:cubicBezTo>
                <a:lnTo>
                  <a:pt x="20618" y="13745"/>
                </a:lnTo>
                <a:cubicBezTo>
                  <a:pt x="21160" y="13745"/>
                  <a:pt x="21600" y="13305"/>
                  <a:pt x="21600" y="12764"/>
                </a:cubicBezTo>
                <a:lnTo>
                  <a:pt x="21600" y="8836"/>
                </a:lnTo>
                <a:cubicBezTo>
                  <a:pt x="21600" y="8295"/>
                  <a:pt x="21160" y="7855"/>
                  <a:pt x="20618" y="7855"/>
                </a:cubicBezTo>
                <a:moveTo>
                  <a:pt x="12764" y="20618"/>
                </a:moveTo>
                <a:lnTo>
                  <a:pt x="8836" y="20618"/>
                </a:lnTo>
                <a:lnTo>
                  <a:pt x="8836" y="16691"/>
                </a:lnTo>
                <a:lnTo>
                  <a:pt x="12764" y="16691"/>
                </a:lnTo>
                <a:cubicBezTo>
                  <a:pt x="12764" y="16691"/>
                  <a:pt x="12764" y="20618"/>
                  <a:pt x="12764" y="20618"/>
                </a:cubicBezTo>
                <a:close/>
                <a:moveTo>
                  <a:pt x="12764" y="15709"/>
                </a:moveTo>
                <a:lnTo>
                  <a:pt x="8836" y="15709"/>
                </a:lnTo>
                <a:cubicBezTo>
                  <a:pt x="8295" y="15709"/>
                  <a:pt x="7855" y="16149"/>
                  <a:pt x="7855" y="16691"/>
                </a:cubicBezTo>
                <a:lnTo>
                  <a:pt x="7855" y="20618"/>
                </a:lnTo>
                <a:cubicBezTo>
                  <a:pt x="7855" y="21160"/>
                  <a:pt x="8295" y="21600"/>
                  <a:pt x="8836" y="21600"/>
                </a:cubicBezTo>
                <a:lnTo>
                  <a:pt x="12764" y="21600"/>
                </a:lnTo>
                <a:cubicBezTo>
                  <a:pt x="13305" y="21600"/>
                  <a:pt x="13745" y="21160"/>
                  <a:pt x="13745" y="20618"/>
                </a:cubicBezTo>
                <a:lnTo>
                  <a:pt x="13745" y="16691"/>
                </a:lnTo>
                <a:cubicBezTo>
                  <a:pt x="13745" y="16149"/>
                  <a:pt x="13305" y="15709"/>
                  <a:pt x="12764" y="15709"/>
                </a:cubicBezTo>
                <a:moveTo>
                  <a:pt x="12764" y="12764"/>
                </a:moveTo>
                <a:lnTo>
                  <a:pt x="8836" y="12764"/>
                </a:lnTo>
                <a:lnTo>
                  <a:pt x="8836" y="8836"/>
                </a:lnTo>
                <a:lnTo>
                  <a:pt x="12764" y="8836"/>
                </a:lnTo>
                <a:cubicBezTo>
                  <a:pt x="12764" y="8836"/>
                  <a:pt x="12764" y="12764"/>
                  <a:pt x="12764" y="12764"/>
                </a:cubicBezTo>
                <a:close/>
                <a:moveTo>
                  <a:pt x="12764" y="7855"/>
                </a:moveTo>
                <a:lnTo>
                  <a:pt x="8836" y="7855"/>
                </a:lnTo>
                <a:cubicBezTo>
                  <a:pt x="8295" y="7855"/>
                  <a:pt x="7855" y="8295"/>
                  <a:pt x="7855" y="8836"/>
                </a:cubicBezTo>
                <a:lnTo>
                  <a:pt x="7855" y="12764"/>
                </a:lnTo>
                <a:cubicBezTo>
                  <a:pt x="7855" y="13305"/>
                  <a:pt x="8295" y="13745"/>
                  <a:pt x="8836" y="13745"/>
                </a:cubicBezTo>
                <a:lnTo>
                  <a:pt x="12764" y="13745"/>
                </a:lnTo>
                <a:cubicBezTo>
                  <a:pt x="13305" y="13745"/>
                  <a:pt x="13745" y="13305"/>
                  <a:pt x="13745" y="12764"/>
                </a:cubicBezTo>
                <a:lnTo>
                  <a:pt x="13745" y="8836"/>
                </a:lnTo>
                <a:cubicBezTo>
                  <a:pt x="13745" y="8295"/>
                  <a:pt x="13305" y="7855"/>
                  <a:pt x="12764" y="7855"/>
                </a:cubicBezTo>
                <a:moveTo>
                  <a:pt x="4909" y="4909"/>
                </a:moveTo>
                <a:lnTo>
                  <a:pt x="982" y="4909"/>
                </a:lnTo>
                <a:lnTo>
                  <a:pt x="982" y="982"/>
                </a:lnTo>
                <a:lnTo>
                  <a:pt x="4909" y="982"/>
                </a:lnTo>
                <a:cubicBezTo>
                  <a:pt x="4909" y="982"/>
                  <a:pt x="4909" y="4909"/>
                  <a:pt x="4909" y="4909"/>
                </a:cubicBezTo>
                <a:close/>
                <a:moveTo>
                  <a:pt x="4909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4909"/>
                </a:lnTo>
                <a:cubicBezTo>
                  <a:pt x="0" y="5451"/>
                  <a:pt x="440" y="5891"/>
                  <a:pt x="982" y="5891"/>
                </a:cubicBezTo>
                <a:lnTo>
                  <a:pt x="4909" y="5891"/>
                </a:lnTo>
                <a:cubicBezTo>
                  <a:pt x="5451" y="5891"/>
                  <a:pt x="5891" y="5451"/>
                  <a:pt x="5891" y="4909"/>
                </a:cubicBezTo>
                <a:lnTo>
                  <a:pt x="5891" y="982"/>
                </a:lnTo>
                <a:cubicBezTo>
                  <a:pt x="5891" y="440"/>
                  <a:pt x="5451" y="0"/>
                  <a:pt x="4909" y="0"/>
                </a:cubicBezTo>
                <a:moveTo>
                  <a:pt x="20618" y="20618"/>
                </a:moveTo>
                <a:lnTo>
                  <a:pt x="16691" y="20618"/>
                </a:lnTo>
                <a:lnTo>
                  <a:pt x="16691" y="16691"/>
                </a:lnTo>
                <a:lnTo>
                  <a:pt x="20618" y="16691"/>
                </a:lnTo>
                <a:cubicBezTo>
                  <a:pt x="20618" y="16691"/>
                  <a:pt x="20618" y="20618"/>
                  <a:pt x="20618" y="20618"/>
                </a:cubicBezTo>
                <a:close/>
                <a:moveTo>
                  <a:pt x="20618" y="15709"/>
                </a:moveTo>
                <a:lnTo>
                  <a:pt x="16691" y="15709"/>
                </a:lnTo>
                <a:cubicBezTo>
                  <a:pt x="16149" y="15709"/>
                  <a:pt x="15709" y="16149"/>
                  <a:pt x="15709" y="16691"/>
                </a:cubicBezTo>
                <a:lnTo>
                  <a:pt x="15709" y="20618"/>
                </a:lnTo>
                <a:cubicBezTo>
                  <a:pt x="15709" y="21160"/>
                  <a:pt x="16149" y="21600"/>
                  <a:pt x="16691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16691"/>
                </a:lnTo>
                <a:cubicBezTo>
                  <a:pt x="21600" y="16149"/>
                  <a:pt x="21160" y="15709"/>
                  <a:pt x="20618" y="15709"/>
                </a:cubicBezTo>
                <a:moveTo>
                  <a:pt x="20618" y="4909"/>
                </a:moveTo>
                <a:lnTo>
                  <a:pt x="16691" y="4909"/>
                </a:lnTo>
                <a:lnTo>
                  <a:pt x="16691" y="982"/>
                </a:lnTo>
                <a:lnTo>
                  <a:pt x="20618" y="982"/>
                </a:lnTo>
                <a:cubicBezTo>
                  <a:pt x="20618" y="982"/>
                  <a:pt x="20618" y="4909"/>
                  <a:pt x="20618" y="4909"/>
                </a:cubicBezTo>
                <a:close/>
                <a:moveTo>
                  <a:pt x="20618" y="0"/>
                </a:moveTo>
                <a:lnTo>
                  <a:pt x="16691" y="0"/>
                </a:lnTo>
                <a:cubicBezTo>
                  <a:pt x="16149" y="0"/>
                  <a:pt x="15709" y="440"/>
                  <a:pt x="15709" y="982"/>
                </a:cubicBezTo>
                <a:lnTo>
                  <a:pt x="15709" y="4909"/>
                </a:lnTo>
                <a:cubicBezTo>
                  <a:pt x="15709" y="5451"/>
                  <a:pt x="16149" y="5891"/>
                  <a:pt x="16691" y="5891"/>
                </a:cubicBezTo>
                <a:lnTo>
                  <a:pt x="20618" y="5891"/>
                </a:lnTo>
                <a:cubicBezTo>
                  <a:pt x="21160" y="5891"/>
                  <a:pt x="21600" y="5451"/>
                  <a:pt x="21600" y="4909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909" y="20618"/>
                </a:moveTo>
                <a:lnTo>
                  <a:pt x="982" y="20618"/>
                </a:lnTo>
                <a:lnTo>
                  <a:pt x="982" y="16691"/>
                </a:lnTo>
                <a:lnTo>
                  <a:pt x="4909" y="16691"/>
                </a:lnTo>
                <a:cubicBezTo>
                  <a:pt x="4909" y="16691"/>
                  <a:pt x="4909" y="20618"/>
                  <a:pt x="4909" y="20618"/>
                </a:cubicBezTo>
                <a:close/>
                <a:moveTo>
                  <a:pt x="4909" y="15709"/>
                </a:moveTo>
                <a:lnTo>
                  <a:pt x="982" y="15709"/>
                </a:lnTo>
                <a:cubicBezTo>
                  <a:pt x="440" y="15709"/>
                  <a:pt x="0" y="16149"/>
                  <a:pt x="0" y="16691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4909" y="21600"/>
                </a:lnTo>
                <a:cubicBezTo>
                  <a:pt x="5451" y="21600"/>
                  <a:pt x="5891" y="21160"/>
                  <a:pt x="5891" y="20618"/>
                </a:cubicBezTo>
                <a:lnTo>
                  <a:pt x="5891" y="16691"/>
                </a:lnTo>
                <a:cubicBezTo>
                  <a:pt x="5891" y="16149"/>
                  <a:pt x="5451" y="15709"/>
                  <a:pt x="4909" y="15709"/>
                </a:cubicBezTo>
                <a:moveTo>
                  <a:pt x="12764" y="4909"/>
                </a:moveTo>
                <a:lnTo>
                  <a:pt x="8836" y="4909"/>
                </a:lnTo>
                <a:lnTo>
                  <a:pt x="8836" y="982"/>
                </a:lnTo>
                <a:lnTo>
                  <a:pt x="12764" y="982"/>
                </a:lnTo>
                <a:cubicBezTo>
                  <a:pt x="12764" y="982"/>
                  <a:pt x="12764" y="4909"/>
                  <a:pt x="12764" y="4909"/>
                </a:cubicBezTo>
                <a:close/>
                <a:moveTo>
                  <a:pt x="12764" y="0"/>
                </a:moveTo>
                <a:lnTo>
                  <a:pt x="8836" y="0"/>
                </a:lnTo>
                <a:cubicBezTo>
                  <a:pt x="8295" y="0"/>
                  <a:pt x="7855" y="440"/>
                  <a:pt x="7855" y="982"/>
                </a:cubicBezTo>
                <a:lnTo>
                  <a:pt x="7855" y="4909"/>
                </a:lnTo>
                <a:cubicBezTo>
                  <a:pt x="7855" y="5451"/>
                  <a:pt x="8295" y="5891"/>
                  <a:pt x="8836" y="5891"/>
                </a:cubicBezTo>
                <a:lnTo>
                  <a:pt x="12764" y="5891"/>
                </a:lnTo>
                <a:cubicBezTo>
                  <a:pt x="13305" y="5891"/>
                  <a:pt x="13745" y="5451"/>
                  <a:pt x="13745" y="4909"/>
                </a:cubicBezTo>
                <a:lnTo>
                  <a:pt x="13745" y="982"/>
                </a:lnTo>
                <a:cubicBezTo>
                  <a:pt x="13745" y="440"/>
                  <a:pt x="13305" y="0"/>
                  <a:pt x="12764" y="0"/>
                </a:cubicBezTo>
                <a:moveTo>
                  <a:pt x="4909" y="12764"/>
                </a:moveTo>
                <a:lnTo>
                  <a:pt x="982" y="12764"/>
                </a:lnTo>
                <a:lnTo>
                  <a:pt x="982" y="8836"/>
                </a:lnTo>
                <a:lnTo>
                  <a:pt x="4909" y="8836"/>
                </a:lnTo>
                <a:cubicBezTo>
                  <a:pt x="4909" y="8836"/>
                  <a:pt x="4909" y="12764"/>
                  <a:pt x="4909" y="12764"/>
                </a:cubicBezTo>
                <a:close/>
                <a:moveTo>
                  <a:pt x="4909" y="7855"/>
                </a:moveTo>
                <a:lnTo>
                  <a:pt x="982" y="7855"/>
                </a:lnTo>
                <a:cubicBezTo>
                  <a:pt x="440" y="7855"/>
                  <a:pt x="0" y="8295"/>
                  <a:pt x="0" y="8836"/>
                </a:cubicBezTo>
                <a:lnTo>
                  <a:pt x="0" y="12764"/>
                </a:lnTo>
                <a:cubicBezTo>
                  <a:pt x="0" y="13305"/>
                  <a:pt x="440" y="13745"/>
                  <a:pt x="982" y="13745"/>
                </a:cubicBezTo>
                <a:lnTo>
                  <a:pt x="4909" y="13745"/>
                </a:lnTo>
                <a:cubicBezTo>
                  <a:pt x="5451" y="13745"/>
                  <a:pt x="5891" y="13305"/>
                  <a:pt x="5891" y="12764"/>
                </a:cubicBezTo>
                <a:lnTo>
                  <a:pt x="5891" y="8836"/>
                </a:lnTo>
                <a:cubicBezTo>
                  <a:pt x="5891" y="8295"/>
                  <a:pt x="5451" y="7855"/>
                  <a:pt x="4909" y="785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7" name="Shape 2747"/>
          <p:cNvSpPr/>
          <p:nvPr/>
        </p:nvSpPr>
        <p:spPr>
          <a:xfrm>
            <a:off x="4260960" y="428004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20618"/>
                </a:moveTo>
                <a:lnTo>
                  <a:pt x="8836" y="20618"/>
                </a:lnTo>
                <a:lnTo>
                  <a:pt x="8836" y="8836"/>
                </a:lnTo>
                <a:lnTo>
                  <a:pt x="20618" y="8836"/>
                </a:lnTo>
                <a:cubicBezTo>
                  <a:pt x="20618" y="8836"/>
                  <a:pt x="20618" y="20618"/>
                  <a:pt x="20618" y="20618"/>
                </a:cubicBezTo>
                <a:close/>
                <a:moveTo>
                  <a:pt x="20618" y="7855"/>
                </a:moveTo>
                <a:lnTo>
                  <a:pt x="8836" y="7855"/>
                </a:lnTo>
                <a:cubicBezTo>
                  <a:pt x="8295" y="7855"/>
                  <a:pt x="7855" y="8295"/>
                  <a:pt x="7855" y="8836"/>
                </a:cubicBezTo>
                <a:lnTo>
                  <a:pt x="7855" y="20618"/>
                </a:lnTo>
                <a:cubicBezTo>
                  <a:pt x="7855" y="21160"/>
                  <a:pt x="8295" y="21600"/>
                  <a:pt x="8836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8836"/>
                </a:lnTo>
                <a:cubicBezTo>
                  <a:pt x="21600" y="8295"/>
                  <a:pt x="21160" y="7855"/>
                  <a:pt x="20618" y="7855"/>
                </a:cubicBezTo>
                <a:moveTo>
                  <a:pt x="20618" y="4909"/>
                </a:moveTo>
                <a:lnTo>
                  <a:pt x="982" y="49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4909"/>
                  <a:pt x="20618" y="490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4909"/>
                </a:lnTo>
                <a:cubicBezTo>
                  <a:pt x="0" y="5451"/>
                  <a:pt x="440" y="5891"/>
                  <a:pt x="982" y="5891"/>
                </a:cubicBezTo>
                <a:lnTo>
                  <a:pt x="20618" y="5891"/>
                </a:lnTo>
                <a:cubicBezTo>
                  <a:pt x="21160" y="5891"/>
                  <a:pt x="21600" y="5451"/>
                  <a:pt x="21600" y="4909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909" y="20618"/>
                </a:moveTo>
                <a:lnTo>
                  <a:pt x="982" y="20618"/>
                </a:lnTo>
                <a:lnTo>
                  <a:pt x="982" y="8836"/>
                </a:lnTo>
                <a:lnTo>
                  <a:pt x="4909" y="8836"/>
                </a:lnTo>
                <a:cubicBezTo>
                  <a:pt x="4909" y="8836"/>
                  <a:pt x="4909" y="20618"/>
                  <a:pt x="4909" y="20618"/>
                </a:cubicBezTo>
                <a:close/>
                <a:moveTo>
                  <a:pt x="4909" y="7855"/>
                </a:moveTo>
                <a:lnTo>
                  <a:pt x="982" y="7855"/>
                </a:lnTo>
                <a:cubicBezTo>
                  <a:pt x="440" y="7855"/>
                  <a:pt x="0" y="8295"/>
                  <a:pt x="0" y="8836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4909" y="21600"/>
                </a:lnTo>
                <a:cubicBezTo>
                  <a:pt x="5451" y="21600"/>
                  <a:pt x="5891" y="21160"/>
                  <a:pt x="5891" y="20618"/>
                </a:cubicBezTo>
                <a:lnTo>
                  <a:pt x="5891" y="8836"/>
                </a:lnTo>
                <a:cubicBezTo>
                  <a:pt x="5891" y="8295"/>
                  <a:pt x="5451" y="7855"/>
                  <a:pt x="4909" y="785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8" name="Shape 2748"/>
          <p:cNvSpPr/>
          <p:nvPr/>
        </p:nvSpPr>
        <p:spPr>
          <a:xfrm>
            <a:off x="4678200" y="307980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8280" y="18579"/>
                </a:moveTo>
                <a:cubicBezTo>
                  <a:pt x="20323" y="16614"/>
                  <a:pt x="21600" y="13859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6" y="0"/>
                  <a:pt x="0" y="4835"/>
                  <a:pt x="0" y="10800"/>
                </a:cubicBezTo>
                <a:cubicBezTo>
                  <a:pt x="0" y="13859"/>
                  <a:pt x="1277" y="16614"/>
                  <a:pt x="3320" y="18579"/>
                </a:cubicBezTo>
                <a:lnTo>
                  <a:pt x="2107" y="20762"/>
                </a:lnTo>
                <a:cubicBezTo>
                  <a:pt x="2019" y="20851"/>
                  <a:pt x="1964" y="20974"/>
                  <a:pt x="1964" y="21109"/>
                </a:cubicBezTo>
                <a:cubicBezTo>
                  <a:pt x="1964" y="21380"/>
                  <a:pt x="2184" y="21600"/>
                  <a:pt x="2455" y="21600"/>
                </a:cubicBezTo>
                <a:cubicBezTo>
                  <a:pt x="2590" y="21600"/>
                  <a:pt x="2713" y="21545"/>
                  <a:pt x="2802" y="21456"/>
                </a:cubicBezTo>
                <a:cubicBezTo>
                  <a:pt x="2858" y="21400"/>
                  <a:pt x="2894" y="21327"/>
                  <a:pt x="2917" y="21248"/>
                </a:cubicBezTo>
                <a:lnTo>
                  <a:pt x="4044" y="19219"/>
                </a:lnTo>
                <a:cubicBezTo>
                  <a:pt x="5895" y="20706"/>
                  <a:pt x="8242" y="21600"/>
                  <a:pt x="10800" y="21600"/>
                </a:cubicBezTo>
                <a:cubicBezTo>
                  <a:pt x="13358" y="21600"/>
                  <a:pt x="15705" y="20706"/>
                  <a:pt x="17555" y="19219"/>
                </a:cubicBezTo>
                <a:lnTo>
                  <a:pt x="18683" y="21248"/>
                </a:lnTo>
                <a:cubicBezTo>
                  <a:pt x="18743" y="21450"/>
                  <a:pt x="18923" y="21600"/>
                  <a:pt x="19145" y="21600"/>
                </a:cubicBezTo>
                <a:cubicBezTo>
                  <a:pt x="19416" y="21600"/>
                  <a:pt x="19636" y="21380"/>
                  <a:pt x="19636" y="21109"/>
                </a:cubicBezTo>
                <a:cubicBezTo>
                  <a:pt x="19636" y="20974"/>
                  <a:pt x="19581" y="20851"/>
                  <a:pt x="19493" y="20762"/>
                </a:cubicBezTo>
                <a:cubicBezTo>
                  <a:pt x="19493" y="20762"/>
                  <a:pt x="18280" y="18579"/>
                  <a:pt x="18280" y="18579"/>
                </a:cubicBezTo>
                <a:close/>
                <a:moveTo>
                  <a:pt x="10800" y="16691"/>
                </a:moveTo>
                <a:cubicBezTo>
                  <a:pt x="7547" y="16691"/>
                  <a:pt x="4909" y="14053"/>
                  <a:pt x="4909" y="10800"/>
                </a:cubicBezTo>
                <a:cubicBezTo>
                  <a:pt x="4909" y="7547"/>
                  <a:pt x="7547" y="4909"/>
                  <a:pt x="10800" y="4909"/>
                </a:cubicBezTo>
                <a:cubicBezTo>
                  <a:pt x="14053" y="4909"/>
                  <a:pt x="16691" y="7547"/>
                  <a:pt x="16691" y="10800"/>
                </a:cubicBezTo>
                <a:cubicBezTo>
                  <a:pt x="16691" y="14053"/>
                  <a:pt x="14053" y="16691"/>
                  <a:pt x="10800" y="16691"/>
                </a:cubicBezTo>
                <a:moveTo>
                  <a:pt x="10800" y="3927"/>
                </a:moveTo>
                <a:cubicBezTo>
                  <a:pt x="7004" y="3927"/>
                  <a:pt x="3927" y="7004"/>
                  <a:pt x="3927" y="10800"/>
                </a:cubicBezTo>
                <a:cubicBezTo>
                  <a:pt x="3927" y="14596"/>
                  <a:pt x="7004" y="17673"/>
                  <a:pt x="10800" y="17673"/>
                </a:cubicBezTo>
                <a:cubicBezTo>
                  <a:pt x="14596" y="17673"/>
                  <a:pt x="17673" y="14596"/>
                  <a:pt x="17673" y="10800"/>
                </a:cubicBezTo>
                <a:cubicBezTo>
                  <a:pt x="17673" y="7004"/>
                  <a:pt x="14596" y="3927"/>
                  <a:pt x="10800" y="3927"/>
                </a:cubicBezTo>
                <a:moveTo>
                  <a:pt x="10800" y="12764"/>
                </a:moveTo>
                <a:cubicBezTo>
                  <a:pt x="9716" y="12764"/>
                  <a:pt x="8836" y="11884"/>
                  <a:pt x="8836" y="10800"/>
                </a:cubicBezTo>
                <a:cubicBezTo>
                  <a:pt x="8836" y="9716"/>
                  <a:pt x="9716" y="8836"/>
                  <a:pt x="10800" y="8836"/>
                </a:cubicBezTo>
                <a:cubicBezTo>
                  <a:pt x="11884" y="8836"/>
                  <a:pt x="12764" y="9716"/>
                  <a:pt x="12764" y="10800"/>
                </a:cubicBezTo>
                <a:cubicBezTo>
                  <a:pt x="12764" y="11884"/>
                  <a:pt x="11884" y="12764"/>
                  <a:pt x="10800" y="12764"/>
                </a:cubicBezTo>
                <a:moveTo>
                  <a:pt x="10800" y="7855"/>
                </a:moveTo>
                <a:cubicBezTo>
                  <a:pt x="9173" y="7855"/>
                  <a:pt x="7855" y="9173"/>
                  <a:pt x="7855" y="10800"/>
                </a:cubicBezTo>
                <a:cubicBezTo>
                  <a:pt x="7855" y="12427"/>
                  <a:pt x="9173" y="13745"/>
                  <a:pt x="10800" y="13745"/>
                </a:cubicBezTo>
                <a:cubicBezTo>
                  <a:pt x="12427" y="13745"/>
                  <a:pt x="13745" y="12427"/>
                  <a:pt x="13745" y="10800"/>
                </a:cubicBezTo>
                <a:cubicBezTo>
                  <a:pt x="13745" y="9173"/>
                  <a:pt x="12427" y="7855"/>
                  <a:pt x="10800" y="785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9" name="Shape 2749"/>
          <p:cNvSpPr/>
          <p:nvPr/>
        </p:nvSpPr>
        <p:spPr>
          <a:xfrm>
            <a:off x="5116680" y="3079800"/>
            <a:ext cx="13320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057" y="2884"/>
                </a:moveTo>
                <a:cubicBezTo>
                  <a:pt x="19862" y="3005"/>
                  <a:pt x="15661" y="5580"/>
                  <a:pt x="11606" y="4718"/>
                </a:cubicBezTo>
                <a:cubicBezTo>
                  <a:pt x="9681" y="4310"/>
                  <a:pt x="8390" y="3899"/>
                  <a:pt x="7251" y="3535"/>
                </a:cubicBezTo>
                <a:cubicBezTo>
                  <a:pt x="5426" y="2953"/>
                  <a:pt x="4042" y="2513"/>
                  <a:pt x="1543" y="2647"/>
                </a:cubicBezTo>
                <a:lnTo>
                  <a:pt x="1543" y="982"/>
                </a:lnTo>
                <a:lnTo>
                  <a:pt x="20057" y="982"/>
                </a:lnTo>
                <a:cubicBezTo>
                  <a:pt x="20057" y="982"/>
                  <a:pt x="20057" y="2884"/>
                  <a:pt x="20057" y="2884"/>
                </a:cubicBezTo>
                <a:close/>
                <a:moveTo>
                  <a:pt x="20057" y="5891"/>
                </a:moveTo>
                <a:cubicBezTo>
                  <a:pt x="20057" y="9144"/>
                  <a:pt x="15912" y="11782"/>
                  <a:pt x="10800" y="11782"/>
                </a:cubicBezTo>
                <a:cubicBezTo>
                  <a:pt x="5688" y="11782"/>
                  <a:pt x="1543" y="9144"/>
                  <a:pt x="1543" y="5891"/>
                </a:cubicBezTo>
                <a:lnTo>
                  <a:pt x="1543" y="3634"/>
                </a:lnTo>
                <a:cubicBezTo>
                  <a:pt x="3681" y="3500"/>
                  <a:pt x="4767" y="3841"/>
                  <a:pt x="6560" y="4413"/>
                </a:cubicBezTo>
                <a:cubicBezTo>
                  <a:pt x="7686" y="4772"/>
                  <a:pt x="9088" y="5219"/>
                  <a:pt x="11118" y="5650"/>
                </a:cubicBezTo>
                <a:cubicBezTo>
                  <a:pt x="11869" y="5809"/>
                  <a:pt x="12616" y="5877"/>
                  <a:pt x="13343" y="5877"/>
                </a:cubicBezTo>
                <a:cubicBezTo>
                  <a:pt x="16154" y="5877"/>
                  <a:pt x="18675" y="4862"/>
                  <a:pt x="20057" y="4176"/>
                </a:cubicBezTo>
                <a:cubicBezTo>
                  <a:pt x="20057" y="4176"/>
                  <a:pt x="20057" y="5891"/>
                  <a:pt x="20057" y="5891"/>
                </a:cubicBezTo>
                <a:close/>
                <a:moveTo>
                  <a:pt x="20829" y="0"/>
                </a:moveTo>
                <a:lnTo>
                  <a:pt x="771" y="0"/>
                </a:lnTo>
                <a:cubicBezTo>
                  <a:pt x="346" y="0"/>
                  <a:pt x="0" y="220"/>
                  <a:pt x="0" y="491"/>
                </a:cubicBezTo>
                <a:lnTo>
                  <a:pt x="0" y="5891"/>
                </a:lnTo>
                <a:cubicBezTo>
                  <a:pt x="0" y="9521"/>
                  <a:pt x="4426" y="12486"/>
                  <a:pt x="10029" y="12739"/>
                </a:cubicBezTo>
                <a:lnTo>
                  <a:pt x="10029" y="20618"/>
                </a:lnTo>
                <a:lnTo>
                  <a:pt x="3857" y="20618"/>
                </a:lnTo>
                <a:cubicBezTo>
                  <a:pt x="3432" y="20618"/>
                  <a:pt x="3086" y="20838"/>
                  <a:pt x="3086" y="21109"/>
                </a:cubicBezTo>
                <a:cubicBezTo>
                  <a:pt x="3086" y="21380"/>
                  <a:pt x="3432" y="21600"/>
                  <a:pt x="3857" y="21600"/>
                </a:cubicBezTo>
                <a:lnTo>
                  <a:pt x="17743" y="21600"/>
                </a:lnTo>
                <a:cubicBezTo>
                  <a:pt x="18168" y="21600"/>
                  <a:pt x="18514" y="21380"/>
                  <a:pt x="18514" y="21109"/>
                </a:cubicBezTo>
                <a:cubicBezTo>
                  <a:pt x="18514" y="20838"/>
                  <a:pt x="18168" y="20618"/>
                  <a:pt x="17743" y="20618"/>
                </a:cubicBezTo>
                <a:lnTo>
                  <a:pt x="11571" y="20618"/>
                </a:lnTo>
                <a:lnTo>
                  <a:pt x="11571" y="12739"/>
                </a:lnTo>
                <a:cubicBezTo>
                  <a:pt x="17174" y="12486"/>
                  <a:pt x="21600" y="9521"/>
                  <a:pt x="21600" y="5891"/>
                </a:cubicBezTo>
                <a:lnTo>
                  <a:pt x="21600" y="491"/>
                </a:lnTo>
                <a:cubicBezTo>
                  <a:pt x="21600" y="220"/>
                  <a:pt x="21254" y="0"/>
                  <a:pt x="20829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0" name="Shape 2750"/>
          <p:cNvSpPr/>
          <p:nvPr/>
        </p:nvSpPr>
        <p:spPr>
          <a:xfrm>
            <a:off x="5535720" y="3079800"/>
            <a:ext cx="9504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9440" y="10800"/>
                </a:moveTo>
                <a:lnTo>
                  <a:pt x="2160" y="10800"/>
                </a:lnTo>
                <a:lnTo>
                  <a:pt x="2160" y="8836"/>
                </a:lnTo>
                <a:cubicBezTo>
                  <a:pt x="2160" y="7752"/>
                  <a:pt x="4094" y="6873"/>
                  <a:pt x="6480" y="6873"/>
                </a:cubicBezTo>
                <a:lnTo>
                  <a:pt x="15120" y="6873"/>
                </a:lnTo>
                <a:cubicBezTo>
                  <a:pt x="17506" y="6873"/>
                  <a:pt x="19440" y="7752"/>
                  <a:pt x="19440" y="8836"/>
                </a:cubicBezTo>
                <a:cubicBezTo>
                  <a:pt x="19440" y="8836"/>
                  <a:pt x="19440" y="10800"/>
                  <a:pt x="19440" y="10800"/>
                </a:cubicBezTo>
                <a:close/>
                <a:moveTo>
                  <a:pt x="19440" y="15709"/>
                </a:moveTo>
                <a:lnTo>
                  <a:pt x="2160" y="15709"/>
                </a:lnTo>
                <a:lnTo>
                  <a:pt x="2160" y="11782"/>
                </a:lnTo>
                <a:lnTo>
                  <a:pt x="19440" y="11782"/>
                </a:lnTo>
                <a:cubicBezTo>
                  <a:pt x="19440" y="11782"/>
                  <a:pt x="19440" y="15709"/>
                  <a:pt x="19440" y="15709"/>
                </a:cubicBezTo>
                <a:close/>
                <a:moveTo>
                  <a:pt x="19440" y="18655"/>
                </a:moveTo>
                <a:cubicBezTo>
                  <a:pt x="19440" y="19739"/>
                  <a:pt x="17506" y="20618"/>
                  <a:pt x="15120" y="20618"/>
                </a:cubicBezTo>
                <a:lnTo>
                  <a:pt x="6480" y="20618"/>
                </a:lnTo>
                <a:cubicBezTo>
                  <a:pt x="4094" y="20618"/>
                  <a:pt x="2160" y="19739"/>
                  <a:pt x="2160" y="18655"/>
                </a:cubicBezTo>
                <a:lnTo>
                  <a:pt x="2160" y="16691"/>
                </a:lnTo>
                <a:lnTo>
                  <a:pt x="19440" y="16691"/>
                </a:lnTo>
                <a:cubicBezTo>
                  <a:pt x="19440" y="16691"/>
                  <a:pt x="19440" y="18655"/>
                  <a:pt x="19440" y="18655"/>
                </a:cubicBezTo>
                <a:close/>
                <a:moveTo>
                  <a:pt x="8640" y="2945"/>
                </a:moveTo>
                <a:lnTo>
                  <a:pt x="12960" y="2945"/>
                </a:lnTo>
                <a:lnTo>
                  <a:pt x="12960" y="5891"/>
                </a:lnTo>
                <a:lnTo>
                  <a:pt x="8640" y="5891"/>
                </a:lnTo>
                <a:cubicBezTo>
                  <a:pt x="8640" y="5891"/>
                  <a:pt x="8640" y="2945"/>
                  <a:pt x="8640" y="2945"/>
                </a:cubicBezTo>
                <a:close/>
                <a:moveTo>
                  <a:pt x="8640" y="982"/>
                </a:moveTo>
                <a:lnTo>
                  <a:pt x="12960" y="982"/>
                </a:lnTo>
                <a:lnTo>
                  <a:pt x="12960" y="1964"/>
                </a:lnTo>
                <a:lnTo>
                  <a:pt x="8640" y="1964"/>
                </a:lnTo>
                <a:cubicBezTo>
                  <a:pt x="8640" y="1964"/>
                  <a:pt x="8640" y="982"/>
                  <a:pt x="8640" y="982"/>
                </a:cubicBezTo>
                <a:close/>
                <a:moveTo>
                  <a:pt x="15120" y="5891"/>
                </a:moveTo>
                <a:lnTo>
                  <a:pt x="15120" y="982"/>
                </a:lnTo>
                <a:cubicBezTo>
                  <a:pt x="15120" y="440"/>
                  <a:pt x="14152" y="0"/>
                  <a:pt x="12960" y="0"/>
                </a:cubicBezTo>
                <a:lnTo>
                  <a:pt x="8640" y="0"/>
                </a:lnTo>
                <a:cubicBezTo>
                  <a:pt x="7448" y="0"/>
                  <a:pt x="6480" y="440"/>
                  <a:pt x="6480" y="982"/>
                </a:cubicBezTo>
                <a:lnTo>
                  <a:pt x="6480" y="5891"/>
                </a:lnTo>
                <a:cubicBezTo>
                  <a:pt x="2901" y="5891"/>
                  <a:pt x="0" y="7209"/>
                  <a:pt x="0" y="8836"/>
                </a:cubicBezTo>
                <a:lnTo>
                  <a:pt x="0" y="18655"/>
                </a:lnTo>
                <a:cubicBezTo>
                  <a:pt x="0" y="20281"/>
                  <a:pt x="2901" y="21600"/>
                  <a:pt x="6480" y="21600"/>
                </a:cubicBezTo>
                <a:lnTo>
                  <a:pt x="15120" y="21600"/>
                </a:lnTo>
                <a:cubicBezTo>
                  <a:pt x="18698" y="21600"/>
                  <a:pt x="21600" y="20281"/>
                  <a:pt x="21600" y="18655"/>
                </a:cubicBezTo>
                <a:lnTo>
                  <a:pt x="21600" y="8836"/>
                </a:lnTo>
                <a:cubicBezTo>
                  <a:pt x="21600" y="7209"/>
                  <a:pt x="18698" y="5891"/>
                  <a:pt x="15120" y="589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1" name="Shape 2751"/>
          <p:cNvSpPr/>
          <p:nvPr/>
        </p:nvSpPr>
        <p:spPr>
          <a:xfrm>
            <a:off x="5916600" y="3079800"/>
            <a:ext cx="13320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3114" y="15709"/>
                </a:moveTo>
                <a:cubicBezTo>
                  <a:pt x="12689" y="15709"/>
                  <a:pt x="12343" y="15929"/>
                  <a:pt x="12343" y="16200"/>
                </a:cubicBezTo>
                <a:cubicBezTo>
                  <a:pt x="12343" y="16471"/>
                  <a:pt x="12689" y="16691"/>
                  <a:pt x="13114" y="16691"/>
                </a:cubicBezTo>
                <a:cubicBezTo>
                  <a:pt x="13540" y="16691"/>
                  <a:pt x="13886" y="16471"/>
                  <a:pt x="13886" y="16200"/>
                </a:cubicBezTo>
                <a:cubicBezTo>
                  <a:pt x="13886" y="15929"/>
                  <a:pt x="13540" y="15709"/>
                  <a:pt x="13114" y="15709"/>
                </a:cubicBezTo>
                <a:moveTo>
                  <a:pt x="13886" y="7855"/>
                </a:moveTo>
                <a:cubicBezTo>
                  <a:pt x="13034" y="7855"/>
                  <a:pt x="12343" y="8295"/>
                  <a:pt x="12343" y="8836"/>
                </a:cubicBezTo>
                <a:cubicBezTo>
                  <a:pt x="12343" y="9379"/>
                  <a:pt x="13034" y="9818"/>
                  <a:pt x="13886" y="9818"/>
                </a:cubicBezTo>
                <a:cubicBezTo>
                  <a:pt x="14737" y="9818"/>
                  <a:pt x="15429" y="9379"/>
                  <a:pt x="15429" y="8836"/>
                </a:cubicBezTo>
                <a:cubicBezTo>
                  <a:pt x="15429" y="8295"/>
                  <a:pt x="14737" y="7855"/>
                  <a:pt x="13886" y="7855"/>
                </a:cubicBezTo>
                <a:moveTo>
                  <a:pt x="8486" y="17673"/>
                </a:moveTo>
                <a:cubicBezTo>
                  <a:pt x="8060" y="17673"/>
                  <a:pt x="7714" y="17892"/>
                  <a:pt x="7714" y="18164"/>
                </a:cubicBezTo>
                <a:cubicBezTo>
                  <a:pt x="7714" y="18435"/>
                  <a:pt x="8060" y="18655"/>
                  <a:pt x="8486" y="18655"/>
                </a:cubicBezTo>
                <a:cubicBezTo>
                  <a:pt x="8911" y="18655"/>
                  <a:pt x="9257" y="18435"/>
                  <a:pt x="9257" y="18164"/>
                </a:cubicBezTo>
                <a:cubicBezTo>
                  <a:pt x="9257" y="17892"/>
                  <a:pt x="8911" y="17673"/>
                  <a:pt x="8486" y="17673"/>
                </a:cubicBezTo>
                <a:moveTo>
                  <a:pt x="9257" y="10800"/>
                </a:moveTo>
                <a:cubicBezTo>
                  <a:pt x="9257" y="10258"/>
                  <a:pt x="8566" y="9818"/>
                  <a:pt x="7714" y="9818"/>
                </a:cubicBezTo>
                <a:cubicBezTo>
                  <a:pt x="6863" y="9818"/>
                  <a:pt x="6171" y="10258"/>
                  <a:pt x="6171" y="10800"/>
                </a:cubicBezTo>
                <a:cubicBezTo>
                  <a:pt x="6171" y="11343"/>
                  <a:pt x="6863" y="11782"/>
                  <a:pt x="7714" y="11782"/>
                </a:cubicBezTo>
                <a:cubicBezTo>
                  <a:pt x="8566" y="11782"/>
                  <a:pt x="9257" y="11343"/>
                  <a:pt x="9257" y="10800"/>
                </a:cubicBezTo>
                <a:moveTo>
                  <a:pt x="10029" y="13745"/>
                </a:moveTo>
                <a:cubicBezTo>
                  <a:pt x="9603" y="13745"/>
                  <a:pt x="9257" y="13965"/>
                  <a:pt x="9257" y="14236"/>
                </a:cubicBezTo>
                <a:cubicBezTo>
                  <a:pt x="9257" y="14508"/>
                  <a:pt x="9603" y="14727"/>
                  <a:pt x="10029" y="14727"/>
                </a:cubicBezTo>
                <a:cubicBezTo>
                  <a:pt x="10454" y="14727"/>
                  <a:pt x="10800" y="14508"/>
                  <a:pt x="10800" y="14236"/>
                </a:cubicBezTo>
                <a:cubicBezTo>
                  <a:pt x="10800" y="13965"/>
                  <a:pt x="10454" y="13745"/>
                  <a:pt x="10029" y="13745"/>
                </a:cubicBezTo>
                <a:moveTo>
                  <a:pt x="20057" y="1964"/>
                </a:moveTo>
                <a:lnTo>
                  <a:pt x="1543" y="1964"/>
                </a:lnTo>
                <a:lnTo>
                  <a:pt x="1543" y="982"/>
                </a:lnTo>
                <a:lnTo>
                  <a:pt x="20057" y="982"/>
                </a:lnTo>
                <a:cubicBezTo>
                  <a:pt x="20057" y="982"/>
                  <a:pt x="20057" y="1964"/>
                  <a:pt x="20057" y="1964"/>
                </a:cubicBezTo>
                <a:close/>
                <a:moveTo>
                  <a:pt x="16971" y="4033"/>
                </a:moveTo>
                <a:cubicBezTo>
                  <a:pt x="16079" y="4186"/>
                  <a:pt x="15266" y="4419"/>
                  <a:pt x="14349" y="4691"/>
                </a:cubicBezTo>
                <a:cubicBezTo>
                  <a:pt x="13209" y="5030"/>
                  <a:pt x="11919" y="5413"/>
                  <a:pt x="9994" y="5794"/>
                </a:cubicBezTo>
                <a:cubicBezTo>
                  <a:pt x="8093" y="6170"/>
                  <a:pt x="6167" y="5840"/>
                  <a:pt x="4629" y="5373"/>
                </a:cubicBezTo>
                <a:lnTo>
                  <a:pt x="4629" y="2945"/>
                </a:lnTo>
                <a:lnTo>
                  <a:pt x="16971" y="2945"/>
                </a:lnTo>
                <a:cubicBezTo>
                  <a:pt x="16971" y="2945"/>
                  <a:pt x="16971" y="4033"/>
                  <a:pt x="16971" y="4033"/>
                </a:cubicBezTo>
                <a:close/>
                <a:moveTo>
                  <a:pt x="16971" y="16691"/>
                </a:moveTo>
                <a:cubicBezTo>
                  <a:pt x="16971" y="18860"/>
                  <a:pt x="14208" y="20618"/>
                  <a:pt x="10800" y="20618"/>
                </a:cubicBezTo>
                <a:cubicBezTo>
                  <a:pt x="7391" y="20618"/>
                  <a:pt x="4629" y="18860"/>
                  <a:pt x="4629" y="16691"/>
                </a:cubicBezTo>
                <a:lnTo>
                  <a:pt x="4629" y="6384"/>
                </a:lnTo>
                <a:cubicBezTo>
                  <a:pt x="5722" y="6667"/>
                  <a:pt x="6954" y="6874"/>
                  <a:pt x="8257" y="6874"/>
                </a:cubicBezTo>
                <a:cubicBezTo>
                  <a:pt x="8984" y="6874"/>
                  <a:pt x="9731" y="6811"/>
                  <a:pt x="10481" y="6662"/>
                </a:cubicBezTo>
                <a:cubicBezTo>
                  <a:pt x="12512" y="6261"/>
                  <a:pt x="13914" y="5844"/>
                  <a:pt x="15040" y="5510"/>
                </a:cubicBezTo>
                <a:cubicBezTo>
                  <a:pt x="15760" y="5295"/>
                  <a:pt x="16366" y="5119"/>
                  <a:pt x="16971" y="4989"/>
                </a:cubicBezTo>
                <a:cubicBezTo>
                  <a:pt x="16971" y="4989"/>
                  <a:pt x="16971" y="16691"/>
                  <a:pt x="16971" y="16691"/>
                </a:cubicBezTo>
                <a:close/>
                <a:moveTo>
                  <a:pt x="20057" y="0"/>
                </a:moveTo>
                <a:lnTo>
                  <a:pt x="1543" y="0"/>
                </a:lnTo>
                <a:cubicBezTo>
                  <a:pt x="691" y="0"/>
                  <a:pt x="0" y="440"/>
                  <a:pt x="0" y="982"/>
                </a:cubicBezTo>
                <a:lnTo>
                  <a:pt x="0" y="1964"/>
                </a:lnTo>
                <a:cubicBezTo>
                  <a:pt x="0" y="2506"/>
                  <a:pt x="691" y="2945"/>
                  <a:pt x="1543" y="2945"/>
                </a:cubicBezTo>
                <a:lnTo>
                  <a:pt x="3086" y="2945"/>
                </a:lnTo>
                <a:lnTo>
                  <a:pt x="3086" y="16691"/>
                </a:lnTo>
                <a:cubicBezTo>
                  <a:pt x="3086" y="19402"/>
                  <a:pt x="6539" y="21600"/>
                  <a:pt x="10800" y="21600"/>
                </a:cubicBezTo>
                <a:cubicBezTo>
                  <a:pt x="15061" y="21600"/>
                  <a:pt x="18514" y="19402"/>
                  <a:pt x="18514" y="16691"/>
                </a:cubicBezTo>
                <a:lnTo>
                  <a:pt x="18514" y="2945"/>
                </a:lnTo>
                <a:lnTo>
                  <a:pt x="20057" y="2945"/>
                </a:lnTo>
                <a:cubicBezTo>
                  <a:pt x="20909" y="2945"/>
                  <a:pt x="21600" y="2506"/>
                  <a:pt x="21600" y="1964"/>
                </a:cubicBezTo>
                <a:lnTo>
                  <a:pt x="21600" y="982"/>
                </a:lnTo>
                <a:cubicBezTo>
                  <a:pt x="21600" y="440"/>
                  <a:pt x="20909" y="0"/>
                  <a:pt x="20057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2" name="Shape 2752"/>
          <p:cNvSpPr/>
          <p:nvPr/>
        </p:nvSpPr>
        <p:spPr>
          <a:xfrm>
            <a:off x="6297480" y="3079800"/>
            <a:ext cx="1717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2600" y="17673"/>
                </a:moveTo>
                <a:cubicBezTo>
                  <a:pt x="12269" y="17673"/>
                  <a:pt x="12000" y="17892"/>
                  <a:pt x="12000" y="18164"/>
                </a:cubicBezTo>
                <a:cubicBezTo>
                  <a:pt x="12000" y="18435"/>
                  <a:pt x="12269" y="18655"/>
                  <a:pt x="12600" y="18655"/>
                </a:cubicBezTo>
                <a:cubicBezTo>
                  <a:pt x="12931" y="18655"/>
                  <a:pt x="13200" y="18435"/>
                  <a:pt x="13200" y="18164"/>
                </a:cubicBezTo>
                <a:cubicBezTo>
                  <a:pt x="13200" y="17892"/>
                  <a:pt x="12931" y="17673"/>
                  <a:pt x="12600" y="17673"/>
                </a:cubicBezTo>
                <a:moveTo>
                  <a:pt x="10800" y="13745"/>
                </a:moveTo>
                <a:cubicBezTo>
                  <a:pt x="10138" y="13745"/>
                  <a:pt x="9600" y="14186"/>
                  <a:pt x="9600" y="14727"/>
                </a:cubicBezTo>
                <a:cubicBezTo>
                  <a:pt x="9600" y="15269"/>
                  <a:pt x="10138" y="15709"/>
                  <a:pt x="10800" y="15709"/>
                </a:cubicBezTo>
                <a:cubicBezTo>
                  <a:pt x="11462" y="15709"/>
                  <a:pt x="12000" y="15269"/>
                  <a:pt x="12000" y="14727"/>
                </a:cubicBezTo>
                <a:cubicBezTo>
                  <a:pt x="12000" y="14186"/>
                  <a:pt x="11462" y="13745"/>
                  <a:pt x="10800" y="13745"/>
                </a:cubicBezTo>
                <a:moveTo>
                  <a:pt x="12600" y="10800"/>
                </a:moveTo>
                <a:cubicBezTo>
                  <a:pt x="12269" y="10800"/>
                  <a:pt x="12000" y="10580"/>
                  <a:pt x="12000" y="10309"/>
                </a:cubicBezTo>
                <a:cubicBezTo>
                  <a:pt x="12000" y="10038"/>
                  <a:pt x="12269" y="9818"/>
                  <a:pt x="12600" y="9818"/>
                </a:cubicBezTo>
                <a:cubicBezTo>
                  <a:pt x="12931" y="9818"/>
                  <a:pt x="13200" y="10038"/>
                  <a:pt x="13200" y="10309"/>
                </a:cubicBezTo>
                <a:cubicBezTo>
                  <a:pt x="13200" y="10580"/>
                  <a:pt x="12931" y="10800"/>
                  <a:pt x="12600" y="10800"/>
                </a:cubicBezTo>
                <a:moveTo>
                  <a:pt x="12600" y="8836"/>
                </a:moveTo>
                <a:cubicBezTo>
                  <a:pt x="11606" y="8836"/>
                  <a:pt x="10800" y="9496"/>
                  <a:pt x="10800" y="10309"/>
                </a:cubicBezTo>
                <a:cubicBezTo>
                  <a:pt x="10800" y="11123"/>
                  <a:pt x="11606" y="11782"/>
                  <a:pt x="12600" y="11782"/>
                </a:cubicBezTo>
                <a:cubicBezTo>
                  <a:pt x="13594" y="11782"/>
                  <a:pt x="14400" y="11123"/>
                  <a:pt x="14400" y="10309"/>
                </a:cubicBezTo>
                <a:cubicBezTo>
                  <a:pt x="14400" y="9496"/>
                  <a:pt x="13594" y="8836"/>
                  <a:pt x="12600" y="8836"/>
                </a:cubicBezTo>
                <a:moveTo>
                  <a:pt x="17760" y="20618"/>
                </a:moveTo>
                <a:lnTo>
                  <a:pt x="3840" y="20618"/>
                </a:lnTo>
                <a:cubicBezTo>
                  <a:pt x="2134" y="19151"/>
                  <a:pt x="1200" y="17248"/>
                  <a:pt x="1200" y="15218"/>
                </a:cubicBezTo>
                <a:cubicBezTo>
                  <a:pt x="1200" y="12593"/>
                  <a:pt x="2796" y="10152"/>
                  <a:pt x="5468" y="8688"/>
                </a:cubicBezTo>
                <a:cubicBezTo>
                  <a:pt x="5800" y="8506"/>
                  <a:pt x="6000" y="8199"/>
                  <a:pt x="6000" y="7872"/>
                </a:cubicBezTo>
                <a:lnTo>
                  <a:pt x="6000" y="6529"/>
                </a:lnTo>
                <a:cubicBezTo>
                  <a:pt x="6729" y="6758"/>
                  <a:pt x="7567" y="6924"/>
                  <a:pt x="8484" y="6924"/>
                </a:cubicBezTo>
                <a:cubicBezTo>
                  <a:pt x="9499" y="6924"/>
                  <a:pt x="10603" y="6723"/>
                  <a:pt x="11748" y="6188"/>
                </a:cubicBezTo>
                <a:cubicBezTo>
                  <a:pt x="13252" y="5485"/>
                  <a:pt x="14575" y="5306"/>
                  <a:pt x="15600" y="5323"/>
                </a:cubicBezTo>
                <a:lnTo>
                  <a:pt x="15600" y="7872"/>
                </a:lnTo>
                <a:cubicBezTo>
                  <a:pt x="15600" y="8199"/>
                  <a:pt x="15800" y="8506"/>
                  <a:pt x="16132" y="8688"/>
                </a:cubicBezTo>
                <a:cubicBezTo>
                  <a:pt x="18804" y="10152"/>
                  <a:pt x="20400" y="12593"/>
                  <a:pt x="20400" y="15218"/>
                </a:cubicBezTo>
                <a:cubicBezTo>
                  <a:pt x="20400" y="17248"/>
                  <a:pt x="19466" y="19151"/>
                  <a:pt x="17760" y="20618"/>
                </a:cubicBezTo>
                <a:moveTo>
                  <a:pt x="15600" y="2945"/>
                </a:moveTo>
                <a:lnTo>
                  <a:pt x="15600" y="4340"/>
                </a:lnTo>
                <a:cubicBezTo>
                  <a:pt x="14391" y="4322"/>
                  <a:pt x="12860" y="4538"/>
                  <a:pt x="11152" y="5336"/>
                </a:cubicBezTo>
                <a:cubicBezTo>
                  <a:pt x="9163" y="6265"/>
                  <a:pt x="7312" y="5965"/>
                  <a:pt x="6000" y="5473"/>
                </a:cubicBezTo>
                <a:lnTo>
                  <a:pt x="6000" y="2945"/>
                </a:lnTo>
                <a:cubicBezTo>
                  <a:pt x="6000" y="2945"/>
                  <a:pt x="15600" y="2945"/>
                  <a:pt x="15600" y="2945"/>
                </a:cubicBezTo>
                <a:close/>
                <a:moveTo>
                  <a:pt x="3600" y="982"/>
                </a:moveTo>
                <a:lnTo>
                  <a:pt x="18000" y="982"/>
                </a:lnTo>
                <a:lnTo>
                  <a:pt x="18000" y="1964"/>
                </a:lnTo>
                <a:lnTo>
                  <a:pt x="3600" y="1964"/>
                </a:lnTo>
                <a:cubicBezTo>
                  <a:pt x="3600" y="1964"/>
                  <a:pt x="3600" y="982"/>
                  <a:pt x="3600" y="982"/>
                </a:cubicBezTo>
                <a:close/>
                <a:moveTo>
                  <a:pt x="16800" y="7872"/>
                </a:moveTo>
                <a:lnTo>
                  <a:pt x="16800" y="2945"/>
                </a:lnTo>
                <a:lnTo>
                  <a:pt x="18000" y="2945"/>
                </a:lnTo>
                <a:cubicBezTo>
                  <a:pt x="18662" y="2945"/>
                  <a:pt x="19200" y="2505"/>
                  <a:pt x="19200" y="1964"/>
                </a:cubicBezTo>
                <a:lnTo>
                  <a:pt x="19200" y="982"/>
                </a:lnTo>
                <a:cubicBezTo>
                  <a:pt x="19200" y="440"/>
                  <a:pt x="18662" y="0"/>
                  <a:pt x="18000" y="0"/>
                </a:cubicBezTo>
                <a:lnTo>
                  <a:pt x="3600" y="0"/>
                </a:lnTo>
                <a:cubicBezTo>
                  <a:pt x="2938" y="0"/>
                  <a:pt x="2400" y="440"/>
                  <a:pt x="2400" y="982"/>
                </a:cubicBezTo>
                <a:lnTo>
                  <a:pt x="2400" y="1964"/>
                </a:lnTo>
                <a:cubicBezTo>
                  <a:pt x="2400" y="2505"/>
                  <a:pt x="2938" y="2945"/>
                  <a:pt x="3600" y="2945"/>
                </a:cubicBezTo>
                <a:lnTo>
                  <a:pt x="4800" y="2945"/>
                </a:lnTo>
                <a:lnTo>
                  <a:pt x="4800" y="7872"/>
                </a:lnTo>
                <a:cubicBezTo>
                  <a:pt x="1906" y="9457"/>
                  <a:pt x="0" y="12155"/>
                  <a:pt x="0" y="15218"/>
                </a:cubicBezTo>
                <a:cubicBezTo>
                  <a:pt x="0" y="17730"/>
                  <a:pt x="1286" y="19991"/>
                  <a:pt x="3342" y="21600"/>
                </a:cubicBezTo>
                <a:lnTo>
                  <a:pt x="18258" y="21600"/>
                </a:lnTo>
                <a:cubicBezTo>
                  <a:pt x="20313" y="19991"/>
                  <a:pt x="21600" y="17730"/>
                  <a:pt x="21600" y="15218"/>
                </a:cubicBezTo>
                <a:cubicBezTo>
                  <a:pt x="21600" y="12155"/>
                  <a:pt x="19693" y="9457"/>
                  <a:pt x="16800" y="7872"/>
                </a:cubicBezTo>
                <a:moveTo>
                  <a:pt x="16200" y="15709"/>
                </a:moveTo>
                <a:cubicBezTo>
                  <a:pt x="15869" y="15709"/>
                  <a:pt x="15600" y="15929"/>
                  <a:pt x="15600" y="16200"/>
                </a:cubicBezTo>
                <a:cubicBezTo>
                  <a:pt x="15600" y="16471"/>
                  <a:pt x="15869" y="16691"/>
                  <a:pt x="16200" y="16691"/>
                </a:cubicBezTo>
                <a:cubicBezTo>
                  <a:pt x="16531" y="16691"/>
                  <a:pt x="16800" y="16471"/>
                  <a:pt x="16800" y="16200"/>
                </a:cubicBezTo>
                <a:cubicBezTo>
                  <a:pt x="16800" y="15929"/>
                  <a:pt x="16531" y="15709"/>
                  <a:pt x="16200" y="15709"/>
                </a:cubicBezTo>
                <a:moveTo>
                  <a:pt x="7800" y="11782"/>
                </a:moveTo>
                <a:cubicBezTo>
                  <a:pt x="7469" y="11782"/>
                  <a:pt x="7200" y="12001"/>
                  <a:pt x="7200" y="12273"/>
                </a:cubicBezTo>
                <a:cubicBezTo>
                  <a:pt x="7200" y="12544"/>
                  <a:pt x="7469" y="12764"/>
                  <a:pt x="7800" y="12764"/>
                </a:cubicBezTo>
                <a:cubicBezTo>
                  <a:pt x="8131" y="12764"/>
                  <a:pt x="8400" y="12544"/>
                  <a:pt x="8400" y="12273"/>
                </a:cubicBezTo>
                <a:cubicBezTo>
                  <a:pt x="8400" y="12001"/>
                  <a:pt x="8131" y="11782"/>
                  <a:pt x="7800" y="11782"/>
                </a:cubicBezTo>
                <a:moveTo>
                  <a:pt x="6000" y="15709"/>
                </a:moveTo>
                <a:cubicBezTo>
                  <a:pt x="5338" y="15709"/>
                  <a:pt x="4800" y="16149"/>
                  <a:pt x="4800" y="16691"/>
                </a:cubicBezTo>
                <a:cubicBezTo>
                  <a:pt x="4800" y="17233"/>
                  <a:pt x="5338" y="17673"/>
                  <a:pt x="6000" y="17673"/>
                </a:cubicBezTo>
                <a:cubicBezTo>
                  <a:pt x="6662" y="17673"/>
                  <a:pt x="7200" y="17233"/>
                  <a:pt x="7200" y="16691"/>
                </a:cubicBezTo>
                <a:cubicBezTo>
                  <a:pt x="7200" y="16149"/>
                  <a:pt x="6662" y="15709"/>
                  <a:pt x="6000" y="15709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3" name="Shape 2753"/>
          <p:cNvSpPr/>
          <p:nvPr/>
        </p:nvSpPr>
        <p:spPr>
          <a:xfrm>
            <a:off x="6697800" y="3079800"/>
            <a:ext cx="17136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3800" y="18655"/>
                </a:moveTo>
                <a:cubicBezTo>
                  <a:pt x="13468" y="18655"/>
                  <a:pt x="13200" y="18874"/>
                  <a:pt x="13200" y="19145"/>
                </a:cubicBezTo>
                <a:cubicBezTo>
                  <a:pt x="13200" y="19417"/>
                  <a:pt x="13468" y="19636"/>
                  <a:pt x="13800" y="19636"/>
                </a:cubicBezTo>
                <a:cubicBezTo>
                  <a:pt x="14132" y="19636"/>
                  <a:pt x="14400" y="19417"/>
                  <a:pt x="14400" y="19145"/>
                </a:cubicBezTo>
                <a:cubicBezTo>
                  <a:pt x="14400" y="18874"/>
                  <a:pt x="14132" y="18655"/>
                  <a:pt x="13800" y="18655"/>
                </a:cubicBezTo>
                <a:moveTo>
                  <a:pt x="10200" y="15709"/>
                </a:moveTo>
                <a:cubicBezTo>
                  <a:pt x="9868" y="15709"/>
                  <a:pt x="9600" y="15490"/>
                  <a:pt x="9600" y="15218"/>
                </a:cubicBezTo>
                <a:cubicBezTo>
                  <a:pt x="9600" y="14947"/>
                  <a:pt x="9868" y="14727"/>
                  <a:pt x="10200" y="14727"/>
                </a:cubicBezTo>
                <a:cubicBezTo>
                  <a:pt x="10532" y="14727"/>
                  <a:pt x="10800" y="14947"/>
                  <a:pt x="10800" y="15218"/>
                </a:cubicBezTo>
                <a:cubicBezTo>
                  <a:pt x="10800" y="15490"/>
                  <a:pt x="10532" y="15709"/>
                  <a:pt x="10200" y="15709"/>
                </a:cubicBezTo>
                <a:moveTo>
                  <a:pt x="10200" y="13745"/>
                </a:moveTo>
                <a:cubicBezTo>
                  <a:pt x="9206" y="13745"/>
                  <a:pt x="8400" y="14405"/>
                  <a:pt x="8400" y="15218"/>
                </a:cubicBezTo>
                <a:cubicBezTo>
                  <a:pt x="8400" y="16031"/>
                  <a:pt x="9206" y="16691"/>
                  <a:pt x="10200" y="16691"/>
                </a:cubicBezTo>
                <a:cubicBezTo>
                  <a:pt x="11194" y="16691"/>
                  <a:pt x="12000" y="16031"/>
                  <a:pt x="12000" y="15218"/>
                </a:cubicBezTo>
                <a:cubicBezTo>
                  <a:pt x="12000" y="14405"/>
                  <a:pt x="11194" y="13745"/>
                  <a:pt x="10200" y="13745"/>
                </a:cubicBezTo>
                <a:moveTo>
                  <a:pt x="15600" y="13745"/>
                </a:moveTo>
                <a:cubicBezTo>
                  <a:pt x="14938" y="13745"/>
                  <a:pt x="14400" y="14186"/>
                  <a:pt x="14400" y="14727"/>
                </a:cubicBezTo>
                <a:cubicBezTo>
                  <a:pt x="14400" y="15269"/>
                  <a:pt x="14938" y="15709"/>
                  <a:pt x="15600" y="15709"/>
                </a:cubicBezTo>
                <a:cubicBezTo>
                  <a:pt x="16262" y="15709"/>
                  <a:pt x="16800" y="15269"/>
                  <a:pt x="16800" y="14727"/>
                </a:cubicBezTo>
                <a:cubicBezTo>
                  <a:pt x="16800" y="14186"/>
                  <a:pt x="16262" y="13745"/>
                  <a:pt x="15600" y="13745"/>
                </a:cubicBezTo>
                <a:moveTo>
                  <a:pt x="14400" y="20618"/>
                </a:moveTo>
                <a:lnTo>
                  <a:pt x="7200" y="20618"/>
                </a:lnTo>
                <a:cubicBezTo>
                  <a:pt x="3892" y="20618"/>
                  <a:pt x="1200" y="18416"/>
                  <a:pt x="1200" y="15709"/>
                </a:cubicBezTo>
                <a:cubicBezTo>
                  <a:pt x="1200" y="13123"/>
                  <a:pt x="2182" y="11620"/>
                  <a:pt x="3320" y="9880"/>
                </a:cubicBezTo>
                <a:cubicBezTo>
                  <a:pt x="3477" y="9639"/>
                  <a:pt x="3636" y="9392"/>
                  <a:pt x="3797" y="9140"/>
                </a:cubicBezTo>
                <a:cubicBezTo>
                  <a:pt x="3905" y="9093"/>
                  <a:pt x="6420" y="8038"/>
                  <a:pt x="9814" y="9625"/>
                </a:cubicBezTo>
                <a:cubicBezTo>
                  <a:pt x="10959" y="10160"/>
                  <a:pt x="12064" y="10360"/>
                  <a:pt x="13079" y="10360"/>
                </a:cubicBezTo>
                <a:cubicBezTo>
                  <a:pt x="15152" y="10360"/>
                  <a:pt x="16846" y="9523"/>
                  <a:pt x="17711" y="8991"/>
                </a:cubicBezTo>
                <a:cubicBezTo>
                  <a:pt x="17902" y="9295"/>
                  <a:pt x="18093" y="9592"/>
                  <a:pt x="18280" y="9880"/>
                </a:cubicBezTo>
                <a:cubicBezTo>
                  <a:pt x="19418" y="11620"/>
                  <a:pt x="20400" y="13123"/>
                  <a:pt x="20400" y="15709"/>
                </a:cubicBezTo>
                <a:cubicBezTo>
                  <a:pt x="20400" y="18416"/>
                  <a:pt x="17708" y="20618"/>
                  <a:pt x="14400" y="20618"/>
                </a:cubicBezTo>
                <a:moveTo>
                  <a:pt x="5967" y="2945"/>
                </a:moveTo>
                <a:lnTo>
                  <a:pt x="15633" y="2945"/>
                </a:lnTo>
                <a:cubicBezTo>
                  <a:pt x="15782" y="5133"/>
                  <a:pt x="16425" y="6735"/>
                  <a:pt x="17180" y="8090"/>
                </a:cubicBezTo>
                <a:cubicBezTo>
                  <a:pt x="16281" y="8690"/>
                  <a:pt x="13509" y="10220"/>
                  <a:pt x="10410" y="8772"/>
                </a:cubicBezTo>
                <a:cubicBezTo>
                  <a:pt x="7921" y="7609"/>
                  <a:pt x="5800" y="7679"/>
                  <a:pt x="4520" y="7912"/>
                </a:cubicBezTo>
                <a:cubicBezTo>
                  <a:pt x="5231" y="6594"/>
                  <a:pt x="5824" y="5037"/>
                  <a:pt x="5967" y="2945"/>
                </a:cubicBezTo>
                <a:moveTo>
                  <a:pt x="3600" y="982"/>
                </a:moveTo>
                <a:lnTo>
                  <a:pt x="18000" y="982"/>
                </a:lnTo>
                <a:lnTo>
                  <a:pt x="18000" y="1964"/>
                </a:lnTo>
                <a:lnTo>
                  <a:pt x="3600" y="1964"/>
                </a:lnTo>
                <a:cubicBezTo>
                  <a:pt x="3600" y="1964"/>
                  <a:pt x="3600" y="982"/>
                  <a:pt x="3600" y="982"/>
                </a:cubicBezTo>
                <a:close/>
                <a:moveTo>
                  <a:pt x="16843" y="2945"/>
                </a:moveTo>
                <a:lnTo>
                  <a:pt x="18000" y="2945"/>
                </a:lnTo>
                <a:cubicBezTo>
                  <a:pt x="18662" y="2945"/>
                  <a:pt x="19200" y="2505"/>
                  <a:pt x="19200" y="1964"/>
                </a:cubicBezTo>
                <a:lnTo>
                  <a:pt x="19200" y="982"/>
                </a:lnTo>
                <a:cubicBezTo>
                  <a:pt x="19200" y="440"/>
                  <a:pt x="18662" y="0"/>
                  <a:pt x="18000" y="0"/>
                </a:cubicBezTo>
                <a:lnTo>
                  <a:pt x="3600" y="0"/>
                </a:lnTo>
                <a:cubicBezTo>
                  <a:pt x="2938" y="0"/>
                  <a:pt x="2400" y="440"/>
                  <a:pt x="2400" y="982"/>
                </a:cubicBezTo>
                <a:lnTo>
                  <a:pt x="2400" y="1964"/>
                </a:lnTo>
                <a:cubicBezTo>
                  <a:pt x="2400" y="2505"/>
                  <a:pt x="2938" y="2945"/>
                  <a:pt x="3600" y="2945"/>
                </a:cubicBezTo>
                <a:lnTo>
                  <a:pt x="4757" y="2945"/>
                </a:lnTo>
                <a:cubicBezTo>
                  <a:pt x="4322" y="8937"/>
                  <a:pt x="0" y="10114"/>
                  <a:pt x="0" y="15709"/>
                </a:cubicBezTo>
                <a:cubicBezTo>
                  <a:pt x="0" y="18962"/>
                  <a:pt x="3224" y="21600"/>
                  <a:pt x="7200" y="21600"/>
                </a:cubicBezTo>
                <a:lnTo>
                  <a:pt x="14400" y="21600"/>
                </a:lnTo>
                <a:cubicBezTo>
                  <a:pt x="18376" y="21600"/>
                  <a:pt x="21600" y="18962"/>
                  <a:pt x="21600" y="15709"/>
                </a:cubicBezTo>
                <a:cubicBezTo>
                  <a:pt x="21600" y="10114"/>
                  <a:pt x="17278" y="8937"/>
                  <a:pt x="16843" y="2945"/>
                </a:cubicBezTo>
                <a:moveTo>
                  <a:pt x="17400" y="11782"/>
                </a:moveTo>
                <a:cubicBezTo>
                  <a:pt x="17068" y="11782"/>
                  <a:pt x="16800" y="12001"/>
                  <a:pt x="16800" y="12273"/>
                </a:cubicBezTo>
                <a:cubicBezTo>
                  <a:pt x="16800" y="12544"/>
                  <a:pt x="17068" y="12764"/>
                  <a:pt x="17400" y="12764"/>
                </a:cubicBezTo>
                <a:cubicBezTo>
                  <a:pt x="17732" y="12764"/>
                  <a:pt x="18000" y="12544"/>
                  <a:pt x="18000" y="12273"/>
                </a:cubicBezTo>
                <a:cubicBezTo>
                  <a:pt x="18000" y="12001"/>
                  <a:pt x="17732" y="11782"/>
                  <a:pt x="17400" y="11782"/>
                </a:cubicBezTo>
                <a:moveTo>
                  <a:pt x="6000" y="10800"/>
                </a:moveTo>
                <a:cubicBezTo>
                  <a:pt x="5338" y="10800"/>
                  <a:pt x="4800" y="11240"/>
                  <a:pt x="4800" y="11782"/>
                </a:cubicBezTo>
                <a:cubicBezTo>
                  <a:pt x="4800" y="12324"/>
                  <a:pt x="5338" y="12764"/>
                  <a:pt x="6000" y="12764"/>
                </a:cubicBezTo>
                <a:cubicBezTo>
                  <a:pt x="6662" y="12764"/>
                  <a:pt x="7200" y="12324"/>
                  <a:pt x="7200" y="11782"/>
                </a:cubicBezTo>
                <a:cubicBezTo>
                  <a:pt x="7200" y="11240"/>
                  <a:pt x="6662" y="10800"/>
                  <a:pt x="6000" y="10800"/>
                </a:cubicBezTo>
                <a:moveTo>
                  <a:pt x="5400" y="16691"/>
                </a:moveTo>
                <a:cubicBezTo>
                  <a:pt x="5068" y="16691"/>
                  <a:pt x="4800" y="16910"/>
                  <a:pt x="4800" y="17182"/>
                </a:cubicBezTo>
                <a:cubicBezTo>
                  <a:pt x="4800" y="17453"/>
                  <a:pt x="5068" y="17673"/>
                  <a:pt x="5400" y="17673"/>
                </a:cubicBezTo>
                <a:cubicBezTo>
                  <a:pt x="5732" y="17673"/>
                  <a:pt x="6000" y="17453"/>
                  <a:pt x="6000" y="17182"/>
                </a:cubicBezTo>
                <a:cubicBezTo>
                  <a:pt x="6000" y="16910"/>
                  <a:pt x="5732" y="16691"/>
                  <a:pt x="5400" y="1669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4" name="Shape 2754"/>
          <p:cNvSpPr/>
          <p:nvPr/>
        </p:nvSpPr>
        <p:spPr>
          <a:xfrm>
            <a:off x="7088040" y="3079800"/>
            <a:ext cx="19080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15709"/>
                </a:moveTo>
                <a:cubicBezTo>
                  <a:pt x="10203" y="15709"/>
                  <a:pt x="9720" y="16149"/>
                  <a:pt x="9720" y="16691"/>
                </a:cubicBezTo>
                <a:cubicBezTo>
                  <a:pt x="9720" y="17233"/>
                  <a:pt x="10203" y="17673"/>
                  <a:pt x="10800" y="17673"/>
                </a:cubicBezTo>
                <a:cubicBezTo>
                  <a:pt x="11396" y="17673"/>
                  <a:pt x="11880" y="17233"/>
                  <a:pt x="11880" y="16691"/>
                </a:cubicBezTo>
                <a:cubicBezTo>
                  <a:pt x="11880" y="16149"/>
                  <a:pt x="11396" y="15709"/>
                  <a:pt x="10800" y="15709"/>
                </a:cubicBezTo>
                <a:moveTo>
                  <a:pt x="12960" y="10800"/>
                </a:moveTo>
                <a:cubicBezTo>
                  <a:pt x="12363" y="10800"/>
                  <a:pt x="11880" y="11240"/>
                  <a:pt x="11880" y="11782"/>
                </a:cubicBezTo>
                <a:cubicBezTo>
                  <a:pt x="11880" y="12324"/>
                  <a:pt x="12363" y="12764"/>
                  <a:pt x="12960" y="12764"/>
                </a:cubicBezTo>
                <a:cubicBezTo>
                  <a:pt x="13556" y="12764"/>
                  <a:pt x="14040" y="12324"/>
                  <a:pt x="14040" y="11782"/>
                </a:cubicBezTo>
                <a:cubicBezTo>
                  <a:pt x="14040" y="11240"/>
                  <a:pt x="13556" y="10800"/>
                  <a:pt x="12960" y="10800"/>
                </a:cubicBezTo>
                <a:moveTo>
                  <a:pt x="15660" y="14727"/>
                </a:moveTo>
                <a:cubicBezTo>
                  <a:pt x="15362" y="14727"/>
                  <a:pt x="15120" y="14947"/>
                  <a:pt x="15120" y="15218"/>
                </a:cubicBezTo>
                <a:cubicBezTo>
                  <a:pt x="15120" y="15490"/>
                  <a:pt x="15362" y="15709"/>
                  <a:pt x="15660" y="15709"/>
                </a:cubicBezTo>
                <a:cubicBezTo>
                  <a:pt x="15958" y="15709"/>
                  <a:pt x="16200" y="15490"/>
                  <a:pt x="16200" y="15218"/>
                </a:cubicBezTo>
                <a:cubicBezTo>
                  <a:pt x="16200" y="14947"/>
                  <a:pt x="15958" y="14727"/>
                  <a:pt x="15660" y="14727"/>
                </a:cubicBezTo>
                <a:moveTo>
                  <a:pt x="16740" y="17673"/>
                </a:moveTo>
                <a:cubicBezTo>
                  <a:pt x="16442" y="17673"/>
                  <a:pt x="16200" y="17892"/>
                  <a:pt x="16200" y="18164"/>
                </a:cubicBezTo>
                <a:cubicBezTo>
                  <a:pt x="16200" y="18435"/>
                  <a:pt x="16442" y="18655"/>
                  <a:pt x="16740" y="18655"/>
                </a:cubicBezTo>
                <a:cubicBezTo>
                  <a:pt x="17038" y="18655"/>
                  <a:pt x="17280" y="18435"/>
                  <a:pt x="17280" y="18164"/>
                </a:cubicBezTo>
                <a:cubicBezTo>
                  <a:pt x="17280" y="17892"/>
                  <a:pt x="17038" y="17673"/>
                  <a:pt x="16740" y="17673"/>
                </a:cubicBezTo>
                <a:moveTo>
                  <a:pt x="7020" y="13745"/>
                </a:moveTo>
                <a:cubicBezTo>
                  <a:pt x="6722" y="13745"/>
                  <a:pt x="6480" y="13525"/>
                  <a:pt x="6480" y="13255"/>
                </a:cubicBezTo>
                <a:cubicBezTo>
                  <a:pt x="6480" y="12983"/>
                  <a:pt x="6722" y="12764"/>
                  <a:pt x="7020" y="12764"/>
                </a:cubicBezTo>
                <a:cubicBezTo>
                  <a:pt x="7318" y="12764"/>
                  <a:pt x="7560" y="12983"/>
                  <a:pt x="7560" y="13255"/>
                </a:cubicBezTo>
                <a:cubicBezTo>
                  <a:pt x="7560" y="13525"/>
                  <a:pt x="7318" y="13745"/>
                  <a:pt x="7020" y="13745"/>
                </a:cubicBezTo>
                <a:moveTo>
                  <a:pt x="7020" y="11782"/>
                </a:moveTo>
                <a:cubicBezTo>
                  <a:pt x="6126" y="11782"/>
                  <a:pt x="5400" y="12441"/>
                  <a:pt x="5400" y="13255"/>
                </a:cubicBezTo>
                <a:cubicBezTo>
                  <a:pt x="5400" y="14068"/>
                  <a:pt x="6126" y="14727"/>
                  <a:pt x="7020" y="14727"/>
                </a:cubicBezTo>
                <a:cubicBezTo>
                  <a:pt x="7914" y="14727"/>
                  <a:pt x="8640" y="14068"/>
                  <a:pt x="8640" y="13255"/>
                </a:cubicBezTo>
                <a:cubicBezTo>
                  <a:pt x="8640" y="12441"/>
                  <a:pt x="7914" y="11782"/>
                  <a:pt x="7020" y="11782"/>
                </a:cubicBezTo>
                <a:moveTo>
                  <a:pt x="16200" y="20618"/>
                </a:moveTo>
                <a:lnTo>
                  <a:pt x="5400" y="20618"/>
                </a:lnTo>
                <a:cubicBezTo>
                  <a:pt x="5224" y="20618"/>
                  <a:pt x="1080" y="20574"/>
                  <a:pt x="1080" y="16691"/>
                </a:cubicBezTo>
                <a:cubicBezTo>
                  <a:pt x="1080" y="12965"/>
                  <a:pt x="3149" y="11214"/>
                  <a:pt x="4975" y="9670"/>
                </a:cubicBezTo>
                <a:cubicBezTo>
                  <a:pt x="6031" y="8777"/>
                  <a:pt x="7028" y="7920"/>
                  <a:pt x="7400" y="6808"/>
                </a:cubicBezTo>
                <a:cubicBezTo>
                  <a:pt x="7683" y="6848"/>
                  <a:pt x="7974" y="6878"/>
                  <a:pt x="8279" y="6878"/>
                </a:cubicBezTo>
                <a:cubicBezTo>
                  <a:pt x="9182" y="6878"/>
                  <a:pt x="10166" y="6687"/>
                  <a:pt x="11184" y="6177"/>
                </a:cubicBezTo>
                <a:cubicBezTo>
                  <a:pt x="12256" y="5642"/>
                  <a:pt x="13226" y="5425"/>
                  <a:pt x="14040" y="5367"/>
                </a:cubicBezTo>
                <a:lnTo>
                  <a:pt x="14040" y="5891"/>
                </a:lnTo>
                <a:cubicBezTo>
                  <a:pt x="14040" y="7483"/>
                  <a:pt x="15296" y="8546"/>
                  <a:pt x="16625" y="9670"/>
                </a:cubicBezTo>
                <a:cubicBezTo>
                  <a:pt x="18451" y="11214"/>
                  <a:pt x="20520" y="12965"/>
                  <a:pt x="20520" y="16691"/>
                </a:cubicBezTo>
                <a:cubicBezTo>
                  <a:pt x="20520" y="20474"/>
                  <a:pt x="16637" y="20614"/>
                  <a:pt x="16200" y="20618"/>
                </a:cubicBezTo>
                <a:moveTo>
                  <a:pt x="14040" y="2945"/>
                </a:moveTo>
                <a:lnTo>
                  <a:pt x="14040" y="4432"/>
                </a:lnTo>
                <a:cubicBezTo>
                  <a:pt x="13069" y="4489"/>
                  <a:pt x="11917" y="4734"/>
                  <a:pt x="10654" y="5365"/>
                </a:cubicBezTo>
                <a:cubicBezTo>
                  <a:pt x="9547" y="5920"/>
                  <a:pt x="8485" y="6015"/>
                  <a:pt x="7560" y="5894"/>
                </a:cubicBezTo>
                <a:lnTo>
                  <a:pt x="7560" y="5891"/>
                </a:lnTo>
                <a:lnTo>
                  <a:pt x="7560" y="2945"/>
                </a:lnTo>
                <a:cubicBezTo>
                  <a:pt x="7560" y="2945"/>
                  <a:pt x="14040" y="2945"/>
                  <a:pt x="14040" y="2945"/>
                </a:cubicBezTo>
                <a:close/>
                <a:moveTo>
                  <a:pt x="5400" y="982"/>
                </a:moveTo>
                <a:lnTo>
                  <a:pt x="16200" y="982"/>
                </a:lnTo>
                <a:lnTo>
                  <a:pt x="16200" y="1964"/>
                </a:lnTo>
                <a:lnTo>
                  <a:pt x="5400" y="1964"/>
                </a:lnTo>
                <a:cubicBezTo>
                  <a:pt x="5400" y="1964"/>
                  <a:pt x="5400" y="982"/>
                  <a:pt x="5400" y="982"/>
                </a:cubicBezTo>
                <a:close/>
                <a:moveTo>
                  <a:pt x="15120" y="5891"/>
                </a:moveTo>
                <a:lnTo>
                  <a:pt x="15120" y="2945"/>
                </a:lnTo>
                <a:lnTo>
                  <a:pt x="16200" y="2945"/>
                </a:lnTo>
                <a:cubicBezTo>
                  <a:pt x="16796" y="2945"/>
                  <a:pt x="17280" y="2505"/>
                  <a:pt x="17280" y="1964"/>
                </a:cubicBezTo>
                <a:lnTo>
                  <a:pt x="17280" y="982"/>
                </a:lnTo>
                <a:cubicBezTo>
                  <a:pt x="17280" y="440"/>
                  <a:pt x="16796" y="0"/>
                  <a:pt x="16200" y="0"/>
                </a:cubicBezTo>
                <a:lnTo>
                  <a:pt x="5400" y="0"/>
                </a:lnTo>
                <a:cubicBezTo>
                  <a:pt x="4803" y="0"/>
                  <a:pt x="4320" y="440"/>
                  <a:pt x="4320" y="982"/>
                </a:cubicBezTo>
                <a:lnTo>
                  <a:pt x="4320" y="1964"/>
                </a:lnTo>
                <a:cubicBezTo>
                  <a:pt x="4320" y="2505"/>
                  <a:pt x="4803" y="2945"/>
                  <a:pt x="5400" y="2945"/>
                </a:cubicBezTo>
                <a:lnTo>
                  <a:pt x="6480" y="2945"/>
                </a:lnTo>
                <a:lnTo>
                  <a:pt x="6480" y="5891"/>
                </a:lnTo>
                <a:cubicBezTo>
                  <a:pt x="6480" y="8836"/>
                  <a:pt x="0" y="9818"/>
                  <a:pt x="0" y="16691"/>
                </a:cubicBezTo>
                <a:cubicBezTo>
                  <a:pt x="0" y="21600"/>
                  <a:pt x="5400" y="21600"/>
                  <a:pt x="5400" y="21600"/>
                </a:cubicBezTo>
                <a:lnTo>
                  <a:pt x="16200" y="21600"/>
                </a:lnTo>
                <a:cubicBezTo>
                  <a:pt x="16200" y="21600"/>
                  <a:pt x="21600" y="21600"/>
                  <a:pt x="21600" y="16691"/>
                </a:cubicBezTo>
                <a:cubicBezTo>
                  <a:pt x="21600" y="9818"/>
                  <a:pt x="15120" y="8836"/>
                  <a:pt x="15120" y="5891"/>
                </a:cubicBezTo>
                <a:moveTo>
                  <a:pt x="5940" y="16691"/>
                </a:moveTo>
                <a:cubicBezTo>
                  <a:pt x="5642" y="16691"/>
                  <a:pt x="5400" y="16910"/>
                  <a:pt x="5400" y="17182"/>
                </a:cubicBezTo>
                <a:cubicBezTo>
                  <a:pt x="5400" y="17453"/>
                  <a:pt x="5642" y="17673"/>
                  <a:pt x="5940" y="17673"/>
                </a:cubicBezTo>
                <a:cubicBezTo>
                  <a:pt x="6238" y="17673"/>
                  <a:pt x="6480" y="17453"/>
                  <a:pt x="6480" y="17182"/>
                </a:cubicBezTo>
                <a:cubicBezTo>
                  <a:pt x="6480" y="16910"/>
                  <a:pt x="6238" y="16691"/>
                  <a:pt x="5940" y="1669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5" name="Shape 2755"/>
          <p:cNvSpPr/>
          <p:nvPr/>
        </p:nvSpPr>
        <p:spPr>
          <a:xfrm>
            <a:off x="7497720" y="3079800"/>
            <a:ext cx="17136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400" y="4909"/>
                </a:moveTo>
                <a:lnTo>
                  <a:pt x="19200" y="4909"/>
                </a:lnTo>
                <a:lnTo>
                  <a:pt x="19200" y="2945"/>
                </a:lnTo>
                <a:cubicBezTo>
                  <a:pt x="19200" y="2674"/>
                  <a:pt x="18932" y="2455"/>
                  <a:pt x="18600" y="2455"/>
                </a:cubicBezTo>
                <a:cubicBezTo>
                  <a:pt x="18268" y="2455"/>
                  <a:pt x="18000" y="2674"/>
                  <a:pt x="18000" y="2945"/>
                </a:cubicBezTo>
                <a:lnTo>
                  <a:pt x="18000" y="4909"/>
                </a:lnTo>
                <a:lnTo>
                  <a:pt x="16800" y="4909"/>
                </a:lnTo>
                <a:lnTo>
                  <a:pt x="16800" y="2945"/>
                </a:lnTo>
                <a:cubicBezTo>
                  <a:pt x="16800" y="2674"/>
                  <a:pt x="16532" y="2455"/>
                  <a:pt x="16200" y="2455"/>
                </a:cubicBezTo>
                <a:cubicBezTo>
                  <a:pt x="15868" y="2455"/>
                  <a:pt x="15600" y="2674"/>
                  <a:pt x="15600" y="2945"/>
                </a:cubicBezTo>
                <a:lnTo>
                  <a:pt x="15600" y="4909"/>
                </a:lnTo>
                <a:lnTo>
                  <a:pt x="14400" y="4909"/>
                </a:lnTo>
                <a:lnTo>
                  <a:pt x="14400" y="2455"/>
                </a:lnTo>
                <a:cubicBezTo>
                  <a:pt x="14400" y="2183"/>
                  <a:pt x="14132" y="1964"/>
                  <a:pt x="13800" y="1964"/>
                </a:cubicBezTo>
                <a:cubicBezTo>
                  <a:pt x="13468" y="1964"/>
                  <a:pt x="13200" y="2183"/>
                  <a:pt x="13200" y="2455"/>
                </a:cubicBezTo>
                <a:lnTo>
                  <a:pt x="13200" y="4909"/>
                </a:lnTo>
                <a:lnTo>
                  <a:pt x="12000" y="4909"/>
                </a:lnTo>
                <a:lnTo>
                  <a:pt x="12000" y="2945"/>
                </a:lnTo>
                <a:cubicBezTo>
                  <a:pt x="12000" y="2674"/>
                  <a:pt x="11732" y="2455"/>
                  <a:pt x="11400" y="2455"/>
                </a:cubicBezTo>
                <a:cubicBezTo>
                  <a:pt x="11068" y="2455"/>
                  <a:pt x="10800" y="2674"/>
                  <a:pt x="10800" y="2945"/>
                </a:cubicBezTo>
                <a:lnTo>
                  <a:pt x="10800" y="4909"/>
                </a:lnTo>
                <a:lnTo>
                  <a:pt x="9600" y="4909"/>
                </a:lnTo>
                <a:lnTo>
                  <a:pt x="9600" y="2455"/>
                </a:lnTo>
                <a:cubicBezTo>
                  <a:pt x="9600" y="2183"/>
                  <a:pt x="9332" y="1964"/>
                  <a:pt x="9000" y="1964"/>
                </a:cubicBezTo>
                <a:cubicBezTo>
                  <a:pt x="8668" y="1964"/>
                  <a:pt x="8400" y="2183"/>
                  <a:pt x="8400" y="2455"/>
                </a:cubicBezTo>
                <a:lnTo>
                  <a:pt x="8400" y="4909"/>
                </a:lnTo>
                <a:lnTo>
                  <a:pt x="6000" y="4909"/>
                </a:lnTo>
                <a:lnTo>
                  <a:pt x="6000" y="2945"/>
                </a:lnTo>
                <a:cubicBezTo>
                  <a:pt x="6000" y="2674"/>
                  <a:pt x="5732" y="2455"/>
                  <a:pt x="5400" y="2455"/>
                </a:cubicBezTo>
                <a:cubicBezTo>
                  <a:pt x="5068" y="2455"/>
                  <a:pt x="4800" y="2674"/>
                  <a:pt x="4800" y="2945"/>
                </a:cubicBezTo>
                <a:lnTo>
                  <a:pt x="4800" y="4909"/>
                </a:lnTo>
                <a:lnTo>
                  <a:pt x="3600" y="4909"/>
                </a:lnTo>
                <a:lnTo>
                  <a:pt x="3600" y="2455"/>
                </a:lnTo>
                <a:cubicBezTo>
                  <a:pt x="3600" y="2183"/>
                  <a:pt x="3332" y="1964"/>
                  <a:pt x="3000" y="1964"/>
                </a:cubicBezTo>
                <a:cubicBezTo>
                  <a:pt x="2668" y="1964"/>
                  <a:pt x="2400" y="2183"/>
                  <a:pt x="2400" y="2455"/>
                </a:cubicBezTo>
                <a:lnTo>
                  <a:pt x="2400" y="4909"/>
                </a:lnTo>
                <a:lnTo>
                  <a:pt x="1200" y="4909"/>
                </a:lnTo>
                <a:lnTo>
                  <a:pt x="1200" y="982"/>
                </a:lnTo>
                <a:lnTo>
                  <a:pt x="20400" y="982"/>
                </a:lnTo>
                <a:cubicBezTo>
                  <a:pt x="20400" y="982"/>
                  <a:pt x="20400" y="4909"/>
                  <a:pt x="20400" y="4909"/>
                </a:cubicBezTo>
                <a:close/>
                <a:moveTo>
                  <a:pt x="20400" y="10309"/>
                </a:moveTo>
                <a:lnTo>
                  <a:pt x="19200" y="10309"/>
                </a:lnTo>
                <a:lnTo>
                  <a:pt x="19200" y="7855"/>
                </a:lnTo>
                <a:cubicBezTo>
                  <a:pt x="19200" y="7583"/>
                  <a:pt x="18932" y="7364"/>
                  <a:pt x="18600" y="7364"/>
                </a:cubicBezTo>
                <a:cubicBezTo>
                  <a:pt x="18268" y="7364"/>
                  <a:pt x="18000" y="7583"/>
                  <a:pt x="18000" y="7855"/>
                </a:cubicBezTo>
                <a:lnTo>
                  <a:pt x="18000" y="10309"/>
                </a:lnTo>
                <a:lnTo>
                  <a:pt x="16800" y="10309"/>
                </a:lnTo>
                <a:lnTo>
                  <a:pt x="16800" y="7364"/>
                </a:lnTo>
                <a:cubicBezTo>
                  <a:pt x="16800" y="7092"/>
                  <a:pt x="16532" y="6873"/>
                  <a:pt x="16200" y="6873"/>
                </a:cubicBezTo>
                <a:cubicBezTo>
                  <a:pt x="15868" y="6873"/>
                  <a:pt x="15600" y="7092"/>
                  <a:pt x="15600" y="7364"/>
                </a:cubicBezTo>
                <a:lnTo>
                  <a:pt x="15600" y="10309"/>
                </a:lnTo>
                <a:lnTo>
                  <a:pt x="14400" y="10309"/>
                </a:lnTo>
                <a:lnTo>
                  <a:pt x="14400" y="7855"/>
                </a:lnTo>
                <a:cubicBezTo>
                  <a:pt x="14400" y="7583"/>
                  <a:pt x="14132" y="7364"/>
                  <a:pt x="13800" y="7364"/>
                </a:cubicBezTo>
                <a:cubicBezTo>
                  <a:pt x="13468" y="7364"/>
                  <a:pt x="13200" y="7583"/>
                  <a:pt x="13200" y="7855"/>
                </a:cubicBezTo>
                <a:lnTo>
                  <a:pt x="13200" y="10309"/>
                </a:lnTo>
                <a:lnTo>
                  <a:pt x="12000" y="10309"/>
                </a:lnTo>
                <a:lnTo>
                  <a:pt x="12000" y="7364"/>
                </a:lnTo>
                <a:cubicBezTo>
                  <a:pt x="12000" y="7092"/>
                  <a:pt x="11732" y="6873"/>
                  <a:pt x="11400" y="6873"/>
                </a:cubicBezTo>
                <a:cubicBezTo>
                  <a:pt x="11068" y="6873"/>
                  <a:pt x="10800" y="7092"/>
                  <a:pt x="10800" y="7364"/>
                </a:cubicBezTo>
                <a:lnTo>
                  <a:pt x="10800" y="10309"/>
                </a:lnTo>
                <a:lnTo>
                  <a:pt x="8400" y="10309"/>
                </a:lnTo>
                <a:lnTo>
                  <a:pt x="8400" y="7855"/>
                </a:lnTo>
                <a:cubicBezTo>
                  <a:pt x="8400" y="7583"/>
                  <a:pt x="8132" y="7364"/>
                  <a:pt x="7800" y="7364"/>
                </a:cubicBezTo>
                <a:cubicBezTo>
                  <a:pt x="7468" y="7364"/>
                  <a:pt x="7200" y="7583"/>
                  <a:pt x="7200" y="7855"/>
                </a:cubicBezTo>
                <a:lnTo>
                  <a:pt x="7200" y="10309"/>
                </a:lnTo>
                <a:lnTo>
                  <a:pt x="6000" y="10309"/>
                </a:lnTo>
                <a:lnTo>
                  <a:pt x="6000" y="7855"/>
                </a:lnTo>
                <a:cubicBezTo>
                  <a:pt x="6000" y="7583"/>
                  <a:pt x="5732" y="7364"/>
                  <a:pt x="5400" y="7364"/>
                </a:cubicBezTo>
                <a:cubicBezTo>
                  <a:pt x="5068" y="7364"/>
                  <a:pt x="4800" y="7583"/>
                  <a:pt x="4800" y="7855"/>
                </a:cubicBezTo>
                <a:lnTo>
                  <a:pt x="4800" y="10309"/>
                </a:lnTo>
                <a:lnTo>
                  <a:pt x="3600" y="10309"/>
                </a:lnTo>
                <a:lnTo>
                  <a:pt x="3600" y="7364"/>
                </a:lnTo>
                <a:cubicBezTo>
                  <a:pt x="3600" y="7092"/>
                  <a:pt x="3332" y="6873"/>
                  <a:pt x="3000" y="6873"/>
                </a:cubicBezTo>
                <a:cubicBezTo>
                  <a:pt x="2668" y="6873"/>
                  <a:pt x="2400" y="7092"/>
                  <a:pt x="2400" y="7364"/>
                </a:cubicBezTo>
                <a:lnTo>
                  <a:pt x="2400" y="10309"/>
                </a:lnTo>
                <a:lnTo>
                  <a:pt x="1200" y="10309"/>
                </a:lnTo>
                <a:lnTo>
                  <a:pt x="1200" y="5891"/>
                </a:lnTo>
                <a:lnTo>
                  <a:pt x="20400" y="5891"/>
                </a:lnTo>
                <a:cubicBezTo>
                  <a:pt x="20400" y="5891"/>
                  <a:pt x="20400" y="10309"/>
                  <a:pt x="20400" y="10309"/>
                </a:cubicBezTo>
                <a:close/>
                <a:moveTo>
                  <a:pt x="20400" y="15709"/>
                </a:moveTo>
                <a:lnTo>
                  <a:pt x="19200" y="15709"/>
                </a:lnTo>
                <a:lnTo>
                  <a:pt x="19200" y="13255"/>
                </a:lnTo>
                <a:cubicBezTo>
                  <a:pt x="19200" y="12983"/>
                  <a:pt x="18932" y="12764"/>
                  <a:pt x="18600" y="12764"/>
                </a:cubicBezTo>
                <a:cubicBezTo>
                  <a:pt x="18268" y="12764"/>
                  <a:pt x="18000" y="12983"/>
                  <a:pt x="18000" y="13255"/>
                </a:cubicBezTo>
                <a:lnTo>
                  <a:pt x="18000" y="15709"/>
                </a:lnTo>
                <a:lnTo>
                  <a:pt x="16800" y="15709"/>
                </a:lnTo>
                <a:lnTo>
                  <a:pt x="16800" y="13255"/>
                </a:lnTo>
                <a:cubicBezTo>
                  <a:pt x="16800" y="12983"/>
                  <a:pt x="16532" y="12764"/>
                  <a:pt x="16200" y="12764"/>
                </a:cubicBezTo>
                <a:cubicBezTo>
                  <a:pt x="15868" y="12764"/>
                  <a:pt x="15600" y="12983"/>
                  <a:pt x="15600" y="13255"/>
                </a:cubicBezTo>
                <a:lnTo>
                  <a:pt x="15600" y="15709"/>
                </a:lnTo>
                <a:lnTo>
                  <a:pt x="13200" y="15709"/>
                </a:lnTo>
                <a:lnTo>
                  <a:pt x="13200" y="13745"/>
                </a:lnTo>
                <a:cubicBezTo>
                  <a:pt x="13200" y="13474"/>
                  <a:pt x="12932" y="13255"/>
                  <a:pt x="12600" y="13255"/>
                </a:cubicBezTo>
                <a:cubicBezTo>
                  <a:pt x="12268" y="13255"/>
                  <a:pt x="12000" y="13474"/>
                  <a:pt x="12000" y="13745"/>
                </a:cubicBezTo>
                <a:lnTo>
                  <a:pt x="12000" y="15709"/>
                </a:lnTo>
                <a:lnTo>
                  <a:pt x="10800" y="15709"/>
                </a:lnTo>
                <a:lnTo>
                  <a:pt x="10800" y="13745"/>
                </a:lnTo>
                <a:cubicBezTo>
                  <a:pt x="10800" y="13474"/>
                  <a:pt x="10532" y="13255"/>
                  <a:pt x="10200" y="13255"/>
                </a:cubicBezTo>
                <a:cubicBezTo>
                  <a:pt x="9868" y="13255"/>
                  <a:pt x="9600" y="13474"/>
                  <a:pt x="9600" y="13745"/>
                </a:cubicBezTo>
                <a:lnTo>
                  <a:pt x="9600" y="15709"/>
                </a:lnTo>
                <a:lnTo>
                  <a:pt x="8400" y="15709"/>
                </a:lnTo>
                <a:lnTo>
                  <a:pt x="8400" y="13255"/>
                </a:lnTo>
                <a:cubicBezTo>
                  <a:pt x="8400" y="12983"/>
                  <a:pt x="8132" y="12764"/>
                  <a:pt x="7800" y="12764"/>
                </a:cubicBezTo>
                <a:cubicBezTo>
                  <a:pt x="7468" y="12764"/>
                  <a:pt x="7200" y="12983"/>
                  <a:pt x="7200" y="13255"/>
                </a:cubicBezTo>
                <a:lnTo>
                  <a:pt x="7200" y="15709"/>
                </a:lnTo>
                <a:lnTo>
                  <a:pt x="6000" y="15709"/>
                </a:lnTo>
                <a:lnTo>
                  <a:pt x="6000" y="13745"/>
                </a:lnTo>
                <a:cubicBezTo>
                  <a:pt x="6000" y="13474"/>
                  <a:pt x="5732" y="13255"/>
                  <a:pt x="5400" y="13255"/>
                </a:cubicBezTo>
                <a:cubicBezTo>
                  <a:pt x="5068" y="13255"/>
                  <a:pt x="4800" y="13474"/>
                  <a:pt x="4800" y="13745"/>
                </a:cubicBezTo>
                <a:lnTo>
                  <a:pt x="4800" y="15709"/>
                </a:lnTo>
                <a:lnTo>
                  <a:pt x="1200" y="15709"/>
                </a:lnTo>
                <a:lnTo>
                  <a:pt x="1200" y="11291"/>
                </a:lnTo>
                <a:lnTo>
                  <a:pt x="20400" y="11291"/>
                </a:lnTo>
                <a:cubicBezTo>
                  <a:pt x="20400" y="11291"/>
                  <a:pt x="20400" y="15709"/>
                  <a:pt x="20400" y="15709"/>
                </a:cubicBezTo>
                <a:close/>
                <a:moveTo>
                  <a:pt x="20400" y="20618"/>
                </a:moveTo>
                <a:lnTo>
                  <a:pt x="19200" y="20618"/>
                </a:lnTo>
                <a:lnTo>
                  <a:pt x="19200" y="18655"/>
                </a:lnTo>
                <a:cubicBezTo>
                  <a:pt x="19200" y="18383"/>
                  <a:pt x="18932" y="18164"/>
                  <a:pt x="18600" y="18164"/>
                </a:cubicBezTo>
                <a:cubicBezTo>
                  <a:pt x="18268" y="18164"/>
                  <a:pt x="18000" y="18383"/>
                  <a:pt x="18000" y="18655"/>
                </a:cubicBezTo>
                <a:lnTo>
                  <a:pt x="18000" y="20618"/>
                </a:lnTo>
                <a:lnTo>
                  <a:pt x="16800" y="20618"/>
                </a:lnTo>
                <a:lnTo>
                  <a:pt x="16800" y="18655"/>
                </a:lnTo>
                <a:cubicBezTo>
                  <a:pt x="16800" y="18383"/>
                  <a:pt x="16532" y="18164"/>
                  <a:pt x="16200" y="18164"/>
                </a:cubicBezTo>
                <a:cubicBezTo>
                  <a:pt x="15868" y="18164"/>
                  <a:pt x="15600" y="18383"/>
                  <a:pt x="15600" y="18655"/>
                </a:cubicBezTo>
                <a:lnTo>
                  <a:pt x="15600" y="20618"/>
                </a:lnTo>
                <a:lnTo>
                  <a:pt x="14400" y="20618"/>
                </a:lnTo>
                <a:lnTo>
                  <a:pt x="14400" y="18164"/>
                </a:lnTo>
                <a:cubicBezTo>
                  <a:pt x="14400" y="17892"/>
                  <a:pt x="14132" y="17673"/>
                  <a:pt x="13800" y="17673"/>
                </a:cubicBezTo>
                <a:cubicBezTo>
                  <a:pt x="13468" y="17673"/>
                  <a:pt x="13200" y="17892"/>
                  <a:pt x="13200" y="18164"/>
                </a:cubicBezTo>
                <a:lnTo>
                  <a:pt x="13200" y="20618"/>
                </a:lnTo>
                <a:lnTo>
                  <a:pt x="10800" y="20618"/>
                </a:lnTo>
                <a:lnTo>
                  <a:pt x="10800" y="18164"/>
                </a:lnTo>
                <a:cubicBezTo>
                  <a:pt x="10800" y="17892"/>
                  <a:pt x="10532" y="17673"/>
                  <a:pt x="10200" y="17673"/>
                </a:cubicBezTo>
                <a:cubicBezTo>
                  <a:pt x="9868" y="17673"/>
                  <a:pt x="9600" y="17892"/>
                  <a:pt x="9600" y="18164"/>
                </a:cubicBezTo>
                <a:lnTo>
                  <a:pt x="9600" y="20618"/>
                </a:lnTo>
                <a:lnTo>
                  <a:pt x="8400" y="20618"/>
                </a:lnTo>
                <a:lnTo>
                  <a:pt x="8400" y="18655"/>
                </a:lnTo>
                <a:cubicBezTo>
                  <a:pt x="8400" y="18383"/>
                  <a:pt x="8132" y="18164"/>
                  <a:pt x="7800" y="18164"/>
                </a:cubicBezTo>
                <a:cubicBezTo>
                  <a:pt x="7468" y="18164"/>
                  <a:pt x="7200" y="18383"/>
                  <a:pt x="7200" y="18655"/>
                </a:cubicBezTo>
                <a:lnTo>
                  <a:pt x="7200" y="20618"/>
                </a:lnTo>
                <a:lnTo>
                  <a:pt x="6000" y="20618"/>
                </a:lnTo>
                <a:lnTo>
                  <a:pt x="6000" y="18164"/>
                </a:lnTo>
                <a:cubicBezTo>
                  <a:pt x="6000" y="17892"/>
                  <a:pt x="5732" y="17673"/>
                  <a:pt x="5400" y="17673"/>
                </a:cubicBezTo>
                <a:cubicBezTo>
                  <a:pt x="5068" y="17673"/>
                  <a:pt x="4800" y="17892"/>
                  <a:pt x="4800" y="18164"/>
                </a:cubicBezTo>
                <a:lnTo>
                  <a:pt x="4800" y="20618"/>
                </a:lnTo>
                <a:lnTo>
                  <a:pt x="3600" y="20618"/>
                </a:lnTo>
                <a:lnTo>
                  <a:pt x="3600" y="18655"/>
                </a:lnTo>
                <a:cubicBezTo>
                  <a:pt x="3600" y="18383"/>
                  <a:pt x="3332" y="18164"/>
                  <a:pt x="3000" y="18164"/>
                </a:cubicBezTo>
                <a:cubicBezTo>
                  <a:pt x="2668" y="18164"/>
                  <a:pt x="2400" y="18383"/>
                  <a:pt x="2400" y="18655"/>
                </a:cubicBezTo>
                <a:lnTo>
                  <a:pt x="2400" y="20618"/>
                </a:lnTo>
                <a:lnTo>
                  <a:pt x="1200" y="20618"/>
                </a:lnTo>
                <a:lnTo>
                  <a:pt x="1200" y="16691"/>
                </a:lnTo>
                <a:lnTo>
                  <a:pt x="20400" y="16691"/>
                </a:lnTo>
                <a:cubicBezTo>
                  <a:pt x="20400" y="16691"/>
                  <a:pt x="20400" y="20618"/>
                  <a:pt x="20400" y="20618"/>
                </a:cubicBezTo>
                <a:close/>
                <a:moveTo>
                  <a:pt x="20400" y="0"/>
                </a:moveTo>
                <a:lnTo>
                  <a:pt x="1200" y="0"/>
                </a:lnTo>
                <a:cubicBezTo>
                  <a:pt x="537" y="0"/>
                  <a:pt x="0" y="440"/>
                  <a:pt x="0" y="982"/>
                </a:cubicBezTo>
                <a:lnTo>
                  <a:pt x="0" y="20618"/>
                </a:lnTo>
                <a:cubicBezTo>
                  <a:pt x="0" y="21160"/>
                  <a:pt x="537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062" y="0"/>
                  <a:pt x="204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6" name="Shape 2756"/>
          <p:cNvSpPr/>
          <p:nvPr/>
        </p:nvSpPr>
        <p:spPr>
          <a:xfrm>
            <a:off x="7878600" y="3137040"/>
            <a:ext cx="209880" cy="95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8900" y="19440"/>
                </a:moveTo>
                <a:cubicBezTo>
                  <a:pt x="17951" y="19440"/>
                  <a:pt x="17182" y="17747"/>
                  <a:pt x="17182" y="15660"/>
                </a:cubicBezTo>
                <a:cubicBezTo>
                  <a:pt x="17182" y="14601"/>
                  <a:pt x="17381" y="13647"/>
                  <a:pt x="17700" y="12960"/>
                </a:cubicBezTo>
                <a:lnTo>
                  <a:pt x="3900" y="12960"/>
                </a:lnTo>
                <a:cubicBezTo>
                  <a:pt x="4219" y="13647"/>
                  <a:pt x="4418" y="14601"/>
                  <a:pt x="4418" y="15660"/>
                </a:cubicBezTo>
                <a:cubicBezTo>
                  <a:pt x="4418" y="17747"/>
                  <a:pt x="3649" y="19440"/>
                  <a:pt x="2700" y="19440"/>
                </a:cubicBezTo>
                <a:cubicBezTo>
                  <a:pt x="1751" y="19440"/>
                  <a:pt x="982" y="17747"/>
                  <a:pt x="982" y="15660"/>
                </a:cubicBezTo>
                <a:cubicBezTo>
                  <a:pt x="982" y="13757"/>
                  <a:pt x="1623" y="12199"/>
                  <a:pt x="2455" y="11935"/>
                </a:cubicBezTo>
                <a:lnTo>
                  <a:pt x="2455" y="11880"/>
                </a:lnTo>
                <a:cubicBezTo>
                  <a:pt x="2726" y="11880"/>
                  <a:pt x="2945" y="11397"/>
                  <a:pt x="2945" y="10800"/>
                </a:cubicBezTo>
                <a:cubicBezTo>
                  <a:pt x="2945" y="10203"/>
                  <a:pt x="2726" y="9720"/>
                  <a:pt x="2455" y="9720"/>
                </a:cubicBezTo>
                <a:lnTo>
                  <a:pt x="2455" y="9665"/>
                </a:lnTo>
                <a:cubicBezTo>
                  <a:pt x="1623" y="9401"/>
                  <a:pt x="982" y="7843"/>
                  <a:pt x="982" y="5940"/>
                </a:cubicBezTo>
                <a:cubicBezTo>
                  <a:pt x="982" y="3852"/>
                  <a:pt x="1751" y="2160"/>
                  <a:pt x="2700" y="2160"/>
                </a:cubicBezTo>
                <a:cubicBezTo>
                  <a:pt x="3649" y="2160"/>
                  <a:pt x="4418" y="3852"/>
                  <a:pt x="4418" y="5940"/>
                </a:cubicBezTo>
                <a:cubicBezTo>
                  <a:pt x="4418" y="6999"/>
                  <a:pt x="4219" y="7954"/>
                  <a:pt x="3900" y="8640"/>
                </a:cubicBezTo>
                <a:lnTo>
                  <a:pt x="17700" y="8640"/>
                </a:lnTo>
                <a:cubicBezTo>
                  <a:pt x="17381" y="7954"/>
                  <a:pt x="17182" y="6999"/>
                  <a:pt x="17182" y="5940"/>
                </a:cubicBezTo>
                <a:cubicBezTo>
                  <a:pt x="17182" y="3852"/>
                  <a:pt x="17951" y="2160"/>
                  <a:pt x="18900" y="2160"/>
                </a:cubicBezTo>
                <a:cubicBezTo>
                  <a:pt x="19849" y="2160"/>
                  <a:pt x="20618" y="3852"/>
                  <a:pt x="20618" y="5940"/>
                </a:cubicBezTo>
                <a:cubicBezTo>
                  <a:pt x="20618" y="7843"/>
                  <a:pt x="19977" y="9401"/>
                  <a:pt x="19145" y="9665"/>
                </a:cubicBezTo>
                <a:lnTo>
                  <a:pt x="19145" y="9720"/>
                </a:lnTo>
                <a:cubicBezTo>
                  <a:pt x="18874" y="9720"/>
                  <a:pt x="18655" y="10203"/>
                  <a:pt x="18655" y="10800"/>
                </a:cubicBezTo>
                <a:cubicBezTo>
                  <a:pt x="18655" y="11397"/>
                  <a:pt x="18874" y="11880"/>
                  <a:pt x="19145" y="11880"/>
                </a:cubicBezTo>
                <a:lnTo>
                  <a:pt x="19145" y="11935"/>
                </a:lnTo>
                <a:cubicBezTo>
                  <a:pt x="19977" y="12199"/>
                  <a:pt x="20618" y="13757"/>
                  <a:pt x="20618" y="15660"/>
                </a:cubicBezTo>
                <a:cubicBezTo>
                  <a:pt x="20618" y="17747"/>
                  <a:pt x="19849" y="19440"/>
                  <a:pt x="18900" y="19440"/>
                </a:cubicBezTo>
                <a:moveTo>
                  <a:pt x="20449" y="10800"/>
                </a:moveTo>
                <a:cubicBezTo>
                  <a:pt x="21145" y="9725"/>
                  <a:pt x="21600" y="7950"/>
                  <a:pt x="21600" y="5940"/>
                </a:cubicBezTo>
                <a:cubicBezTo>
                  <a:pt x="21600" y="2660"/>
                  <a:pt x="20391" y="0"/>
                  <a:pt x="18900" y="0"/>
                </a:cubicBezTo>
                <a:cubicBezTo>
                  <a:pt x="17409" y="0"/>
                  <a:pt x="16200" y="2660"/>
                  <a:pt x="16200" y="5940"/>
                </a:cubicBezTo>
                <a:cubicBezTo>
                  <a:pt x="16200" y="6124"/>
                  <a:pt x="16208" y="6301"/>
                  <a:pt x="16215" y="6480"/>
                </a:cubicBezTo>
                <a:lnTo>
                  <a:pt x="5385" y="6480"/>
                </a:lnTo>
                <a:cubicBezTo>
                  <a:pt x="5392" y="6301"/>
                  <a:pt x="5400" y="6124"/>
                  <a:pt x="5400" y="5940"/>
                </a:cubicBezTo>
                <a:cubicBezTo>
                  <a:pt x="5400" y="2660"/>
                  <a:pt x="4191" y="0"/>
                  <a:pt x="2700" y="0"/>
                </a:cubicBezTo>
                <a:cubicBezTo>
                  <a:pt x="1209" y="0"/>
                  <a:pt x="0" y="2660"/>
                  <a:pt x="0" y="5940"/>
                </a:cubicBezTo>
                <a:cubicBezTo>
                  <a:pt x="0" y="7950"/>
                  <a:pt x="455" y="9725"/>
                  <a:pt x="1151" y="10800"/>
                </a:cubicBezTo>
                <a:cubicBezTo>
                  <a:pt x="455" y="11875"/>
                  <a:pt x="0" y="13649"/>
                  <a:pt x="0" y="15660"/>
                </a:cubicBezTo>
                <a:cubicBezTo>
                  <a:pt x="0" y="18940"/>
                  <a:pt x="1209" y="21600"/>
                  <a:pt x="2700" y="21600"/>
                </a:cubicBezTo>
                <a:cubicBezTo>
                  <a:pt x="4191" y="21600"/>
                  <a:pt x="5400" y="18940"/>
                  <a:pt x="5400" y="15660"/>
                </a:cubicBezTo>
                <a:cubicBezTo>
                  <a:pt x="5400" y="15476"/>
                  <a:pt x="5392" y="15298"/>
                  <a:pt x="5385" y="15120"/>
                </a:cubicBezTo>
                <a:lnTo>
                  <a:pt x="16215" y="15120"/>
                </a:lnTo>
                <a:cubicBezTo>
                  <a:pt x="16208" y="15298"/>
                  <a:pt x="16200" y="15476"/>
                  <a:pt x="16200" y="15660"/>
                </a:cubicBezTo>
                <a:cubicBezTo>
                  <a:pt x="16200" y="18940"/>
                  <a:pt x="17409" y="21600"/>
                  <a:pt x="18900" y="21600"/>
                </a:cubicBezTo>
                <a:cubicBezTo>
                  <a:pt x="20391" y="21600"/>
                  <a:pt x="21600" y="18940"/>
                  <a:pt x="21600" y="15660"/>
                </a:cubicBezTo>
                <a:cubicBezTo>
                  <a:pt x="21600" y="13649"/>
                  <a:pt x="21145" y="11875"/>
                  <a:pt x="20449" y="108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7" name="Shape 2757"/>
          <p:cNvSpPr/>
          <p:nvPr/>
        </p:nvSpPr>
        <p:spPr>
          <a:xfrm>
            <a:off x="8278920" y="3079800"/>
            <a:ext cx="209520" cy="209520"/>
          </a:xfrm>
          <a:custGeom>
            <a:avLst/>
            <a:gdLst/>
            <a:ahLst/>
            <a:rect l="l" t="t" r="r" b="b"/>
            <a:pathLst>
              <a:path w="21084" h="21085">
                <a:moveTo>
                  <a:pt x="6690" y="19632"/>
                </a:moveTo>
                <a:cubicBezTo>
                  <a:pt x="6035" y="20288"/>
                  <a:pt x="4973" y="20288"/>
                  <a:pt x="4318" y="19632"/>
                </a:cubicBezTo>
                <a:cubicBezTo>
                  <a:pt x="3731" y="19043"/>
                  <a:pt x="3675" y="18127"/>
                  <a:pt x="4141" y="17471"/>
                </a:cubicBezTo>
                <a:lnTo>
                  <a:pt x="4127" y="17458"/>
                </a:lnTo>
                <a:cubicBezTo>
                  <a:pt x="4237" y="17311"/>
                  <a:pt x="4231" y="17106"/>
                  <a:pt x="4096" y="16973"/>
                </a:cubicBezTo>
                <a:cubicBezTo>
                  <a:pt x="3963" y="16842"/>
                  <a:pt x="3758" y="16835"/>
                  <a:pt x="3610" y="16939"/>
                </a:cubicBezTo>
                <a:lnTo>
                  <a:pt x="3601" y="16931"/>
                </a:lnTo>
                <a:cubicBezTo>
                  <a:pt x="2946" y="17395"/>
                  <a:pt x="2036" y="17338"/>
                  <a:pt x="1449" y="16752"/>
                </a:cubicBezTo>
                <a:cubicBezTo>
                  <a:pt x="794" y="16097"/>
                  <a:pt x="794" y="15035"/>
                  <a:pt x="1449" y="14381"/>
                </a:cubicBezTo>
                <a:cubicBezTo>
                  <a:pt x="2104" y="13726"/>
                  <a:pt x="3166" y="13726"/>
                  <a:pt x="3821" y="14381"/>
                </a:cubicBezTo>
                <a:cubicBezTo>
                  <a:pt x="4110" y="14670"/>
                  <a:pt x="4264" y="15040"/>
                  <a:pt x="4297" y="15418"/>
                </a:cubicBezTo>
                <a:lnTo>
                  <a:pt x="9862" y="9852"/>
                </a:lnTo>
                <a:lnTo>
                  <a:pt x="15417" y="4298"/>
                </a:lnTo>
                <a:cubicBezTo>
                  <a:pt x="15038" y="4264"/>
                  <a:pt x="14669" y="4111"/>
                  <a:pt x="14380" y="3821"/>
                </a:cubicBezTo>
                <a:cubicBezTo>
                  <a:pt x="13725" y="3166"/>
                  <a:pt x="13725" y="2105"/>
                  <a:pt x="14380" y="1450"/>
                </a:cubicBezTo>
                <a:cubicBezTo>
                  <a:pt x="15034" y="795"/>
                  <a:pt x="16096" y="795"/>
                  <a:pt x="16751" y="1450"/>
                </a:cubicBezTo>
                <a:cubicBezTo>
                  <a:pt x="17332" y="2031"/>
                  <a:pt x="17394" y="2932"/>
                  <a:pt x="16943" y="3585"/>
                </a:cubicBezTo>
                <a:lnTo>
                  <a:pt x="16949" y="3592"/>
                </a:lnTo>
                <a:cubicBezTo>
                  <a:pt x="16829" y="3738"/>
                  <a:pt x="16832" y="3953"/>
                  <a:pt x="16971" y="4089"/>
                </a:cubicBezTo>
                <a:cubicBezTo>
                  <a:pt x="17109" y="4225"/>
                  <a:pt x="17323" y="4230"/>
                  <a:pt x="17473" y="4114"/>
                </a:cubicBezTo>
                <a:lnTo>
                  <a:pt x="17487" y="4129"/>
                </a:lnTo>
                <a:cubicBezTo>
                  <a:pt x="18142" y="3675"/>
                  <a:pt x="19047" y="3737"/>
                  <a:pt x="19631" y="4319"/>
                </a:cubicBezTo>
                <a:cubicBezTo>
                  <a:pt x="20287" y="4974"/>
                  <a:pt x="20287" y="6036"/>
                  <a:pt x="19631" y="6691"/>
                </a:cubicBezTo>
                <a:cubicBezTo>
                  <a:pt x="18974" y="7346"/>
                  <a:pt x="17909" y="7346"/>
                  <a:pt x="17253" y="6691"/>
                </a:cubicBezTo>
                <a:cubicBezTo>
                  <a:pt x="16962" y="6400"/>
                  <a:pt x="16807" y="6029"/>
                  <a:pt x="16775" y="5650"/>
                </a:cubicBezTo>
                <a:lnTo>
                  <a:pt x="5650" y="16775"/>
                </a:lnTo>
                <a:cubicBezTo>
                  <a:pt x="6029" y="16808"/>
                  <a:pt x="6400" y="16963"/>
                  <a:pt x="6690" y="17254"/>
                </a:cubicBezTo>
                <a:cubicBezTo>
                  <a:pt x="7344" y="17910"/>
                  <a:pt x="7344" y="18975"/>
                  <a:pt x="6690" y="19632"/>
                </a:cubicBezTo>
                <a:moveTo>
                  <a:pt x="7277" y="16503"/>
                </a:moveTo>
                <a:lnTo>
                  <a:pt x="16501" y="7278"/>
                </a:lnTo>
                <a:cubicBezTo>
                  <a:pt x="16528" y="7307"/>
                  <a:pt x="16545" y="7340"/>
                  <a:pt x="16573" y="7368"/>
                </a:cubicBezTo>
                <a:cubicBezTo>
                  <a:pt x="17605" y="8397"/>
                  <a:pt x="19278" y="8397"/>
                  <a:pt x="20310" y="7368"/>
                </a:cubicBezTo>
                <a:cubicBezTo>
                  <a:pt x="21342" y="6339"/>
                  <a:pt x="21342" y="4671"/>
                  <a:pt x="20310" y="3641"/>
                </a:cubicBezTo>
                <a:cubicBezTo>
                  <a:pt x="19726" y="3059"/>
                  <a:pt x="18937" y="2818"/>
                  <a:pt x="18175" y="2895"/>
                </a:cubicBezTo>
                <a:cubicBezTo>
                  <a:pt x="18250" y="2137"/>
                  <a:pt x="18009" y="1353"/>
                  <a:pt x="17428" y="772"/>
                </a:cubicBezTo>
                <a:cubicBezTo>
                  <a:pt x="16399" y="-257"/>
                  <a:pt x="14731" y="-257"/>
                  <a:pt x="13702" y="772"/>
                </a:cubicBezTo>
                <a:cubicBezTo>
                  <a:pt x="12673" y="1802"/>
                  <a:pt x="12673" y="3470"/>
                  <a:pt x="13702" y="4498"/>
                </a:cubicBezTo>
                <a:cubicBezTo>
                  <a:pt x="13729" y="4526"/>
                  <a:pt x="13763" y="4543"/>
                  <a:pt x="13791" y="4569"/>
                </a:cubicBezTo>
                <a:lnTo>
                  <a:pt x="4568" y="13791"/>
                </a:lnTo>
                <a:cubicBezTo>
                  <a:pt x="4542" y="13763"/>
                  <a:pt x="4526" y="13730"/>
                  <a:pt x="4498" y="13703"/>
                </a:cubicBezTo>
                <a:cubicBezTo>
                  <a:pt x="3469" y="12674"/>
                  <a:pt x="1801" y="12674"/>
                  <a:pt x="772" y="13703"/>
                </a:cubicBezTo>
                <a:cubicBezTo>
                  <a:pt x="-258" y="14732"/>
                  <a:pt x="-258" y="16400"/>
                  <a:pt x="772" y="17429"/>
                </a:cubicBezTo>
                <a:cubicBezTo>
                  <a:pt x="1353" y="18010"/>
                  <a:pt x="2136" y="18251"/>
                  <a:pt x="2895" y="18176"/>
                </a:cubicBezTo>
                <a:cubicBezTo>
                  <a:pt x="2818" y="18938"/>
                  <a:pt x="3058" y="19727"/>
                  <a:pt x="3641" y="20311"/>
                </a:cubicBezTo>
                <a:cubicBezTo>
                  <a:pt x="4670" y="21343"/>
                  <a:pt x="6338" y="21343"/>
                  <a:pt x="7367" y="20311"/>
                </a:cubicBezTo>
                <a:cubicBezTo>
                  <a:pt x="8396" y="19279"/>
                  <a:pt x="8396" y="17606"/>
                  <a:pt x="7367" y="16574"/>
                </a:cubicBezTo>
                <a:cubicBezTo>
                  <a:pt x="7339" y="16546"/>
                  <a:pt x="7306" y="16529"/>
                  <a:pt x="7277" y="16503"/>
                </a:cubicBezTo>
                <a:moveTo>
                  <a:pt x="16558" y="13703"/>
                </a:moveTo>
                <a:cubicBezTo>
                  <a:pt x="16530" y="13731"/>
                  <a:pt x="16513" y="13764"/>
                  <a:pt x="16487" y="13793"/>
                </a:cubicBezTo>
                <a:lnTo>
                  <a:pt x="14254" y="11560"/>
                </a:lnTo>
                <a:cubicBezTo>
                  <a:pt x="14067" y="11391"/>
                  <a:pt x="13780" y="11393"/>
                  <a:pt x="13601" y="11573"/>
                </a:cubicBezTo>
                <a:cubicBezTo>
                  <a:pt x="13421" y="11753"/>
                  <a:pt x="13419" y="12039"/>
                  <a:pt x="13588" y="12226"/>
                </a:cubicBezTo>
                <a:lnTo>
                  <a:pt x="13576" y="12237"/>
                </a:lnTo>
                <a:lnTo>
                  <a:pt x="16759" y="15420"/>
                </a:lnTo>
                <a:cubicBezTo>
                  <a:pt x="16792" y="15041"/>
                  <a:pt x="16947" y="14671"/>
                  <a:pt x="17238" y="14381"/>
                </a:cubicBezTo>
                <a:cubicBezTo>
                  <a:pt x="17895" y="13726"/>
                  <a:pt x="18959" y="13726"/>
                  <a:pt x="19615" y="14381"/>
                </a:cubicBezTo>
                <a:cubicBezTo>
                  <a:pt x="20273" y="15035"/>
                  <a:pt x="20273" y="16097"/>
                  <a:pt x="19615" y="16752"/>
                </a:cubicBezTo>
                <a:cubicBezTo>
                  <a:pt x="19027" y="17339"/>
                  <a:pt x="18112" y="17395"/>
                  <a:pt x="17455" y="16929"/>
                </a:cubicBezTo>
                <a:lnTo>
                  <a:pt x="17442" y="16942"/>
                </a:lnTo>
                <a:cubicBezTo>
                  <a:pt x="17295" y="16832"/>
                  <a:pt x="17090" y="16839"/>
                  <a:pt x="16957" y="16974"/>
                </a:cubicBezTo>
                <a:cubicBezTo>
                  <a:pt x="16826" y="17107"/>
                  <a:pt x="16819" y="17312"/>
                  <a:pt x="16923" y="17460"/>
                </a:cubicBezTo>
                <a:lnTo>
                  <a:pt x="16915" y="17469"/>
                </a:lnTo>
                <a:cubicBezTo>
                  <a:pt x="17379" y="18124"/>
                  <a:pt x="17322" y="19034"/>
                  <a:pt x="16736" y="19621"/>
                </a:cubicBezTo>
                <a:cubicBezTo>
                  <a:pt x="16081" y="20276"/>
                  <a:pt x="15019" y="20276"/>
                  <a:pt x="14365" y="19621"/>
                </a:cubicBezTo>
                <a:cubicBezTo>
                  <a:pt x="13710" y="18966"/>
                  <a:pt x="13710" y="17904"/>
                  <a:pt x="14365" y="17250"/>
                </a:cubicBezTo>
                <a:cubicBezTo>
                  <a:pt x="14654" y="16960"/>
                  <a:pt x="15024" y="16807"/>
                  <a:pt x="15402" y="16773"/>
                </a:cubicBezTo>
                <a:lnTo>
                  <a:pt x="12222" y="13592"/>
                </a:lnTo>
                <a:lnTo>
                  <a:pt x="12218" y="13596"/>
                </a:lnTo>
                <a:cubicBezTo>
                  <a:pt x="12031" y="13427"/>
                  <a:pt x="11744" y="13428"/>
                  <a:pt x="11565" y="13609"/>
                </a:cubicBezTo>
                <a:cubicBezTo>
                  <a:pt x="11385" y="13789"/>
                  <a:pt x="11383" y="14075"/>
                  <a:pt x="11552" y="14262"/>
                </a:cubicBezTo>
                <a:lnTo>
                  <a:pt x="13776" y="16501"/>
                </a:lnTo>
                <a:cubicBezTo>
                  <a:pt x="13748" y="16528"/>
                  <a:pt x="13714" y="16544"/>
                  <a:pt x="13687" y="16572"/>
                </a:cubicBezTo>
                <a:cubicBezTo>
                  <a:pt x="12658" y="17601"/>
                  <a:pt x="12658" y="19269"/>
                  <a:pt x="13687" y="20298"/>
                </a:cubicBezTo>
                <a:cubicBezTo>
                  <a:pt x="14716" y="21328"/>
                  <a:pt x="16384" y="21328"/>
                  <a:pt x="17413" y="20298"/>
                </a:cubicBezTo>
                <a:cubicBezTo>
                  <a:pt x="17994" y="19717"/>
                  <a:pt x="18235" y="18934"/>
                  <a:pt x="18160" y="18175"/>
                </a:cubicBezTo>
                <a:cubicBezTo>
                  <a:pt x="18922" y="18252"/>
                  <a:pt x="19711" y="18011"/>
                  <a:pt x="20295" y="17429"/>
                </a:cubicBezTo>
                <a:cubicBezTo>
                  <a:pt x="21327" y="16400"/>
                  <a:pt x="21327" y="14732"/>
                  <a:pt x="20295" y="13703"/>
                </a:cubicBezTo>
                <a:cubicBezTo>
                  <a:pt x="19263" y="12674"/>
                  <a:pt x="17590" y="12674"/>
                  <a:pt x="16558" y="13703"/>
                </a:cubicBezTo>
                <a:moveTo>
                  <a:pt x="4511" y="7368"/>
                </a:moveTo>
                <a:cubicBezTo>
                  <a:pt x="4539" y="7340"/>
                  <a:pt x="4556" y="7306"/>
                  <a:pt x="4582" y="7278"/>
                </a:cubicBezTo>
                <a:lnTo>
                  <a:pt x="6815" y="9511"/>
                </a:lnTo>
                <a:cubicBezTo>
                  <a:pt x="7002" y="9679"/>
                  <a:pt x="7289" y="9678"/>
                  <a:pt x="7468" y="9498"/>
                </a:cubicBezTo>
                <a:cubicBezTo>
                  <a:pt x="7649" y="9318"/>
                  <a:pt x="7650" y="9031"/>
                  <a:pt x="7481" y="8844"/>
                </a:cubicBezTo>
                <a:lnTo>
                  <a:pt x="7493" y="8833"/>
                </a:lnTo>
                <a:lnTo>
                  <a:pt x="4309" y="5650"/>
                </a:lnTo>
                <a:cubicBezTo>
                  <a:pt x="4277" y="6029"/>
                  <a:pt x="4122" y="6400"/>
                  <a:pt x="3831" y="6691"/>
                </a:cubicBezTo>
                <a:cubicBezTo>
                  <a:pt x="3175" y="7346"/>
                  <a:pt x="2110" y="7346"/>
                  <a:pt x="1453" y="6691"/>
                </a:cubicBezTo>
                <a:cubicBezTo>
                  <a:pt x="797" y="6036"/>
                  <a:pt x="797" y="4974"/>
                  <a:pt x="1453" y="4319"/>
                </a:cubicBezTo>
                <a:cubicBezTo>
                  <a:pt x="2042" y="3732"/>
                  <a:pt x="2957" y="3676"/>
                  <a:pt x="3614" y="4142"/>
                </a:cubicBezTo>
                <a:lnTo>
                  <a:pt x="3627" y="4128"/>
                </a:lnTo>
                <a:cubicBezTo>
                  <a:pt x="3774" y="4238"/>
                  <a:pt x="3979" y="4232"/>
                  <a:pt x="4112" y="4097"/>
                </a:cubicBezTo>
                <a:cubicBezTo>
                  <a:pt x="4243" y="3963"/>
                  <a:pt x="4250" y="3759"/>
                  <a:pt x="4146" y="3610"/>
                </a:cubicBezTo>
                <a:lnTo>
                  <a:pt x="4154" y="3602"/>
                </a:lnTo>
                <a:cubicBezTo>
                  <a:pt x="3690" y="2947"/>
                  <a:pt x="3746" y="2036"/>
                  <a:pt x="4333" y="1450"/>
                </a:cubicBezTo>
                <a:cubicBezTo>
                  <a:pt x="4988" y="795"/>
                  <a:pt x="6050" y="795"/>
                  <a:pt x="6705" y="1450"/>
                </a:cubicBezTo>
                <a:cubicBezTo>
                  <a:pt x="7359" y="2105"/>
                  <a:pt x="7359" y="3166"/>
                  <a:pt x="6705" y="3821"/>
                </a:cubicBezTo>
                <a:cubicBezTo>
                  <a:pt x="6415" y="4111"/>
                  <a:pt x="6046" y="4264"/>
                  <a:pt x="5667" y="4298"/>
                </a:cubicBezTo>
                <a:lnTo>
                  <a:pt x="8847" y="7478"/>
                </a:lnTo>
                <a:lnTo>
                  <a:pt x="8851" y="7475"/>
                </a:lnTo>
                <a:cubicBezTo>
                  <a:pt x="9038" y="7644"/>
                  <a:pt x="9325" y="7642"/>
                  <a:pt x="9504" y="7462"/>
                </a:cubicBezTo>
                <a:cubicBezTo>
                  <a:pt x="9684" y="7282"/>
                  <a:pt x="9686" y="6995"/>
                  <a:pt x="9517" y="6808"/>
                </a:cubicBezTo>
                <a:lnTo>
                  <a:pt x="7293" y="4569"/>
                </a:lnTo>
                <a:cubicBezTo>
                  <a:pt x="7321" y="4543"/>
                  <a:pt x="7355" y="4526"/>
                  <a:pt x="7382" y="4498"/>
                </a:cubicBezTo>
                <a:cubicBezTo>
                  <a:pt x="8411" y="3470"/>
                  <a:pt x="8411" y="1802"/>
                  <a:pt x="7382" y="772"/>
                </a:cubicBezTo>
                <a:cubicBezTo>
                  <a:pt x="6353" y="-257"/>
                  <a:pt x="4685" y="-257"/>
                  <a:pt x="3656" y="772"/>
                </a:cubicBezTo>
                <a:cubicBezTo>
                  <a:pt x="3075" y="1353"/>
                  <a:pt x="2834" y="2137"/>
                  <a:pt x="2909" y="2895"/>
                </a:cubicBezTo>
                <a:cubicBezTo>
                  <a:pt x="2147" y="2818"/>
                  <a:pt x="1358" y="3059"/>
                  <a:pt x="774" y="3641"/>
                </a:cubicBezTo>
                <a:cubicBezTo>
                  <a:pt x="-258" y="4671"/>
                  <a:pt x="-258" y="6339"/>
                  <a:pt x="774" y="7368"/>
                </a:cubicBezTo>
                <a:cubicBezTo>
                  <a:pt x="1806" y="8397"/>
                  <a:pt x="3479" y="8397"/>
                  <a:pt x="4511" y="736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8" name="Shape 2758"/>
          <p:cNvSpPr/>
          <p:nvPr/>
        </p:nvSpPr>
        <p:spPr>
          <a:xfrm>
            <a:off x="4678200" y="347976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982" y="6873"/>
                </a:moveTo>
                <a:lnTo>
                  <a:pt x="14727" y="6873"/>
                </a:lnTo>
                <a:lnTo>
                  <a:pt x="14727" y="8836"/>
                </a:lnTo>
                <a:lnTo>
                  <a:pt x="982" y="8836"/>
                </a:lnTo>
                <a:cubicBezTo>
                  <a:pt x="982" y="8836"/>
                  <a:pt x="982" y="6873"/>
                  <a:pt x="982" y="6873"/>
                </a:cubicBezTo>
                <a:close/>
                <a:moveTo>
                  <a:pt x="982" y="9818"/>
                </a:moveTo>
                <a:lnTo>
                  <a:pt x="14727" y="9818"/>
                </a:lnTo>
                <a:cubicBezTo>
                  <a:pt x="15269" y="9818"/>
                  <a:pt x="15709" y="9378"/>
                  <a:pt x="15709" y="8836"/>
                </a:cubicBezTo>
                <a:lnTo>
                  <a:pt x="15709" y="6873"/>
                </a:lnTo>
                <a:cubicBezTo>
                  <a:pt x="15709" y="6331"/>
                  <a:pt x="15269" y="5891"/>
                  <a:pt x="14727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moveTo>
                  <a:pt x="14727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14727" y="18655"/>
                </a:lnTo>
                <a:cubicBezTo>
                  <a:pt x="14727" y="18655"/>
                  <a:pt x="14727" y="20618"/>
                  <a:pt x="14727" y="20618"/>
                </a:cubicBezTo>
                <a:close/>
                <a:moveTo>
                  <a:pt x="14727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14727" y="21600"/>
                </a:lnTo>
                <a:cubicBezTo>
                  <a:pt x="15269" y="21600"/>
                  <a:pt x="15709" y="21160"/>
                  <a:pt x="15709" y="20618"/>
                </a:cubicBezTo>
                <a:lnTo>
                  <a:pt x="15709" y="18655"/>
                </a:lnTo>
                <a:cubicBezTo>
                  <a:pt x="15709" y="18113"/>
                  <a:pt x="15269" y="17673"/>
                  <a:pt x="14727" y="1767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9" name="Shape 2759"/>
          <p:cNvSpPr/>
          <p:nvPr/>
        </p:nvSpPr>
        <p:spPr>
          <a:xfrm>
            <a:off x="5078520" y="34797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3927" y="6873"/>
                </a:moveTo>
                <a:lnTo>
                  <a:pt x="17673" y="6873"/>
                </a:lnTo>
                <a:lnTo>
                  <a:pt x="17673" y="8836"/>
                </a:lnTo>
                <a:lnTo>
                  <a:pt x="3927" y="8836"/>
                </a:lnTo>
                <a:cubicBezTo>
                  <a:pt x="3927" y="8836"/>
                  <a:pt x="3927" y="6873"/>
                  <a:pt x="3927" y="6873"/>
                </a:cubicBezTo>
                <a:close/>
                <a:moveTo>
                  <a:pt x="17673" y="9818"/>
                </a:moveTo>
                <a:cubicBezTo>
                  <a:pt x="18215" y="9818"/>
                  <a:pt x="18655" y="9378"/>
                  <a:pt x="18655" y="8836"/>
                </a:cubicBezTo>
                <a:lnTo>
                  <a:pt x="18655" y="6873"/>
                </a:lnTo>
                <a:cubicBezTo>
                  <a:pt x="18655" y="6331"/>
                  <a:pt x="18215" y="5891"/>
                  <a:pt x="17673" y="5891"/>
                </a:cubicBezTo>
                <a:lnTo>
                  <a:pt x="3927" y="5891"/>
                </a:lnTo>
                <a:cubicBezTo>
                  <a:pt x="3385" y="5891"/>
                  <a:pt x="2945" y="6331"/>
                  <a:pt x="2945" y="6873"/>
                </a:cubicBezTo>
                <a:lnTo>
                  <a:pt x="2945" y="8836"/>
                </a:lnTo>
                <a:cubicBezTo>
                  <a:pt x="2945" y="9378"/>
                  <a:pt x="3385" y="9818"/>
                  <a:pt x="3927" y="9818"/>
                </a:cubicBezTo>
                <a:cubicBezTo>
                  <a:pt x="3927" y="9818"/>
                  <a:pt x="17673" y="9818"/>
                  <a:pt x="17673" y="9818"/>
                </a:cubicBezTo>
                <a:close/>
                <a:moveTo>
                  <a:pt x="17673" y="20618"/>
                </a:moveTo>
                <a:lnTo>
                  <a:pt x="3927" y="20618"/>
                </a:lnTo>
                <a:lnTo>
                  <a:pt x="3927" y="18655"/>
                </a:lnTo>
                <a:lnTo>
                  <a:pt x="17673" y="18655"/>
                </a:lnTo>
                <a:cubicBezTo>
                  <a:pt x="17673" y="18655"/>
                  <a:pt x="17673" y="20618"/>
                  <a:pt x="17673" y="20618"/>
                </a:cubicBezTo>
                <a:close/>
                <a:moveTo>
                  <a:pt x="17673" y="17673"/>
                </a:moveTo>
                <a:lnTo>
                  <a:pt x="3927" y="17673"/>
                </a:lnTo>
                <a:cubicBezTo>
                  <a:pt x="3385" y="17673"/>
                  <a:pt x="2945" y="18113"/>
                  <a:pt x="2945" y="18655"/>
                </a:cubicBezTo>
                <a:lnTo>
                  <a:pt x="2945" y="20618"/>
                </a:lnTo>
                <a:cubicBezTo>
                  <a:pt x="2945" y="21160"/>
                  <a:pt x="3385" y="21600"/>
                  <a:pt x="3927" y="21600"/>
                </a:cubicBezTo>
                <a:lnTo>
                  <a:pt x="17673" y="21600"/>
                </a:lnTo>
                <a:cubicBezTo>
                  <a:pt x="18215" y="21600"/>
                  <a:pt x="18655" y="21160"/>
                  <a:pt x="18655" y="20618"/>
                </a:cubicBezTo>
                <a:lnTo>
                  <a:pt x="18655" y="18655"/>
                </a:lnTo>
                <a:cubicBezTo>
                  <a:pt x="18655" y="18113"/>
                  <a:pt x="18215" y="17673"/>
                  <a:pt x="17673" y="1767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0" name="Shape 2760"/>
          <p:cNvSpPr/>
          <p:nvPr/>
        </p:nvSpPr>
        <p:spPr>
          <a:xfrm>
            <a:off x="5478480" y="34797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20618" y="8836"/>
                </a:moveTo>
                <a:lnTo>
                  <a:pt x="6873" y="8836"/>
                </a:lnTo>
                <a:lnTo>
                  <a:pt x="6873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20618" y="5891"/>
                </a:moveTo>
                <a:lnTo>
                  <a:pt x="6873" y="5891"/>
                </a:lnTo>
                <a:cubicBezTo>
                  <a:pt x="6331" y="5891"/>
                  <a:pt x="5891" y="6331"/>
                  <a:pt x="5891" y="6873"/>
                </a:cubicBezTo>
                <a:lnTo>
                  <a:pt x="5891" y="8836"/>
                </a:lnTo>
                <a:cubicBezTo>
                  <a:pt x="5891" y="9378"/>
                  <a:pt x="6331" y="9818"/>
                  <a:pt x="6873" y="9818"/>
                </a:cubicBezTo>
                <a:lnTo>
                  <a:pt x="20618" y="9818"/>
                </a:lnTo>
                <a:cubicBezTo>
                  <a:pt x="21160" y="9818"/>
                  <a:pt x="21600" y="9378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20618" y="20618"/>
                </a:moveTo>
                <a:lnTo>
                  <a:pt x="6873" y="20618"/>
                </a:lnTo>
                <a:lnTo>
                  <a:pt x="6873" y="18655"/>
                </a:lnTo>
                <a:lnTo>
                  <a:pt x="20618" y="18655"/>
                </a:lnTo>
                <a:cubicBezTo>
                  <a:pt x="20618" y="18655"/>
                  <a:pt x="20618" y="20618"/>
                  <a:pt x="20618" y="20618"/>
                </a:cubicBezTo>
                <a:close/>
                <a:moveTo>
                  <a:pt x="20618" y="17673"/>
                </a:moveTo>
                <a:lnTo>
                  <a:pt x="6873" y="17673"/>
                </a:lnTo>
                <a:cubicBezTo>
                  <a:pt x="6331" y="17673"/>
                  <a:pt x="5891" y="18113"/>
                  <a:pt x="5891" y="18655"/>
                </a:cubicBezTo>
                <a:lnTo>
                  <a:pt x="5891" y="20618"/>
                </a:lnTo>
                <a:cubicBezTo>
                  <a:pt x="5891" y="21160"/>
                  <a:pt x="6331" y="21600"/>
                  <a:pt x="6873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18655"/>
                </a:lnTo>
                <a:cubicBezTo>
                  <a:pt x="21600" y="18113"/>
                  <a:pt x="21160" y="17673"/>
                  <a:pt x="20618" y="1767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1" name="Shape 2761"/>
          <p:cNvSpPr/>
          <p:nvPr/>
        </p:nvSpPr>
        <p:spPr>
          <a:xfrm>
            <a:off x="5878440" y="34797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20618" y="5891"/>
                </a:move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lnTo>
                  <a:pt x="20618" y="9818"/>
                </a:lnTo>
                <a:cubicBezTo>
                  <a:pt x="21160" y="9818"/>
                  <a:pt x="21600" y="9378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20618" y="18655"/>
                </a:lnTo>
                <a:cubicBezTo>
                  <a:pt x="20618" y="18655"/>
                  <a:pt x="20618" y="20618"/>
                  <a:pt x="20618" y="20618"/>
                </a:cubicBezTo>
                <a:close/>
                <a:moveTo>
                  <a:pt x="20618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18655"/>
                </a:lnTo>
                <a:cubicBezTo>
                  <a:pt x="21600" y="18113"/>
                  <a:pt x="21160" y="17673"/>
                  <a:pt x="20618" y="1767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2" name="Shape 2762"/>
          <p:cNvSpPr/>
          <p:nvPr/>
        </p:nvSpPr>
        <p:spPr>
          <a:xfrm>
            <a:off x="6278400" y="347976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8164" y="982"/>
                </a:moveTo>
                <a:cubicBezTo>
                  <a:pt x="19520" y="982"/>
                  <a:pt x="20618" y="2081"/>
                  <a:pt x="20618" y="3436"/>
                </a:cubicBezTo>
                <a:cubicBezTo>
                  <a:pt x="20618" y="4792"/>
                  <a:pt x="19520" y="5891"/>
                  <a:pt x="18164" y="5891"/>
                </a:cubicBezTo>
                <a:cubicBezTo>
                  <a:pt x="16808" y="5891"/>
                  <a:pt x="15709" y="4792"/>
                  <a:pt x="15709" y="3436"/>
                </a:cubicBezTo>
                <a:cubicBezTo>
                  <a:pt x="15709" y="2081"/>
                  <a:pt x="16808" y="982"/>
                  <a:pt x="18164" y="982"/>
                </a:cubicBezTo>
                <a:moveTo>
                  <a:pt x="18164" y="6873"/>
                </a:moveTo>
                <a:cubicBezTo>
                  <a:pt x="20062" y="6873"/>
                  <a:pt x="21600" y="5334"/>
                  <a:pt x="21600" y="3436"/>
                </a:cubicBezTo>
                <a:cubicBezTo>
                  <a:pt x="21600" y="1538"/>
                  <a:pt x="20062" y="0"/>
                  <a:pt x="18164" y="0"/>
                </a:cubicBezTo>
                <a:cubicBezTo>
                  <a:pt x="16266" y="0"/>
                  <a:pt x="14727" y="1538"/>
                  <a:pt x="14727" y="3436"/>
                </a:cubicBezTo>
                <a:cubicBezTo>
                  <a:pt x="14727" y="5334"/>
                  <a:pt x="16266" y="6873"/>
                  <a:pt x="18164" y="6873"/>
                </a:cubicBezTo>
                <a:moveTo>
                  <a:pt x="18164" y="3927"/>
                </a:moveTo>
                <a:lnTo>
                  <a:pt x="18655" y="3927"/>
                </a:lnTo>
                <a:cubicBezTo>
                  <a:pt x="18925" y="3927"/>
                  <a:pt x="19145" y="3708"/>
                  <a:pt x="19145" y="3436"/>
                </a:cubicBezTo>
                <a:cubicBezTo>
                  <a:pt x="19145" y="3165"/>
                  <a:pt x="18925" y="2945"/>
                  <a:pt x="18655" y="2945"/>
                </a:cubicBezTo>
                <a:lnTo>
                  <a:pt x="18655" y="2455"/>
                </a:lnTo>
                <a:cubicBezTo>
                  <a:pt x="18655" y="2183"/>
                  <a:pt x="18434" y="1964"/>
                  <a:pt x="18164" y="1964"/>
                </a:cubicBezTo>
                <a:cubicBezTo>
                  <a:pt x="17893" y="1964"/>
                  <a:pt x="17673" y="2183"/>
                  <a:pt x="17673" y="2455"/>
                </a:cubicBezTo>
                <a:lnTo>
                  <a:pt x="17673" y="3436"/>
                </a:lnTo>
                <a:cubicBezTo>
                  <a:pt x="17673" y="3708"/>
                  <a:pt x="17893" y="3927"/>
                  <a:pt x="18164" y="3927"/>
                </a:cubicBezTo>
                <a:moveTo>
                  <a:pt x="9818" y="11782"/>
                </a:moveTo>
                <a:lnTo>
                  <a:pt x="4909" y="11782"/>
                </a:lnTo>
                <a:lnTo>
                  <a:pt x="4909" y="8836"/>
                </a:lnTo>
                <a:lnTo>
                  <a:pt x="9818" y="8836"/>
                </a:lnTo>
                <a:cubicBezTo>
                  <a:pt x="9818" y="8836"/>
                  <a:pt x="9818" y="11782"/>
                  <a:pt x="9818" y="11782"/>
                </a:cubicBezTo>
                <a:close/>
                <a:moveTo>
                  <a:pt x="21109" y="12764"/>
                </a:moveTo>
                <a:lnTo>
                  <a:pt x="11291" y="12764"/>
                </a:lnTo>
                <a:cubicBezTo>
                  <a:pt x="11562" y="12764"/>
                  <a:pt x="11782" y="12544"/>
                  <a:pt x="11782" y="12273"/>
                </a:cubicBezTo>
                <a:cubicBezTo>
                  <a:pt x="11782" y="12001"/>
                  <a:pt x="11562" y="11782"/>
                  <a:pt x="11291" y="11782"/>
                </a:cubicBezTo>
                <a:lnTo>
                  <a:pt x="10800" y="11782"/>
                </a:lnTo>
                <a:lnTo>
                  <a:pt x="10800" y="8836"/>
                </a:lnTo>
                <a:cubicBezTo>
                  <a:pt x="10800" y="8295"/>
                  <a:pt x="10360" y="7855"/>
                  <a:pt x="9818" y="7855"/>
                </a:cubicBezTo>
                <a:lnTo>
                  <a:pt x="4909" y="7855"/>
                </a:lnTo>
                <a:cubicBezTo>
                  <a:pt x="4367" y="7855"/>
                  <a:pt x="3927" y="8295"/>
                  <a:pt x="3927" y="8836"/>
                </a:cubicBezTo>
                <a:lnTo>
                  <a:pt x="3927" y="11782"/>
                </a:lnTo>
                <a:lnTo>
                  <a:pt x="3436" y="11782"/>
                </a:lnTo>
                <a:cubicBezTo>
                  <a:pt x="3166" y="11782"/>
                  <a:pt x="2945" y="12001"/>
                  <a:pt x="2945" y="12273"/>
                </a:cubicBezTo>
                <a:cubicBezTo>
                  <a:pt x="2945" y="12544"/>
                  <a:pt x="3166" y="12764"/>
                  <a:pt x="3436" y="12764"/>
                </a:cubicBezTo>
                <a:lnTo>
                  <a:pt x="491" y="12764"/>
                </a:lnTo>
                <a:cubicBezTo>
                  <a:pt x="220" y="12764"/>
                  <a:pt x="0" y="12983"/>
                  <a:pt x="0" y="13255"/>
                </a:cubicBezTo>
                <a:cubicBezTo>
                  <a:pt x="0" y="13526"/>
                  <a:pt x="220" y="13745"/>
                  <a:pt x="491" y="13745"/>
                </a:cubicBezTo>
                <a:lnTo>
                  <a:pt x="2945" y="13745"/>
                </a:lnTo>
                <a:lnTo>
                  <a:pt x="2945" y="21109"/>
                </a:lnTo>
                <a:cubicBezTo>
                  <a:pt x="2945" y="21380"/>
                  <a:pt x="3166" y="21600"/>
                  <a:pt x="3436" y="21600"/>
                </a:cubicBezTo>
                <a:cubicBezTo>
                  <a:pt x="3707" y="21600"/>
                  <a:pt x="3927" y="21380"/>
                  <a:pt x="3927" y="21109"/>
                </a:cubicBezTo>
                <a:lnTo>
                  <a:pt x="3927" y="13745"/>
                </a:lnTo>
                <a:lnTo>
                  <a:pt x="17673" y="13745"/>
                </a:lnTo>
                <a:lnTo>
                  <a:pt x="17673" y="21109"/>
                </a:lnTo>
                <a:cubicBezTo>
                  <a:pt x="17673" y="21380"/>
                  <a:pt x="17893" y="21600"/>
                  <a:pt x="18164" y="21600"/>
                </a:cubicBezTo>
                <a:cubicBezTo>
                  <a:pt x="18434" y="21600"/>
                  <a:pt x="18655" y="21380"/>
                  <a:pt x="18655" y="21109"/>
                </a:cubicBezTo>
                <a:lnTo>
                  <a:pt x="18655" y="13745"/>
                </a:lnTo>
                <a:lnTo>
                  <a:pt x="21109" y="13745"/>
                </a:lnTo>
                <a:cubicBezTo>
                  <a:pt x="21380" y="13745"/>
                  <a:pt x="21600" y="13526"/>
                  <a:pt x="21600" y="13255"/>
                </a:cubicBezTo>
                <a:cubicBezTo>
                  <a:pt x="21600" y="12983"/>
                  <a:pt x="21380" y="12764"/>
                  <a:pt x="21109" y="1276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3" name="Shape 2763"/>
          <p:cNvSpPr/>
          <p:nvPr/>
        </p:nvSpPr>
        <p:spPr>
          <a:xfrm>
            <a:off x="6678720" y="34797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5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585" y="2939"/>
                </a:lnTo>
                <a:lnTo>
                  <a:pt x="8836" y="6873"/>
                </a:lnTo>
                <a:lnTo>
                  <a:pt x="11291" y="9818"/>
                </a:lnTo>
                <a:lnTo>
                  <a:pt x="9327" y="14236"/>
                </a:lnTo>
                <a:lnTo>
                  <a:pt x="10800" y="16691"/>
                </a:lnTo>
                <a:lnTo>
                  <a:pt x="10432" y="14236"/>
                </a:lnTo>
                <a:lnTo>
                  <a:pt x="12365" y="9542"/>
                </a:lnTo>
                <a:lnTo>
                  <a:pt x="10002" y="6781"/>
                </a:lnTo>
                <a:lnTo>
                  <a:pt x="12069" y="2007"/>
                </a:lnTo>
                <a:cubicBezTo>
                  <a:pt x="12984" y="1345"/>
                  <a:pt x="14076" y="982"/>
                  <a:pt x="15218" y="982"/>
                </a:cubicBezTo>
                <a:cubicBezTo>
                  <a:pt x="18196" y="982"/>
                  <a:pt x="20618" y="3405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3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4" name="Shape 2764"/>
          <p:cNvSpPr/>
          <p:nvPr/>
        </p:nvSpPr>
        <p:spPr>
          <a:xfrm>
            <a:off x="7078680" y="3489480"/>
            <a:ext cx="209520" cy="19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588" y="6611"/>
                </a:moveTo>
                <a:cubicBezTo>
                  <a:pt x="20587" y="6619"/>
                  <a:pt x="20587" y="6627"/>
                  <a:pt x="20586" y="6635"/>
                </a:cubicBezTo>
                <a:cubicBezTo>
                  <a:pt x="20585" y="6640"/>
                  <a:pt x="20582" y="6674"/>
                  <a:pt x="20581" y="6680"/>
                </a:cubicBezTo>
                <a:cubicBezTo>
                  <a:pt x="20107" y="11287"/>
                  <a:pt x="14607" y="17428"/>
                  <a:pt x="12595" y="19086"/>
                </a:cubicBezTo>
                <a:lnTo>
                  <a:pt x="11905" y="15660"/>
                </a:lnTo>
                <a:lnTo>
                  <a:pt x="13960" y="10631"/>
                </a:lnTo>
                <a:lnTo>
                  <a:pt x="11429" y="7425"/>
                </a:lnTo>
                <a:lnTo>
                  <a:pt x="12699" y="2550"/>
                </a:lnTo>
                <a:cubicBezTo>
                  <a:pt x="12708" y="2540"/>
                  <a:pt x="12713" y="2534"/>
                  <a:pt x="12723" y="2524"/>
                </a:cubicBezTo>
                <a:cubicBezTo>
                  <a:pt x="13572" y="1625"/>
                  <a:pt x="14916" y="1080"/>
                  <a:pt x="16088" y="1080"/>
                </a:cubicBezTo>
                <a:cubicBezTo>
                  <a:pt x="18586" y="1080"/>
                  <a:pt x="20618" y="3315"/>
                  <a:pt x="20618" y="6063"/>
                </a:cubicBezTo>
                <a:cubicBezTo>
                  <a:pt x="20618" y="6262"/>
                  <a:pt x="20598" y="6506"/>
                  <a:pt x="20588" y="6611"/>
                </a:cubicBezTo>
                <a:moveTo>
                  <a:pt x="21600" y="6063"/>
                </a:moveTo>
                <a:cubicBezTo>
                  <a:pt x="21600" y="2715"/>
                  <a:pt x="19132" y="0"/>
                  <a:pt x="16088" y="0"/>
                </a:cubicBezTo>
                <a:cubicBezTo>
                  <a:pt x="14607" y="0"/>
                  <a:pt x="12974" y="748"/>
                  <a:pt x="11983" y="1794"/>
                </a:cubicBezTo>
                <a:lnTo>
                  <a:pt x="11985" y="1802"/>
                </a:lnTo>
                <a:cubicBezTo>
                  <a:pt x="11900" y="1871"/>
                  <a:pt x="11839" y="1965"/>
                  <a:pt x="11809" y="2079"/>
                </a:cubicBezTo>
                <a:lnTo>
                  <a:pt x="11797" y="2076"/>
                </a:lnTo>
                <a:lnTo>
                  <a:pt x="10309" y="7560"/>
                </a:lnTo>
                <a:lnTo>
                  <a:pt x="12764" y="10800"/>
                </a:lnTo>
                <a:lnTo>
                  <a:pt x="10800" y="15660"/>
                </a:lnTo>
                <a:lnTo>
                  <a:pt x="11797" y="20098"/>
                </a:lnTo>
                <a:lnTo>
                  <a:pt x="11803" y="20097"/>
                </a:lnTo>
                <a:cubicBezTo>
                  <a:pt x="11853" y="20337"/>
                  <a:pt x="12039" y="20520"/>
                  <a:pt x="12273" y="20520"/>
                </a:cubicBezTo>
                <a:cubicBezTo>
                  <a:pt x="12410" y="20520"/>
                  <a:pt x="12534" y="20457"/>
                  <a:pt x="12623" y="20357"/>
                </a:cubicBezTo>
                <a:cubicBezTo>
                  <a:pt x="14361" y="19225"/>
                  <a:pt x="20995" y="12270"/>
                  <a:pt x="21558" y="6787"/>
                </a:cubicBezTo>
                <a:lnTo>
                  <a:pt x="21558" y="6791"/>
                </a:lnTo>
                <a:cubicBezTo>
                  <a:pt x="21559" y="6791"/>
                  <a:pt x="21600" y="6399"/>
                  <a:pt x="21600" y="6063"/>
                </a:cubicBezTo>
                <a:moveTo>
                  <a:pt x="1019" y="7760"/>
                </a:moveTo>
                <a:cubicBezTo>
                  <a:pt x="1018" y="7754"/>
                  <a:pt x="1015" y="7720"/>
                  <a:pt x="1014" y="7715"/>
                </a:cubicBezTo>
                <a:cubicBezTo>
                  <a:pt x="1013" y="7707"/>
                  <a:pt x="1013" y="7699"/>
                  <a:pt x="1012" y="7691"/>
                </a:cubicBezTo>
                <a:cubicBezTo>
                  <a:pt x="1002" y="7586"/>
                  <a:pt x="982" y="7342"/>
                  <a:pt x="982" y="7143"/>
                </a:cubicBezTo>
                <a:cubicBezTo>
                  <a:pt x="982" y="4395"/>
                  <a:pt x="3014" y="2160"/>
                  <a:pt x="5512" y="2160"/>
                </a:cubicBezTo>
                <a:cubicBezTo>
                  <a:pt x="6634" y="2160"/>
                  <a:pt x="7908" y="2664"/>
                  <a:pt x="8760" y="3495"/>
                </a:cubicBezTo>
                <a:lnTo>
                  <a:pt x="7364" y="8640"/>
                </a:lnTo>
                <a:lnTo>
                  <a:pt x="9818" y="11880"/>
                </a:lnTo>
                <a:lnTo>
                  <a:pt x="7855" y="16740"/>
                </a:lnTo>
                <a:lnTo>
                  <a:pt x="8531" y="19752"/>
                </a:lnTo>
                <a:cubicBezTo>
                  <a:pt x="6242" y="17649"/>
                  <a:pt x="1459" y="12041"/>
                  <a:pt x="1019" y="7760"/>
                </a:cubicBezTo>
                <a:moveTo>
                  <a:pt x="9803" y="20925"/>
                </a:moveTo>
                <a:lnTo>
                  <a:pt x="8959" y="16740"/>
                </a:lnTo>
                <a:lnTo>
                  <a:pt x="11015" y="11711"/>
                </a:lnTo>
                <a:lnTo>
                  <a:pt x="8484" y="8505"/>
                </a:lnTo>
                <a:lnTo>
                  <a:pt x="9799" y="3457"/>
                </a:lnTo>
                <a:lnTo>
                  <a:pt x="9791" y="3454"/>
                </a:lnTo>
                <a:cubicBezTo>
                  <a:pt x="9804" y="3407"/>
                  <a:pt x="9818" y="3360"/>
                  <a:pt x="9818" y="3308"/>
                </a:cubicBezTo>
                <a:cubicBezTo>
                  <a:pt x="9818" y="3130"/>
                  <a:pt x="9736" y="2981"/>
                  <a:pt x="9615" y="2882"/>
                </a:cubicBezTo>
                <a:lnTo>
                  <a:pt x="9617" y="2874"/>
                </a:lnTo>
                <a:cubicBezTo>
                  <a:pt x="8626" y="1827"/>
                  <a:pt x="6993" y="1080"/>
                  <a:pt x="5512" y="1080"/>
                </a:cubicBezTo>
                <a:cubicBezTo>
                  <a:pt x="2468" y="1080"/>
                  <a:pt x="0" y="3795"/>
                  <a:pt x="0" y="7143"/>
                </a:cubicBezTo>
                <a:cubicBezTo>
                  <a:pt x="0" y="7479"/>
                  <a:pt x="41" y="7871"/>
                  <a:pt x="42" y="7871"/>
                </a:cubicBezTo>
                <a:lnTo>
                  <a:pt x="42" y="7867"/>
                </a:lnTo>
                <a:cubicBezTo>
                  <a:pt x="605" y="13350"/>
                  <a:pt x="7239" y="20305"/>
                  <a:pt x="8977" y="21437"/>
                </a:cubicBezTo>
                <a:cubicBezTo>
                  <a:pt x="9066" y="21537"/>
                  <a:pt x="9190" y="21600"/>
                  <a:pt x="9327" y="21600"/>
                </a:cubicBezTo>
                <a:cubicBezTo>
                  <a:pt x="9599" y="21600"/>
                  <a:pt x="9818" y="21358"/>
                  <a:pt x="9818" y="21060"/>
                </a:cubicBezTo>
                <a:cubicBezTo>
                  <a:pt x="9818" y="21013"/>
                  <a:pt x="9804" y="20971"/>
                  <a:pt x="9794" y="20927"/>
                </a:cubicBezTo>
                <a:cubicBezTo>
                  <a:pt x="9794" y="20927"/>
                  <a:pt x="9803" y="20925"/>
                  <a:pt x="9803" y="2092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5" name="Shape 2765"/>
          <p:cNvSpPr/>
          <p:nvPr/>
        </p:nvSpPr>
        <p:spPr>
          <a:xfrm>
            <a:off x="7478640" y="34797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1782" y="12764"/>
                </a:moveTo>
                <a:cubicBezTo>
                  <a:pt x="11510" y="12764"/>
                  <a:pt x="11291" y="12984"/>
                  <a:pt x="11291" y="13255"/>
                </a:cubicBezTo>
                <a:cubicBezTo>
                  <a:pt x="11291" y="13526"/>
                  <a:pt x="11510" y="13745"/>
                  <a:pt x="11782" y="13745"/>
                </a:cubicBezTo>
                <a:cubicBezTo>
                  <a:pt x="12053" y="13745"/>
                  <a:pt x="12273" y="13526"/>
                  <a:pt x="12273" y="13255"/>
                </a:cubicBezTo>
                <a:cubicBezTo>
                  <a:pt x="12273" y="12984"/>
                  <a:pt x="12053" y="12764"/>
                  <a:pt x="11782" y="12764"/>
                </a:cubicBezTo>
                <a:moveTo>
                  <a:pt x="14727" y="10800"/>
                </a:moveTo>
                <a:cubicBezTo>
                  <a:pt x="14999" y="10800"/>
                  <a:pt x="15218" y="10580"/>
                  <a:pt x="15218" y="10309"/>
                </a:cubicBezTo>
                <a:cubicBezTo>
                  <a:pt x="15218" y="10038"/>
                  <a:pt x="14999" y="9818"/>
                  <a:pt x="14727" y="9818"/>
                </a:cubicBezTo>
                <a:cubicBezTo>
                  <a:pt x="14456" y="9818"/>
                  <a:pt x="14236" y="10038"/>
                  <a:pt x="14236" y="10309"/>
                </a:cubicBezTo>
                <a:cubicBezTo>
                  <a:pt x="14236" y="10580"/>
                  <a:pt x="14456" y="10800"/>
                  <a:pt x="14727" y="10800"/>
                </a:cubicBezTo>
                <a:moveTo>
                  <a:pt x="19913" y="7150"/>
                </a:moveTo>
                <a:lnTo>
                  <a:pt x="19959" y="7195"/>
                </a:lnTo>
                <a:lnTo>
                  <a:pt x="19468" y="7686"/>
                </a:lnTo>
                <a:lnTo>
                  <a:pt x="19468" y="7687"/>
                </a:lnTo>
                <a:lnTo>
                  <a:pt x="17606" y="9549"/>
                </a:lnTo>
                <a:lnTo>
                  <a:pt x="12052" y="3994"/>
                </a:lnTo>
                <a:lnTo>
                  <a:pt x="13913" y="2132"/>
                </a:lnTo>
                <a:cubicBezTo>
                  <a:pt x="13914" y="2132"/>
                  <a:pt x="13914" y="2132"/>
                  <a:pt x="13914" y="2132"/>
                </a:cubicBezTo>
                <a:lnTo>
                  <a:pt x="14405" y="1641"/>
                </a:lnTo>
                <a:lnTo>
                  <a:pt x="14450" y="1687"/>
                </a:lnTo>
                <a:cubicBezTo>
                  <a:pt x="15086" y="1244"/>
                  <a:pt x="15857" y="982"/>
                  <a:pt x="16691" y="982"/>
                </a:cubicBezTo>
                <a:cubicBezTo>
                  <a:pt x="18860" y="982"/>
                  <a:pt x="20618" y="2740"/>
                  <a:pt x="20618" y="4909"/>
                </a:cubicBezTo>
                <a:cubicBezTo>
                  <a:pt x="20618" y="5743"/>
                  <a:pt x="20356" y="6514"/>
                  <a:pt x="19913" y="7150"/>
                </a:cubicBezTo>
                <a:moveTo>
                  <a:pt x="10242" y="16912"/>
                </a:moveTo>
                <a:lnTo>
                  <a:pt x="4689" y="11358"/>
                </a:lnTo>
                <a:lnTo>
                  <a:pt x="11358" y="4689"/>
                </a:lnTo>
                <a:lnTo>
                  <a:pt x="16911" y="10243"/>
                </a:lnTo>
                <a:cubicBezTo>
                  <a:pt x="16911" y="10243"/>
                  <a:pt x="10242" y="16912"/>
                  <a:pt x="10242" y="16912"/>
                </a:cubicBezTo>
                <a:close/>
                <a:moveTo>
                  <a:pt x="7686" y="19468"/>
                </a:moveTo>
                <a:cubicBezTo>
                  <a:pt x="6975" y="20179"/>
                  <a:pt x="5994" y="20618"/>
                  <a:pt x="4909" y="20618"/>
                </a:cubicBezTo>
                <a:cubicBezTo>
                  <a:pt x="2740" y="20618"/>
                  <a:pt x="982" y="18860"/>
                  <a:pt x="982" y="16691"/>
                </a:cubicBezTo>
                <a:cubicBezTo>
                  <a:pt x="982" y="15606"/>
                  <a:pt x="1421" y="14625"/>
                  <a:pt x="2132" y="13914"/>
                </a:cubicBezTo>
                <a:lnTo>
                  <a:pt x="3994" y="12052"/>
                </a:lnTo>
                <a:lnTo>
                  <a:pt x="9548" y="17606"/>
                </a:lnTo>
                <a:cubicBezTo>
                  <a:pt x="9548" y="17606"/>
                  <a:pt x="7686" y="19468"/>
                  <a:pt x="7686" y="19468"/>
                </a:cubicBezTo>
                <a:close/>
                <a:moveTo>
                  <a:pt x="21600" y="4909"/>
                </a:moveTo>
                <a:cubicBezTo>
                  <a:pt x="21600" y="2198"/>
                  <a:pt x="19402" y="0"/>
                  <a:pt x="16691" y="0"/>
                </a:cubicBezTo>
                <a:cubicBezTo>
                  <a:pt x="15586" y="0"/>
                  <a:pt x="14570" y="370"/>
                  <a:pt x="13749" y="986"/>
                </a:cubicBezTo>
                <a:lnTo>
                  <a:pt x="13710" y="947"/>
                </a:lnTo>
                <a:lnTo>
                  <a:pt x="13221" y="1437"/>
                </a:lnTo>
                <a:cubicBezTo>
                  <a:pt x="13220" y="1438"/>
                  <a:pt x="13220" y="1438"/>
                  <a:pt x="13219" y="1439"/>
                </a:cubicBezTo>
                <a:lnTo>
                  <a:pt x="1438" y="13220"/>
                </a:lnTo>
                <a:cubicBezTo>
                  <a:pt x="549" y="14108"/>
                  <a:pt x="0" y="15336"/>
                  <a:pt x="0" y="16691"/>
                </a:cubicBezTo>
                <a:cubicBezTo>
                  <a:pt x="0" y="19402"/>
                  <a:pt x="2198" y="21600"/>
                  <a:pt x="4909" y="21600"/>
                </a:cubicBezTo>
                <a:cubicBezTo>
                  <a:pt x="6265" y="21600"/>
                  <a:pt x="7492" y="21051"/>
                  <a:pt x="8380" y="20162"/>
                </a:cubicBezTo>
                <a:lnTo>
                  <a:pt x="20162" y="8381"/>
                </a:lnTo>
                <a:lnTo>
                  <a:pt x="20163" y="8380"/>
                </a:lnTo>
                <a:lnTo>
                  <a:pt x="20653" y="7890"/>
                </a:lnTo>
                <a:lnTo>
                  <a:pt x="20614" y="7851"/>
                </a:lnTo>
                <a:cubicBezTo>
                  <a:pt x="21230" y="7030"/>
                  <a:pt x="21600" y="6015"/>
                  <a:pt x="21600" y="4909"/>
                </a:cubicBezTo>
                <a:moveTo>
                  <a:pt x="10800" y="6873"/>
                </a:moveTo>
                <a:cubicBezTo>
                  <a:pt x="10800" y="7144"/>
                  <a:pt x="11020" y="7364"/>
                  <a:pt x="11291" y="7364"/>
                </a:cubicBezTo>
                <a:cubicBezTo>
                  <a:pt x="11562" y="7364"/>
                  <a:pt x="11782" y="7144"/>
                  <a:pt x="11782" y="6873"/>
                </a:cubicBezTo>
                <a:cubicBezTo>
                  <a:pt x="11782" y="6602"/>
                  <a:pt x="11562" y="6382"/>
                  <a:pt x="11291" y="6382"/>
                </a:cubicBezTo>
                <a:cubicBezTo>
                  <a:pt x="11020" y="6382"/>
                  <a:pt x="10800" y="6602"/>
                  <a:pt x="10800" y="6873"/>
                </a:cubicBezTo>
                <a:moveTo>
                  <a:pt x="13255" y="12273"/>
                </a:moveTo>
                <a:cubicBezTo>
                  <a:pt x="13526" y="12273"/>
                  <a:pt x="13745" y="12053"/>
                  <a:pt x="13745" y="11782"/>
                </a:cubicBezTo>
                <a:cubicBezTo>
                  <a:pt x="13745" y="11511"/>
                  <a:pt x="13526" y="11291"/>
                  <a:pt x="13255" y="11291"/>
                </a:cubicBezTo>
                <a:cubicBezTo>
                  <a:pt x="12983" y="11291"/>
                  <a:pt x="12764" y="11511"/>
                  <a:pt x="12764" y="11782"/>
                </a:cubicBezTo>
                <a:cubicBezTo>
                  <a:pt x="12764" y="12053"/>
                  <a:pt x="12983" y="12273"/>
                  <a:pt x="13255" y="12273"/>
                </a:cubicBezTo>
                <a:moveTo>
                  <a:pt x="12273" y="9818"/>
                </a:moveTo>
                <a:cubicBezTo>
                  <a:pt x="12544" y="9818"/>
                  <a:pt x="12764" y="9599"/>
                  <a:pt x="12764" y="9327"/>
                </a:cubicBezTo>
                <a:cubicBezTo>
                  <a:pt x="12764" y="9056"/>
                  <a:pt x="12544" y="8836"/>
                  <a:pt x="12273" y="8836"/>
                </a:cubicBezTo>
                <a:cubicBezTo>
                  <a:pt x="12001" y="8836"/>
                  <a:pt x="11782" y="9056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moveTo>
                  <a:pt x="10800" y="10309"/>
                </a:moveTo>
                <a:cubicBezTo>
                  <a:pt x="10529" y="10309"/>
                  <a:pt x="10309" y="10529"/>
                  <a:pt x="10309" y="10800"/>
                </a:cubicBezTo>
                <a:cubicBezTo>
                  <a:pt x="10309" y="11071"/>
                  <a:pt x="10529" y="11291"/>
                  <a:pt x="10800" y="11291"/>
                </a:cubicBezTo>
                <a:cubicBezTo>
                  <a:pt x="11071" y="11291"/>
                  <a:pt x="11291" y="11071"/>
                  <a:pt x="11291" y="10800"/>
                </a:cubicBezTo>
                <a:cubicBezTo>
                  <a:pt x="11291" y="10529"/>
                  <a:pt x="11071" y="10309"/>
                  <a:pt x="10800" y="10309"/>
                </a:cubicBezTo>
                <a:moveTo>
                  <a:pt x="10309" y="14236"/>
                </a:moveTo>
                <a:cubicBezTo>
                  <a:pt x="10038" y="14236"/>
                  <a:pt x="9818" y="14456"/>
                  <a:pt x="9818" y="14727"/>
                </a:cubicBezTo>
                <a:cubicBezTo>
                  <a:pt x="9818" y="14999"/>
                  <a:pt x="10038" y="15218"/>
                  <a:pt x="10309" y="15218"/>
                </a:cubicBezTo>
                <a:cubicBezTo>
                  <a:pt x="10580" y="15218"/>
                  <a:pt x="10800" y="14999"/>
                  <a:pt x="10800" y="14727"/>
                </a:cubicBezTo>
                <a:cubicBezTo>
                  <a:pt x="10800" y="14456"/>
                  <a:pt x="10580" y="14236"/>
                  <a:pt x="10309" y="14236"/>
                </a:cubicBezTo>
                <a:moveTo>
                  <a:pt x="9818" y="8836"/>
                </a:moveTo>
                <a:cubicBezTo>
                  <a:pt x="10090" y="8836"/>
                  <a:pt x="10309" y="8617"/>
                  <a:pt x="10309" y="8345"/>
                </a:cubicBezTo>
                <a:cubicBezTo>
                  <a:pt x="10309" y="8075"/>
                  <a:pt x="10090" y="7855"/>
                  <a:pt x="9818" y="7855"/>
                </a:cubicBezTo>
                <a:cubicBezTo>
                  <a:pt x="9547" y="7855"/>
                  <a:pt x="9327" y="8075"/>
                  <a:pt x="9327" y="8345"/>
                </a:cubicBezTo>
                <a:cubicBezTo>
                  <a:pt x="9327" y="8617"/>
                  <a:pt x="9547" y="8836"/>
                  <a:pt x="9818" y="8836"/>
                </a:cubicBezTo>
                <a:moveTo>
                  <a:pt x="6873" y="10800"/>
                </a:moveTo>
                <a:cubicBezTo>
                  <a:pt x="6601" y="10800"/>
                  <a:pt x="6382" y="11020"/>
                  <a:pt x="6382" y="11291"/>
                </a:cubicBezTo>
                <a:cubicBezTo>
                  <a:pt x="6382" y="11562"/>
                  <a:pt x="6601" y="11782"/>
                  <a:pt x="6873" y="11782"/>
                </a:cubicBezTo>
                <a:cubicBezTo>
                  <a:pt x="7144" y="11782"/>
                  <a:pt x="7364" y="11562"/>
                  <a:pt x="7364" y="11291"/>
                </a:cubicBezTo>
                <a:cubicBezTo>
                  <a:pt x="7364" y="11020"/>
                  <a:pt x="7144" y="10800"/>
                  <a:pt x="6873" y="10800"/>
                </a:cubicBezTo>
                <a:moveTo>
                  <a:pt x="8345" y="9327"/>
                </a:moveTo>
                <a:cubicBezTo>
                  <a:pt x="8074" y="9327"/>
                  <a:pt x="7855" y="9547"/>
                  <a:pt x="7855" y="9818"/>
                </a:cubicBezTo>
                <a:cubicBezTo>
                  <a:pt x="7855" y="10090"/>
                  <a:pt x="8074" y="10309"/>
                  <a:pt x="8345" y="10309"/>
                </a:cubicBezTo>
                <a:cubicBezTo>
                  <a:pt x="8617" y="10309"/>
                  <a:pt x="8836" y="10090"/>
                  <a:pt x="8836" y="9818"/>
                </a:cubicBezTo>
                <a:cubicBezTo>
                  <a:pt x="8836" y="9547"/>
                  <a:pt x="8617" y="9327"/>
                  <a:pt x="8345" y="9327"/>
                </a:cubicBezTo>
                <a:moveTo>
                  <a:pt x="9327" y="11782"/>
                </a:moveTo>
                <a:cubicBezTo>
                  <a:pt x="9056" y="11782"/>
                  <a:pt x="8836" y="12001"/>
                  <a:pt x="8836" y="12273"/>
                </a:cubicBezTo>
                <a:cubicBezTo>
                  <a:pt x="8836" y="12544"/>
                  <a:pt x="9056" y="12764"/>
                  <a:pt x="9327" y="12764"/>
                </a:cubicBezTo>
                <a:cubicBezTo>
                  <a:pt x="9599" y="12764"/>
                  <a:pt x="9818" y="12544"/>
                  <a:pt x="9818" y="12273"/>
                </a:cubicBezTo>
                <a:cubicBezTo>
                  <a:pt x="9818" y="12001"/>
                  <a:pt x="9599" y="11782"/>
                  <a:pt x="9327" y="1178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6" name="Shape 2766"/>
          <p:cNvSpPr/>
          <p:nvPr/>
        </p:nvSpPr>
        <p:spPr>
          <a:xfrm>
            <a:off x="7878600" y="347976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5709" y="11782"/>
                </a:moveTo>
                <a:lnTo>
                  <a:pt x="11782" y="11782"/>
                </a:lnTo>
                <a:lnTo>
                  <a:pt x="11782" y="15709"/>
                </a:lnTo>
                <a:lnTo>
                  <a:pt x="9818" y="15709"/>
                </a:lnTo>
                <a:lnTo>
                  <a:pt x="9818" y="11782"/>
                </a:lnTo>
                <a:lnTo>
                  <a:pt x="5891" y="11782"/>
                </a:lnTo>
                <a:lnTo>
                  <a:pt x="5891" y="9818"/>
                </a:lnTo>
                <a:lnTo>
                  <a:pt x="9818" y="9818"/>
                </a:lnTo>
                <a:lnTo>
                  <a:pt x="9818" y="5891"/>
                </a:lnTo>
                <a:lnTo>
                  <a:pt x="11782" y="5891"/>
                </a:lnTo>
                <a:lnTo>
                  <a:pt x="11782" y="9818"/>
                </a:lnTo>
                <a:lnTo>
                  <a:pt x="15709" y="9818"/>
                </a:lnTo>
                <a:cubicBezTo>
                  <a:pt x="15709" y="9818"/>
                  <a:pt x="15709" y="11782"/>
                  <a:pt x="15709" y="11782"/>
                </a:cubicBezTo>
                <a:close/>
                <a:moveTo>
                  <a:pt x="15709" y="8836"/>
                </a:moveTo>
                <a:lnTo>
                  <a:pt x="12764" y="8836"/>
                </a:lnTo>
                <a:lnTo>
                  <a:pt x="12764" y="5891"/>
                </a:lnTo>
                <a:cubicBezTo>
                  <a:pt x="12764" y="5349"/>
                  <a:pt x="12324" y="4909"/>
                  <a:pt x="11782" y="4909"/>
                </a:cubicBezTo>
                <a:lnTo>
                  <a:pt x="9818" y="4909"/>
                </a:lnTo>
                <a:cubicBezTo>
                  <a:pt x="9276" y="4909"/>
                  <a:pt x="8836" y="5349"/>
                  <a:pt x="8836" y="5891"/>
                </a:cubicBezTo>
                <a:lnTo>
                  <a:pt x="8836" y="8836"/>
                </a:lnTo>
                <a:lnTo>
                  <a:pt x="5891" y="8836"/>
                </a:lnTo>
                <a:cubicBezTo>
                  <a:pt x="5349" y="8836"/>
                  <a:pt x="4909" y="9276"/>
                  <a:pt x="4909" y="9818"/>
                </a:cubicBezTo>
                <a:lnTo>
                  <a:pt x="4909" y="11782"/>
                </a:lnTo>
                <a:cubicBezTo>
                  <a:pt x="4909" y="12324"/>
                  <a:pt x="5349" y="12764"/>
                  <a:pt x="5891" y="12764"/>
                </a:cubicBezTo>
                <a:lnTo>
                  <a:pt x="8836" y="12764"/>
                </a:lnTo>
                <a:lnTo>
                  <a:pt x="8836" y="15709"/>
                </a:lnTo>
                <a:cubicBezTo>
                  <a:pt x="8836" y="16251"/>
                  <a:pt x="9276" y="16691"/>
                  <a:pt x="9818" y="16691"/>
                </a:cubicBezTo>
                <a:lnTo>
                  <a:pt x="11782" y="16691"/>
                </a:lnTo>
                <a:cubicBezTo>
                  <a:pt x="12324" y="16691"/>
                  <a:pt x="12764" y="16251"/>
                  <a:pt x="12764" y="15709"/>
                </a:cubicBezTo>
                <a:lnTo>
                  <a:pt x="12764" y="12764"/>
                </a:lnTo>
                <a:lnTo>
                  <a:pt x="15709" y="12764"/>
                </a:lnTo>
                <a:cubicBezTo>
                  <a:pt x="16251" y="12764"/>
                  <a:pt x="16691" y="12324"/>
                  <a:pt x="16691" y="11782"/>
                </a:cubicBezTo>
                <a:lnTo>
                  <a:pt x="16691" y="9818"/>
                </a:lnTo>
                <a:cubicBezTo>
                  <a:pt x="16691" y="9276"/>
                  <a:pt x="16251" y="8836"/>
                  <a:pt x="15709" y="8836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7" name="Shape 2767"/>
          <p:cNvSpPr/>
          <p:nvPr/>
        </p:nvSpPr>
        <p:spPr>
          <a:xfrm>
            <a:off x="8278920" y="34797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5709" y="11782"/>
                </a:moveTo>
                <a:lnTo>
                  <a:pt x="11782" y="11782"/>
                </a:lnTo>
                <a:lnTo>
                  <a:pt x="11782" y="15709"/>
                </a:lnTo>
                <a:lnTo>
                  <a:pt x="9818" y="15709"/>
                </a:lnTo>
                <a:lnTo>
                  <a:pt x="9818" y="11782"/>
                </a:lnTo>
                <a:lnTo>
                  <a:pt x="5891" y="11782"/>
                </a:lnTo>
                <a:lnTo>
                  <a:pt x="5891" y="9818"/>
                </a:lnTo>
                <a:lnTo>
                  <a:pt x="9818" y="9818"/>
                </a:lnTo>
                <a:lnTo>
                  <a:pt x="9818" y="5891"/>
                </a:lnTo>
                <a:lnTo>
                  <a:pt x="11782" y="5891"/>
                </a:lnTo>
                <a:lnTo>
                  <a:pt x="11782" y="9818"/>
                </a:lnTo>
                <a:lnTo>
                  <a:pt x="15709" y="9818"/>
                </a:lnTo>
                <a:cubicBezTo>
                  <a:pt x="15709" y="9818"/>
                  <a:pt x="15709" y="11782"/>
                  <a:pt x="15709" y="11782"/>
                </a:cubicBezTo>
                <a:close/>
                <a:moveTo>
                  <a:pt x="15709" y="8836"/>
                </a:moveTo>
                <a:lnTo>
                  <a:pt x="12764" y="8836"/>
                </a:lnTo>
                <a:lnTo>
                  <a:pt x="12764" y="5891"/>
                </a:lnTo>
                <a:cubicBezTo>
                  <a:pt x="12764" y="5349"/>
                  <a:pt x="12324" y="4909"/>
                  <a:pt x="11782" y="4909"/>
                </a:cubicBezTo>
                <a:lnTo>
                  <a:pt x="9818" y="4909"/>
                </a:lnTo>
                <a:cubicBezTo>
                  <a:pt x="9276" y="4909"/>
                  <a:pt x="8836" y="5349"/>
                  <a:pt x="8836" y="5891"/>
                </a:cubicBezTo>
                <a:lnTo>
                  <a:pt x="8836" y="8836"/>
                </a:lnTo>
                <a:lnTo>
                  <a:pt x="5891" y="8836"/>
                </a:lnTo>
                <a:cubicBezTo>
                  <a:pt x="5349" y="8836"/>
                  <a:pt x="4909" y="9276"/>
                  <a:pt x="4909" y="9818"/>
                </a:cubicBezTo>
                <a:lnTo>
                  <a:pt x="4909" y="11782"/>
                </a:lnTo>
                <a:cubicBezTo>
                  <a:pt x="4909" y="12324"/>
                  <a:pt x="5349" y="12764"/>
                  <a:pt x="5891" y="12764"/>
                </a:cubicBezTo>
                <a:lnTo>
                  <a:pt x="8836" y="12764"/>
                </a:lnTo>
                <a:lnTo>
                  <a:pt x="8836" y="15709"/>
                </a:lnTo>
                <a:cubicBezTo>
                  <a:pt x="8836" y="16251"/>
                  <a:pt x="9276" y="16691"/>
                  <a:pt x="9818" y="16691"/>
                </a:cubicBezTo>
                <a:lnTo>
                  <a:pt x="11782" y="16691"/>
                </a:lnTo>
                <a:cubicBezTo>
                  <a:pt x="12324" y="16691"/>
                  <a:pt x="12764" y="16251"/>
                  <a:pt x="12764" y="15709"/>
                </a:cubicBezTo>
                <a:lnTo>
                  <a:pt x="12764" y="12764"/>
                </a:lnTo>
                <a:lnTo>
                  <a:pt x="15709" y="12764"/>
                </a:lnTo>
                <a:cubicBezTo>
                  <a:pt x="16251" y="12764"/>
                  <a:pt x="16691" y="12324"/>
                  <a:pt x="16691" y="11782"/>
                </a:cubicBezTo>
                <a:lnTo>
                  <a:pt x="16691" y="9818"/>
                </a:lnTo>
                <a:cubicBezTo>
                  <a:pt x="16691" y="9276"/>
                  <a:pt x="16251" y="8836"/>
                  <a:pt x="15709" y="8836"/>
                </a:cubicBezTo>
                <a:moveTo>
                  <a:pt x="10800" y="20618"/>
                </a:moveTo>
                <a:cubicBezTo>
                  <a:pt x="5377" y="20618"/>
                  <a:pt x="982" y="16222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8" name="Shape 2768"/>
          <p:cNvSpPr/>
          <p:nvPr/>
        </p:nvSpPr>
        <p:spPr>
          <a:xfrm>
            <a:off x="4678200" y="3946680"/>
            <a:ext cx="209880" cy="75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7673" y="18900"/>
                </a:moveTo>
                <a:lnTo>
                  <a:pt x="11291" y="18900"/>
                </a:lnTo>
                <a:lnTo>
                  <a:pt x="11291" y="2700"/>
                </a:lnTo>
                <a:lnTo>
                  <a:pt x="17673" y="2700"/>
                </a:lnTo>
                <a:cubicBezTo>
                  <a:pt x="19300" y="2700"/>
                  <a:pt x="20618" y="6328"/>
                  <a:pt x="20618" y="10800"/>
                </a:cubicBezTo>
                <a:cubicBezTo>
                  <a:pt x="20618" y="15273"/>
                  <a:pt x="19300" y="18900"/>
                  <a:pt x="17673" y="18900"/>
                </a:cubicBezTo>
                <a:moveTo>
                  <a:pt x="6382" y="13500"/>
                </a:moveTo>
                <a:cubicBezTo>
                  <a:pt x="6111" y="13500"/>
                  <a:pt x="5891" y="12896"/>
                  <a:pt x="5891" y="12150"/>
                </a:cubicBezTo>
                <a:cubicBezTo>
                  <a:pt x="5891" y="11404"/>
                  <a:pt x="6111" y="10800"/>
                  <a:pt x="6382" y="10800"/>
                </a:cubicBezTo>
                <a:cubicBezTo>
                  <a:pt x="6653" y="10800"/>
                  <a:pt x="6873" y="11404"/>
                  <a:pt x="6873" y="12150"/>
                </a:cubicBezTo>
                <a:cubicBezTo>
                  <a:pt x="6873" y="12896"/>
                  <a:pt x="6653" y="13500"/>
                  <a:pt x="6382" y="13500"/>
                </a:cubicBezTo>
                <a:moveTo>
                  <a:pt x="3927" y="10800"/>
                </a:moveTo>
                <a:cubicBezTo>
                  <a:pt x="3385" y="10800"/>
                  <a:pt x="2945" y="9592"/>
                  <a:pt x="2945" y="8100"/>
                </a:cubicBezTo>
                <a:cubicBezTo>
                  <a:pt x="2945" y="6610"/>
                  <a:pt x="3385" y="5400"/>
                  <a:pt x="3927" y="5400"/>
                </a:cubicBezTo>
                <a:cubicBezTo>
                  <a:pt x="4469" y="5400"/>
                  <a:pt x="4909" y="6610"/>
                  <a:pt x="4909" y="8100"/>
                </a:cubicBezTo>
                <a:cubicBezTo>
                  <a:pt x="4909" y="9592"/>
                  <a:pt x="4469" y="10800"/>
                  <a:pt x="3927" y="10800"/>
                </a:cubicBezTo>
                <a:moveTo>
                  <a:pt x="17673" y="0"/>
                </a:moveTo>
                <a:lnTo>
                  <a:pt x="3927" y="0"/>
                </a:lnTo>
                <a:cubicBezTo>
                  <a:pt x="1758" y="0"/>
                  <a:pt x="0" y="4836"/>
                  <a:pt x="0" y="10800"/>
                </a:cubicBezTo>
                <a:cubicBezTo>
                  <a:pt x="0" y="16764"/>
                  <a:pt x="1758" y="21600"/>
                  <a:pt x="3927" y="21600"/>
                </a:cubicBezTo>
                <a:lnTo>
                  <a:pt x="17673" y="21600"/>
                </a:lnTo>
                <a:cubicBezTo>
                  <a:pt x="19842" y="21600"/>
                  <a:pt x="21600" y="16764"/>
                  <a:pt x="21600" y="10800"/>
                </a:cubicBezTo>
                <a:cubicBezTo>
                  <a:pt x="21600" y="4836"/>
                  <a:pt x="19842" y="0"/>
                  <a:pt x="17673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9" name="Shape 2769"/>
          <p:cNvSpPr/>
          <p:nvPr/>
        </p:nvSpPr>
        <p:spPr>
          <a:xfrm>
            <a:off x="5106960" y="3879720"/>
            <a:ext cx="1522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350" y="8836"/>
                </a:moveTo>
                <a:cubicBezTo>
                  <a:pt x="1350" y="7752"/>
                  <a:pt x="2559" y="6873"/>
                  <a:pt x="4050" y="6873"/>
                </a:cubicBezTo>
                <a:lnTo>
                  <a:pt x="17550" y="6873"/>
                </a:lnTo>
                <a:cubicBezTo>
                  <a:pt x="19041" y="6873"/>
                  <a:pt x="20250" y="7752"/>
                  <a:pt x="20250" y="8836"/>
                </a:cubicBezTo>
                <a:cubicBezTo>
                  <a:pt x="20250" y="8836"/>
                  <a:pt x="1350" y="8836"/>
                  <a:pt x="1350" y="8836"/>
                </a:cubicBezTo>
                <a:close/>
                <a:moveTo>
                  <a:pt x="14850" y="12764"/>
                </a:moveTo>
                <a:lnTo>
                  <a:pt x="14850" y="14727"/>
                </a:lnTo>
                <a:lnTo>
                  <a:pt x="12150" y="14727"/>
                </a:lnTo>
                <a:lnTo>
                  <a:pt x="12150" y="16691"/>
                </a:lnTo>
                <a:lnTo>
                  <a:pt x="9450" y="16691"/>
                </a:lnTo>
                <a:lnTo>
                  <a:pt x="9450" y="14727"/>
                </a:lnTo>
                <a:lnTo>
                  <a:pt x="6750" y="14727"/>
                </a:lnTo>
                <a:lnTo>
                  <a:pt x="6750" y="12764"/>
                </a:lnTo>
                <a:lnTo>
                  <a:pt x="9450" y="12764"/>
                </a:lnTo>
                <a:lnTo>
                  <a:pt x="9450" y="10800"/>
                </a:lnTo>
                <a:lnTo>
                  <a:pt x="12150" y="10800"/>
                </a:lnTo>
                <a:lnTo>
                  <a:pt x="12150" y="12764"/>
                </a:lnTo>
                <a:cubicBezTo>
                  <a:pt x="12150" y="12764"/>
                  <a:pt x="14850" y="12764"/>
                  <a:pt x="14850" y="12764"/>
                </a:cubicBezTo>
                <a:close/>
                <a:moveTo>
                  <a:pt x="17550" y="20618"/>
                </a:moveTo>
                <a:lnTo>
                  <a:pt x="4050" y="20618"/>
                </a:lnTo>
                <a:cubicBezTo>
                  <a:pt x="2559" y="20618"/>
                  <a:pt x="1350" y="19739"/>
                  <a:pt x="1350" y="18655"/>
                </a:cubicBezTo>
                <a:lnTo>
                  <a:pt x="20250" y="18655"/>
                </a:lnTo>
                <a:cubicBezTo>
                  <a:pt x="20250" y="19739"/>
                  <a:pt x="19041" y="20618"/>
                  <a:pt x="17550" y="20618"/>
                </a:cubicBezTo>
                <a:moveTo>
                  <a:pt x="6750" y="2945"/>
                </a:moveTo>
                <a:lnTo>
                  <a:pt x="14850" y="2945"/>
                </a:lnTo>
                <a:lnTo>
                  <a:pt x="14850" y="4909"/>
                </a:lnTo>
                <a:lnTo>
                  <a:pt x="6750" y="4909"/>
                </a:lnTo>
                <a:cubicBezTo>
                  <a:pt x="6750" y="4909"/>
                  <a:pt x="6750" y="2945"/>
                  <a:pt x="6750" y="2945"/>
                </a:cubicBezTo>
                <a:close/>
                <a:moveTo>
                  <a:pt x="6750" y="982"/>
                </a:moveTo>
                <a:lnTo>
                  <a:pt x="14850" y="982"/>
                </a:lnTo>
                <a:lnTo>
                  <a:pt x="14850" y="1964"/>
                </a:lnTo>
                <a:lnTo>
                  <a:pt x="6750" y="1964"/>
                </a:lnTo>
                <a:cubicBezTo>
                  <a:pt x="6750" y="1964"/>
                  <a:pt x="6750" y="982"/>
                  <a:pt x="6750" y="982"/>
                </a:cubicBezTo>
                <a:close/>
                <a:moveTo>
                  <a:pt x="17550" y="5891"/>
                </a:moveTo>
                <a:lnTo>
                  <a:pt x="16200" y="5891"/>
                </a:lnTo>
                <a:lnTo>
                  <a:pt x="16200" y="4909"/>
                </a:lnTo>
                <a:lnTo>
                  <a:pt x="16200" y="982"/>
                </a:lnTo>
                <a:cubicBezTo>
                  <a:pt x="16200" y="440"/>
                  <a:pt x="15595" y="0"/>
                  <a:pt x="14850" y="0"/>
                </a:cubicBezTo>
                <a:lnTo>
                  <a:pt x="6750" y="0"/>
                </a:lnTo>
                <a:cubicBezTo>
                  <a:pt x="6005" y="0"/>
                  <a:pt x="5400" y="440"/>
                  <a:pt x="5400" y="982"/>
                </a:cubicBezTo>
                <a:lnTo>
                  <a:pt x="5400" y="4909"/>
                </a:lnTo>
                <a:lnTo>
                  <a:pt x="5400" y="5891"/>
                </a:lnTo>
                <a:lnTo>
                  <a:pt x="4050" y="5891"/>
                </a:lnTo>
                <a:cubicBezTo>
                  <a:pt x="1813" y="5891"/>
                  <a:pt x="0" y="7210"/>
                  <a:pt x="0" y="8836"/>
                </a:cubicBezTo>
                <a:lnTo>
                  <a:pt x="0" y="18655"/>
                </a:lnTo>
                <a:cubicBezTo>
                  <a:pt x="0" y="20282"/>
                  <a:pt x="1813" y="21600"/>
                  <a:pt x="4050" y="21600"/>
                </a:cubicBezTo>
                <a:lnTo>
                  <a:pt x="17550" y="21600"/>
                </a:lnTo>
                <a:cubicBezTo>
                  <a:pt x="19787" y="21600"/>
                  <a:pt x="21600" y="20282"/>
                  <a:pt x="21600" y="18655"/>
                </a:cubicBezTo>
                <a:lnTo>
                  <a:pt x="21600" y="8836"/>
                </a:lnTo>
                <a:cubicBezTo>
                  <a:pt x="21600" y="7210"/>
                  <a:pt x="19787" y="5891"/>
                  <a:pt x="17550" y="589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0" name="Shape 2770"/>
          <p:cNvSpPr/>
          <p:nvPr/>
        </p:nvSpPr>
        <p:spPr>
          <a:xfrm>
            <a:off x="5478480" y="38797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2945"/>
                </a:moveTo>
                <a:lnTo>
                  <a:pt x="982" y="2945"/>
                </a:lnTo>
                <a:lnTo>
                  <a:pt x="982" y="1964"/>
                </a:lnTo>
                <a:lnTo>
                  <a:pt x="20618" y="1964"/>
                </a:lnTo>
                <a:cubicBezTo>
                  <a:pt x="20618" y="1964"/>
                  <a:pt x="20618" y="2945"/>
                  <a:pt x="20618" y="2945"/>
                </a:cubicBezTo>
                <a:close/>
                <a:moveTo>
                  <a:pt x="19636" y="15709"/>
                </a:moveTo>
                <a:lnTo>
                  <a:pt x="1964" y="15709"/>
                </a:lnTo>
                <a:lnTo>
                  <a:pt x="1964" y="3927"/>
                </a:lnTo>
                <a:lnTo>
                  <a:pt x="19636" y="3927"/>
                </a:lnTo>
                <a:cubicBezTo>
                  <a:pt x="19636" y="3927"/>
                  <a:pt x="19636" y="15709"/>
                  <a:pt x="19636" y="15709"/>
                </a:cubicBezTo>
                <a:close/>
                <a:moveTo>
                  <a:pt x="20618" y="982"/>
                </a:moveTo>
                <a:lnTo>
                  <a:pt x="11782" y="982"/>
                </a:lnTo>
                <a:cubicBezTo>
                  <a:pt x="11782" y="440"/>
                  <a:pt x="11342" y="0"/>
                  <a:pt x="10800" y="0"/>
                </a:cubicBezTo>
                <a:cubicBezTo>
                  <a:pt x="10258" y="0"/>
                  <a:pt x="9818" y="440"/>
                  <a:pt x="9818" y="982"/>
                </a:cubicBezTo>
                <a:lnTo>
                  <a:pt x="982" y="982"/>
                </a:lnTo>
                <a:cubicBezTo>
                  <a:pt x="440" y="982"/>
                  <a:pt x="0" y="1422"/>
                  <a:pt x="0" y="1964"/>
                </a:cubicBezTo>
                <a:lnTo>
                  <a:pt x="0" y="2945"/>
                </a:lnTo>
                <a:cubicBezTo>
                  <a:pt x="0" y="3488"/>
                  <a:pt x="440" y="3927"/>
                  <a:pt x="982" y="3927"/>
                </a:cubicBezTo>
                <a:lnTo>
                  <a:pt x="982" y="15709"/>
                </a:lnTo>
                <a:cubicBezTo>
                  <a:pt x="982" y="16252"/>
                  <a:pt x="1422" y="16691"/>
                  <a:pt x="1964" y="16691"/>
                </a:cubicBezTo>
                <a:lnTo>
                  <a:pt x="10309" y="16691"/>
                </a:lnTo>
                <a:lnTo>
                  <a:pt x="10309" y="17960"/>
                </a:lnTo>
                <a:lnTo>
                  <a:pt x="7507" y="20762"/>
                </a:lnTo>
                <a:cubicBezTo>
                  <a:pt x="7419" y="20851"/>
                  <a:pt x="7364" y="20974"/>
                  <a:pt x="7364" y="21109"/>
                </a:cubicBezTo>
                <a:cubicBezTo>
                  <a:pt x="7364" y="21380"/>
                  <a:pt x="7584" y="21600"/>
                  <a:pt x="7855" y="21600"/>
                </a:cubicBezTo>
                <a:cubicBezTo>
                  <a:pt x="7990" y="21600"/>
                  <a:pt x="8113" y="21545"/>
                  <a:pt x="8202" y="21456"/>
                </a:cubicBezTo>
                <a:lnTo>
                  <a:pt x="10800" y="18858"/>
                </a:lnTo>
                <a:lnTo>
                  <a:pt x="13398" y="21456"/>
                </a:lnTo>
                <a:cubicBezTo>
                  <a:pt x="13487" y="21545"/>
                  <a:pt x="13610" y="21600"/>
                  <a:pt x="13745" y="21600"/>
                </a:cubicBezTo>
                <a:cubicBezTo>
                  <a:pt x="14016" y="21600"/>
                  <a:pt x="14236" y="21380"/>
                  <a:pt x="14236" y="21109"/>
                </a:cubicBezTo>
                <a:cubicBezTo>
                  <a:pt x="14236" y="20974"/>
                  <a:pt x="14181" y="20851"/>
                  <a:pt x="14093" y="20762"/>
                </a:cubicBezTo>
                <a:lnTo>
                  <a:pt x="11291" y="17960"/>
                </a:lnTo>
                <a:lnTo>
                  <a:pt x="11291" y="16691"/>
                </a:lnTo>
                <a:lnTo>
                  <a:pt x="19636" y="16691"/>
                </a:lnTo>
                <a:cubicBezTo>
                  <a:pt x="20178" y="16691"/>
                  <a:pt x="20618" y="16252"/>
                  <a:pt x="20618" y="15709"/>
                </a:cubicBezTo>
                <a:lnTo>
                  <a:pt x="20618" y="3927"/>
                </a:lnTo>
                <a:cubicBezTo>
                  <a:pt x="21160" y="3927"/>
                  <a:pt x="21600" y="3488"/>
                  <a:pt x="21600" y="2945"/>
                </a:cubicBezTo>
                <a:lnTo>
                  <a:pt x="21600" y="1964"/>
                </a:lnTo>
                <a:cubicBezTo>
                  <a:pt x="21600" y="1422"/>
                  <a:pt x="21160" y="982"/>
                  <a:pt x="20618" y="98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1" name="Shape 2771"/>
          <p:cNvSpPr/>
          <p:nvPr/>
        </p:nvSpPr>
        <p:spPr>
          <a:xfrm>
            <a:off x="5878440" y="38797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4727" y="8836"/>
                </a:moveTo>
                <a:cubicBezTo>
                  <a:pt x="15812" y="8836"/>
                  <a:pt x="16691" y="9716"/>
                  <a:pt x="16691" y="10800"/>
                </a:cubicBezTo>
                <a:cubicBezTo>
                  <a:pt x="16691" y="11884"/>
                  <a:pt x="15812" y="12764"/>
                  <a:pt x="14727" y="12764"/>
                </a:cubicBezTo>
                <a:cubicBezTo>
                  <a:pt x="13643" y="12764"/>
                  <a:pt x="12764" y="11884"/>
                  <a:pt x="12764" y="10800"/>
                </a:cubicBezTo>
                <a:cubicBezTo>
                  <a:pt x="12764" y="9716"/>
                  <a:pt x="13643" y="8836"/>
                  <a:pt x="14727" y="8836"/>
                </a:cubicBezTo>
                <a:moveTo>
                  <a:pt x="14727" y="13745"/>
                </a:moveTo>
                <a:cubicBezTo>
                  <a:pt x="16354" y="13745"/>
                  <a:pt x="17673" y="12427"/>
                  <a:pt x="17673" y="10800"/>
                </a:cubicBezTo>
                <a:cubicBezTo>
                  <a:pt x="17673" y="9174"/>
                  <a:pt x="16354" y="7855"/>
                  <a:pt x="14727" y="7855"/>
                </a:cubicBezTo>
                <a:cubicBezTo>
                  <a:pt x="13100" y="7855"/>
                  <a:pt x="11782" y="9174"/>
                  <a:pt x="11782" y="10800"/>
                </a:cubicBezTo>
                <a:cubicBezTo>
                  <a:pt x="11782" y="12427"/>
                  <a:pt x="13100" y="13745"/>
                  <a:pt x="14727" y="13745"/>
                </a:cubicBezTo>
                <a:moveTo>
                  <a:pt x="6873" y="7308"/>
                </a:moveTo>
                <a:lnTo>
                  <a:pt x="8442" y="9818"/>
                </a:lnTo>
                <a:lnTo>
                  <a:pt x="5304" y="9818"/>
                </a:lnTo>
                <a:cubicBezTo>
                  <a:pt x="5304" y="9818"/>
                  <a:pt x="6873" y="7308"/>
                  <a:pt x="6873" y="7308"/>
                </a:cubicBezTo>
                <a:close/>
                <a:moveTo>
                  <a:pt x="4418" y="10800"/>
                </a:moveTo>
                <a:lnTo>
                  <a:pt x="9327" y="10800"/>
                </a:lnTo>
                <a:cubicBezTo>
                  <a:pt x="9598" y="10800"/>
                  <a:pt x="9818" y="10580"/>
                  <a:pt x="9818" y="10309"/>
                </a:cubicBezTo>
                <a:cubicBezTo>
                  <a:pt x="9818" y="10208"/>
                  <a:pt x="9780" y="10120"/>
                  <a:pt x="9728" y="10042"/>
                </a:cubicBezTo>
                <a:lnTo>
                  <a:pt x="9736" y="10037"/>
                </a:lnTo>
                <a:lnTo>
                  <a:pt x="7281" y="6110"/>
                </a:lnTo>
                <a:lnTo>
                  <a:pt x="7274" y="6114"/>
                </a:lnTo>
                <a:cubicBezTo>
                  <a:pt x="7186" y="5983"/>
                  <a:pt x="7043" y="5891"/>
                  <a:pt x="6873" y="5891"/>
                </a:cubicBezTo>
                <a:cubicBezTo>
                  <a:pt x="6702" y="5891"/>
                  <a:pt x="6560" y="5983"/>
                  <a:pt x="6472" y="6114"/>
                </a:cubicBezTo>
                <a:lnTo>
                  <a:pt x="6464" y="6110"/>
                </a:lnTo>
                <a:lnTo>
                  <a:pt x="4010" y="10037"/>
                </a:lnTo>
                <a:lnTo>
                  <a:pt x="4018" y="10042"/>
                </a:lnTo>
                <a:cubicBezTo>
                  <a:pt x="3965" y="10120"/>
                  <a:pt x="3927" y="10208"/>
                  <a:pt x="3927" y="10309"/>
                </a:cubicBezTo>
                <a:cubicBezTo>
                  <a:pt x="3927" y="10580"/>
                  <a:pt x="4147" y="10800"/>
                  <a:pt x="4418" y="10800"/>
                </a:cubicBezTo>
                <a:moveTo>
                  <a:pt x="20618" y="2945"/>
                </a:moveTo>
                <a:lnTo>
                  <a:pt x="982" y="2945"/>
                </a:lnTo>
                <a:lnTo>
                  <a:pt x="982" y="1964"/>
                </a:lnTo>
                <a:lnTo>
                  <a:pt x="20618" y="1964"/>
                </a:lnTo>
                <a:cubicBezTo>
                  <a:pt x="20618" y="1964"/>
                  <a:pt x="20618" y="2945"/>
                  <a:pt x="20618" y="2945"/>
                </a:cubicBezTo>
                <a:close/>
                <a:moveTo>
                  <a:pt x="19636" y="15709"/>
                </a:moveTo>
                <a:lnTo>
                  <a:pt x="1964" y="15709"/>
                </a:lnTo>
                <a:lnTo>
                  <a:pt x="1964" y="3927"/>
                </a:lnTo>
                <a:lnTo>
                  <a:pt x="19636" y="3927"/>
                </a:lnTo>
                <a:cubicBezTo>
                  <a:pt x="19636" y="3927"/>
                  <a:pt x="19636" y="15709"/>
                  <a:pt x="19636" y="15709"/>
                </a:cubicBezTo>
                <a:close/>
                <a:moveTo>
                  <a:pt x="20618" y="982"/>
                </a:moveTo>
                <a:lnTo>
                  <a:pt x="11782" y="982"/>
                </a:lnTo>
                <a:cubicBezTo>
                  <a:pt x="11782" y="440"/>
                  <a:pt x="11342" y="0"/>
                  <a:pt x="10800" y="0"/>
                </a:cubicBezTo>
                <a:cubicBezTo>
                  <a:pt x="10258" y="0"/>
                  <a:pt x="9818" y="440"/>
                  <a:pt x="9818" y="982"/>
                </a:cubicBezTo>
                <a:lnTo>
                  <a:pt x="982" y="982"/>
                </a:lnTo>
                <a:cubicBezTo>
                  <a:pt x="440" y="982"/>
                  <a:pt x="0" y="1422"/>
                  <a:pt x="0" y="1964"/>
                </a:cubicBezTo>
                <a:lnTo>
                  <a:pt x="0" y="2945"/>
                </a:lnTo>
                <a:cubicBezTo>
                  <a:pt x="0" y="3488"/>
                  <a:pt x="440" y="3927"/>
                  <a:pt x="982" y="3927"/>
                </a:cubicBezTo>
                <a:lnTo>
                  <a:pt x="982" y="15709"/>
                </a:lnTo>
                <a:cubicBezTo>
                  <a:pt x="982" y="16252"/>
                  <a:pt x="1422" y="16691"/>
                  <a:pt x="1964" y="16691"/>
                </a:cubicBezTo>
                <a:lnTo>
                  <a:pt x="10309" y="16691"/>
                </a:lnTo>
                <a:lnTo>
                  <a:pt x="10309" y="17960"/>
                </a:lnTo>
                <a:lnTo>
                  <a:pt x="7507" y="20762"/>
                </a:lnTo>
                <a:cubicBezTo>
                  <a:pt x="7419" y="20851"/>
                  <a:pt x="7364" y="20974"/>
                  <a:pt x="7364" y="21109"/>
                </a:cubicBezTo>
                <a:cubicBezTo>
                  <a:pt x="7364" y="21380"/>
                  <a:pt x="7584" y="21600"/>
                  <a:pt x="7855" y="21600"/>
                </a:cubicBezTo>
                <a:cubicBezTo>
                  <a:pt x="7990" y="21600"/>
                  <a:pt x="8113" y="21545"/>
                  <a:pt x="8202" y="21456"/>
                </a:cubicBezTo>
                <a:lnTo>
                  <a:pt x="10800" y="18858"/>
                </a:lnTo>
                <a:lnTo>
                  <a:pt x="13398" y="21456"/>
                </a:lnTo>
                <a:cubicBezTo>
                  <a:pt x="13487" y="21545"/>
                  <a:pt x="13610" y="21600"/>
                  <a:pt x="13745" y="21600"/>
                </a:cubicBezTo>
                <a:cubicBezTo>
                  <a:pt x="14016" y="21600"/>
                  <a:pt x="14236" y="21380"/>
                  <a:pt x="14236" y="21109"/>
                </a:cubicBezTo>
                <a:cubicBezTo>
                  <a:pt x="14236" y="20974"/>
                  <a:pt x="14181" y="20851"/>
                  <a:pt x="14093" y="20762"/>
                </a:cubicBezTo>
                <a:lnTo>
                  <a:pt x="11291" y="17960"/>
                </a:lnTo>
                <a:lnTo>
                  <a:pt x="11291" y="16691"/>
                </a:lnTo>
                <a:lnTo>
                  <a:pt x="19636" y="16691"/>
                </a:lnTo>
                <a:cubicBezTo>
                  <a:pt x="20178" y="16691"/>
                  <a:pt x="20618" y="16252"/>
                  <a:pt x="20618" y="15709"/>
                </a:cubicBezTo>
                <a:lnTo>
                  <a:pt x="20618" y="3927"/>
                </a:lnTo>
                <a:cubicBezTo>
                  <a:pt x="21160" y="3927"/>
                  <a:pt x="21600" y="3488"/>
                  <a:pt x="21600" y="2945"/>
                </a:cubicBezTo>
                <a:lnTo>
                  <a:pt x="21600" y="1964"/>
                </a:lnTo>
                <a:cubicBezTo>
                  <a:pt x="21600" y="1422"/>
                  <a:pt x="21160" y="982"/>
                  <a:pt x="20618" y="98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2" name="Shape 2772"/>
          <p:cNvSpPr/>
          <p:nvPr/>
        </p:nvSpPr>
        <p:spPr>
          <a:xfrm>
            <a:off x="6278400" y="387972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2945"/>
                </a:moveTo>
                <a:lnTo>
                  <a:pt x="982" y="2945"/>
                </a:lnTo>
                <a:lnTo>
                  <a:pt x="982" y="1964"/>
                </a:lnTo>
                <a:lnTo>
                  <a:pt x="20618" y="1964"/>
                </a:lnTo>
                <a:cubicBezTo>
                  <a:pt x="20618" y="1964"/>
                  <a:pt x="20618" y="2945"/>
                  <a:pt x="20618" y="2945"/>
                </a:cubicBezTo>
                <a:close/>
                <a:moveTo>
                  <a:pt x="19636" y="15709"/>
                </a:moveTo>
                <a:lnTo>
                  <a:pt x="1964" y="15709"/>
                </a:lnTo>
                <a:lnTo>
                  <a:pt x="1964" y="3927"/>
                </a:lnTo>
                <a:lnTo>
                  <a:pt x="19636" y="3927"/>
                </a:lnTo>
                <a:cubicBezTo>
                  <a:pt x="19636" y="3927"/>
                  <a:pt x="19636" y="15709"/>
                  <a:pt x="19636" y="15709"/>
                </a:cubicBezTo>
                <a:close/>
                <a:moveTo>
                  <a:pt x="20618" y="982"/>
                </a:moveTo>
                <a:lnTo>
                  <a:pt x="11782" y="982"/>
                </a:lnTo>
                <a:cubicBezTo>
                  <a:pt x="11782" y="440"/>
                  <a:pt x="11342" y="0"/>
                  <a:pt x="10800" y="0"/>
                </a:cubicBezTo>
                <a:cubicBezTo>
                  <a:pt x="10258" y="0"/>
                  <a:pt x="9818" y="440"/>
                  <a:pt x="9818" y="982"/>
                </a:cubicBezTo>
                <a:lnTo>
                  <a:pt x="982" y="982"/>
                </a:lnTo>
                <a:cubicBezTo>
                  <a:pt x="440" y="982"/>
                  <a:pt x="0" y="1422"/>
                  <a:pt x="0" y="1964"/>
                </a:cubicBezTo>
                <a:lnTo>
                  <a:pt x="0" y="2945"/>
                </a:lnTo>
                <a:cubicBezTo>
                  <a:pt x="0" y="3488"/>
                  <a:pt x="440" y="3927"/>
                  <a:pt x="982" y="3927"/>
                </a:cubicBezTo>
                <a:lnTo>
                  <a:pt x="982" y="15709"/>
                </a:lnTo>
                <a:cubicBezTo>
                  <a:pt x="982" y="16252"/>
                  <a:pt x="1422" y="16691"/>
                  <a:pt x="1964" y="16691"/>
                </a:cubicBezTo>
                <a:lnTo>
                  <a:pt x="10309" y="16691"/>
                </a:lnTo>
                <a:lnTo>
                  <a:pt x="10309" y="17960"/>
                </a:lnTo>
                <a:lnTo>
                  <a:pt x="7507" y="20762"/>
                </a:lnTo>
                <a:cubicBezTo>
                  <a:pt x="7419" y="20851"/>
                  <a:pt x="7364" y="20974"/>
                  <a:pt x="7364" y="21109"/>
                </a:cubicBezTo>
                <a:cubicBezTo>
                  <a:pt x="7364" y="21380"/>
                  <a:pt x="7584" y="21600"/>
                  <a:pt x="7855" y="21600"/>
                </a:cubicBezTo>
                <a:cubicBezTo>
                  <a:pt x="7990" y="21600"/>
                  <a:pt x="8113" y="21545"/>
                  <a:pt x="8202" y="21456"/>
                </a:cubicBezTo>
                <a:lnTo>
                  <a:pt x="10800" y="18858"/>
                </a:lnTo>
                <a:lnTo>
                  <a:pt x="13398" y="21456"/>
                </a:lnTo>
                <a:cubicBezTo>
                  <a:pt x="13487" y="21545"/>
                  <a:pt x="13610" y="21600"/>
                  <a:pt x="13745" y="21600"/>
                </a:cubicBezTo>
                <a:cubicBezTo>
                  <a:pt x="14016" y="21600"/>
                  <a:pt x="14236" y="21380"/>
                  <a:pt x="14236" y="21109"/>
                </a:cubicBezTo>
                <a:cubicBezTo>
                  <a:pt x="14236" y="20974"/>
                  <a:pt x="14181" y="20851"/>
                  <a:pt x="14093" y="20762"/>
                </a:cubicBezTo>
                <a:lnTo>
                  <a:pt x="11291" y="17960"/>
                </a:lnTo>
                <a:lnTo>
                  <a:pt x="11291" y="16691"/>
                </a:lnTo>
                <a:lnTo>
                  <a:pt x="19636" y="16691"/>
                </a:lnTo>
                <a:cubicBezTo>
                  <a:pt x="20178" y="16691"/>
                  <a:pt x="20618" y="16252"/>
                  <a:pt x="20618" y="15709"/>
                </a:cubicBezTo>
                <a:lnTo>
                  <a:pt x="20618" y="3927"/>
                </a:lnTo>
                <a:cubicBezTo>
                  <a:pt x="21160" y="3927"/>
                  <a:pt x="21600" y="3488"/>
                  <a:pt x="21600" y="2945"/>
                </a:cubicBezTo>
                <a:lnTo>
                  <a:pt x="21600" y="1964"/>
                </a:lnTo>
                <a:cubicBezTo>
                  <a:pt x="21600" y="1422"/>
                  <a:pt x="21160" y="982"/>
                  <a:pt x="20618" y="982"/>
                </a:cubicBezTo>
                <a:moveTo>
                  <a:pt x="12273" y="12764"/>
                </a:moveTo>
                <a:lnTo>
                  <a:pt x="17182" y="12764"/>
                </a:lnTo>
                <a:cubicBezTo>
                  <a:pt x="17453" y="12764"/>
                  <a:pt x="17673" y="12544"/>
                  <a:pt x="17673" y="12273"/>
                </a:cubicBezTo>
                <a:cubicBezTo>
                  <a:pt x="17673" y="12002"/>
                  <a:pt x="17453" y="11782"/>
                  <a:pt x="17182" y="11782"/>
                </a:cubicBezTo>
                <a:lnTo>
                  <a:pt x="12273" y="11782"/>
                </a:lnTo>
                <a:cubicBezTo>
                  <a:pt x="12002" y="11782"/>
                  <a:pt x="11782" y="12002"/>
                  <a:pt x="11782" y="12273"/>
                </a:cubicBezTo>
                <a:cubicBezTo>
                  <a:pt x="11782" y="12544"/>
                  <a:pt x="12002" y="12764"/>
                  <a:pt x="12273" y="12764"/>
                </a:cubicBezTo>
                <a:moveTo>
                  <a:pt x="4909" y="6873"/>
                </a:moveTo>
                <a:lnTo>
                  <a:pt x="8836" y="6873"/>
                </a:lnTo>
                <a:lnTo>
                  <a:pt x="8836" y="11782"/>
                </a:lnTo>
                <a:lnTo>
                  <a:pt x="4909" y="11782"/>
                </a:lnTo>
                <a:cubicBezTo>
                  <a:pt x="4909" y="11782"/>
                  <a:pt x="4909" y="6873"/>
                  <a:pt x="4909" y="6873"/>
                </a:cubicBezTo>
                <a:close/>
                <a:moveTo>
                  <a:pt x="4909" y="12764"/>
                </a:moveTo>
                <a:lnTo>
                  <a:pt x="8836" y="12764"/>
                </a:lnTo>
                <a:cubicBezTo>
                  <a:pt x="9378" y="12764"/>
                  <a:pt x="9818" y="12325"/>
                  <a:pt x="9818" y="11782"/>
                </a:cubicBezTo>
                <a:lnTo>
                  <a:pt x="9818" y="6873"/>
                </a:lnTo>
                <a:cubicBezTo>
                  <a:pt x="9818" y="6331"/>
                  <a:pt x="9378" y="5891"/>
                  <a:pt x="8836" y="5891"/>
                </a:cubicBezTo>
                <a:lnTo>
                  <a:pt x="4909" y="5891"/>
                </a:lnTo>
                <a:cubicBezTo>
                  <a:pt x="4367" y="5891"/>
                  <a:pt x="3927" y="6331"/>
                  <a:pt x="3927" y="6873"/>
                </a:cubicBezTo>
                <a:lnTo>
                  <a:pt x="3927" y="11782"/>
                </a:lnTo>
                <a:cubicBezTo>
                  <a:pt x="3927" y="12325"/>
                  <a:pt x="4367" y="12764"/>
                  <a:pt x="4909" y="12764"/>
                </a:cubicBezTo>
                <a:moveTo>
                  <a:pt x="12273" y="10800"/>
                </a:moveTo>
                <a:lnTo>
                  <a:pt x="14236" y="10800"/>
                </a:lnTo>
                <a:cubicBezTo>
                  <a:pt x="14507" y="10800"/>
                  <a:pt x="14727" y="10580"/>
                  <a:pt x="14727" y="10309"/>
                </a:cubicBezTo>
                <a:cubicBezTo>
                  <a:pt x="14727" y="10038"/>
                  <a:pt x="14507" y="9818"/>
                  <a:pt x="14236" y="9818"/>
                </a:cubicBezTo>
                <a:lnTo>
                  <a:pt x="12273" y="9818"/>
                </a:lnTo>
                <a:cubicBezTo>
                  <a:pt x="12002" y="9818"/>
                  <a:pt x="11782" y="10038"/>
                  <a:pt x="11782" y="10309"/>
                </a:cubicBezTo>
                <a:cubicBezTo>
                  <a:pt x="11782" y="10580"/>
                  <a:pt x="12002" y="10800"/>
                  <a:pt x="12273" y="10800"/>
                </a:cubicBezTo>
                <a:moveTo>
                  <a:pt x="12273" y="6873"/>
                </a:moveTo>
                <a:lnTo>
                  <a:pt x="15218" y="6873"/>
                </a:lnTo>
                <a:cubicBezTo>
                  <a:pt x="15489" y="6873"/>
                  <a:pt x="15709" y="6653"/>
                  <a:pt x="15709" y="6382"/>
                </a:cubicBezTo>
                <a:cubicBezTo>
                  <a:pt x="15709" y="6111"/>
                  <a:pt x="15489" y="5891"/>
                  <a:pt x="15218" y="5891"/>
                </a:cubicBezTo>
                <a:lnTo>
                  <a:pt x="12273" y="5891"/>
                </a:lnTo>
                <a:cubicBezTo>
                  <a:pt x="12002" y="5891"/>
                  <a:pt x="11782" y="6111"/>
                  <a:pt x="11782" y="6382"/>
                </a:cubicBezTo>
                <a:cubicBezTo>
                  <a:pt x="11782" y="6653"/>
                  <a:pt x="12002" y="6873"/>
                  <a:pt x="12273" y="6873"/>
                </a:cubicBezTo>
                <a:moveTo>
                  <a:pt x="12273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12273" y="7855"/>
                </a:lnTo>
                <a:cubicBezTo>
                  <a:pt x="12002" y="7855"/>
                  <a:pt x="11782" y="8075"/>
                  <a:pt x="11782" y="8345"/>
                </a:cubicBezTo>
                <a:cubicBezTo>
                  <a:pt x="11782" y="8617"/>
                  <a:pt x="12002" y="8836"/>
                  <a:pt x="12273" y="883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3" name="Shape 2773"/>
          <p:cNvSpPr/>
          <p:nvPr/>
        </p:nvSpPr>
        <p:spPr>
          <a:xfrm>
            <a:off x="6678720" y="38797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2945"/>
                </a:moveTo>
                <a:lnTo>
                  <a:pt x="982" y="2945"/>
                </a:lnTo>
                <a:lnTo>
                  <a:pt x="982" y="1964"/>
                </a:lnTo>
                <a:lnTo>
                  <a:pt x="20618" y="1964"/>
                </a:lnTo>
                <a:cubicBezTo>
                  <a:pt x="20618" y="1964"/>
                  <a:pt x="20618" y="2945"/>
                  <a:pt x="20618" y="2945"/>
                </a:cubicBezTo>
                <a:close/>
                <a:moveTo>
                  <a:pt x="19636" y="15709"/>
                </a:moveTo>
                <a:lnTo>
                  <a:pt x="1964" y="15709"/>
                </a:lnTo>
                <a:lnTo>
                  <a:pt x="1964" y="3927"/>
                </a:lnTo>
                <a:lnTo>
                  <a:pt x="19636" y="3927"/>
                </a:lnTo>
                <a:cubicBezTo>
                  <a:pt x="19636" y="3927"/>
                  <a:pt x="19636" y="15709"/>
                  <a:pt x="19636" y="15709"/>
                </a:cubicBezTo>
                <a:close/>
                <a:moveTo>
                  <a:pt x="20618" y="982"/>
                </a:moveTo>
                <a:lnTo>
                  <a:pt x="11782" y="982"/>
                </a:lnTo>
                <a:cubicBezTo>
                  <a:pt x="11782" y="440"/>
                  <a:pt x="11342" y="0"/>
                  <a:pt x="10800" y="0"/>
                </a:cubicBezTo>
                <a:cubicBezTo>
                  <a:pt x="10258" y="0"/>
                  <a:pt x="9818" y="440"/>
                  <a:pt x="9818" y="982"/>
                </a:cubicBezTo>
                <a:lnTo>
                  <a:pt x="982" y="982"/>
                </a:lnTo>
                <a:cubicBezTo>
                  <a:pt x="440" y="982"/>
                  <a:pt x="0" y="1422"/>
                  <a:pt x="0" y="1964"/>
                </a:cubicBezTo>
                <a:lnTo>
                  <a:pt x="0" y="2945"/>
                </a:lnTo>
                <a:cubicBezTo>
                  <a:pt x="0" y="3488"/>
                  <a:pt x="440" y="3927"/>
                  <a:pt x="982" y="3927"/>
                </a:cubicBezTo>
                <a:lnTo>
                  <a:pt x="982" y="15709"/>
                </a:lnTo>
                <a:cubicBezTo>
                  <a:pt x="982" y="16252"/>
                  <a:pt x="1422" y="16691"/>
                  <a:pt x="1964" y="16691"/>
                </a:cubicBezTo>
                <a:lnTo>
                  <a:pt x="10309" y="16691"/>
                </a:lnTo>
                <a:lnTo>
                  <a:pt x="10309" y="17960"/>
                </a:lnTo>
                <a:lnTo>
                  <a:pt x="7507" y="20762"/>
                </a:lnTo>
                <a:cubicBezTo>
                  <a:pt x="7418" y="20851"/>
                  <a:pt x="7364" y="20974"/>
                  <a:pt x="7364" y="21109"/>
                </a:cubicBezTo>
                <a:cubicBezTo>
                  <a:pt x="7364" y="21380"/>
                  <a:pt x="7583" y="21600"/>
                  <a:pt x="7855" y="21600"/>
                </a:cubicBezTo>
                <a:cubicBezTo>
                  <a:pt x="7990" y="21600"/>
                  <a:pt x="8113" y="21545"/>
                  <a:pt x="8202" y="21456"/>
                </a:cubicBezTo>
                <a:lnTo>
                  <a:pt x="10800" y="18858"/>
                </a:lnTo>
                <a:lnTo>
                  <a:pt x="13398" y="21456"/>
                </a:lnTo>
                <a:cubicBezTo>
                  <a:pt x="13488" y="21545"/>
                  <a:pt x="13610" y="21600"/>
                  <a:pt x="13745" y="21600"/>
                </a:cubicBezTo>
                <a:cubicBezTo>
                  <a:pt x="14017" y="21600"/>
                  <a:pt x="14236" y="21380"/>
                  <a:pt x="14236" y="21109"/>
                </a:cubicBezTo>
                <a:cubicBezTo>
                  <a:pt x="14236" y="20974"/>
                  <a:pt x="14182" y="20851"/>
                  <a:pt x="14093" y="20762"/>
                </a:cubicBezTo>
                <a:lnTo>
                  <a:pt x="11291" y="17960"/>
                </a:lnTo>
                <a:lnTo>
                  <a:pt x="11291" y="16691"/>
                </a:lnTo>
                <a:lnTo>
                  <a:pt x="19636" y="16691"/>
                </a:lnTo>
                <a:cubicBezTo>
                  <a:pt x="20178" y="16691"/>
                  <a:pt x="20618" y="16252"/>
                  <a:pt x="20618" y="15709"/>
                </a:cubicBezTo>
                <a:lnTo>
                  <a:pt x="20618" y="3927"/>
                </a:lnTo>
                <a:cubicBezTo>
                  <a:pt x="21160" y="3927"/>
                  <a:pt x="21600" y="3488"/>
                  <a:pt x="21600" y="2945"/>
                </a:cubicBezTo>
                <a:lnTo>
                  <a:pt x="21600" y="1964"/>
                </a:lnTo>
                <a:cubicBezTo>
                  <a:pt x="21600" y="1422"/>
                  <a:pt x="21160" y="982"/>
                  <a:pt x="20618" y="982"/>
                </a:cubicBezTo>
                <a:moveTo>
                  <a:pt x="4909" y="12764"/>
                </a:moveTo>
                <a:cubicBezTo>
                  <a:pt x="5180" y="12764"/>
                  <a:pt x="5400" y="12544"/>
                  <a:pt x="5400" y="12273"/>
                </a:cubicBezTo>
                <a:cubicBezTo>
                  <a:pt x="5400" y="9290"/>
                  <a:pt x="7818" y="6873"/>
                  <a:pt x="10800" y="6873"/>
                </a:cubicBezTo>
                <a:cubicBezTo>
                  <a:pt x="13782" y="6873"/>
                  <a:pt x="16200" y="9290"/>
                  <a:pt x="16200" y="12273"/>
                </a:cubicBezTo>
                <a:cubicBezTo>
                  <a:pt x="16200" y="12544"/>
                  <a:pt x="16420" y="12764"/>
                  <a:pt x="16691" y="12764"/>
                </a:cubicBezTo>
                <a:cubicBezTo>
                  <a:pt x="16962" y="12764"/>
                  <a:pt x="17182" y="12544"/>
                  <a:pt x="17182" y="12273"/>
                </a:cubicBezTo>
                <a:cubicBezTo>
                  <a:pt x="17182" y="8748"/>
                  <a:pt x="14325" y="5891"/>
                  <a:pt x="10800" y="5891"/>
                </a:cubicBezTo>
                <a:cubicBezTo>
                  <a:pt x="7275" y="5891"/>
                  <a:pt x="4418" y="8748"/>
                  <a:pt x="4418" y="12273"/>
                </a:cubicBezTo>
                <a:cubicBezTo>
                  <a:pt x="4418" y="12544"/>
                  <a:pt x="4638" y="12764"/>
                  <a:pt x="4909" y="12764"/>
                </a:cubicBezTo>
                <a:moveTo>
                  <a:pt x="10800" y="11782"/>
                </a:moveTo>
                <a:cubicBezTo>
                  <a:pt x="10529" y="11782"/>
                  <a:pt x="10309" y="12002"/>
                  <a:pt x="10309" y="12273"/>
                </a:cubicBezTo>
                <a:cubicBezTo>
                  <a:pt x="10309" y="12544"/>
                  <a:pt x="10529" y="12764"/>
                  <a:pt x="10800" y="12764"/>
                </a:cubicBezTo>
                <a:cubicBezTo>
                  <a:pt x="11071" y="12764"/>
                  <a:pt x="11291" y="12544"/>
                  <a:pt x="11291" y="12273"/>
                </a:cubicBezTo>
                <a:cubicBezTo>
                  <a:pt x="11291" y="12002"/>
                  <a:pt x="11071" y="11782"/>
                  <a:pt x="10800" y="11782"/>
                </a:cubicBezTo>
                <a:moveTo>
                  <a:pt x="10800" y="8836"/>
                </a:moveTo>
                <a:cubicBezTo>
                  <a:pt x="8903" y="8836"/>
                  <a:pt x="7364" y="10375"/>
                  <a:pt x="7364" y="12273"/>
                </a:cubicBezTo>
                <a:cubicBezTo>
                  <a:pt x="7364" y="12544"/>
                  <a:pt x="7583" y="12764"/>
                  <a:pt x="7855" y="12764"/>
                </a:cubicBezTo>
                <a:cubicBezTo>
                  <a:pt x="8126" y="12764"/>
                  <a:pt x="8345" y="12544"/>
                  <a:pt x="8345" y="12273"/>
                </a:cubicBezTo>
                <a:cubicBezTo>
                  <a:pt x="8345" y="10917"/>
                  <a:pt x="9444" y="9818"/>
                  <a:pt x="10800" y="9818"/>
                </a:cubicBezTo>
                <a:cubicBezTo>
                  <a:pt x="12156" y="9818"/>
                  <a:pt x="13255" y="10917"/>
                  <a:pt x="13255" y="12273"/>
                </a:cubicBezTo>
                <a:cubicBezTo>
                  <a:pt x="13255" y="12544"/>
                  <a:pt x="13474" y="12764"/>
                  <a:pt x="13745" y="12764"/>
                </a:cubicBezTo>
                <a:cubicBezTo>
                  <a:pt x="14017" y="12764"/>
                  <a:pt x="14236" y="12544"/>
                  <a:pt x="14236" y="12273"/>
                </a:cubicBezTo>
                <a:cubicBezTo>
                  <a:pt x="14236" y="10375"/>
                  <a:pt x="12698" y="8836"/>
                  <a:pt x="10800" y="883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4" name="Shape 2774"/>
          <p:cNvSpPr/>
          <p:nvPr/>
        </p:nvSpPr>
        <p:spPr>
          <a:xfrm>
            <a:off x="7078680" y="38797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2945"/>
                </a:moveTo>
                <a:lnTo>
                  <a:pt x="982" y="2945"/>
                </a:lnTo>
                <a:lnTo>
                  <a:pt x="982" y="1964"/>
                </a:lnTo>
                <a:lnTo>
                  <a:pt x="20618" y="1964"/>
                </a:lnTo>
                <a:cubicBezTo>
                  <a:pt x="20618" y="1964"/>
                  <a:pt x="20618" y="2945"/>
                  <a:pt x="20618" y="2945"/>
                </a:cubicBezTo>
                <a:close/>
                <a:moveTo>
                  <a:pt x="19636" y="15709"/>
                </a:moveTo>
                <a:lnTo>
                  <a:pt x="1964" y="15709"/>
                </a:lnTo>
                <a:lnTo>
                  <a:pt x="1964" y="3927"/>
                </a:lnTo>
                <a:lnTo>
                  <a:pt x="19636" y="3927"/>
                </a:lnTo>
                <a:cubicBezTo>
                  <a:pt x="19636" y="3927"/>
                  <a:pt x="19636" y="15709"/>
                  <a:pt x="19636" y="15709"/>
                </a:cubicBezTo>
                <a:close/>
                <a:moveTo>
                  <a:pt x="20618" y="982"/>
                </a:moveTo>
                <a:lnTo>
                  <a:pt x="11782" y="982"/>
                </a:lnTo>
                <a:cubicBezTo>
                  <a:pt x="11782" y="440"/>
                  <a:pt x="11342" y="0"/>
                  <a:pt x="10800" y="0"/>
                </a:cubicBezTo>
                <a:cubicBezTo>
                  <a:pt x="10257" y="0"/>
                  <a:pt x="9818" y="440"/>
                  <a:pt x="9818" y="982"/>
                </a:cubicBezTo>
                <a:lnTo>
                  <a:pt x="982" y="982"/>
                </a:lnTo>
                <a:cubicBezTo>
                  <a:pt x="439" y="982"/>
                  <a:pt x="0" y="1422"/>
                  <a:pt x="0" y="1964"/>
                </a:cubicBezTo>
                <a:lnTo>
                  <a:pt x="0" y="2945"/>
                </a:lnTo>
                <a:cubicBezTo>
                  <a:pt x="0" y="3488"/>
                  <a:pt x="439" y="3927"/>
                  <a:pt x="982" y="3927"/>
                </a:cubicBezTo>
                <a:lnTo>
                  <a:pt x="982" y="15709"/>
                </a:lnTo>
                <a:cubicBezTo>
                  <a:pt x="982" y="16252"/>
                  <a:pt x="1421" y="16691"/>
                  <a:pt x="1964" y="16691"/>
                </a:cubicBezTo>
                <a:lnTo>
                  <a:pt x="10309" y="16691"/>
                </a:lnTo>
                <a:lnTo>
                  <a:pt x="10309" y="17960"/>
                </a:lnTo>
                <a:lnTo>
                  <a:pt x="7507" y="20762"/>
                </a:lnTo>
                <a:cubicBezTo>
                  <a:pt x="7419" y="20851"/>
                  <a:pt x="7364" y="20974"/>
                  <a:pt x="7364" y="21109"/>
                </a:cubicBezTo>
                <a:cubicBezTo>
                  <a:pt x="7364" y="21380"/>
                  <a:pt x="7583" y="21600"/>
                  <a:pt x="7855" y="21600"/>
                </a:cubicBezTo>
                <a:cubicBezTo>
                  <a:pt x="7990" y="21600"/>
                  <a:pt x="8113" y="21545"/>
                  <a:pt x="8202" y="21456"/>
                </a:cubicBezTo>
                <a:lnTo>
                  <a:pt x="10800" y="18858"/>
                </a:lnTo>
                <a:lnTo>
                  <a:pt x="13398" y="21456"/>
                </a:lnTo>
                <a:cubicBezTo>
                  <a:pt x="13488" y="21545"/>
                  <a:pt x="13610" y="21600"/>
                  <a:pt x="13745" y="21600"/>
                </a:cubicBezTo>
                <a:cubicBezTo>
                  <a:pt x="14017" y="21600"/>
                  <a:pt x="14236" y="21380"/>
                  <a:pt x="14236" y="21109"/>
                </a:cubicBezTo>
                <a:cubicBezTo>
                  <a:pt x="14236" y="20974"/>
                  <a:pt x="14182" y="20851"/>
                  <a:pt x="14093" y="20762"/>
                </a:cubicBezTo>
                <a:lnTo>
                  <a:pt x="11291" y="17960"/>
                </a:lnTo>
                <a:lnTo>
                  <a:pt x="11291" y="16691"/>
                </a:lnTo>
                <a:lnTo>
                  <a:pt x="19636" y="16691"/>
                </a:lnTo>
                <a:cubicBezTo>
                  <a:pt x="20178" y="16691"/>
                  <a:pt x="20618" y="16252"/>
                  <a:pt x="20618" y="15709"/>
                </a:cubicBezTo>
                <a:lnTo>
                  <a:pt x="20618" y="3927"/>
                </a:lnTo>
                <a:cubicBezTo>
                  <a:pt x="21160" y="3927"/>
                  <a:pt x="21600" y="3488"/>
                  <a:pt x="21600" y="2945"/>
                </a:cubicBezTo>
                <a:lnTo>
                  <a:pt x="21600" y="1964"/>
                </a:lnTo>
                <a:cubicBezTo>
                  <a:pt x="21600" y="1422"/>
                  <a:pt x="21160" y="982"/>
                  <a:pt x="20618" y="982"/>
                </a:cubicBezTo>
                <a:moveTo>
                  <a:pt x="16200" y="5891"/>
                </a:moveTo>
                <a:cubicBezTo>
                  <a:pt x="16471" y="5891"/>
                  <a:pt x="16691" y="6111"/>
                  <a:pt x="16691" y="6382"/>
                </a:cubicBezTo>
                <a:cubicBezTo>
                  <a:pt x="16691" y="6653"/>
                  <a:pt x="16471" y="6873"/>
                  <a:pt x="16200" y="6873"/>
                </a:cubicBezTo>
                <a:cubicBezTo>
                  <a:pt x="15929" y="6873"/>
                  <a:pt x="15709" y="6653"/>
                  <a:pt x="15709" y="6382"/>
                </a:cubicBezTo>
                <a:cubicBezTo>
                  <a:pt x="15709" y="6111"/>
                  <a:pt x="15929" y="5891"/>
                  <a:pt x="16200" y="5891"/>
                </a:cubicBezTo>
                <a:moveTo>
                  <a:pt x="16200" y="7855"/>
                </a:moveTo>
                <a:cubicBezTo>
                  <a:pt x="17013" y="7855"/>
                  <a:pt x="17673" y="7196"/>
                  <a:pt x="17673" y="6382"/>
                </a:cubicBezTo>
                <a:cubicBezTo>
                  <a:pt x="17673" y="5569"/>
                  <a:pt x="17013" y="4909"/>
                  <a:pt x="16200" y="4909"/>
                </a:cubicBezTo>
                <a:cubicBezTo>
                  <a:pt x="15387" y="4909"/>
                  <a:pt x="14727" y="5569"/>
                  <a:pt x="14727" y="6382"/>
                </a:cubicBezTo>
                <a:cubicBezTo>
                  <a:pt x="14727" y="7196"/>
                  <a:pt x="15387" y="7855"/>
                  <a:pt x="16200" y="7855"/>
                </a:cubicBezTo>
                <a:moveTo>
                  <a:pt x="8422" y="8135"/>
                </a:moveTo>
                <a:lnTo>
                  <a:pt x="11926" y="11638"/>
                </a:lnTo>
                <a:cubicBezTo>
                  <a:pt x="12015" y="11727"/>
                  <a:pt x="12138" y="11782"/>
                  <a:pt x="12273" y="11782"/>
                </a:cubicBezTo>
                <a:cubicBezTo>
                  <a:pt x="12408" y="11782"/>
                  <a:pt x="12531" y="11727"/>
                  <a:pt x="12620" y="11638"/>
                </a:cubicBezTo>
                <a:lnTo>
                  <a:pt x="14183" y="10075"/>
                </a:lnTo>
                <a:lnTo>
                  <a:pt x="16200" y="12764"/>
                </a:lnTo>
                <a:lnTo>
                  <a:pt x="5336" y="12764"/>
                </a:lnTo>
                <a:cubicBezTo>
                  <a:pt x="5336" y="12764"/>
                  <a:pt x="8422" y="8135"/>
                  <a:pt x="8422" y="8135"/>
                </a:cubicBezTo>
                <a:close/>
                <a:moveTo>
                  <a:pt x="4418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cubicBezTo>
                  <a:pt x="17673" y="13144"/>
                  <a:pt x="17630" y="13047"/>
                  <a:pt x="17568" y="12965"/>
                </a:cubicBezTo>
                <a:lnTo>
                  <a:pt x="17575" y="12960"/>
                </a:lnTo>
                <a:lnTo>
                  <a:pt x="14629" y="9033"/>
                </a:lnTo>
                <a:lnTo>
                  <a:pt x="14622" y="9038"/>
                </a:lnTo>
                <a:cubicBezTo>
                  <a:pt x="14533" y="8919"/>
                  <a:pt x="14397" y="8836"/>
                  <a:pt x="14236" y="8836"/>
                </a:cubicBezTo>
                <a:cubicBezTo>
                  <a:pt x="14101" y="8836"/>
                  <a:pt x="13978" y="8891"/>
                  <a:pt x="13889" y="8980"/>
                </a:cubicBezTo>
                <a:lnTo>
                  <a:pt x="12273" y="10597"/>
                </a:lnTo>
                <a:lnTo>
                  <a:pt x="8693" y="7017"/>
                </a:lnTo>
                <a:cubicBezTo>
                  <a:pt x="8604" y="6928"/>
                  <a:pt x="8481" y="6873"/>
                  <a:pt x="8345" y="6873"/>
                </a:cubicBezTo>
                <a:cubicBezTo>
                  <a:pt x="8175" y="6873"/>
                  <a:pt x="8033" y="6965"/>
                  <a:pt x="7945" y="7097"/>
                </a:cubicBezTo>
                <a:lnTo>
                  <a:pt x="7937" y="7091"/>
                </a:lnTo>
                <a:lnTo>
                  <a:pt x="4010" y="12982"/>
                </a:lnTo>
                <a:lnTo>
                  <a:pt x="4017" y="12988"/>
                </a:lnTo>
                <a:cubicBezTo>
                  <a:pt x="3965" y="13066"/>
                  <a:pt x="3927" y="13154"/>
                  <a:pt x="3927" y="13255"/>
                </a:cubicBezTo>
                <a:cubicBezTo>
                  <a:pt x="3927" y="13526"/>
                  <a:pt x="4147" y="13745"/>
                  <a:pt x="4418" y="1374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5" name="Shape 2775"/>
          <p:cNvSpPr/>
          <p:nvPr/>
        </p:nvSpPr>
        <p:spPr>
          <a:xfrm>
            <a:off x="7478640" y="3913200"/>
            <a:ext cx="209520" cy="152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10755"/>
                </a:moveTo>
                <a:lnTo>
                  <a:pt x="1866" y="6075"/>
                </a:lnTo>
                <a:lnTo>
                  <a:pt x="10800" y="1395"/>
                </a:lnTo>
                <a:lnTo>
                  <a:pt x="19735" y="6075"/>
                </a:lnTo>
                <a:cubicBezTo>
                  <a:pt x="19735" y="6075"/>
                  <a:pt x="10800" y="10755"/>
                  <a:pt x="10800" y="10755"/>
                </a:cubicBezTo>
                <a:close/>
                <a:moveTo>
                  <a:pt x="18031" y="17315"/>
                </a:moveTo>
                <a:lnTo>
                  <a:pt x="14834" y="16216"/>
                </a:lnTo>
                <a:lnTo>
                  <a:pt x="14832" y="16229"/>
                </a:lnTo>
                <a:cubicBezTo>
                  <a:pt x="14797" y="16218"/>
                  <a:pt x="14765" y="16200"/>
                  <a:pt x="14727" y="16200"/>
                </a:cubicBezTo>
                <a:cubicBezTo>
                  <a:pt x="14627" y="16200"/>
                  <a:pt x="14538" y="16251"/>
                  <a:pt x="14460" y="16324"/>
                </a:cubicBezTo>
                <a:lnTo>
                  <a:pt x="14455" y="16313"/>
                </a:lnTo>
                <a:lnTo>
                  <a:pt x="10820" y="20061"/>
                </a:lnTo>
                <a:lnTo>
                  <a:pt x="7658" y="16334"/>
                </a:lnTo>
                <a:lnTo>
                  <a:pt x="7653" y="16344"/>
                </a:lnTo>
                <a:cubicBezTo>
                  <a:pt x="7571" y="16259"/>
                  <a:pt x="7474" y="16200"/>
                  <a:pt x="7364" y="16200"/>
                </a:cubicBezTo>
                <a:cubicBezTo>
                  <a:pt x="7327" y="16200"/>
                  <a:pt x="7294" y="16218"/>
                  <a:pt x="7259" y="16229"/>
                </a:cubicBezTo>
                <a:lnTo>
                  <a:pt x="7257" y="16216"/>
                </a:lnTo>
                <a:lnTo>
                  <a:pt x="4013" y="17331"/>
                </a:lnTo>
                <a:lnTo>
                  <a:pt x="4767" y="9035"/>
                </a:lnTo>
                <a:lnTo>
                  <a:pt x="10589" y="12084"/>
                </a:lnTo>
                <a:lnTo>
                  <a:pt x="10591" y="12080"/>
                </a:lnTo>
                <a:cubicBezTo>
                  <a:pt x="10655" y="12122"/>
                  <a:pt x="10724" y="12150"/>
                  <a:pt x="10800" y="12150"/>
                </a:cubicBezTo>
                <a:cubicBezTo>
                  <a:pt x="10876" y="12150"/>
                  <a:pt x="10946" y="12122"/>
                  <a:pt x="11009" y="12080"/>
                </a:cubicBezTo>
                <a:lnTo>
                  <a:pt x="11011" y="12084"/>
                </a:lnTo>
                <a:lnTo>
                  <a:pt x="16897" y="9001"/>
                </a:lnTo>
                <a:cubicBezTo>
                  <a:pt x="16897" y="9001"/>
                  <a:pt x="18031" y="17315"/>
                  <a:pt x="18031" y="17315"/>
                </a:cubicBezTo>
                <a:close/>
                <a:moveTo>
                  <a:pt x="21600" y="6075"/>
                </a:moveTo>
                <a:cubicBezTo>
                  <a:pt x="21600" y="5806"/>
                  <a:pt x="21484" y="5579"/>
                  <a:pt x="21319" y="5470"/>
                </a:cubicBezTo>
                <a:lnTo>
                  <a:pt x="21320" y="5466"/>
                </a:lnTo>
                <a:lnTo>
                  <a:pt x="21306" y="5458"/>
                </a:lnTo>
                <a:cubicBezTo>
                  <a:pt x="21301" y="5455"/>
                  <a:pt x="21296" y="5453"/>
                  <a:pt x="21292" y="5451"/>
                </a:cubicBezTo>
                <a:lnTo>
                  <a:pt x="11011" y="66"/>
                </a:lnTo>
                <a:lnTo>
                  <a:pt x="11009" y="70"/>
                </a:lnTo>
                <a:cubicBezTo>
                  <a:pt x="10946" y="28"/>
                  <a:pt x="10876" y="0"/>
                  <a:pt x="10800" y="0"/>
                </a:cubicBezTo>
                <a:cubicBezTo>
                  <a:pt x="10724" y="0"/>
                  <a:pt x="10655" y="28"/>
                  <a:pt x="10591" y="70"/>
                </a:cubicBezTo>
                <a:lnTo>
                  <a:pt x="10589" y="66"/>
                </a:lnTo>
                <a:lnTo>
                  <a:pt x="309" y="5451"/>
                </a:lnTo>
                <a:cubicBezTo>
                  <a:pt x="304" y="5453"/>
                  <a:pt x="299" y="5455"/>
                  <a:pt x="295" y="5458"/>
                </a:cubicBezTo>
                <a:lnTo>
                  <a:pt x="280" y="5466"/>
                </a:lnTo>
                <a:lnTo>
                  <a:pt x="281" y="5470"/>
                </a:lnTo>
                <a:cubicBezTo>
                  <a:pt x="116" y="5579"/>
                  <a:pt x="0" y="5806"/>
                  <a:pt x="0" y="6075"/>
                </a:cubicBezTo>
                <a:cubicBezTo>
                  <a:pt x="0" y="6344"/>
                  <a:pt x="116" y="6571"/>
                  <a:pt x="281" y="6680"/>
                </a:cubicBezTo>
                <a:lnTo>
                  <a:pt x="280" y="6684"/>
                </a:lnTo>
                <a:lnTo>
                  <a:pt x="295" y="6692"/>
                </a:lnTo>
                <a:cubicBezTo>
                  <a:pt x="299" y="6695"/>
                  <a:pt x="304" y="6697"/>
                  <a:pt x="309" y="6699"/>
                </a:cubicBezTo>
                <a:lnTo>
                  <a:pt x="1230" y="7182"/>
                </a:lnTo>
                <a:lnTo>
                  <a:pt x="608" y="13603"/>
                </a:lnTo>
                <a:cubicBezTo>
                  <a:pt x="251" y="13805"/>
                  <a:pt x="0" y="14287"/>
                  <a:pt x="0" y="14850"/>
                </a:cubicBezTo>
                <a:cubicBezTo>
                  <a:pt x="0" y="15596"/>
                  <a:pt x="439" y="16200"/>
                  <a:pt x="982" y="16200"/>
                </a:cubicBezTo>
                <a:cubicBezTo>
                  <a:pt x="1524" y="16200"/>
                  <a:pt x="1964" y="15596"/>
                  <a:pt x="1964" y="14850"/>
                </a:cubicBezTo>
                <a:cubicBezTo>
                  <a:pt x="1964" y="14416"/>
                  <a:pt x="1812" y="14034"/>
                  <a:pt x="1580" y="13787"/>
                </a:cubicBezTo>
                <a:lnTo>
                  <a:pt x="2173" y="7676"/>
                </a:lnTo>
                <a:lnTo>
                  <a:pt x="3822" y="8540"/>
                </a:lnTo>
                <a:lnTo>
                  <a:pt x="2950" y="18135"/>
                </a:lnTo>
                <a:lnTo>
                  <a:pt x="2958" y="18138"/>
                </a:lnTo>
                <a:cubicBezTo>
                  <a:pt x="2955" y="18167"/>
                  <a:pt x="2945" y="18193"/>
                  <a:pt x="2945" y="18225"/>
                </a:cubicBezTo>
                <a:cubicBezTo>
                  <a:pt x="2945" y="18598"/>
                  <a:pt x="3165" y="18900"/>
                  <a:pt x="3436" y="18900"/>
                </a:cubicBezTo>
                <a:cubicBezTo>
                  <a:pt x="3474" y="18900"/>
                  <a:pt x="3506" y="18884"/>
                  <a:pt x="3541" y="18873"/>
                </a:cubicBezTo>
                <a:lnTo>
                  <a:pt x="3543" y="18884"/>
                </a:lnTo>
                <a:lnTo>
                  <a:pt x="7238" y="17613"/>
                </a:lnTo>
                <a:lnTo>
                  <a:pt x="10506" y="21465"/>
                </a:lnTo>
                <a:lnTo>
                  <a:pt x="10510" y="21456"/>
                </a:lnTo>
                <a:cubicBezTo>
                  <a:pt x="10593" y="21541"/>
                  <a:pt x="10690" y="21600"/>
                  <a:pt x="10800" y="21600"/>
                </a:cubicBezTo>
                <a:cubicBezTo>
                  <a:pt x="10901" y="21600"/>
                  <a:pt x="10989" y="21548"/>
                  <a:pt x="11068" y="21476"/>
                </a:cubicBezTo>
                <a:lnTo>
                  <a:pt x="11072" y="21487"/>
                </a:lnTo>
                <a:lnTo>
                  <a:pt x="14834" y="17607"/>
                </a:lnTo>
                <a:lnTo>
                  <a:pt x="18548" y="18884"/>
                </a:lnTo>
                <a:lnTo>
                  <a:pt x="18550" y="18871"/>
                </a:lnTo>
                <a:cubicBezTo>
                  <a:pt x="18585" y="18882"/>
                  <a:pt x="18618" y="18900"/>
                  <a:pt x="18655" y="18900"/>
                </a:cubicBezTo>
                <a:cubicBezTo>
                  <a:pt x="18926" y="18900"/>
                  <a:pt x="19145" y="18598"/>
                  <a:pt x="19145" y="18225"/>
                </a:cubicBezTo>
                <a:cubicBezTo>
                  <a:pt x="19145" y="18181"/>
                  <a:pt x="19135" y="18143"/>
                  <a:pt x="19130" y="18102"/>
                </a:cubicBezTo>
                <a:lnTo>
                  <a:pt x="19137" y="18100"/>
                </a:lnTo>
                <a:lnTo>
                  <a:pt x="17830" y="8513"/>
                </a:lnTo>
                <a:lnTo>
                  <a:pt x="21292" y="6699"/>
                </a:lnTo>
                <a:cubicBezTo>
                  <a:pt x="21296" y="6697"/>
                  <a:pt x="21301" y="6695"/>
                  <a:pt x="21306" y="6692"/>
                </a:cubicBezTo>
                <a:lnTo>
                  <a:pt x="21320" y="6684"/>
                </a:lnTo>
                <a:lnTo>
                  <a:pt x="21319" y="6680"/>
                </a:lnTo>
                <a:cubicBezTo>
                  <a:pt x="21484" y="6571"/>
                  <a:pt x="21600" y="6344"/>
                  <a:pt x="21600" y="607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6" name="Shape 2776"/>
          <p:cNvSpPr/>
          <p:nvPr/>
        </p:nvSpPr>
        <p:spPr>
          <a:xfrm>
            <a:off x="7926480" y="3879720"/>
            <a:ext cx="1141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6300" y="7855"/>
                </a:moveTo>
                <a:lnTo>
                  <a:pt x="9900" y="7855"/>
                </a:lnTo>
                <a:lnTo>
                  <a:pt x="9900" y="9818"/>
                </a:lnTo>
                <a:cubicBezTo>
                  <a:pt x="9900" y="10090"/>
                  <a:pt x="10303" y="10309"/>
                  <a:pt x="10800" y="10309"/>
                </a:cubicBezTo>
                <a:cubicBezTo>
                  <a:pt x="11297" y="10309"/>
                  <a:pt x="11700" y="10090"/>
                  <a:pt x="11700" y="9818"/>
                </a:cubicBezTo>
                <a:lnTo>
                  <a:pt x="11700" y="7855"/>
                </a:lnTo>
                <a:lnTo>
                  <a:pt x="15300" y="7855"/>
                </a:lnTo>
                <a:cubicBezTo>
                  <a:pt x="15797" y="7855"/>
                  <a:pt x="16200" y="7635"/>
                  <a:pt x="16200" y="7364"/>
                </a:cubicBezTo>
                <a:cubicBezTo>
                  <a:pt x="16200" y="7092"/>
                  <a:pt x="15797" y="6873"/>
                  <a:pt x="15300" y="6873"/>
                </a:cubicBezTo>
                <a:lnTo>
                  <a:pt x="11700" y="6873"/>
                </a:lnTo>
                <a:lnTo>
                  <a:pt x="11700" y="4909"/>
                </a:lnTo>
                <a:cubicBezTo>
                  <a:pt x="11700" y="4638"/>
                  <a:pt x="11297" y="4418"/>
                  <a:pt x="10800" y="4418"/>
                </a:cubicBezTo>
                <a:cubicBezTo>
                  <a:pt x="10303" y="4418"/>
                  <a:pt x="9900" y="4638"/>
                  <a:pt x="9900" y="4909"/>
                </a:cubicBezTo>
                <a:lnTo>
                  <a:pt x="9900" y="6873"/>
                </a:lnTo>
                <a:lnTo>
                  <a:pt x="6300" y="6873"/>
                </a:lnTo>
                <a:cubicBezTo>
                  <a:pt x="5803" y="6873"/>
                  <a:pt x="5400" y="7092"/>
                  <a:pt x="5400" y="7364"/>
                </a:cubicBezTo>
                <a:cubicBezTo>
                  <a:pt x="5400" y="7635"/>
                  <a:pt x="5803" y="7855"/>
                  <a:pt x="6300" y="7855"/>
                </a:cubicBezTo>
                <a:moveTo>
                  <a:pt x="19800" y="19847"/>
                </a:moveTo>
                <a:lnTo>
                  <a:pt x="11464" y="14886"/>
                </a:lnTo>
                <a:lnTo>
                  <a:pt x="11457" y="14889"/>
                </a:lnTo>
                <a:cubicBezTo>
                  <a:pt x="11294" y="14791"/>
                  <a:pt x="11063" y="14727"/>
                  <a:pt x="10800" y="14727"/>
                </a:cubicBezTo>
                <a:cubicBezTo>
                  <a:pt x="10537" y="14727"/>
                  <a:pt x="10306" y="14791"/>
                  <a:pt x="10142" y="14889"/>
                </a:cubicBezTo>
                <a:lnTo>
                  <a:pt x="10136" y="14886"/>
                </a:lnTo>
                <a:lnTo>
                  <a:pt x="1800" y="19847"/>
                </a:lnTo>
                <a:lnTo>
                  <a:pt x="1800" y="982"/>
                </a:lnTo>
                <a:lnTo>
                  <a:pt x="19800" y="982"/>
                </a:lnTo>
                <a:cubicBezTo>
                  <a:pt x="19800" y="982"/>
                  <a:pt x="19800" y="19847"/>
                  <a:pt x="19800" y="19847"/>
                </a:cubicBezTo>
                <a:close/>
                <a:moveTo>
                  <a:pt x="20700" y="0"/>
                </a:moveTo>
                <a:lnTo>
                  <a:pt x="900" y="0"/>
                </a:lnTo>
                <a:cubicBezTo>
                  <a:pt x="403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403" y="21600"/>
                  <a:pt x="900" y="21600"/>
                </a:cubicBezTo>
                <a:cubicBezTo>
                  <a:pt x="1163" y="21600"/>
                  <a:pt x="1394" y="21536"/>
                  <a:pt x="1559" y="21438"/>
                </a:cubicBezTo>
                <a:lnTo>
                  <a:pt x="1564" y="21441"/>
                </a:lnTo>
                <a:lnTo>
                  <a:pt x="10800" y="15945"/>
                </a:lnTo>
                <a:lnTo>
                  <a:pt x="20036" y="21441"/>
                </a:lnTo>
                <a:lnTo>
                  <a:pt x="20041" y="21438"/>
                </a:lnTo>
                <a:cubicBezTo>
                  <a:pt x="20206" y="21536"/>
                  <a:pt x="20437" y="21600"/>
                  <a:pt x="20700" y="21600"/>
                </a:cubicBezTo>
                <a:cubicBezTo>
                  <a:pt x="21197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197" y="0"/>
                  <a:pt x="207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7" name="Shape 2777"/>
          <p:cNvSpPr/>
          <p:nvPr/>
        </p:nvSpPr>
        <p:spPr>
          <a:xfrm>
            <a:off x="8307360" y="3879720"/>
            <a:ext cx="1522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250" y="20095"/>
                </a:moveTo>
                <a:lnTo>
                  <a:pt x="11298" y="14886"/>
                </a:lnTo>
                <a:lnTo>
                  <a:pt x="11293" y="14890"/>
                </a:lnTo>
                <a:cubicBezTo>
                  <a:pt x="11170" y="14791"/>
                  <a:pt x="10997" y="14727"/>
                  <a:pt x="10800" y="14727"/>
                </a:cubicBezTo>
                <a:cubicBezTo>
                  <a:pt x="10603" y="14727"/>
                  <a:pt x="10430" y="14791"/>
                  <a:pt x="10306" y="14890"/>
                </a:cubicBezTo>
                <a:lnTo>
                  <a:pt x="10302" y="14886"/>
                </a:lnTo>
                <a:lnTo>
                  <a:pt x="1350" y="20095"/>
                </a:lnTo>
                <a:lnTo>
                  <a:pt x="1350" y="982"/>
                </a:lnTo>
                <a:lnTo>
                  <a:pt x="20250" y="982"/>
                </a:lnTo>
                <a:cubicBezTo>
                  <a:pt x="20250" y="982"/>
                  <a:pt x="20250" y="20095"/>
                  <a:pt x="20250" y="20095"/>
                </a:cubicBezTo>
                <a:close/>
                <a:moveTo>
                  <a:pt x="20925" y="0"/>
                </a:moveTo>
                <a:lnTo>
                  <a:pt x="675" y="0"/>
                </a:lnTo>
                <a:cubicBezTo>
                  <a:pt x="302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302" y="21600"/>
                  <a:pt x="675" y="21600"/>
                </a:cubicBezTo>
                <a:cubicBezTo>
                  <a:pt x="872" y="21600"/>
                  <a:pt x="1045" y="21537"/>
                  <a:pt x="1169" y="21438"/>
                </a:cubicBezTo>
                <a:lnTo>
                  <a:pt x="1173" y="21441"/>
                </a:lnTo>
                <a:lnTo>
                  <a:pt x="10800" y="15839"/>
                </a:lnTo>
                <a:lnTo>
                  <a:pt x="20427" y="21441"/>
                </a:lnTo>
                <a:lnTo>
                  <a:pt x="20431" y="21438"/>
                </a:lnTo>
                <a:cubicBezTo>
                  <a:pt x="20555" y="21537"/>
                  <a:pt x="20728" y="21600"/>
                  <a:pt x="20925" y="21600"/>
                </a:cubicBezTo>
                <a:cubicBezTo>
                  <a:pt x="21298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298" y="0"/>
                  <a:pt x="20925" y="0"/>
                </a:cubicBezTo>
                <a:moveTo>
                  <a:pt x="7337" y="7850"/>
                </a:moveTo>
                <a:lnTo>
                  <a:pt x="9710" y="7850"/>
                </a:lnTo>
                <a:lnTo>
                  <a:pt x="10039" y="7213"/>
                </a:lnTo>
                <a:lnTo>
                  <a:pt x="10800" y="5738"/>
                </a:lnTo>
                <a:lnTo>
                  <a:pt x="11561" y="7213"/>
                </a:lnTo>
                <a:lnTo>
                  <a:pt x="11890" y="7850"/>
                </a:lnTo>
                <a:lnTo>
                  <a:pt x="14263" y="7850"/>
                </a:lnTo>
                <a:lnTo>
                  <a:pt x="13014" y="8550"/>
                </a:lnTo>
                <a:lnTo>
                  <a:pt x="12253" y="8976"/>
                </a:lnTo>
                <a:lnTo>
                  <a:pt x="12557" y="9638"/>
                </a:lnTo>
                <a:lnTo>
                  <a:pt x="13240" y="11130"/>
                </a:lnTo>
                <a:lnTo>
                  <a:pt x="11598" y="10254"/>
                </a:lnTo>
                <a:lnTo>
                  <a:pt x="10800" y="9828"/>
                </a:lnTo>
                <a:lnTo>
                  <a:pt x="10002" y="10254"/>
                </a:lnTo>
                <a:lnTo>
                  <a:pt x="8360" y="11130"/>
                </a:lnTo>
                <a:lnTo>
                  <a:pt x="9043" y="9638"/>
                </a:lnTo>
                <a:lnTo>
                  <a:pt x="9347" y="8976"/>
                </a:lnTo>
                <a:lnTo>
                  <a:pt x="8586" y="8550"/>
                </a:lnTo>
                <a:cubicBezTo>
                  <a:pt x="8586" y="8550"/>
                  <a:pt x="7337" y="7850"/>
                  <a:pt x="7337" y="7850"/>
                </a:cubicBezTo>
                <a:close/>
                <a:moveTo>
                  <a:pt x="5737" y="13745"/>
                </a:moveTo>
                <a:lnTo>
                  <a:pt x="10800" y="11045"/>
                </a:lnTo>
                <a:lnTo>
                  <a:pt x="15863" y="13745"/>
                </a:lnTo>
                <a:lnTo>
                  <a:pt x="13838" y="9328"/>
                </a:lnTo>
                <a:lnTo>
                  <a:pt x="18225" y="6868"/>
                </a:lnTo>
                <a:lnTo>
                  <a:pt x="12825" y="6868"/>
                </a:lnTo>
                <a:lnTo>
                  <a:pt x="10800" y="2945"/>
                </a:lnTo>
                <a:lnTo>
                  <a:pt x="8775" y="6868"/>
                </a:lnTo>
                <a:lnTo>
                  <a:pt x="3375" y="6868"/>
                </a:lnTo>
                <a:lnTo>
                  <a:pt x="7762" y="9328"/>
                </a:lnTo>
                <a:cubicBezTo>
                  <a:pt x="7762" y="9328"/>
                  <a:pt x="5737" y="13745"/>
                  <a:pt x="5737" y="1374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8" name="Shape 2778"/>
          <p:cNvSpPr/>
          <p:nvPr/>
        </p:nvSpPr>
        <p:spPr>
          <a:xfrm>
            <a:off x="4678200" y="428004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7481" y="12956"/>
                </a:moveTo>
                <a:cubicBezTo>
                  <a:pt x="17070" y="12258"/>
                  <a:pt x="16576" y="11533"/>
                  <a:pt x="16011" y="10795"/>
                </a:cubicBezTo>
                <a:cubicBezTo>
                  <a:pt x="16573" y="10063"/>
                  <a:pt x="17072" y="9339"/>
                  <a:pt x="17481" y="8644"/>
                </a:cubicBezTo>
                <a:cubicBezTo>
                  <a:pt x="19410" y="9181"/>
                  <a:pt x="20618" y="9948"/>
                  <a:pt x="20618" y="10800"/>
                </a:cubicBezTo>
                <a:cubicBezTo>
                  <a:pt x="20618" y="11652"/>
                  <a:pt x="19410" y="12419"/>
                  <a:pt x="17481" y="12956"/>
                </a:cubicBezTo>
                <a:moveTo>
                  <a:pt x="17742" y="17743"/>
                </a:moveTo>
                <a:cubicBezTo>
                  <a:pt x="17140" y="18345"/>
                  <a:pt x="15740" y="18028"/>
                  <a:pt x="13996" y="17045"/>
                </a:cubicBezTo>
                <a:cubicBezTo>
                  <a:pt x="14198" y="16261"/>
                  <a:pt x="14365" y="15406"/>
                  <a:pt x="14487" y="14488"/>
                </a:cubicBezTo>
                <a:cubicBezTo>
                  <a:pt x="15405" y="14366"/>
                  <a:pt x="16261" y="14198"/>
                  <a:pt x="17044" y="13996"/>
                </a:cubicBezTo>
                <a:cubicBezTo>
                  <a:pt x="18028" y="15740"/>
                  <a:pt x="18345" y="17140"/>
                  <a:pt x="17742" y="17743"/>
                </a:cubicBezTo>
                <a:moveTo>
                  <a:pt x="15404" y="11561"/>
                </a:moveTo>
                <a:cubicBezTo>
                  <a:pt x="15837" y="12119"/>
                  <a:pt x="16219" y="12662"/>
                  <a:pt x="16554" y="13185"/>
                </a:cubicBezTo>
                <a:cubicBezTo>
                  <a:pt x="15950" y="13317"/>
                  <a:pt x="15295" y="13429"/>
                  <a:pt x="14597" y="13517"/>
                </a:cubicBezTo>
                <a:cubicBezTo>
                  <a:pt x="14631" y="13155"/>
                  <a:pt x="14655" y="12784"/>
                  <a:pt x="14677" y="12409"/>
                </a:cubicBezTo>
                <a:cubicBezTo>
                  <a:pt x="14930" y="12127"/>
                  <a:pt x="15170" y="11844"/>
                  <a:pt x="15404" y="11561"/>
                </a:cubicBezTo>
                <a:moveTo>
                  <a:pt x="15402" y="10032"/>
                </a:moveTo>
                <a:cubicBezTo>
                  <a:pt x="15170" y="9752"/>
                  <a:pt x="14928" y="9471"/>
                  <a:pt x="14677" y="9191"/>
                </a:cubicBezTo>
                <a:cubicBezTo>
                  <a:pt x="14655" y="8817"/>
                  <a:pt x="14631" y="8445"/>
                  <a:pt x="14597" y="8084"/>
                </a:cubicBezTo>
                <a:cubicBezTo>
                  <a:pt x="15295" y="8171"/>
                  <a:pt x="15950" y="8283"/>
                  <a:pt x="16554" y="8415"/>
                </a:cubicBezTo>
                <a:cubicBezTo>
                  <a:pt x="16221" y="8935"/>
                  <a:pt x="15832" y="9478"/>
                  <a:pt x="15402" y="10032"/>
                </a:cubicBezTo>
                <a:moveTo>
                  <a:pt x="17742" y="3857"/>
                </a:moveTo>
                <a:cubicBezTo>
                  <a:pt x="18345" y="4460"/>
                  <a:pt x="18028" y="5860"/>
                  <a:pt x="17044" y="7604"/>
                </a:cubicBezTo>
                <a:cubicBezTo>
                  <a:pt x="16261" y="7402"/>
                  <a:pt x="15405" y="7234"/>
                  <a:pt x="14487" y="7112"/>
                </a:cubicBezTo>
                <a:cubicBezTo>
                  <a:pt x="14365" y="6194"/>
                  <a:pt x="14198" y="5339"/>
                  <a:pt x="13996" y="4555"/>
                </a:cubicBezTo>
                <a:cubicBezTo>
                  <a:pt x="15740" y="3572"/>
                  <a:pt x="17140" y="3255"/>
                  <a:pt x="17742" y="3857"/>
                </a:cubicBezTo>
                <a:moveTo>
                  <a:pt x="13718" y="12012"/>
                </a:moveTo>
                <a:cubicBezTo>
                  <a:pt x="13448" y="12303"/>
                  <a:pt x="13172" y="12593"/>
                  <a:pt x="12882" y="12883"/>
                </a:cubicBezTo>
                <a:cubicBezTo>
                  <a:pt x="12593" y="13172"/>
                  <a:pt x="12303" y="13449"/>
                  <a:pt x="12012" y="13719"/>
                </a:cubicBezTo>
                <a:cubicBezTo>
                  <a:pt x="11614" y="13733"/>
                  <a:pt x="11212" y="13745"/>
                  <a:pt x="10800" y="13745"/>
                </a:cubicBezTo>
                <a:cubicBezTo>
                  <a:pt x="10387" y="13745"/>
                  <a:pt x="9985" y="13733"/>
                  <a:pt x="9587" y="13719"/>
                </a:cubicBezTo>
                <a:cubicBezTo>
                  <a:pt x="9297" y="13449"/>
                  <a:pt x="9006" y="13172"/>
                  <a:pt x="8717" y="12883"/>
                </a:cubicBezTo>
                <a:cubicBezTo>
                  <a:pt x="8428" y="12593"/>
                  <a:pt x="8152" y="12303"/>
                  <a:pt x="7881" y="12012"/>
                </a:cubicBezTo>
                <a:cubicBezTo>
                  <a:pt x="7866" y="11614"/>
                  <a:pt x="7855" y="11212"/>
                  <a:pt x="7855" y="10800"/>
                </a:cubicBezTo>
                <a:cubicBezTo>
                  <a:pt x="7855" y="10388"/>
                  <a:pt x="7866" y="9986"/>
                  <a:pt x="7881" y="9587"/>
                </a:cubicBezTo>
                <a:cubicBezTo>
                  <a:pt x="8152" y="9297"/>
                  <a:pt x="8428" y="9007"/>
                  <a:pt x="8717" y="8717"/>
                </a:cubicBezTo>
                <a:cubicBezTo>
                  <a:pt x="9006" y="8428"/>
                  <a:pt x="9297" y="8151"/>
                  <a:pt x="9587" y="7881"/>
                </a:cubicBezTo>
                <a:cubicBezTo>
                  <a:pt x="9985" y="7867"/>
                  <a:pt x="10387" y="7855"/>
                  <a:pt x="10800" y="7855"/>
                </a:cubicBezTo>
                <a:cubicBezTo>
                  <a:pt x="11212" y="7855"/>
                  <a:pt x="11614" y="7867"/>
                  <a:pt x="12012" y="7881"/>
                </a:cubicBezTo>
                <a:cubicBezTo>
                  <a:pt x="12303" y="8151"/>
                  <a:pt x="12593" y="8428"/>
                  <a:pt x="12882" y="8717"/>
                </a:cubicBezTo>
                <a:cubicBezTo>
                  <a:pt x="13172" y="9007"/>
                  <a:pt x="13448" y="9297"/>
                  <a:pt x="13718" y="9587"/>
                </a:cubicBezTo>
                <a:cubicBezTo>
                  <a:pt x="13733" y="9986"/>
                  <a:pt x="13745" y="10388"/>
                  <a:pt x="13745" y="10800"/>
                </a:cubicBezTo>
                <a:cubicBezTo>
                  <a:pt x="13745" y="11212"/>
                  <a:pt x="13733" y="11614"/>
                  <a:pt x="13718" y="12012"/>
                </a:cubicBezTo>
                <a:moveTo>
                  <a:pt x="13185" y="16555"/>
                </a:moveTo>
                <a:cubicBezTo>
                  <a:pt x="12662" y="16219"/>
                  <a:pt x="12120" y="15837"/>
                  <a:pt x="11561" y="15404"/>
                </a:cubicBezTo>
                <a:cubicBezTo>
                  <a:pt x="11844" y="15170"/>
                  <a:pt x="12127" y="14931"/>
                  <a:pt x="12409" y="14677"/>
                </a:cubicBezTo>
                <a:cubicBezTo>
                  <a:pt x="12783" y="14655"/>
                  <a:pt x="13155" y="14631"/>
                  <a:pt x="13517" y="14597"/>
                </a:cubicBezTo>
                <a:cubicBezTo>
                  <a:pt x="13429" y="15295"/>
                  <a:pt x="13316" y="15950"/>
                  <a:pt x="13185" y="16555"/>
                </a:cubicBezTo>
                <a:moveTo>
                  <a:pt x="10800" y="20618"/>
                </a:moveTo>
                <a:cubicBezTo>
                  <a:pt x="9948" y="20618"/>
                  <a:pt x="9181" y="19410"/>
                  <a:pt x="8643" y="17481"/>
                </a:cubicBezTo>
                <a:cubicBezTo>
                  <a:pt x="9339" y="17072"/>
                  <a:pt x="10062" y="16573"/>
                  <a:pt x="10795" y="16011"/>
                </a:cubicBezTo>
                <a:cubicBezTo>
                  <a:pt x="11532" y="16576"/>
                  <a:pt x="12258" y="17070"/>
                  <a:pt x="12957" y="17481"/>
                </a:cubicBezTo>
                <a:cubicBezTo>
                  <a:pt x="12419" y="19410"/>
                  <a:pt x="11652" y="20618"/>
                  <a:pt x="10800" y="20618"/>
                </a:cubicBezTo>
                <a:moveTo>
                  <a:pt x="8083" y="14597"/>
                </a:moveTo>
                <a:cubicBezTo>
                  <a:pt x="8445" y="14631"/>
                  <a:pt x="8816" y="14655"/>
                  <a:pt x="9190" y="14677"/>
                </a:cubicBezTo>
                <a:cubicBezTo>
                  <a:pt x="9471" y="14929"/>
                  <a:pt x="9751" y="15170"/>
                  <a:pt x="10032" y="15403"/>
                </a:cubicBezTo>
                <a:cubicBezTo>
                  <a:pt x="9478" y="15832"/>
                  <a:pt x="8935" y="16221"/>
                  <a:pt x="8415" y="16555"/>
                </a:cubicBezTo>
                <a:cubicBezTo>
                  <a:pt x="8283" y="15950"/>
                  <a:pt x="8171" y="15295"/>
                  <a:pt x="8083" y="14597"/>
                </a:cubicBezTo>
                <a:moveTo>
                  <a:pt x="8415" y="5045"/>
                </a:moveTo>
                <a:cubicBezTo>
                  <a:pt x="8938" y="5381"/>
                  <a:pt x="9480" y="5762"/>
                  <a:pt x="10038" y="6196"/>
                </a:cubicBezTo>
                <a:cubicBezTo>
                  <a:pt x="9756" y="6430"/>
                  <a:pt x="9473" y="6670"/>
                  <a:pt x="9190" y="6924"/>
                </a:cubicBezTo>
                <a:cubicBezTo>
                  <a:pt x="8816" y="6945"/>
                  <a:pt x="8445" y="6969"/>
                  <a:pt x="8083" y="7003"/>
                </a:cubicBezTo>
                <a:cubicBezTo>
                  <a:pt x="8171" y="6305"/>
                  <a:pt x="8283" y="5650"/>
                  <a:pt x="8415" y="5045"/>
                </a:cubicBezTo>
                <a:moveTo>
                  <a:pt x="10800" y="982"/>
                </a:moveTo>
                <a:cubicBezTo>
                  <a:pt x="11652" y="982"/>
                  <a:pt x="12419" y="2191"/>
                  <a:pt x="12957" y="4119"/>
                </a:cubicBezTo>
                <a:cubicBezTo>
                  <a:pt x="12261" y="4528"/>
                  <a:pt x="11537" y="5027"/>
                  <a:pt x="10804" y="5589"/>
                </a:cubicBezTo>
                <a:cubicBezTo>
                  <a:pt x="10067" y="5024"/>
                  <a:pt x="9341" y="4530"/>
                  <a:pt x="8643" y="4119"/>
                </a:cubicBezTo>
                <a:cubicBezTo>
                  <a:pt x="9181" y="2191"/>
                  <a:pt x="9948" y="982"/>
                  <a:pt x="10800" y="982"/>
                </a:cubicBezTo>
                <a:moveTo>
                  <a:pt x="13517" y="7003"/>
                </a:moveTo>
                <a:cubicBezTo>
                  <a:pt x="13155" y="6969"/>
                  <a:pt x="12783" y="6945"/>
                  <a:pt x="12409" y="6924"/>
                </a:cubicBezTo>
                <a:cubicBezTo>
                  <a:pt x="12129" y="6671"/>
                  <a:pt x="11848" y="6430"/>
                  <a:pt x="11568" y="6198"/>
                </a:cubicBezTo>
                <a:cubicBezTo>
                  <a:pt x="12122" y="5768"/>
                  <a:pt x="12665" y="5379"/>
                  <a:pt x="13185" y="5045"/>
                </a:cubicBezTo>
                <a:cubicBezTo>
                  <a:pt x="13316" y="5650"/>
                  <a:pt x="13429" y="6305"/>
                  <a:pt x="13517" y="7003"/>
                </a:cubicBezTo>
                <a:moveTo>
                  <a:pt x="7112" y="7112"/>
                </a:moveTo>
                <a:cubicBezTo>
                  <a:pt x="6194" y="7234"/>
                  <a:pt x="5339" y="7402"/>
                  <a:pt x="4555" y="7604"/>
                </a:cubicBezTo>
                <a:cubicBezTo>
                  <a:pt x="3572" y="5860"/>
                  <a:pt x="3255" y="4460"/>
                  <a:pt x="3858" y="3857"/>
                </a:cubicBezTo>
                <a:cubicBezTo>
                  <a:pt x="4460" y="3255"/>
                  <a:pt x="5860" y="3572"/>
                  <a:pt x="7604" y="4555"/>
                </a:cubicBezTo>
                <a:cubicBezTo>
                  <a:pt x="7402" y="5339"/>
                  <a:pt x="7234" y="6194"/>
                  <a:pt x="7112" y="7112"/>
                </a:cubicBezTo>
                <a:moveTo>
                  <a:pt x="3858" y="17743"/>
                </a:moveTo>
                <a:cubicBezTo>
                  <a:pt x="3255" y="17140"/>
                  <a:pt x="3572" y="15740"/>
                  <a:pt x="4555" y="13996"/>
                </a:cubicBezTo>
                <a:cubicBezTo>
                  <a:pt x="5339" y="14198"/>
                  <a:pt x="6194" y="14366"/>
                  <a:pt x="7112" y="14488"/>
                </a:cubicBezTo>
                <a:cubicBezTo>
                  <a:pt x="7234" y="15406"/>
                  <a:pt x="7402" y="16261"/>
                  <a:pt x="7604" y="17045"/>
                </a:cubicBezTo>
                <a:cubicBezTo>
                  <a:pt x="5860" y="18028"/>
                  <a:pt x="4460" y="18345"/>
                  <a:pt x="3858" y="17743"/>
                </a:cubicBezTo>
                <a:moveTo>
                  <a:pt x="7003" y="13517"/>
                </a:moveTo>
                <a:cubicBezTo>
                  <a:pt x="6305" y="13429"/>
                  <a:pt x="5650" y="13317"/>
                  <a:pt x="5045" y="13185"/>
                </a:cubicBezTo>
                <a:cubicBezTo>
                  <a:pt x="5379" y="12665"/>
                  <a:pt x="5768" y="12122"/>
                  <a:pt x="6197" y="11568"/>
                </a:cubicBezTo>
                <a:cubicBezTo>
                  <a:pt x="6429" y="11848"/>
                  <a:pt x="6671" y="12129"/>
                  <a:pt x="6923" y="12409"/>
                </a:cubicBezTo>
                <a:cubicBezTo>
                  <a:pt x="6944" y="12784"/>
                  <a:pt x="6968" y="13155"/>
                  <a:pt x="7003" y="13517"/>
                </a:cubicBezTo>
                <a:moveTo>
                  <a:pt x="6923" y="9191"/>
                </a:moveTo>
                <a:cubicBezTo>
                  <a:pt x="6669" y="9473"/>
                  <a:pt x="6429" y="9756"/>
                  <a:pt x="6196" y="10039"/>
                </a:cubicBezTo>
                <a:cubicBezTo>
                  <a:pt x="5763" y="9481"/>
                  <a:pt x="5381" y="8938"/>
                  <a:pt x="5045" y="8415"/>
                </a:cubicBezTo>
                <a:cubicBezTo>
                  <a:pt x="5650" y="8283"/>
                  <a:pt x="6305" y="8171"/>
                  <a:pt x="7003" y="8084"/>
                </a:cubicBezTo>
                <a:cubicBezTo>
                  <a:pt x="6968" y="8445"/>
                  <a:pt x="6944" y="8816"/>
                  <a:pt x="6923" y="9191"/>
                </a:cubicBezTo>
                <a:moveTo>
                  <a:pt x="982" y="10800"/>
                </a:moveTo>
                <a:cubicBezTo>
                  <a:pt x="982" y="9948"/>
                  <a:pt x="2190" y="9181"/>
                  <a:pt x="4119" y="8644"/>
                </a:cubicBezTo>
                <a:cubicBezTo>
                  <a:pt x="4530" y="9342"/>
                  <a:pt x="5023" y="10067"/>
                  <a:pt x="5588" y="10805"/>
                </a:cubicBezTo>
                <a:cubicBezTo>
                  <a:pt x="5027" y="11537"/>
                  <a:pt x="4528" y="12262"/>
                  <a:pt x="4119" y="12956"/>
                </a:cubicBezTo>
                <a:cubicBezTo>
                  <a:pt x="2190" y="12419"/>
                  <a:pt x="982" y="11652"/>
                  <a:pt x="982" y="10800"/>
                </a:cubicBezTo>
                <a:moveTo>
                  <a:pt x="21600" y="10800"/>
                </a:moveTo>
                <a:cubicBezTo>
                  <a:pt x="21600" y="9624"/>
                  <a:pt x="20173" y="8571"/>
                  <a:pt x="17918" y="7853"/>
                </a:cubicBezTo>
                <a:cubicBezTo>
                  <a:pt x="19002" y="5750"/>
                  <a:pt x="19269" y="3995"/>
                  <a:pt x="18437" y="3163"/>
                </a:cubicBezTo>
                <a:cubicBezTo>
                  <a:pt x="17605" y="2332"/>
                  <a:pt x="15850" y="2598"/>
                  <a:pt x="13748" y="3682"/>
                </a:cubicBezTo>
                <a:cubicBezTo>
                  <a:pt x="13029" y="1427"/>
                  <a:pt x="11976" y="0"/>
                  <a:pt x="10800" y="0"/>
                </a:cubicBezTo>
                <a:cubicBezTo>
                  <a:pt x="9623" y="0"/>
                  <a:pt x="8571" y="1427"/>
                  <a:pt x="7852" y="3682"/>
                </a:cubicBezTo>
                <a:cubicBezTo>
                  <a:pt x="5750" y="2598"/>
                  <a:pt x="3995" y="2332"/>
                  <a:pt x="3163" y="3163"/>
                </a:cubicBezTo>
                <a:cubicBezTo>
                  <a:pt x="2331" y="3995"/>
                  <a:pt x="2598" y="5750"/>
                  <a:pt x="3682" y="7853"/>
                </a:cubicBezTo>
                <a:cubicBezTo>
                  <a:pt x="1426" y="8571"/>
                  <a:pt x="0" y="9624"/>
                  <a:pt x="0" y="10800"/>
                </a:cubicBezTo>
                <a:cubicBezTo>
                  <a:pt x="0" y="11976"/>
                  <a:pt x="1426" y="13029"/>
                  <a:pt x="3682" y="13748"/>
                </a:cubicBezTo>
                <a:cubicBezTo>
                  <a:pt x="2598" y="15851"/>
                  <a:pt x="2331" y="17605"/>
                  <a:pt x="3163" y="18437"/>
                </a:cubicBezTo>
                <a:cubicBezTo>
                  <a:pt x="3995" y="19268"/>
                  <a:pt x="5750" y="19002"/>
                  <a:pt x="7852" y="17918"/>
                </a:cubicBezTo>
                <a:cubicBezTo>
                  <a:pt x="8571" y="20173"/>
                  <a:pt x="9623" y="21600"/>
                  <a:pt x="10800" y="21600"/>
                </a:cubicBezTo>
                <a:cubicBezTo>
                  <a:pt x="11976" y="21600"/>
                  <a:pt x="13029" y="20173"/>
                  <a:pt x="13748" y="17918"/>
                </a:cubicBezTo>
                <a:cubicBezTo>
                  <a:pt x="15850" y="19002"/>
                  <a:pt x="17605" y="19268"/>
                  <a:pt x="18437" y="18437"/>
                </a:cubicBezTo>
                <a:cubicBezTo>
                  <a:pt x="19269" y="17605"/>
                  <a:pt x="19002" y="15851"/>
                  <a:pt x="17918" y="13748"/>
                </a:cubicBezTo>
                <a:cubicBezTo>
                  <a:pt x="20173" y="13029"/>
                  <a:pt x="21600" y="11976"/>
                  <a:pt x="21600" y="10800"/>
                </a:cubicBezTo>
                <a:moveTo>
                  <a:pt x="10800" y="9818"/>
                </a:moveTo>
                <a:cubicBezTo>
                  <a:pt x="10258" y="9818"/>
                  <a:pt x="9818" y="10258"/>
                  <a:pt x="9818" y="10800"/>
                </a:cubicBezTo>
                <a:cubicBezTo>
                  <a:pt x="9818" y="11342"/>
                  <a:pt x="10258" y="11782"/>
                  <a:pt x="10800" y="11782"/>
                </a:cubicBezTo>
                <a:cubicBezTo>
                  <a:pt x="11342" y="11782"/>
                  <a:pt x="11782" y="11342"/>
                  <a:pt x="11782" y="10800"/>
                </a:cubicBezTo>
                <a:cubicBezTo>
                  <a:pt x="11782" y="10258"/>
                  <a:pt x="11342" y="9818"/>
                  <a:pt x="10800" y="981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9" name="Shape 2779"/>
          <p:cNvSpPr/>
          <p:nvPr/>
        </p:nvSpPr>
        <p:spPr>
          <a:xfrm>
            <a:off x="5106960" y="4280040"/>
            <a:ext cx="1522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867" y="16691"/>
                </a:moveTo>
                <a:lnTo>
                  <a:pt x="5303" y="12525"/>
                </a:lnTo>
                <a:lnTo>
                  <a:pt x="5294" y="12521"/>
                </a:lnTo>
                <a:cubicBezTo>
                  <a:pt x="5355" y="12447"/>
                  <a:pt x="5400" y="12365"/>
                  <a:pt x="5400" y="12273"/>
                </a:cubicBezTo>
                <a:cubicBezTo>
                  <a:pt x="5400" y="12001"/>
                  <a:pt x="5098" y="11782"/>
                  <a:pt x="4725" y="11782"/>
                </a:cubicBezTo>
                <a:lnTo>
                  <a:pt x="3375" y="11782"/>
                </a:lnTo>
                <a:lnTo>
                  <a:pt x="6615" y="8640"/>
                </a:lnTo>
                <a:lnTo>
                  <a:pt x="6606" y="8635"/>
                </a:lnTo>
                <a:cubicBezTo>
                  <a:pt x="6691" y="8553"/>
                  <a:pt x="6750" y="8456"/>
                  <a:pt x="6750" y="8345"/>
                </a:cubicBezTo>
                <a:cubicBezTo>
                  <a:pt x="6750" y="8075"/>
                  <a:pt x="6448" y="7855"/>
                  <a:pt x="6075" y="7855"/>
                </a:cubicBezTo>
                <a:lnTo>
                  <a:pt x="4855" y="7855"/>
                </a:lnTo>
                <a:lnTo>
                  <a:pt x="8548" y="4785"/>
                </a:lnTo>
                <a:lnTo>
                  <a:pt x="8544" y="4782"/>
                </a:lnTo>
                <a:cubicBezTo>
                  <a:pt x="8683" y="4691"/>
                  <a:pt x="8775" y="4564"/>
                  <a:pt x="8775" y="4418"/>
                </a:cubicBezTo>
                <a:cubicBezTo>
                  <a:pt x="8775" y="4147"/>
                  <a:pt x="8473" y="3927"/>
                  <a:pt x="8100" y="3927"/>
                </a:cubicBezTo>
                <a:lnTo>
                  <a:pt x="7029" y="3927"/>
                </a:lnTo>
                <a:lnTo>
                  <a:pt x="10800" y="1185"/>
                </a:lnTo>
                <a:lnTo>
                  <a:pt x="14571" y="3927"/>
                </a:lnTo>
                <a:lnTo>
                  <a:pt x="13500" y="3927"/>
                </a:lnTo>
                <a:cubicBezTo>
                  <a:pt x="13128" y="3927"/>
                  <a:pt x="12825" y="4147"/>
                  <a:pt x="12825" y="4418"/>
                </a:cubicBezTo>
                <a:cubicBezTo>
                  <a:pt x="12825" y="4564"/>
                  <a:pt x="12917" y="4691"/>
                  <a:pt x="13056" y="4782"/>
                </a:cubicBezTo>
                <a:lnTo>
                  <a:pt x="13052" y="4785"/>
                </a:lnTo>
                <a:lnTo>
                  <a:pt x="16744" y="7855"/>
                </a:lnTo>
                <a:lnTo>
                  <a:pt x="15525" y="7855"/>
                </a:lnTo>
                <a:cubicBezTo>
                  <a:pt x="15153" y="7855"/>
                  <a:pt x="14850" y="8075"/>
                  <a:pt x="14850" y="8345"/>
                </a:cubicBezTo>
                <a:cubicBezTo>
                  <a:pt x="14850" y="8456"/>
                  <a:pt x="14909" y="8553"/>
                  <a:pt x="14994" y="8635"/>
                </a:cubicBezTo>
                <a:lnTo>
                  <a:pt x="14985" y="8640"/>
                </a:lnTo>
                <a:lnTo>
                  <a:pt x="18225" y="11782"/>
                </a:lnTo>
                <a:lnTo>
                  <a:pt x="16875" y="11782"/>
                </a:lnTo>
                <a:cubicBezTo>
                  <a:pt x="16503" y="11782"/>
                  <a:pt x="16200" y="12001"/>
                  <a:pt x="16200" y="12273"/>
                </a:cubicBezTo>
                <a:cubicBezTo>
                  <a:pt x="16200" y="12365"/>
                  <a:pt x="16244" y="12447"/>
                  <a:pt x="16306" y="12521"/>
                </a:cubicBezTo>
                <a:lnTo>
                  <a:pt x="16296" y="12525"/>
                </a:lnTo>
                <a:lnTo>
                  <a:pt x="19733" y="16691"/>
                </a:lnTo>
                <a:cubicBezTo>
                  <a:pt x="19733" y="16691"/>
                  <a:pt x="1867" y="16691"/>
                  <a:pt x="1867" y="16691"/>
                </a:cubicBezTo>
                <a:close/>
                <a:moveTo>
                  <a:pt x="12150" y="20618"/>
                </a:moveTo>
                <a:lnTo>
                  <a:pt x="9450" y="20618"/>
                </a:lnTo>
                <a:lnTo>
                  <a:pt x="9450" y="17673"/>
                </a:lnTo>
                <a:lnTo>
                  <a:pt x="12150" y="17673"/>
                </a:lnTo>
                <a:cubicBezTo>
                  <a:pt x="12150" y="17673"/>
                  <a:pt x="12150" y="20618"/>
                  <a:pt x="12150" y="20618"/>
                </a:cubicBezTo>
                <a:close/>
                <a:moveTo>
                  <a:pt x="21494" y="16933"/>
                </a:moveTo>
                <a:lnTo>
                  <a:pt x="21503" y="16929"/>
                </a:lnTo>
                <a:lnTo>
                  <a:pt x="18067" y="12764"/>
                </a:lnTo>
                <a:lnTo>
                  <a:pt x="19575" y="12764"/>
                </a:lnTo>
                <a:cubicBezTo>
                  <a:pt x="19948" y="12764"/>
                  <a:pt x="20250" y="12544"/>
                  <a:pt x="20250" y="12273"/>
                </a:cubicBezTo>
                <a:cubicBezTo>
                  <a:pt x="20250" y="12162"/>
                  <a:pt x="20191" y="12066"/>
                  <a:pt x="20106" y="11983"/>
                </a:cubicBezTo>
                <a:lnTo>
                  <a:pt x="20115" y="11978"/>
                </a:lnTo>
                <a:lnTo>
                  <a:pt x="16875" y="8836"/>
                </a:lnTo>
                <a:lnTo>
                  <a:pt x="18225" y="8836"/>
                </a:lnTo>
                <a:cubicBezTo>
                  <a:pt x="18598" y="8836"/>
                  <a:pt x="18900" y="8617"/>
                  <a:pt x="18900" y="8345"/>
                </a:cubicBezTo>
                <a:cubicBezTo>
                  <a:pt x="18900" y="8200"/>
                  <a:pt x="18808" y="8072"/>
                  <a:pt x="18669" y="7982"/>
                </a:cubicBezTo>
                <a:lnTo>
                  <a:pt x="18673" y="7978"/>
                </a:lnTo>
                <a:lnTo>
                  <a:pt x="14980" y="4909"/>
                </a:lnTo>
                <a:lnTo>
                  <a:pt x="16200" y="4909"/>
                </a:lnTo>
                <a:cubicBezTo>
                  <a:pt x="16573" y="4909"/>
                  <a:pt x="16875" y="4690"/>
                  <a:pt x="16875" y="4418"/>
                </a:cubicBezTo>
                <a:cubicBezTo>
                  <a:pt x="16875" y="4283"/>
                  <a:pt x="16800" y="4160"/>
                  <a:pt x="16677" y="4071"/>
                </a:cubicBezTo>
                <a:lnTo>
                  <a:pt x="11277" y="144"/>
                </a:lnTo>
                <a:cubicBezTo>
                  <a:pt x="11155" y="55"/>
                  <a:pt x="10986" y="0"/>
                  <a:pt x="10800" y="0"/>
                </a:cubicBezTo>
                <a:cubicBezTo>
                  <a:pt x="10614" y="0"/>
                  <a:pt x="10445" y="55"/>
                  <a:pt x="10323" y="144"/>
                </a:cubicBezTo>
                <a:lnTo>
                  <a:pt x="4923" y="4071"/>
                </a:lnTo>
                <a:cubicBezTo>
                  <a:pt x="4801" y="4160"/>
                  <a:pt x="4725" y="4283"/>
                  <a:pt x="4725" y="4418"/>
                </a:cubicBezTo>
                <a:cubicBezTo>
                  <a:pt x="4725" y="4690"/>
                  <a:pt x="5028" y="4909"/>
                  <a:pt x="5400" y="4909"/>
                </a:cubicBezTo>
                <a:lnTo>
                  <a:pt x="6619" y="4909"/>
                </a:lnTo>
                <a:lnTo>
                  <a:pt x="2927" y="7978"/>
                </a:lnTo>
                <a:lnTo>
                  <a:pt x="2931" y="7982"/>
                </a:lnTo>
                <a:cubicBezTo>
                  <a:pt x="2792" y="8072"/>
                  <a:pt x="2700" y="8200"/>
                  <a:pt x="2700" y="8345"/>
                </a:cubicBezTo>
                <a:cubicBezTo>
                  <a:pt x="2700" y="8617"/>
                  <a:pt x="3003" y="8836"/>
                  <a:pt x="3375" y="8836"/>
                </a:cubicBezTo>
                <a:lnTo>
                  <a:pt x="4725" y="8836"/>
                </a:lnTo>
                <a:lnTo>
                  <a:pt x="1485" y="11978"/>
                </a:lnTo>
                <a:lnTo>
                  <a:pt x="1494" y="11983"/>
                </a:lnTo>
                <a:cubicBezTo>
                  <a:pt x="1409" y="12066"/>
                  <a:pt x="1350" y="12162"/>
                  <a:pt x="1350" y="12273"/>
                </a:cubicBezTo>
                <a:cubicBezTo>
                  <a:pt x="1350" y="12544"/>
                  <a:pt x="1653" y="12764"/>
                  <a:pt x="2025" y="12764"/>
                </a:cubicBezTo>
                <a:lnTo>
                  <a:pt x="3533" y="12764"/>
                </a:lnTo>
                <a:lnTo>
                  <a:pt x="96" y="16929"/>
                </a:lnTo>
                <a:lnTo>
                  <a:pt x="106" y="16933"/>
                </a:lnTo>
                <a:cubicBezTo>
                  <a:pt x="44" y="17007"/>
                  <a:pt x="0" y="17089"/>
                  <a:pt x="0" y="17182"/>
                </a:cubicBezTo>
                <a:cubicBezTo>
                  <a:pt x="0" y="17453"/>
                  <a:pt x="303" y="17673"/>
                  <a:pt x="675" y="17673"/>
                </a:cubicBezTo>
                <a:lnTo>
                  <a:pt x="8100" y="17673"/>
                </a:lnTo>
                <a:lnTo>
                  <a:pt x="8100" y="21109"/>
                </a:lnTo>
                <a:cubicBezTo>
                  <a:pt x="8100" y="21380"/>
                  <a:pt x="8403" y="21600"/>
                  <a:pt x="8775" y="21600"/>
                </a:cubicBezTo>
                <a:lnTo>
                  <a:pt x="12825" y="21600"/>
                </a:lnTo>
                <a:cubicBezTo>
                  <a:pt x="13198" y="21600"/>
                  <a:pt x="13500" y="21380"/>
                  <a:pt x="13500" y="21109"/>
                </a:cubicBezTo>
                <a:lnTo>
                  <a:pt x="13500" y="17673"/>
                </a:lnTo>
                <a:lnTo>
                  <a:pt x="20925" y="17673"/>
                </a:lnTo>
                <a:cubicBezTo>
                  <a:pt x="21298" y="17673"/>
                  <a:pt x="21600" y="17453"/>
                  <a:pt x="21600" y="17182"/>
                </a:cubicBezTo>
                <a:cubicBezTo>
                  <a:pt x="21600" y="17089"/>
                  <a:pt x="21555" y="17007"/>
                  <a:pt x="21494" y="1693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0" name="Shape 2780"/>
          <p:cNvSpPr/>
          <p:nvPr/>
        </p:nvSpPr>
        <p:spPr>
          <a:xfrm>
            <a:off x="5535720" y="4280040"/>
            <a:ext cx="9504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9440" y="14727"/>
                </a:moveTo>
                <a:lnTo>
                  <a:pt x="2160" y="14727"/>
                </a:lnTo>
                <a:lnTo>
                  <a:pt x="2160" y="4909"/>
                </a:lnTo>
                <a:cubicBezTo>
                  <a:pt x="2160" y="2740"/>
                  <a:pt x="6028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4909"/>
                  <a:pt x="19440" y="14727"/>
                  <a:pt x="19440" y="14727"/>
                </a:cubicBezTo>
                <a:close/>
                <a:moveTo>
                  <a:pt x="10800" y="0"/>
                </a:moveTo>
                <a:cubicBezTo>
                  <a:pt x="4835" y="0"/>
                  <a:pt x="0" y="2198"/>
                  <a:pt x="0" y="4909"/>
                </a:cubicBezTo>
                <a:lnTo>
                  <a:pt x="0" y="14727"/>
                </a:lnTo>
                <a:cubicBezTo>
                  <a:pt x="0" y="15269"/>
                  <a:pt x="968" y="15709"/>
                  <a:pt x="2160" y="15709"/>
                </a:cubicBezTo>
                <a:lnTo>
                  <a:pt x="9720" y="15709"/>
                </a:lnTo>
                <a:lnTo>
                  <a:pt x="9720" y="21109"/>
                </a:lnTo>
                <a:cubicBezTo>
                  <a:pt x="9720" y="21380"/>
                  <a:pt x="10204" y="21600"/>
                  <a:pt x="10800" y="21600"/>
                </a:cubicBezTo>
                <a:cubicBezTo>
                  <a:pt x="11396" y="21600"/>
                  <a:pt x="11880" y="21380"/>
                  <a:pt x="11880" y="21109"/>
                </a:cubicBezTo>
                <a:lnTo>
                  <a:pt x="11880" y="15709"/>
                </a:lnTo>
                <a:lnTo>
                  <a:pt x="19440" y="15709"/>
                </a:lnTo>
                <a:cubicBezTo>
                  <a:pt x="20632" y="15709"/>
                  <a:pt x="21600" y="15269"/>
                  <a:pt x="21600" y="14727"/>
                </a:cubicBezTo>
                <a:lnTo>
                  <a:pt x="21600" y="4909"/>
                </a:lnTo>
                <a:cubicBezTo>
                  <a:pt x="21600" y="2198"/>
                  <a:pt x="16765" y="0"/>
                  <a:pt x="10800" y="0"/>
                </a:cubicBezTo>
                <a:moveTo>
                  <a:pt x="7560" y="4909"/>
                </a:moveTo>
                <a:cubicBezTo>
                  <a:pt x="6964" y="4909"/>
                  <a:pt x="6480" y="5129"/>
                  <a:pt x="6480" y="5400"/>
                </a:cubicBezTo>
                <a:lnTo>
                  <a:pt x="6480" y="12273"/>
                </a:lnTo>
                <a:cubicBezTo>
                  <a:pt x="6480" y="12544"/>
                  <a:pt x="6964" y="12764"/>
                  <a:pt x="7560" y="12764"/>
                </a:cubicBezTo>
                <a:cubicBezTo>
                  <a:pt x="8156" y="12764"/>
                  <a:pt x="8640" y="12544"/>
                  <a:pt x="8640" y="12273"/>
                </a:cubicBezTo>
                <a:lnTo>
                  <a:pt x="8640" y="5400"/>
                </a:lnTo>
                <a:cubicBezTo>
                  <a:pt x="8640" y="5129"/>
                  <a:pt x="8156" y="4909"/>
                  <a:pt x="7560" y="4909"/>
                </a:cubicBezTo>
                <a:moveTo>
                  <a:pt x="14040" y="4909"/>
                </a:moveTo>
                <a:cubicBezTo>
                  <a:pt x="13444" y="4909"/>
                  <a:pt x="12960" y="5129"/>
                  <a:pt x="12960" y="5400"/>
                </a:cubicBezTo>
                <a:lnTo>
                  <a:pt x="12960" y="12273"/>
                </a:lnTo>
                <a:cubicBezTo>
                  <a:pt x="12960" y="12544"/>
                  <a:pt x="13444" y="12764"/>
                  <a:pt x="14040" y="12764"/>
                </a:cubicBezTo>
                <a:cubicBezTo>
                  <a:pt x="14636" y="12764"/>
                  <a:pt x="15120" y="12544"/>
                  <a:pt x="15120" y="12273"/>
                </a:cubicBezTo>
                <a:lnTo>
                  <a:pt x="15120" y="5400"/>
                </a:lnTo>
                <a:cubicBezTo>
                  <a:pt x="15120" y="5129"/>
                  <a:pt x="14636" y="4909"/>
                  <a:pt x="14040" y="4909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1" name="Shape 2781"/>
          <p:cNvSpPr/>
          <p:nvPr/>
        </p:nvSpPr>
        <p:spPr>
          <a:xfrm>
            <a:off x="5878440" y="428004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5891" y="6873"/>
                </a:moveTo>
                <a:cubicBezTo>
                  <a:pt x="6162" y="6873"/>
                  <a:pt x="6382" y="6653"/>
                  <a:pt x="6382" y="6382"/>
                </a:cubicBezTo>
                <a:lnTo>
                  <a:pt x="6382" y="1473"/>
                </a:lnTo>
                <a:cubicBezTo>
                  <a:pt x="6382" y="1201"/>
                  <a:pt x="6162" y="982"/>
                  <a:pt x="5891" y="982"/>
                </a:cubicBezTo>
                <a:cubicBezTo>
                  <a:pt x="5620" y="982"/>
                  <a:pt x="5400" y="1201"/>
                  <a:pt x="5400" y="1473"/>
                </a:cubicBezTo>
                <a:lnTo>
                  <a:pt x="5400" y="6382"/>
                </a:lnTo>
                <a:cubicBezTo>
                  <a:pt x="5400" y="6653"/>
                  <a:pt x="5620" y="6873"/>
                  <a:pt x="5891" y="6873"/>
                </a:cubicBezTo>
                <a:moveTo>
                  <a:pt x="2945" y="5891"/>
                </a:moveTo>
                <a:cubicBezTo>
                  <a:pt x="3216" y="5891"/>
                  <a:pt x="3436" y="5671"/>
                  <a:pt x="3436" y="5400"/>
                </a:cubicBezTo>
                <a:lnTo>
                  <a:pt x="3436" y="2455"/>
                </a:lnTo>
                <a:cubicBezTo>
                  <a:pt x="3436" y="2183"/>
                  <a:pt x="3216" y="1964"/>
                  <a:pt x="2945" y="1964"/>
                </a:cubicBezTo>
                <a:cubicBezTo>
                  <a:pt x="2675" y="1964"/>
                  <a:pt x="2455" y="2183"/>
                  <a:pt x="2455" y="2455"/>
                </a:cubicBezTo>
                <a:lnTo>
                  <a:pt x="2455" y="5400"/>
                </a:lnTo>
                <a:cubicBezTo>
                  <a:pt x="2455" y="5671"/>
                  <a:pt x="2675" y="5891"/>
                  <a:pt x="2945" y="5891"/>
                </a:cubicBezTo>
                <a:moveTo>
                  <a:pt x="18655" y="15218"/>
                </a:moveTo>
                <a:lnTo>
                  <a:pt x="17648" y="15218"/>
                </a:lnTo>
                <a:cubicBezTo>
                  <a:pt x="17660" y="15056"/>
                  <a:pt x="17673" y="14893"/>
                  <a:pt x="17673" y="14727"/>
                </a:cubicBezTo>
                <a:lnTo>
                  <a:pt x="17673" y="11291"/>
                </a:lnTo>
                <a:lnTo>
                  <a:pt x="18655" y="11291"/>
                </a:lnTo>
                <a:cubicBezTo>
                  <a:pt x="19739" y="11291"/>
                  <a:pt x="20618" y="12170"/>
                  <a:pt x="20618" y="13255"/>
                </a:cubicBezTo>
                <a:cubicBezTo>
                  <a:pt x="20618" y="14339"/>
                  <a:pt x="19739" y="15218"/>
                  <a:pt x="18655" y="15218"/>
                </a:cubicBezTo>
                <a:moveTo>
                  <a:pt x="16691" y="14727"/>
                </a:moveTo>
                <a:cubicBezTo>
                  <a:pt x="16691" y="15802"/>
                  <a:pt x="16399" y="16805"/>
                  <a:pt x="15896" y="17673"/>
                </a:cubicBezTo>
                <a:lnTo>
                  <a:pt x="1777" y="17673"/>
                </a:lnTo>
                <a:cubicBezTo>
                  <a:pt x="1274" y="16805"/>
                  <a:pt x="982" y="15802"/>
                  <a:pt x="982" y="14727"/>
                </a:cubicBezTo>
                <a:lnTo>
                  <a:pt x="982" y="8836"/>
                </a:lnTo>
                <a:lnTo>
                  <a:pt x="16691" y="8836"/>
                </a:lnTo>
                <a:cubicBezTo>
                  <a:pt x="16691" y="8836"/>
                  <a:pt x="16691" y="14727"/>
                  <a:pt x="16691" y="14727"/>
                </a:cubicBezTo>
                <a:close/>
                <a:moveTo>
                  <a:pt x="10800" y="20618"/>
                </a:moveTo>
                <a:lnTo>
                  <a:pt x="6873" y="20618"/>
                </a:lnTo>
                <a:cubicBezTo>
                  <a:pt x="5131" y="20618"/>
                  <a:pt x="3569" y="19857"/>
                  <a:pt x="2491" y="18655"/>
                </a:cubicBezTo>
                <a:lnTo>
                  <a:pt x="15182" y="18655"/>
                </a:lnTo>
                <a:cubicBezTo>
                  <a:pt x="14103" y="19857"/>
                  <a:pt x="12542" y="20618"/>
                  <a:pt x="10800" y="20618"/>
                </a:cubicBezTo>
                <a:moveTo>
                  <a:pt x="18655" y="10309"/>
                </a:moveTo>
                <a:lnTo>
                  <a:pt x="17673" y="10309"/>
                </a:lnTo>
                <a:lnTo>
                  <a:pt x="17673" y="8836"/>
                </a:lnTo>
                <a:cubicBezTo>
                  <a:pt x="17673" y="8295"/>
                  <a:pt x="17233" y="7855"/>
                  <a:pt x="16691" y="7855"/>
                </a:cubicBezTo>
                <a:lnTo>
                  <a:pt x="982" y="7855"/>
                </a:lnTo>
                <a:cubicBezTo>
                  <a:pt x="440" y="7855"/>
                  <a:pt x="0" y="8295"/>
                  <a:pt x="0" y="8836"/>
                </a:cubicBezTo>
                <a:lnTo>
                  <a:pt x="0" y="14727"/>
                </a:lnTo>
                <a:cubicBezTo>
                  <a:pt x="0" y="17232"/>
                  <a:pt x="1344" y="19417"/>
                  <a:pt x="3346" y="20618"/>
                </a:cubicBezTo>
                <a:lnTo>
                  <a:pt x="491" y="20618"/>
                </a:lnTo>
                <a:cubicBezTo>
                  <a:pt x="220" y="20618"/>
                  <a:pt x="0" y="20838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lnTo>
                  <a:pt x="17182" y="21600"/>
                </a:lnTo>
                <a:cubicBezTo>
                  <a:pt x="17453" y="21600"/>
                  <a:pt x="17673" y="21380"/>
                  <a:pt x="17673" y="21109"/>
                </a:cubicBezTo>
                <a:cubicBezTo>
                  <a:pt x="17673" y="20838"/>
                  <a:pt x="17453" y="20618"/>
                  <a:pt x="17182" y="20618"/>
                </a:cubicBezTo>
                <a:lnTo>
                  <a:pt x="14330" y="20618"/>
                </a:lnTo>
                <a:cubicBezTo>
                  <a:pt x="15925" y="19659"/>
                  <a:pt x="17101" y="18074"/>
                  <a:pt x="17511" y="16200"/>
                </a:cubicBezTo>
                <a:lnTo>
                  <a:pt x="18655" y="16200"/>
                </a:lnTo>
                <a:cubicBezTo>
                  <a:pt x="20281" y="16200"/>
                  <a:pt x="21600" y="14882"/>
                  <a:pt x="21600" y="13255"/>
                </a:cubicBezTo>
                <a:cubicBezTo>
                  <a:pt x="21600" y="11628"/>
                  <a:pt x="20281" y="10309"/>
                  <a:pt x="18655" y="10309"/>
                </a:cubicBezTo>
                <a:moveTo>
                  <a:pt x="11782" y="5891"/>
                </a:moveTo>
                <a:cubicBezTo>
                  <a:pt x="12053" y="5891"/>
                  <a:pt x="12273" y="5671"/>
                  <a:pt x="12273" y="5400"/>
                </a:cubicBezTo>
                <a:lnTo>
                  <a:pt x="12273" y="2455"/>
                </a:lnTo>
                <a:cubicBezTo>
                  <a:pt x="12273" y="2183"/>
                  <a:pt x="12053" y="1964"/>
                  <a:pt x="11782" y="1964"/>
                </a:cubicBezTo>
                <a:cubicBezTo>
                  <a:pt x="11511" y="1964"/>
                  <a:pt x="11291" y="2183"/>
                  <a:pt x="11291" y="2455"/>
                </a:cubicBezTo>
                <a:lnTo>
                  <a:pt x="11291" y="5400"/>
                </a:lnTo>
                <a:cubicBezTo>
                  <a:pt x="11291" y="5671"/>
                  <a:pt x="11511" y="5891"/>
                  <a:pt x="11782" y="5891"/>
                </a:cubicBezTo>
                <a:moveTo>
                  <a:pt x="14727" y="6873"/>
                </a:moveTo>
                <a:cubicBezTo>
                  <a:pt x="14998" y="6873"/>
                  <a:pt x="15218" y="6653"/>
                  <a:pt x="15218" y="6382"/>
                </a:cubicBezTo>
                <a:lnTo>
                  <a:pt x="15218" y="1473"/>
                </a:lnTo>
                <a:cubicBezTo>
                  <a:pt x="15218" y="1201"/>
                  <a:pt x="14998" y="982"/>
                  <a:pt x="14727" y="982"/>
                </a:cubicBezTo>
                <a:cubicBezTo>
                  <a:pt x="14456" y="982"/>
                  <a:pt x="14236" y="1201"/>
                  <a:pt x="14236" y="1473"/>
                </a:cubicBezTo>
                <a:lnTo>
                  <a:pt x="14236" y="6382"/>
                </a:lnTo>
                <a:cubicBezTo>
                  <a:pt x="14236" y="6653"/>
                  <a:pt x="14456" y="6873"/>
                  <a:pt x="14727" y="6873"/>
                </a:cubicBezTo>
                <a:moveTo>
                  <a:pt x="8836" y="5891"/>
                </a:moveTo>
                <a:cubicBezTo>
                  <a:pt x="9107" y="5891"/>
                  <a:pt x="9327" y="5671"/>
                  <a:pt x="9327" y="5400"/>
                </a:cubicBezTo>
                <a:lnTo>
                  <a:pt x="9327" y="491"/>
                </a:lnTo>
                <a:cubicBezTo>
                  <a:pt x="9327" y="220"/>
                  <a:pt x="9107" y="0"/>
                  <a:pt x="8836" y="0"/>
                </a:cubicBezTo>
                <a:cubicBezTo>
                  <a:pt x="8566" y="0"/>
                  <a:pt x="8345" y="220"/>
                  <a:pt x="8345" y="491"/>
                </a:cubicBezTo>
                <a:lnTo>
                  <a:pt x="8345" y="5400"/>
                </a:lnTo>
                <a:cubicBezTo>
                  <a:pt x="8345" y="5671"/>
                  <a:pt x="8566" y="5891"/>
                  <a:pt x="8836" y="589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2" name="Shape 2782"/>
          <p:cNvSpPr/>
          <p:nvPr/>
        </p:nvSpPr>
        <p:spPr>
          <a:xfrm>
            <a:off x="6278400" y="4294080"/>
            <a:ext cx="209880" cy="181080"/>
          </a:xfrm>
          <a:custGeom>
            <a:avLst/>
            <a:gdLst/>
            <a:ahLst/>
            <a:rect l="l" t="t" r="r" b="b"/>
            <a:pathLst>
              <a:path w="20683" h="20545">
                <a:moveTo>
                  <a:pt x="9621" y="9676"/>
                </a:moveTo>
                <a:cubicBezTo>
                  <a:pt x="9621" y="9676"/>
                  <a:pt x="9621" y="9675"/>
                  <a:pt x="9621" y="9675"/>
                </a:cubicBezTo>
                <a:lnTo>
                  <a:pt x="9620" y="9674"/>
                </a:lnTo>
                <a:cubicBezTo>
                  <a:pt x="9620" y="9674"/>
                  <a:pt x="9621" y="9676"/>
                  <a:pt x="9621" y="9676"/>
                </a:cubicBezTo>
                <a:close/>
                <a:moveTo>
                  <a:pt x="19582" y="1266"/>
                </a:moveTo>
                <a:cubicBezTo>
                  <a:pt x="18115" y="-422"/>
                  <a:pt x="15737" y="-422"/>
                  <a:pt x="14270" y="1266"/>
                </a:cubicBezTo>
                <a:lnTo>
                  <a:pt x="14934" y="2030"/>
                </a:lnTo>
                <a:cubicBezTo>
                  <a:pt x="16034" y="765"/>
                  <a:pt x="17818" y="765"/>
                  <a:pt x="18918" y="2030"/>
                </a:cubicBezTo>
                <a:cubicBezTo>
                  <a:pt x="20019" y="3297"/>
                  <a:pt x="20019" y="5351"/>
                  <a:pt x="18918" y="6618"/>
                </a:cubicBezTo>
                <a:lnTo>
                  <a:pt x="8956" y="17881"/>
                </a:lnTo>
                <a:lnTo>
                  <a:pt x="9621" y="18645"/>
                </a:lnTo>
                <a:lnTo>
                  <a:pt x="19582" y="7382"/>
                </a:lnTo>
                <a:cubicBezTo>
                  <a:pt x="21050" y="5693"/>
                  <a:pt x="21050" y="2955"/>
                  <a:pt x="19582" y="1266"/>
                </a:cubicBezTo>
                <a:moveTo>
                  <a:pt x="2315" y="17881"/>
                </a:moveTo>
                <a:cubicBezTo>
                  <a:pt x="481" y="15770"/>
                  <a:pt x="481" y="12551"/>
                  <a:pt x="2315" y="10439"/>
                </a:cubicBezTo>
                <a:cubicBezTo>
                  <a:pt x="2317" y="10437"/>
                  <a:pt x="2320" y="10434"/>
                  <a:pt x="2323" y="10431"/>
                </a:cubicBezTo>
                <a:lnTo>
                  <a:pt x="2323" y="10431"/>
                </a:lnTo>
                <a:lnTo>
                  <a:pt x="9289" y="2413"/>
                </a:lnTo>
                <a:cubicBezTo>
                  <a:pt x="9472" y="2201"/>
                  <a:pt x="9472" y="1859"/>
                  <a:pt x="9289" y="1648"/>
                </a:cubicBezTo>
                <a:cubicBezTo>
                  <a:pt x="9105" y="1437"/>
                  <a:pt x="8808" y="1437"/>
                  <a:pt x="8624" y="1648"/>
                </a:cubicBezTo>
                <a:lnTo>
                  <a:pt x="1651" y="9675"/>
                </a:lnTo>
                <a:cubicBezTo>
                  <a:pt x="-550" y="12208"/>
                  <a:pt x="-550" y="16112"/>
                  <a:pt x="1651" y="18645"/>
                </a:cubicBezTo>
                <a:cubicBezTo>
                  <a:pt x="3852" y="21178"/>
                  <a:pt x="7420" y="21178"/>
                  <a:pt x="9621" y="18645"/>
                </a:cubicBezTo>
                <a:lnTo>
                  <a:pt x="8948" y="17889"/>
                </a:lnTo>
                <a:cubicBezTo>
                  <a:pt x="7114" y="19991"/>
                  <a:pt x="4147" y="19989"/>
                  <a:pt x="2315" y="17881"/>
                </a:cubicBezTo>
                <a:moveTo>
                  <a:pt x="6300" y="13497"/>
                </a:moveTo>
                <a:cubicBezTo>
                  <a:pt x="7033" y="14341"/>
                  <a:pt x="8223" y="14341"/>
                  <a:pt x="8956" y="13497"/>
                </a:cubicBezTo>
                <a:lnTo>
                  <a:pt x="13937" y="7764"/>
                </a:lnTo>
                <a:cubicBezTo>
                  <a:pt x="14121" y="7553"/>
                  <a:pt x="14121" y="7211"/>
                  <a:pt x="13937" y="7000"/>
                </a:cubicBezTo>
                <a:cubicBezTo>
                  <a:pt x="13754" y="6789"/>
                  <a:pt x="13457" y="6789"/>
                  <a:pt x="13273" y="7000"/>
                </a:cubicBezTo>
                <a:lnTo>
                  <a:pt x="8292" y="12732"/>
                </a:lnTo>
                <a:cubicBezTo>
                  <a:pt x="7926" y="13155"/>
                  <a:pt x="7331" y="13155"/>
                  <a:pt x="6964" y="12732"/>
                </a:cubicBezTo>
                <a:cubicBezTo>
                  <a:pt x="6597" y="12310"/>
                  <a:pt x="6597" y="11626"/>
                  <a:pt x="6964" y="11204"/>
                </a:cubicBezTo>
                <a:lnTo>
                  <a:pt x="8292" y="9675"/>
                </a:lnTo>
                <a:lnTo>
                  <a:pt x="14934" y="2030"/>
                </a:lnTo>
                <a:lnTo>
                  <a:pt x="14270" y="1266"/>
                </a:lnTo>
                <a:lnTo>
                  <a:pt x="6300" y="10439"/>
                </a:lnTo>
                <a:cubicBezTo>
                  <a:pt x="5566" y="11284"/>
                  <a:pt x="5566" y="12653"/>
                  <a:pt x="6300" y="1349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3" name="Shape 2783"/>
          <p:cNvSpPr/>
          <p:nvPr/>
        </p:nvSpPr>
        <p:spPr>
          <a:xfrm>
            <a:off x="6678720" y="4294080"/>
            <a:ext cx="209520" cy="181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15855"/>
                </a:moveTo>
                <a:lnTo>
                  <a:pt x="1633" y="10800"/>
                </a:lnTo>
                <a:lnTo>
                  <a:pt x="4615" y="9156"/>
                </a:lnTo>
                <a:lnTo>
                  <a:pt x="10589" y="12450"/>
                </a:lnTo>
                <a:lnTo>
                  <a:pt x="10591" y="12446"/>
                </a:lnTo>
                <a:cubicBezTo>
                  <a:pt x="10654" y="12482"/>
                  <a:pt x="10724" y="12505"/>
                  <a:pt x="10800" y="12505"/>
                </a:cubicBezTo>
                <a:cubicBezTo>
                  <a:pt x="10876" y="12505"/>
                  <a:pt x="10946" y="12482"/>
                  <a:pt x="11009" y="12446"/>
                </a:cubicBezTo>
                <a:lnTo>
                  <a:pt x="11011" y="12450"/>
                </a:lnTo>
                <a:lnTo>
                  <a:pt x="16985" y="9156"/>
                </a:lnTo>
                <a:lnTo>
                  <a:pt x="19967" y="10800"/>
                </a:lnTo>
                <a:cubicBezTo>
                  <a:pt x="19967" y="10800"/>
                  <a:pt x="10800" y="15855"/>
                  <a:pt x="10800" y="15855"/>
                </a:cubicBezTo>
                <a:close/>
                <a:moveTo>
                  <a:pt x="19967" y="15347"/>
                </a:moveTo>
                <a:lnTo>
                  <a:pt x="10800" y="20402"/>
                </a:lnTo>
                <a:lnTo>
                  <a:pt x="1633" y="15347"/>
                </a:lnTo>
                <a:lnTo>
                  <a:pt x="4615" y="13703"/>
                </a:lnTo>
                <a:lnTo>
                  <a:pt x="10589" y="16997"/>
                </a:lnTo>
                <a:lnTo>
                  <a:pt x="10591" y="16994"/>
                </a:lnTo>
                <a:cubicBezTo>
                  <a:pt x="10654" y="17029"/>
                  <a:pt x="10724" y="17053"/>
                  <a:pt x="10800" y="17053"/>
                </a:cubicBezTo>
                <a:cubicBezTo>
                  <a:pt x="10876" y="17053"/>
                  <a:pt x="10946" y="17029"/>
                  <a:pt x="11009" y="16994"/>
                </a:cubicBezTo>
                <a:lnTo>
                  <a:pt x="11011" y="16997"/>
                </a:lnTo>
                <a:lnTo>
                  <a:pt x="16985" y="13703"/>
                </a:lnTo>
                <a:cubicBezTo>
                  <a:pt x="16985" y="13703"/>
                  <a:pt x="19967" y="15347"/>
                  <a:pt x="19967" y="15347"/>
                </a:cubicBezTo>
                <a:close/>
                <a:moveTo>
                  <a:pt x="1633" y="6253"/>
                </a:moveTo>
                <a:lnTo>
                  <a:pt x="10800" y="1198"/>
                </a:lnTo>
                <a:lnTo>
                  <a:pt x="19967" y="6253"/>
                </a:lnTo>
                <a:lnTo>
                  <a:pt x="10800" y="11307"/>
                </a:lnTo>
                <a:cubicBezTo>
                  <a:pt x="10800" y="11307"/>
                  <a:pt x="1633" y="6253"/>
                  <a:pt x="1633" y="6253"/>
                </a:cubicBezTo>
                <a:close/>
                <a:moveTo>
                  <a:pt x="21600" y="10800"/>
                </a:moveTo>
                <a:cubicBezTo>
                  <a:pt x="21600" y="10574"/>
                  <a:pt x="21484" y="10383"/>
                  <a:pt x="21319" y="10290"/>
                </a:cubicBezTo>
                <a:lnTo>
                  <a:pt x="21320" y="10287"/>
                </a:lnTo>
                <a:lnTo>
                  <a:pt x="18127" y="8526"/>
                </a:lnTo>
                <a:lnTo>
                  <a:pt x="21320" y="6766"/>
                </a:lnTo>
                <a:lnTo>
                  <a:pt x="21319" y="6762"/>
                </a:lnTo>
                <a:cubicBezTo>
                  <a:pt x="21484" y="6671"/>
                  <a:pt x="21600" y="6479"/>
                  <a:pt x="21600" y="6253"/>
                </a:cubicBezTo>
                <a:cubicBezTo>
                  <a:pt x="21600" y="6027"/>
                  <a:pt x="21484" y="5835"/>
                  <a:pt x="21319" y="5743"/>
                </a:cubicBezTo>
                <a:lnTo>
                  <a:pt x="21320" y="5740"/>
                </a:lnTo>
                <a:lnTo>
                  <a:pt x="11011" y="56"/>
                </a:lnTo>
                <a:lnTo>
                  <a:pt x="11009" y="59"/>
                </a:lnTo>
                <a:cubicBezTo>
                  <a:pt x="10946" y="23"/>
                  <a:pt x="10876" y="0"/>
                  <a:pt x="10800" y="0"/>
                </a:cubicBezTo>
                <a:cubicBezTo>
                  <a:pt x="10724" y="0"/>
                  <a:pt x="10654" y="23"/>
                  <a:pt x="10591" y="59"/>
                </a:cubicBezTo>
                <a:lnTo>
                  <a:pt x="10589" y="56"/>
                </a:lnTo>
                <a:lnTo>
                  <a:pt x="280" y="5740"/>
                </a:lnTo>
                <a:lnTo>
                  <a:pt x="281" y="5743"/>
                </a:lnTo>
                <a:cubicBezTo>
                  <a:pt x="116" y="5835"/>
                  <a:pt x="0" y="6027"/>
                  <a:pt x="0" y="6253"/>
                </a:cubicBezTo>
                <a:cubicBezTo>
                  <a:pt x="0" y="6479"/>
                  <a:pt x="116" y="6671"/>
                  <a:pt x="281" y="6762"/>
                </a:cubicBezTo>
                <a:lnTo>
                  <a:pt x="280" y="6766"/>
                </a:lnTo>
                <a:lnTo>
                  <a:pt x="3473" y="8526"/>
                </a:lnTo>
                <a:lnTo>
                  <a:pt x="280" y="10287"/>
                </a:lnTo>
                <a:lnTo>
                  <a:pt x="281" y="10290"/>
                </a:lnTo>
                <a:cubicBezTo>
                  <a:pt x="116" y="10383"/>
                  <a:pt x="0" y="10574"/>
                  <a:pt x="0" y="10800"/>
                </a:cubicBezTo>
                <a:cubicBezTo>
                  <a:pt x="0" y="11026"/>
                  <a:pt x="116" y="11218"/>
                  <a:pt x="281" y="11310"/>
                </a:cubicBezTo>
                <a:lnTo>
                  <a:pt x="280" y="11313"/>
                </a:lnTo>
                <a:lnTo>
                  <a:pt x="3473" y="13074"/>
                </a:lnTo>
                <a:lnTo>
                  <a:pt x="280" y="14834"/>
                </a:lnTo>
                <a:lnTo>
                  <a:pt x="281" y="14838"/>
                </a:lnTo>
                <a:cubicBezTo>
                  <a:pt x="116" y="14930"/>
                  <a:pt x="0" y="15121"/>
                  <a:pt x="0" y="15347"/>
                </a:cubicBezTo>
                <a:cubicBezTo>
                  <a:pt x="0" y="15574"/>
                  <a:pt x="116" y="15765"/>
                  <a:pt x="281" y="15857"/>
                </a:cubicBezTo>
                <a:lnTo>
                  <a:pt x="280" y="15860"/>
                </a:lnTo>
                <a:lnTo>
                  <a:pt x="10589" y="21544"/>
                </a:lnTo>
                <a:lnTo>
                  <a:pt x="10591" y="21541"/>
                </a:lnTo>
                <a:cubicBezTo>
                  <a:pt x="10654" y="21577"/>
                  <a:pt x="10724" y="21600"/>
                  <a:pt x="10800" y="21600"/>
                </a:cubicBezTo>
                <a:cubicBezTo>
                  <a:pt x="10876" y="21600"/>
                  <a:pt x="10946" y="21577"/>
                  <a:pt x="11009" y="21541"/>
                </a:cubicBezTo>
                <a:lnTo>
                  <a:pt x="11011" y="21544"/>
                </a:lnTo>
                <a:lnTo>
                  <a:pt x="21320" y="15860"/>
                </a:lnTo>
                <a:lnTo>
                  <a:pt x="21319" y="15857"/>
                </a:lnTo>
                <a:cubicBezTo>
                  <a:pt x="21484" y="15765"/>
                  <a:pt x="21600" y="15574"/>
                  <a:pt x="21600" y="15347"/>
                </a:cubicBezTo>
                <a:cubicBezTo>
                  <a:pt x="21600" y="15121"/>
                  <a:pt x="21484" y="14930"/>
                  <a:pt x="21319" y="14838"/>
                </a:cubicBezTo>
                <a:lnTo>
                  <a:pt x="21320" y="14834"/>
                </a:lnTo>
                <a:lnTo>
                  <a:pt x="18127" y="13074"/>
                </a:lnTo>
                <a:lnTo>
                  <a:pt x="21320" y="11313"/>
                </a:lnTo>
                <a:lnTo>
                  <a:pt x="21319" y="11310"/>
                </a:lnTo>
                <a:cubicBezTo>
                  <a:pt x="21484" y="11218"/>
                  <a:pt x="21600" y="11026"/>
                  <a:pt x="21600" y="108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4" name="Shape 2784"/>
          <p:cNvSpPr/>
          <p:nvPr/>
        </p:nvSpPr>
        <p:spPr>
          <a:xfrm>
            <a:off x="7078680" y="428004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353" y="11229"/>
                </a:moveTo>
                <a:lnTo>
                  <a:pt x="20356" y="11234"/>
                </a:lnTo>
                <a:lnTo>
                  <a:pt x="11029" y="16143"/>
                </a:lnTo>
                <a:lnTo>
                  <a:pt x="11026" y="16138"/>
                </a:lnTo>
                <a:cubicBezTo>
                  <a:pt x="10957" y="16174"/>
                  <a:pt x="10883" y="16200"/>
                  <a:pt x="10800" y="16200"/>
                </a:cubicBezTo>
                <a:cubicBezTo>
                  <a:pt x="10717" y="16200"/>
                  <a:pt x="10643" y="16174"/>
                  <a:pt x="10574" y="16138"/>
                </a:cubicBezTo>
                <a:lnTo>
                  <a:pt x="10571" y="16143"/>
                </a:lnTo>
                <a:lnTo>
                  <a:pt x="1244" y="11234"/>
                </a:lnTo>
                <a:lnTo>
                  <a:pt x="1247" y="11229"/>
                </a:lnTo>
                <a:cubicBezTo>
                  <a:pt x="1091" y="11147"/>
                  <a:pt x="982" y="10988"/>
                  <a:pt x="982" y="10800"/>
                </a:cubicBezTo>
                <a:cubicBezTo>
                  <a:pt x="982" y="10612"/>
                  <a:pt x="1091" y="10453"/>
                  <a:pt x="1247" y="10371"/>
                </a:cubicBezTo>
                <a:lnTo>
                  <a:pt x="1244" y="10366"/>
                </a:lnTo>
                <a:lnTo>
                  <a:pt x="3562" y="9146"/>
                </a:lnTo>
                <a:lnTo>
                  <a:pt x="10113" y="12594"/>
                </a:lnTo>
                <a:lnTo>
                  <a:pt x="10117" y="12588"/>
                </a:lnTo>
                <a:cubicBezTo>
                  <a:pt x="10322" y="12697"/>
                  <a:pt x="10552" y="12764"/>
                  <a:pt x="10800" y="12764"/>
                </a:cubicBezTo>
                <a:cubicBezTo>
                  <a:pt x="11048" y="12764"/>
                  <a:pt x="11278" y="12697"/>
                  <a:pt x="11483" y="12588"/>
                </a:cubicBezTo>
                <a:lnTo>
                  <a:pt x="11486" y="12594"/>
                </a:lnTo>
                <a:lnTo>
                  <a:pt x="18038" y="9146"/>
                </a:lnTo>
                <a:lnTo>
                  <a:pt x="20356" y="10366"/>
                </a:lnTo>
                <a:lnTo>
                  <a:pt x="20353" y="10371"/>
                </a:lnTo>
                <a:cubicBezTo>
                  <a:pt x="20509" y="10453"/>
                  <a:pt x="20618" y="10612"/>
                  <a:pt x="20618" y="10800"/>
                </a:cubicBezTo>
                <a:cubicBezTo>
                  <a:pt x="20618" y="10988"/>
                  <a:pt x="20509" y="11147"/>
                  <a:pt x="20353" y="11229"/>
                </a:cubicBezTo>
                <a:moveTo>
                  <a:pt x="20356" y="14784"/>
                </a:moveTo>
                <a:lnTo>
                  <a:pt x="20353" y="14790"/>
                </a:lnTo>
                <a:cubicBezTo>
                  <a:pt x="20509" y="14872"/>
                  <a:pt x="20618" y="15030"/>
                  <a:pt x="20618" y="15218"/>
                </a:cubicBezTo>
                <a:cubicBezTo>
                  <a:pt x="20618" y="15407"/>
                  <a:pt x="20509" y="15565"/>
                  <a:pt x="20353" y="15647"/>
                </a:cubicBezTo>
                <a:lnTo>
                  <a:pt x="20356" y="15653"/>
                </a:lnTo>
                <a:lnTo>
                  <a:pt x="11029" y="20562"/>
                </a:lnTo>
                <a:lnTo>
                  <a:pt x="11026" y="20556"/>
                </a:lnTo>
                <a:cubicBezTo>
                  <a:pt x="10957" y="20592"/>
                  <a:pt x="10883" y="20618"/>
                  <a:pt x="10800" y="20618"/>
                </a:cubicBezTo>
                <a:cubicBezTo>
                  <a:pt x="10717" y="20618"/>
                  <a:pt x="10643" y="20592"/>
                  <a:pt x="10574" y="20556"/>
                </a:cubicBezTo>
                <a:lnTo>
                  <a:pt x="10571" y="20562"/>
                </a:lnTo>
                <a:lnTo>
                  <a:pt x="1244" y="15653"/>
                </a:lnTo>
                <a:lnTo>
                  <a:pt x="1247" y="15647"/>
                </a:lnTo>
                <a:cubicBezTo>
                  <a:pt x="1091" y="15565"/>
                  <a:pt x="982" y="15407"/>
                  <a:pt x="982" y="15218"/>
                </a:cubicBezTo>
                <a:cubicBezTo>
                  <a:pt x="982" y="15030"/>
                  <a:pt x="1091" y="14872"/>
                  <a:pt x="1247" y="14790"/>
                </a:cubicBezTo>
                <a:lnTo>
                  <a:pt x="1244" y="14784"/>
                </a:lnTo>
                <a:lnTo>
                  <a:pt x="3562" y="13564"/>
                </a:lnTo>
                <a:lnTo>
                  <a:pt x="10113" y="17012"/>
                </a:lnTo>
                <a:lnTo>
                  <a:pt x="10117" y="17006"/>
                </a:lnTo>
                <a:cubicBezTo>
                  <a:pt x="10322" y="17115"/>
                  <a:pt x="10552" y="17182"/>
                  <a:pt x="10800" y="17182"/>
                </a:cubicBezTo>
                <a:cubicBezTo>
                  <a:pt x="11048" y="17182"/>
                  <a:pt x="11278" y="17115"/>
                  <a:pt x="11483" y="17006"/>
                </a:cubicBezTo>
                <a:lnTo>
                  <a:pt x="11486" y="17012"/>
                </a:lnTo>
                <a:lnTo>
                  <a:pt x="18038" y="13564"/>
                </a:lnTo>
                <a:cubicBezTo>
                  <a:pt x="18038" y="13564"/>
                  <a:pt x="20356" y="14784"/>
                  <a:pt x="20356" y="14784"/>
                </a:cubicBezTo>
                <a:close/>
                <a:moveTo>
                  <a:pt x="1244" y="6816"/>
                </a:moveTo>
                <a:lnTo>
                  <a:pt x="1247" y="6811"/>
                </a:lnTo>
                <a:cubicBezTo>
                  <a:pt x="1091" y="6728"/>
                  <a:pt x="982" y="6570"/>
                  <a:pt x="982" y="6382"/>
                </a:cubicBezTo>
                <a:cubicBezTo>
                  <a:pt x="982" y="6194"/>
                  <a:pt x="1091" y="6035"/>
                  <a:pt x="1247" y="5953"/>
                </a:cubicBezTo>
                <a:lnTo>
                  <a:pt x="1244" y="5947"/>
                </a:lnTo>
                <a:lnTo>
                  <a:pt x="10571" y="1038"/>
                </a:lnTo>
                <a:lnTo>
                  <a:pt x="10574" y="1044"/>
                </a:lnTo>
                <a:cubicBezTo>
                  <a:pt x="10643" y="1008"/>
                  <a:pt x="10717" y="982"/>
                  <a:pt x="10800" y="982"/>
                </a:cubicBezTo>
                <a:cubicBezTo>
                  <a:pt x="10883" y="982"/>
                  <a:pt x="10957" y="1008"/>
                  <a:pt x="11026" y="1044"/>
                </a:cubicBezTo>
                <a:lnTo>
                  <a:pt x="11029" y="1038"/>
                </a:lnTo>
                <a:lnTo>
                  <a:pt x="20356" y="5947"/>
                </a:lnTo>
                <a:lnTo>
                  <a:pt x="20353" y="5953"/>
                </a:lnTo>
                <a:cubicBezTo>
                  <a:pt x="20509" y="6035"/>
                  <a:pt x="20618" y="6194"/>
                  <a:pt x="20618" y="6382"/>
                </a:cubicBezTo>
                <a:cubicBezTo>
                  <a:pt x="20618" y="6570"/>
                  <a:pt x="20509" y="6728"/>
                  <a:pt x="20353" y="6811"/>
                </a:cubicBezTo>
                <a:lnTo>
                  <a:pt x="20356" y="6816"/>
                </a:lnTo>
                <a:lnTo>
                  <a:pt x="11029" y="11725"/>
                </a:lnTo>
                <a:lnTo>
                  <a:pt x="11026" y="11720"/>
                </a:lnTo>
                <a:cubicBezTo>
                  <a:pt x="10957" y="11756"/>
                  <a:pt x="10883" y="11782"/>
                  <a:pt x="10800" y="11782"/>
                </a:cubicBezTo>
                <a:cubicBezTo>
                  <a:pt x="10717" y="11782"/>
                  <a:pt x="10643" y="11756"/>
                  <a:pt x="10574" y="11720"/>
                </a:cubicBezTo>
                <a:lnTo>
                  <a:pt x="10571" y="11725"/>
                </a:lnTo>
                <a:cubicBezTo>
                  <a:pt x="10571" y="11725"/>
                  <a:pt x="1244" y="6816"/>
                  <a:pt x="1244" y="6816"/>
                </a:cubicBezTo>
                <a:close/>
                <a:moveTo>
                  <a:pt x="21600" y="10800"/>
                </a:moveTo>
                <a:cubicBezTo>
                  <a:pt x="21600" y="10234"/>
                  <a:pt x="21278" y="9749"/>
                  <a:pt x="20810" y="9503"/>
                </a:cubicBezTo>
                <a:lnTo>
                  <a:pt x="20813" y="9497"/>
                </a:lnTo>
                <a:lnTo>
                  <a:pt x="19092" y="8591"/>
                </a:lnTo>
                <a:lnTo>
                  <a:pt x="20813" y="7685"/>
                </a:lnTo>
                <a:lnTo>
                  <a:pt x="20810" y="7679"/>
                </a:lnTo>
                <a:cubicBezTo>
                  <a:pt x="21278" y="7433"/>
                  <a:pt x="21600" y="6948"/>
                  <a:pt x="21600" y="6382"/>
                </a:cubicBezTo>
                <a:cubicBezTo>
                  <a:pt x="21600" y="5816"/>
                  <a:pt x="21278" y="5331"/>
                  <a:pt x="20810" y="5085"/>
                </a:cubicBezTo>
                <a:lnTo>
                  <a:pt x="20813" y="5079"/>
                </a:lnTo>
                <a:lnTo>
                  <a:pt x="11486" y="170"/>
                </a:lnTo>
                <a:lnTo>
                  <a:pt x="11483" y="175"/>
                </a:lnTo>
                <a:cubicBezTo>
                  <a:pt x="11278" y="67"/>
                  <a:pt x="11048" y="0"/>
                  <a:pt x="10800" y="0"/>
                </a:cubicBezTo>
                <a:cubicBezTo>
                  <a:pt x="10552" y="0"/>
                  <a:pt x="10322" y="67"/>
                  <a:pt x="10117" y="175"/>
                </a:cubicBezTo>
                <a:lnTo>
                  <a:pt x="10113" y="170"/>
                </a:lnTo>
                <a:lnTo>
                  <a:pt x="786" y="5079"/>
                </a:lnTo>
                <a:lnTo>
                  <a:pt x="790" y="5085"/>
                </a:lnTo>
                <a:cubicBezTo>
                  <a:pt x="322" y="5331"/>
                  <a:pt x="0" y="5816"/>
                  <a:pt x="0" y="6382"/>
                </a:cubicBezTo>
                <a:cubicBezTo>
                  <a:pt x="0" y="6948"/>
                  <a:pt x="322" y="7433"/>
                  <a:pt x="790" y="7679"/>
                </a:cubicBezTo>
                <a:lnTo>
                  <a:pt x="786" y="7685"/>
                </a:lnTo>
                <a:lnTo>
                  <a:pt x="2508" y="8591"/>
                </a:lnTo>
                <a:lnTo>
                  <a:pt x="786" y="9497"/>
                </a:lnTo>
                <a:lnTo>
                  <a:pt x="790" y="9503"/>
                </a:lnTo>
                <a:cubicBezTo>
                  <a:pt x="322" y="9749"/>
                  <a:pt x="0" y="10234"/>
                  <a:pt x="0" y="10800"/>
                </a:cubicBezTo>
                <a:cubicBezTo>
                  <a:pt x="0" y="11366"/>
                  <a:pt x="322" y="11851"/>
                  <a:pt x="790" y="12097"/>
                </a:cubicBezTo>
                <a:lnTo>
                  <a:pt x="786" y="12103"/>
                </a:lnTo>
                <a:lnTo>
                  <a:pt x="2508" y="13009"/>
                </a:lnTo>
                <a:lnTo>
                  <a:pt x="786" y="13915"/>
                </a:lnTo>
                <a:lnTo>
                  <a:pt x="790" y="13921"/>
                </a:lnTo>
                <a:cubicBezTo>
                  <a:pt x="322" y="14167"/>
                  <a:pt x="0" y="14652"/>
                  <a:pt x="0" y="15218"/>
                </a:cubicBezTo>
                <a:cubicBezTo>
                  <a:pt x="0" y="15784"/>
                  <a:pt x="322" y="16269"/>
                  <a:pt x="790" y="16515"/>
                </a:cubicBezTo>
                <a:lnTo>
                  <a:pt x="786" y="16521"/>
                </a:lnTo>
                <a:lnTo>
                  <a:pt x="10113" y="21430"/>
                </a:lnTo>
                <a:lnTo>
                  <a:pt x="10117" y="21425"/>
                </a:lnTo>
                <a:cubicBezTo>
                  <a:pt x="10322" y="21533"/>
                  <a:pt x="10552" y="21600"/>
                  <a:pt x="10800" y="21600"/>
                </a:cubicBezTo>
                <a:cubicBezTo>
                  <a:pt x="11048" y="21600"/>
                  <a:pt x="11278" y="21533"/>
                  <a:pt x="11483" y="21425"/>
                </a:cubicBezTo>
                <a:lnTo>
                  <a:pt x="11486" y="21430"/>
                </a:lnTo>
                <a:lnTo>
                  <a:pt x="20813" y="16521"/>
                </a:lnTo>
                <a:lnTo>
                  <a:pt x="20810" y="16515"/>
                </a:lnTo>
                <a:cubicBezTo>
                  <a:pt x="21278" y="16269"/>
                  <a:pt x="21600" y="15784"/>
                  <a:pt x="21600" y="15218"/>
                </a:cubicBezTo>
                <a:cubicBezTo>
                  <a:pt x="21600" y="14652"/>
                  <a:pt x="21278" y="14167"/>
                  <a:pt x="20810" y="13921"/>
                </a:cubicBezTo>
                <a:lnTo>
                  <a:pt x="20813" y="13915"/>
                </a:lnTo>
                <a:lnTo>
                  <a:pt x="19092" y="13009"/>
                </a:lnTo>
                <a:lnTo>
                  <a:pt x="20813" y="12103"/>
                </a:lnTo>
                <a:lnTo>
                  <a:pt x="20810" y="12097"/>
                </a:lnTo>
                <a:cubicBezTo>
                  <a:pt x="21278" y="11851"/>
                  <a:pt x="21600" y="11366"/>
                  <a:pt x="21600" y="108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5" name="Shape 2785"/>
          <p:cNvSpPr/>
          <p:nvPr/>
        </p:nvSpPr>
        <p:spPr>
          <a:xfrm>
            <a:off x="7478640" y="4299120"/>
            <a:ext cx="209520" cy="171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6691" y="20400"/>
                </a:moveTo>
                <a:cubicBezTo>
                  <a:pt x="14522" y="20400"/>
                  <a:pt x="12764" y="18251"/>
                  <a:pt x="12764" y="15600"/>
                </a:cubicBezTo>
                <a:cubicBezTo>
                  <a:pt x="12764" y="12949"/>
                  <a:pt x="14522" y="10800"/>
                  <a:pt x="16691" y="10800"/>
                </a:cubicBezTo>
                <a:cubicBezTo>
                  <a:pt x="18860" y="10800"/>
                  <a:pt x="20618" y="12949"/>
                  <a:pt x="20618" y="15600"/>
                </a:cubicBezTo>
                <a:cubicBezTo>
                  <a:pt x="20618" y="18251"/>
                  <a:pt x="18860" y="20400"/>
                  <a:pt x="16691" y="20400"/>
                </a:cubicBezTo>
                <a:moveTo>
                  <a:pt x="12762" y="3393"/>
                </a:moveTo>
                <a:lnTo>
                  <a:pt x="12781" y="3388"/>
                </a:lnTo>
                <a:cubicBezTo>
                  <a:pt x="12870" y="2164"/>
                  <a:pt x="13702" y="1200"/>
                  <a:pt x="14727" y="1200"/>
                </a:cubicBezTo>
                <a:cubicBezTo>
                  <a:pt x="15521" y="1200"/>
                  <a:pt x="16202" y="1779"/>
                  <a:pt x="16511" y="2609"/>
                </a:cubicBezTo>
                <a:lnTo>
                  <a:pt x="16509" y="2609"/>
                </a:lnTo>
                <a:lnTo>
                  <a:pt x="19162" y="10421"/>
                </a:lnTo>
                <a:cubicBezTo>
                  <a:pt x="18436" y="9902"/>
                  <a:pt x="17593" y="9600"/>
                  <a:pt x="16691" y="9600"/>
                </a:cubicBezTo>
                <a:cubicBezTo>
                  <a:pt x="15082" y="9600"/>
                  <a:pt x="13658" y="10550"/>
                  <a:pt x="12763" y="12012"/>
                </a:cubicBezTo>
                <a:cubicBezTo>
                  <a:pt x="12763" y="12012"/>
                  <a:pt x="12762" y="3393"/>
                  <a:pt x="12762" y="3393"/>
                </a:cubicBezTo>
                <a:close/>
                <a:moveTo>
                  <a:pt x="11782" y="13200"/>
                </a:moveTo>
                <a:lnTo>
                  <a:pt x="9818" y="13200"/>
                </a:lnTo>
                <a:lnTo>
                  <a:pt x="9818" y="4800"/>
                </a:lnTo>
                <a:lnTo>
                  <a:pt x="11782" y="4800"/>
                </a:lnTo>
                <a:cubicBezTo>
                  <a:pt x="11782" y="4800"/>
                  <a:pt x="11782" y="13200"/>
                  <a:pt x="11782" y="13200"/>
                </a:cubicBezTo>
                <a:close/>
                <a:moveTo>
                  <a:pt x="11782" y="15600"/>
                </a:moveTo>
                <a:lnTo>
                  <a:pt x="9818" y="156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15600"/>
                  <a:pt x="11782" y="15600"/>
                </a:cubicBezTo>
                <a:close/>
                <a:moveTo>
                  <a:pt x="8837" y="12012"/>
                </a:moveTo>
                <a:cubicBezTo>
                  <a:pt x="7942" y="10550"/>
                  <a:pt x="6518" y="9600"/>
                  <a:pt x="4909" y="9600"/>
                </a:cubicBezTo>
                <a:cubicBezTo>
                  <a:pt x="4007" y="9600"/>
                  <a:pt x="3164" y="9902"/>
                  <a:pt x="2438" y="10421"/>
                </a:cubicBezTo>
                <a:lnTo>
                  <a:pt x="5091" y="2609"/>
                </a:lnTo>
                <a:lnTo>
                  <a:pt x="5089" y="2609"/>
                </a:lnTo>
                <a:cubicBezTo>
                  <a:pt x="5398" y="1779"/>
                  <a:pt x="6079" y="1200"/>
                  <a:pt x="6873" y="1200"/>
                </a:cubicBezTo>
                <a:cubicBezTo>
                  <a:pt x="7898" y="1200"/>
                  <a:pt x="8730" y="2164"/>
                  <a:pt x="8819" y="3388"/>
                </a:cubicBezTo>
                <a:lnTo>
                  <a:pt x="8838" y="3393"/>
                </a:lnTo>
                <a:cubicBezTo>
                  <a:pt x="8838" y="3393"/>
                  <a:pt x="8837" y="12012"/>
                  <a:pt x="8837" y="12012"/>
                </a:cubicBezTo>
                <a:close/>
                <a:moveTo>
                  <a:pt x="4909" y="20400"/>
                </a:moveTo>
                <a:cubicBezTo>
                  <a:pt x="2740" y="20400"/>
                  <a:pt x="982" y="18251"/>
                  <a:pt x="982" y="15600"/>
                </a:cubicBezTo>
                <a:cubicBezTo>
                  <a:pt x="982" y="12949"/>
                  <a:pt x="2740" y="10800"/>
                  <a:pt x="4909" y="10800"/>
                </a:cubicBezTo>
                <a:cubicBezTo>
                  <a:pt x="7078" y="10800"/>
                  <a:pt x="8836" y="12949"/>
                  <a:pt x="8836" y="15600"/>
                </a:cubicBezTo>
                <a:cubicBezTo>
                  <a:pt x="8836" y="18251"/>
                  <a:pt x="7078" y="20400"/>
                  <a:pt x="4909" y="20400"/>
                </a:cubicBezTo>
                <a:moveTo>
                  <a:pt x="21102" y="12980"/>
                </a:moveTo>
                <a:lnTo>
                  <a:pt x="17504" y="2400"/>
                </a:lnTo>
                <a:lnTo>
                  <a:pt x="17493" y="2402"/>
                </a:lnTo>
                <a:cubicBezTo>
                  <a:pt x="17088" y="1006"/>
                  <a:pt x="16009" y="0"/>
                  <a:pt x="14727" y="0"/>
                </a:cubicBezTo>
                <a:cubicBezTo>
                  <a:pt x="13101" y="0"/>
                  <a:pt x="11782" y="1612"/>
                  <a:pt x="11782" y="3600"/>
                </a:cubicBezTo>
                <a:lnTo>
                  <a:pt x="9818" y="3600"/>
                </a:lnTo>
                <a:cubicBezTo>
                  <a:pt x="9818" y="1612"/>
                  <a:pt x="8499" y="0"/>
                  <a:pt x="6873" y="0"/>
                </a:cubicBezTo>
                <a:cubicBezTo>
                  <a:pt x="5592" y="0"/>
                  <a:pt x="4512" y="1006"/>
                  <a:pt x="4107" y="2402"/>
                </a:cubicBezTo>
                <a:lnTo>
                  <a:pt x="4096" y="2400"/>
                </a:lnTo>
                <a:lnTo>
                  <a:pt x="498" y="12980"/>
                </a:lnTo>
                <a:cubicBezTo>
                  <a:pt x="182" y="13772"/>
                  <a:pt x="0" y="14659"/>
                  <a:pt x="0" y="15600"/>
                </a:cubicBezTo>
                <a:cubicBezTo>
                  <a:pt x="0" y="18914"/>
                  <a:pt x="2198" y="21600"/>
                  <a:pt x="4909" y="21600"/>
                </a:cubicBezTo>
                <a:cubicBezTo>
                  <a:pt x="7284" y="21600"/>
                  <a:pt x="9265" y="19539"/>
                  <a:pt x="9719" y="16800"/>
                </a:cubicBezTo>
                <a:lnTo>
                  <a:pt x="11881" y="16800"/>
                </a:lnTo>
                <a:cubicBezTo>
                  <a:pt x="12335" y="19539"/>
                  <a:pt x="14316" y="21600"/>
                  <a:pt x="16691" y="21600"/>
                </a:cubicBezTo>
                <a:cubicBezTo>
                  <a:pt x="19402" y="21600"/>
                  <a:pt x="21600" y="18914"/>
                  <a:pt x="21600" y="15600"/>
                </a:cubicBezTo>
                <a:cubicBezTo>
                  <a:pt x="21600" y="14659"/>
                  <a:pt x="21418" y="13772"/>
                  <a:pt x="21102" y="12980"/>
                </a:cubicBezTo>
                <a:moveTo>
                  <a:pt x="16691" y="12000"/>
                </a:moveTo>
                <a:cubicBezTo>
                  <a:pt x="15064" y="12000"/>
                  <a:pt x="13745" y="13612"/>
                  <a:pt x="13745" y="15600"/>
                </a:cubicBezTo>
                <a:cubicBezTo>
                  <a:pt x="13745" y="15932"/>
                  <a:pt x="13965" y="16200"/>
                  <a:pt x="14236" y="16200"/>
                </a:cubicBezTo>
                <a:cubicBezTo>
                  <a:pt x="14508" y="16200"/>
                  <a:pt x="14727" y="15932"/>
                  <a:pt x="14727" y="15600"/>
                </a:cubicBezTo>
                <a:cubicBezTo>
                  <a:pt x="14727" y="14275"/>
                  <a:pt x="15606" y="13200"/>
                  <a:pt x="16691" y="13200"/>
                </a:cubicBezTo>
                <a:cubicBezTo>
                  <a:pt x="16962" y="13200"/>
                  <a:pt x="17182" y="12932"/>
                  <a:pt x="17182" y="12600"/>
                </a:cubicBezTo>
                <a:cubicBezTo>
                  <a:pt x="17182" y="12268"/>
                  <a:pt x="16962" y="12000"/>
                  <a:pt x="16691" y="12000"/>
                </a:cubicBezTo>
                <a:moveTo>
                  <a:pt x="4909" y="12000"/>
                </a:moveTo>
                <a:cubicBezTo>
                  <a:pt x="3282" y="12000"/>
                  <a:pt x="1964" y="13612"/>
                  <a:pt x="1964" y="15600"/>
                </a:cubicBezTo>
                <a:cubicBezTo>
                  <a:pt x="1964" y="15932"/>
                  <a:pt x="2183" y="16200"/>
                  <a:pt x="2455" y="16200"/>
                </a:cubicBezTo>
                <a:cubicBezTo>
                  <a:pt x="2726" y="16200"/>
                  <a:pt x="2945" y="15932"/>
                  <a:pt x="2945" y="15600"/>
                </a:cubicBezTo>
                <a:cubicBezTo>
                  <a:pt x="2945" y="14275"/>
                  <a:pt x="3825" y="13200"/>
                  <a:pt x="4909" y="13200"/>
                </a:cubicBezTo>
                <a:cubicBezTo>
                  <a:pt x="5180" y="13200"/>
                  <a:pt x="5400" y="12932"/>
                  <a:pt x="5400" y="12600"/>
                </a:cubicBezTo>
                <a:cubicBezTo>
                  <a:pt x="5400" y="12268"/>
                  <a:pt x="5180" y="12000"/>
                  <a:pt x="4909" y="120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6" name="Shape 2786"/>
          <p:cNvSpPr/>
          <p:nvPr/>
        </p:nvSpPr>
        <p:spPr>
          <a:xfrm>
            <a:off x="7878600" y="4289400"/>
            <a:ext cx="209880" cy="190440"/>
          </a:xfrm>
          <a:custGeom>
            <a:avLst/>
            <a:gdLst/>
            <a:ahLst/>
            <a:rect l="l" t="t" r="r" b="b"/>
            <a:pathLst>
              <a:path w="21079" h="20458">
                <a:moveTo>
                  <a:pt x="8629" y="9718"/>
                </a:moveTo>
                <a:cubicBezTo>
                  <a:pt x="8364" y="9718"/>
                  <a:pt x="8150" y="9946"/>
                  <a:pt x="8150" y="10229"/>
                </a:cubicBezTo>
                <a:cubicBezTo>
                  <a:pt x="8150" y="10512"/>
                  <a:pt x="8364" y="10740"/>
                  <a:pt x="8629" y="10740"/>
                </a:cubicBezTo>
                <a:cubicBezTo>
                  <a:pt x="8894" y="10740"/>
                  <a:pt x="9109" y="10512"/>
                  <a:pt x="9109" y="10229"/>
                </a:cubicBezTo>
                <a:cubicBezTo>
                  <a:pt x="9109" y="9946"/>
                  <a:pt x="8894" y="9718"/>
                  <a:pt x="8629" y="9718"/>
                </a:cubicBezTo>
                <a:moveTo>
                  <a:pt x="19841" y="17227"/>
                </a:moveTo>
                <a:cubicBezTo>
                  <a:pt x="18962" y="17974"/>
                  <a:pt x="18122" y="17900"/>
                  <a:pt x="18122" y="17900"/>
                </a:cubicBezTo>
                <a:cubicBezTo>
                  <a:pt x="17681" y="17900"/>
                  <a:pt x="16277" y="16919"/>
                  <a:pt x="9448" y="11852"/>
                </a:cubicBezTo>
                <a:lnTo>
                  <a:pt x="10866" y="10844"/>
                </a:lnTo>
                <a:cubicBezTo>
                  <a:pt x="10866" y="10844"/>
                  <a:pt x="19841" y="17227"/>
                  <a:pt x="19841" y="17227"/>
                </a:cubicBezTo>
                <a:close/>
                <a:moveTo>
                  <a:pt x="6661" y="12605"/>
                </a:moveTo>
                <a:cubicBezTo>
                  <a:pt x="6010" y="12349"/>
                  <a:pt x="5264" y="12239"/>
                  <a:pt x="4521" y="12267"/>
                </a:cubicBezTo>
                <a:cubicBezTo>
                  <a:pt x="15686" y="3965"/>
                  <a:pt x="17591" y="2558"/>
                  <a:pt x="18122" y="2558"/>
                </a:cubicBezTo>
                <a:cubicBezTo>
                  <a:pt x="18122" y="2558"/>
                  <a:pt x="18962" y="2484"/>
                  <a:pt x="19841" y="3231"/>
                </a:cubicBezTo>
                <a:cubicBezTo>
                  <a:pt x="19841" y="3231"/>
                  <a:pt x="6661" y="12605"/>
                  <a:pt x="6661" y="12605"/>
                </a:cubicBezTo>
                <a:close/>
                <a:moveTo>
                  <a:pt x="5586" y="19031"/>
                </a:moveTo>
                <a:cubicBezTo>
                  <a:pt x="4111" y="19863"/>
                  <a:pt x="2224" y="19369"/>
                  <a:pt x="1372" y="17927"/>
                </a:cubicBezTo>
                <a:cubicBezTo>
                  <a:pt x="520" y="16485"/>
                  <a:pt x="1026" y="14640"/>
                  <a:pt x="2501" y="13808"/>
                </a:cubicBezTo>
                <a:cubicBezTo>
                  <a:pt x="3977" y="12975"/>
                  <a:pt x="6532" y="13092"/>
                  <a:pt x="7383" y="14534"/>
                </a:cubicBezTo>
                <a:cubicBezTo>
                  <a:pt x="8235" y="15977"/>
                  <a:pt x="7062" y="18198"/>
                  <a:pt x="5586" y="19031"/>
                </a:cubicBezTo>
                <a:moveTo>
                  <a:pt x="4521" y="8191"/>
                </a:moveTo>
                <a:cubicBezTo>
                  <a:pt x="5264" y="8219"/>
                  <a:pt x="6010" y="8109"/>
                  <a:pt x="6661" y="7853"/>
                </a:cubicBezTo>
                <a:lnTo>
                  <a:pt x="7765" y="8638"/>
                </a:lnTo>
                <a:cubicBezTo>
                  <a:pt x="7345" y="8950"/>
                  <a:pt x="6901" y="9281"/>
                  <a:pt x="6443" y="9621"/>
                </a:cubicBezTo>
                <a:cubicBezTo>
                  <a:pt x="5833" y="9167"/>
                  <a:pt x="5200" y="8696"/>
                  <a:pt x="4521" y="8191"/>
                </a:cubicBezTo>
                <a:moveTo>
                  <a:pt x="2501" y="6650"/>
                </a:moveTo>
                <a:cubicBezTo>
                  <a:pt x="1026" y="5818"/>
                  <a:pt x="520" y="3973"/>
                  <a:pt x="1372" y="2531"/>
                </a:cubicBezTo>
                <a:cubicBezTo>
                  <a:pt x="2224" y="1089"/>
                  <a:pt x="4111" y="595"/>
                  <a:pt x="5586" y="1427"/>
                </a:cubicBezTo>
                <a:cubicBezTo>
                  <a:pt x="7062" y="2260"/>
                  <a:pt x="8235" y="4481"/>
                  <a:pt x="7383" y="5924"/>
                </a:cubicBezTo>
                <a:cubicBezTo>
                  <a:pt x="6532" y="7366"/>
                  <a:pt x="3977" y="7483"/>
                  <a:pt x="2501" y="6650"/>
                </a:cubicBezTo>
                <a:moveTo>
                  <a:pt x="21079" y="3580"/>
                </a:moveTo>
                <a:cubicBezTo>
                  <a:pt x="21079" y="2451"/>
                  <a:pt x="19262" y="1535"/>
                  <a:pt x="18203" y="1535"/>
                </a:cubicBezTo>
                <a:lnTo>
                  <a:pt x="18122" y="1535"/>
                </a:lnTo>
                <a:cubicBezTo>
                  <a:pt x="17404" y="1535"/>
                  <a:pt x="17139" y="1673"/>
                  <a:pt x="8610" y="8009"/>
                </a:cubicBezTo>
                <a:lnTo>
                  <a:pt x="7613" y="7300"/>
                </a:lnTo>
                <a:cubicBezTo>
                  <a:pt x="7876" y="7084"/>
                  <a:pt x="8104" y="6833"/>
                  <a:pt x="8275" y="6534"/>
                </a:cubicBezTo>
                <a:cubicBezTo>
                  <a:pt x="9372" y="4611"/>
                  <a:pt x="7861" y="1650"/>
                  <a:pt x="5960" y="539"/>
                </a:cubicBezTo>
                <a:cubicBezTo>
                  <a:pt x="4060" y="-571"/>
                  <a:pt x="1629" y="88"/>
                  <a:pt x="532" y="2011"/>
                </a:cubicBezTo>
                <a:cubicBezTo>
                  <a:pt x="-521" y="3857"/>
                  <a:pt x="41" y="6194"/>
                  <a:pt x="1769" y="7361"/>
                </a:cubicBezTo>
                <a:cubicBezTo>
                  <a:pt x="3185" y="8414"/>
                  <a:pt x="4458" y="9360"/>
                  <a:pt x="5626" y="10229"/>
                </a:cubicBezTo>
                <a:cubicBezTo>
                  <a:pt x="4461" y="11096"/>
                  <a:pt x="3178" y="12049"/>
                  <a:pt x="1769" y="13097"/>
                </a:cubicBezTo>
                <a:cubicBezTo>
                  <a:pt x="40" y="14264"/>
                  <a:pt x="-521" y="16601"/>
                  <a:pt x="532" y="18447"/>
                </a:cubicBezTo>
                <a:cubicBezTo>
                  <a:pt x="1629" y="20371"/>
                  <a:pt x="4060" y="21029"/>
                  <a:pt x="5960" y="19919"/>
                </a:cubicBezTo>
                <a:cubicBezTo>
                  <a:pt x="7861" y="18808"/>
                  <a:pt x="9372" y="15847"/>
                  <a:pt x="8275" y="13924"/>
                </a:cubicBezTo>
                <a:cubicBezTo>
                  <a:pt x="8104" y="13625"/>
                  <a:pt x="7876" y="13374"/>
                  <a:pt x="7613" y="13158"/>
                </a:cubicBezTo>
                <a:lnTo>
                  <a:pt x="8610" y="12449"/>
                </a:lnTo>
                <a:cubicBezTo>
                  <a:pt x="17134" y="18781"/>
                  <a:pt x="17404" y="18923"/>
                  <a:pt x="18122" y="18923"/>
                </a:cubicBezTo>
                <a:lnTo>
                  <a:pt x="18203" y="18923"/>
                </a:lnTo>
                <a:cubicBezTo>
                  <a:pt x="19262" y="18923"/>
                  <a:pt x="21079" y="18007"/>
                  <a:pt x="21079" y="16878"/>
                </a:cubicBezTo>
                <a:lnTo>
                  <a:pt x="11731" y="10229"/>
                </a:lnTo>
                <a:cubicBezTo>
                  <a:pt x="11731" y="10229"/>
                  <a:pt x="21079" y="3580"/>
                  <a:pt x="21079" y="3580"/>
                </a:cubicBezTo>
                <a:close/>
                <a:moveTo>
                  <a:pt x="4639" y="16789"/>
                </a:moveTo>
                <a:cubicBezTo>
                  <a:pt x="4496" y="16859"/>
                  <a:pt x="4332" y="16897"/>
                  <a:pt x="4162" y="16897"/>
                </a:cubicBezTo>
                <a:cubicBezTo>
                  <a:pt x="3846" y="16897"/>
                  <a:pt x="3544" y="16764"/>
                  <a:pt x="3411" y="16567"/>
                </a:cubicBezTo>
                <a:cubicBezTo>
                  <a:pt x="3347" y="16471"/>
                  <a:pt x="3351" y="16406"/>
                  <a:pt x="3362" y="16361"/>
                </a:cubicBezTo>
                <a:cubicBezTo>
                  <a:pt x="3392" y="16240"/>
                  <a:pt x="3511" y="16117"/>
                  <a:pt x="3682" y="16034"/>
                </a:cubicBezTo>
                <a:cubicBezTo>
                  <a:pt x="3891" y="15930"/>
                  <a:pt x="4198" y="15869"/>
                  <a:pt x="4503" y="15869"/>
                </a:cubicBezTo>
                <a:cubicBezTo>
                  <a:pt x="4935" y="15869"/>
                  <a:pt x="5194" y="15988"/>
                  <a:pt x="5273" y="16050"/>
                </a:cubicBezTo>
                <a:cubicBezTo>
                  <a:pt x="5252" y="16207"/>
                  <a:pt x="5019" y="16601"/>
                  <a:pt x="4639" y="16789"/>
                </a:cubicBezTo>
                <a:moveTo>
                  <a:pt x="4503" y="14845"/>
                </a:moveTo>
                <a:cubicBezTo>
                  <a:pt x="4065" y="14845"/>
                  <a:pt x="3621" y="14936"/>
                  <a:pt x="3279" y="15105"/>
                </a:cubicBezTo>
                <a:cubicBezTo>
                  <a:pt x="2435" y="15522"/>
                  <a:pt x="2147" y="16443"/>
                  <a:pt x="2633" y="17165"/>
                </a:cubicBezTo>
                <a:cubicBezTo>
                  <a:pt x="2960" y="17649"/>
                  <a:pt x="3553" y="17919"/>
                  <a:pt x="4162" y="17919"/>
                </a:cubicBezTo>
                <a:cubicBezTo>
                  <a:pt x="4461" y="17919"/>
                  <a:pt x="4764" y="17854"/>
                  <a:pt x="5041" y="17717"/>
                </a:cubicBezTo>
                <a:cubicBezTo>
                  <a:pt x="5885" y="17300"/>
                  <a:pt x="6555" y="16190"/>
                  <a:pt x="6069" y="15469"/>
                </a:cubicBezTo>
                <a:cubicBezTo>
                  <a:pt x="5779" y="15040"/>
                  <a:pt x="5146" y="14845"/>
                  <a:pt x="4503" y="14845"/>
                </a:cubicBezTo>
                <a:moveTo>
                  <a:pt x="4503" y="4590"/>
                </a:moveTo>
                <a:cubicBezTo>
                  <a:pt x="4198" y="4590"/>
                  <a:pt x="3891" y="4528"/>
                  <a:pt x="3682" y="4425"/>
                </a:cubicBezTo>
                <a:cubicBezTo>
                  <a:pt x="3511" y="4341"/>
                  <a:pt x="3392" y="4219"/>
                  <a:pt x="3362" y="4098"/>
                </a:cubicBezTo>
                <a:cubicBezTo>
                  <a:pt x="3351" y="4052"/>
                  <a:pt x="3347" y="3987"/>
                  <a:pt x="3411" y="3891"/>
                </a:cubicBezTo>
                <a:cubicBezTo>
                  <a:pt x="3544" y="3694"/>
                  <a:pt x="3846" y="3561"/>
                  <a:pt x="4162" y="3561"/>
                </a:cubicBezTo>
                <a:cubicBezTo>
                  <a:pt x="4332" y="3561"/>
                  <a:pt x="4496" y="3599"/>
                  <a:pt x="4639" y="3669"/>
                </a:cubicBezTo>
                <a:cubicBezTo>
                  <a:pt x="5019" y="3857"/>
                  <a:pt x="5252" y="4252"/>
                  <a:pt x="5273" y="4408"/>
                </a:cubicBezTo>
                <a:cubicBezTo>
                  <a:pt x="5194" y="4470"/>
                  <a:pt x="4935" y="4590"/>
                  <a:pt x="4503" y="4590"/>
                </a:cubicBezTo>
                <a:moveTo>
                  <a:pt x="5041" y="2741"/>
                </a:moveTo>
                <a:cubicBezTo>
                  <a:pt x="4764" y="2604"/>
                  <a:pt x="4461" y="2539"/>
                  <a:pt x="4162" y="2539"/>
                </a:cubicBezTo>
                <a:cubicBezTo>
                  <a:pt x="3553" y="2539"/>
                  <a:pt x="2960" y="2809"/>
                  <a:pt x="2633" y="3294"/>
                </a:cubicBezTo>
                <a:cubicBezTo>
                  <a:pt x="2147" y="4015"/>
                  <a:pt x="2435" y="4937"/>
                  <a:pt x="3279" y="5353"/>
                </a:cubicBezTo>
                <a:cubicBezTo>
                  <a:pt x="3621" y="5522"/>
                  <a:pt x="4065" y="5613"/>
                  <a:pt x="4503" y="5613"/>
                </a:cubicBezTo>
                <a:cubicBezTo>
                  <a:pt x="5146" y="5613"/>
                  <a:pt x="5779" y="5418"/>
                  <a:pt x="6069" y="4990"/>
                </a:cubicBezTo>
                <a:cubicBezTo>
                  <a:pt x="6555" y="4268"/>
                  <a:pt x="5885" y="3158"/>
                  <a:pt x="5041" y="274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7" name="Shape 2787"/>
          <p:cNvSpPr/>
          <p:nvPr/>
        </p:nvSpPr>
        <p:spPr>
          <a:xfrm>
            <a:off x="8278920" y="4280040"/>
            <a:ext cx="209520" cy="209520"/>
          </a:xfrm>
          <a:custGeom>
            <a:avLst/>
            <a:gdLst/>
            <a:ahLst/>
            <a:rect l="l" t="t" r="r" b="b"/>
            <a:pathLst>
              <a:path w="21086" h="21600">
                <a:moveTo>
                  <a:pt x="11502" y="10309"/>
                </a:moveTo>
                <a:cubicBezTo>
                  <a:pt x="11767" y="10309"/>
                  <a:pt x="11981" y="10090"/>
                  <a:pt x="11981" y="9818"/>
                </a:cubicBezTo>
                <a:cubicBezTo>
                  <a:pt x="11981" y="9547"/>
                  <a:pt x="11767" y="9327"/>
                  <a:pt x="11502" y="9327"/>
                </a:cubicBezTo>
                <a:cubicBezTo>
                  <a:pt x="11237" y="9327"/>
                  <a:pt x="11022" y="9547"/>
                  <a:pt x="11022" y="9818"/>
                </a:cubicBezTo>
                <a:cubicBezTo>
                  <a:pt x="11022" y="10090"/>
                  <a:pt x="11237" y="10309"/>
                  <a:pt x="11502" y="10309"/>
                </a:cubicBezTo>
                <a:moveTo>
                  <a:pt x="15818" y="4909"/>
                </a:moveTo>
                <a:cubicBezTo>
                  <a:pt x="16083" y="4909"/>
                  <a:pt x="16297" y="5129"/>
                  <a:pt x="16297" y="5400"/>
                </a:cubicBezTo>
                <a:cubicBezTo>
                  <a:pt x="16297" y="5672"/>
                  <a:pt x="16083" y="5891"/>
                  <a:pt x="15818" y="5891"/>
                </a:cubicBezTo>
                <a:cubicBezTo>
                  <a:pt x="15553" y="5891"/>
                  <a:pt x="15338" y="5672"/>
                  <a:pt x="15338" y="5400"/>
                </a:cubicBezTo>
                <a:cubicBezTo>
                  <a:pt x="15338" y="5129"/>
                  <a:pt x="15553" y="4909"/>
                  <a:pt x="15818" y="4909"/>
                </a:cubicBezTo>
                <a:moveTo>
                  <a:pt x="15818" y="6873"/>
                </a:moveTo>
                <a:cubicBezTo>
                  <a:pt x="16612" y="6873"/>
                  <a:pt x="17256" y="6213"/>
                  <a:pt x="17256" y="5400"/>
                </a:cubicBezTo>
                <a:cubicBezTo>
                  <a:pt x="17256" y="4587"/>
                  <a:pt x="16612" y="3928"/>
                  <a:pt x="15818" y="3928"/>
                </a:cubicBezTo>
                <a:cubicBezTo>
                  <a:pt x="15023" y="3928"/>
                  <a:pt x="14379" y="4587"/>
                  <a:pt x="14379" y="5400"/>
                </a:cubicBezTo>
                <a:cubicBezTo>
                  <a:pt x="14379" y="6213"/>
                  <a:pt x="15023" y="6873"/>
                  <a:pt x="15818" y="6873"/>
                </a:cubicBezTo>
                <a:moveTo>
                  <a:pt x="12941" y="11782"/>
                </a:moveTo>
                <a:cubicBezTo>
                  <a:pt x="13206" y="11782"/>
                  <a:pt x="13420" y="11562"/>
                  <a:pt x="13420" y="11291"/>
                </a:cubicBezTo>
                <a:cubicBezTo>
                  <a:pt x="13420" y="11020"/>
                  <a:pt x="13206" y="10800"/>
                  <a:pt x="12941" y="10800"/>
                </a:cubicBezTo>
                <a:cubicBezTo>
                  <a:pt x="12675" y="10800"/>
                  <a:pt x="12461" y="11020"/>
                  <a:pt x="12461" y="11291"/>
                </a:cubicBezTo>
                <a:cubicBezTo>
                  <a:pt x="12461" y="11562"/>
                  <a:pt x="12675" y="11782"/>
                  <a:pt x="12941" y="11782"/>
                </a:cubicBezTo>
                <a:moveTo>
                  <a:pt x="10063" y="7855"/>
                </a:moveTo>
                <a:cubicBezTo>
                  <a:pt x="9798" y="7855"/>
                  <a:pt x="9584" y="8074"/>
                  <a:pt x="9584" y="8346"/>
                </a:cubicBezTo>
                <a:cubicBezTo>
                  <a:pt x="9584" y="8617"/>
                  <a:pt x="9798" y="8836"/>
                  <a:pt x="10063" y="8836"/>
                </a:cubicBezTo>
                <a:cubicBezTo>
                  <a:pt x="10328" y="8836"/>
                  <a:pt x="10543" y="8617"/>
                  <a:pt x="10543" y="8346"/>
                </a:cubicBezTo>
                <a:cubicBezTo>
                  <a:pt x="10543" y="8074"/>
                  <a:pt x="10328" y="7855"/>
                  <a:pt x="10063" y="7855"/>
                </a:cubicBezTo>
                <a:moveTo>
                  <a:pt x="1718" y="19842"/>
                </a:moveTo>
                <a:lnTo>
                  <a:pt x="3451" y="15392"/>
                </a:lnTo>
                <a:cubicBezTo>
                  <a:pt x="3684" y="15834"/>
                  <a:pt x="3973" y="16253"/>
                  <a:pt x="4312" y="16642"/>
                </a:cubicBezTo>
                <a:cubicBezTo>
                  <a:pt x="4824" y="17230"/>
                  <a:pt x="5418" y="17711"/>
                  <a:pt x="6061" y="18068"/>
                </a:cubicBezTo>
                <a:cubicBezTo>
                  <a:pt x="6061" y="18068"/>
                  <a:pt x="1718" y="19842"/>
                  <a:pt x="1718" y="19842"/>
                </a:cubicBezTo>
                <a:close/>
                <a:moveTo>
                  <a:pt x="3717" y="12060"/>
                </a:moveTo>
                <a:lnTo>
                  <a:pt x="0" y="21600"/>
                </a:lnTo>
                <a:lnTo>
                  <a:pt x="9319" y="17795"/>
                </a:lnTo>
                <a:cubicBezTo>
                  <a:pt x="9153" y="17815"/>
                  <a:pt x="8987" y="17824"/>
                  <a:pt x="8822" y="17824"/>
                </a:cubicBezTo>
                <a:cubicBezTo>
                  <a:pt x="5971" y="17824"/>
                  <a:pt x="3389" y="15002"/>
                  <a:pt x="3717" y="12060"/>
                </a:cubicBezTo>
                <a:moveTo>
                  <a:pt x="16115" y="10657"/>
                </a:moveTo>
                <a:cubicBezTo>
                  <a:pt x="15925" y="10851"/>
                  <a:pt x="15627" y="11171"/>
                  <a:pt x="15280" y="11542"/>
                </a:cubicBezTo>
                <a:cubicBezTo>
                  <a:pt x="14662" y="12204"/>
                  <a:pt x="13712" y="13221"/>
                  <a:pt x="13147" y="13753"/>
                </a:cubicBezTo>
                <a:lnTo>
                  <a:pt x="7665" y="8141"/>
                </a:lnTo>
                <a:cubicBezTo>
                  <a:pt x="8185" y="7563"/>
                  <a:pt x="9179" y="6590"/>
                  <a:pt x="9825" y="5958"/>
                </a:cubicBezTo>
                <a:cubicBezTo>
                  <a:pt x="10188" y="5603"/>
                  <a:pt x="10500" y="5298"/>
                  <a:pt x="10690" y="5103"/>
                </a:cubicBezTo>
                <a:cubicBezTo>
                  <a:pt x="13284" y="2447"/>
                  <a:pt x="18271" y="993"/>
                  <a:pt x="20136" y="982"/>
                </a:cubicBezTo>
                <a:cubicBezTo>
                  <a:pt x="20132" y="2572"/>
                  <a:pt x="18824" y="7884"/>
                  <a:pt x="16115" y="10657"/>
                </a:cubicBezTo>
                <a:moveTo>
                  <a:pt x="12477" y="14563"/>
                </a:moveTo>
                <a:cubicBezTo>
                  <a:pt x="12127" y="15873"/>
                  <a:pt x="11665" y="17072"/>
                  <a:pt x="11154" y="18035"/>
                </a:cubicBezTo>
                <a:cubicBezTo>
                  <a:pt x="10943" y="17454"/>
                  <a:pt x="10642" y="16798"/>
                  <a:pt x="10214" y="16110"/>
                </a:cubicBezTo>
                <a:cubicBezTo>
                  <a:pt x="10035" y="15823"/>
                  <a:pt x="9728" y="15656"/>
                  <a:pt x="9405" y="15656"/>
                </a:cubicBezTo>
                <a:cubicBezTo>
                  <a:pt x="9329" y="15656"/>
                  <a:pt x="9252" y="15665"/>
                  <a:pt x="9176" y="15684"/>
                </a:cubicBezTo>
                <a:cubicBezTo>
                  <a:pt x="8990" y="15731"/>
                  <a:pt x="8799" y="15755"/>
                  <a:pt x="8610" y="15755"/>
                </a:cubicBezTo>
                <a:cubicBezTo>
                  <a:pt x="7905" y="15755"/>
                  <a:pt x="7217" y="15432"/>
                  <a:pt x="6621" y="14822"/>
                </a:cubicBezTo>
                <a:cubicBezTo>
                  <a:pt x="5861" y="14044"/>
                  <a:pt x="5561" y="13114"/>
                  <a:pt x="5779" y="12206"/>
                </a:cubicBezTo>
                <a:cubicBezTo>
                  <a:pt x="5877" y="11797"/>
                  <a:pt x="5709" y="11370"/>
                  <a:pt x="5363" y="11144"/>
                </a:cubicBezTo>
                <a:cubicBezTo>
                  <a:pt x="4690" y="10706"/>
                  <a:pt x="4050" y="10398"/>
                  <a:pt x="3482" y="10183"/>
                </a:cubicBezTo>
                <a:cubicBezTo>
                  <a:pt x="4423" y="9658"/>
                  <a:pt x="5594" y="9186"/>
                  <a:pt x="6874" y="8827"/>
                </a:cubicBezTo>
                <a:cubicBezTo>
                  <a:pt x="6900" y="8820"/>
                  <a:pt x="6921" y="8803"/>
                  <a:pt x="6946" y="8793"/>
                </a:cubicBezTo>
                <a:lnTo>
                  <a:pt x="12510" y="14490"/>
                </a:lnTo>
                <a:cubicBezTo>
                  <a:pt x="12501" y="14515"/>
                  <a:pt x="12484" y="14536"/>
                  <a:pt x="12477" y="14563"/>
                </a:cubicBezTo>
                <a:moveTo>
                  <a:pt x="20922" y="167"/>
                </a:moveTo>
                <a:cubicBezTo>
                  <a:pt x="20813" y="55"/>
                  <a:pt x="20545" y="0"/>
                  <a:pt x="20157" y="0"/>
                </a:cubicBezTo>
                <a:cubicBezTo>
                  <a:pt x="18131" y="0"/>
                  <a:pt x="12842" y="1511"/>
                  <a:pt x="10012" y="4409"/>
                </a:cubicBezTo>
                <a:cubicBezTo>
                  <a:pt x="9345" y="5092"/>
                  <a:pt x="7134" y="7175"/>
                  <a:pt x="6621" y="7880"/>
                </a:cubicBezTo>
                <a:cubicBezTo>
                  <a:pt x="4961" y="8346"/>
                  <a:pt x="2544" y="9277"/>
                  <a:pt x="1196" y="10657"/>
                </a:cubicBezTo>
                <a:cubicBezTo>
                  <a:pt x="1196" y="10657"/>
                  <a:pt x="2841" y="10663"/>
                  <a:pt x="4848" y="11972"/>
                </a:cubicBezTo>
                <a:cubicBezTo>
                  <a:pt x="4556" y="13190"/>
                  <a:pt x="4926" y="14475"/>
                  <a:pt x="5943" y="15516"/>
                </a:cubicBezTo>
                <a:cubicBezTo>
                  <a:pt x="6735" y="16327"/>
                  <a:pt x="7672" y="16737"/>
                  <a:pt x="8610" y="16737"/>
                </a:cubicBezTo>
                <a:cubicBezTo>
                  <a:pt x="8876" y="16737"/>
                  <a:pt x="9142" y="16704"/>
                  <a:pt x="9405" y="16637"/>
                </a:cubicBezTo>
                <a:cubicBezTo>
                  <a:pt x="10683" y="18692"/>
                  <a:pt x="10690" y="20376"/>
                  <a:pt x="10690" y="20376"/>
                </a:cubicBezTo>
                <a:cubicBezTo>
                  <a:pt x="12038" y="18996"/>
                  <a:pt x="12948" y="16521"/>
                  <a:pt x="13402" y="14822"/>
                </a:cubicBezTo>
                <a:cubicBezTo>
                  <a:pt x="14091" y="14297"/>
                  <a:pt x="16126" y="12034"/>
                  <a:pt x="16793" y="11351"/>
                </a:cubicBezTo>
                <a:cubicBezTo>
                  <a:pt x="20164" y="7900"/>
                  <a:pt x="21600" y="861"/>
                  <a:pt x="20922" y="16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8" name="Shape 2788"/>
          <p:cNvSpPr/>
          <p:nvPr/>
        </p:nvSpPr>
        <p:spPr>
          <a:xfrm>
            <a:off x="3831840" y="2680200"/>
            <a:ext cx="114372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4400" rIns="14400" tIns="14400" bIns="14400" anchor="ctr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Miscellaneous</a:t>
            </a:r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hape 2790"/>
          <p:cNvSpPr/>
          <p:nvPr/>
        </p:nvSpPr>
        <p:spPr>
          <a:xfrm>
            <a:off x="660240" y="1400040"/>
            <a:ext cx="209880" cy="152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3436" y="17550"/>
                </a:moveTo>
                <a:lnTo>
                  <a:pt x="10309" y="17550"/>
                </a:lnTo>
                <a:cubicBezTo>
                  <a:pt x="10580" y="17550"/>
                  <a:pt x="10800" y="17248"/>
                  <a:pt x="10800" y="16875"/>
                </a:cubicBezTo>
                <a:cubicBezTo>
                  <a:pt x="10800" y="16503"/>
                  <a:pt x="10580" y="16200"/>
                  <a:pt x="10309" y="16200"/>
                </a:cubicBezTo>
                <a:lnTo>
                  <a:pt x="3436" y="16200"/>
                </a:lnTo>
                <a:cubicBezTo>
                  <a:pt x="3166" y="16200"/>
                  <a:pt x="2945" y="16503"/>
                  <a:pt x="2945" y="16875"/>
                </a:cubicBezTo>
                <a:cubicBezTo>
                  <a:pt x="2945" y="17248"/>
                  <a:pt x="3166" y="17550"/>
                  <a:pt x="3436" y="17550"/>
                </a:cubicBezTo>
                <a:moveTo>
                  <a:pt x="3436" y="14850"/>
                </a:moveTo>
                <a:lnTo>
                  <a:pt x="12273" y="14850"/>
                </a:lnTo>
                <a:cubicBezTo>
                  <a:pt x="12544" y="14850"/>
                  <a:pt x="12764" y="14548"/>
                  <a:pt x="12764" y="14175"/>
                </a:cubicBezTo>
                <a:cubicBezTo>
                  <a:pt x="12764" y="13803"/>
                  <a:pt x="12544" y="13500"/>
                  <a:pt x="12273" y="13500"/>
                </a:cubicBezTo>
                <a:lnTo>
                  <a:pt x="3436" y="13500"/>
                </a:lnTo>
                <a:cubicBezTo>
                  <a:pt x="3166" y="13500"/>
                  <a:pt x="2945" y="13803"/>
                  <a:pt x="2945" y="14175"/>
                </a:cubicBezTo>
                <a:cubicBezTo>
                  <a:pt x="2945" y="14548"/>
                  <a:pt x="3166" y="14850"/>
                  <a:pt x="3436" y="14850"/>
                </a:cubicBezTo>
                <a:moveTo>
                  <a:pt x="20618" y="4050"/>
                </a:moveTo>
                <a:lnTo>
                  <a:pt x="982" y="40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4050"/>
                  <a:pt x="20618" y="4050"/>
                </a:cubicBezTo>
                <a:close/>
                <a:moveTo>
                  <a:pt x="20618" y="20250"/>
                </a:moveTo>
                <a:lnTo>
                  <a:pt x="982" y="20250"/>
                </a:lnTo>
                <a:lnTo>
                  <a:pt x="982" y="9450"/>
                </a:lnTo>
                <a:lnTo>
                  <a:pt x="20618" y="9450"/>
                </a:lnTo>
                <a:cubicBezTo>
                  <a:pt x="20618" y="94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16200" y="17550"/>
                </a:moveTo>
                <a:lnTo>
                  <a:pt x="18164" y="17550"/>
                </a:lnTo>
                <a:cubicBezTo>
                  <a:pt x="18434" y="17550"/>
                  <a:pt x="18655" y="17248"/>
                  <a:pt x="18655" y="16875"/>
                </a:cubicBezTo>
                <a:lnTo>
                  <a:pt x="18655" y="14175"/>
                </a:lnTo>
                <a:cubicBezTo>
                  <a:pt x="18655" y="13803"/>
                  <a:pt x="18434" y="13500"/>
                  <a:pt x="18164" y="13500"/>
                </a:cubicBezTo>
                <a:lnTo>
                  <a:pt x="16200" y="13500"/>
                </a:lnTo>
                <a:cubicBezTo>
                  <a:pt x="15929" y="13500"/>
                  <a:pt x="15709" y="13803"/>
                  <a:pt x="15709" y="14175"/>
                </a:cubicBezTo>
                <a:lnTo>
                  <a:pt x="15709" y="16875"/>
                </a:lnTo>
                <a:cubicBezTo>
                  <a:pt x="15709" y="17248"/>
                  <a:pt x="15929" y="17550"/>
                  <a:pt x="16200" y="1755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0" name="Shape 2791"/>
          <p:cNvSpPr/>
          <p:nvPr/>
        </p:nvSpPr>
        <p:spPr>
          <a:xfrm>
            <a:off x="1060560" y="1390680"/>
            <a:ext cx="209520" cy="171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0"/>
                </a:moveTo>
                <a:lnTo>
                  <a:pt x="4909" y="0"/>
                </a:lnTo>
                <a:cubicBezTo>
                  <a:pt x="4367" y="0"/>
                  <a:pt x="3927" y="538"/>
                  <a:pt x="3927" y="1200"/>
                </a:cubicBezTo>
                <a:lnTo>
                  <a:pt x="3927" y="3000"/>
                </a:lnTo>
                <a:cubicBezTo>
                  <a:pt x="3927" y="3332"/>
                  <a:pt x="4147" y="3600"/>
                  <a:pt x="4418" y="3600"/>
                </a:cubicBezTo>
                <a:cubicBezTo>
                  <a:pt x="4689" y="3600"/>
                  <a:pt x="4909" y="3332"/>
                  <a:pt x="4909" y="3000"/>
                </a:cubicBezTo>
                <a:lnTo>
                  <a:pt x="4909" y="1200"/>
                </a:lnTo>
                <a:lnTo>
                  <a:pt x="20618" y="1200"/>
                </a:lnTo>
                <a:lnTo>
                  <a:pt x="20618" y="15600"/>
                </a:lnTo>
                <a:lnTo>
                  <a:pt x="19145" y="15600"/>
                </a:lnTo>
                <a:cubicBezTo>
                  <a:pt x="18875" y="15600"/>
                  <a:pt x="18655" y="15869"/>
                  <a:pt x="18655" y="16200"/>
                </a:cubicBezTo>
                <a:cubicBezTo>
                  <a:pt x="18655" y="16532"/>
                  <a:pt x="18875" y="16800"/>
                  <a:pt x="19145" y="16800"/>
                </a:cubicBezTo>
                <a:lnTo>
                  <a:pt x="20618" y="16800"/>
                </a:lnTo>
                <a:cubicBezTo>
                  <a:pt x="21160" y="16800"/>
                  <a:pt x="21600" y="16262"/>
                  <a:pt x="21600" y="15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6691" y="8400"/>
                </a:moveTo>
                <a:lnTo>
                  <a:pt x="982" y="8400"/>
                </a:lnTo>
                <a:lnTo>
                  <a:pt x="982" y="6000"/>
                </a:lnTo>
                <a:lnTo>
                  <a:pt x="16691" y="6000"/>
                </a:lnTo>
                <a:cubicBezTo>
                  <a:pt x="16691" y="6000"/>
                  <a:pt x="16691" y="8400"/>
                  <a:pt x="16691" y="8400"/>
                </a:cubicBezTo>
                <a:close/>
                <a:moveTo>
                  <a:pt x="16691" y="20400"/>
                </a:moveTo>
                <a:lnTo>
                  <a:pt x="982" y="20400"/>
                </a:lnTo>
                <a:lnTo>
                  <a:pt x="982" y="12000"/>
                </a:lnTo>
                <a:lnTo>
                  <a:pt x="16691" y="12000"/>
                </a:lnTo>
                <a:cubicBezTo>
                  <a:pt x="16691" y="12000"/>
                  <a:pt x="16691" y="20400"/>
                  <a:pt x="16691" y="20400"/>
                </a:cubicBezTo>
                <a:close/>
                <a:moveTo>
                  <a:pt x="16691" y="4800"/>
                </a:moveTo>
                <a:lnTo>
                  <a:pt x="982" y="4800"/>
                </a:lnTo>
                <a:cubicBezTo>
                  <a:pt x="440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062"/>
                  <a:pt x="17673" y="20400"/>
                </a:cubicBezTo>
                <a:lnTo>
                  <a:pt x="17673" y="6000"/>
                </a:lnTo>
                <a:cubicBezTo>
                  <a:pt x="17673" y="5338"/>
                  <a:pt x="17233" y="4800"/>
                  <a:pt x="16691" y="4800"/>
                </a:cubicBezTo>
                <a:moveTo>
                  <a:pt x="3436" y="18000"/>
                </a:moveTo>
                <a:lnTo>
                  <a:pt x="7364" y="18000"/>
                </a:lnTo>
                <a:cubicBezTo>
                  <a:pt x="7634" y="18000"/>
                  <a:pt x="7855" y="17732"/>
                  <a:pt x="7855" y="17400"/>
                </a:cubicBezTo>
                <a:cubicBezTo>
                  <a:pt x="7855" y="17069"/>
                  <a:pt x="7634" y="16800"/>
                  <a:pt x="7364" y="16800"/>
                </a:cubicBezTo>
                <a:lnTo>
                  <a:pt x="3436" y="16800"/>
                </a:lnTo>
                <a:cubicBezTo>
                  <a:pt x="3166" y="16800"/>
                  <a:pt x="2945" y="17069"/>
                  <a:pt x="2945" y="17400"/>
                </a:cubicBezTo>
                <a:cubicBezTo>
                  <a:pt x="2945" y="17732"/>
                  <a:pt x="3166" y="18000"/>
                  <a:pt x="3436" y="18000"/>
                </a:cubicBezTo>
                <a:moveTo>
                  <a:pt x="3436" y="15600"/>
                </a:moveTo>
                <a:lnTo>
                  <a:pt x="9327" y="15600"/>
                </a:lnTo>
                <a:cubicBezTo>
                  <a:pt x="9598" y="15600"/>
                  <a:pt x="9818" y="15332"/>
                  <a:pt x="9818" y="15000"/>
                </a:cubicBezTo>
                <a:cubicBezTo>
                  <a:pt x="9818" y="14668"/>
                  <a:pt x="9598" y="14400"/>
                  <a:pt x="9327" y="14400"/>
                </a:cubicBezTo>
                <a:lnTo>
                  <a:pt x="3436" y="14400"/>
                </a:lnTo>
                <a:cubicBezTo>
                  <a:pt x="3166" y="14400"/>
                  <a:pt x="2945" y="14668"/>
                  <a:pt x="2945" y="15000"/>
                </a:cubicBezTo>
                <a:cubicBezTo>
                  <a:pt x="2945" y="15332"/>
                  <a:pt x="3166" y="15600"/>
                  <a:pt x="3436" y="15600"/>
                </a:cubicBezTo>
                <a:moveTo>
                  <a:pt x="12273" y="18000"/>
                </a:moveTo>
                <a:lnTo>
                  <a:pt x="14236" y="18000"/>
                </a:lnTo>
                <a:cubicBezTo>
                  <a:pt x="14507" y="18000"/>
                  <a:pt x="14727" y="17732"/>
                  <a:pt x="14727" y="17400"/>
                </a:cubicBezTo>
                <a:lnTo>
                  <a:pt x="14727" y="15000"/>
                </a:lnTo>
                <a:cubicBezTo>
                  <a:pt x="14727" y="14668"/>
                  <a:pt x="14507" y="14400"/>
                  <a:pt x="14236" y="14400"/>
                </a:cubicBezTo>
                <a:lnTo>
                  <a:pt x="12273" y="14400"/>
                </a:lnTo>
                <a:cubicBezTo>
                  <a:pt x="12002" y="14400"/>
                  <a:pt x="11782" y="14668"/>
                  <a:pt x="11782" y="15000"/>
                </a:cubicBezTo>
                <a:lnTo>
                  <a:pt x="11782" y="17400"/>
                </a:lnTo>
                <a:cubicBezTo>
                  <a:pt x="11782" y="17732"/>
                  <a:pt x="12002" y="18000"/>
                  <a:pt x="12273" y="180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1" name="Shape 2792"/>
          <p:cNvSpPr/>
          <p:nvPr/>
        </p:nvSpPr>
        <p:spPr>
          <a:xfrm>
            <a:off x="1460520" y="13716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949" y="13580"/>
                </a:moveTo>
                <a:cubicBezTo>
                  <a:pt x="11701" y="13784"/>
                  <a:pt x="11474" y="13901"/>
                  <a:pt x="11085" y="13931"/>
                </a:cubicBezTo>
                <a:lnTo>
                  <a:pt x="11085" y="11339"/>
                </a:lnTo>
                <a:cubicBezTo>
                  <a:pt x="11251" y="11383"/>
                  <a:pt x="11321" y="11435"/>
                  <a:pt x="11479" y="11494"/>
                </a:cubicBezTo>
                <a:cubicBezTo>
                  <a:pt x="11638" y="11554"/>
                  <a:pt x="11780" y="11632"/>
                  <a:pt x="11906" y="11728"/>
                </a:cubicBezTo>
                <a:cubicBezTo>
                  <a:pt x="12032" y="11824"/>
                  <a:pt x="12133" y="11943"/>
                  <a:pt x="12208" y="12084"/>
                </a:cubicBezTo>
                <a:cubicBezTo>
                  <a:pt x="12284" y="12225"/>
                  <a:pt x="12322" y="12399"/>
                  <a:pt x="12322" y="12607"/>
                </a:cubicBezTo>
                <a:cubicBezTo>
                  <a:pt x="12322" y="13052"/>
                  <a:pt x="12198" y="13376"/>
                  <a:pt x="11949" y="13580"/>
                </a:cubicBezTo>
                <a:moveTo>
                  <a:pt x="10437" y="9837"/>
                </a:moveTo>
                <a:cubicBezTo>
                  <a:pt x="10286" y="9800"/>
                  <a:pt x="10228" y="9753"/>
                  <a:pt x="10081" y="9698"/>
                </a:cubicBezTo>
                <a:cubicBezTo>
                  <a:pt x="9933" y="9642"/>
                  <a:pt x="9803" y="9570"/>
                  <a:pt x="9692" y="9481"/>
                </a:cubicBezTo>
                <a:cubicBezTo>
                  <a:pt x="9581" y="9392"/>
                  <a:pt x="9489" y="9285"/>
                  <a:pt x="9417" y="9159"/>
                </a:cubicBezTo>
                <a:cubicBezTo>
                  <a:pt x="9345" y="9032"/>
                  <a:pt x="9309" y="8880"/>
                  <a:pt x="9309" y="8702"/>
                </a:cubicBezTo>
                <a:cubicBezTo>
                  <a:pt x="9309" y="8309"/>
                  <a:pt x="9415" y="8030"/>
                  <a:pt x="9627" y="7862"/>
                </a:cubicBezTo>
                <a:cubicBezTo>
                  <a:pt x="9839" y="7696"/>
                  <a:pt x="10048" y="7612"/>
                  <a:pt x="10437" y="7612"/>
                </a:cubicBezTo>
                <a:cubicBezTo>
                  <a:pt x="10437" y="7612"/>
                  <a:pt x="10437" y="9837"/>
                  <a:pt x="10437" y="9837"/>
                </a:cubicBezTo>
                <a:close/>
                <a:moveTo>
                  <a:pt x="12765" y="10727"/>
                </a:moveTo>
                <a:cubicBezTo>
                  <a:pt x="12527" y="10542"/>
                  <a:pt x="12253" y="10390"/>
                  <a:pt x="11944" y="10271"/>
                </a:cubicBezTo>
                <a:cubicBezTo>
                  <a:pt x="11634" y="10153"/>
                  <a:pt x="11410" y="10049"/>
                  <a:pt x="11085" y="9959"/>
                </a:cubicBezTo>
                <a:lnTo>
                  <a:pt x="11085" y="7612"/>
                </a:lnTo>
                <a:cubicBezTo>
                  <a:pt x="11474" y="7612"/>
                  <a:pt x="11665" y="7713"/>
                  <a:pt x="11841" y="7913"/>
                </a:cubicBezTo>
                <a:cubicBezTo>
                  <a:pt x="12017" y="8113"/>
                  <a:pt x="12113" y="8402"/>
                  <a:pt x="12127" y="8781"/>
                </a:cubicBezTo>
                <a:lnTo>
                  <a:pt x="13359" y="8781"/>
                </a:lnTo>
                <a:cubicBezTo>
                  <a:pt x="13359" y="8417"/>
                  <a:pt x="13295" y="8098"/>
                  <a:pt x="13170" y="7824"/>
                </a:cubicBezTo>
                <a:cubicBezTo>
                  <a:pt x="13043" y="7550"/>
                  <a:pt x="12875" y="7323"/>
                  <a:pt x="12662" y="7145"/>
                </a:cubicBezTo>
                <a:cubicBezTo>
                  <a:pt x="12449" y="6967"/>
                  <a:pt x="12200" y="6833"/>
                  <a:pt x="11911" y="6744"/>
                </a:cubicBezTo>
                <a:cubicBezTo>
                  <a:pt x="11623" y="6656"/>
                  <a:pt x="11410" y="6611"/>
                  <a:pt x="11085" y="6611"/>
                </a:cubicBezTo>
                <a:lnTo>
                  <a:pt x="11085" y="5881"/>
                </a:lnTo>
                <a:lnTo>
                  <a:pt x="10437" y="5881"/>
                </a:lnTo>
                <a:lnTo>
                  <a:pt x="10437" y="6611"/>
                </a:lnTo>
                <a:cubicBezTo>
                  <a:pt x="10113" y="6611"/>
                  <a:pt x="9895" y="6659"/>
                  <a:pt x="9600" y="6756"/>
                </a:cubicBezTo>
                <a:cubicBezTo>
                  <a:pt x="9305" y="6852"/>
                  <a:pt x="9044" y="6991"/>
                  <a:pt x="8817" y="7173"/>
                </a:cubicBezTo>
                <a:cubicBezTo>
                  <a:pt x="8590" y="7355"/>
                  <a:pt x="8410" y="7581"/>
                  <a:pt x="8277" y="7852"/>
                </a:cubicBezTo>
                <a:cubicBezTo>
                  <a:pt x="8144" y="8122"/>
                  <a:pt x="8077" y="8436"/>
                  <a:pt x="8077" y="8791"/>
                </a:cubicBezTo>
                <a:cubicBezTo>
                  <a:pt x="8077" y="9199"/>
                  <a:pt x="8150" y="9541"/>
                  <a:pt x="8293" y="9815"/>
                </a:cubicBezTo>
                <a:cubicBezTo>
                  <a:pt x="8438" y="10089"/>
                  <a:pt x="8626" y="10317"/>
                  <a:pt x="8860" y="10499"/>
                </a:cubicBezTo>
                <a:cubicBezTo>
                  <a:pt x="9094" y="10681"/>
                  <a:pt x="9357" y="10829"/>
                  <a:pt x="9649" y="10944"/>
                </a:cubicBezTo>
                <a:cubicBezTo>
                  <a:pt x="9940" y="11059"/>
                  <a:pt x="10142" y="11157"/>
                  <a:pt x="10437" y="11239"/>
                </a:cubicBezTo>
                <a:lnTo>
                  <a:pt x="10437" y="13931"/>
                </a:lnTo>
                <a:cubicBezTo>
                  <a:pt x="9940" y="13916"/>
                  <a:pt x="9676" y="13768"/>
                  <a:pt x="9460" y="13486"/>
                </a:cubicBezTo>
                <a:cubicBezTo>
                  <a:pt x="9244" y="13204"/>
                  <a:pt x="9139" y="12818"/>
                  <a:pt x="9147" y="12329"/>
                </a:cubicBezTo>
                <a:lnTo>
                  <a:pt x="7915" y="12329"/>
                </a:lnTo>
                <a:cubicBezTo>
                  <a:pt x="7908" y="12744"/>
                  <a:pt x="7967" y="13111"/>
                  <a:pt x="8094" y="13430"/>
                </a:cubicBezTo>
                <a:cubicBezTo>
                  <a:pt x="8220" y="13749"/>
                  <a:pt x="8397" y="14018"/>
                  <a:pt x="8628" y="14236"/>
                </a:cubicBezTo>
                <a:cubicBezTo>
                  <a:pt x="8858" y="14455"/>
                  <a:pt x="9136" y="14624"/>
                  <a:pt x="9460" y="14743"/>
                </a:cubicBezTo>
                <a:cubicBezTo>
                  <a:pt x="9784" y="14861"/>
                  <a:pt x="10048" y="14924"/>
                  <a:pt x="10437" y="14932"/>
                </a:cubicBezTo>
                <a:lnTo>
                  <a:pt x="10437" y="15692"/>
                </a:lnTo>
                <a:lnTo>
                  <a:pt x="11085" y="15692"/>
                </a:lnTo>
                <a:lnTo>
                  <a:pt x="11085" y="14932"/>
                </a:lnTo>
                <a:cubicBezTo>
                  <a:pt x="11446" y="14917"/>
                  <a:pt x="11688" y="14856"/>
                  <a:pt x="11998" y="14748"/>
                </a:cubicBezTo>
                <a:cubicBezTo>
                  <a:pt x="12307" y="14641"/>
                  <a:pt x="12578" y="14485"/>
                  <a:pt x="12808" y="14281"/>
                </a:cubicBezTo>
                <a:cubicBezTo>
                  <a:pt x="13038" y="14077"/>
                  <a:pt x="13220" y="13821"/>
                  <a:pt x="13353" y="13513"/>
                </a:cubicBezTo>
                <a:cubicBezTo>
                  <a:pt x="13486" y="13206"/>
                  <a:pt x="13553" y="12844"/>
                  <a:pt x="13553" y="12429"/>
                </a:cubicBezTo>
                <a:cubicBezTo>
                  <a:pt x="13553" y="12028"/>
                  <a:pt x="13481" y="11691"/>
                  <a:pt x="13337" y="11417"/>
                </a:cubicBezTo>
                <a:cubicBezTo>
                  <a:pt x="13193" y="11142"/>
                  <a:pt x="13002" y="10912"/>
                  <a:pt x="12765" y="1072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2" name="Shape 2793"/>
          <p:cNvSpPr/>
          <p:nvPr/>
        </p:nvSpPr>
        <p:spPr>
          <a:xfrm>
            <a:off x="1860480" y="13716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9686" y="14720"/>
                </a:moveTo>
                <a:cubicBezTo>
                  <a:pt x="9513" y="14863"/>
                  <a:pt x="9355" y="14945"/>
                  <a:pt x="9084" y="14965"/>
                </a:cubicBezTo>
                <a:lnTo>
                  <a:pt x="9084" y="13151"/>
                </a:lnTo>
                <a:cubicBezTo>
                  <a:pt x="9199" y="13182"/>
                  <a:pt x="9248" y="13219"/>
                  <a:pt x="9358" y="13260"/>
                </a:cubicBezTo>
                <a:cubicBezTo>
                  <a:pt x="9469" y="13302"/>
                  <a:pt x="9568" y="13357"/>
                  <a:pt x="9656" y="13424"/>
                </a:cubicBezTo>
                <a:cubicBezTo>
                  <a:pt x="9744" y="13491"/>
                  <a:pt x="9814" y="13575"/>
                  <a:pt x="9867" y="13673"/>
                </a:cubicBezTo>
                <a:cubicBezTo>
                  <a:pt x="9920" y="13772"/>
                  <a:pt x="9946" y="13894"/>
                  <a:pt x="9946" y="14039"/>
                </a:cubicBezTo>
                <a:cubicBezTo>
                  <a:pt x="9946" y="14350"/>
                  <a:pt x="9859" y="14577"/>
                  <a:pt x="9686" y="14720"/>
                </a:cubicBezTo>
                <a:moveTo>
                  <a:pt x="8631" y="12100"/>
                </a:moveTo>
                <a:cubicBezTo>
                  <a:pt x="8526" y="12074"/>
                  <a:pt x="8486" y="12041"/>
                  <a:pt x="8383" y="12003"/>
                </a:cubicBezTo>
                <a:cubicBezTo>
                  <a:pt x="8280" y="11964"/>
                  <a:pt x="8189" y="11913"/>
                  <a:pt x="8112" y="11851"/>
                </a:cubicBezTo>
                <a:cubicBezTo>
                  <a:pt x="8034" y="11789"/>
                  <a:pt x="7969" y="11714"/>
                  <a:pt x="7919" y="11625"/>
                </a:cubicBezTo>
                <a:cubicBezTo>
                  <a:pt x="7869" y="11537"/>
                  <a:pt x="7844" y="11431"/>
                  <a:pt x="7844" y="11306"/>
                </a:cubicBezTo>
                <a:cubicBezTo>
                  <a:pt x="7844" y="11031"/>
                  <a:pt x="7918" y="10835"/>
                  <a:pt x="8067" y="10718"/>
                </a:cubicBezTo>
                <a:cubicBezTo>
                  <a:pt x="8214" y="10601"/>
                  <a:pt x="8360" y="10543"/>
                  <a:pt x="8631" y="10543"/>
                </a:cubicBezTo>
                <a:cubicBezTo>
                  <a:pt x="8631" y="10543"/>
                  <a:pt x="8631" y="12100"/>
                  <a:pt x="8631" y="12100"/>
                </a:cubicBezTo>
                <a:close/>
                <a:moveTo>
                  <a:pt x="10255" y="12723"/>
                </a:moveTo>
                <a:cubicBezTo>
                  <a:pt x="10089" y="12593"/>
                  <a:pt x="9898" y="12487"/>
                  <a:pt x="9683" y="12404"/>
                </a:cubicBezTo>
                <a:cubicBezTo>
                  <a:pt x="9466" y="12321"/>
                  <a:pt x="9310" y="12248"/>
                  <a:pt x="9084" y="12186"/>
                </a:cubicBezTo>
                <a:lnTo>
                  <a:pt x="9084" y="10543"/>
                </a:lnTo>
                <a:cubicBezTo>
                  <a:pt x="9355" y="10543"/>
                  <a:pt x="9488" y="10613"/>
                  <a:pt x="9611" y="10753"/>
                </a:cubicBezTo>
                <a:cubicBezTo>
                  <a:pt x="9734" y="10893"/>
                  <a:pt x="9800" y="11096"/>
                  <a:pt x="9810" y="11361"/>
                </a:cubicBezTo>
                <a:lnTo>
                  <a:pt x="10669" y="11361"/>
                </a:lnTo>
                <a:cubicBezTo>
                  <a:pt x="10669" y="11106"/>
                  <a:pt x="10625" y="10883"/>
                  <a:pt x="10537" y="10690"/>
                </a:cubicBezTo>
                <a:cubicBezTo>
                  <a:pt x="10450" y="10499"/>
                  <a:pt x="10331" y="10340"/>
                  <a:pt x="10183" y="10216"/>
                </a:cubicBezTo>
                <a:cubicBezTo>
                  <a:pt x="10035" y="10091"/>
                  <a:pt x="9860" y="9998"/>
                  <a:pt x="9659" y="9935"/>
                </a:cubicBezTo>
                <a:cubicBezTo>
                  <a:pt x="9459" y="9873"/>
                  <a:pt x="9310" y="9842"/>
                  <a:pt x="9084" y="9842"/>
                </a:cubicBezTo>
                <a:lnTo>
                  <a:pt x="9084" y="9331"/>
                </a:lnTo>
                <a:lnTo>
                  <a:pt x="8631" y="9331"/>
                </a:lnTo>
                <a:lnTo>
                  <a:pt x="8631" y="9842"/>
                </a:lnTo>
                <a:cubicBezTo>
                  <a:pt x="8405" y="9842"/>
                  <a:pt x="8253" y="9876"/>
                  <a:pt x="8048" y="9943"/>
                </a:cubicBezTo>
                <a:cubicBezTo>
                  <a:pt x="7842" y="10011"/>
                  <a:pt x="7660" y="10108"/>
                  <a:pt x="7501" y="10235"/>
                </a:cubicBezTo>
                <a:cubicBezTo>
                  <a:pt x="7343" y="10363"/>
                  <a:pt x="7218" y="10521"/>
                  <a:pt x="7125" y="10710"/>
                </a:cubicBezTo>
                <a:cubicBezTo>
                  <a:pt x="7032" y="10899"/>
                  <a:pt x="6985" y="11119"/>
                  <a:pt x="6985" y="11368"/>
                </a:cubicBezTo>
                <a:cubicBezTo>
                  <a:pt x="6985" y="11654"/>
                  <a:pt x="7035" y="11892"/>
                  <a:pt x="7136" y="12085"/>
                </a:cubicBezTo>
                <a:cubicBezTo>
                  <a:pt x="7237" y="12277"/>
                  <a:pt x="7368" y="12436"/>
                  <a:pt x="7531" y="12563"/>
                </a:cubicBezTo>
                <a:cubicBezTo>
                  <a:pt x="7694" y="12691"/>
                  <a:pt x="7878" y="12794"/>
                  <a:pt x="8081" y="12875"/>
                </a:cubicBezTo>
                <a:cubicBezTo>
                  <a:pt x="8285" y="12956"/>
                  <a:pt x="8426" y="13024"/>
                  <a:pt x="8631" y="13081"/>
                </a:cubicBezTo>
                <a:lnTo>
                  <a:pt x="8631" y="14965"/>
                </a:lnTo>
                <a:cubicBezTo>
                  <a:pt x="8285" y="14955"/>
                  <a:pt x="8100" y="14852"/>
                  <a:pt x="7950" y="14654"/>
                </a:cubicBezTo>
                <a:cubicBezTo>
                  <a:pt x="7799" y="14457"/>
                  <a:pt x="7726" y="14187"/>
                  <a:pt x="7731" y="13844"/>
                </a:cubicBezTo>
                <a:lnTo>
                  <a:pt x="6872" y="13844"/>
                </a:lnTo>
                <a:cubicBezTo>
                  <a:pt x="6867" y="14135"/>
                  <a:pt x="6908" y="14392"/>
                  <a:pt x="6996" y="14615"/>
                </a:cubicBezTo>
                <a:cubicBezTo>
                  <a:pt x="7085" y="14839"/>
                  <a:pt x="7209" y="15027"/>
                  <a:pt x="7369" y="15180"/>
                </a:cubicBezTo>
                <a:cubicBezTo>
                  <a:pt x="7530" y="15333"/>
                  <a:pt x="7723" y="15451"/>
                  <a:pt x="7950" y="15534"/>
                </a:cubicBezTo>
                <a:cubicBezTo>
                  <a:pt x="8176" y="15617"/>
                  <a:pt x="8360" y="15661"/>
                  <a:pt x="8631" y="15667"/>
                </a:cubicBezTo>
                <a:lnTo>
                  <a:pt x="8631" y="16199"/>
                </a:lnTo>
                <a:lnTo>
                  <a:pt x="9084" y="16199"/>
                </a:lnTo>
                <a:lnTo>
                  <a:pt x="9084" y="15667"/>
                </a:lnTo>
                <a:cubicBezTo>
                  <a:pt x="9335" y="15656"/>
                  <a:pt x="9504" y="15613"/>
                  <a:pt x="9720" y="15538"/>
                </a:cubicBezTo>
                <a:cubicBezTo>
                  <a:pt x="9936" y="15463"/>
                  <a:pt x="10124" y="15354"/>
                  <a:pt x="10285" y="15211"/>
                </a:cubicBezTo>
                <a:cubicBezTo>
                  <a:pt x="10445" y="15068"/>
                  <a:pt x="10573" y="14889"/>
                  <a:pt x="10666" y="14673"/>
                </a:cubicBezTo>
                <a:cubicBezTo>
                  <a:pt x="10758" y="14459"/>
                  <a:pt x="10805" y="14205"/>
                  <a:pt x="10805" y="13914"/>
                </a:cubicBezTo>
                <a:cubicBezTo>
                  <a:pt x="10805" y="13634"/>
                  <a:pt x="10755" y="13398"/>
                  <a:pt x="10654" y="13206"/>
                </a:cubicBezTo>
                <a:cubicBezTo>
                  <a:pt x="10554" y="13014"/>
                  <a:pt x="10421" y="12853"/>
                  <a:pt x="10255" y="12723"/>
                </a:cubicBezTo>
                <a:moveTo>
                  <a:pt x="12764" y="0"/>
                </a:moveTo>
                <a:cubicBezTo>
                  <a:pt x="9919" y="0"/>
                  <a:pt x="7396" y="1350"/>
                  <a:pt x="5779" y="3437"/>
                </a:cubicBezTo>
                <a:cubicBezTo>
                  <a:pt x="6324" y="3259"/>
                  <a:pt x="6890" y="3132"/>
                  <a:pt x="7472" y="3051"/>
                </a:cubicBezTo>
                <a:cubicBezTo>
                  <a:pt x="8868" y="1774"/>
                  <a:pt x="10722" y="987"/>
                  <a:pt x="12764" y="987"/>
                </a:cubicBezTo>
                <a:cubicBezTo>
                  <a:pt x="17099" y="987"/>
                  <a:pt x="20613" y="4502"/>
                  <a:pt x="20613" y="8836"/>
                </a:cubicBezTo>
                <a:cubicBezTo>
                  <a:pt x="20613" y="10878"/>
                  <a:pt x="19827" y="12732"/>
                  <a:pt x="18549" y="14128"/>
                </a:cubicBezTo>
                <a:cubicBezTo>
                  <a:pt x="18468" y="14710"/>
                  <a:pt x="18341" y="15276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8836" y="20613"/>
                </a:moveTo>
                <a:cubicBezTo>
                  <a:pt x="4501" y="20613"/>
                  <a:pt x="987" y="17098"/>
                  <a:pt x="987" y="12764"/>
                </a:cubicBezTo>
                <a:cubicBezTo>
                  <a:pt x="987" y="8429"/>
                  <a:pt x="4501" y="4915"/>
                  <a:pt x="8836" y="4915"/>
                </a:cubicBezTo>
                <a:cubicBezTo>
                  <a:pt x="13172" y="4915"/>
                  <a:pt x="16685" y="8429"/>
                  <a:pt x="16685" y="12764"/>
                </a:cubicBezTo>
                <a:cubicBezTo>
                  <a:pt x="16685" y="17098"/>
                  <a:pt x="13172" y="20613"/>
                  <a:pt x="8836" y="20613"/>
                </a:cubicBezTo>
                <a:moveTo>
                  <a:pt x="8836" y="3927"/>
                </a:moveTo>
                <a:cubicBezTo>
                  <a:pt x="3956" y="3927"/>
                  <a:pt x="0" y="7884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6" y="21600"/>
                  <a:pt x="17673" y="17644"/>
                  <a:pt x="17673" y="12764"/>
                </a:cubicBezTo>
                <a:cubicBezTo>
                  <a:pt x="17673" y="7884"/>
                  <a:pt x="13716" y="3927"/>
                  <a:pt x="8836" y="392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3" name="Shape 2794"/>
          <p:cNvSpPr/>
          <p:nvPr/>
        </p:nvSpPr>
        <p:spPr>
          <a:xfrm>
            <a:off x="2260440" y="137160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535" y="7724"/>
                </a:moveTo>
                <a:cubicBezTo>
                  <a:pt x="12082" y="7724"/>
                  <a:pt x="12586" y="7961"/>
                  <a:pt x="13047" y="8436"/>
                </a:cubicBezTo>
                <a:lnTo>
                  <a:pt x="13544" y="7424"/>
                </a:lnTo>
                <a:cubicBezTo>
                  <a:pt x="12888" y="6964"/>
                  <a:pt x="12248" y="6734"/>
                  <a:pt x="11621" y="6734"/>
                </a:cubicBezTo>
                <a:cubicBezTo>
                  <a:pt x="10757" y="6734"/>
                  <a:pt x="10048" y="7019"/>
                  <a:pt x="9494" y="7590"/>
                </a:cubicBezTo>
                <a:cubicBezTo>
                  <a:pt x="9019" y="8087"/>
                  <a:pt x="8691" y="8762"/>
                  <a:pt x="8510" y="9615"/>
                </a:cubicBezTo>
                <a:lnTo>
                  <a:pt x="7938" y="9615"/>
                </a:lnTo>
                <a:lnTo>
                  <a:pt x="7658" y="10327"/>
                </a:lnTo>
                <a:lnTo>
                  <a:pt x="8435" y="10327"/>
                </a:lnTo>
                <a:cubicBezTo>
                  <a:pt x="8428" y="10409"/>
                  <a:pt x="8423" y="10483"/>
                  <a:pt x="8419" y="10549"/>
                </a:cubicBezTo>
                <a:cubicBezTo>
                  <a:pt x="8415" y="10616"/>
                  <a:pt x="8414" y="10675"/>
                  <a:pt x="8414" y="10727"/>
                </a:cubicBezTo>
                <a:cubicBezTo>
                  <a:pt x="8414" y="10794"/>
                  <a:pt x="8415" y="10857"/>
                  <a:pt x="8419" y="10916"/>
                </a:cubicBezTo>
                <a:cubicBezTo>
                  <a:pt x="8423" y="10976"/>
                  <a:pt x="8428" y="11032"/>
                  <a:pt x="8435" y="11083"/>
                </a:cubicBezTo>
                <a:lnTo>
                  <a:pt x="7949" y="11083"/>
                </a:lnTo>
                <a:lnTo>
                  <a:pt x="7658" y="11784"/>
                </a:lnTo>
                <a:lnTo>
                  <a:pt x="8489" y="11784"/>
                </a:lnTo>
                <a:cubicBezTo>
                  <a:pt x="8604" y="12674"/>
                  <a:pt x="8896" y="13382"/>
                  <a:pt x="9364" y="13908"/>
                </a:cubicBezTo>
                <a:cubicBezTo>
                  <a:pt x="9904" y="14517"/>
                  <a:pt x="10656" y="14821"/>
                  <a:pt x="11621" y="14821"/>
                </a:cubicBezTo>
                <a:cubicBezTo>
                  <a:pt x="12219" y="14821"/>
                  <a:pt x="12762" y="14658"/>
                  <a:pt x="13252" y="14331"/>
                </a:cubicBezTo>
                <a:lnTo>
                  <a:pt x="13252" y="13097"/>
                </a:lnTo>
                <a:cubicBezTo>
                  <a:pt x="12978" y="13356"/>
                  <a:pt x="12733" y="13542"/>
                  <a:pt x="12517" y="13653"/>
                </a:cubicBezTo>
                <a:cubicBezTo>
                  <a:pt x="12280" y="13772"/>
                  <a:pt x="11981" y="13831"/>
                  <a:pt x="11621" y="13831"/>
                </a:cubicBezTo>
                <a:cubicBezTo>
                  <a:pt x="11067" y="13831"/>
                  <a:pt x="10627" y="13620"/>
                  <a:pt x="10304" y="13197"/>
                </a:cubicBezTo>
                <a:cubicBezTo>
                  <a:pt x="10023" y="12855"/>
                  <a:pt x="9839" y="12385"/>
                  <a:pt x="9753" y="11784"/>
                </a:cubicBezTo>
                <a:lnTo>
                  <a:pt x="11924" y="11784"/>
                </a:lnTo>
                <a:lnTo>
                  <a:pt x="12193" y="11083"/>
                </a:lnTo>
                <a:lnTo>
                  <a:pt x="9699" y="11083"/>
                </a:lnTo>
                <a:cubicBezTo>
                  <a:pt x="9692" y="11046"/>
                  <a:pt x="9688" y="10932"/>
                  <a:pt x="9688" y="10739"/>
                </a:cubicBezTo>
                <a:lnTo>
                  <a:pt x="9688" y="10483"/>
                </a:lnTo>
                <a:cubicBezTo>
                  <a:pt x="9688" y="10416"/>
                  <a:pt x="9692" y="10364"/>
                  <a:pt x="9699" y="10327"/>
                </a:cubicBezTo>
                <a:lnTo>
                  <a:pt x="12344" y="10327"/>
                </a:lnTo>
                <a:lnTo>
                  <a:pt x="12626" y="9615"/>
                </a:lnTo>
                <a:lnTo>
                  <a:pt x="9775" y="9615"/>
                </a:lnTo>
                <a:cubicBezTo>
                  <a:pt x="9868" y="9096"/>
                  <a:pt x="10051" y="8662"/>
                  <a:pt x="10325" y="8314"/>
                </a:cubicBezTo>
                <a:cubicBezTo>
                  <a:pt x="10649" y="7920"/>
                  <a:pt x="11052" y="7724"/>
                  <a:pt x="11535" y="772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4" name="Shape 2795"/>
          <p:cNvSpPr/>
          <p:nvPr/>
        </p:nvSpPr>
        <p:spPr>
          <a:xfrm>
            <a:off x="2660760" y="13716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8836" y="20613"/>
                </a:moveTo>
                <a:cubicBezTo>
                  <a:pt x="4502" y="20613"/>
                  <a:pt x="988" y="17098"/>
                  <a:pt x="988" y="12764"/>
                </a:cubicBezTo>
                <a:cubicBezTo>
                  <a:pt x="988" y="8429"/>
                  <a:pt x="4502" y="4915"/>
                  <a:pt x="8836" y="4915"/>
                </a:cubicBezTo>
                <a:cubicBezTo>
                  <a:pt x="13171" y="4915"/>
                  <a:pt x="16685" y="8429"/>
                  <a:pt x="16685" y="12764"/>
                </a:cubicBezTo>
                <a:cubicBezTo>
                  <a:pt x="16685" y="17098"/>
                  <a:pt x="13171" y="20613"/>
                  <a:pt x="8836" y="20613"/>
                </a:cubicBezTo>
                <a:moveTo>
                  <a:pt x="8836" y="3927"/>
                </a:moveTo>
                <a:cubicBezTo>
                  <a:pt x="3956" y="3927"/>
                  <a:pt x="0" y="7884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4"/>
                  <a:pt x="13717" y="3927"/>
                  <a:pt x="8836" y="3927"/>
                </a:cubicBezTo>
                <a:moveTo>
                  <a:pt x="12764" y="0"/>
                </a:moveTo>
                <a:cubicBezTo>
                  <a:pt x="9919" y="0"/>
                  <a:pt x="7395" y="1349"/>
                  <a:pt x="5780" y="3437"/>
                </a:cubicBezTo>
                <a:cubicBezTo>
                  <a:pt x="6324" y="3259"/>
                  <a:pt x="6890" y="3132"/>
                  <a:pt x="7472" y="3051"/>
                </a:cubicBezTo>
                <a:cubicBezTo>
                  <a:pt x="8868" y="1774"/>
                  <a:pt x="10722" y="987"/>
                  <a:pt x="12764" y="987"/>
                </a:cubicBezTo>
                <a:cubicBezTo>
                  <a:pt x="17098" y="987"/>
                  <a:pt x="20612" y="4502"/>
                  <a:pt x="20612" y="8836"/>
                </a:cubicBezTo>
                <a:cubicBezTo>
                  <a:pt x="20612" y="10878"/>
                  <a:pt x="19827" y="12732"/>
                  <a:pt x="18549" y="14128"/>
                </a:cubicBezTo>
                <a:cubicBezTo>
                  <a:pt x="18468" y="14710"/>
                  <a:pt x="18341" y="15276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9292" y="10539"/>
                </a:moveTo>
                <a:cubicBezTo>
                  <a:pt x="9702" y="10539"/>
                  <a:pt x="10080" y="10712"/>
                  <a:pt x="10426" y="11057"/>
                </a:cubicBezTo>
                <a:lnTo>
                  <a:pt x="10798" y="10320"/>
                </a:lnTo>
                <a:cubicBezTo>
                  <a:pt x="10307" y="9985"/>
                  <a:pt x="9826" y="9817"/>
                  <a:pt x="9356" y="9817"/>
                </a:cubicBezTo>
                <a:cubicBezTo>
                  <a:pt x="8708" y="9817"/>
                  <a:pt x="8176" y="10026"/>
                  <a:pt x="7761" y="10441"/>
                </a:cubicBezTo>
                <a:cubicBezTo>
                  <a:pt x="7404" y="10804"/>
                  <a:pt x="7158" y="11296"/>
                  <a:pt x="7023" y="11917"/>
                </a:cubicBezTo>
                <a:lnTo>
                  <a:pt x="6594" y="11917"/>
                </a:lnTo>
                <a:lnTo>
                  <a:pt x="6384" y="12435"/>
                </a:lnTo>
                <a:lnTo>
                  <a:pt x="6967" y="12435"/>
                </a:lnTo>
                <a:cubicBezTo>
                  <a:pt x="6961" y="12495"/>
                  <a:pt x="6957" y="12549"/>
                  <a:pt x="6955" y="12598"/>
                </a:cubicBezTo>
                <a:cubicBezTo>
                  <a:pt x="6952" y="12646"/>
                  <a:pt x="6950" y="12690"/>
                  <a:pt x="6950" y="12727"/>
                </a:cubicBezTo>
                <a:cubicBezTo>
                  <a:pt x="6950" y="12776"/>
                  <a:pt x="6952" y="12822"/>
                  <a:pt x="6955" y="12865"/>
                </a:cubicBezTo>
                <a:cubicBezTo>
                  <a:pt x="6957" y="12908"/>
                  <a:pt x="6961" y="12949"/>
                  <a:pt x="6967" y="12987"/>
                </a:cubicBezTo>
                <a:lnTo>
                  <a:pt x="6602" y="12987"/>
                </a:lnTo>
                <a:lnTo>
                  <a:pt x="6384" y="13497"/>
                </a:lnTo>
                <a:lnTo>
                  <a:pt x="7007" y="13497"/>
                </a:lnTo>
                <a:cubicBezTo>
                  <a:pt x="7093" y="14146"/>
                  <a:pt x="7313" y="14662"/>
                  <a:pt x="7663" y="15045"/>
                </a:cubicBezTo>
                <a:cubicBezTo>
                  <a:pt x="8068" y="15489"/>
                  <a:pt x="8633" y="15710"/>
                  <a:pt x="9356" y="15710"/>
                </a:cubicBezTo>
                <a:cubicBezTo>
                  <a:pt x="9805" y="15710"/>
                  <a:pt x="10212" y="15591"/>
                  <a:pt x="10579" y="15354"/>
                </a:cubicBezTo>
                <a:lnTo>
                  <a:pt x="10579" y="14454"/>
                </a:lnTo>
                <a:cubicBezTo>
                  <a:pt x="10374" y="14643"/>
                  <a:pt x="10191" y="14778"/>
                  <a:pt x="10029" y="14859"/>
                </a:cubicBezTo>
                <a:cubicBezTo>
                  <a:pt x="9850" y="14945"/>
                  <a:pt x="9626" y="14989"/>
                  <a:pt x="9356" y="14989"/>
                </a:cubicBezTo>
                <a:cubicBezTo>
                  <a:pt x="8940" y="14989"/>
                  <a:pt x="8611" y="14834"/>
                  <a:pt x="8368" y="14527"/>
                </a:cubicBezTo>
                <a:cubicBezTo>
                  <a:pt x="8158" y="14279"/>
                  <a:pt x="8020" y="13935"/>
                  <a:pt x="7955" y="13497"/>
                </a:cubicBezTo>
                <a:lnTo>
                  <a:pt x="9583" y="13497"/>
                </a:lnTo>
                <a:lnTo>
                  <a:pt x="9786" y="12987"/>
                </a:lnTo>
                <a:lnTo>
                  <a:pt x="7914" y="12987"/>
                </a:lnTo>
                <a:cubicBezTo>
                  <a:pt x="7909" y="12960"/>
                  <a:pt x="7906" y="12876"/>
                  <a:pt x="7906" y="12735"/>
                </a:cubicBezTo>
                <a:lnTo>
                  <a:pt x="7906" y="12549"/>
                </a:lnTo>
                <a:cubicBezTo>
                  <a:pt x="7906" y="12500"/>
                  <a:pt x="7909" y="12462"/>
                  <a:pt x="7914" y="12435"/>
                </a:cubicBezTo>
                <a:lnTo>
                  <a:pt x="9899" y="12435"/>
                </a:lnTo>
                <a:lnTo>
                  <a:pt x="10110" y="11917"/>
                </a:lnTo>
                <a:lnTo>
                  <a:pt x="7972" y="11917"/>
                </a:lnTo>
                <a:cubicBezTo>
                  <a:pt x="8042" y="11539"/>
                  <a:pt x="8179" y="11222"/>
                  <a:pt x="8384" y="10968"/>
                </a:cubicBezTo>
                <a:cubicBezTo>
                  <a:pt x="8627" y="10682"/>
                  <a:pt x="8929" y="10539"/>
                  <a:pt x="9292" y="10539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5" name="Shape 2796"/>
          <p:cNvSpPr/>
          <p:nvPr/>
        </p:nvSpPr>
        <p:spPr>
          <a:xfrm>
            <a:off x="3060720" y="13716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2660" y="9921"/>
                </a:moveTo>
                <a:cubicBezTo>
                  <a:pt x="12438" y="10786"/>
                  <a:pt x="11065" y="10346"/>
                  <a:pt x="10620" y="10238"/>
                </a:cubicBezTo>
                <a:lnTo>
                  <a:pt x="11011" y="8710"/>
                </a:lnTo>
                <a:cubicBezTo>
                  <a:pt x="11457" y="8818"/>
                  <a:pt x="12891" y="9019"/>
                  <a:pt x="12660" y="9921"/>
                </a:cubicBezTo>
                <a:moveTo>
                  <a:pt x="12416" y="12387"/>
                </a:moveTo>
                <a:cubicBezTo>
                  <a:pt x="12172" y="13338"/>
                  <a:pt x="10523" y="12824"/>
                  <a:pt x="9988" y="12695"/>
                </a:cubicBezTo>
                <a:lnTo>
                  <a:pt x="10421" y="11009"/>
                </a:lnTo>
                <a:cubicBezTo>
                  <a:pt x="10956" y="11139"/>
                  <a:pt x="12671" y="11395"/>
                  <a:pt x="12416" y="12387"/>
                </a:cubicBezTo>
                <a:moveTo>
                  <a:pt x="12637" y="8174"/>
                </a:moveTo>
                <a:lnTo>
                  <a:pt x="12960" y="6916"/>
                </a:lnTo>
                <a:lnTo>
                  <a:pt x="12171" y="6726"/>
                </a:lnTo>
                <a:lnTo>
                  <a:pt x="11857" y="7950"/>
                </a:lnTo>
                <a:cubicBezTo>
                  <a:pt x="11649" y="7900"/>
                  <a:pt x="11436" y="7853"/>
                  <a:pt x="11224" y="7806"/>
                </a:cubicBezTo>
                <a:lnTo>
                  <a:pt x="11541" y="6573"/>
                </a:lnTo>
                <a:lnTo>
                  <a:pt x="10753" y="6382"/>
                </a:lnTo>
                <a:lnTo>
                  <a:pt x="10429" y="7640"/>
                </a:lnTo>
                <a:cubicBezTo>
                  <a:pt x="10258" y="7602"/>
                  <a:pt x="10090" y="7565"/>
                  <a:pt x="9926" y="7525"/>
                </a:cubicBezTo>
                <a:lnTo>
                  <a:pt x="9927" y="7521"/>
                </a:lnTo>
                <a:lnTo>
                  <a:pt x="8839" y="7257"/>
                </a:lnTo>
                <a:lnTo>
                  <a:pt x="8629" y="8075"/>
                </a:lnTo>
                <a:cubicBezTo>
                  <a:pt x="8629" y="8075"/>
                  <a:pt x="9214" y="8205"/>
                  <a:pt x="9202" y="8214"/>
                </a:cubicBezTo>
                <a:cubicBezTo>
                  <a:pt x="9521" y="8291"/>
                  <a:pt x="9579" y="8496"/>
                  <a:pt x="9569" y="8658"/>
                </a:cubicBezTo>
                <a:lnTo>
                  <a:pt x="9202" y="10091"/>
                </a:lnTo>
                <a:cubicBezTo>
                  <a:pt x="9224" y="10097"/>
                  <a:pt x="9252" y="10104"/>
                  <a:pt x="9283" y="10116"/>
                </a:cubicBezTo>
                <a:cubicBezTo>
                  <a:pt x="9257" y="10110"/>
                  <a:pt x="9229" y="10103"/>
                  <a:pt x="9200" y="10097"/>
                </a:cubicBezTo>
                <a:lnTo>
                  <a:pt x="8684" y="12103"/>
                </a:lnTo>
                <a:cubicBezTo>
                  <a:pt x="8646" y="12198"/>
                  <a:pt x="8546" y="12339"/>
                  <a:pt x="8323" y="12285"/>
                </a:cubicBezTo>
                <a:cubicBezTo>
                  <a:pt x="8331" y="12297"/>
                  <a:pt x="7749" y="12147"/>
                  <a:pt x="7749" y="12147"/>
                </a:cubicBezTo>
                <a:lnTo>
                  <a:pt x="7358" y="13023"/>
                </a:lnTo>
                <a:lnTo>
                  <a:pt x="8384" y="13271"/>
                </a:lnTo>
                <a:cubicBezTo>
                  <a:pt x="8575" y="13317"/>
                  <a:pt x="8762" y="13366"/>
                  <a:pt x="8946" y="13412"/>
                </a:cubicBezTo>
                <a:lnTo>
                  <a:pt x="8621" y="14684"/>
                </a:lnTo>
                <a:lnTo>
                  <a:pt x="9408" y="14875"/>
                </a:lnTo>
                <a:lnTo>
                  <a:pt x="9731" y="13616"/>
                </a:lnTo>
                <a:cubicBezTo>
                  <a:pt x="9947" y="13673"/>
                  <a:pt x="10156" y="13725"/>
                  <a:pt x="10360" y="13775"/>
                </a:cubicBezTo>
                <a:lnTo>
                  <a:pt x="10038" y="15027"/>
                </a:lnTo>
                <a:lnTo>
                  <a:pt x="10827" y="15218"/>
                </a:lnTo>
                <a:lnTo>
                  <a:pt x="11153" y="13948"/>
                </a:lnTo>
                <a:cubicBezTo>
                  <a:pt x="12499" y="14195"/>
                  <a:pt x="13510" y="14095"/>
                  <a:pt x="13935" y="12915"/>
                </a:cubicBezTo>
                <a:cubicBezTo>
                  <a:pt x="14279" y="11964"/>
                  <a:pt x="13918" y="11416"/>
                  <a:pt x="13210" y="11058"/>
                </a:cubicBezTo>
                <a:cubicBezTo>
                  <a:pt x="13726" y="10943"/>
                  <a:pt x="14115" y="10614"/>
                  <a:pt x="14218" y="9934"/>
                </a:cubicBezTo>
                <a:cubicBezTo>
                  <a:pt x="14361" y="9006"/>
                  <a:pt x="13633" y="8507"/>
                  <a:pt x="12637" y="8174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6" name="Shape 2797"/>
          <p:cNvSpPr/>
          <p:nvPr/>
        </p:nvSpPr>
        <p:spPr>
          <a:xfrm>
            <a:off x="3460680" y="13716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052" y="12079"/>
                </a:moveTo>
                <a:cubicBezTo>
                  <a:pt x="9878" y="12752"/>
                  <a:pt x="8799" y="12411"/>
                  <a:pt x="8449" y="12327"/>
                </a:cubicBezTo>
                <a:lnTo>
                  <a:pt x="8758" y="11138"/>
                </a:lnTo>
                <a:cubicBezTo>
                  <a:pt x="9107" y="11222"/>
                  <a:pt x="10234" y="11378"/>
                  <a:pt x="10052" y="12079"/>
                </a:cubicBezTo>
                <a:moveTo>
                  <a:pt x="9860" y="13998"/>
                </a:moveTo>
                <a:cubicBezTo>
                  <a:pt x="9669" y="14737"/>
                  <a:pt x="8373" y="14338"/>
                  <a:pt x="7953" y="14238"/>
                </a:cubicBezTo>
                <a:lnTo>
                  <a:pt x="8293" y="12927"/>
                </a:lnTo>
                <a:cubicBezTo>
                  <a:pt x="8714" y="13027"/>
                  <a:pt x="10060" y="13227"/>
                  <a:pt x="9860" y="13998"/>
                </a:cubicBezTo>
                <a:moveTo>
                  <a:pt x="10034" y="10721"/>
                </a:moveTo>
                <a:lnTo>
                  <a:pt x="10288" y="9743"/>
                </a:lnTo>
                <a:lnTo>
                  <a:pt x="9668" y="9595"/>
                </a:lnTo>
                <a:lnTo>
                  <a:pt x="9421" y="10547"/>
                </a:lnTo>
                <a:cubicBezTo>
                  <a:pt x="9258" y="10508"/>
                  <a:pt x="9090" y="10471"/>
                  <a:pt x="8925" y="10434"/>
                </a:cubicBezTo>
                <a:lnTo>
                  <a:pt x="9173" y="9476"/>
                </a:lnTo>
                <a:lnTo>
                  <a:pt x="8554" y="9328"/>
                </a:lnTo>
                <a:lnTo>
                  <a:pt x="8300" y="10306"/>
                </a:lnTo>
                <a:cubicBezTo>
                  <a:pt x="8165" y="10276"/>
                  <a:pt x="8033" y="10247"/>
                  <a:pt x="7904" y="10216"/>
                </a:cubicBezTo>
                <a:lnTo>
                  <a:pt x="7904" y="10213"/>
                </a:lnTo>
                <a:lnTo>
                  <a:pt x="7050" y="10008"/>
                </a:lnTo>
                <a:lnTo>
                  <a:pt x="6885" y="10644"/>
                </a:lnTo>
                <a:cubicBezTo>
                  <a:pt x="6885" y="10644"/>
                  <a:pt x="7345" y="10745"/>
                  <a:pt x="7335" y="10751"/>
                </a:cubicBezTo>
                <a:cubicBezTo>
                  <a:pt x="7586" y="10812"/>
                  <a:pt x="7632" y="10971"/>
                  <a:pt x="7624" y="11098"/>
                </a:cubicBezTo>
                <a:lnTo>
                  <a:pt x="7335" y="12213"/>
                </a:lnTo>
                <a:cubicBezTo>
                  <a:pt x="7352" y="12216"/>
                  <a:pt x="7375" y="12222"/>
                  <a:pt x="7399" y="12232"/>
                </a:cubicBezTo>
                <a:cubicBezTo>
                  <a:pt x="7379" y="12227"/>
                  <a:pt x="7357" y="12222"/>
                  <a:pt x="7334" y="12216"/>
                </a:cubicBezTo>
                <a:lnTo>
                  <a:pt x="6928" y="13777"/>
                </a:lnTo>
                <a:cubicBezTo>
                  <a:pt x="6898" y="13851"/>
                  <a:pt x="6820" y="13960"/>
                  <a:pt x="6645" y="13919"/>
                </a:cubicBezTo>
                <a:cubicBezTo>
                  <a:pt x="6651" y="13928"/>
                  <a:pt x="6194" y="13811"/>
                  <a:pt x="6194" y="13811"/>
                </a:cubicBezTo>
                <a:lnTo>
                  <a:pt x="5886" y="14492"/>
                </a:lnTo>
                <a:lnTo>
                  <a:pt x="6692" y="14686"/>
                </a:lnTo>
                <a:cubicBezTo>
                  <a:pt x="6843" y="14721"/>
                  <a:pt x="6990" y="14759"/>
                  <a:pt x="7134" y="14795"/>
                </a:cubicBezTo>
                <a:lnTo>
                  <a:pt x="6878" y="15784"/>
                </a:lnTo>
                <a:lnTo>
                  <a:pt x="7497" y="15933"/>
                </a:lnTo>
                <a:lnTo>
                  <a:pt x="7751" y="14954"/>
                </a:lnTo>
                <a:cubicBezTo>
                  <a:pt x="7921" y="14998"/>
                  <a:pt x="8085" y="15039"/>
                  <a:pt x="8245" y="15077"/>
                </a:cubicBezTo>
                <a:lnTo>
                  <a:pt x="7992" y="16051"/>
                </a:lnTo>
                <a:lnTo>
                  <a:pt x="8612" y="16200"/>
                </a:lnTo>
                <a:lnTo>
                  <a:pt x="8868" y="15212"/>
                </a:lnTo>
                <a:cubicBezTo>
                  <a:pt x="9926" y="15404"/>
                  <a:pt x="10720" y="15327"/>
                  <a:pt x="11055" y="14408"/>
                </a:cubicBezTo>
                <a:cubicBezTo>
                  <a:pt x="11324" y="13669"/>
                  <a:pt x="11041" y="13242"/>
                  <a:pt x="10485" y="12965"/>
                </a:cubicBezTo>
                <a:cubicBezTo>
                  <a:pt x="10890" y="12875"/>
                  <a:pt x="11195" y="12619"/>
                  <a:pt x="11277" y="12090"/>
                </a:cubicBezTo>
                <a:cubicBezTo>
                  <a:pt x="11389" y="11368"/>
                  <a:pt x="10816" y="10980"/>
                  <a:pt x="10034" y="10721"/>
                </a:cubicBezTo>
                <a:moveTo>
                  <a:pt x="8836" y="20613"/>
                </a:moveTo>
                <a:cubicBezTo>
                  <a:pt x="4502" y="20613"/>
                  <a:pt x="988" y="17098"/>
                  <a:pt x="988" y="12764"/>
                </a:cubicBezTo>
                <a:cubicBezTo>
                  <a:pt x="988" y="8429"/>
                  <a:pt x="4502" y="4915"/>
                  <a:pt x="8836" y="4915"/>
                </a:cubicBezTo>
                <a:cubicBezTo>
                  <a:pt x="13171" y="4915"/>
                  <a:pt x="16685" y="8429"/>
                  <a:pt x="16685" y="12764"/>
                </a:cubicBezTo>
                <a:cubicBezTo>
                  <a:pt x="16685" y="17098"/>
                  <a:pt x="13171" y="20613"/>
                  <a:pt x="8836" y="20613"/>
                </a:cubicBezTo>
                <a:moveTo>
                  <a:pt x="8836" y="3927"/>
                </a:moveTo>
                <a:cubicBezTo>
                  <a:pt x="3956" y="3927"/>
                  <a:pt x="0" y="7884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4"/>
                  <a:pt x="13717" y="3927"/>
                  <a:pt x="8836" y="3927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8"/>
                </a:cubicBezTo>
                <a:cubicBezTo>
                  <a:pt x="6324" y="3259"/>
                  <a:pt x="6890" y="3132"/>
                  <a:pt x="7472" y="3051"/>
                </a:cubicBezTo>
                <a:cubicBezTo>
                  <a:pt x="8868" y="1774"/>
                  <a:pt x="10722" y="987"/>
                  <a:pt x="12764" y="987"/>
                </a:cubicBezTo>
                <a:cubicBezTo>
                  <a:pt x="17098" y="987"/>
                  <a:pt x="20612" y="4501"/>
                  <a:pt x="20612" y="8836"/>
                </a:cubicBezTo>
                <a:cubicBezTo>
                  <a:pt x="20612" y="10878"/>
                  <a:pt x="19827" y="12732"/>
                  <a:pt x="18549" y="14128"/>
                </a:cubicBezTo>
                <a:cubicBezTo>
                  <a:pt x="18468" y="14709"/>
                  <a:pt x="18341" y="15276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7" name="Shape 2798"/>
          <p:cNvSpPr/>
          <p:nvPr/>
        </p:nvSpPr>
        <p:spPr>
          <a:xfrm>
            <a:off x="3860640" y="1419120"/>
            <a:ext cx="209880" cy="114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1502" y="11838"/>
                </a:moveTo>
                <a:cubicBezTo>
                  <a:pt x="11425" y="11731"/>
                  <a:pt x="11338" y="11646"/>
                  <a:pt x="11242" y="11581"/>
                </a:cubicBezTo>
                <a:cubicBezTo>
                  <a:pt x="11144" y="11515"/>
                  <a:pt x="11102" y="11458"/>
                  <a:pt x="11001" y="11410"/>
                </a:cubicBezTo>
                <a:lnTo>
                  <a:pt x="11001" y="14261"/>
                </a:lnTo>
                <a:cubicBezTo>
                  <a:pt x="11238" y="14227"/>
                  <a:pt x="11377" y="14100"/>
                  <a:pt x="11528" y="13875"/>
                </a:cubicBezTo>
                <a:cubicBezTo>
                  <a:pt x="11680" y="13651"/>
                  <a:pt x="11756" y="13293"/>
                  <a:pt x="11756" y="12804"/>
                </a:cubicBezTo>
                <a:cubicBezTo>
                  <a:pt x="11756" y="12576"/>
                  <a:pt x="11733" y="12384"/>
                  <a:pt x="11686" y="12229"/>
                </a:cubicBezTo>
                <a:cubicBezTo>
                  <a:pt x="11640" y="12074"/>
                  <a:pt x="11579" y="11944"/>
                  <a:pt x="11502" y="11838"/>
                </a:cubicBezTo>
                <a:moveTo>
                  <a:pt x="17182" y="16200"/>
                </a:moveTo>
                <a:lnTo>
                  <a:pt x="16200" y="16200"/>
                </a:lnTo>
                <a:cubicBezTo>
                  <a:pt x="15929" y="16200"/>
                  <a:pt x="15709" y="16602"/>
                  <a:pt x="15709" y="17100"/>
                </a:cubicBezTo>
                <a:cubicBezTo>
                  <a:pt x="15709" y="17597"/>
                  <a:pt x="15929" y="18000"/>
                  <a:pt x="16200" y="18000"/>
                </a:cubicBezTo>
                <a:lnTo>
                  <a:pt x="17182" y="18000"/>
                </a:lnTo>
                <a:cubicBezTo>
                  <a:pt x="17453" y="18000"/>
                  <a:pt x="17673" y="17597"/>
                  <a:pt x="17673" y="17100"/>
                </a:cubicBezTo>
                <a:cubicBezTo>
                  <a:pt x="17673" y="16602"/>
                  <a:pt x="17453" y="16200"/>
                  <a:pt x="17182" y="16200"/>
                </a:cubicBezTo>
                <a:moveTo>
                  <a:pt x="9917" y="8509"/>
                </a:moveTo>
                <a:cubicBezTo>
                  <a:pt x="9917" y="8706"/>
                  <a:pt x="9938" y="8872"/>
                  <a:pt x="9982" y="9011"/>
                </a:cubicBezTo>
                <a:cubicBezTo>
                  <a:pt x="10026" y="9150"/>
                  <a:pt x="10082" y="9268"/>
                  <a:pt x="10150" y="9366"/>
                </a:cubicBezTo>
                <a:cubicBezTo>
                  <a:pt x="10219" y="9464"/>
                  <a:pt x="10298" y="9544"/>
                  <a:pt x="10388" y="9605"/>
                </a:cubicBezTo>
                <a:cubicBezTo>
                  <a:pt x="10478" y="9665"/>
                  <a:pt x="10513" y="9717"/>
                  <a:pt x="10605" y="9757"/>
                </a:cubicBezTo>
                <a:lnTo>
                  <a:pt x="10605" y="7311"/>
                </a:lnTo>
                <a:cubicBezTo>
                  <a:pt x="10368" y="7311"/>
                  <a:pt x="10241" y="7402"/>
                  <a:pt x="10111" y="7585"/>
                </a:cubicBezTo>
                <a:cubicBezTo>
                  <a:pt x="9981" y="7769"/>
                  <a:pt x="9917" y="8077"/>
                  <a:pt x="9917" y="8509"/>
                </a:cubicBezTo>
                <a:moveTo>
                  <a:pt x="20127" y="3600"/>
                </a:moveTo>
                <a:cubicBezTo>
                  <a:pt x="19856" y="3600"/>
                  <a:pt x="19636" y="3197"/>
                  <a:pt x="19636" y="2700"/>
                </a:cubicBezTo>
                <a:cubicBezTo>
                  <a:pt x="19636" y="2203"/>
                  <a:pt x="19856" y="1800"/>
                  <a:pt x="20127" y="1800"/>
                </a:cubicBezTo>
                <a:cubicBezTo>
                  <a:pt x="20399" y="1800"/>
                  <a:pt x="20618" y="2203"/>
                  <a:pt x="20618" y="2700"/>
                </a:cubicBezTo>
                <a:cubicBezTo>
                  <a:pt x="20618" y="3197"/>
                  <a:pt x="20399" y="3600"/>
                  <a:pt x="20127" y="3600"/>
                </a:cubicBezTo>
                <a:moveTo>
                  <a:pt x="20618" y="16365"/>
                </a:moveTo>
                <a:cubicBezTo>
                  <a:pt x="20464" y="16265"/>
                  <a:pt x="20300" y="16200"/>
                  <a:pt x="20127" y="16200"/>
                </a:cubicBezTo>
                <a:cubicBezTo>
                  <a:pt x="19314" y="16200"/>
                  <a:pt x="18655" y="17408"/>
                  <a:pt x="18655" y="18900"/>
                </a:cubicBezTo>
                <a:cubicBezTo>
                  <a:pt x="18655" y="19217"/>
                  <a:pt x="18690" y="19517"/>
                  <a:pt x="18745" y="19800"/>
                </a:cubicBezTo>
                <a:lnTo>
                  <a:pt x="2855" y="19800"/>
                </a:lnTo>
                <a:cubicBezTo>
                  <a:pt x="2910" y="19517"/>
                  <a:pt x="2945" y="19217"/>
                  <a:pt x="2945" y="18900"/>
                </a:cubicBezTo>
                <a:cubicBezTo>
                  <a:pt x="2945" y="17408"/>
                  <a:pt x="2286" y="16200"/>
                  <a:pt x="1473" y="16200"/>
                </a:cubicBezTo>
                <a:cubicBezTo>
                  <a:pt x="1300" y="16200"/>
                  <a:pt x="1136" y="16265"/>
                  <a:pt x="982" y="16365"/>
                </a:cubicBezTo>
                <a:lnTo>
                  <a:pt x="982" y="5234"/>
                </a:lnTo>
                <a:cubicBezTo>
                  <a:pt x="1136" y="5335"/>
                  <a:pt x="1300" y="5400"/>
                  <a:pt x="1473" y="5400"/>
                </a:cubicBezTo>
                <a:cubicBezTo>
                  <a:pt x="2286" y="5400"/>
                  <a:pt x="2945" y="4191"/>
                  <a:pt x="2945" y="2700"/>
                </a:cubicBezTo>
                <a:cubicBezTo>
                  <a:pt x="2945" y="2382"/>
                  <a:pt x="2910" y="2083"/>
                  <a:pt x="2855" y="1800"/>
                </a:cubicBezTo>
                <a:lnTo>
                  <a:pt x="18745" y="1800"/>
                </a:lnTo>
                <a:cubicBezTo>
                  <a:pt x="18690" y="2083"/>
                  <a:pt x="18655" y="2382"/>
                  <a:pt x="18655" y="2700"/>
                </a:cubicBezTo>
                <a:cubicBezTo>
                  <a:pt x="18655" y="4191"/>
                  <a:pt x="19314" y="5400"/>
                  <a:pt x="20127" y="5400"/>
                </a:cubicBezTo>
                <a:cubicBezTo>
                  <a:pt x="20300" y="5400"/>
                  <a:pt x="20464" y="5335"/>
                  <a:pt x="20618" y="5234"/>
                </a:cubicBezTo>
                <a:cubicBezTo>
                  <a:pt x="20618" y="5234"/>
                  <a:pt x="20618" y="16365"/>
                  <a:pt x="20618" y="16365"/>
                </a:cubicBezTo>
                <a:close/>
                <a:moveTo>
                  <a:pt x="20127" y="19800"/>
                </a:moveTo>
                <a:cubicBezTo>
                  <a:pt x="19856" y="19800"/>
                  <a:pt x="19636" y="19397"/>
                  <a:pt x="19636" y="18900"/>
                </a:cubicBezTo>
                <a:cubicBezTo>
                  <a:pt x="19636" y="18403"/>
                  <a:pt x="19856" y="18000"/>
                  <a:pt x="20127" y="18000"/>
                </a:cubicBezTo>
                <a:cubicBezTo>
                  <a:pt x="20399" y="18000"/>
                  <a:pt x="20618" y="18403"/>
                  <a:pt x="20618" y="18900"/>
                </a:cubicBezTo>
                <a:cubicBezTo>
                  <a:pt x="20618" y="19397"/>
                  <a:pt x="20399" y="19800"/>
                  <a:pt x="20127" y="19800"/>
                </a:cubicBezTo>
                <a:moveTo>
                  <a:pt x="1473" y="19800"/>
                </a:moveTo>
                <a:cubicBezTo>
                  <a:pt x="1201" y="19800"/>
                  <a:pt x="982" y="19397"/>
                  <a:pt x="982" y="18900"/>
                </a:cubicBezTo>
                <a:cubicBezTo>
                  <a:pt x="982" y="18403"/>
                  <a:pt x="1201" y="18000"/>
                  <a:pt x="1473" y="18000"/>
                </a:cubicBezTo>
                <a:cubicBezTo>
                  <a:pt x="1744" y="18000"/>
                  <a:pt x="1964" y="18403"/>
                  <a:pt x="1964" y="18900"/>
                </a:cubicBezTo>
                <a:cubicBezTo>
                  <a:pt x="1964" y="19397"/>
                  <a:pt x="1744" y="19800"/>
                  <a:pt x="1473" y="19800"/>
                </a:cubicBezTo>
                <a:moveTo>
                  <a:pt x="1473" y="1800"/>
                </a:moveTo>
                <a:cubicBezTo>
                  <a:pt x="1744" y="1800"/>
                  <a:pt x="1964" y="2203"/>
                  <a:pt x="1964" y="2700"/>
                </a:cubicBezTo>
                <a:cubicBezTo>
                  <a:pt x="1964" y="3197"/>
                  <a:pt x="1744" y="3600"/>
                  <a:pt x="1473" y="3600"/>
                </a:cubicBezTo>
                <a:cubicBezTo>
                  <a:pt x="1201" y="3600"/>
                  <a:pt x="982" y="3197"/>
                  <a:pt x="982" y="2700"/>
                </a:cubicBezTo>
                <a:cubicBezTo>
                  <a:pt x="982" y="2203"/>
                  <a:pt x="1201" y="1800"/>
                  <a:pt x="1473" y="1800"/>
                </a:cubicBezTo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806"/>
                  <a:pt x="0" y="1800"/>
                </a:cubicBezTo>
                <a:lnTo>
                  <a:pt x="0" y="19800"/>
                </a:lnTo>
                <a:cubicBezTo>
                  <a:pt x="0" y="20794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794"/>
                  <a:pt x="21600" y="19800"/>
                </a:cubicBezTo>
                <a:lnTo>
                  <a:pt x="21600" y="1800"/>
                </a:lnTo>
                <a:cubicBezTo>
                  <a:pt x="21600" y="806"/>
                  <a:pt x="21160" y="0"/>
                  <a:pt x="20618" y="0"/>
                </a:cubicBezTo>
                <a:moveTo>
                  <a:pt x="12385" y="13801"/>
                </a:moveTo>
                <a:cubicBezTo>
                  <a:pt x="12304" y="14141"/>
                  <a:pt x="12193" y="14422"/>
                  <a:pt x="12052" y="14646"/>
                </a:cubicBezTo>
                <a:cubicBezTo>
                  <a:pt x="11912" y="14871"/>
                  <a:pt x="11747" y="15042"/>
                  <a:pt x="11558" y="15160"/>
                </a:cubicBezTo>
                <a:cubicBezTo>
                  <a:pt x="11369" y="15278"/>
                  <a:pt x="11221" y="15345"/>
                  <a:pt x="11001" y="15362"/>
                </a:cubicBezTo>
                <a:lnTo>
                  <a:pt x="11001" y="16198"/>
                </a:lnTo>
                <a:lnTo>
                  <a:pt x="10605" y="16198"/>
                </a:lnTo>
                <a:lnTo>
                  <a:pt x="10605" y="15362"/>
                </a:lnTo>
                <a:cubicBezTo>
                  <a:pt x="10368" y="15353"/>
                  <a:pt x="10206" y="15284"/>
                  <a:pt x="10009" y="15154"/>
                </a:cubicBezTo>
                <a:cubicBezTo>
                  <a:pt x="9811" y="15023"/>
                  <a:pt x="9642" y="14837"/>
                  <a:pt x="9501" y="14596"/>
                </a:cubicBezTo>
                <a:cubicBezTo>
                  <a:pt x="9361" y="14356"/>
                  <a:pt x="9252" y="14061"/>
                  <a:pt x="9175" y="13710"/>
                </a:cubicBezTo>
                <a:cubicBezTo>
                  <a:pt x="9098" y="13359"/>
                  <a:pt x="9062" y="12956"/>
                  <a:pt x="9066" y="12498"/>
                </a:cubicBezTo>
                <a:lnTo>
                  <a:pt x="9818" y="12498"/>
                </a:lnTo>
                <a:cubicBezTo>
                  <a:pt x="9813" y="13036"/>
                  <a:pt x="9877" y="13461"/>
                  <a:pt x="10009" y="13770"/>
                </a:cubicBezTo>
                <a:cubicBezTo>
                  <a:pt x="10140" y="14081"/>
                  <a:pt x="10302" y="14244"/>
                  <a:pt x="10605" y="14261"/>
                </a:cubicBezTo>
                <a:lnTo>
                  <a:pt x="10605" y="11299"/>
                </a:lnTo>
                <a:cubicBezTo>
                  <a:pt x="10425" y="11209"/>
                  <a:pt x="10302" y="11101"/>
                  <a:pt x="10124" y="10974"/>
                </a:cubicBezTo>
                <a:cubicBezTo>
                  <a:pt x="9946" y="10849"/>
                  <a:pt x="9786" y="10686"/>
                  <a:pt x="9643" y="10485"/>
                </a:cubicBezTo>
                <a:cubicBezTo>
                  <a:pt x="9500" y="10285"/>
                  <a:pt x="9385" y="10035"/>
                  <a:pt x="9297" y="9733"/>
                </a:cubicBezTo>
                <a:cubicBezTo>
                  <a:pt x="9209" y="9431"/>
                  <a:pt x="9165" y="9056"/>
                  <a:pt x="9165" y="8607"/>
                </a:cubicBezTo>
                <a:cubicBezTo>
                  <a:pt x="9165" y="8216"/>
                  <a:pt x="9206" y="7871"/>
                  <a:pt x="9287" y="7574"/>
                </a:cubicBezTo>
                <a:cubicBezTo>
                  <a:pt x="9369" y="7276"/>
                  <a:pt x="9478" y="7026"/>
                  <a:pt x="9617" y="6827"/>
                </a:cubicBezTo>
                <a:cubicBezTo>
                  <a:pt x="9755" y="6627"/>
                  <a:pt x="9914" y="6474"/>
                  <a:pt x="10094" y="6368"/>
                </a:cubicBezTo>
                <a:cubicBezTo>
                  <a:pt x="10275" y="6262"/>
                  <a:pt x="10408" y="6209"/>
                  <a:pt x="10605" y="6209"/>
                </a:cubicBezTo>
                <a:lnTo>
                  <a:pt x="10605" y="5406"/>
                </a:lnTo>
                <a:lnTo>
                  <a:pt x="11001" y="5406"/>
                </a:lnTo>
                <a:lnTo>
                  <a:pt x="11001" y="6209"/>
                </a:lnTo>
                <a:cubicBezTo>
                  <a:pt x="11199" y="6209"/>
                  <a:pt x="11329" y="6257"/>
                  <a:pt x="11505" y="6356"/>
                </a:cubicBezTo>
                <a:cubicBezTo>
                  <a:pt x="11681" y="6454"/>
                  <a:pt x="11834" y="6601"/>
                  <a:pt x="11963" y="6796"/>
                </a:cubicBezTo>
                <a:cubicBezTo>
                  <a:pt x="12093" y="6992"/>
                  <a:pt x="12196" y="7241"/>
                  <a:pt x="12273" y="7543"/>
                </a:cubicBezTo>
                <a:cubicBezTo>
                  <a:pt x="12350" y="7845"/>
                  <a:pt x="12389" y="8195"/>
                  <a:pt x="12389" y="8594"/>
                </a:cubicBezTo>
                <a:lnTo>
                  <a:pt x="11637" y="8594"/>
                </a:lnTo>
                <a:cubicBezTo>
                  <a:pt x="11628" y="8179"/>
                  <a:pt x="11570" y="7860"/>
                  <a:pt x="11463" y="7641"/>
                </a:cubicBezTo>
                <a:cubicBezTo>
                  <a:pt x="11355" y="7420"/>
                  <a:pt x="11238" y="7311"/>
                  <a:pt x="11001" y="7311"/>
                </a:cubicBezTo>
                <a:lnTo>
                  <a:pt x="11001" y="9892"/>
                </a:lnTo>
                <a:cubicBezTo>
                  <a:pt x="11199" y="9990"/>
                  <a:pt x="11336" y="10104"/>
                  <a:pt x="11525" y="10235"/>
                </a:cubicBezTo>
                <a:cubicBezTo>
                  <a:pt x="11714" y="10365"/>
                  <a:pt x="11881" y="10532"/>
                  <a:pt x="12026" y="10736"/>
                </a:cubicBezTo>
                <a:cubicBezTo>
                  <a:pt x="12171" y="10940"/>
                  <a:pt x="12287" y="11193"/>
                  <a:pt x="12375" y="11495"/>
                </a:cubicBezTo>
                <a:cubicBezTo>
                  <a:pt x="12463" y="11797"/>
                  <a:pt x="12507" y="12168"/>
                  <a:pt x="12507" y="12608"/>
                </a:cubicBezTo>
                <a:cubicBezTo>
                  <a:pt x="12507" y="13065"/>
                  <a:pt x="12466" y="13463"/>
                  <a:pt x="12385" y="13801"/>
                </a:cubicBezTo>
                <a:moveTo>
                  <a:pt x="10800" y="3600"/>
                </a:moveTo>
                <a:cubicBezTo>
                  <a:pt x="8631" y="3600"/>
                  <a:pt x="6873" y="6824"/>
                  <a:pt x="6873" y="10800"/>
                </a:cubicBezTo>
                <a:cubicBezTo>
                  <a:pt x="6873" y="14776"/>
                  <a:pt x="8631" y="18000"/>
                  <a:pt x="10800" y="18000"/>
                </a:cubicBezTo>
                <a:cubicBezTo>
                  <a:pt x="12969" y="18000"/>
                  <a:pt x="14727" y="14776"/>
                  <a:pt x="14727" y="10800"/>
                </a:cubicBezTo>
                <a:cubicBezTo>
                  <a:pt x="14727" y="6824"/>
                  <a:pt x="12969" y="3600"/>
                  <a:pt x="10800" y="3600"/>
                </a:cubicBezTo>
                <a:moveTo>
                  <a:pt x="5400" y="3600"/>
                </a:moveTo>
                <a:lnTo>
                  <a:pt x="4418" y="3600"/>
                </a:lnTo>
                <a:cubicBezTo>
                  <a:pt x="4147" y="3600"/>
                  <a:pt x="3927" y="4002"/>
                  <a:pt x="3927" y="4500"/>
                </a:cubicBezTo>
                <a:cubicBezTo>
                  <a:pt x="3927" y="4997"/>
                  <a:pt x="4147" y="5400"/>
                  <a:pt x="4418" y="5400"/>
                </a:cubicBezTo>
                <a:lnTo>
                  <a:pt x="5400" y="5400"/>
                </a:lnTo>
                <a:cubicBezTo>
                  <a:pt x="5671" y="5400"/>
                  <a:pt x="5891" y="4997"/>
                  <a:pt x="5891" y="4500"/>
                </a:cubicBezTo>
                <a:cubicBezTo>
                  <a:pt x="5891" y="4002"/>
                  <a:pt x="5671" y="3600"/>
                  <a:pt x="5400" y="36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8" name="Shape 2799"/>
          <p:cNvSpPr/>
          <p:nvPr/>
        </p:nvSpPr>
        <p:spPr>
          <a:xfrm>
            <a:off x="4260960" y="1400040"/>
            <a:ext cx="209520" cy="152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9916" y="11782"/>
                </a:moveTo>
                <a:cubicBezTo>
                  <a:pt x="9916" y="11929"/>
                  <a:pt x="9939" y="12054"/>
                  <a:pt x="9982" y="12159"/>
                </a:cubicBezTo>
                <a:cubicBezTo>
                  <a:pt x="10026" y="12263"/>
                  <a:pt x="10082" y="12351"/>
                  <a:pt x="10151" y="12425"/>
                </a:cubicBezTo>
                <a:cubicBezTo>
                  <a:pt x="10219" y="12498"/>
                  <a:pt x="10298" y="12557"/>
                  <a:pt x="10388" y="12604"/>
                </a:cubicBezTo>
                <a:cubicBezTo>
                  <a:pt x="10478" y="12650"/>
                  <a:pt x="10513" y="12688"/>
                  <a:pt x="10605" y="12719"/>
                </a:cubicBezTo>
                <a:lnTo>
                  <a:pt x="10605" y="10882"/>
                </a:lnTo>
                <a:cubicBezTo>
                  <a:pt x="10368" y="10882"/>
                  <a:pt x="10241" y="10952"/>
                  <a:pt x="10111" y="11090"/>
                </a:cubicBezTo>
                <a:cubicBezTo>
                  <a:pt x="9981" y="11227"/>
                  <a:pt x="9916" y="11458"/>
                  <a:pt x="9916" y="11782"/>
                </a:cubicBezTo>
                <a:moveTo>
                  <a:pt x="11501" y="14278"/>
                </a:moveTo>
                <a:cubicBezTo>
                  <a:pt x="11425" y="14199"/>
                  <a:pt x="11338" y="14135"/>
                  <a:pt x="11242" y="14086"/>
                </a:cubicBezTo>
                <a:cubicBezTo>
                  <a:pt x="11145" y="14037"/>
                  <a:pt x="11102" y="13994"/>
                  <a:pt x="11001" y="13958"/>
                </a:cubicBezTo>
                <a:lnTo>
                  <a:pt x="11001" y="16096"/>
                </a:lnTo>
                <a:cubicBezTo>
                  <a:pt x="11238" y="16071"/>
                  <a:pt x="11377" y="15975"/>
                  <a:pt x="11528" y="15806"/>
                </a:cubicBezTo>
                <a:cubicBezTo>
                  <a:pt x="11680" y="15638"/>
                  <a:pt x="11756" y="15371"/>
                  <a:pt x="11756" y="15004"/>
                </a:cubicBezTo>
                <a:cubicBezTo>
                  <a:pt x="11756" y="14833"/>
                  <a:pt x="11733" y="14689"/>
                  <a:pt x="11686" y="14572"/>
                </a:cubicBezTo>
                <a:cubicBezTo>
                  <a:pt x="11640" y="14456"/>
                  <a:pt x="11579" y="14358"/>
                  <a:pt x="11501" y="14278"/>
                </a:cubicBezTo>
                <a:moveTo>
                  <a:pt x="12385" y="15751"/>
                </a:moveTo>
                <a:cubicBezTo>
                  <a:pt x="12304" y="16006"/>
                  <a:pt x="12193" y="16216"/>
                  <a:pt x="12052" y="16385"/>
                </a:cubicBezTo>
                <a:cubicBezTo>
                  <a:pt x="11911" y="16553"/>
                  <a:pt x="11747" y="16681"/>
                  <a:pt x="11558" y="16770"/>
                </a:cubicBezTo>
                <a:cubicBezTo>
                  <a:pt x="11369" y="16859"/>
                  <a:pt x="11221" y="16910"/>
                  <a:pt x="11001" y="16922"/>
                </a:cubicBezTo>
                <a:lnTo>
                  <a:pt x="11001" y="17549"/>
                </a:lnTo>
                <a:lnTo>
                  <a:pt x="10605" y="17549"/>
                </a:lnTo>
                <a:lnTo>
                  <a:pt x="10605" y="16922"/>
                </a:lnTo>
                <a:cubicBezTo>
                  <a:pt x="10368" y="16915"/>
                  <a:pt x="10206" y="16863"/>
                  <a:pt x="10009" y="16766"/>
                </a:cubicBezTo>
                <a:cubicBezTo>
                  <a:pt x="9811" y="16667"/>
                  <a:pt x="9642" y="16528"/>
                  <a:pt x="9501" y="16348"/>
                </a:cubicBezTo>
                <a:cubicBezTo>
                  <a:pt x="9361" y="16168"/>
                  <a:pt x="9252" y="15946"/>
                  <a:pt x="9175" y="15683"/>
                </a:cubicBezTo>
                <a:cubicBezTo>
                  <a:pt x="9098" y="15420"/>
                  <a:pt x="9062" y="15117"/>
                  <a:pt x="9066" y="14775"/>
                </a:cubicBezTo>
                <a:lnTo>
                  <a:pt x="9818" y="14775"/>
                </a:lnTo>
                <a:cubicBezTo>
                  <a:pt x="9813" y="15178"/>
                  <a:pt x="9877" y="15496"/>
                  <a:pt x="10009" y="15729"/>
                </a:cubicBezTo>
                <a:cubicBezTo>
                  <a:pt x="10140" y="15961"/>
                  <a:pt x="10302" y="16083"/>
                  <a:pt x="10605" y="16096"/>
                </a:cubicBezTo>
                <a:lnTo>
                  <a:pt x="10605" y="13875"/>
                </a:lnTo>
                <a:cubicBezTo>
                  <a:pt x="10425" y="13807"/>
                  <a:pt x="10302" y="13726"/>
                  <a:pt x="10124" y="13631"/>
                </a:cubicBezTo>
                <a:cubicBezTo>
                  <a:pt x="9946" y="13537"/>
                  <a:pt x="9786" y="13414"/>
                  <a:pt x="9643" y="13264"/>
                </a:cubicBezTo>
                <a:cubicBezTo>
                  <a:pt x="9500" y="13115"/>
                  <a:pt x="9385" y="12927"/>
                  <a:pt x="9297" y="12700"/>
                </a:cubicBezTo>
                <a:cubicBezTo>
                  <a:pt x="9209" y="12474"/>
                  <a:pt x="9165" y="12192"/>
                  <a:pt x="9165" y="11855"/>
                </a:cubicBezTo>
                <a:cubicBezTo>
                  <a:pt x="9165" y="11562"/>
                  <a:pt x="9206" y="11304"/>
                  <a:pt x="9287" y="11080"/>
                </a:cubicBezTo>
                <a:cubicBezTo>
                  <a:pt x="9369" y="10857"/>
                  <a:pt x="9478" y="10670"/>
                  <a:pt x="9617" y="10520"/>
                </a:cubicBezTo>
                <a:cubicBezTo>
                  <a:pt x="9755" y="10370"/>
                  <a:pt x="9914" y="10256"/>
                  <a:pt x="10094" y="10176"/>
                </a:cubicBezTo>
                <a:cubicBezTo>
                  <a:pt x="10274" y="10097"/>
                  <a:pt x="10407" y="10057"/>
                  <a:pt x="10605" y="10057"/>
                </a:cubicBezTo>
                <a:lnTo>
                  <a:pt x="10605" y="9455"/>
                </a:lnTo>
                <a:lnTo>
                  <a:pt x="11001" y="9455"/>
                </a:lnTo>
                <a:lnTo>
                  <a:pt x="11001" y="10057"/>
                </a:lnTo>
                <a:cubicBezTo>
                  <a:pt x="11199" y="10057"/>
                  <a:pt x="11329" y="10093"/>
                  <a:pt x="11505" y="10167"/>
                </a:cubicBezTo>
                <a:cubicBezTo>
                  <a:pt x="11681" y="10240"/>
                  <a:pt x="11834" y="10350"/>
                  <a:pt x="11963" y="10498"/>
                </a:cubicBezTo>
                <a:cubicBezTo>
                  <a:pt x="12093" y="10644"/>
                  <a:pt x="12196" y="10831"/>
                  <a:pt x="12273" y="11057"/>
                </a:cubicBezTo>
                <a:cubicBezTo>
                  <a:pt x="12350" y="11284"/>
                  <a:pt x="12388" y="11547"/>
                  <a:pt x="12388" y="11847"/>
                </a:cubicBezTo>
                <a:lnTo>
                  <a:pt x="11637" y="11847"/>
                </a:lnTo>
                <a:cubicBezTo>
                  <a:pt x="11628" y="11534"/>
                  <a:pt x="11570" y="11296"/>
                  <a:pt x="11463" y="11130"/>
                </a:cubicBezTo>
                <a:cubicBezTo>
                  <a:pt x="11355" y="10965"/>
                  <a:pt x="11238" y="10882"/>
                  <a:pt x="11001" y="10882"/>
                </a:cubicBezTo>
                <a:lnTo>
                  <a:pt x="11001" y="12819"/>
                </a:lnTo>
                <a:cubicBezTo>
                  <a:pt x="11199" y="12894"/>
                  <a:pt x="11336" y="12978"/>
                  <a:pt x="11525" y="13076"/>
                </a:cubicBezTo>
                <a:cubicBezTo>
                  <a:pt x="11714" y="13175"/>
                  <a:pt x="11881" y="13300"/>
                  <a:pt x="12026" y="13453"/>
                </a:cubicBezTo>
                <a:cubicBezTo>
                  <a:pt x="12171" y="13605"/>
                  <a:pt x="12287" y="13795"/>
                  <a:pt x="12375" y="14021"/>
                </a:cubicBezTo>
                <a:cubicBezTo>
                  <a:pt x="12463" y="14248"/>
                  <a:pt x="12507" y="14526"/>
                  <a:pt x="12507" y="14857"/>
                </a:cubicBezTo>
                <a:cubicBezTo>
                  <a:pt x="12507" y="15199"/>
                  <a:pt x="12466" y="15497"/>
                  <a:pt x="12385" y="15751"/>
                </a:cubicBezTo>
                <a:moveTo>
                  <a:pt x="10800" y="8100"/>
                </a:moveTo>
                <a:cubicBezTo>
                  <a:pt x="8631" y="8100"/>
                  <a:pt x="6873" y="10518"/>
                  <a:pt x="6873" y="13500"/>
                </a:cubicBezTo>
                <a:cubicBezTo>
                  <a:pt x="6873" y="16483"/>
                  <a:pt x="8631" y="18900"/>
                  <a:pt x="10800" y="18900"/>
                </a:cubicBezTo>
                <a:cubicBezTo>
                  <a:pt x="12969" y="18900"/>
                  <a:pt x="14727" y="16483"/>
                  <a:pt x="14727" y="13500"/>
                </a:cubicBezTo>
                <a:cubicBezTo>
                  <a:pt x="14727" y="10518"/>
                  <a:pt x="12969" y="8100"/>
                  <a:pt x="10800" y="8100"/>
                </a:cubicBezTo>
                <a:moveTo>
                  <a:pt x="17182" y="17550"/>
                </a:moveTo>
                <a:lnTo>
                  <a:pt x="16200" y="17550"/>
                </a:lnTo>
                <a:cubicBezTo>
                  <a:pt x="15929" y="17550"/>
                  <a:pt x="15709" y="17852"/>
                  <a:pt x="15709" y="18225"/>
                </a:cubicBezTo>
                <a:cubicBezTo>
                  <a:pt x="15709" y="18598"/>
                  <a:pt x="15929" y="18900"/>
                  <a:pt x="16200" y="18900"/>
                </a:cubicBezTo>
                <a:lnTo>
                  <a:pt x="17182" y="18900"/>
                </a:lnTo>
                <a:cubicBezTo>
                  <a:pt x="17453" y="18900"/>
                  <a:pt x="17673" y="18598"/>
                  <a:pt x="17673" y="18225"/>
                </a:cubicBezTo>
                <a:cubicBezTo>
                  <a:pt x="17673" y="17852"/>
                  <a:pt x="17453" y="17550"/>
                  <a:pt x="17182" y="17550"/>
                </a:cubicBezTo>
                <a:moveTo>
                  <a:pt x="20127" y="8100"/>
                </a:moveTo>
                <a:cubicBezTo>
                  <a:pt x="19856" y="8100"/>
                  <a:pt x="19636" y="7798"/>
                  <a:pt x="19636" y="7425"/>
                </a:cubicBezTo>
                <a:cubicBezTo>
                  <a:pt x="19636" y="7052"/>
                  <a:pt x="19856" y="6750"/>
                  <a:pt x="20127" y="6750"/>
                </a:cubicBezTo>
                <a:cubicBezTo>
                  <a:pt x="20399" y="6750"/>
                  <a:pt x="20618" y="7052"/>
                  <a:pt x="20618" y="7425"/>
                </a:cubicBezTo>
                <a:cubicBezTo>
                  <a:pt x="20618" y="7798"/>
                  <a:pt x="20399" y="8100"/>
                  <a:pt x="20127" y="8100"/>
                </a:cubicBezTo>
                <a:moveTo>
                  <a:pt x="20618" y="17674"/>
                </a:moveTo>
                <a:cubicBezTo>
                  <a:pt x="20464" y="17599"/>
                  <a:pt x="20300" y="17550"/>
                  <a:pt x="20127" y="17550"/>
                </a:cubicBezTo>
                <a:cubicBezTo>
                  <a:pt x="19314" y="17550"/>
                  <a:pt x="18655" y="18457"/>
                  <a:pt x="18655" y="19575"/>
                </a:cubicBezTo>
                <a:cubicBezTo>
                  <a:pt x="18655" y="19813"/>
                  <a:pt x="18690" y="20038"/>
                  <a:pt x="18745" y="20250"/>
                </a:cubicBezTo>
                <a:lnTo>
                  <a:pt x="2855" y="20250"/>
                </a:lnTo>
                <a:cubicBezTo>
                  <a:pt x="2910" y="20038"/>
                  <a:pt x="2945" y="19813"/>
                  <a:pt x="2945" y="19575"/>
                </a:cubicBezTo>
                <a:cubicBezTo>
                  <a:pt x="2945" y="18457"/>
                  <a:pt x="2286" y="17550"/>
                  <a:pt x="1473" y="17550"/>
                </a:cubicBezTo>
                <a:cubicBezTo>
                  <a:pt x="1300" y="17550"/>
                  <a:pt x="1136" y="17599"/>
                  <a:pt x="982" y="17674"/>
                </a:cubicBezTo>
                <a:lnTo>
                  <a:pt x="982" y="9326"/>
                </a:lnTo>
                <a:cubicBezTo>
                  <a:pt x="1136" y="9402"/>
                  <a:pt x="1300" y="9450"/>
                  <a:pt x="1473" y="9450"/>
                </a:cubicBezTo>
                <a:cubicBezTo>
                  <a:pt x="2286" y="9450"/>
                  <a:pt x="2945" y="8544"/>
                  <a:pt x="2945" y="7425"/>
                </a:cubicBezTo>
                <a:cubicBezTo>
                  <a:pt x="2945" y="7187"/>
                  <a:pt x="2910" y="6962"/>
                  <a:pt x="2855" y="6750"/>
                </a:cubicBezTo>
                <a:lnTo>
                  <a:pt x="18745" y="6750"/>
                </a:lnTo>
                <a:cubicBezTo>
                  <a:pt x="18690" y="6962"/>
                  <a:pt x="18655" y="7187"/>
                  <a:pt x="18655" y="7425"/>
                </a:cubicBezTo>
                <a:cubicBezTo>
                  <a:pt x="18655" y="8544"/>
                  <a:pt x="19314" y="9450"/>
                  <a:pt x="20127" y="9450"/>
                </a:cubicBezTo>
                <a:cubicBezTo>
                  <a:pt x="20300" y="9450"/>
                  <a:pt x="20464" y="9402"/>
                  <a:pt x="20618" y="9326"/>
                </a:cubicBezTo>
                <a:cubicBezTo>
                  <a:pt x="20618" y="9326"/>
                  <a:pt x="20618" y="17674"/>
                  <a:pt x="20618" y="17674"/>
                </a:cubicBezTo>
                <a:close/>
                <a:moveTo>
                  <a:pt x="20127" y="20250"/>
                </a:moveTo>
                <a:cubicBezTo>
                  <a:pt x="19856" y="20250"/>
                  <a:pt x="19636" y="19948"/>
                  <a:pt x="19636" y="19575"/>
                </a:cubicBezTo>
                <a:cubicBezTo>
                  <a:pt x="19636" y="19203"/>
                  <a:pt x="19856" y="18900"/>
                  <a:pt x="20127" y="18900"/>
                </a:cubicBezTo>
                <a:cubicBezTo>
                  <a:pt x="20399" y="18900"/>
                  <a:pt x="20618" y="19203"/>
                  <a:pt x="20618" y="19575"/>
                </a:cubicBezTo>
                <a:cubicBezTo>
                  <a:pt x="20618" y="19948"/>
                  <a:pt x="20399" y="20250"/>
                  <a:pt x="20127" y="20250"/>
                </a:cubicBezTo>
                <a:moveTo>
                  <a:pt x="1473" y="20250"/>
                </a:moveTo>
                <a:cubicBezTo>
                  <a:pt x="1201" y="20250"/>
                  <a:pt x="982" y="19948"/>
                  <a:pt x="982" y="19575"/>
                </a:cubicBezTo>
                <a:cubicBezTo>
                  <a:pt x="982" y="19203"/>
                  <a:pt x="1201" y="18900"/>
                  <a:pt x="1473" y="18900"/>
                </a:cubicBezTo>
                <a:cubicBezTo>
                  <a:pt x="1744" y="18900"/>
                  <a:pt x="1964" y="19203"/>
                  <a:pt x="1964" y="19575"/>
                </a:cubicBezTo>
                <a:cubicBezTo>
                  <a:pt x="1964" y="19948"/>
                  <a:pt x="1744" y="20250"/>
                  <a:pt x="1473" y="20250"/>
                </a:cubicBezTo>
                <a:moveTo>
                  <a:pt x="1473" y="6750"/>
                </a:moveTo>
                <a:cubicBezTo>
                  <a:pt x="1744" y="6750"/>
                  <a:pt x="1964" y="7052"/>
                  <a:pt x="1964" y="7425"/>
                </a:cubicBezTo>
                <a:cubicBezTo>
                  <a:pt x="1964" y="7798"/>
                  <a:pt x="1744" y="8100"/>
                  <a:pt x="1473" y="8100"/>
                </a:cubicBezTo>
                <a:cubicBezTo>
                  <a:pt x="1201" y="8100"/>
                  <a:pt x="982" y="7798"/>
                  <a:pt x="982" y="7425"/>
                </a:cubicBezTo>
                <a:cubicBezTo>
                  <a:pt x="982" y="7052"/>
                  <a:pt x="1201" y="6750"/>
                  <a:pt x="1473" y="6750"/>
                </a:cubicBezTo>
                <a:moveTo>
                  <a:pt x="20618" y="5400"/>
                </a:moveTo>
                <a:lnTo>
                  <a:pt x="982" y="5400"/>
                </a:lnTo>
                <a:cubicBezTo>
                  <a:pt x="440" y="5400"/>
                  <a:pt x="0" y="6004"/>
                  <a:pt x="0" y="6750"/>
                </a:cubicBez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6750"/>
                </a:lnTo>
                <a:cubicBezTo>
                  <a:pt x="21600" y="6004"/>
                  <a:pt x="21160" y="5400"/>
                  <a:pt x="20618" y="5400"/>
                </a:cubicBezTo>
                <a:moveTo>
                  <a:pt x="2455" y="4050"/>
                </a:moveTo>
                <a:lnTo>
                  <a:pt x="19145" y="4050"/>
                </a:lnTo>
                <a:cubicBezTo>
                  <a:pt x="19417" y="4050"/>
                  <a:pt x="19636" y="3748"/>
                  <a:pt x="19636" y="3376"/>
                </a:cubicBezTo>
                <a:cubicBezTo>
                  <a:pt x="19636" y="3002"/>
                  <a:pt x="19417" y="2700"/>
                  <a:pt x="19145" y="2700"/>
                </a:cubicBezTo>
                <a:lnTo>
                  <a:pt x="2455" y="2700"/>
                </a:lnTo>
                <a:cubicBezTo>
                  <a:pt x="2183" y="2700"/>
                  <a:pt x="1964" y="3002"/>
                  <a:pt x="1964" y="3376"/>
                </a:cubicBezTo>
                <a:cubicBezTo>
                  <a:pt x="1964" y="3748"/>
                  <a:pt x="2183" y="4050"/>
                  <a:pt x="2455" y="4050"/>
                </a:cubicBezTo>
                <a:moveTo>
                  <a:pt x="4418" y="1350"/>
                </a:moveTo>
                <a:lnTo>
                  <a:pt x="17182" y="1350"/>
                </a:lnTo>
                <a:cubicBezTo>
                  <a:pt x="17453" y="1350"/>
                  <a:pt x="17673" y="1048"/>
                  <a:pt x="17673" y="675"/>
                </a:cubicBezTo>
                <a:cubicBezTo>
                  <a:pt x="17673" y="302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302"/>
                  <a:pt x="3927" y="675"/>
                </a:cubicBezTo>
                <a:cubicBezTo>
                  <a:pt x="3927" y="1048"/>
                  <a:pt x="4147" y="1350"/>
                  <a:pt x="4418" y="1350"/>
                </a:cubicBezTo>
                <a:moveTo>
                  <a:pt x="5400" y="8100"/>
                </a:moveTo>
                <a:lnTo>
                  <a:pt x="4418" y="8100"/>
                </a:lnTo>
                <a:cubicBezTo>
                  <a:pt x="4147" y="8100"/>
                  <a:pt x="3927" y="8403"/>
                  <a:pt x="3927" y="8775"/>
                </a:cubicBezTo>
                <a:cubicBezTo>
                  <a:pt x="3927" y="9148"/>
                  <a:pt x="4147" y="9450"/>
                  <a:pt x="4418" y="9450"/>
                </a:cubicBezTo>
                <a:lnTo>
                  <a:pt x="5400" y="9450"/>
                </a:lnTo>
                <a:cubicBezTo>
                  <a:pt x="5671" y="9450"/>
                  <a:pt x="5891" y="9148"/>
                  <a:pt x="5891" y="8775"/>
                </a:cubicBezTo>
                <a:cubicBezTo>
                  <a:pt x="5891" y="8403"/>
                  <a:pt x="5671" y="8100"/>
                  <a:pt x="5400" y="81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9" name="Shape 2800"/>
          <p:cNvSpPr/>
          <p:nvPr/>
        </p:nvSpPr>
        <p:spPr>
          <a:xfrm>
            <a:off x="660240" y="1809720"/>
            <a:ext cx="209880" cy="133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208" y="15258"/>
                </a:moveTo>
                <a:cubicBezTo>
                  <a:pt x="10138" y="15500"/>
                  <a:pt x="10044" y="15701"/>
                  <a:pt x="9923" y="15861"/>
                </a:cubicBezTo>
                <a:cubicBezTo>
                  <a:pt x="9802" y="16022"/>
                  <a:pt x="9660" y="16144"/>
                  <a:pt x="9499" y="16228"/>
                </a:cubicBezTo>
                <a:cubicBezTo>
                  <a:pt x="9362" y="16300"/>
                  <a:pt x="9243" y="16340"/>
                  <a:pt x="9097" y="16360"/>
                </a:cubicBezTo>
                <a:lnTo>
                  <a:pt x="9097" y="16971"/>
                </a:lnTo>
                <a:lnTo>
                  <a:pt x="8606" y="16971"/>
                </a:lnTo>
                <a:lnTo>
                  <a:pt x="8606" y="16361"/>
                </a:lnTo>
                <a:cubicBezTo>
                  <a:pt x="8446" y="16345"/>
                  <a:pt x="8316" y="16304"/>
                  <a:pt x="8171" y="16224"/>
                </a:cubicBezTo>
                <a:cubicBezTo>
                  <a:pt x="8001" y="16130"/>
                  <a:pt x="7856" y="15998"/>
                  <a:pt x="7736" y="15826"/>
                </a:cubicBezTo>
                <a:cubicBezTo>
                  <a:pt x="7615" y="15655"/>
                  <a:pt x="7522" y="15443"/>
                  <a:pt x="7456" y="15193"/>
                </a:cubicBezTo>
                <a:cubicBezTo>
                  <a:pt x="7390" y="14942"/>
                  <a:pt x="7359" y="14654"/>
                  <a:pt x="7363" y="14327"/>
                </a:cubicBezTo>
                <a:lnTo>
                  <a:pt x="8007" y="14327"/>
                </a:lnTo>
                <a:cubicBezTo>
                  <a:pt x="8003" y="14712"/>
                  <a:pt x="8058" y="15015"/>
                  <a:pt x="8171" y="15236"/>
                </a:cubicBezTo>
                <a:cubicBezTo>
                  <a:pt x="8270" y="15431"/>
                  <a:pt x="8403" y="15530"/>
                  <a:pt x="8606" y="15563"/>
                </a:cubicBezTo>
                <a:lnTo>
                  <a:pt x="8606" y="13432"/>
                </a:lnTo>
                <a:cubicBezTo>
                  <a:pt x="8492" y="13376"/>
                  <a:pt x="8395" y="13313"/>
                  <a:pt x="8270" y="13239"/>
                </a:cubicBezTo>
                <a:cubicBezTo>
                  <a:pt x="8118" y="13149"/>
                  <a:pt x="7980" y="13033"/>
                  <a:pt x="7857" y="12890"/>
                </a:cubicBezTo>
                <a:cubicBezTo>
                  <a:pt x="7735" y="12746"/>
                  <a:pt x="7636" y="12568"/>
                  <a:pt x="7561" y="12352"/>
                </a:cubicBezTo>
                <a:cubicBezTo>
                  <a:pt x="7485" y="12136"/>
                  <a:pt x="7448" y="11868"/>
                  <a:pt x="7448" y="11548"/>
                </a:cubicBezTo>
                <a:cubicBezTo>
                  <a:pt x="7448" y="11268"/>
                  <a:pt x="7483" y="11023"/>
                  <a:pt x="7553" y="10809"/>
                </a:cubicBezTo>
                <a:cubicBezTo>
                  <a:pt x="7622" y="10596"/>
                  <a:pt x="7716" y="10419"/>
                  <a:pt x="7835" y="10276"/>
                </a:cubicBezTo>
                <a:cubicBezTo>
                  <a:pt x="7954" y="10134"/>
                  <a:pt x="8090" y="10024"/>
                  <a:pt x="8244" y="9948"/>
                </a:cubicBezTo>
                <a:cubicBezTo>
                  <a:pt x="8373" y="9885"/>
                  <a:pt x="8479" y="9855"/>
                  <a:pt x="8606" y="9844"/>
                </a:cubicBezTo>
                <a:lnTo>
                  <a:pt x="8606" y="9257"/>
                </a:lnTo>
                <a:lnTo>
                  <a:pt x="9097" y="9257"/>
                </a:lnTo>
                <a:lnTo>
                  <a:pt x="9097" y="9844"/>
                </a:lnTo>
                <a:cubicBezTo>
                  <a:pt x="9224" y="9853"/>
                  <a:pt x="9328" y="9881"/>
                  <a:pt x="9453" y="9939"/>
                </a:cubicBezTo>
                <a:cubicBezTo>
                  <a:pt x="9605" y="10009"/>
                  <a:pt x="9735" y="10114"/>
                  <a:pt x="9847" y="10255"/>
                </a:cubicBezTo>
                <a:cubicBezTo>
                  <a:pt x="9957" y="10394"/>
                  <a:pt x="10046" y="10572"/>
                  <a:pt x="10112" y="10788"/>
                </a:cubicBezTo>
                <a:cubicBezTo>
                  <a:pt x="10178" y="11003"/>
                  <a:pt x="10211" y="11254"/>
                  <a:pt x="10211" y="11540"/>
                </a:cubicBezTo>
                <a:lnTo>
                  <a:pt x="9567" y="11540"/>
                </a:lnTo>
                <a:cubicBezTo>
                  <a:pt x="9559" y="11242"/>
                  <a:pt x="9509" y="11015"/>
                  <a:pt x="9417" y="10857"/>
                </a:cubicBezTo>
                <a:cubicBezTo>
                  <a:pt x="9339" y="10725"/>
                  <a:pt x="9243" y="10661"/>
                  <a:pt x="9097" y="10640"/>
                </a:cubicBezTo>
                <a:lnTo>
                  <a:pt x="9097" y="12504"/>
                </a:lnTo>
                <a:cubicBezTo>
                  <a:pt x="9226" y="12565"/>
                  <a:pt x="9336" y="12633"/>
                  <a:pt x="9471" y="12710"/>
                </a:cubicBezTo>
                <a:cubicBezTo>
                  <a:pt x="9633" y="12804"/>
                  <a:pt x="9776" y="12923"/>
                  <a:pt x="9900" y="13069"/>
                </a:cubicBezTo>
                <a:cubicBezTo>
                  <a:pt x="10024" y="13215"/>
                  <a:pt x="10124" y="13395"/>
                  <a:pt x="10200" y="13610"/>
                </a:cubicBezTo>
                <a:cubicBezTo>
                  <a:pt x="10275" y="13827"/>
                  <a:pt x="10312" y="14091"/>
                  <a:pt x="10312" y="14407"/>
                </a:cubicBezTo>
                <a:cubicBezTo>
                  <a:pt x="10312" y="14732"/>
                  <a:pt x="10278" y="15016"/>
                  <a:pt x="10208" y="15258"/>
                </a:cubicBezTo>
                <a:moveTo>
                  <a:pt x="8836" y="7714"/>
                </a:moveTo>
                <a:cubicBezTo>
                  <a:pt x="6938" y="7714"/>
                  <a:pt x="5400" y="10132"/>
                  <a:pt x="5400" y="13114"/>
                </a:cubicBezTo>
                <a:cubicBezTo>
                  <a:pt x="5400" y="16096"/>
                  <a:pt x="6938" y="18514"/>
                  <a:pt x="8836" y="18514"/>
                </a:cubicBezTo>
                <a:cubicBezTo>
                  <a:pt x="10734" y="18514"/>
                  <a:pt x="12273" y="16096"/>
                  <a:pt x="12273" y="13114"/>
                </a:cubicBezTo>
                <a:cubicBezTo>
                  <a:pt x="12273" y="10132"/>
                  <a:pt x="10734" y="7714"/>
                  <a:pt x="8836" y="7714"/>
                </a:cubicBezTo>
                <a:moveTo>
                  <a:pt x="20618" y="0"/>
                </a:moveTo>
                <a:lnTo>
                  <a:pt x="4909" y="0"/>
                </a:lnTo>
                <a:cubicBezTo>
                  <a:pt x="4367" y="0"/>
                  <a:pt x="3927" y="690"/>
                  <a:pt x="3927" y="1543"/>
                </a:cubicBezTo>
                <a:lnTo>
                  <a:pt x="3927" y="2314"/>
                </a:lnTo>
                <a:cubicBezTo>
                  <a:pt x="3927" y="2740"/>
                  <a:pt x="4147" y="3086"/>
                  <a:pt x="4418" y="3086"/>
                </a:cubicBezTo>
                <a:cubicBezTo>
                  <a:pt x="4689" y="3086"/>
                  <a:pt x="4909" y="2740"/>
                  <a:pt x="4909" y="2314"/>
                </a:cubicBezTo>
                <a:lnTo>
                  <a:pt x="4909" y="1543"/>
                </a:lnTo>
                <a:lnTo>
                  <a:pt x="20618" y="1543"/>
                </a:lnTo>
                <a:lnTo>
                  <a:pt x="20618" y="15429"/>
                </a:lnTo>
                <a:lnTo>
                  <a:pt x="19145" y="15429"/>
                </a:lnTo>
                <a:cubicBezTo>
                  <a:pt x="18874" y="15429"/>
                  <a:pt x="18655" y="15774"/>
                  <a:pt x="18655" y="16200"/>
                </a:cubicBezTo>
                <a:cubicBezTo>
                  <a:pt x="18655" y="16626"/>
                  <a:pt x="18874" y="16971"/>
                  <a:pt x="19145" y="16971"/>
                </a:cubicBezTo>
                <a:lnTo>
                  <a:pt x="20618" y="16971"/>
                </a:lnTo>
                <a:cubicBezTo>
                  <a:pt x="21160" y="16971"/>
                  <a:pt x="21600" y="16280"/>
                  <a:pt x="21600" y="15429"/>
                </a:cubicBezTo>
                <a:lnTo>
                  <a:pt x="21600" y="1543"/>
                </a:lnTo>
                <a:cubicBezTo>
                  <a:pt x="21600" y="690"/>
                  <a:pt x="21160" y="0"/>
                  <a:pt x="20618" y="0"/>
                </a:cubicBezTo>
                <a:moveTo>
                  <a:pt x="9451" y="13856"/>
                </a:moveTo>
                <a:cubicBezTo>
                  <a:pt x="9385" y="13780"/>
                  <a:pt x="9310" y="13718"/>
                  <a:pt x="9228" y="13671"/>
                </a:cubicBezTo>
                <a:cubicBezTo>
                  <a:pt x="9175" y="13642"/>
                  <a:pt x="9137" y="13616"/>
                  <a:pt x="9097" y="13590"/>
                </a:cubicBezTo>
                <a:lnTo>
                  <a:pt x="9097" y="15560"/>
                </a:lnTo>
                <a:cubicBezTo>
                  <a:pt x="9250" y="15523"/>
                  <a:pt x="9363" y="15447"/>
                  <a:pt x="9473" y="15311"/>
                </a:cubicBezTo>
                <a:cubicBezTo>
                  <a:pt x="9604" y="15151"/>
                  <a:pt x="9668" y="14896"/>
                  <a:pt x="9668" y="14545"/>
                </a:cubicBezTo>
                <a:cubicBezTo>
                  <a:pt x="9668" y="14383"/>
                  <a:pt x="9649" y="14246"/>
                  <a:pt x="9609" y="14135"/>
                </a:cubicBezTo>
                <a:cubicBezTo>
                  <a:pt x="9570" y="14024"/>
                  <a:pt x="9517" y="13931"/>
                  <a:pt x="9451" y="13856"/>
                </a:cubicBezTo>
                <a:moveTo>
                  <a:pt x="13255" y="16971"/>
                </a:moveTo>
                <a:cubicBezTo>
                  <a:pt x="12983" y="16971"/>
                  <a:pt x="12764" y="17316"/>
                  <a:pt x="12764" y="17743"/>
                </a:cubicBezTo>
                <a:cubicBezTo>
                  <a:pt x="12764" y="18169"/>
                  <a:pt x="12983" y="18514"/>
                  <a:pt x="13255" y="18514"/>
                </a:cubicBezTo>
                <a:cubicBezTo>
                  <a:pt x="13525" y="18514"/>
                  <a:pt x="13745" y="18169"/>
                  <a:pt x="13745" y="17743"/>
                </a:cubicBezTo>
                <a:cubicBezTo>
                  <a:pt x="13745" y="17316"/>
                  <a:pt x="13525" y="16971"/>
                  <a:pt x="13255" y="16971"/>
                </a:cubicBezTo>
                <a:moveTo>
                  <a:pt x="16200" y="7714"/>
                </a:moveTo>
                <a:cubicBezTo>
                  <a:pt x="15928" y="7714"/>
                  <a:pt x="15709" y="7369"/>
                  <a:pt x="15709" y="6943"/>
                </a:cubicBezTo>
                <a:cubicBezTo>
                  <a:pt x="15709" y="6516"/>
                  <a:pt x="15928" y="6171"/>
                  <a:pt x="16200" y="6171"/>
                </a:cubicBezTo>
                <a:cubicBezTo>
                  <a:pt x="16471" y="6171"/>
                  <a:pt x="16691" y="6516"/>
                  <a:pt x="16691" y="6943"/>
                </a:cubicBezTo>
                <a:cubicBezTo>
                  <a:pt x="16691" y="7369"/>
                  <a:pt x="16471" y="7714"/>
                  <a:pt x="16200" y="7714"/>
                </a:cubicBezTo>
                <a:moveTo>
                  <a:pt x="16691" y="17113"/>
                </a:moveTo>
                <a:cubicBezTo>
                  <a:pt x="16537" y="17027"/>
                  <a:pt x="16373" y="16971"/>
                  <a:pt x="16200" y="16971"/>
                </a:cubicBezTo>
                <a:cubicBezTo>
                  <a:pt x="15386" y="16971"/>
                  <a:pt x="14727" y="18008"/>
                  <a:pt x="14727" y="19286"/>
                </a:cubicBezTo>
                <a:cubicBezTo>
                  <a:pt x="14727" y="19557"/>
                  <a:pt x="14762" y="19814"/>
                  <a:pt x="14817" y="20057"/>
                </a:cubicBezTo>
                <a:lnTo>
                  <a:pt x="2855" y="20057"/>
                </a:lnTo>
                <a:cubicBezTo>
                  <a:pt x="2910" y="19814"/>
                  <a:pt x="2945" y="19557"/>
                  <a:pt x="2945" y="19286"/>
                </a:cubicBezTo>
                <a:cubicBezTo>
                  <a:pt x="2945" y="18008"/>
                  <a:pt x="2286" y="16971"/>
                  <a:pt x="1473" y="16971"/>
                </a:cubicBezTo>
                <a:cubicBezTo>
                  <a:pt x="1299" y="16971"/>
                  <a:pt x="1136" y="17027"/>
                  <a:pt x="982" y="17113"/>
                </a:cubicBezTo>
                <a:lnTo>
                  <a:pt x="982" y="9115"/>
                </a:lnTo>
                <a:cubicBezTo>
                  <a:pt x="1136" y="9202"/>
                  <a:pt x="1299" y="9257"/>
                  <a:pt x="1473" y="9257"/>
                </a:cubicBezTo>
                <a:cubicBezTo>
                  <a:pt x="2286" y="9257"/>
                  <a:pt x="2945" y="8221"/>
                  <a:pt x="2945" y="6943"/>
                </a:cubicBezTo>
                <a:cubicBezTo>
                  <a:pt x="2945" y="6671"/>
                  <a:pt x="2910" y="6414"/>
                  <a:pt x="2855" y="6171"/>
                </a:cubicBezTo>
                <a:lnTo>
                  <a:pt x="14817" y="6171"/>
                </a:lnTo>
                <a:cubicBezTo>
                  <a:pt x="14762" y="6414"/>
                  <a:pt x="14727" y="6671"/>
                  <a:pt x="14727" y="6943"/>
                </a:cubicBezTo>
                <a:cubicBezTo>
                  <a:pt x="14727" y="8221"/>
                  <a:pt x="15386" y="9257"/>
                  <a:pt x="16200" y="9257"/>
                </a:cubicBezTo>
                <a:cubicBezTo>
                  <a:pt x="16373" y="9257"/>
                  <a:pt x="16537" y="9202"/>
                  <a:pt x="16691" y="9115"/>
                </a:cubicBezTo>
                <a:cubicBezTo>
                  <a:pt x="16691" y="9115"/>
                  <a:pt x="16691" y="17113"/>
                  <a:pt x="16691" y="17113"/>
                </a:cubicBezTo>
                <a:close/>
                <a:moveTo>
                  <a:pt x="16200" y="20057"/>
                </a:moveTo>
                <a:cubicBezTo>
                  <a:pt x="15928" y="20057"/>
                  <a:pt x="15709" y="19712"/>
                  <a:pt x="15709" y="19286"/>
                </a:cubicBezTo>
                <a:cubicBezTo>
                  <a:pt x="15709" y="18859"/>
                  <a:pt x="15928" y="18514"/>
                  <a:pt x="16200" y="18514"/>
                </a:cubicBezTo>
                <a:cubicBezTo>
                  <a:pt x="16471" y="18514"/>
                  <a:pt x="16691" y="18859"/>
                  <a:pt x="16691" y="19286"/>
                </a:cubicBezTo>
                <a:cubicBezTo>
                  <a:pt x="16691" y="19712"/>
                  <a:pt x="16471" y="20057"/>
                  <a:pt x="16200" y="20057"/>
                </a:cubicBezTo>
                <a:moveTo>
                  <a:pt x="1473" y="20057"/>
                </a:moveTo>
                <a:cubicBezTo>
                  <a:pt x="1201" y="20057"/>
                  <a:pt x="982" y="19712"/>
                  <a:pt x="982" y="19286"/>
                </a:cubicBezTo>
                <a:cubicBezTo>
                  <a:pt x="982" y="18859"/>
                  <a:pt x="1201" y="18514"/>
                  <a:pt x="1473" y="18514"/>
                </a:cubicBezTo>
                <a:cubicBezTo>
                  <a:pt x="1744" y="18514"/>
                  <a:pt x="1964" y="18859"/>
                  <a:pt x="1964" y="19286"/>
                </a:cubicBezTo>
                <a:cubicBezTo>
                  <a:pt x="1964" y="19712"/>
                  <a:pt x="1744" y="20057"/>
                  <a:pt x="1473" y="20057"/>
                </a:cubicBezTo>
                <a:moveTo>
                  <a:pt x="1473" y="6171"/>
                </a:moveTo>
                <a:cubicBezTo>
                  <a:pt x="1744" y="6171"/>
                  <a:pt x="1964" y="6516"/>
                  <a:pt x="1964" y="6943"/>
                </a:cubicBezTo>
                <a:cubicBezTo>
                  <a:pt x="1964" y="7369"/>
                  <a:pt x="1744" y="7714"/>
                  <a:pt x="1473" y="7714"/>
                </a:cubicBezTo>
                <a:cubicBezTo>
                  <a:pt x="1201" y="7714"/>
                  <a:pt x="982" y="7369"/>
                  <a:pt x="982" y="6943"/>
                </a:cubicBezTo>
                <a:cubicBezTo>
                  <a:pt x="982" y="6516"/>
                  <a:pt x="1201" y="6171"/>
                  <a:pt x="1473" y="6171"/>
                </a:cubicBezTo>
                <a:moveTo>
                  <a:pt x="16691" y="4629"/>
                </a:moveTo>
                <a:lnTo>
                  <a:pt x="982" y="4629"/>
                </a:lnTo>
                <a:cubicBezTo>
                  <a:pt x="439" y="4629"/>
                  <a:pt x="0" y="5319"/>
                  <a:pt x="0" y="6171"/>
                </a:cubicBezTo>
                <a:lnTo>
                  <a:pt x="0" y="20057"/>
                </a:lnTo>
                <a:cubicBezTo>
                  <a:pt x="0" y="20909"/>
                  <a:pt x="439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0909"/>
                  <a:pt x="17673" y="20057"/>
                </a:cubicBezTo>
                <a:lnTo>
                  <a:pt x="17673" y="6171"/>
                </a:lnTo>
                <a:cubicBezTo>
                  <a:pt x="17673" y="5319"/>
                  <a:pt x="17233" y="4629"/>
                  <a:pt x="16691" y="4629"/>
                </a:cubicBezTo>
                <a:moveTo>
                  <a:pt x="8092" y="11478"/>
                </a:moveTo>
                <a:cubicBezTo>
                  <a:pt x="8092" y="11618"/>
                  <a:pt x="8111" y="11738"/>
                  <a:pt x="8149" y="11836"/>
                </a:cubicBezTo>
                <a:cubicBezTo>
                  <a:pt x="8186" y="11936"/>
                  <a:pt x="8234" y="12020"/>
                  <a:pt x="8293" y="12090"/>
                </a:cubicBezTo>
                <a:cubicBezTo>
                  <a:pt x="8351" y="12160"/>
                  <a:pt x="8419" y="12217"/>
                  <a:pt x="8496" y="12260"/>
                </a:cubicBezTo>
                <a:cubicBezTo>
                  <a:pt x="8542" y="12286"/>
                  <a:pt x="8573" y="12310"/>
                  <a:pt x="8606" y="12330"/>
                </a:cubicBezTo>
                <a:lnTo>
                  <a:pt x="8606" y="10637"/>
                </a:lnTo>
                <a:cubicBezTo>
                  <a:pt x="8457" y="10653"/>
                  <a:pt x="8353" y="10708"/>
                  <a:pt x="8258" y="10818"/>
                </a:cubicBezTo>
                <a:cubicBezTo>
                  <a:pt x="8147" y="10949"/>
                  <a:pt x="8092" y="11170"/>
                  <a:pt x="8092" y="11478"/>
                </a:cubicBezTo>
                <a:moveTo>
                  <a:pt x="4418" y="7714"/>
                </a:moveTo>
                <a:cubicBezTo>
                  <a:pt x="4147" y="7714"/>
                  <a:pt x="3927" y="8060"/>
                  <a:pt x="3927" y="8486"/>
                </a:cubicBezTo>
                <a:cubicBezTo>
                  <a:pt x="3927" y="8912"/>
                  <a:pt x="4147" y="9257"/>
                  <a:pt x="4418" y="9257"/>
                </a:cubicBezTo>
                <a:cubicBezTo>
                  <a:pt x="4689" y="9257"/>
                  <a:pt x="4909" y="8912"/>
                  <a:pt x="4909" y="8486"/>
                </a:cubicBezTo>
                <a:cubicBezTo>
                  <a:pt x="4909" y="8060"/>
                  <a:pt x="4689" y="7714"/>
                  <a:pt x="4418" y="771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0" name="Shape 2801"/>
          <p:cNvSpPr/>
          <p:nvPr/>
        </p:nvSpPr>
        <p:spPr>
          <a:xfrm>
            <a:off x="1060560" y="1819440"/>
            <a:ext cx="209520" cy="114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1858" y="9506"/>
                </a:moveTo>
                <a:lnTo>
                  <a:pt x="11671" y="10299"/>
                </a:lnTo>
                <a:lnTo>
                  <a:pt x="9907" y="10299"/>
                </a:lnTo>
                <a:cubicBezTo>
                  <a:pt x="9902" y="10340"/>
                  <a:pt x="9900" y="10398"/>
                  <a:pt x="9900" y="10472"/>
                </a:cubicBezTo>
                <a:lnTo>
                  <a:pt x="9900" y="10757"/>
                </a:lnTo>
                <a:cubicBezTo>
                  <a:pt x="9900" y="10972"/>
                  <a:pt x="9902" y="11100"/>
                  <a:pt x="9907" y="11141"/>
                </a:cubicBezTo>
                <a:lnTo>
                  <a:pt x="11570" y="11141"/>
                </a:lnTo>
                <a:lnTo>
                  <a:pt x="11390" y="11921"/>
                </a:lnTo>
                <a:lnTo>
                  <a:pt x="9943" y="11921"/>
                </a:lnTo>
                <a:cubicBezTo>
                  <a:pt x="10001" y="12589"/>
                  <a:pt x="10123" y="13114"/>
                  <a:pt x="10311" y="13494"/>
                </a:cubicBezTo>
                <a:cubicBezTo>
                  <a:pt x="10527" y="13964"/>
                  <a:pt x="10819" y="14199"/>
                  <a:pt x="11189" y="14199"/>
                </a:cubicBezTo>
                <a:cubicBezTo>
                  <a:pt x="11429" y="14199"/>
                  <a:pt x="11628" y="14134"/>
                  <a:pt x="11786" y="14001"/>
                </a:cubicBezTo>
                <a:cubicBezTo>
                  <a:pt x="11930" y="13878"/>
                  <a:pt x="12093" y="13671"/>
                  <a:pt x="12276" y="13382"/>
                </a:cubicBezTo>
                <a:lnTo>
                  <a:pt x="12276" y="14756"/>
                </a:lnTo>
                <a:cubicBezTo>
                  <a:pt x="11949" y="15119"/>
                  <a:pt x="11587" y="15301"/>
                  <a:pt x="11189" y="15301"/>
                </a:cubicBezTo>
                <a:cubicBezTo>
                  <a:pt x="10546" y="15301"/>
                  <a:pt x="10044" y="14963"/>
                  <a:pt x="9683" y="14287"/>
                </a:cubicBezTo>
                <a:cubicBezTo>
                  <a:pt x="9372" y="13700"/>
                  <a:pt x="9177" y="12912"/>
                  <a:pt x="9100" y="11921"/>
                </a:cubicBezTo>
                <a:lnTo>
                  <a:pt x="8546" y="11921"/>
                </a:lnTo>
                <a:lnTo>
                  <a:pt x="8740" y="11141"/>
                </a:lnTo>
                <a:lnTo>
                  <a:pt x="9065" y="11141"/>
                </a:lnTo>
                <a:cubicBezTo>
                  <a:pt x="9060" y="11083"/>
                  <a:pt x="9056" y="11022"/>
                  <a:pt x="9054" y="10955"/>
                </a:cubicBezTo>
                <a:cubicBezTo>
                  <a:pt x="9051" y="10889"/>
                  <a:pt x="9050" y="10819"/>
                  <a:pt x="9050" y="10744"/>
                </a:cubicBezTo>
                <a:cubicBezTo>
                  <a:pt x="9050" y="10687"/>
                  <a:pt x="9051" y="10620"/>
                  <a:pt x="9054" y="10547"/>
                </a:cubicBezTo>
                <a:cubicBezTo>
                  <a:pt x="9056" y="10472"/>
                  <a:pt x="9060" y="10389"/>
                  <a:pt x="9065" y="10299"/>
                </a:cubicBezTo>
                <a:lnTo>
                  <a:pt x="8546" y="10299"/>
                </a:lnTo>
                <a:lnTo>
                  <a:pt x="8734" y="9506"/>
                </a:lnTo>
                <a:lnTo>
                  <a:pt x="9115" y="9506"/>
                </a:lnTo>
                <a:cubicBezTo>
                  <a:pt x="9235" y="8557"/>
                  <a:pt x="9453" y="7806"/>
                  <a:pt x="9770" y="7253"/>
                </a:cubicBezTo>
                <a:cubicBezTo>
                  <a:pt x="10140" y="6617"/>
                  <a:pt x="10612" y="6299"/>
                  <a:pt x="11189" y="6299"/>
                </a:cubicBezTo>
                <a:cubicBezTo>
                  <a:pt x="11606" y="6299"/>
                  <a:pt x="12034" y="6555"/>
                  <a:pt x="12470" y="7066"/>
                </a:cubicBezTo>
                <a:lnTo>
                  <a:pt x="12139" y="8193"/>
                </a:lnTo>
                <a:cubicBezTo>
                  <a:pt x="11832" y="7666"/>
                  <a:pt x="11496" y="7401"/>
                  <a:pt x="11131" y="7401"/>
                </a:cubicBezTo>
                <a:cubicBezTo>
                  <a:pt x="10809" y="7401"/>
                  <a:pt x="10541" y="7620"/>
                  <a:pt x="10325" y="8058"/>
                </a:cubicBezTo>
                <a:cubicBezTo>
                  <a:pt x="10142" y="8445"/>
                  <a:pt x="10020" y="8929"/>
                  <a:pt x="9957" y="9506"/>
                </a:cubicBezTo>
                <a:cubicBezTo>
                  <a:pt x="9957" y="9506"/>
                  <a:pt x="11858" y="9506"/>
                  <a:pt x="11858" y="9506"/>
                </a:cubicBezTo>
                <a:close/>
                <a:moveTo>
                  <a:pt x="10800" y="3601"/>
                </a:moveTo>
                <a:cubicBezTo>
                  <a:pt x="8631" y="3601"/>
                  <a:pt x="6873" y="6824"/>
                  <a:pt x="6873" y="10799"/>
                </a:cubicBezTo>
                <a:cubicBezTo>
                  <a:pt x="6873" y="14777"/>
                  <a:pt x="8631" y="18000"/>
                  <a:pt x="10800" y="18000"/>
                </a:cubicBezTo>
                <a:cubicBezTo>
                  <a:pt x="12969" y="18000"/>
                  <a:pt x="14727" y="14777"/>
                  <a:pt x="14727" y="10799"/>
                </a:cubicBezTo>
                <a:cubicBezTo>
                  <a:pt x="14727" y="6824"/>
                  <a:pt x="12969" y="3601"/>
                  <a:pt x="10800" y="3601"/>
                </a:cubicBezTo>
                <a:moveTo>
                  <a:pt x="5400" y="3601"/>
                </a:moveTo>
                <a:lnTo>
                  <a:pt x="4418" y="3601"/>
                </a:lnTo>
                <a:cubicBezTo>
                  <a:pt x="4147" y="3601"/>
                  <a:pt x="3927" y="4003"/>
                  <a:pt x="3927" y="4501"/>
                </a:cubicBezTo>
                <a:cubicBezTo>
                  <a:pt x="3927" y="4998"/>
                  <a:pt x="4147" y="5401"/>
                  <a:pt x="4418" y="5401"/>
                </a:cubicBezTo>
                <a:lnTo>
                  <a:pt x="5400" y="5401"/>
                </a:lnTo>
                <a:cubicBezTo>
                  <a:pt x="5671" y="5401"/>
                  <a:pt x="5891" y="4998"/>
                  <a:pt x="5891" y="4501"/>
                </a:cubicBezTo>
                <a:cubicBezTo>
                  <a:pt x="5891" y="4003"/>
                  <a:pt x="5671" y="3601"/>
                  <a:pt x="5400" y="3601"/>
                </a:cubicBezTo>
                <a:moveTo>
                  <a:pt x="17182" y="16199"/>
                </a:moveTo>
                <a:lnTo>
                  <a:pt x="16200" y="16199"/>
                </a:lnTo>
                <a:cubicBezTo>
                  <a:pt x="15929" y="16199"/>
                  <a:pt x="15709" y="16603"/>
                  <a:pt x="15709" y="17100"/>
                </a:cubicBezTo>
                <a:cubicBezTo>
                  <a:pt x="15709" y="17597"/>
                  <a:pt x="15929" y="18000"/>
                  <a:pt x="16200" y="18000"/>
                </a:cubicBezTo>
                <a:lnTo>
                  <a:pt x="17182" y="18000"/>
                </a:lnTo>
                <a:cubicBezTo>
                  <a:pt x="17453" y="18000"/>
                  <a:pt x="17673" y="17597"/>
                  <a:pt x="17673" y="17100"/>
                </a:cubicBezTo>
                <a:cubicBezTo>
                  <a:pt x="17673" y="16603"/>
                  <a:pt x="17453" y="16199"/>
                  <a:pt x="17182" y="16199"/>
                </a:cubicBezTo>
                <a:moveTo>
                  <a:pt x="20127" y="3601"/>
                </a:moveTo>
                <a:cubicBezTo>
                  <a:pt x="19856" y="3601"/>
                  <a:pt x="19636" y="3198"/>
                  <a:pt x="19636" y="2701"/>
                </a:cubicBezTo>
                <a:cubicBezTo>
                  <a:pt x="19636" y="2203"/>
                  <a:pt x="19856" y="1800"/>
                  <a:pt x="20127" y="1800"/>
                </a:cubicBezTo>
                <a:cubicBezTo>
                  <a:pt x="20398" y="1800"/>
                  <a:pt x="20618" y="2203"/>
                  <a:pt x="20618" y="2701"/>
                </a:cubicBezTo>
                <a:cubicBezTo>
                  <a:pt x="20618" y="3198"/>
                  <a:pt x="20398" y="3601"/>
                  <a:pt x="20127" y="3601"/>
                </a:cubicBezTo>
                <a:moveTo>
                  <a:pt x="20618" y="16365"/>
                </a:moveTo>
                <a:cubicBezTo>
                  <a:pt x="20464" y="16264"/>
                  <a:pt x="20300" y="16199"/>
                  <a:pt x="20127" y="16199"/>
                </a:cubicBezTo>
                <a:cubicBezTo>
                  <a:pt x="19314" y="16199"/>
                  <a:pt x="18655" y="17409"/>
                  <a:pt x="18655" y="18900"/>
                </a:cubicBezTo>
                <a:cubicBezTo>
                  <a:pt x="18655" y="19217"/>
                  <a:pt x="18689" y="19517"/>
                  <a:pt x="18744" y="19800"/>
                </a:cubicBezTo>
                <a:lnTo>
                  <a:pt x="2855" y="19800"/>
                </a:lnTo>
                <a:cubicBezTo>
                  <a:pt x="2910" y="19517"/>
                  <a:pt x="2945" y="19217"/>
                  <a:pt x="2945" y="18900"/>
                </a:cubicBezTo>
                <a:cubicBezTo>
                  <a:pt x="2945" y="17409"/>
                  <a:pt x="2286" y="16199"/>
                  <a:pt x="1473" y="16199"/>
                </a:cubicBezTo>
                <a:cubicBezTo>
                  <a:pt x="1299" y="16199"/>
                  <a:pt x="1136" y="16264"/>
                  <a:pt x="982" y="16365"/>
                </a:cubicBezTo>
                <a:lnTo>
                  <a:pt x="982" y="5235"/>
                </a:lnTo>
                <a:cubicBezTo>
                  <a:pt x="1136" y="5336"/>
                  <a:pt x="1299" y="5401"/>
                  <a:pt x="1473" y="5401"/>
                </a:cubicBezTo>
                <a:cubicBezTo>
                  <a:pt x="2286" y="5401"/>
                  <a:pt x="2945" y="4192"/>
                  <a:pt x="2945" y="2701"/>
                </a:cubicBezTo>
                <a:cubicBezTo>
                  <a:pt x="2945" y="2383"/>
                  <a:pt x="2910" y="2083"/>
                  <a:pt x="2855" y="1800"/>
                </a:cubicBezTo>
                <a:lnTo>
                  <a:pt x="18744" y="1800"/>
                </a:lnTo>
                <a:cubicBezTo>
                  <a:pt x="18689" y="2083"/>
                  <a:pt x="18655" y="2383"/>
                  <a:pt x="18655" y="2701"/>
                </a:cubicBezTo>
                <a:cubicBezTo>
                  <a:pt x="18655" y="4192"/>
                  <a:pt x="19314" y="5401"/>
                  <a:pt x="20127" y="5401"/>
                </a:cubicBezTo>
                <a:cubicBezTo>
                  <a:pt x="20300" y="5401"/>
                  <a:pt x="20464" y="5336"/>
                  <a:pt x="20618" y="5235"/>
                </a:cubicBezTo>
                <a:cubicBezTo>
                  <a:pt x="20618" y="5235"/>
                  <a:pt x="20618" y="16365"/>
                  <a:pt x="20618" y="16365"/>
                </a:cubicBezTo>
                <a:close/>
                <a:moveTo>
                  <a:pt x="20127" y="19800"/>
                </a:moveTo>
                <a:cubicBezTo>
                  <a:pt x="19856" y="19800"/>
                  <a:pt x="19636" y="19397"/>
                  <a:pt x="19636" y="18900"/>
                </a:cubicBezTo>
                <a:cubicBezTo>
                  <a:pt x="19636" y="18402"/>
                  <a:pt x="19856" y="18000"/>
                  <a:pt x="20127" y="18000"/>
                </a:cubicBezTo>
                <a:cubicBezTo>
                  <a:pt x="20398" y="18000"/>
                  <a:pt x="20618" y="18402"/>
                  <a:pt x="20618" y="18900"/>
                </a:cubicBezTo>
                <a:cubicBezTo>
                  <a:pt x="20618" y="19397"/>
                  <a:pt x="20398" y="19800"/>
                  <a:pt x="20127" y="19800"/>
                </a:cubicBezTo>
                <a:moveTo>
                  <a:pt x="1473" y="19800"/>
                </a:moveTo>
                <a:cubicBezTo>
                  <a:pt x="1202" y="19800"/>
                  <a:pt x="982" y="19397"/>
                  <a:pt x="982" y="18900"/>
                </a:cubicBezTo>
                <a:cubicBezTo>
                  <a:pt x="982" y="18402"/>
                  <a:pt x="1202" y="18000"/>
                  <a:pt x="1473" y="18000"/>
                </a:cubicBezTo>
                <a:cubicBezTo>
                  <a:pt x="1744" y="18000"/>
                  <a:pt x="1964" y="18402"/>
                  <a:pt x="1964" y="18900"/>
                </a:cubicBezTo>
                <a:cubicBezTo>
                  <a:pt x="1964" y="19397"/>
                  <a:pt x="1744" y="19800"/>
                  <a:pt x="1473" y="19800"/>
                </a:cubicBezTo>
                <a:moveTo>
                  <a:pt x="1473" y="1800"/>
                </a:moveTo>
                <a:cubicBezTo>
                  <a:pt x="1744" y="1800"/>
                  <a:pt x="1964" y="2203"/>
                  <a:pt x="1964" y="2701"/>
                </a:cubicBezTo>
                <a:cubicBezTo>
                  <a:pt x="1964" y="3198"/>
                  <a:pt x="1744" y="3601"/>
                  <a:pt x="1473" y="3601"/>
                </a:cubicBezTo>
                <a:cubicBezTo>
                  <a:pt x="1202" y="3601"/>
                  <a:pt x="982" y="3198"/>
                  <a:pt x="982" y="2701"/>
                </a:cubicBezTo>
                <a:cubicBezTo>
                  <a:pt x="982" y="2203"/>
                  <a:pt x="1202" y="1800"/>
                  <a:pt x="1473" y="1800"/>
                </a:cubicBezTo>
                <a:moveTo>
                  <a:pt x="20618" y="0"/>
                </a:moveTo>
                <a:lnTo>
                  <a:pt x="982" y="0"/>
                </a:lnTo>
                <a:cubicBezTo>
                  <a:pt x="439" y="0"/>
                  <a:pt x="0" y="806"/>
                  <a:pt x="0" y="1800"/>
                </a:cubicBezTo>
                <a:lnTo>
                  <a:pt x="0" y="19800"/>
                </a:lnTo>
                <a:cubicBezTo>
                  <a:pt x="0" y="2079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793"/>
                  <a:pt x="21600" y="19800"/>
                </a:cubicBezTo>
                <a:lnTo>
                  <a:pt x="21600" y="1800"/>
                </a:lnTo>
                <a:cubicBezTo>
                  <a:pt x="21600" y="806"/>
                  <a:pt x="21160" y="0"/>
                  <a:pt x="20618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1" name="Shape 2802"/>
          <p:cNvSpPr/>
          <p:nvPr/>
        </p:nvSpPr>
        <p:spPr>
          <a:xfrm>
            <a:off x="1460520" y="1800360"/>
            <a:ext cx="209520" cy="152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5400" y="8100"/>
                </a:moveTo>
                <a:lnTo>
                  <a:pt x="4418" y="8100"/>
                </a:lnTo>
                <a:cubicBezTo>
                  <a:pt x="4147" y="8100"/>
                  <a:pt x="3927" y="8403"/>
                  <a:pt x="3927" y="8775"/>
                </a:cubicBezTo>
                <a:cubicBezTo>
                  <a:pt x="3927" y="9148"/>
                  <a:pt x="4147" y="9450"/>
                  <a:pt x="4418" y="9450"/>
                </a:cubicBezTo>
                <a:lnTo>
                  <a:pt x="5400" y="9450"/>
                </a:lnTo>
                <a:cubicBezTo>
                  <a:pt x="5671" y="9450"/>
                  <a:pt x="5891" y="9148"/>
                  <a:pt x="5891" y="8775"/>
                </a:cubicBezTo>
                <a:cubicBezTo>
                  <a:pt x="5891" y="8403"/>
                  <a:pt x="5671" y="8100"/>
                  <a:pt x="5400" y="8100"/>
                </a:cubicBezTo>
                <a:moveTo>
                  <a:pt x="11858" y="12529"/>
                </a:moveTo>
                <a:lnTo>
                  <a:pt x="11671" y="13124"/>
                </a:lnTo>
                <a:lnTo>
                  <a:pt x="9908" y="13124"/>
                </a:lnTo>
                <a:cubicBezTo>
                  <a:pt x="9902" y="13155"/>
                  <a:pt x="9900" y="13198"/>
                  <a:pt x="9900" y="13254"/>
                </a:cubicBezTo>
                <a:lnTo>
                  <a:pt x="9900" y="13468"/>
                </a:lnTo>
                <a:cubicBezTo>
                  <a:pt x="9900" y="13629"/>
                  <a:pt x="9902" y="13725"/>
                  <a:pt x="9908" y="13756"/>
                </a:cubicBezTo>
                <a:lnTo>
                  <a:pt x="11570" y="13756"/>
                </a:lnTo>
                <a:lnTo>
                  <a:pt x="11391" y="14340"/>
                </a:lnTo>
                <a:lnTo>
                  <a:pt x="9943" y="14340"/>
                </a:lnTo>
                <a:cubicBezTo>
                  <a:pt x="10001" y="14842"/>
                  <a:pt x="10124" y="15236"/>
                  <a:pt x="10311" y="15520"/>
                </a:cubicBezTo>
                <a:cubicBezTo>
                  <a:pt x="10527" y="15873"/>
                  <a:pt x="10819" y="16050"/>
                  <a:pt x="11189" y="16050"/>
                </a:cubicBezTo>
                <a:cubicBezTo>
                  <a:pt x="11429" y="16050"/>
                  <a:pt x="11628" y="16000"/>
                  <a:pt x="11787" y="15901"/>
                </a:cubicBezTo>
                <a:cubicBezTo>
                  <a:pt x="11930" y="15808"/>
                  <a:pt x="12093" y="15654"/>
                  <a:pt x="12276" y="15437"/>
                </a:cubicBezTo>
                <a:lnTo>
                  <a:pt x="12276" y="16468"/>
                </a:lnTo>
                <a:cubicBezTo>
                  <a:pt x="11950" y="16741"/>
                  <a:pt x="11587" y="16876"/>
                  <a:pt x="11189" y="16876"/>
                </a:cubicBezTo>
                <a:cubicBezTo>
                  <a:pt x="10546" y="16876"/>
                  <a:pt x="10044" y="16623"/>
                  <a:pt x="9684" y="16114"/>
                </a:cubicBezTo>
                <a:cubicBezTo>
                  <a:pt x="9372" y="15676"/>
                  <a:pt x="9177" y="15084"/>
                  <a:pt x="9101" y="14340"/>
                </a:cubicBezTo>
                <a:lnTo>
                  <a:pt x="8547" y="14340"/>
                </a:lnTo>
                <a:lnTo>
                  <a:pt x="8741" y="13756"/>
                </a:lnTo>
                <a:lnTo>
                  <a:pt x="9065" y="13756"/>
                </a:lnTo>
                <a:cubicBezTo>
                  <a:pt x="9060" y="13712"/>
                  <a:pt x="9056" y="13666"/>
                  <a:pt x="9054" y="13617"/>
                </a:cubicBezTo>
                <a:cubicBezTo>
                  <a:pt x="9051" y="13567"/>
                  <a:pt x="9050" y="13515"/>
                  <a:pt x="9050" y="13458"/>
                </a:cubicBezTo>
                <a:cubicBezTo>
                  <a:pt x="9050" y="13416"/>
                  <a:pt x="9051" y="13366"/>
                  <a:pt x="9054" y="13310"/>
                </a:cubicBezTo>
                <a:cubicBezTo>
                  <a:pt x="9056" y="13254"/>
                  <a:pt x="9060" y="13192"/>
                  <a:pt x="9065" y="13124"/>
                </a:cubicBezTo>
                <a:lnTo>
                  <a:pt x="8547" y="13124"/>
                </a:lnTo>
                <a:lnTo>
                  <a:pt x="8734" y="12529"/>
                </a:lnTo>
                <a:lnTo>
                  <a:pt x="9115" y="12529"/>
                </a:lnTo>
                <a:cubicBezTo>
                  <a:pt x="9235" y="11818"/>
                  <a:pt x="9453" y="11254"/>
                  <a:pt x="9770" y="10840"/>
                </a:cubicBezTo>
                <a:cubicBezTo>
                  <a:pt x="10140" y="10363"/>
                  <a:pt x="10613" y="10124"/>
                  <a:pt x="11189" y="10124"/>
                </a:cubicBezTo>
                <a:cubicBezTo>
                  <a:pt x="11607" y="10124"/>
                  <a:pt x="12034" y="10316"/>
                  <a:pt x="12470" y="10700"/>
                </a:cubicBezTo>
                <a:lnTo>
                  <a:pt x="12139" y="11545"/>
                </a:lnTo>
                <a:cubicBezTo>
                  <a:pt x="11832" y="11150"/>
                  <a:pt x="11496" y="10951"/>
                  <a:pt x="11131" y="10951"/>
                </a:cubicBezTo>
                <a:cubicBezTo>
                  <a:pt x="10809" y="10951"/>
                  <a:pt x="10541" y="11115"/>
                  <a:pt x="10325" y="11443"/>
                </a:cubicBezTo>
                <a:cubicBezTo>
                  <a:pt x="10143" y="11734"/>
                  <a:pt x="10020" y="12097"/>
                  <a:pt x="9958" y="12529"/>
                </a:cubicBezTo>
                <a:cubicBezTo>
                  <a:pt x="9958" y="12529"/>
                  <a:pt x="11858" y="12529"/>
                  <a:pt x="11858" y="12529"/>
                </a:cubicBezTo>
                <a:close/>
                <a:moveTo>
                  <a:pt x="10800" y="8100"/>
                </a:moveTo>
                <a:cubicBezTo>
                  <a:pt x="8631" y="8100"/>
                  <a:pt x="6873" y="10518"/>
                  <a:pt x="6873" y="13500"/>
                </a:cubicBezTo>
                <a:cubicBezTo>
                  <a:pt x="6873" y="16482"/>
                  <a:pt x="8631" y="18900"/>
                  <a:pt x="10800" y="18900"/>
                </a:cubicBezTo>
                <a:cubicBezTo>
                  <a:pt x="12969" y="18900"/>
                  <a:pt x="14727" y="16482"/>
                  <a:pt x="14727" y="13500"/>
                </a:cubicBezTo>
                <a:cubicBezTo>
                  <a:pt x="14727" y="10518"/>
                  <a:pt x="12969" y="8100"/>
                  <a:pt x="10800" y="8100"/>
                </a:cubicBezTo>
                <a:moveTo>
                  <a:pt x="20127" y="8100"/>
                </a:moveTo>
                <a:cubicBezTo>
                  <a:pt x="19856" y="8100"/>
                  <a:pt x="19636" y="7798"/>
                  <a:pt x="19636" y="7425"/>
                </a:cubicBezTo>
                <a:cubicBezTo>
                  <a:pt x="19636" y="7052"/>
                  <a:pt x="19856" y="6750"/>
                  <a:pt x="20127" y="6750"/>
                </a:cubicBezTo>
                <a:cubicBezTo>
                  <a:pt x="20398" y="6750"/>
                  <a:pt x="20618" y="7052"/>
                  <a:pt x="20618" y="7425"/>
                </a:cubicBezTo>
                <a:cubicBezTo>
                  <a:pt x="20618" y="7798"/>
                  <a:pt x="20398" y="8100"/>
                  <a:pt x="20127" y="8100"/>
                </a:cubicBezTo>
                <a:moveTo>
                  <a:pt x="20618" y="17674"/>
                </a:moveTo>
                <a:cubicBezTo>
                  <a:pt x="20464" y="17599"/>
                  <a:pt x="20300" y="17550"/>
                  <a:pt x="20127" y="17550"/>
                </a:cubicBezTo>
                <a:cubicBezTo>
                  <a:pt x="19314" y="17550"/>
                  <a:pt x="18655" y="18457"/>
                  <a:pt x="18655" y="19575"/>
                </a:cubicBezTo>
                <a:cubicBezTo>
                  <a:pt x="18655" y="19813"/>
                  <a:pt x="18690" y="20039"/>
                  <a:pt x="18745" y="20250"/>
                </a:cubicBezTo>
                <a:lnTo>
                  <a:pt x="2855" y="20250"/>
                </a:lnTo>
                <a:cubicBezTo>
                  <a:pt x="2910" y="20039"/>
                  <a:pt x="2945" y="19813"/>
                  <a:pt x="2945" y="19575"/>
                </a:cubicBezTo>
                <a:cubicBezTo>
                  <a:pt x="2945" y="18457"/>
                  <a:pt x="2286" y="17550"/>
                  <a:pt x="1473" y="17550"/>
                </a:cubicBezTo>
                <a:cubicBezTo>
                  <a:pt x="1299" y="17550"/>
                  <a:pt x="1136" y="17599"/>
                  <a:pt x="982" y="17674"/>
                </a:cubicBezTo>
                <a:lnTo>
                  <a:pt x="982" y="9326"/>
                </a:lnTo>
                <a:cubicBezTo>
                  <a:pt x="1136" y="9402"/>
                  <a:pt x="1299" y="9450"/>
                  <a:pt x="1473" y="9450"/>
                </a:cubicBezTo>
                <a:cubicBezTo>
                  <a:pt x="2286" y="9450"/>
                  <a:pt x="2945" y="8544"/>
                  <a:pt x="2945" y="7425"/>
                </a:cubicBezTo>
                <a:cubicBezTo>
                  <a:pt x="2945" y="7187"/>
                  <a:pt x="2910" y="6962"/>
                  <a:pt x="2855" y="6750"/>
                </a:cubicBezTo>
                <a:lnTo>
                  <a:pt x="18745" y="6750"/>
                </a:lnTo>
                <a:cubicBezTo>
                  <a:pt x="18690" y="6962"/>
                  <a:pt x="18655" y="7187"/>
                  <a:pt x="18655" y="7425"/>
                </a:cubicBezTo>
                <a:cubicBezTo>
                  <a:pt x="18655" y="8544"/>
                  <a:pt x="19314" y="9450"/>
                  <a:pt x="20127" y="9450"/>
                </a:cubicBezTo>
                <a:cubicBezTo>
                  <a:pt x="20300" y="9450"/>
                  <a:pt x="20464" y="9402"/>
                  <a:pt x="20618" y="9326"/>
                </a:cubicBezTo>
                <a:cubicBezTo>
                  <a:pt x="20618" y="9326"/>
                  <a:pt x="20618" y="17674"/>
                  <a:pt x="20618" y="17674"/>
                </a:cubicBezTo>
                <a:close/>
                <a:moveTo>
                  <a:pt x="20127" y="20250"/>
                </a:moveTo>
                <a:cubicBezTo>
                  <a:pt x="19856" y="20250"/>
                  <a:pt x="19636" y="19948"/>
                  <a:pt x="19636" y="19575"/>
                </a:cubicBezTo>
                <a:cubicBezTo>
                  <a:pt x="19636" y="19203"/>
                  <a:pt x="19856" y="18900"/>
                  <a:pt x="20127" y="18900"/>
                </a:cubicBezTo>
                <a:cubicBezTo>
                  <a:pt x="20398" y="18900"/>
                  <a:pt x="20618" y="19203"/>
                  <a:pt x="20618" y="19575"/>
                </a:cubicBezTo>
                <a:cubicBezTo>
                  <a:pt x="20618" y="19948"/>
                  <a:pt x="20398" y="20250"/>
                  <a:pt x="20127" y="20250"/>
                </a:cubicBezTo>
                <a:moveTo>
                  <a:pt x="1473" y="20250"/>
                </a:moveTo>
                <a:cubicBezTo>
                  <a:pt x="1202" y="20250"/>
                  <a:pt x="982" y="19948"/>
                  <a:pt x="982" y="19575"/>
                </a:cubicBezTo>
                <a:cubicBezTo>
                  <a:pt x="982" y="19203"/>
                  <a:pt x="1202" y="18900"/>
                  <a:pt x="1473" y="18900"/>
                </a:cubicBezTo>
                <a:cubicBezTo>
                  <a:pt x="1744" y="18900"/>
                  <a:pt x="1964" y="19203"/>
                  <a:pt x="1964" y="19575"/>
                </a:cubicBezTo>
                <a:cubicBezTo>
                  <a:pt x="1964" y="19948"/>
                  <a:pt x="1744" y="20250"/>
                  <a:pt x="1473" y="20250"/>
                </a:cubicBezTo>
                <a:moveTo>
                  <a:pt x="1473" y="6750"/>
                </a:moveTo>
                <a:cubicBezTo>
                  <a:pt x="1744" y="6750"/>
                  <a:pt x="1964" y="7052"/>
                  <a:pt x="1964" y="7425"/>
                </a:cubicBezTo>
                <a:cubicBezTo>
                  <a:pt x="1964" y="7798"/>
                  <a:pt x="1744" y="8100"/>
                  <a:pt x="1473" y="8100"/>
                </a:cubicBezTo>
                <a:cubicBezTo>
                  <a:pt x="1202" y="8100"/>
                  <a:pt x="982" y="7798"/>
                  <a:pt x="982" y="7425"/>
                </a:cubicBezTo>
                <a:cubicBezTo>
                  <a:pt x="982" y="7052"/>
                  <a:pt x="1202" y="6750"/>
                  <a:pt x="1473" y="6750"/>
                </a:cubicBezTo>
                <a:moveTo>
                  <a:pt x="20618" y="5400"/>
                </a:moveTo>
                <a:lnTo>
                  <a:pt x="982" y="5400"/>
                </a:lnTo>
                <a:cubicBezTo>
                  <a:pt x="440" y="5400"/>
                  <a:pt x="0" y="6005"/>
                  <a:pt x="0" y="6750"/>
                </a:cubicBez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6750"/>
                </a:lnTo>
                <a:cubicBezTo>
                  <a:pt x="21600" y="6005"/>
                  <a:pt x="21160" y="5400"/>
                  <a:pt x="20618" y="5400"/>
                </a:cubicBezTo>
                <a:moveTo>
                  <a:pt x="17182" y="17550"/>
                </a:moveTo>
                <a:lnTo>
                  <a:pt x="16200" y="17550"/>
                </a:lnTo>
                <a:cubicBezTo>
                  <a:pt x="15929" y="17550"/>
                  <a:pt x="15709" y="17852"/>
                  <a:pt x="15709" y="18225"/>
                </a:cubicBezTo>
                <a:cubicBezTo>
                  <a:pt x="15709" y="18598"/>
                  <a:pt x="15929" y="18900"/>
                  <a:pt x="16200" y="18900"/>
                </a:cubicBezTo>
                <a:lnTo>
                  <a:pt x="17182" y="18900"/>
                </a:lnTo>
                <a:cubicBezTo>
                  <a:pt x="17453" y="18900"/>
                  <a:pt x="17673" y="18598"/>
                  <a:pt x="17673" y="18225"/>
                </a:cubicBezTo>
                <a:cubicBezTo>
                  <a:pt x="17673" y="17852"/>
                  <a:pt x="17453" y="17550"/>
                  <a:pt x="17182" y="17550"/>
                </a:cubicBezTo>
                <a:moveTo>
                  <a:pt x="4418" y="1350"/>
                </a:moveTo>
                <a:lnTo>
                  <a:pt x="17182" y="1350"/>
                </a:lnTo>
                <a:cubicBezTo>
                  <a:pt x="17453" y="1350"/>
                  <a:pt x="17673" y="1048"/>
                  <a:pt x="17673" y="675"/>
                </a:cubicBezTo>
                <a:cubicBezTo>
                  <a:pt x="17673" y="302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302"/>
                  <a:pt x="3927" y="675"/>
                </a:cubicBezTo>
                <a:cubicBezTo>
                  <a:pt x="3927" y="1048"/>
                  <a:pt x="4147" y="1350"/>
                  <a:pt x="4418" y="1350"/>
                </a:cubicBezTo>
                <a:moveTo>
                  <a:pt x="2455" y="4050"/>
                </a:moveTo>
                <a:lnTo>
                  <a:pt x="19145" y="4050"/>
                </a:lnTo>
                <a:cubicBezTo>
                  <a:pt x="19416" y="4050"/>
                  <a:pt x="19636" y="3748"/>
                  <a:pt x="19636" y="3375"/>
                </a:cubicBezTo>
                <a:cubicBezTo>
                  <a:pt x="19636" y="3002"/>
                  <a:pt x="19416" y="2700"/>
                  <a:pt x="19145" y="2700"/>
                </a:cubicBezTo>
                <a:lnTo>
                  <a:pt x="2455" y="2700"/>
                </a:lnTo>
                <a:cubicBezTo>
                  <a:pt x="2184" y="2700"/>
                  <a:pt x="1964" y="3002"/>
                  <a:pt x="1964" y="3375"/>
                </a:cubicBezTo>
                <a:cubicBezTo>
                  <a:pt x="1964" y="3748"/>
                  <a:pt x="2184" y="4050"/>
                  <a:pt x="2455" y="405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2" name="Shape 2803"/>
          <p:cNvSpPr/>
          <p:nvPr/>
        </p:nvSpPr>
        <p:spPr>
          <a:xfrm>
            <a:off x="1860480" y="1809720"/>
            <a:ext cx="209520" cy="133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9634" y="12227"/>
                </a:moveTo>
                <a:lnTo>
                  <a:pt x="9494" y="12771"/>
                </a:lnTo>
                <a:lnTo>
                  <a:pt x="8171" y="12771"/>
                </a:lnTo>
                <a:cubicBezTo>
                  <a:pt x="8167" y="12799"/>
                  <a:pt x="8165" y="12839"/>
                  <a:pt x="8165" y="12890"/>
                </a:cubicBezTo>
                <a:lnTo>
                  <a:pt x="8165" y="13085"/>
                </a:lnTo>
                <a:cubicBezTo>
                  <a:pt x="8165" y="13232"/>
                  <a:pt x="8167" y="13320"/>
                  <a:pt x="8171" y="13348"/>
                </a:cubicBezTo>
                <a:lnTo>
                  <a:pt x="9418" y="13348"/>
                </a:lnTo>
                <a:lnTo>
                  <a:pt x="9283" y="13883"/>
                </a:lnTo>
                <a:lnTo>
                  <a:pt x="8198" y="13883"/>
                </a:lnTo>
                <a:cubicBezTo>
                  <a:pt x="8241" y="14342"/>
                  <a:pt x="8333" y="14701"/>
                  <a:pt x="8473" y="14961"/>
                </a:cubicBezTo>
                <a:cubicBezTo>
                  <a:pt x="8635" y="15284"/>
                  <a:pt x="8855" y="15445"/>
                  <a:pt x="9132" y="15445"/>
                </a:cubicBezTo>
                <a:cubicBezTo>
                  <a:pt x="9312" y="15445"/>
                  <a:pt x="9461" y="15401"/>
                  <a:pt x="9580" y="15310"/>
                </a:cubicBezTo>
                <a:cubicBezTo>
                  <a:pt x="9688" y="15225"/>
                  <a:pt x="9810" y="15084"/>
                  <a:pt x="9947" y="14885"/>
                </a:cubicBezTo>
                <a:lnTo>
                  <a:pt x="9947" y="15828"/>
                </a:lnTo>
                <a:cubicBezTo>
                  <a:pt x="9702" y="16076"/>
                  <a:pt x="9430" y="16202"/>
                  <a:pt x="9132" y="16202"/>
                </a:cubicBezTo>
                <a:cubicBezTo>
                  <a:pt x="8649" y="16202"/>
                  <a:pt x="8273" y="15970"/>
                  <a:pt x="8003" y="15505"/>
                </a:cubicBezTo>
                <a:cubicBezTo>
                  <a:pt x="7769" y="15104"/>
                  <a:pt x="7623" y="14562"/>
                  <a:pt x="7566" y="13883"/>
                </a:cubicBezTo>
                <a:lnTo>
                  <a:pt x="7150" y="13883"/>
                </a:lnTo>
                <a:lnTo>
                  <a:pt x="7296" y="13348"/>
                </a:lnTo>
                <a:lnTo>
                  <a:pt x="7539" y="13348"/>
                </a:lnTo>
                <a:cubicBezTo>
                  <a:pt x="7536" y="13309"/>
                  <a:pt x="7532" y="13267"/>
                  <a:pt x="7530" y="13221"/>
                </a:cubicBezTo>
                <a:cubicBezTo>
                  <a:pt x="7529" y="13175"/>
                  <a:pt x="7528" y="13127"/>
                  <a:pt x="7528" y="13077"/>
                </a:cubicBezTo>
                <a:cubicBezTo>
                  <a:pt x="7528" y="13037"/>
                  <a:pt x="7529" y="12991"/>
                  <a:pt x="7530" y="12941"/>
                </a:cubicBezTo>
                <a:cubicBezTo>
                  <a:pt x="7532" y="12890"/>
                  <a:pt x="7536" y="12833"/>
                  <a:pt x="7539" y="12771"/>
                </a:cubicBezTo>
                <a:lnTo>
                  <a:pt x="7150" y="12771"/>
                </a:lnTo>
                <a:lnTo>
                  <a:pt x="7291" y="12227"/>
                </a:lnTo>
                <a:lnTo>
                  <a:pt x="7577" y="12227"/>
                </a:lnTo>
                <a:cubicBezTo>
                  <a:pt x="7667" y="11576"/>
                  <a:pt x="7831" y="11061"/>
                  <a:pt x="8068" y="10682"/>
                </a:cubicBezTo>
                <a:cubicBezTo>
                  <a:pt x="8345" y="10247"/>
                  <a:pt x="8700" y="10028"/>
                  <a:pt x="9132" y="10028"/>
                </a:cubicBezTo>
                <a:cubicBezTo>
                  <a:pt x="9445" y="10028"/>
                  <a:pt x="9766" y="10203"/>
                  <a:pt x="10093" y="10554"/>
                </a:cubicBezTo>
                <a:lnTo>
                  <a:pt x="9845" y="11327"/>
                </a:lnTo>
                <a:cubicBezTo>
                  <a:pt x="9614" y="10965"/>
                  <a:pt x="9362" y="10783"/>
                  <a:pt x="9089" y="10783"/>
                </a:cubicBezTo>
                <a:cubicBezTo>
                  <a:pt x="8847" y="10783"/>
                  <a:pt x="8646" y="10934"/>
                  <a:pt x="8484" y="11234"/>
                </a:cubicBezTo>
                <a:cubicBezTo>
                  <a:pt x="8347" y="11500"/>
                  <a:pt x="8255" y="11831"/>
                  <a:pt x="8209" y="12227"/>
                </a:cubicBezTo>
                <a:cubicBezTo>
                  <a:pt x="8209" y="12227"/>
                  <a:pt x="9634" y="12227"/>
                  <a:pt x="9634" y="12227"/>
                </a:cubicBezTo>
                <a:close/>
                <a:moveTo>
                  <a:pt x="8836" y="7714"/>
                </a:moveTo>
                <a:cubicBezTo>
                  <a:pt x="6938" y="7714"/>
                  <a:pt x="5400" y="10133"/>
                  <a:pt x="5400" y="13114"/>
                </a:cubicBezTo>
                <a:cubicBezTo>
                  <a:pt x="5400" y="16097"/>
                  <a:pt x="6938" y="18514"/>
                  <a:pt x="8836" y="18514"/>
                </a:cubicBezTo>
                <a:cubicBezTo>
                  <a:pt x="10734" y="18514"/>
                  <a:pt x="12273" y="16097"/>
                  <a:pt x="12273" y="13114"/>
                </a:cubicBezTo>
                <a:cubicBezTo>
                  <a:pt x="12273" y="10133"/>
                  <a:pt x="10734" y="7714"/>
                  <a:pt x="8836" y="7714"/>
                </a:cubicBezTo>
                <a:moveTo>
                  <a:pt x="4418" y="7714"/>
                </a:moveTo>
                <a:cubicBezTo>
                  <a:pt x="4147" y="7714"/>
                  <a:pt x="3927" y="8060"/>
                  <a:pt x="3927" y="8486"/>
                </a:cubicBezTo>
                <a:cubicBezTo>
                  <a:pt x="3927" y="8912"/>
                  <a:pt x="4147" y="9257"/>
                  <a:pt x="4418" y="9257"/>
                </a:cubicBezTo>
                <a:cubicBezTo>
                  <a:pt x="4689" y="9257"/>
                  <a:pt x="4909" y="8912"/>
                  <a:pt x="4909" y="8486"/>
                </a:cubicBezTo>
                <a:cubicBezTo>
                  <a:pt x="4909" y="8060"/>
                  <a:pt x="4689" y="7714"/>
                  <a:pt x="4418" y="7714"/>
                </a:cubicBezTo>
                <a:moveTo>
                  <a:pt x="16200" y="7714"/>
                </a:moveTo>
                <a:cubicBezTo>
                  <a:pt x="15929" y="7714"/>
                  <a:pt x="15709" y="7369"/>
                  <a:pt x="15709" y="6943"/>
                </a:cubicBezTo>
                <a:cubicBezTo>
                  <a:pt x="15709" y="6517"/>
                  <a:pt x="15929" y="6171"/>
                  <a:pt x="16200" y="6171"/>
                </a:cubicBezTo>
                <a:cubicBezTo>
                  <a:pt x="16471" y="6171"/>
                  <a:pt x="16691" y="6517"/>
                  <a:pt x="16691" y="6943"/>
                </a:cubicBezTo>
                <a:cubicBezTo>
                  <a:pt x="16691" y="7369"/>
                  <a:pt x="16471" y="7714"/>
                  <a:pt x="16200" y="7714"/>
                </a:cubicBezTo>
                <a:moveTo>
                  <a:pt x="16691" y="17113"/>
                </a:moveTo>
                <a:cubicBezTo>
                  <a:pt x="16537" y="17028"/>
                  <a:pt x="16373" y="16971"/>
                  <a:pt x="16200" y="16971"/>
                </a:cubicBezTo>
                <a:cubicBezTo>
                  <a:pt x="15386" y="16971"/>
                  <a:pt x="14727" y="18008"/>
                  <a:pt x="14727" y="19286"/>
                </a:cubicBezTo>
                <a:cubicBezTo>
                  <a:pt x="14727" y="19558"/>
                  <a:pt x="14763" y="19815"/>
                  <a:pt x="14818" y="20057"/>
                </a:cubicBezTo>
                <a:lnTo>
                  <a:pt x="2855" y="20057"/>
                </a:lnTo>
                <a:cubicBezTo>
                  <a:pt x="2910" y="19815"/>
                  <a:pt x="2945" y="19558"/>
                  <a:pt x="2945" y="19286"/>
                </a:cubicBezTo>
                <a:cubicBezTo>
                  <a:pt x="2945" y="18008"/>
                  <a:pt x="2286" y="16971"/>
                  <a:pt x="1473" y="16971"/>
                </a:cubicBezTo>
                <a:cubicBezTo>
                  <a:pt x="1299" y="16971"/>
                  <a:pt x="1136" y="17028"/>
                  <a:pt x="982" y="17113"/>
                </a:cubicBezTo>
                <a:lnTo>
                  <a:pt x="982" y="9116"/>
                </a:lnTo>
                <a:cubicBezTo>
                  <a:pt x="1136" y="9202"/>
                  <a:pt x="1299" y="9257"/>
                  <a:pt x="1473" y="9257"/>
                </a:cubicBezTo>
                <a:cubicBezTo>
                  <a:pt x="2286" y="9257"/>
                  <a:pt x="2945" y="8222"/>
                  <a:pt x="2945" y="6943"/>
                </a:cubicBezTo>
                <a:cubicBezTo>
                  <a:pt x="2945" y="6671"/>
                  <a:pt x="2910" y="6414"/>
                  <a:pt x="2855" y="6171"/>
                </a:cubicBezTo>
                <a:lnTo>
                  <a:pt x="14818" y="6171"/>
                </a:lnTo>
                <a:cubicBezTo>
                  <a:pt x="14763" y="6414"/>
                  <a:pt x="14727" y="6671"/>
                  <a:pt x="14727" y="6943"/>
                </a:cubicBezTo>
                <a:cubicBezTo>
                  <a:pt x="14727" y="8222"/>
                  <a:pt x="15386" y="9257"/>
                  <a:pt x="16200" y="9257"/>
                </a:cubicBezTo>
                <a:cubicBezTo>
                  <a:pt x="16373" y="9257"/>
                  <a:pt x="16537" y="9202"/>
                  <a:pt x="16691" y="9116"/>
                </a:cubicBezTo>
                <a:cubicBezTo>
                  <a:pt x="16691" y="9116"/>
                  <a:pt x="16691" y="17113"/>
                  <a:pt x="16691" y="17113"/>
                </a:cubicBezTo>
                <a:close/>
                <a:moveTo>
                  <a:pt x="16200" y="20057"/>
                </a:moveTo>
                <a:cubicBezTo>
                  <a:pt x="15929" y="20057"/>
                  <a:pt x="15709" y="19712"/>
                  <a:pt x="15709" y="19286"/>
                </a:cubicBezTo>
                <a:cubicBezTo>
                  <a:pt x="15709" y="18860"/>
                  <a:pt x="15929" y="18514"/>
                  <a:pt x="16200" y="18514"/>
                </a:cubicBezTo>
                <a:cubicBezTo>
                  <a:pt x="16471" y="18514"/>
                  <a:pt x="16691" y="18860"/>
                  <a:pt x="16691" y="19286"/>
                </a:cubicBezTo>
                <a:cubicBezTo>
                  <a:pt x="16691" y="19712"/>
                  <a:pt x="16471" y="20057"/>
                  <a:pt x="16200" y="20057"/>
                </a:cubicBezTo>
                <a:moveTo>
                  <a:pt x="1473" y="20057"/>
                </a:moveTo>
                <a:cubicBezTo>
                  <a:pt x="1202" y="20057"/>
                  <a:pt x="982" y="19712"/>
                  <a:pt x="982" y="19286"/>
                </a:cubicBezTo>
                <a:cubicBezTo>
                  <a:pt x="982" y="18860"/>
                  <a:pt x="1202" y="18514"/>
                  <a:pt x="1473" y="18514"/>
                </a:cubicBezTo>
                <a:cubicBezTo>
                  <a:pt x="1744" y="18514"/>
                  <a:pt x="1964" y="18860"/>
                  <a:pt x="1964" y="19286"/>
                </a:cubicBezTo>
                <a:cubicBezTo>
                  <a:pt x="1964" y="19712"/>
                  <a:pt x="1744" y="20057"/>
                  <a:pt x="1473" y="20057"/>
                </a:cubicBezTo>
                <a:moveTo>
                  <a:pt x="1473" y="6171"/>
                </a:moveTo>
                <a:cubicBezTo>
                  <a:pt x="1744" y="6171"/>
                  <a:pt x="1964" y="6517"/>
                  <a:pt x="1964" y="6943"/>
                </a:cubicBezTo>
                <a:cubicBezTo>
                  <a:pt x="1964" y="7369"/>
                  <a:pt x="1744" y="7714"/>
                  <a:pt x="1473" y="7714"/>
                </a:cubicBezTo>
                <a:cubicBezTo>
                  <a:pt x="1202" y="7714"/>
                  <a:pt x="982" y="7369"/>
                  <a:pt x="982" y="6943"/>
                </a:cubicBezTo>
                <a:cubicBezTo>
                  <a:pt x="982" y="6517"/>
                  <a:pt x="1202" y="6171"/>
                  <a:pt x="1473" y="6171"/>
                </a:cubicBezTo>
                <a:moveTo>
                  <a:pt x="16691" y="4629"/>
                </a:moveTo>
                <a:lnTo>
                  <a:pt x="982" y="4629"/>
                </a:lnTo>
                <a:cubicBezTo>
                  <a:pt x="440" y="4629"/>
                  <a:pt x="0" y="5319"/>
                  <a:pt x="0" y="6171"/>
                </a:cubicBezTo>
                <a:lnTo>
                  <a:pt x="0" y="20057"/>
                </a:lnTo>
                <a:cubicBezTo>
                  <a:pt x="0" y="20909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0909"/>
                  <a:pt x="17673" y="20057"/>
                </a:cubicBezTo>
                <a:lnTo>
                  <a:pt x="17673" y="6171"/>
                </a:lnTo>
                <a:cubicBezTo>
                  <a:pt x="17673" y="5319"/>
                  <a:pt x="17233" y="4629"/>
                  <a:pt x="16691" y="4629"/>
                </a:cubicBezTo>
                <a:moveTo>
                  <a:pt x="20618" y="0"/>
                </a:moveTo>
                <a:lnTo>
                  <a:pt x="4909" y="0"/>
                </a:lnTo>
                <a:cubicBezTo>
                  <a:pt x="4367" y="0"/>
                  <a:pt x="3927" y="691"/>
                  <a:pt x="3927" y="1543"/>
                </a:cubicBezTo>
                <a:lnTo>
                  <a:pt x="3927" y="2314"/>
                </a:lnTo>
                <a:cubicBezTo>
                  <a:pt x="3927" y="2741"/>
                  <a:pt x="4147" y="3086"/>
                  <a:pt x="4418" y="3086"/>
                </a:cubicBezTo>
                <a:cubicBezTo>
                  <a:pt x="4689" y="3086"/>
                  <a:pt x="4909" y="2741"/>
                  <a:pt x="4909" y="2314"/>
                </a:cubicBezTo>
                <a:lnTo>
                  <a:pt x="4909" y="1543"/>
                </a:lnTo>
                <a:lnTo>
                  <a:pt x="20618" y="1543"/>
                </a:lnTo>
                <a:lnTo>
                  <a:pt x="20618" y="15429"/>
                </a:lnTo>
                <a:lnTo>
                  <a:pt x="19145" y="15429"/>
                </a:lnTo>
                <a:cubicBezTo>
                  <a:pt x="18875" y="15429"/>
                  <a:pt x="18655" y="15775"/>
                  <a:pt x="18655" y="16200"/>
                </a:cubicBezTo>
                <a:cubicBezTo>
                  <a:pt x="18655" y="16626"/>
                  <a:pt x="18875" y="16971"/>
                  <a:pt x="19145" y="16971"/>
                </a:cubicBezTo>
                <a:lnTo>
                  <a:pt x="20618" y="16971"/>
                </a:lnTo>
                <a:cubicBezTo>
                  <a:pt x="21160" y="16971"/>
                  <a:pt x="21600" y="16281"/>
                  <a:pt x="21600" y="15429"/>
                </a:cubicBezTo>
                <a:lnTo>
                  <a:pt x="21600" y="1543"/>
                </a:lnTo>
                <a:cubicBezTo>
                  <a:pt x="21600" y="691"/>
                  <a:pt x="21160" y="0"/>
                  <a:pt x="20618" y="0"/>
                </a:cubicBezTo>
                <a:moveTo>
                  <a:pt x="13255" y="16971"/>
                </a:moveTo>
                <a:cubicBezTo>
                  <a:pt x="12984" y="16971"/>
                  <a:pt x="12764" y="17317"/>
                  <a:pt x="12764" y="17743"/>
                </a:cubicBezTo>
                <a:cubicBezTo>
                  <a:pt x="12764" y="18169"/>
                  <a:pt x="12984" y="18514"/>
                  <a:pt x="13255" y="18514"/>
                </a:cubicBezTo>
                <a:cubicBezTo>
                  <a:pt x="13525" y="18514"/>
                  <a:pt x="13745" y="18169"/>
                  <a:pt x="13745" y="17743"/>
                </a:cubicBezTo>
                <a:cubicBezTo>
                  <a:pt x="13745" y="17317"/>
                  <a:pt x="13525" y="16971"/>
                  <a:pt x="13255" y="1697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3" name="Shape 2804"/>
          <p:cNvSpPr/>
          <p:nvPr/>
        </p:nvSpPr>
        <p:spPr>
          <a:xfrm>
            <a:off x="2260440" y="1819440"/>
            <a:ext cx="209880" cy="114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393" y="11057"/>
                </a:moveTo>
                <a:lnTo>
                  <a:pt x="10114" y="13116"/>
                </a:lnTo>
                <a:cubicBezTo>
                  <a:pt x="10458" y="13273"/>
                  <a:pt x="11518" y="13902"/>
                  <a:pt x="11675" y="12740"/>
                </a:cubicBezTo>
                <a:cubicBezTo>
                  <a:pt x="11839" y="11528"/>
                  <a:pt x="10736" y="11215"/>
                  <a:pt x="10393" y="11057"/>
                </a:cubicBezTo>
                <a:moveTo>
                  <a:pt x="10772" y="8246"/>
                </a:moveTo>
                <a:lnTo>
                  <a:pt x="10520" y="10114"/>
                </a:lnTo>
                <a:cubicBezTo>
                  <a:pt x="10806" y="10246"/>
                  <a:pt x="11689" y="10782"/>
                  <a:pt x="11832" y="9726"/>
                </a:cubicBezTo>
                <a:cubicBezTo>
                  <a:pt x="11981" y="8623"/>
                  <a:pt x="11059" y="8378"/>
                  <a:pt x="10772" y="8246"/>
                </a:cubicBezTo>
                <a:moveTo>
                  <a:pt x="12833" y="9742"/>
                </a:moveTo>
                <a:cubicBezTo>
                  <a:pt x="12767" y="10572"/>
                  <a:pt x="12517" y="10974"/>
                  <a:pt x="12186" y="11116"/>
                </a:cubicBezTo>
                <a:cubicBezTo>
                  <a:pt x="12641" y="11552"/>
                  <a:pt x="12872" y="12224"/>
                  <a:pt x="12652" y="13386"/>
                </a:cubicBezTo>
                <a:cubicBezTo>
                  <a:pt x="12378" y="14828"/>
                  <a:pt x="11728" y="14950"/>
                  <a:pt x="10863" y="14648"/>
                </a:cubicBezTo>
                <a:lnTo>
                  <a:pt x="10653" y="16200"/>
                </a:lnTo>
                <a:lnTo>
                  <a:pt x="10146" y="15966"/>
                </a:lnTo>
                <a:lnTo>
                  <a:pt x="10353" y="14435"/>
                </a:lnTo>
                <a:cubicBezTo>
                  <a:pt x="10222" y="14376"/>
                  <a:pt x="10088" y="14311"/>
                  <a:pt x="9949" y="14242"/>
                </a:cubicBezTo>
                <a:lnTo>
                  <a:pt x="9741" y="15780"/>
                </a:lnTo>
                <a:lnTo>
                  <a:pt x="9235" y="15548"/>
                </a:lnTo>
                <a:lnTo>
                  <a:pt x="9444" y="13993"/>
                </a:lnTo>
                <a:cubicBezTo>
                  <a:pt x="9326" y="13936"/>
                  <a:pt x="9206" y="13877"/>
                  <a:pt x="9083" y="13820"/>
                </a:cubicBezTo>
                <a:lnTo>
                  <a:pt x="8423" y="13517"/>
                </a:lnTo>
                <a:lnTo>
                  <a:pt x="8675" y="12446"/>
                </a:lnTo>
                <a:cubicBezTo>
                  <a:pt x="8675" y="12446"/>
                  <a:pt x="9049" y="12629"/>
                  <a:pt x="9043" y="12615"/>
                </a:cubicBezTo>
                <a:cubicBezTo>
                  <a:pt x="9187" y="12681"/>
                  <a:pt x="9251" y="12509"/>
                  <a:pt x="9276" y="12393"/>
                </a:cubicBezTo>
                <a:lnTo>
                  <a:pt x="9607" y="9940"/>
                </a:lnTo>
                <a:cubicBezTo>
                  <a:pt x="9626" y="9949"/>
                  <a:pt x="9644" y="9957"/>
                  <a:pt x="9661" y="9965"/>
                </a:cubicBezTo>
                <a:cubicBezTo>
                  <a:pt x="9641" y="9950"/>
                  <a:pt x="9623" y="9940"/>
                  <a:pt x="9608" y="9933"/>
                </a:cubicBezTo>
                <a:lnTo>
                  <a:pt x="9845" y="8183"/>
                </a:lnTo>
                <a:cubicBezTo>
                  <a:pt x="9851" y="7984"/>
                  <a:pt x="9814" y="7733"/>
                  <a:pt x="9608" y="7639"/>
                </a:cubicBezTo>
                <a:cubicBezTo>
                  <a:pt x="9616" y="7629"/>
                  <a:pt x="9240" y="7469"/>
                  <a:pt x="9240" y="7469"/>
                </a:cubicBezTo>
                <a:lnTo>
                  <a:pt x="9375" y="6471"/>
                </a:lnTo>
                <a:lnTo>
                  <a:pt x="10074" y="6793"/>
                </a:lnTo>
                <a:lnTo>
                  <a:pt x="10074" y="6798"/>
                </a:lnTo>
                <a:cubicBezTo>
                  <a:pt x="10179" y="6845"/>
                  <a:pt x="10288" y="6892"/>
                  <a:pt x="10398" y="6937"/>
                </a:cubicBezTo>
                <a:lnTo>
                  <a:pt x="10606" y="5401"/>
                </a:lnTo>
                <a:lnTo>
                  <a:pt x="11113" y="5634"/>
                </a:lnTo>
                <a:lnTo>
                  <a:pt x="10909" y="7140"/>
                </a:lnTo>
                <a:cubicBezTo>
                  <a:pt x="11045" y="7197"/>
                  <a:pt x="11182" y="7255"/>
                  <a:pt x="11315" y="7317"/>
                </a:cubicBezTo>
                <a:lnTo>
                  <a:pt x="11517" y="5821"/>
                </a:lnTo>
                <a:lnTo>
                  <a:pt x="12025" y="6054"/>
                </a:lnTo>
                <a:lnTo>
                  <a:pt x="11817" y="7590"/>
                </a:lnTo>
                <a:cubicBezTo>
                  <a:pt x="12457" y="7998"/>
                  <a:pt x="12926" y="8607"/>
                  <a:pt x="12833" y="9742"/>
                </a:cubicBezTo>
                <a:moveTo>
                  <a:pt x="10800" y="3600"/>
                </a:moveTo>
                <a:cubicBezTo>
                  <a:pt x="8631" y="3600"/>
                  <a:pt x="6873" y="6824"/>
                  <a:pt x="6873" y="10800"/>
                </a:cubicBezTo>
                <a:cubicBezTo>
                  <a:pt x="6873" y="14777"/>
                  <a:pt x="8631" y="18000"/>
                  <a:pt x="10800" y="18000"/>
                </a:cubicBezTo>
                <a:cubicBezTo>
                  <a:pt x="12969" y="18000"/>
                  <a:pt x="14727" y="14777"/>
                  <a:pt x="14727" y="10800"/>
                </a:cubicBezTo>
                <a:cubicBezTo>
                  <a:pt x="14727" y="6824"/>
                  <a:pt x="12969" y="3600"/>
                  <a:pt x="10800" y="3600"/>
                </a:cubicBezTo>
                <a:moveTo>
                  <a:pt x="17182" y="16200"/>
                </a:moveTo>
                <a:lnTo>
                  <a:pt x="16200" y="16200"/>
                </a:lnTo>
                <a:cubicBezTo>
                  <a:pt x="15928" y="16200"/>
                  <a:pt x="15709" y="16603"/>
                  <a:pt x="15709" y="17100"/>
                </a:cubicBezTo>
                <a:cubicBezTo>
                  <a:pt x="15709" y="17598"/>
                  <a:pt x="15928" y="18000"/>
                  <a:pt x="16200" y="18000"/>
                </a:cubicBezTo>
                <a:lnTo>
                  <a:pt x="17182" y="18000"/>
                </a:lnTo>
                <a:cubicBezTo>
                  <a:pt x="17453" y="18000"/>
                  <a:pt x="17673" y="17598"/>
                  <a:pt x="17673" y="17100"/>
                </a:cubicBezTo>
                <a:cubicBezTo>
                  <a:pt x="17673" y="16603"/>
                  <a:pt x="17453" y="16200"/>
                  <a:pt x="17182" y="16200"/>
                </a:cubicBezTo>
                <a:moveTo>
                  <a:pt x="5400" y="3600"/>
                </a:moveTo>
                <a:lnTo>
                  <a:pt x="4418" y="3600"/>
                </a:lnTo>
                <a:cubicBezTo>
                  <a:pt x="4147" y="3600"/>
                  <a:pt x="3927" y="4003"/>
                  <a:pt x="3927" y="4500"/>
                </a:cubicBezTo>
                <a:cubicBezTo>
                  <a:pt x="3927" y="4998"/>
                  <a:pt x="4147" y="5400"/>
                  <a:pt x="4418" y="5400"/>
                </a:cubicBezTo>
                <a:lnTo>
                  <a:pt x="5400" y="5400"/>
                </a:lnTo>
                <a:cubicBezTo>
                  <a:pt x="5671" y="5400"/>
                  <a:pt x="5891" y="4998"/>
                  <a:pt x="5891" y="4500"/>
                </a:cubicBezTo>
                <a:cubicBezTo>
                  <a:pt x="5891" y="4003"/>
                  <a:pt x="5671" y="3600"/>
                  <a:pt x="5400" y="3600"/>
                </a:cubicBezTo>
                <a:moveTo>
                  <a:pt x="20127" y="3600"/>
                </a:moveTo>
                <a:cubicBezTo>
                  <a:pt x="19856" y="3600"/>
                  <a:pt x="19636" y="3198"/>
                  <a:pt x="19636" y="2700"/>
                </a:cubicBezTo>
                <a:cubicBezTo>
                  <a:pt x="19636" y="2203"/>
                  <a:pt x="19856" y="1800"/>
                  <a:pt x="20127" y="1800"/>
                </a:cubicBezTo>
                <a:cubicBezTo>
                  <a:pt x="20398" y="1800"/>
                  <a:pt x="20618" y="2203"/>
                  <a:pt x="20618" y="2700"/>
                </a:cubicBezTo>
                <a:cubicBezTo>
                  <a:pt x="20618" y="3198"/>
                  <a:pt x="20398" y="3600"/>
                  <a:pt x="20127" y="3600"/>
                </a:cubicBezTo>
                <a:moveTo>
                  <a:pt x="20618" y="16365"/>
                </a:moveTo>
                <a:cubicBezTo>
                  <a:pt x="20464" y="16265"/>
                  <a:pt x="20300" y="16200"/>
                  <a:pt x="20127" y="16200"/>
                </a:cubicBezTo>
                <a:cubicBezTo>
                  <a:pt x="19314" y="16200"/>
                  <a:pt x="18655" y="17410"/>
                  <a:pt x="18655" y="18900"/>
                </a:cubicBezTo>
                <a:cubicBezTo>
                  <a:pt x="18655" y="19217"/>
                  <a:pt x="18690" y="19518"/>
                  <a:pt x="18744" y="19800"/>
                </a:cubicBezTo>
                <a:lnTo>
                  <a:pt x="2855" y="19800"/>
                </a:lnTo>
                <a:cubicBezTo>
                  <a:pt x="2910" y="19518"/>
                  <a:pt x="2945" y="19217"/>
                  <a:pt x="2945" y="18900"/>
                </a:cubicBezTo>
                <a:cubicBezTo>
                  <a:pt x="2945" y="17410"/>
                  <a:pt x="2286" y="16200"/>
                  <a:pt x="1473" y="16200"/>
                </a:cubicBezTo>
                <a:cubicBezTo>
                  <a:pt x="1299" y="16200"/>
                  <a:pt x="1136" y="16265"/>
                  <a:pt x="982" y="16365"/>
                </a:cubicBezTo>
                <a:lnTo>
                  <a:pt x="982" y="5235"/>
                </a:lnTo>
                <a:cubicBezTo>
                  <a:pt x="1136" y="5336"/>
                  <a:pt x="1299" y="5400"/>
                  <a:pt x="1473" y="5400"/>
                </a:cubicBezTo>
                <a:cubicBezTo>
                  <a:pt x="2286" y="5400"/>
                  <a:pt x="2945" y="4192"/>
                  <a:pt x="2945" y="2700"/>
                </a:cubicBezTo>
                <a:cubicBezTo>
                  <a:pt x="2945" y="2383"/>
                  <a:pt x="2910" y="2083"/>
                  <a:pt x="2855" y="1800"/>
                </a:cubicBezTo>
                <a:lnTo>
                  <a:pt x="18744" y="1800"/>
                </a:lnTo>
                <a:cubicBezTo>
                  <a:pt x="18690" y="2083"/>
                  <a:pt x="18655" y="2383"/>
                  <a:pt x="18655" y="2700"/>
                </a:cubicBezTo>
                <a:cubicBezTo>
                  <a:pt x="18655" y="4192"/>
                  <a:pt x="19314" y="5400"/>
                  <a:pt x="20127" y="5400"/>
                </a:cubicBezTo>
                <a:cubicBezTo>
                  <a:pt x="20300" y="5400"/>
                  <a:pt x="20464" y="5336"/>
                  <a:pt x="20618" y="5235"/>
                </a:cubicBezTo>
                <a:cubicBezTo>
                  <a:pt x="20618" y="5235"/>
                  <a:pt x="20618" y="16365"/>
                  <a:pt x="20618" y="16365"/>
                </a:cubicBezTo>
                <a:close/>
                <a:moveTo>
                  <a:pt x="20127" y="19800"/>
                </a:moveTo>
                <a:cubicBezTo>
                  <a:pt x="19856" y="19800"/>
                  <a:pt x="19636" y="19398"/>
                  <a:pt x="19636" y="18900"/>
                </a:cubicBezTo>
                <a:cubicBezTo>
                  <a:pt x="19636" y="18403"/>
                  <a:pt x="19856" y="18000"/>
                  <a:pt x="20127" y="18000"/>
                </a:cubicBezTo>
                <a:cubicBezTo>
                  <a:pt x="20398" y="18000"/>
                  <a:pt x="20618" y="18403"/>
                  <a:pt x="20618" y="18900"/>
                </a:cubicBezTo>
                <a:cubicBezTo>
                  <a:pt x="20618" y="19398"/>
                  <a:pt x="20398" y="19800"/>
                  <a:pt x="20127" y="19800"/>
                </a:cubicBezTo>
                <a:moveTo>
                  <a:pt x="1473" y="19800"/>
                </a:moveTo>
                <a:cubicBezTo>
                  <a:pt x="1201" y="19800"/>
                  <a:pt x="982" y="19398"/>
                  <a:pt x="982" y="18900"/>
                </a:cubicBezTo>
                <a:cubicBezTo>
                  <a:pt x="982" y="18403"/>
                  <a:pt x="1201" y="18000"/>
                  <a:pt x="1473" y="18000"/>
                </a:cubicBezTo>
                <a:cubicBezTo>
                  <a:pt x="1744" y="18000"/>
                  <a:pt x="1964" y="18403"/>
                  <a:pt x="1964" y="18900"/>
                </a:cubicBezTo>
                <a:cubicBezTo>
                  <a:pt x="1964" y="19398"/>
                  <a:pt x="1744" y="19800"/>
                  <a:pt x="1473" y="19800"/>
                </a:cubicBezTo>
                <a:moveTo>
                  <a:pt x="1473" y="1800"/>
                </a:moveTo>
                <a:cubicBezTo>
                  <a:pt x="1744" y="1800"/>
                  <a:pt x="1964" y="2203"/>
                  <a:pt x="1964" y="2700"/>
                </a:cubicBezTo>
                <a:cubicBezTo>
                  <a:pt x="1964" y="3198"/>
                  <a:pt x="1744" y="3600"/>
                  <a:pt x="1473" y="3600"/>
                </a:cubicBezTo>
                <a:cubicBezTo>
                  <a:pt x="1201" y="3600"/>
                  <a:pt x="982" y="3198"/>
                  <a:pt x="982" y="2700"/>
                </a:cubicBezTo>
                <a:cubicBezTo>
                  <a:pt x="982" y="2203"/>
                  <a:pt x="1201" y="1800"/>
                  <a:pt x="1473" y="1800"/>
                </a:cubicBezTo>
                <a:moveTo>
                  <a:pt x="20618" y="0"/>
                </a:moveTo>
                <a:lnTo>
                  <a:pt x="982" y="0"/>
                </a:lnTo>
                <a:cubicBezTo>
                  <a:pt x="439" y="0"/>
                  <a:pt x="0" y="806"/>
                  <a:pt x="0" y="1800"/>
                </a:cubicBezTo>
                <a:lnTo>
                  <a:pt x="0" y="19800"/>
                </a:lnTo>
                <a:cubicBezTo>
                  <a:pt x="0" y="20794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794"/>
                  <a:pt x="21600" y="19800"/>
                </a:cubicBezTo>
                <a:lnTo>
                  <a:pt x="21600" y="1800"/>
                </a:lnTo>
                <a:cubicBezTo>
                  <a:pt x="21600" y="806"/>
                  <a:pt x="21160" y="0"/>
                  <a:pt x="20618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4" name="Shape 2805"/>
          <p:cNvSpPr/>
          <p:nvPr/>
        </p:nvSpPr>
        <p:spPr>
          <a:xfrm>
            <a:off x="2660760" y="1800360"/>
            <a:ext cx="209520" cy="152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393" y="13692"/>
                </a:moveTo>
                <a:lnTo>
                  <a:pt x="10114" y="15237"/>
                </a:lnTo>
                <a:cubicBezTo>
                  <a:pt x="10458" y="15355"/>
                  <a:pt x="11518" y="15826"/>
                  <a:pt x="11675" y="14955"/>
                </a:cubicBezTo>
                <a:cubicBezTo>
                  <a:pt x="11839" y="14046"/>
                  <a:pt x="10737" y="13811"/>
                  <a:pt x="10393" y="13692"/>
                </a:cubicBezTo>
                <a:moveTo>
                  <a:pt x="12834" y="12706"/>
                </a:moveTo>
                <a:cubicBezTo>
                  <a:pt x="12767" y="13329"/>
                  <a:pt x="12517" y="13631"/>
                  <a:pt x="12186" y="13737"/>
                </a:cubicBezTo>
                <a:cubicBezTo>
                  <a:pt x="12641" y="14064"/>
                  <a:pt x="12873" y="14567"/>
                  <a:pt x="12652" y="15439"/>
                </a:cubicBezTo>
                <a:cubicBezTo>
                  <a:pt x="12378" y="16521"/>
                  <a:pt x="11728" y="16613"/>
                  <a:pt x="10863" y="16386"/>
                </a:cubicBezTo>
                <a:lnTo>
                  <a:pt x="10653" y="17550"/>
                </a:lnTo>
                <a:lnTo>
                  <a:pt x="10147" y="17375"/>
                </a:lnTo>
                <a:lnTo>
                  <a:pt x="10354" y="16227"/>
                </a:lnTo>
                <a:cubicBezTo>
                  <a:pt x="10222" y="16182"/>
                  <a:pt x="10088" y="16133"/>
                  <a:pt x="9950" y="16081"/>
                </a:cubicBezTo>
                <a:lnTo>
                  <a:pt x="9741" y="17235"/>
                </a:lnTo>
                <a:lnTo>
                  <a:pt x="9235" y="17061"/>
                </a:lnTo>
                <a:lnTo>
                  <a:pt x="9445" y="15894"/>
                </a:lnTo>
                <a:cubicBezTo>
                  <a:pt x="9326" y="15852"/>
                  <a:pt x="9206" y="15808"/>
                  <a:pt x="9083" y="15765"/>
                </a:cubicBezTo>
                <a:lnTo>
                  <a:pt x="8424" y="15538"/>
                </a:lnTo>
                <a:lnTo>
                  <a:pt x="8675" y="14735"/>
                </a:lnTo>
                <a:cubicBezTo>
                  <a:pt x="8675" y="14735"/>
                  <a:pt x="9049" y="14872"/>
                  <a:pt x="9044" y="14862"/>
                </a:cubicBezTo>
                <a:cubicBezTo>
                  <a:pt x="9187" y="14911"/>
                  <a:pt x="9251" y="14781"/>
                  <a:pt x="9276" y="14695"/>
                </a:cubicBezTo>
                <a:lnTo>
                  <a:pt x="9608" y="12855"/>
                </a:lnTo>
                <a:cubicBezTo>
                  <a:pt x="9626" y="12862"/>
                  <a:pt x="9645" y="12868"/>
                  <a:pt x="9661" y="12874"/>
                </a:cubicBezTo>
                <a:cubicBezTo>
                  <a:pt x="9641" y="12862"/>
                  <a:pt x="9623" y="12855"/>
                  <a:pt x="9609" y="12850"/>
                </a:cubicBezTo>
                <a:lnTo>
                  <a:pt x="9845" y="11537"/>
                </a:lnTo>
                <a:cubicBezTo>
                  <a:pt x="9852" y="11388"/>
                  <a:pt x="9814" y="11200"/>
                  <a:pt x="9609" y="11129"/>
                </a:cubicBezTo>
                <a:cubicBezTo>
                  <a:pt x="9617" y="11121"/>
                  <a:pt x="9241" y="11002"/>
                  <a:pt x="9241" y="11002"/>
                </a:cubicBezTo>
                <a:lnTo>
                  <a:pt x="9376" y="10253"/>
                </a:lnTo>
                <a:lnTo>
                  <a:pt x="10075" y="10494"/>
                </a:lnTo>
                <a:lnTo>
                  <a:pt x="10074" y="10498"/>
                </a:lnTo>
                <a:cubicBezTo>
                  <a:pt x="10180" y="10534"/>
                  <a:pt x="10288" y="10569"/>
                  <a:pt x="10398" y="10603"/>
                </a:cubicBezTo>
                <a:lnTo>
                  <a:pt x="10606" y="9451"/>
                </a:lnTo>
                <a:lnTo>
                  <a:pt x="11113" y="9626"/>
                </a:lnTo>
                <a:lnTo>
                  <a:pt x="10909" y="10755"/>
                </a:lnTo>
                <a:cubicBezTo>
                  <a:pt x="11045" y="10798"/>
                  <a:pt x="11182" y="10842"/>
                  <a:pt x="11316" y="10887"/>
                </a:cubicBezTo>
                <a:lnTo>
                  <a:pt x="11518" y="9765"/>
                </a:lnTo>
                <a:lnTo>
                  <a:pt x="12025" y="9940"/>
                </a:lnTo>
                <a:lnTo>
                  <a:pt x="11817" y="11093"/>
                </a:lnTo>
                <a:cubicBezTo>
                  <a:pt x="12457" y="11398"/>
                  <a:pt x="12926" y="11855"/>
                  <a:pt x="12834" y="12706"/>
                </a:cubicBezTo>
                <a:moveTo>
                  <a:pt x="10800" y="8100"/>
                </a:moveTo>
                <a:cubicBezTo>
                  <a:pt x="8631" y="8100"/>
                  <a:pt x="6873" y="10518"/>
                  <a:pt x="6873" y="13500"/>
                </a:cubicBezTo>
                <a:cubicBezTo>
                  <a:pt x="6873" y="16482"/>
                  <a:pt x="8631" y="18900"/>
                  <a:pt x="10800" y="18900"/>
                </a:cubicBezTo>
                <a:cubicBezTo>
                  <a:pt x="12969" y="18900"/>
                  <a:pt x="14727" y="16482"/>
                  <a:pt x="14727" y="13500"/>
                </a:cubicBezTo>
                <a:cubicBezTo>
                  <a:pt x="14727" y="10518"/>
                  <a:pt x="12969" y="8100"/>
                  <a:pt x="10800" y="8100"/>
                </a:cubicBezTo>
                <a:moveTo>
                  <a:pt x="5400" y="8100"/>
                </a:moveTo>
                <a:lnTo>
                  <a:pt x="4418" y="8100"/>
                </a:lnTo>
                <a:cubicBezTo>
                  <a:pt x="4147" y="8100"/>
                  <a:pt x="3927" y="8402"/>
                  <a:pt x="3927" y="8775"/>
                </a:cubicBezTo>
                <a:cubicBezTo>
                  <a:pt x="3927" y="9148"/>
                  <a:pt x="4147" y="9450"/>
                  <a:pt x="4418" y="9450"/>
                </a:cubicBezTo>
                <a:lnTo>
                  <a:pt x="5400" y="9450"/>
                </a:lnTo>
                <a:cubicBezTo>
                  <a:pt x="5671" y="9450"/>
                  <a:pt x="5891" y="9148"/>
                  <a:pt x="5891" y="8775"/>
                </a:cubicBezTo>
                <a:cubicBezTo>
                  <a:pt x="5891" y="8402"/>
                  <a:pt x="5671" y="8100"/>
                  <a:pt x="5400" y="8100"/>
                </a:cubicBezTo>
                <a:moveTo>
                  <a:pt x="17182" y="17550"/>
                </a:moveTo>
                <a:lnTo>
                  <a:pt x="16200" y="17550"/>
                </a:lnTo>
                <a:cubicBezTo>
                  <a:pt x="15929" y="17550"/>
                  <a:pt x="15709" y="17853"/>
                  <a:pt x="15709" y="18225"/>
                </a:cubicBezTo>
                <a:cubicBezTo>
                  <a:pt x="15709" y="18598"/>
                  <a:pt x="15929" y="18900"/>
                  <a:pt x="16200" y="18900"/>
                </a:cubicBezTo>
                <a:lnTo>
                  <a:pt x="17182" y="18900"/>
                </a:lnTo>
                <a:cubicBezTo>
                  <a:pt x="17453" y="18900"/>
                  <a:pt x="17673" y="18598"/>
                  <a:pt x="17673" y="18225"/>
                </a:cubicBezTo>
                <a:cubicBezTo>
                  <a:pt x="17673" y="17853"/>
                  <a:pt x="17453" y="17550"/>
                  <a:pt x="17182" y="17550"/>
                </a:cubicBezTo>
                <a:moveTo>
                  <a:pt x="20127" y="8100"/>
                </a:moveTo>
                <a:cubicBezTo>
                  <a:pt x="19856" y="8100"/>
                  <a:pt x="19636" y="7798"/>
                  <a:pt x="19636" y="7425"/>
                </a:cubicBezTo>
                <a:cubicBezTo>
                  <a:pt x="19636" y="7052"/>
                  <a:pt x="19856" y="6750"/>
                  <a:pt x="20127" y="6750"/>
                </a:cubicBezTo>
                <a:cubicBezTo>
                  <a:pt x="20399" y="6750"/>
                  <a:pt x="20618" y="7052"/>
                  <a:pt x="20618" y="7425"/>
                </a:cubicBezTo>
                <a:cubicBezTo>
                  <a:pt x="20618" y="7798"/>
                  <a:pt x="20399" y="8100"/>
                  <a:pt x="20127" y="8100"/>
                </a:cubicBezTo>
                <a:moveTo>
                  <a:pt x="20618" y="17674"/>
                </a:moveTo>
                <a:cubicBezTo>
                  <a:pt x="20464" y="17599"/>
                  <a:pt x="20300" y="17550"/>
                  <a:pt x="20127" y="17550"/>
                </a:cubicBezTo>
                <a:cubicBezTo>
                  <a:pt x="19314" y="17550"/>
                  <a:pt x="18655" y="18457"/>
                  <a:pt x="18655" y="19575"/>
                </a:cubicBezTo>
                <a:cubicBezTo>
                  <a:pt x="18655" y="19813"/>
                  <a:pt x="18690" y="20038"/>
                  <a:pt x="18745" y="20250"/>
                </a:cubicBezTo>
                <a:lnTo>
                  <a:pt x="2855" y="20250"/>
                </a:lnTo>
                <a:cubicBezTo>
                  <a:pt x="2910" y="20038"/>
                  <a:pt x="2945" y="19813"/>
                  <a:pt x="2945" y="19575"/>
                </a:cubicBezTo>
                <a:cubicBezTo>
                  <a:pt x="2945" y="18457"/>
                  <a:pt x="2286" y="17550"/>
                  <a:pt x="1473" y="17550"/>
                </a:cubicBezTo>
                <a:cubicBezTo>
                  <a:pt x="1300" y="17550"/>
                  <a:pt x="1136" y="17599"/>
                  <a:pt x="982" y="17674"/>
                </a:cubicBezTo>
                <a:lnTo>
                  <a:pt x="982" y="9326"/>
                </a:lnTo>
                <a:cubicBezTo>
                  <a:pt x="1136" y="9402"/>
                  <a:pt x="1300" y="9450"/>
                  <a:pt x="1473" y="9450"/>
                </a:cubicBezTo>
                <a:cubicBezTo>
                  <a:pt x="2286" y="9450"/>
                  <a:pt x="2945" y="8544"/>
                  <a:pt x="2945" y="7425"/>
                </a:cubicBezTo>
                <a:cubicBezTo>
                  <a:pt x="2945" y="7187"/>
                  <a:pt x="2910" y="6962"/>
                  <a:pt x="2855" y="6750"/>
                </a:cubicBezTo>
                <a:lnTo>
                  <a:pt x="18745" y="6750"/>
                </a:lnTo>
                <a:cubicBezTo>
                  <a:pt x="18690" y="6962"/>
                  <a:pt x="18655" y="7187"/>
                  <a:pt x="18655" y="7425"/>
                </a:cubicBezTo>
                <a:cubicBezTo>
                  <a:pt x="18655" y="8544"/>
                  <a:pt x="19314" y="9450"/>
                  <a:pt x="20127" y="9450"/>
                </a:cubicBezTo>
                <a:cubicBezTo>
                  <a:pt x="20300" y="9450"/>
                  <a:pt x="20464" y="9402"/>
                  <a:pt x="20618" y="9326"/>
                </a:cubicBezTo>
                <a:cubicBezTo>
                  <a:pt x="20618" y="9326"/>
                  <a:pt x="20618" y="17674"/>
                  <a:pt x="20618" y="17674"/>
                </a:cubicBezTo>
                <a:close/>
                <a:moveTo>
                  <a:pt x="20127" y="20250"/>
                </a:moveTo>
                <a:cubicBezTo>
                  <a:pt x="19856" y="20250"/>
                  <a:pt x="19636" y="19948"/>
                  <a:pt x="19636" y="19575"/>
                </a:cubicBezTo>
                <a:cubicBezTo>
                  <a:pt x="19636" y="19203"/>
                  <a:pt x="19856" y="18900"/>
                  <a:pt x="20127" y="18900"/>
                </a:cubicBezTo>
                <a:cubicBezTo>
                  <a:pt x="20399" y="18900"/>
                  <a:pt x="20618" y="19203"/>
                  <a:pt x="20618" y="19575"/>
                </a:cubicBezTo>
                <a:cubicBezTo>
                  <a:pt x="20618" y="19948"/>
                  <a:pt x="20399" y="20250"/>
                  <a:pt x="20127" y="20250"/>
                </a:cubicBezTo>
                <a:moveTo>
                  <a:pt x="1473" y="20250"/>
                </a:moveTo>
                <a:cubicBezTo>
                  <a:pt x="1201" y="20250"/>
                  <a:pt x="982" y="19948"/>
                  <a:pt x="982" y="19575"/>
                </a:cubicBezTo>
                <a:cubicBezTo>
                  <a:pt x="982" y="19203"/>
                  <a:pt x="1201" y="18900"/>
                  <a:pt x="1473" y="18900"/>
                </a:cubicBezTo>
                <a:cubicBezTo>
                  <a:pt x="1744" y="18900"/>
                  <a:pt x="1964" y="19203"/>
                  <a:pt x="1964" y="19575"/>
                </a:cubicBezTo>
                <a:cubicBezTo>
                  <a:pt x="1964" y="19948"/>
                  <a:pt x="1744" y="20250"/>
                  <a:pt x="1473" y="20250"/>
                </a:cubicBezTo>
                <a:moveTo>
                  <a:pt x="1473" y="6750"/>
                </a:moveTo>
                <a:cubicBezTo>
                  <a:pt x="1744" y="6750"/>
                  <a:pt x="1964" y="7052"/>
                  <a:pt x="1964" y="7425"/>
                </a:cubicBezTo>
                <a:cubicBezTo>
                  <a:pt x="1964" y="7798"/>
                  <a:pt x="1744" y="8100"/>
                  <a:pt x="1473" y="8100"/>
                </a:cubicBezTo>
                <a:cubicBezTo>
                  <a:pt x="1201" y="8100"/>
                  <a:pt x="982" y="7798"/>
                  <a:pt x="982" y="7425"/>
                </a:cubicBezTo>
                <a:cubicBezTo>
                  <a:pt x="982" y="7052"/>
                  <a:pt x="1201" y="6750"/>
                  <a:pt x="1473" y="6750"/>
                </a:cubicBezTo>
                <a:moveTo>
                  <a:pt x="20618" y="5400"/>
                </a:moveTo>
                <a:lnTo>
                  <a:pt x="982" y="5400"/>
                </a:lnTo>
                <a:cubicBezTo>
                  <a:pt x="440" y="5400"/>
                  <a:pt x="0" y="6004"/>
                  <a:pt x="0" y="6750"/>
                </a:cubicBez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6750"/>
                </a:lnTo>
                <a:cubicBezTo>
                  <a:pt x="21600" y="6004"/>
                  <a:pt x="21160" y="5400"/>
                  <a:pt x="20618" y="5400"/>
                </a:cubicBezTo>
                <a:moveTo>
                  <a:pt x="10773" y="11584"/>
                </a:moveTo>
                <a:lnTo>
                  <a:pt x="10520" y="12985"/>
                </a:lnTo>
                <a:cubicBezTo>
                  <a:pt x="10807" y="13084"/>
                  <a:pt x="11689" y="13487"/>
                  <a:pt x="11832" y="12694"/>
                </a:cubicBezTo>
                <a:cubicBezTo>
                  <a:pt x="11981" y="11867"/>
                  <a:pt x="11059" y="11683"/>
                  <a:pt x="10773" y="11584"/>
                </a:cubicBezTo>
                <a:moveTo>
                  <a:pt x="2455" y="4050"/>
                </a:moveTo>
                <a:lnTo>
                  <a:pt x="19145" y="4050"/>
                </a:lnTo>
                <a:cubicBezTo>
                  <a:pt x="19417" y="4050"/>
                  <a:pt x="19636" y="3748"/>
                  <a:pt x="19636" y="3375"/>
                </a:cubicBezTo>
                <a:cubicBezTo>
                  <a:pt x="19636" y="3002"/>
                  <a:pt x="19417" y="2700"/>
                  <a:pt x="19145" y="2700"/>
                </a:cubicBezTo>
                <a:lnTo>
                  <a:pt x="2455" y="2700"/>
                </a:lnTo>
                <a:cubicBezTo>
                  <a:pt x="2183" y="2700"/>
                  <a:pt x="1964" y="3002"/>
                  <a:pt x="1964" y="3375"/>
                </a:cubicBezTo>
                <a:cubicBezTo>
                  <a:pt x="1964" y="3748"/>
                  <a:pt x="2183" y="4050"/>
                  <a:pt x="2455" y="4050"/>
                </a:cubicBezTo>
                <a:moveTo>
                  <a:pt x="4418" y="1350"/>
                </a:moveTo>
                <a:lnTo>
                  <a:pt x="17182" y="1350"/>
                </a:lnTo>
                <a:cubicBezTo>
                  <a:pt x="17453" y="1350"/>
                  <a:pt x="17673" y="1048"/>
                  <a:pt x="17673" y="675"/>
                </a:cubicBezTo>
                <a:cubicBezTo>
                  <a:pt x="17673" y="302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302"/>
                  <a:pt x="3927" y="675"/>
                </a:cubicBezTo>
                <a:cubicBezTo>
                  <a:pt x="3927" y="1048"/>
                  <a:pt x="4147" y="1350"/>
                  <a:pt x="4418" y="135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5" name="Shape 2806"/>
          <p:cNvSpPr/>
          <p:nvPr/>
        </p:nvSpPr>
        <p:spPr>
          <a:xfrm>
            <a:off x="3060720" y="1809720"/>
            <a:ext cx="209520" cy="133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442" y="12358"/>
                </a:moveTo>
                <a:cubicBezTo>
                  <a:pt x="10390" y="12952"/>
                  <a:pt x="10196" y="13240"/>
                  <a:pt x="9938" y="13340"/>
                </a:cubicBezTo>
                <a:cubicBezTo>
                  <a:pt x="10292" y="13653"/>
                  <a:pt x="10472" y="14131"/>
                  <a:pt x="10300" y="14961"/>
                </a:cubicBezTo>
                <a:cubicBezTo>
                  <a:pt x="10088" y="15991"/>
                  <a:pt x="9582" y="16078"/>
                  <a:pt x="8910" y="15863"/>
                </a:cubicBezTo>
                <a:lnTo>
                  <a:pt x="8746" y="16971"/>
                </a:lnTo>
                <a:lnTo>
                  <a:pt x="8352" y="16805"/>
                </a:lnTo>
                <a:lnTo>
                  <a:pt x="8513" y="15711"/>
                </a:lnTo>
                <a:cubicBezTo>
                  <a:pt x="8411" y="15668"/>
                  <a:pt x="8306" y="15622"/>
                  <a:pt x="8199" y="15573"/>
                </a:cubicBezTo>
                <a:lnTo>
                  <a:pt x="8037" y="16672"/>
                </a:lnTo>
                <a:lnTo>
                  <a:pt x="7643" y="16505"/>
                </a:lnTo>
                <a:lnTo>
                  <a:pt x="7806" y="15395"/>
                </a:lnTo>
                <a:cubicBezTo>
                  <a:pt x="7714" y="15355"/>
                  <a:pt x="7621" y="15312"/>
                  <a:pt x="7525" y="15272"/>
                </a:cubicBezTo>
                <a:lnTo>
                  <a:pt x="7012" y="15055"/>
                </a:lnTo>
                <a:lnTo>
                  <a:pt x="7207" y="14290"/>
                </a:lnTo>
                <a:cubicBezTo>
                  <a:pt x="7207" y="14290"/>
                  <a:pt x="7498" y="14421"/>
                  <a:pt x="7495" y="14412"/>
                </a:cubicBezTo>
                <a:cubicBezTo>
                  <a:pt x="7606" y="14459"/>
                  <a:pt x="7656" y="14335"/>
                  <a:pt x="7675" y="14252"/>
                </a:cubicBezTo>
                <a:lnTo>
                  <a:pt x="7933" y="12501"/>
                </a:lnTo>
                <a:cubicBezTo>
                  <a:pt x="7948" y="12506"/>
                  <a:pt x="7961" y="12512"/>
                  <a:pt x="7974" y="12518"/>
                </a:cubicBezTo>
                <a:cubicBezTo>
                  <a:pt x="7959" y="12507"/>
                  <a:pt x="7945" y="12501"/>
                  <a:pt x="7934" y="12495"/>
                </a:cubicBezTo>
                <a:lnTo>
                  <a:pt x="8118" y="11245"/>
                </a:lnTo>
                <a:cubicBezTo>
                  <a:pt x="8122" y="11103"/>
                  <a:pt x="8093" y="10924"/>
                  <a:pt x="7934" y="10856"/>
                </a:cubicBezTo>
                <a:cubicBezTo>
                  <a:pt x="7940" y="10849"/>
                  <a:pt x="7647" y="10735"/>
                  <a:pt x="7647" y="10735"/>
                </a:cubicBezTo>
                <a:lnTo>
                  <a:pt x="7752" y="10022"/>
                </a:lnTo>
                <a:lnTo>
                  <a:pt x="8297" y="10252"/>
                </a:lnTo>
                <a:lnTo>
                  <a:pt x="8296" y="10255"/>
                </a:lnTo>
                <a:cubicBezTo>
                  <a:pt x="8378" y="10289"/>
                  <a:pt x="8462" y="10322"/>
                  <a:pt x="8548" y="10356"/>
                </a:cubicBezTo>
                <a:lnTo>
                  <a:pt x="8709" y="9258"/>
                </a:lnTo>
                <a:lnTo>
                  <a:pt x="9103" y="9424"/>
                </a:lnTo>
                <a:lnTo>
                  <a:pt x="8945" y="10500"/>
                </a:lnTo>
                <a:cubicBezTo>
                  <a:pt x="9051" y="10541"/>
                  <a:pt x="9158" y="10582"/>
                  <a:pt x="9261" y="10627"/>
                </a:cubicBezTo>
                <a:lnTo>
                  <a:pt x="9418" y="9557"/>
                </a:lnTo>
                <a:lnTo>
                  <a:pt x="9813" y="9724"/>
                </a:lnTo>
                <a:lnTo>
                  <a:pt x="9651" y="10822"/>
                </a:lnTo>
                <a:cubicBezTo>
                  <a:pt x="10149" y="11112"/>
                  <a:pt x="10513" y="11548"/>
                  <a:pt x="10442" y="12358"/>
                </a:cubicBezTo>
                <a:moveTo>
                  <a:pt x="8836" y="7714"/>
                </a:moveTo>
                <a:cubicBezTo>
                  <a:pt x="6938" y="7714"/>
                  <a:pt x="5400" y="10132"/>
                  <a:pt x="5400" y="13114"/>
                </a:cubicBezTo>
                <a:cubicBezTo>
                  <a:pt x="5400" y="16097"/>
                  <a:pt x="6938" y="18514"/>
                  <a:pt x="8836" y="18514"/>
                </a:cubicBezTo>
                <a:cubicBezTo>
                  <a:pt x="10734" y="18514"/>
                  <a:pt x="12273" y="16097"/>
                  <a:pt x="12273" y="13114"/>
                </a:cubicBezTo>
                <a:cubicBezTo>
                  <a:pt x="12273" y="10132"/>
                  <a:pt x="10734" y="7714"/>
                  <a:pt x="8836" y="7714"/>
                </a:cubicBezTo>
                <a:moveTo>
                  <a:pt x="13255" y="16971"/>
                </a:moveTo>
                <a:cubicBezTo>
                  <a:pt x="12983" y="16971"/>
                  <a:pt x="12764" y="17318"/>
                  <a:pt x="12764" y="17743"/>
                </a:cubicBezTo>
                <a:cubicBezTo>
                  <a:pt x="12764" y="18169"/>
                  <a:pt x="12983" y="18514"/>
                  <a:pt x="13255" y="18514"/>
                </a:cubicBezTo>
                <a:cubicBezTo>
                  <a:pt x="13526" y="18514"/>
                  <a:pt x="13745" y="18169"/>
                  <a:pt x="13745" y="17743"/>
                </a:cubicBezTo>
                <a:cubicBezTo>
                  <a:pt x="13745" y="17318"/>
                  <a:pt x="13526" y="16971"/>
                  <a:pt x="13255" y="16971"/>
                </a:cubicBezTo>
                <a:moveTo>
                  <a:pt x="8839" y="11290"/>
                </a:moveTo>
                <a:lnTo>
                  <a:pt x="8643" y="12624"/>
                </a:lnTo>
                <a:cubicBezTo>
                  <a:pt x="8865" y="12718"/>
                  <a:pt x="9552" y="13102"/>
                  <a:pt x="9663" y="12347"/>
                </a:cubicBezTo>
                <a:cubicBezTo>
                  <a:pt x="9778" y="11559"/>
                  <a:pt x="9062" y="11384"/>
                  <a:pt x="8839" y="11290"/>
                </a:cubicBezTo>
                <a:moveTo>
                  <a:pt x="20618" y="0"/>
                </a:moveTo>
                <a:lnTo>
                  <a:pt x="4909" y="0"/>
                </a:lnTo>
                <a:cubicBezTo>
                  <a:pt x="4367" y="0"/>
                  <a:pt x="3927" y="691"/>
                  <a:pt x="3927" y="1543"/>
                </a:cubicBezTo>
                <a:lnTo>
                  <a:pt x="3927" y="2314"/>
                </a:lnTo>
                <a:cubicBezTo>
                  <a:pt x="3927" y="2741"/>
                  <a:pt x="4147" y="3086"/>
                  <a:pt x="4418" y="3086"/>
                </a:cubicBezTo>
                <a:cubicBezTo>
                  <a:pt x="4690" y="3086"/>
                  <a:pt x="4909" y="2741"/>
                  <a:pt x="4909" y="2314"/>
                </a:cubicBezTo>
                <a:lnTo>
                  <a:pt x="4909" y="1543"/>
                </a:lnTo>
                <a:lnTo>
                  <a:pt x="20618" y="1543"/>
                </a:lnTo>
                <a:lnTo>
                  <a:pt x="20618" y="15429"/>
                </a:lnTo>
                <a:lnTo>
                  <a:pt x="19145" y="15429"/>
                </a:lnTo>
                <a:cubicBezTo>
                  <a:pt x="18874" y="15429"/>
                  <a:pt x="18655" y="15774"/>
                  <a:pt x="18655" y="16200"/>
                </a:cubicBezTo>
                <a:cubicBezTo>
                  <a:pt x="18655" y="16626"/>
                  <a:pt x="18874" y="16971"/>
                  <a:pt x="19145" y="16971"/>
                </a:cubicBezTo>
                <a:lnTo>
                  <a:pt x="20618" y="16971"/>
                </a:lnTo>
                <a:cubicBezTo>
                  <a:pt x="21160" y="16971"/>
                  <a:pt x="21600" y="16281"/>
                  <a:pt x="21600" y="15429"/>
                </a:cubicBezTo>
                <a:lnTo>
                  <a:pt x="21600" y="1543"/>
                </a:lnTo>
                <a:cubicBezTo>
                  <a:pt x="21600" y="691"/>
                  <a:pt x="21160" y="0"/>
                  <a:pt x="20618" y="0"/>
                </a:cubicBezTo>
                <a:moveTo>
                  <a:pt x="16200" y="7714"/>
                </a:moveTo>
                <a:cubicBezTo>
                  <a:pt x="15929" y="7714"/>
                  <a:pt x="15709" y="7369"/>
                  <a:pt x="15709" y="6943"/>
                </a:cubicBezTo>
                <a:cubicBezTo>
                  <a:pt x="15709" y="6517"/>
                  <a:pt x="15929" y="6171"/>
                  <a:pt x="16200" y="6171"/>
                </a:cubicBezTo>
                <a:cubicBezTo>
                  <a:pt x="16471" y="6171"/>
                  <a:pt x="16691" y="6517"/>
                  <a:pt x="16691" y="6943"/>
                </a:cubicBezTo>
                <a:cubicBezTo>
                  <a:pt x="16691" y="7369"/>
                  <a:pt x="16471" y="7714"/>
                  <a:pt x="16200" y="7714"/>
                </a:cubicBezTo>
                <a:moveTo>
                  <a:pt x="16691" y="17113"/>
                </a:moveTo>
                <a:cubicBezTo>
                  <a:pt x="16537" y="17028"/>
                  <a:pt x="16373" y="16971"/>
                  <a:pt x="16200" y="16971"/>
                </a:cubicBezTo>
                <a:cubicBezTo>
                  <a:pt x="15387" y="16971"/>
                  <a:pt x="14727" y="18008"/>
                  <a:pt x="14727" y="19286"/>
                </a:cubicBezTo>
                <a:cubicBezTo>
                  <a:pt x="14727" y="19558"/>
                  <a:pt x="14763" y="19815"/>
                  <a:pt x="14817" y="20057"/>
                </a:cubicBezTo>
                <a:lnTo>
                  <a:pt x="2855" y="20057"/>
                </a:lnTo>
                <a:cubicBezTo>
                  <a:pt x="2910" y="19815"/>
                  <a:pt x="2945" y="19558"/>
                  <a:pt x="2945" y="19286"/>
                </a:cubicBezTo>
                <a:cubicBezTo>
                  <a:pt x="2945" y="18008"/>
                  <a:pt x="2286" y="16971"/>
                  <a:pt x="1473" y="16971"/>
                </a:cubicBezTo>
                <a:cubicBezTo>
                  <a:pt x="1300" y="16971"/>
                  <a:pt x="1136" y="17028"/>
                  <a:pt x="982" y="17113"/>
                </a:cubicBezTo>
                <a:lnTo>
                  <a:pt x="982" y="9116"/>
                </a:lnTo>
                <a:cubicBezTo>
                  <a:pt x="1136" y="9202"/>
                  <a:pt x="1300" y="9257"/>
                  <a:pt x="1473" y="9257"/>
                </a:cubicBezTo>
                <a:cubicBezTo>
                  <a:pt x="2286" y="9257"/>
                  <a:pt x="2945" y="8222"/>
                  <a:pt x="2945" y="6943"/>
                </a:cubicBezTo>
                <a:cubicBezTo>
                  <a:pt x="2945" y="6671"/>
                  <a:pt x="2910" y="6414"/>
                  <a:pt x="2855" y="6171"/>
                </a:cubicBezTo>
                <a:lnTo>
                  <a:pt x="14817" y="6171"/>
                </a:lnTo>
                <a:cubicBezTo>
                  <a:pt x="14763" y="6414"/>
                  <a:pt x="14727" y="6671"/>
                  <a:pt x="14727" y="6943"/>
                </a:cubicBezTo>
                <a:cubicBezTo>
                  <a:pt x="14727" y="8222"/>
                  <a:pt x="15387" y="9257"/>
                  <a:pt x="16200" y="9257"/>
                </a:cubicBezTo>
                <a:cubicBezTo>
                  <a:pt x="16373" y="9257"/>
                  <a:pt x="16537" y="9202"/>
                  <a:pt x="16691" y="9116"/>
                </a:cubicBezTo>
                <a:cubicBezTo>
                  <a:pt x="16691" y="9116"/>
                  <a:pt x="16691" y="17113"/>
                  <a:pt x="16691" y="17113"/>
                </a:cubicBezTo>
                <a:close/>
                <a:moveTo>
                  <a:pt x="16200" y="20057"/>
                </a:moveTo>
                <a:cubicBezTo>
                  <a:pt x="15929" y="20057"/>
                  <a:pt x="15709" y="19712"/>
                  <a:pt x="15709" y="19286"/>
                </a:cubicBezTo>
                <a:cubicBezTo>
                  <a:pt x="15709" y="18860"/>
                  <a:pt x="15929" y="18514"/>
                  <a:pt x="16200" y="18514"/>
                </a:cubicBezTo>
                <a:cubicBezTo>
                  <a:pt x="16471" y="18514"/>
                  <a:pt x="16691" y="18860"/>
                  <a:pt x="16691" y="19286"/>
                </a:cubicBezTo>
                <a:cubicBezTo>
                  <a:pt x="16691" y="19712"/>
                  <a:pt x="16471" y="20057"/>
                  <a:pt x="16200" y="20057"/>
                </a:cubicBezTo>
                <a:moveTo>
                  <a:pt x="1473" y="20057"/>
                </a:moveTo>
                <a:cubicBezTo>
                  <a:pt x="1201" y="20057"/>
                  <a:pt x="982" y="19712"/>
                  <a:pt x="982" y="19286"/>
                </a:cubicBezTo>
                <a:cubicBezTo>
                  <a:pt x="982" y="18860"/>
                  <a:pt x="1201" y="18514"/>
                  <a:pt x="1473" y="18514"/>
                </a:cubicBezTo>
                <a:cubicBezTo>
                  <a:pt x="1744" y="18514"/>
                  <a:pt x="1964" y="18860"/>
                  <a:pt x="1964" y="19286"/>
                </a:cubicBezTo>
                <a:cubicBezTo>
                  <a:pt x="1964" y="19712"/>
                  <a:pt x="1744" y="20057"/>
                  <a:pt x="1473" y="20057"/>
                </a:cubicBezTo>
                <a:moveTo>
                  <a:pt x="1473" y="6171"/>
                </a:moveTo>
                <a:cubicBezTo>
                  <a:pt x="1744" y="6171"/>
                  <a:pt x="1964" y="6517"/>
                  <a:pt x="1964" y="6943"/>
                </a:cubicBezTo>
                <a:cubicBezTo>
                  <a:pt x="1964" y="7369"/>
                  <a:pt x="1744" y="7714"/>
                  <a:pt x="1473" y="7714"/>
                </a:cubicBezTo>
                <a:cubicBezTo>
                  <a:pt x="1201" y="7714"/>
                  <a:pt x="982" y="7369"/>
                  <a:pt x="982" y="6943"/>
                </a:cubicBezTo>
                <a:cubicBezTo>
                  <a:pt x="982" y="6517"/>
                  <a:pt x="1201" y="6171"/>
                  <a:pt x="1473" y="6171"/>
                </a:cubicBezTo>
                <a:moveTo>
                  <a:pt x="16691" y="4629"/>
                </a:moveTo>
                <a:lnTo>
                  <a:pt x="982" y="4629"/>
                </a:lnTo>
                <a:cubicBezTo>
                  <a:pt x="440" y="4629"/>
                  <a:pt x="0" y="5319"/>
                  <a:pt x="0" y="6171"/>
                </a:cubicBezTo>
                <a:lnTo>
                  <a:pt x="0" y="20057"/>
                </a:lnTo>
                <a:cubicBezTo>
                  <a:pt x="0" y="20909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0909"/>
                  <a:pt x="17673" y="20057"/>
                </a:cubicBezTo>
                <a:lnTo>
                  <a:pt x="17673" y="6171"/>
                </a:lnTo>
                <a:cubicBezTo>
                  <a:pt x="17673" y="5319"/>
                  <a:pt x="17233" y="4629"/>
                  <a:pt x="16691" y="4629"/>
                </a:cubicBezTo>
                <a:moveTo>
                  <a:pt x="8543" y="13297"/>
                </a:moveTo>
                <a:lnTo>
                  <a:pt x="8327" y="14769"/>
                </a:lnTo>
                <a:cubicBezTo>
                  <a:pt x="8595" y="14882"/>
                  <a:pt x="9419" y="15330"/>
                  <a:pt x="9541" y="14500"/>
                </a:cubicBezTo>
                <a:cubicBezTo>
                  <a:pt x="9669" y="13634"/>
                  <a:pt x="8811" y="13410"/>
                  <a:pt x="8543" y="13297"/>
                </a:cubicBezTo>
                <a:moveTo>
                  <a:pt x="4418" y="7714"/>
                </a:moveTo>
                <a:cubicBezTo>
                  <a:pt x="4147" y="7714"/>
                  <a:pt x="3927" y="8060"/>
                  <a:pt x="3927" y="8486"/>
                </a:cubicBezTo>
                <a:cubicBezTo>
                  <a:pt x="3927" y="8912"/>
                  <a:pt x="4147" y="9257"/>
                  <a:pt x="4418" y="9257"/>
                </a:cubicBezTo>
                <a:cubicBezTo>
                  <a:pt x="4690" y="9257"/>
                  <a:pt x="4909" y="8912"/>
                  <a:pt x="4909" y="8486"/>
                </a:cubicBezTo>
                <a:cubicBezTo>
                  <a:pt x="4909" y="8060"/>
                  <a:pt x="4690" y="7714"/>
                  <a:pt x="4418" y="771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6" name="Shape 2807"/>
          <p:cNvSpPr/>
          <p:nvPr/>
        </p:nvSpPr>
        <p:spPr>
          <a:xfrm>
            <a:off x="3460680" y="1800360"/>
            <a:ext cx="209520" cy="152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7075" y="12150"/>
                </a:moveTo>
                <a:lnTo>
                  <a:pt x="17294" y="9450"/>
                </a:lnTo>
                <a:lnTo>
                  <a:pt x="19843" y="9450"/>
                </a:lnTo>
                <a:lnTo>
                  <a:pt x="19406" y="12150"/>
                </a:lnTo>
                <a:cubicBezTo>
                  <a:pt x="19406" y="12150"/>
                  <a:pt x="17075" y="12150"/>
                  <a:pt x="17075" y="12150"/>
                </a:cubicBezTo>
                <a:close/>
                <a:moveTo>
                  <a:pt x="18752" y="16200"/>
                </a:moveTo>
                <a:lnTo>
                  <a:pt x="16748" y="16200"/>
                </a:lnTo>
                <a:lnTo>
                  <a:pt x="16967" y="13500"/>
                </a:lnTo>
                <a:lnTo>
                  <a:pt x="19188" y="13500"/>
                </a:lnTo>
                <a:cubicBezTo>
                  <a:pt x="19188" y="13500"/>
                  <a:pt x="18752" y="16200"/>
                  <a:pt x="18752" y="16200"/>
                </a:cubicBezTo>
                <a:close/>
                <a:moveTo>
                  <a:pt x="17673" y="20250"/>
                </a:moveTo>
                <a:cubicBezTo>
                  <a:pt x="17131" y="20250"/>
                  <a:pt x="16691" y="19645"/>
                  <a:pt x="16691" y="18900"/>
                </a:cubicBezTo>
                <a:cubicBezTo>
                  <a:pt x="16691" y="18155"/>
                  <a:pt x="17131" y="17550"/>
                  <a:pt x="17673" y="17550"/>
                </a:cubicBezTo>
                <a:cubicBezTo>
                  <a:pt x="18215" y="17550"/>
                  <a:pt x="18655" y="18155"/>
                  <a:pt x="18655" y="18900"/>
                </a:cubicBezTo>
                <a:cubicBezTo>
                  <a:pt x="18655" y="19645"/>
                  <a:pt x="18215" y="20250"/>
                  <a:pt x="17673" y="20250"/>
                </a:cubicBezTo>
                <a:moveTo>
                  <a:pt x="16415" y="8100"/>
                </a:moveTo>
                <a:lnTo>
                  <a:pt x="13745" y="8100"/>
                </a:lnTo>
                <a:lnTo>
                  <a:pt x="13745" y="5400"/>
                </a:lnTo>
                <a:lnTo>
                  <a:pt x="16633" y="5400"/>
                </a:lnTo>
                <a:cubicBezTo>
                  <a:pt x="16633" y="5400"/>
                  <a:pt x="16415" y="8100"/>
                  <a:pt x="16415" y="8100"/>
                </a:cubicBezTo>
                <a:close/>
                <a:moveTo>
                  <a:pt x="16088" y="12150"/>
                </a:moveTo>
                <a:lnTo>
                  <a:pt x="13745" y="12150"/>
                </a:lnTo>
                <a:lnTo>
                  <a:pt x="13745" y="9450"/>
                </a:lnTo>
                <a:lnTo>
                  <a:pt x="16306" y="9450"/>
                </a:lnTo>
                <a:cubicBezTo>
                  <a:pt x="16306" y="9450"/>
                  <a:pt x="16088" y="12150"/>
                  <a:pt x="16088" y="12150"/>
                </a:cubicBezTo>
                <a:close/>
                <a:moveTo>
                  <a:pt x="15761" y="16200"/>
                </a:moveTo>
                <a:lnTo>
                  <a:pt x="13745" y="16200"/>
                </a:lnTo>
                <a:lnTo>
                  <a:pt x="13745" y="13500"/>
                </a:lnTo>
                <a:lnTo>
                  <a:pt x="15979" y="13500"/>
                </a:lnTo>
                <a:cubicBezTo>
                  <a:pt x="15979" y="13500"/>
                  <a:pt x="15761" y="16200"/>
                  <a:pt x="15761" y="16200"/>
                </a:cubicBezTo>
                <a:close/>
                <a:moveTo>
                  <a:pt x="12764" y="8100"/>
                </a:moveTo>
                <a:lnTo>
                  <a:pt x="10094" y="8100"/>
                </a:lnTo>
                <a:lnTo>
                  <a:pt x="9876" y="5400"/>
                </a:lnTo>
                <a:lnTo>
                  <a:pt x="12764" y="5400"/>
                </a:lnTo>
                <a:cubicBezTo>
                  <a:pt x="12764" y="5400"/>
                  <a:pt x="12764" y="8100"/>
                  <a:pt x="12764" y="8100"/>
                </a:cubicBezTo>
                <a:close/>
                <a:moveTo>
                  <a:pt x="12764" y="12150"/>
                </a:moveTo>
                <a:lnTo>
                  <a:pt x="10421" y="12150"/>
                </a:lnTo>
                <a:lnTo>
                  <a:pt x="10203" y="9450"/>
                </a:lnTo>
                <a:lnTo>
                  <a:pt x="12764" y="9450"/>
                </a:lnTo>
                <a:cubicBezTo>
                  <a:pt x="12764" y="9450"/>
                  <a:pt x="12764" y="12150"/>
                  <a:pt x="12764" y="12150"/>
                </a:cubicBezTo>
                <a:close/>
                <a:moveTo>
                  <a:pt x="12764" y="16200"/>
                </a:moveTo>
                <a:lnTo>
                  <a:pt x="10748" y="16200"/>
                </a:lnTo>
                <a:lnTo>
                  <a:pt x="10531" y="13500"/>
                </a:lnTo>
                <a:lnTo>
                  <a:pt x="12764" y="13500"/>
                </a:lnTo>
                <a:cubicBezTo>
                  <a:pt x="12764" y="13500"/>
                  <a:pt x="12764" y="16200"/>
                  <a:pt x="12764" y="16200"/>
                </a:cubicBezTo>
                <a:close/>
                <a:moveTo>
                  <a:pt x="8836" y="20250"/>
                </a:moveTo>
                <a:cubicBezTo>
                  <a:pt x="8294" y="20250"/>
                  <a:pt x="7855" y="19645"/>
                  <a:pt x="7855" y="18900"/>
                </a:cubicBezTo>
                <a:cubicBezTo>
                  <a:pt x="7855" y="18155"/>
                  <a:pt x="8294" y="17550"/>
                  <a:pt x="8836" y="17550"/>
                </a:cubicBezTo>
                <a:cubicBezTo>
                  <a:pt x="9379" y="17550"/>
                  <a:pt x="9818" y="18155"/>
                  <a:pt x="9818" y="18900"/>
                </a:cubicBezTo>
                <a:cubicBezTo>
                  <a:pt x="9818" y="19645"/>
                  <a:pt x="9379" y="20250"/>
                  <a:pt x="8836" y="20250"/>
                </a:cubicBezTo>
                <a:moveTo>
                  <a:pt x="7213" y="13500"/>
                </a:moveTo>
                <a:lnTo>
                  <a:pt x="9543" y="13500"/>
                </a:lnTo>
                <a:lnTo>
                  <a:pt x="9761" y="16200"/>
                </a:lnTo>
                <a:lnTo>
                  <a:pt x="7740" y="16200"/>
                </a:lnTo>
                <a:cubicBezTo>
                  <a:pt x="7740" y="16200"/>
                  <a:pt x="7213" y="13500"/>
                  <a:pt x="7213" y="13500"/>
                </a:cubicBezTo>
                <a:close/>
                <a:moveTo>
                  <a:pt x="6950" y="12150"/>
                </a:moveTo>
                <a:lnTo>
                  <a:pt x="6423" y="9450"/>
                </a:lnTo>
                <a:lnTo>
                  <a:pt x="9215" y="9450"/>
                </a:lnTo>
                <a:lnTo>
                  <a:pt x="9434" y="12150"/>
                </a:lnTo>
                <a:cubicBezTo>
                  <a:pt x="9434" y="12150"/>
                  <a:pt x="6950" y="12150"/>
                  <a:pt x="6950" y="12150"/>
                </a:cubicBezTo>
                <a:close/>
                <a:moveTo>
                  <a:pt x="5633" y="5400"/>
                </a:moveTo>
                <a:lnTo>
                  <a:pt x="8888" y="5400"/>
                </a:lnTo>
                <a:lnTo>
                  <a:pt x="9106" y="8100"/>
                </a:lnTo>
                <a:lnTo>
                  <a:pt x="6160" y="8100"/>
                </a:lnTo>
                <a:cubicBezTo>
                  <a:pt x="6160" y="8100"/>
                  <a:pt x="5633" y="5400"/>
                  <a:pt x="5633" y="5400"/>
                </a:cubicBezTo>
                <a:close/>
                <a:moveTo>
                  <a:pt x="17621" y="5400"/>
                </a:moveTo>
                <a:lnTo>
                  <a:pt x="20497" y="5400"/>
                </a:lnTo>
                <a:lnTo>
                  <a:pt x="20061" y="8100"/>
                </a:lnTo>
                <a:lnTo>
                  <a:pt x="17403" y="8100"/>
                </a:lnTo>
                <a:cubicBezTo>
                  <a:pt x="17403" y="8100"/>
                  <a:pt x="17621" y="5400"/>
                  <a:pt x="17621" y="5400"/>
                </a:cubicBezTo>
                <a:close/>
                <a:moveTo>
                  <a:pt x="19619" y="17038"/>
                </a:moveTo>
                <a:lnTo>
                  <a:pt x="19622" y="17038"/>
                </a:lnTo>
                <a:lnTo>
                  <a:pt x="21586" y="4889"/>
                </a:lnTo>
                <a:lnTo>
                  <a:pt x="21577" y="4886"/>
                </a:lnTo>
                <a:cubicBezTo>
                  <a:pt x="21586" y="4833"/>
                  <a:pt x="21600" y="4782"/>
                  <a:pt x="21600" y="4725"/>
                </a:cubicBezTo>
                <a:cubicBezTo>
                  <a:pt x="21600" y="4352"/>
                  <a:pt x="21380" y="4050"/>
                  <a:pt x="21109" y="4050"/>
                </a:cubicBezTo>
                <a:lnTo>
                  <a:pt x="5370" y="4050"/>
                </a:lnTo>
                <a:lnTo>
                  <a:pt x="4674" y="481"/>
                </a:lnTo>
                <a:lnTo>
                  <a:pt x="4667" y="484"/>
                </a:lnTo>
                <a:cubicBezTo>
                  <a:pt x="4605" y="207"/>
                  <a:pt x="4425" y="0"/>
                  <a:pt x="4203" y="0"/>
                </a:cubicBezTo>
                <a:lnTo>
                  <a:pt x="491" y="0"/>
                </a:lnTo>
                <a:cubicBezTo>
                  <a:pt x="220" y="0"/>
                  <a:pt x="0" y="302"/>
                  <a:pt x="0" y="675"/>
                </a:cubicBezTo>
                <a:cubicBezTo>
                  <a:pt x="0" y="1048"/>
                  <a:pt x="220" y="1350"/>
                  <a:pt x="491" y="1350"/>
                </a:cubicBezTo>
                <a:lnTo>
                  <a:pt x="3827" y="1350"/>
                </a:lnTo>
                <a:lnTo>
                  <a:pt x="6893" y="17069"/>
                </a:lnTo>
                <a:lnTo>
                  <a:pt x="6894" y="17069"/>
                </a:lnTo>
                <a:cubicBezTo>
                  <a:pt x="6936" y="17259"/>
                  <a:pt x="7037" y="17414"/>
                  <a:pt x="7168" y="17493"/>
                </a:cubicBezTo>
                <a:cubicBezTo>
                  <a:pt x="6984" y="17903"/>
                  <a:pt x="6873" y="18383"/>
                  <a:pt x="6873" y="18900"/>
                </a:cubicBezTo>
                <a:cubicBezTo>
                  <a:pt x="6873" y="20391"/>
                  <a:pt x="7752" y="21600"/>
                  <a:pt x="8836" y="21600"/>
                </a:cubicBezTo>
                <a:cubicBezTo>
                  <a:pt x="9921" y="21600"/>
                  <a:pt x="10800" y="20391"/>
                  <a:pt x="10800" y="18900"/>
                </a:cubicBezTo>
                <a:cubicBezTo>
                  <a:pt x="10800" y="18406"/>
                  <a:pt x="10696" y="17949"/>
                  <a:pt x="10528" y="17550"/>
                </a:cubicBezTo>
                <a:lnTo>
                  <a:pt x="15981" y="17550"/>
                </a:lnTo>
                <a:cubicBezTo>
                  <a:pt x="15813" y="17949"/>
                  <a:pt x="15709" y="18406"/>
                  <a:pt x="15709" y="18900"/>
                </a:cubicBezTo>
                <a:cubicBezTo>
                  <a:pt x="15709" y="20391"/>
                  <a:pt x="16588" y="21600"/>
                  <a:pt x="17673" y="21600"/>
                </a:cubicBezTo>
                <a:cubicBezTo>
                  <a:pt x="18757" y="21600"/>
                  <a:pt x="19636" y="20391"/>
                  <a:pt x="19636" y="18900"/>
                </a:cubicBezTo>
                <a:cubicBezTo>
                  <a:pt x="19636" y="18383"/>
                  <a:pt x="19525" y="17903"/>
                  <a:pt x="19341" y="17493"/>
                </a:cubicBezTo>
                <a:cubicBezTo>
                  <a:pt x="19479" y="17410"/>
                  <a:pt x="19581" y="17242"/>
                  <a:pt x="19619" y="1703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7" name="Shape 2808"/>
          <p:cNvSpPr/>
          <p:nvPr/>
        </p:nvSpPr>
        <p:spPr>
          <a:xfrm>
            <a:off x="3860640" y="177156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7075" y="14727"/>
                </a:moveTo>
                <a:lnTo>
                  <a:pt x="17294" y="12764"/>
                </a:lnTo>
                <a:lnTo>
                  <a:pt x="19843" y="12764"/>
                </a:lnTo>
                <a:lnTo>
                  <a:pt x="19406" y="14727"/>
                </a:lnTo>
                <a:cubicBezTo>
                  <a:pt x="19406" y="14727"/>
                  <a:pt x="17075" y="14727"/>
                  <a:pt x="17075" y="14727"/>
                </a:cubicBezTo>
                <a:close/>
                <a:moveTo>
                  <a:pt x="18752" y="17673"/>
                </a:moveTo>
                <a:lnTo>
                  <a:pt x="16748" y="17673"/>
                </a:lnTo>
                <a:lnTo>
                  <a:pt x="16967" y="15709"/>
                </a:lnTo>
                <a:lnTo>
                  <a:pt x="19188" y="15709"/>
                </a:lnTo>
                <a:cubicBezTo>
                  <a:pt x="19188" y="15709"/>
                  <a:pt x="18752" y="17673"/>
                  <a:pt x="18752" y="17673"/>
                </a:cubicBezTo>
                <a:close/>
                <a:moveTo>
                  <a:pt x="17673" y="20618"/>
                </a:moveTo>
                <a:cubicBezTo>
                  <a:pt x="17131" y="20618"/>
                  <a:pt x="16691" y="20179"/>
                  <a:pt x="16691" y="19636"/>
                </a:cubicBezTo>
                <a:cubicBezTo>
                  <a:pt x="16691" y="19095"/>
                  <a:pt x="17131" y="18655"/>
                  <a:pt x="17673" y="18655"/>
                </a:cubicBezTo>
                <a:cubicBezTo>
                  <a:pt x="18215" y="18655"/>
                  <a:pt x="18655" y="19095"/>
                  <a:pt x="18655" y="19636"/>
                </a:cubicBezTo>
                <a:cubicBezTo>
                  <a:pt x="18655" y="20179"/>
                  <a:pt x="18215" y="20618"/>
                  <a:pt x="17673" y="20618"/>
                </a:cubicBezTo>
                <a:moveTo>
                  <a:pt x="16415" y="11782"/>
                </a:moveTo>
                <a:lnTo>
                  <a:pt x="13745" y="11782"/>
                </a:lnTo>
                <a:lnTo>
                  <a:pt x="13745" y="9818"/>
                </a:lnTo>
                <a:lnTo>
                  <a:pt x="16633" y="9818"/>
                </a:lnTo>
                <a:cubicBezTo>
                  <a:pt x="16633" y="9818"/>
                  <a:pt x="16415" y="11782"/>
                  <a:pt x="16415" y="11782"/>
                </a:cubicBezTo>
                <a:close/>
                <a:moveTo>
                  <a:pt x="16088" y="14727"/>
                </a:moveTo>
                <a:lnTo>
                  <a:pt x="13745" y="14727"/>
                </a:lnTo>
                <a:lnTo>
                  <a:pt x="13745" y="12764"/>
                </a:lnTo>
                <a:lnTo>
                  <a:pt x="16306" y="12764"/>
                </a:lnTo>
                <a:cubicBezTo>
                  <a:pt x="16306" y="12764"/>
                  <a:pt x="16088" y="14727"/>
                  <a:pt x="16088" y="14727"/>
                </a:cubicBezTo>
                <a:close/>
                <a:moveTo>
                  <a:pt x="15761" y="17673"/>
                </a:moveTo>
                <a:lnTo>
                  <a:pt x="13745" y="17673"/>
                </a:lnTo>
                <a:lnTo>
                  <a:pt x="13745" y="15709"/>
                </a:lnTo>
                <a:lnTo>
                  <a:pt x="15979" y="15709"/>
                </a:lnTo>
                <a:cubicBezTo>
                  <a:pt x="15979" y="15709"/>
                  <a:pt x="15761" y="17673"/>
                  <a:pt x="15761" y="17673"/>
                </a:cubicBezTo>
                <a:close/>
                <a:moveTo>
                  <a:pt x="12764" y="11782"/>
                </a:moveTo>
                <a:lnTo>
                  <a:pt x="10094" y="11782"/>
                </a:lnTo>
                <a:lnTo>
                  <a:pt x="9876" y="9818"/>
                </a:lnTo>
                <a:lnTo>
                  <a:pt x="12764" y="9818"/>
                </a:lnTo>
                <a:cubicBezTo>
                  <a:pt x="12764" y="9818"/>
                  <a:pt x="12764" y="11782"/>
                  <a:pt x="12764" y="11782"/>
                </a:cubicBezTo>
                <a:close/>
                <a:moveTo>
                  <a:pt x="12764" y="14727"/>
                </a:moveTo>
                <a:lnTo>
                  <a:pt x="10421" y="14727"/>
                </a:lnTo>
                <a:lnTo>
                  <a:pt x="10203" y="12764"/>
                </a:lnTo>
                <a:lnTo>
                  <a:pt x="12764" y="12764"/>
                </a:lnTo>
                <a:cubicBezTo>
                  <a:pt x="12764" y="12764"/>
                  <a:pt x="12764" y="14727"/>
                  <a:pt x="12764" y="14727"/>
                </a:cubicBezTo>
                <a:close/>
                <a:moveTo>
                  <a:pt x="12764" y="17673"/>
                </a:moveTo>
                <a:lnTo>
                  <a:pt x="10748" y="17673"/>
                </a:lnTo>
                <a:lnTo>
                  <a:pt x="10531" y="15709"/>
                </a:lnTo>
                <a:lnTo>
                  <a:pt x="12764" y="15709"/>
                </a:lnTo>
                <a:cubicBezTo>
                  <a:pt x="12764" y="15709"/>
                  <a:pt x="12764" y="17673"/>
                  <a:pt x="12764" y="17673"/>
                </a:cubicBezTo>
                <a:close/>
                <a:moveTo>
                  <a:pt x="8836" y="20618"/>
                </a:moveTo>
                <a:cubicBezTo>
                  <a:pt x="8294" y="20618"/>
                  <a:pt x="7855" y="20179"/>
                  <a:pt x="7855" y="19636"/>
                </a:cubicBezTo>
                <a:cubicBezTo>
                  <a:pt x="7855" y="19095"/>
                  <a:pt x="8294" y="18655"/>
                  <a:pt x="8836" y="18655"/>
                </a:cubicBezTo>
                <a:cubicBezTo>
                  <a:pt x="9379" y="18655"/>
                  <a:pt x="9818" y="19095"/>
                  <a:pt x="9818" y="19636"/>
                </a:cubicBezTo>
                <a:cubicBezTo>
                  <a:pt x="9818" y="20179"/>
                  <a:pt x="9379" y="20618"/>
                  <a:pt x="8836" y="20618"/>
                </a:cubicBezTo>
                <a:moveTo>
                  <a:pt x="7213" y="15709"/>
                </a:moveTo>
                <a:lnTo>
                  <a:pt x="9543" y="15709"/>
                </a:lnTo>
                <a:lnTo>
                  <a:pt x="9761" y="17673"/>
                </a:lnTo>
                <a:lnTo>
                  <a:pt x="7740" y="17673"/>
                </a:lnTo>
                <a:cubicBezTo>
                  <a:pt x="7740" y="17673"/>
                  <a:pt x="7213" y="15709"/>
                  <a:pt x="7213" y="15709"/>
                </a:cubicBezTo>
                <a:close/>
                <a:moveTo>
                  <a:pt x="6950" y="14727"/>
                </a:moveTo>
                <a:lnTo>
                  <a:pt x="6423" y="12764"/>
                </a:lnTo>
                <a:lnTo>
                  <a:pt x="9215" y="12764"/>
                </a:lnTo>
                <a:lnTo>
                  <a:pt x="9434" y="14727"/>
                </a:lnTo>
                <a:cubicBezTo>
                  <a:pt x="9434" y="14727"/>
                  <a:pt x="6950" y="14727"/>
                  <a:pt x="6950" y="14727"/>
                </a:cubicBezTo>
                <a:close/>
                <a:moveTo>
                  <a:pt x="5633" y="9818"/>
                </a:moveTo>
                <a:lnTo>
                  <a:pt x="8888" y="9818"/>
                </a:lnTo>
                <a:lnTo>
                  <a:pt x="9106" y="11782"/>
                </a:lnTo>
                <a:lnTo>
                  <a:pt x="6160" y="11782"/>
                </a:lnTo>
                <a:cubicBezTo>
                  <a:pt x="6160" y="11782"/>
                  <a:pt x="5633" y="9818"/>
                  <a:pt x="5633" y="9818"/>
                </a:cubicBezTo>
                <a:close/>
                <a:moveTo>
                  <a:pt x="17621" y="9818"/>
                </a:moveTo>
                <a:lnTo>
                  <a:pt x="20497" y="9818"/>
                </a:lnTo>
                <a:lnTo>
                  <a:pt x="20061" y="11782"/>
                </a:lnTo>
                <a:lnTo>
                  <a:pt x="17403" y="11782"/>
                </a:lnTo>
                <a:cubicBezTo>
                  <a:pt x="17403" y="11782"/>
                  <a:pt x="17621" y="9818"/>
                  <a:pt x="17621" y="9818"/>
                </a:cubicBezTo>
                <a:close/>
                <a:moveTo>
                  <a:pt x="19619" y="18282"/>
                </a:moveTo>
                <a:lnTo>
                  <a:pt x="19622" y="18283"/>
                </a:lnTo>
                <a:lnTo>
                  <a:pt x="21586" y="9447"/>
                </a:lnTo>
                <a:lnTo>
                  <a:pt x="21577" y="9444"/>
                </a:lnTo>
                <a:cubicBezTo>
                  <a:pt x="21586" y="9406"/>
                  <a:pt x="21600" y="9369"/>
                  <a:pt x="21600" y="9327"/>
                </a:cubicBezTo>
                <a:cubicBezTo>
                  <a:pt x="21600" y="9056"/>
                  <a:pt x="21380" y="8836"/>
                  <a:pt x="21109" y="8836"/>
                </a:cubicBezTo>
                <a:lnTo>
                  <a:pt x="5370" y="8836"/>
                </a:lnTo>
                <a:lnTo>
                  <a:pt x="4674" y="6241"/>
                </a:lnTo>
                <a:lnTo>
                  <a:pt x="4667" y="6243"/>
                </a:lnTo>
                <a:cubicBezTo>
                  <a:pt x="4606" y="6041"/>
                  <a:pt x="4425" y="5891"/>
                  <a:pt x="4203" y="5891"/>
                </a:cubicBezTo>
                <a:lnTo>
                  <a:pt x="491" y="5891"/>
                </a:lnTo>
                <a:cubicBezTo>
                  <a:pt x="220" y="5891"/>
                  <a:pt x="0" y="6110"/>
                  <a:pt x="0" y="6382"/>
                </a:cubicBezTo>
                <a:cubicBezTo>
                  <a:pt x="0" y="6653"/>
                  <a:pt x="220" y="6873"/>
                  <a:pt x="491" y="6873"/>
                </a:cubicBezTo>
                <a:lnTo>
                  <a:pt x="3827" y="6873"/>
                </a:lnTo>
                <a:lnTo>
                  <a:pt x="6893" y="18305"/>
                </a:lnTo>
                <a:lnTo>
                  <a:pt x="6894" y="18305"/>
                </a:lnTo>
                <a:cubicBezTo>
                  <a:pt x="6936" y="18443"/>
                  <a:pt x="7037" y="18555"/>
                  <a:pt x="7168" y="18613"/>
                </a:cubicBezTo>
                <a:cubicBezTo>
                  <a:pt x="6984" y="18912"/>
                  <a:pt x="6873" y="19260"/>
                  <a:pt x="6873" y="19636"/>
                </a:cubicBezTo>
                <a:cubicBezTo>
                  <a:pt x="6873" y="20721"/>
                  <a:pt x="7752" y="21600"/>
                  <a:pt x="8836" y="21600"/>
                </a:cubicBezTo>
                <a:cubicBezTo>
                  <a:pt x="9921" y="21600"/>
                  <a:pt x="10800" y="20721"/>
                  <a:pt x="10800" y="19636"/>
                </a:cubicBezTo>
                <a:cubicBezTo>
                  <a:pt x="10800" y="19277"/>
                  <a:pt x="10696" y="18945"/>
                  <a:pt x="10528" y="18655"/>
                </a:cubicBezTo>
                <a:lnTo>
                  <a:pt x="15981" y="18655"/>
                </a:lnTo>
                <a:cubicBezTo>
                  <a:pt x="15813" y="18945"/>
                  <a:pt x="15709" y="19277"/>
                  <a:pt x="15709" y="19636"/>
                </a:cubicBezTo>
                <a:cubicBezTo>
                  <a:pt x="15709" y="20721"/>
                  <a:pt x="16588" y="21600"/>
                  <a:pt x="17673" y="21600"/>
                </a:cubicBezTo>
                <a:cubicBezTo>
                  <a:pt x="18757" y="21600"/>
                  <a:pt x="19636" y="20721"/>
                  <a:pt x="19636" y="19636"/>
                </a:cubicBezTo>
                <a:cubicBezTo>
                  <a:pt x="19636" y="19260"/>
                  <a:pt x="19525" y="18912"/>
                  <a:pt x="19341" y="18613"/>
                </a:cubicBezTo>
                <a:cubicBezTo>
                  <a:pt x="19479" y="18552"/>
                  <a:pt x="19581" y="18430"/>
                  <a:pt x="19619" y="18282"/>
                </a:cubicBezTo>
                <a:moveTo>
                  <a:pt x="12907" y="7711"/>
                </a:moveTo>
                <a:cubicBezTo>
                  <a:pt x="12996" y="7800"/>
                  <a:pt x="13119" y="7855"/>
                  <a:pt x="13255" y="7855"/>
                </a:cubicBezTo>
                <a:cubicBezTo>
                  <a:pt x="13390" y="7855"/>
                  <a:pt x="13513" y="7800"/>
                  <a:pt x="13602" y="7711"/>
                </a:cubicBezTo>
                <a:lnTo>
                  <a:pt x="15565" y="5747"/>
                </a:lnTo>
                <a:cubicBezTo>
                  <a:pt x="15654" y="5658"/>
                  <a:pt x="15709" y="5536"/>
                  <a:pt x="15709" y="5400"/>
                </a:cubicBezTo>
                <a:cubicBezTo>
                  <a:pt x="15709" y="5129"/>
                  <a:pt x="15490" y="4910"/>
                  <a:pt x="15218" y="4910"/>
                </a:cubicBezTo>
                <a:cubicBezTo>
                  <a:pt x="15083" y="4910"/>
                  <a:pt x="14960" y="4964"/>
                  <a:pt x="14871" y="5053"/>
                </a:cubicBezTo>
                <a:lnTo>
                  <a:pt x="13745" y="6179"/>
                </a:lnTo>
                <a:lnTo>
                  <a:pt x="13745" y="491"/>
                </a:lnTo>
                <a:lnTo>
                  <a:pt x="13745" y="491"/>
                </a:lnTo>
                <a:cubicBezTo>
                  <a:pt x="13745" y="220"/>
                  <a:pt x="13526" y="0"/>
                  <a:pt x="13255" y="0"/>
                </a:cubicBezTo>
                <a:cubicBezTo>
                  <a:pt x="12983" y="0"/>
                  <a:pt x="12764" y="220"/>
                  <a:pt x="12764" y="491"/>
                </a:cubicBezTo>
                <a:lnTo>
                  <a:pt x="12764" y="6179"/>
                </a:lnTo>
                <a:lnTo>
                  <a:pt x="11638" y="5053"/>
                </a:lnTo>
                <a:cubicBezTo>
                  <a:pt x="11549" y="4964"/>
                  <a:pt x="11427" y="4910"/>
                  <a:pt x="11291" y="4910"/>
                </a:cubicBezTo>
                <a:cubicBezTo>
                  <a:pt x="11020" y="4910"/>
                  <a:pt x="10800" y="5129"/>
                  <a:pt x="10800" y="5400"/>
                </a:cubicBezTo>
                <a:cubicBezTo>
                  <a:pt x="10800" y="5536"/>
                  <a:pt x="10855" y="5658"/>
                  <a:pt x="10944" y="5747"/>
                </a:cubicBezTo>
                <a:cubicBezTo>
                  <a:pt x="10944" y="5747"/>
                  <a:pt x="12907" y="7711"/>
                  <a:pt x="12907" y="771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8" name="Shape 2809"/>
          <p:cNvSpPr/>
          <p:nvPr/>
        </p:nvSpPr>
        <p:spPr>
          <a:xfrm>
            <a:off x="4260960" y="17715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7076" y="14727"/>
                </a:moveTo>
                <a:lnTo>
                  <a:pt x="17294" y="12764"/>
                </a:lnTo>
                <a:lnTo>
                  <a:pt x="19843" y="12764"/>
                </a:lnTo>
                <a:lnTo>
                  <a:pt x="19406" y="14727"/>
                </a:lnTo>
                <a:cubicBezTo>
                  <a:pt x="19406" y="14727"/>
                  <a:pt x="17076" y="14727"/>
                  <a:pt x="17076" y="14727"/>
                </a:cubicBezTo>
                <a:close/>
                <a:moveTo>
                  <a:pt x="18752" y="17673"/>
                </a:moveTo>
                <a:lnTo>
                  <a:pt x="16748" y="17673"/>
                </a:lnTo>
                <a:lnTo>
                  <a:pt x="16967" y="15709"/>
                </a:lnTo>
                <a:lnTo>
                  <a:pt x="19188" y="15709"/>
                </a:lnTo>
                <a:cubicBezTo>
                  <a:pt x="19188" y="15709"/>
                  <a:pt x="18752" y="17673"/>
                  <a:pt x="18752" y="17673"/>
                </a:cubicBezTo>
                <a:close/>
                <a:moveTo>
                  <a:pt x="17673" y="20618"/>
                </a:moveTo>
                <a:cubicBezTo>
                  <a:pt x="17131" y="20618"/>
                  <a:pt x="16691" y="20179"/>
                  <a:pt x="16691" y="19636"/>
                </a:cubicBezTo>
                <a:cubicBezTo>
                  <a:pt x="16691" y="19095"/>
                  <a:pt x="17131" y="18655"/>
                  <a:pt x="17673" y="18655"/>
                </a:cubicBezTo>
                <a:cubicBezTo>
                  <a:pt x="18215" y="18655"/>
                  <a:pt x="18655" y="19095"/>
                  <a:pt x="18655" y="19636"/>
                </a:cubicBezTo>
                <a:cubicBezTo>
                  <a:pt x="18655" y="20179"/>
                  <a:pt x="18215" y="20618"/>
                  <a:pt x="17673" y="20618"/>
                </a:cubicBezTo>
                <a:moveTo>
                  <a:pt x="16415" y="11782"/>
                </a:moveTo>
                <a:lnTo>
                  <a:pt x="13745" y="11782"/>
                </a:lnTo>
                <a:lnTo>
                  <a:pt x="13745" y="9818"/>
                </a:lnTo>
                <a:lnTo>
                  <a:pt x="16633" y="9818"/>
                </a:lnTo>
                <a:cubicBezTo>
                  <a:pt x="16633" y="9818"/>
                  <a:pt x="16415" y="11782"/>
                  <a:pt x="16415" y="11782"/>
                </a:cubicBezTo>
                <a:close/>
                <a:moveTo>
                  <a:pt x="16088" y="14727"/>
                </a:moveTo>
                <a:lnTo>
                  <a:pt x="13745" y="14727"/>
                </a:lnTo>
                <a:lnTo>
                  <a:pt x="13745" y="12764"/>
                </a:lnTo>
                <a:lnTo>
                  <a:pt x="16306" y="12764"/>
                </a:lnTo>
                <a:cubicBezTo>
                  <a:pt x="16306" y="12764"/>
                  <a:pt x="16088" y="14727"/>
                  <a:pt x="16088" y="14727"/>
                </a:cubicBezTo>
                <a:close/>
                <a:moveTo>
                  <a:pt x="15761" y="17673"/>
                </a:moveTo>
                <a:lnTo>
                  <a:pt x="13745" y="17673"/>
                </a:lnTo>
                <a:lnTo>
                  <a:pt x="13745" y="15709"/>
                </a:lnTo>
                <a:lnTo>
                  <a:pt x="15979" y="15709"/>
                </a:lnTo>
                <a:cubicBezTo>
                  <a:pt x="15979" y="15709"/>
                  <a:pt x="15761" y="17673"/>
                  <a:pt x="15761" y="17673"/>
                </a:cubicBezTo>
                <a:close/>
                <a:moveTo>
                  <a:pt x="12764" y="11782"/>
                </a:moveTo>
                <a:lnTo>
                  <a:pt x="10094" y="11782"/>
                </a:lnTo>
                <a:lnTo>
                  <a:pt x="9876" y="9818"/>
                </a:lnTo>
                <a:lnTo>
                  <a:pt x="12764" y="9818"/>
                </a:lnTo>
                <a:cubicBezTo>
                  <a:pt x="12764" y="9818"/>
                  <a:pt x="12764" y="11782"/>
                  <a:pt x="12764" y="11782"/>
                </a:cubicBezTo>
                <a:close/>
                <a:moveTo>
                  <a:pt x="12764" y="14727"/>
                </a:moveTo>
                <a:lnTo>
                  <a:pt x="10421" y="14727"/>
                </a:lnTo>
                <a:lnTo>
                  <a:pt x="10203" y="12764"/>
                </a:lnTo>
                <a:lnTo>
                  <a:pt x="12764" y="12764"/>
                </a:lnTo>
                <a:cubicBezTo>
                  <a:pt x="12764" y="12764"/>
                  <a:pt x="12764" y="14727"/>
                  <a:pt x="12764" y="14727"/>
                </a:cubicBezTo>
                <a:close/>
                <a:moveTo>
                  <a:pt x="12764" y="17673"/>
                </a:moveTo>
                <a:lnTo>
                  <a:pt x="10748" y="17673"/>
                </a:lnTo>
                <a:lnTo>
                  <a:pt x="10531" y="15709"/>
                </a:lnTo>
                <a:lnTo>
                  <a:pt x="12764" y="15709"/>
                </a:lnTo>
                <a:cubicBezTo>
                  <a:pt x="12764" y="15709"/>
                  <a:pt x="12764" y="17673"/>
                  <a:pt x="12764" y="17673"/>
                </a:cubicBezTo>
                <a:close/>
                <a:moveTo>
                  <a:pt x="8836" y="20618"/>
                </a:moveTo>
                <a:cubicBezTo>
                  <a:pt x="8294" y="20618"/>
                  <a:pt x="7855" y="20179"/>
                  <a:pt x="7855" y="19636"/>
                </a:cubicBezTo>
                <a:cubicBezTo>
                  <a:pt x="7855" y="19095"/>
                  <a:pt x="8294" y="18655"/>
                  <a:pt x="8836" y="18655"/>
                </a:cubicBezTo>
                <a:cubicBezTo>
                  <a:pt x="9379" y="18655"/>
                  <a:pt x="9818" y="19095"/>
                  <a:pt x="9818" y="19636"/>
                </a:cubicBezTo>
                <a:cubicBezTo>
                  <a:pt x="9818" y="20179"/>
                  <a:pt x="9379" y="20618"/>
                  <a:pt x="8836" y="20618"/>
                </a:cubicBezTo>
                <a:moveTo>
                  <a:pt x="7213" y="15709"/>
                </a:moveTo>
                <a:lnTo>
                  <a:pt x="9543" y="15709"/>
                </a:lnTo>
                <a:lnTo>
                  <a:pt x="9761" y="17673"/>
                </a:lnTo>
                <a:lnTo>
                  <a:pt x="7740" y="17673"/>
                </a:lnTo>
                <a:cubicBezTo>
                  <a:pt x="7740" y="17673"/>
                  <a:pt x="7213" y="15709"/>
                  <a:pt x="7213" y="15709"/>
                </a:cubicBezTo>
                <a:close/>
                <a:moveTo>
                  <a:pt x="6950" y="14727"/>
                </a:moveTo>
                <a:lnTo>
                  <a:pt x="6423" y="12764"/>
                </a:lnTo>
                <a:lnTo>
                  <a:pt x="9215" y="12764"/>
                </a:lnTo>
                <a:lnTo>
                  <a:pt x="9434" y="14727"/>
                </a:lnTo>
                <a:cubicBezTo>
                  <a:pt x="9434" y="14727"/>
                  <a:pt x="6950" y="14727"/>
                  <a:pt x="6950" y="14727"/>
                </a:cubicBezTo>
                <a:close/>
                <a:moveTo>
                  <a:pt x="5633" y="9818"/>
                </a:moveTo>
                <a:lnTo>
                  <a:pt x="8888" y="9818"/>
                </a:lnTo>
                <a:lnTo>
                  <a:pt x="9106" y="11782"/>
                </a:lnTo>
                <a:lnTo>
                  <a:pt x="6160" y="11782"/>
                </a:lnTo>
                <a:cubicBezTo>
                  <a:pt x="6160" y="11782"/>
                  <a:pt x="5633" y="9818"/>
                  <a:pt x="5633" y="9818"/>
                </a:cubicBezTo>
                <a:close/>
                <a:moveTo>
                  <a:pt x="17621" y="9818"/>
                </a:moveTo>
                <a:lnTo>
                  <a:pt x="20497" y="9818"/>
                </a:lnTo>
                <a:lnTo>
                  <a:pt x="20061" y="11782"/>
                </a:lnTo>
                <a:lnTo>
                  <a:pt x="17403" y="11782"/>
                </a:lnTo>
                <a:cubicBezTo>
                  <a:pt x="17403" y="11782"/>
                  <a:pt x="17621" y="9818"/>
                  <a:pt x="17621" y="9818"/>
                </a:cubicBezTo>
                <a:close/>
                <a:moveTo>
                  <a:pt x="19619" y="18282"/>
                </a:moveTo>
                <a:lnTo>
                  <a:pt x="19622" y="18283"/>
                </a:lnTo>
                <a:lnTo>
                  <a:pt x="21585" y="9447"/>
                </a:lnTo>
                <a:lnTo>
                  <a:pt x="21577" y="9444"/>
                </a:lnTo>
                <a:cubicBezTo>
                  <a:pt x="21587" y="9406"/>
                  <a:pt x="21600" y="9369"/>
                  <a:pt x="21600" y="9327"/>
                </a:cubicBezTo>
                <a:cubicBezTo>
                  <a:pt x="21600" y="9056"/>
                  <a:pt x="21380" y="8836"/>
                  <a:pt x="21109" y="8836"/>
                </a:cubicBezTo>
                <a:lnTo>
                  <a:pt x="5370" y="8836"/>
                </a:lnTo>
                <a:lnTo>
                  <a:pt x="4674" y="6241"/>
                </a:lnTo>
                <a:lnTo>
                  <a:pt x="4667" y="6243"/>
                </a:lnTo>
                <a:cubicBezTo>
                  <a:pt x="4605" y="6041"/>
                  <a:pt x="4425" y="5891"/>
                  <a:pt x="4203" y="5891"/>
                </a:cubicBezTo>
                <a:lnTo>
                  <a:pt x="491" y="5891"/>
                </a:lnTo>
                <a:cubicBezTo>
                  <a:pt x="220" y="5891"/>
                  <a:pt x="0" y="6110"/>
                  <a:pt x="0" y="6382"/>
                </a:cubicBezTo>
                <a:cubicBezTo>
                  <a:pt x="0" y="6653"/>
                  <a:pt x="220" y="6873"/>
                  <a:pt x="491" y="6873"/>
                </a:cubicBezTo>
                <a:lnTo>
                  <a:pt x="3827" y="6873"/>
                </a:lnTo>
                <a:lnTo>
                  <a:pt x="6893" y="18305"/>
                </a:lnTo>
                <a:lnTo>
                  <a:pt x="6894" y="18305"/>
                </a:lnTo>
                <a:cubicBezTo>
                  <a:pt x="6936" y="18443"/>
                  <a:pt x="7037" y="18555"/>
                  <a:pt x="7168" y="18613"/>
                </a:cubicBezTo>
                <a:cubicBezTo>
                  <a:pt x="6984" y="18912"/>
                  <a:pt x="6873" y="19260"/>
                  <a:pt x="6873" y="19636"/>
                </a:cubicBezTo>
                <a:cubicBezTo>
                  <a:pt x="6873" y="20721"/>
                  <a:pt x="7752" y="21600"/>
                  <a:pt x="8836" y="21600"/>
                </a:cubicBezTo>
                <a:cubicBezTo>
                  <a:pt x="9921" y="21600"/>
                  <a:pt x="10800" y="20721"/>
                  <a:pt x="10800" y="19636"/>
                </a:cubicBezTo>
                <a:cubicBezTo>
                  <a:pt x="10800" y="19277"/>
                  <a:pt x="10696" y="18945"/>
                  <a:pt x="10528" y="18655"/>
                </a:cubicBezTo>
                <a:lnTo>
                  <a:pt x="15981" y="18655"/>
                </a:lnTo>
                <a:cubicBezTo>
                  <a:pt x="15813" y="18945"/>
                  <a:pt x="15709" y="19277"/>
                  <a:pt x="15709" y="19636"/>
                </a:cubicBezTo>
                <a:cubicBezTo>
                  <a:pt x="15709" y="20721"/>
                  <a:pt x="16588" y="21600"/>
                  <a:pt x="17673" y="21600"/>
                </a:cubicBezTo>
                <a:cubicBezTo>
                  <a:pt x="18757" y="21600"/>
                  <a:pt x="19636" y="20721"/>
                  <a:pt x="19636" y="19636"/>
                </a:cubicBezTo>
                <a:cubicBezTo>
                  <a:pt x="19636" y="19260"/>
                  <a:pt x="19525" y="18912"/>
                  <a:pt x="19342" y="18613"/>
                </a:cubicBezTo>
                <a:cubicBezTo>
                  <a:pt x="19479" y="18552"/>
                  <a:pt x="19581" y="18430"/>
                  <a:pt x="19619" y="18282"/>
                </a:cubicBezTo>
                <a:moveTo>
                  <a:pt x="11291" y="2945"/>
                </a:moveTo>
                <a:cubicBezTo>
                  <a:pt x="11427" y="2945"/>
                  <a:pt x="11549" y="2891"/>
                  <a:pt x="11638" y="2802"/>
                </a:cubicBezTo>
                <a:lnTo>
                  <a:pt x="12764" y="1676"/>
                </a:lnTo>
                <a:lnTo>
                  <a:pt x="12764" y="7364"/>
                </a:lnTo>
                <a:cubicBezTo>
                  <a:pt x="12764" y="7634"/>
                  <a:pt x="12983" y="7855"/>
                  <a:pt x="13255" y="7855"/>
                </a:cubicBezTo>
                <a:cubicBezTo>
                  <a:pt x="13526" y="7855"/>
                  <a:pt x="13745" y="7634"/>
                  <a:pt x="13745" y="7364"/>
                </a:cubicBezTo>
                <a:lnTo>
                  <a:pt x="13745" y="1676"/>
                </a:lnTo>
                <a:lnTo>
                  <a:pt x="14871" y="2802"/>
                </a:lnTo>
                <a:cubicBezTo>
                  <a:pt x="14959" y="2891"/>
                  <a:pt x="15082" y="2945"/>
                  <a:pt x="15218" y="2945"/>
                </a:cubicBezTo>
                <a:cubicBezTo>
                  <a:pt x="15490" y="2945"/>
                  <a:pt x="15709" y="2726"/>
                  <a:pt x="15709" y="2455"/>
                </a:cubicBezTo>
                <a:cubicBezTo>
                  <a:pt x="15709" y="2319"/>
                  <a:pt x="15654" y="2196"/>
                  <a:pt x="15565" y="2107"/>
                </a:cubicBezTo>
                <a:lnTo>
                  <a:pt x="13602" y="144"/>
                </a:lnTo>
                <a:cubicBezTo>
                  <a:pt x="13513" y="55"/>
                  <a:pt x="13390" y="0"/>
                  <a:pt x="13255" y="0"/>
                </a:cubicBezTo>
                <a:cubicBezTo>
                  <a:pt x="13118" y="0"/>
                  <a:pt x="12996" y="55"/>
                  <a:pt x="12907" y="144"/>
                </a:cubicBezTo>
                <a:lnTo>
                  <a:pt x="10944" y="2107"/>
                </a:lnTo>
                <a:cubicBezTo>
                  <a:pt x="10855" y="2196"/>
                  <a:pt x="10800" y="2319"/>
                  <a:pt x="10800" y="2455"/>
                </a:cubicBezTo>
                <a:cubicBezTo>
                  <a:pt x="10800" y="2726"/>
                  <a:pt x="11020" y="2945"/>
                  <a:pt x="11291" y="294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9" name="Shape 2810"/>
          <p:cNvSpPr/>
          <p:nvPr/>
        </p:nvSpPr>
        <p:spPr>
          <a:xfrm>
            <a:off x="4672080" y="1380960"/>
            <a:ext cx="209520" cy="190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7076" y="14040"/>
                </a:moveTo>
                <a:lnTo>
                  <a:pt x="17294" y="11880"/>
                </a:lnTo>
                <a:lnTo>
                  <a:pt x="19843" y="11880"/>
                </a:lnTo>
                <a:lnTo>
                  <a:pt x="19407" y="14040"/>
                </a:lnTo>
                <a:cubicBezTo>
                  <a:pt x="19407" y="14040"/>
                  <a:pt x="17076" y="14040"/>
                  <a:pt x="17076" y="14040"/>
                </a:cubicBezTo>
                <a:close/>
                <a:moveTo>
                  <a:pt x="18752" y="17280"/>
                </a:moveTo>
                <a:lnTo>
                  <a:pt x="16748" y="17280"/>
                </a:lnTo>
                <a:lnTo>
                  <a:pt x="16967" y="15120"/>
                </a:lnTo>
                <a:lnTo>
                  <a:pt x="19188" y="15120"/>
                </a:lnTo>
                <a:cubicBezTo>
                  <a:pt x="19188" y="15120"/>
                  <a:pt x="18752" y="17280"/>
                  <a:pt x="18752" y="17280"/>
                </a:cubicBezTo>
                <a:close/>
                <a:moveTo>
                  <a:pt x="17673" y="20520"/>
                </a:moveTo>
                <a:cubicBezTo>
                  <a:pt x="17131" y="20520"/>
                  <a:pt x="16691" y="20036"/>
                  <a:pt x="16691" y="19440"/>
                </a:cubicBezTo>
                <a:cubicBezTo>
                  <a:pt x="16691" y="18844"/>
                  <a:pt x="17131" y="18360"/>
                  <a:pt x="17673" y="18360"/>
                </a:cubicBezTo>
                <a:cubicBezTo>
                  <a:pt x="18215" y="18360"/>
                  <a:pt x="18655" y="18844"/>
                  <a:pt x="18655" y="19440"/>
                </a:cubicBezTo>
                <a:cubicBezTo>
                  <a:pt x="18655" y="20036"/>
                  <a:pt x="18215" y="20520"/>
                  <a:pt x="17673" y="20520"/>
                </a:cubicBezTo>
                <a:moveTo>
                  <a:pt x="16415" y="10800"/>
                </a:moveTo>
                <a:lnTo>
                  <a:pt x="13745" y="10800"/>
                </a:lnTo>
                <a:lnTo>
                  <a:pt x="13745" y="8640"/>
                </a:lnTo>
                <a:lnTo>
                  <a:pt x="16634" y="8640"/>
                </a:lnTo>
                <a:cubicBezTo>
                  <a:pt x="16634" y="8640"/>
                  <a:pt x="16415" y="10800"/>
                  <a:pt x="16415" y="10800"/>
                </a:cubicBezTo>
                <a:close/>
                <a:moveTo>
                  <a:pt x="16088" y="14040"/>
                </a:moveTo>
                <a:lnTo>
                  <a:pt x="13745" y="14040"/>
                </a:lnTo>
                <a:lnTo>
                  <a:pt x="13745" y="11880"/>
                </a:lnTo>
                <a:lnTo>
                  <a:pt x="16307" y="11880"/>
                </a:lnTo>
                <a:cubicBezTo>
                  <a:pt x="16307" y="11880"/>
                  <a:pt x="16088" y="14040"/>
                  <a:pt x="16088" y="14040"/>
                </a:cubicBezTo>
                <a:close/>
                <a:moveTo>
                  <a:pt x="15761" y="17280"/>
                </a:moveTo>
                <a:lnTo>
                  <a:pt x="13745" y="17280"/>
                </a:lnTo>
                <a:lnTo>
                  <a:pt x="13745" y="15120"/>
                </a:lnTo>
                <a:lnTo>
                  <a:pt x="15979" y="15120"/>
                </a:lnTo>
                <a:cubicBezTo>
                  <a:pt x="15979" y="15120"/>
                  <a:pt x="15761" y="17280"/>
                  <a:pt x="15761" y="17280"/>
                </a:cubicBezTo>
                <a:close/>
                <a:moveTo>
                  <a:pt x="12764" y="10800"/>
                </a:moveTo>
                <a:lnTo>
                  <a:pt x="10094" y="10800"/>
                </a:lnTo>
                <a:lnTo>
                  <a:pt x="9876" y="8640"/>
                </a:lnTo>
                <a:lnTo>
                  <a:pt x="12764" y="8640"/>
                </a:lnTo>
                <a:cubicBezTo>
                  <a:pt x="12764" y="8640"/>
                  <a:pt x="12764" y="10800"/>
                  <a:pt x="12764" y="10800"/>
                </a:cubicBezTo>
                <a:close/>
                <a:moveTo>
                  <a:pt x="12764" y="14040"/>
                </a:moveTo>
                <a:lnTo>
                  <a:pt x="10422" y="14040"/>
                </a:lnTo>
                <a:lnTo>
                  <a:pt x="10203" y="11880"/>
                </a:lnTo>
                <a:lnTo>
                  <a:pt x="12764" y="11880"/>
                </a:lnTo>
                <a:cubicBezTo>
                  <a:pt x="12764" y="11880"/>
                  <a:pt x="12764" y="14040"/>
                  <a:pt x="12764" y="14040"/>
                </a:cubicBezTo>
                <a:close/>
                <a:moveTo>
                  <a:pt x="12764" y="17280"/>
                </a:moveTo>
                <a:lnTo>
                  <a:pt x="10748" y="17280"/>
                </a:lnTo>
                <a:lnTo>
                  <a:pt x="10531" y="15120"/>
                </a:lnTo>
                <a:lnTo>
                  <a:pt x="12764" y="15120"/>
                </a:lnTo>
                <a:cubicBezTo>
                  <a:pt x="12764" y="15120"/>
                  <a:pt x="12764" y="17280"/>
                  <a:pt x="12764" y="17280"/>
                </a:cubicBezTo>
                <a:close/>
                <a:moveTo>
                  <a:pt x="8836" y="20520"/>
                </a:moveTo>
                <a:cubicBezTo>
                  <a:pt x="8294" y="20520"/>
                  <a:pt x="7855" y="20036"/>
                  <a:pt x="7855" y="19440"/>
                </a:cubicBezTo>
                <a:cubicBezTo>
                  <a:pt x="7855" y="18844"/>
                  <a:pt x="8294" y="18360"/>
                  <a:pt x="8836" y="18360"/>
                </a:cubicBezTo>
                <a:cubicBezTo>
                  <a:pt x="9379" y="18360"/>
                  <a:pt x="9818" y="18844"/>
                  <a:pt x="9818" y="19440"/>
                </a:cubicBezTo>
                <a:cubicBezTo>
                  <a:pt x="9818" y="20036"/>
                  <a:pt x="9379" y="20520"/>
                  <a:pt x="8836" y="20520"/>
                </a:cubicBezTo>
                <a:moveTo>
                  <a:pt x="7214" y="15120"/>
                </a:moveTo>
                <a:lnTo>
                  <a:pt x="9543" y="15120"/>
                </a:lnTo>
                <a:lnTo>
                  <a:pt x="9761" y="17280"/>
                </a:lnTo>
                <a:lnTo>
                  <a:pt x="7740" y="17280"/>
                </a:lnTo>
                <a:cubicBezTo>
                  <a:pt x="7740" y="17280"/>
                  <a:pt x="7214" y="15120"/>
                  <a:pt x="7214" y="15120"/>
                </a:cubicBezTo>
                <a:close/>
                <a:moveTo>
                  <a:pt x="6950" y="14040"/>
                </a:moveTo>
                <a:lnTo>
                  <a:pt x="6424" y="11880"/>
                </a:lnTo>
                <a:lnTo>
                  <a:pt x="9215" y="11880"/>
                </a:lnTo>
                <a:lnTo>
                  <a:pt x="9434" y="14040"/>
                </a:lnTo>
                <a:cubicBezTo>
                  <a:pt x="9434" y="14040"/>
                  <a:pt x="6950" y="14040"/>
                  <a:pt x="6950" y="14040"/>
                </a:cubicBezTo>
                <a:close/>
                <a:moveTo>
                  <a:pt x="5633" y="8640"/>
                </a:moveTo>
                <a:lnTo>
                  <a:pt x="8888" y="8640"/>
                </a:lnTo>
                <a:lnTo>
                  <a:pt x="9107" y="10800"/>
                </a:lnTo>
                <a:lnTo>
                  <a:pt x="6160" y="10800"/>
                </a:lnTo>
                <a:cubicBezTo>
                  <a:pt x="6160" y="10800"/>
                  <a:pt x="5633" y="8640"/>
                  <a:pt x="5633" y="8640"/>
                </a:cubicBezTo>
                <a:close/>
                <a:moveTo>
                  <a:pt x="17621" y="8640"/>
                </a:moveTo>
                <a:lnTo>
                  <a:pt x="20498" y="8640"/>
                </a:lnTo>
                <a:lnTo>
                  <a:pt x="20061" y="10800"/>
                </a:lnTo>
                <a:lnTo>
                  <a:pt x="17403" y="10800"/>
                </a:lnTo>
                <a:cubicBezTo>
                  <a:pt x="17403" y="10800"/>
                  <a:pt x="17621" y="8640"/>
                  <a:pt x="17621" y="8640"/>
                </a:cubicBezTo>
                <a:close/>
                <a:moveTo>
                  <a:pt x="19619" y="17950"/>
                </a:moveTo>
                <a:lnTo>
                  <a:pt x="19622" y="17951"/>
                </a:lnTo>
                <a:lnTo>
                  <a:pt x="21586" y="8231"/>
                </a:lnTo>
                <a:lnTo>
                  <a:pt x="21577" y="8229"/>
                </a:lnTo>
                <a:cubicBezTo>
                  <a:pt x="21586" y="8186"/>
                  <a:pt x="21600" y="8145"/>
                  <a:pt x="21600" y="8100"/>
                </a:cubicBezTo>
                <a:cubicBezTo>
                  <a:pt x="21600" y="7802"/>
                  <a:pt x="21380" y="7560"/>
                  <a:pt x="21109" y="7560"/>
                </a:cubicBezTo>
                <a:lnTo>
                  <a:pt x="5370" y="7560"/>
                </a:lnTo>
                <a:lnTo>
                  <a:pt x="4674" y="4705"/>
                </a:lnTo>
                <a:lnTo>
                  <a:pt x="4667" y="4707"/>
                </a:lnTo>
                <a:cubicBezTo>
                  <a:pt x="4606" y="4485"/>
                  <a:pt x="4426" y="4320"/>
                  <a:pt x="4204" y="4320"/>
                </a:cubicBezTo>
                <a:lnTo>
                  <a:pt x="491" y="4320"/>
                </a:lnTo>
                <a:cubicBezTo>
                  <a:pt x="220" y="4320"/>
                  <a:pt x="0" y="4562"/>
                  <a:pt x="0" y="4860"/>
                </a:cubicBezTo>
                <a:cubicBezTo>
                  <a:pt x="0" y="5159"/>
                  <a:pt x="220" y="5400"/>
                  <a:pt x="491" y="5400"/>
                </a:cubicBezTo>
                <a:lnTo>
                  <a:pt x="3827" y="5400"/>
                </a:lnTo>
                <a:lnTo>
                  <a:pt x="6893" y="17975"/>
                </a:lnTo>
                <a:lnTo>
                  <a:pt x="6895" y="17975"/>
                </a:lnTo>
                <a:cubicBezTo>
                  <a:pt x="6936" y="18127"/>
                  <a:pt x="7037" y="18251"/>
                  <a:pt x="7168" y="18314"/>
                </a:cubicBezTo>
                <a:cubicBezTo>
                  <a:pt x="6984" y="18643"/>
                  <a:pt x="6873" y="19026"/>
                  <a:pt x="6873" y="19440"/>
                </a:cubicBezTo>
                <a:cubicBezTo>
                  <a:pt x="6873" y="20633"/>
                  <a:pt x="7752" y="21600"/>
                  <a:pt x="8836" y="21600"/>
                </a:cubicBezTo>
                <a:cubicBezTo>
                  <a:pt x="9921" y="21600"/>
                  <a:pt x="10800" y="20633"/>
                  <a:pt x="10800" y="19440"/>
                </a:cubicBezTo>
                <a:cubicBezTo>
                  <a:pt x="10800" y="19045"/>
                  <a:pt x="10696" y="18679"/>
                  <a:pt x="10528" y="18360"/>
                </a:cubicBezTo>
                <a:lnTo>
                  <a:pt x="15982" y="18360"/>
                </a:lnTo>
                <a:cubicBezTo>
                  <a:pt x="15813" y="18679"/>
                  <a:pt x="15709" y="19045"/>
                  <a:pt x="15709" y="19440"/>
                </a:cubicBezTo>
                <a:cubicBezTo>
                  <a:pt x="15709" y="20633"/>
                  <a:pt x="16588" y="21600"/>
                  <a:pt x="17673" y="21600"/>
                </a:cubicBezTo>
                <a:cubicBezTo>
                  <a:pt x="18757" y="21600"/>
                  <a:pt x="19636" y="20633"/>
                  <a:pt x="19636" y="19440"/>
                </a:cubicBezTo>
                <a:cubicBezTo>
                  <a:pt x="19636" y="19026"/>
                  <a:pt x="19526" y="18643"/>
                  <a:pt x="19342" y="18314"/>
                </a:cubicBezTo>
                <a:cubicBezTo>
                  <a:pt x="19479" y="18248"/>
                  <a:pt x="19581" y="18113"/>
                  <a:pt x="19619" y="17950"/>
                </a:cubicBezTo>
                <a:moveTo>
                  <a:pt x="9327" y="3240"/>
                </a:moveTo>
                <a:lnTo>
                  <a:pt x="15015" y="3240"/>
                </a:lnTo>
                <a:lnTo>
                  <a:pt x="13889" y="4478"/>
                </a:lnTo>
                <a:cubicBezTo>
                  <a:pt x="13801" y="4577"/>
                  <a:pt x="13745" y="4711"/>
                  <a:pt x="13745" y="4860"/>
                </a:cubicBezTo>
                <a:cubicBezTo>
                  <a:pt x="13745" y="5159"/>
                  <a:pt x="13966" y="5400"/>
                  <a:pt x="14236" y="5400"/>
                </a:cubicBezTo>
                <a:cubicBezTo>
                  <a:pt x="14373" y="5400"/>
                  <a:pt x="14495" y="5340"/>
                  <a:pt x="14583" y="5242"/>
                </a:cubicBezTo>
                <a:lnTo>
                  <a:pt x="16547" y="3082"/>
                </a:lnTo>
                <a:cubicBezTo>
                  <a:pt x="16636" y="2984"/>
                  <a:pt x="16691" y="2849"/>
                  <a:pt x="16691" y="2700"/>
                </a:cubicBezTo>
                <a:cubicBezTo>
                  <a:pt x="16691" y="2552"/>
                  <a:pt x="16636" y="2417"/>
                  <a:pt x="16547" y="2318"/>
                </a:cubicBezTo>
                <a:lnTo>
                  <a:pt x="14583" y="158"/>
                </a:lnTo>
                <a:cubicBezTo>
                  <a:pt x="14495" y="61"/>
                  <a:pt x="14373" y="0"/>
                  <a:pt x="14236" y="0"/>
                </a:cubicBezTo>
                <a:cubicBezTo>
                  <a:pt x="13966" y="0"/>
                  <a:pt x="13745" y="242"/>
                  <a:pt x="13745" y="540"/>
                </a:cubicBezTo>
                <a:cubicBezTo>
                  <a:pt x="13745" y="689"/>
                  <a:pt x="13801" y="824"/>
                  <a:pt x="13889" y="922"/>
                </a:cubicBezTo>
                <a:lnTo>
                  <a:pt x="15015" y="2160"/>
                </a:lnTo>
                <a:lnTo>
                  <a:pt x="9327" y="2160"/>
                </a:lnTo>
                <a:cubicBezTo>
                  <a:pt x="9056" y="2160"/>
                  <a:pt x="8836" y="2402"/>
                  <a:pt x="8836" y="2700"/>
                </a:cubicBezTo>
                <a:cubicBezTo>
                  <a:pt x="8836" y="2999"/>
                  <a:pt x="9056" y="3240"/>
                  <a:pt x="9327" y="324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0" name="Shape 2811"/>
          <p:cNvSpPr/>
          <p:nvPr/>
        </p:nvSpPr>
        <p:spPr>
          <a:xfrm>
            <a:off x="5072040" y="1380960"/>
            <a:ext cx="209520" cy="190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7076" y="14040"/>
                </a:moveTo>
                <a:lnTo>
                  <a:pt x="17294" y="11880"/>
                </a:lnTo>
                <a:lnTo>
                  <a:pt x="19843" y="11880"/>
                </a:lnTo>
                <a:lnTo>
                  <a:pt x="19407" y="14040"/>
                </a:lnTo>
                <a:cubicBezTo>
                  <a:pt x="19407" y="14040"/>
                  <a:pt x="17076" y="14040"/>
                  <a:pt x="17076" y="14040"/>
                </a:cubicBezTo>
                <a:close/>
                <a:moveTo>
                  <a:pt x="18752" y="17280"/>
                </a:moveTo>
                <a:lnTo>
                  <a:pt x="16748" y="17280"/>
                </a:lnTo>
                <a:lnTo>
                  <a:pt x="16967" y="15120"/>
                </a:lnTo>
                <a:lnTo>
                  <a:pt x="19188" y="15120"/>
                </a:lnTo>
                <a:cubicBezTo>
                  <a:pt x="19188" y="15120"/>
                  <a:pt x="18752" y="17280"/>
                  <a:pt x="18752" y="17280"/>
                </a:cubicBezTo>
                <a:close/>
                <a:moveTo>
                  <a:pt x="17673" y="20520"/>
                </a:moveTo>
                <a:cubicBezTo>
                  <a:pt x="17131" y="20520"/>
                  <a:pt x="16691" y="20036"/>
                  <a:pt x="16691" y="19440"/>
                </a:cubicBezTo>
                <a:cubicBezTo>
                  <a:pt x="16691" y="18844"/>
                  <a:pt x="17131" y="18360"/>
                  <a:pt x="17673" y="18360"/>
                </a:cubicBezTo>
                <a:cubicBezTo>
                  <a:pt x="18215" y="18360"/>
                  <a:pt x="18655" y="18844"/>
                  <a:pt x="18655" y="19440"/>
                </a:cubicBezTo>
                <a:cubicBezTo>
                  <a:pt x="18655" y="20036"/>
                  <a:pt x="18215" y="20520"/>
                  <a:pt x="17673" y="20520"/>
                </a:cubicBezTo>
                <a:moveTo>
                  <a:pt x="16415" y="10800"/>
                </a:moveTo>
                <a:lnTo>
                  <a:pt x="13745" y="10800"/>
                </a:lnTo>
                <a:lnTo>
                  <a:pt x="13745" y="8640"/>
                </a:lnTo>
                <a:lnTo>
                  <a:pt x="16634" y="8640"/>
                </a:lnTo>
                <a:cubicBezTo>
                  <a:pt x="16634" y="8640"/>
                  <a:pt x="16415" y="10800"/>
                  <a:pt x="16415" y="10800"/>
                </a:cubicBezTo>
                <a:close/>
                <a:moveTo>
                  <a:pt x="16088" y="14040"/>
                </a:moveTo>
                <a:lnTo>
                  <a:pt x="13745" y="14040"/>
                </a:lnTo>
                <a:lnTo>
                  <a:pt x="13745" y="11880"/>
                </a:lnTo>
                <a:lnTo>
                  <a:pt x="16307" y="11880"/>
                </a:lnTo>
                <a:cubicBezTo>
                  <a:pt x="16307" y="11880"/>
                  <a:pt x="16088" y="14040"/>
                  <a:pt x="16088" y="14040"/>
                </a:cubicBezTo>
                <a:close/>
                <a:moveTo>
                  <a:pt x="15761" y="17280"/>
                </a:moveTo>
                <a:lnTo>
                  <a:pt x="13745" y="17280"/>
                </a:lnTo>
                <a:lnTo>
                  <a:pt x="13745" y="15120"/>
                </a:lnTo>
                <a:lnTo>
                  <a:pt x="15979" y="15120"/>
                </a:lnTo>
                <a:cubicBezTo>
                  <a:pt x="15979" y="15120"/>
                  <a:pt x="15761" y="17280"/>
                  <a:pt x="15761" y="17280"/>
                </a:cubicBezTo>
                <a:close/>
                <a:moveTo>
                  <a:pt x="12764" y="10800"/>
                </a:moveTo>
                <a:lnTo>
                  <a:pt x="10094" y="10800"/>
                </a:lnTo>
                <a:lnTo>
                  <a:pt x="9876" y="8640"/>
                </a:lnTo>
                <a:lnTo>
                  <a:pt x="12764" y="8640"/>
                </a:lnTo>
                <a:cubicBezTo>
                  <a:pt x="12764" y="8640"/>
                  <a:pt x="12764" y="10800"/>
                  <a:pt x="12764" y="10800"/>
                </a:cubicBezTo>
                <a:close/>
                <a:moveTo>
                  <a:pt x="12764" y="14040"/>
                </a:moveTo>
                <a:lnTo>
                  <a:pt x="10422" y="14040"/>
                </a:lnTo>
                <a:lnTo>
                  <a:pt x="10203" y="11880"/>
                </a:lnTo>
                <a:lnTo>
                  <a:pt x="12764" y="11880"/>
                </a:lnTo>
                <a:cubicBezTo>
                  <a:pt x="12764" y="11880"/>
                  <a:pt x="12764" y="14040"/>
                  <a:pt x="12764" y="14040"/>
                </a:cubicBezTo>
                <a:close/>
                <a:moveTo>
                  <a:pt x="12764" y="17280"/>
                </a:moveTo>
                <a:lnTo>
                  <a:pt x="10748" y="17280"/>
                </a:lnTo>
                <a:lnTo>
                  <a:pt x="10531" y="15120"/>
                </a:lnTo>
                <a:lnTo>
                  <a:pt x="12764" y="15120"/>
                </a:lnTo>
                <a:cubicBezTo>
                  <a:pt x="12764" y="15120"/>
                  <a:pt x="12764" y="17280"/>
                  <a:pt x="12764" y="17280"/>
                </a:cubicBezTo>
                <a:close/>
                <a:moveTo>
                  <a:pt x="8836" y="20520"/>
                </a:moveTo>
                <a:cubicBezTo>
                  <a:pt x="8294" y="20520"/>
                  <a:pt x="7855" y="20036"/>
                  <a:pt x="7855" y="19440"/>
                </a:cubicBezTo>
                <a:cubicBezTo>
                  <a:pt x="7855" y="18844"/>
                  <a:pt x="8294" y="18360"/>
                  <a:pt x="8836" y="18360"/>
                </a:cubicBezTo>
                <a:cubicBezTo>
                  <a:pt x="9379" y="18360"/>
                  <a:pt x="9818" y="18844"/>
                  <a:pt x="9818" y="19440"/>
                </a:cubicBezTo>
                <a:cubicBezTo>
                  <a:pt x="9818" y="20036"/>
                  <a:pt x="9379" y="20520"/>
                  <a:pt x="8836" y="20520"/>
                </a:cubicBezTo>
                <a:moveTo>
                  <a:pt x="7214" y="15120"/>
                </a:moveTo>
                <a:lnTo>
                  <a:pt x="9543" y="15120"/>
                </a:lnTo>
                <a:lnTo>
                  <a:pt x="9761" y="17280"/>
                </a:lnTo>
                <a:lnTo>
                  <a:pt x="7740" y="17280"/>
                </a:lnTo>
                <a:cubicBezTo>
                  <a:pt x="7740" y="17280"/>
                  <a:pt x="7214" y="15120"/>
                  <a:pt x="7214" y="15120"/>
                </a:cubicBezTo>
                <a:close/>
                <a:moveTo>
                  <a:pt x="6950" y="14040"/>
                </a:moveTo>
                <a:lnTo>
                  <a:pt x="6424" y="11880"/>
                </a:lnTo>
                <a:lnTo>
                  <a:pt x="9215" y="11880"/>
                </a:lnTo>
                <a:lnTo>
                  <a:pt x="9434" y="14040"/>
                </a:lnTo>
                <a:cubicBezTo>
                  <a:pt x="9434" y="14040"/>
                  <a:pt x="6950" y="14040"/>
                  <a:pt x="6950" y="14040"/>
                </a:cubicBezTo>
                <a:close/>
                <a:moveTo>
                  <a:pt x="5633" y="8640"/>
                </a:moveTo>
                <a:lnTo>
                  <a:pt x="8888" y="8640"/>
                </a:lnTo>
                <a:lnTo>
                  <a:pt x="9107" y="10800"/>
                </a:lnTo>
                <a:lnTo>
                  <a:pt x="6160" y="10800"/>
                </a:lnTo>
                <a:cubicBezTo>
                  <a:pt x="6160" y="10800"/>
                  <a:pt x="5633" y="8640"/>
                  <a:pt x="5633" y="8640"/>
                </a:cubicBezTo>
                <a:close/>
                <a:moveTo>
                  <a:pt x="17621" y="8640"/>
                </a:moveTo>
                <a:lnTo>
                  <a:pt x="20498" y="8640"/>
                </a:lnTo>
                <a:lnTo>
                  <a:pt x="20061" y="10800"/>
                </a:lnTo>
                <a:lnTo>
                  <a:pt x="17403" y="10800"/>
                </a:lnTo>
                <a:cubicBezTo>
                  <a:pt x="17403" y="10800"/>
                  <a:pt x="17621" y="8640"/>
                  <a:pt x="17621" y="8640"/>
                </a:cubicBezTo>
                <a:close/>
                <a:moveTo>
                  <a:pt x="19619" y="17950"/>
                </a:moveTo>
                <a:lnTo>
                  <a:pt x="19622" y="17951"/>
                </a:lnTo>
                <a:lnTo>
                  <a:pt x="21586" y="8231"/>
                </a:lnTo>
                <a:lnTo>
                  <a:pt x="21577" y="8229"/>
                </a:lnTo>
                <a:cubicBezTo>
                  <a:pt x="21586" y="8186"/>
                  <a:pt x="21600" y="8145"/>
                  <a:pt x="21600" y="8100"/>
                </a:cubicBezTo>
                <a:cubicBezTo>
                  <a:pt x="21600" y="7802"/>
                  <a:pt x="21380" y="7560"/>
                  <a:pt x="21109" y="7560"/>
                </a:cubicBezTo>
                <a:lnTo>
                  <a:pt x="5370" y="7560"/>
                </a:lnTo>
                <a:lnTo>
                  <a:pt x="4674" y="4705"/>
                </a:lnTo>
                <a:lnTo>
                  <a:pt x="4667" y="4707"/>
                </a:lnTo>
                <a:cubicBezTo>
                  <a:pt x="4606" y="4485"/>
                  <a:pt x="4426" y="4320"/>
                  <a:pt x="4204" y="4320"/>
                </a:cubicBezTo>
                <a:lnTo>
                  <a:pt x="491" y="4320"/>
                </a:lnTo>
                <a:cubicBezTo>
                  <a:pt x="220" y="4320"/>
                  <a:pt x="0" y="4562"/>
                  <a:pt x="0" y="4860"/>
                </a:cubicBezTo>
                <a:cubicBezTo>
                  <a:pt x="0" y="5159"/>
                  <a:pt x="220" y="5400"/>
                  <a:pt x="491" y="5400"/>
                </a:cubicBezTo>
                <a:lnTo>
                  <a:pt x="3827" y="5400"/>
                </a:lnTo>
                <a:lnTo>
                  <a:pt x="6893" y="17975"/>
                </a:lnTo>
                <a:lnTo>
                  <a:pt x="6894" y="17975"/>
                </a:lnTo>
                <a:cubicBezTo>
                  <a:pt x="6936" y="18127"/>
                  <a:pt x="7037" y="18251"/>
                  <a:pt x="7168" y="18314"/>
                </a:cubicBezTo>
                <a:cubicBezTo>
                  <a:pt x="6984" y="18643"/>
                  <a:pt x="6873" y="19026"/>
                  <a:pt x="6873" y="19440"/>
                </a:cubicBezTo>
                <a:cubicBezTo>
                  <a:pt x="6873" y="20633"/>
                  <a:pt x="7752" y="21600"/>
                  <a:pt x="8836" y="21600"/>
                </a:cubicBezTo>
                <a:cubicBezTo>
                  <a:pt x="9921" y="21600"/>
                  <a:pt x="10800" y="20633"/>
                  <a:pt x="10800" y="19440"/>
                </a:cubicBezTo>
                <a:cubicBezTo>
                  <a:pt x="10800" y="19045"/>
                  <a:pt x="10696" y="18679"/>
                  <a:pt x="10528" y="18360"/>
                </a:cubicBezTo>
                <a:lnTo>
                  <a:pt x="15982" y="18360"/>
                </a:lnTo>
                <a:cubicBezTo>
                  <a:pt x="15813" y="18679"/>
                  <a:pt x="15709" y="19045"/>
                  <a:pt x="15709" y="19440"/>
                </a:cubicBezTo>
                <a:cubicBezTo>
                  <a:pt x="15709" y="20633"/>
                  <a:pt x="16588" y="21600"/>
                  <a:pt x="17673" y="21600"/>
                </a:cubicBezTo>
                <a:cubicBezTo>
                  <a:pt x="18757" y="21600"/>
                  <a:pt x="19636" y="20633"/>
                  <a:pt x="19636" y="19440"/>
                </a:cubicBezTo>
                <a:cubicBezTo>
                  <a:pt x="19636" y="19026"/>
                  <a:pt x="19526" y="18643"/>
                  <a:pt x="19342" y="18314"/>
                </a:cubicBezTo>
                <a:cubicBezTo>
                  <a:pt x="19479" y="18248"/>
                  <a:pt x="19581" y="18113"/>
                  <a:pt x="19619" y="17950"/>
                </a:cubicBezTo>
                <a:moveTo>
                  <a:pt x="10944" y="5242"/>
                </a:moveTo>
                <a:cubicBezTo>
                  <a:pt x="11033" y="5340"/>
                  <a:pt x="11155" y="5400"/>
                  <a:pt x="11291" y="5400"/>
                </a:cubicBezTo>
                <a:cubicBezTo>
                  <a:pt x="11562" y="5400"/>
                  <a:pt x="11782" y="5159"/>
                  <a:pt x="11782" y="4860"/>
                </a:cubicBezTo>
                <a:cubicBezTo>
                  <a:pt x="11782" y="4711"/>
                  <a:pt x="11727" y="4577"/>
                  <a:pt x="11638" y="4478"/>
                </a:cubicBezTo>
                <a:lnTo>
                  <a:pt x="10512" y="3240"/>
                </a:lnTo>
                <a:lnTo>
                  <a:pt x="16200" y="3240"/>
                </a:lnTo>
                <a:cubicBezTo>
                  <a:pt x="16471" y="3240"/>
                  <a:pt x="16691" y="2999"/>
                  <a:pt x="16691" y="2700"/>
                </a:cubicBezTo>
                <a:cubicBezTo>
                  <a:pt x="16691" y="2402"/>
                  <a:pt x="16471" y="2160"/>
                  <a:pt x="16200" y="2160"/>
                </a:cubicBezTo>
                <a:lnTo>
                  <a:pt x="10512" y="2160"/>
                </a:lnTo>
                <a:lnTo>
                  <a:pt x="11638" y="922"/>
                </a:lnTo>
                <a:cubicBezTo>
                  <a:pt x="11727" y="824"/>
                  <a:pt x="11782" y="689"/>
                  <a:pt x="11782" y="540"/>
                </a:cubicBezTo>
                <a:cubicBezTo>
                  <a:pt x="11782" y="242"/>
                  <a:pt x="11562" y="0"/>
                  <a:pt x="11291" y="0"/>
                </a:cubicBezTo>
                <a:cubicBezTo>
                  <a:pt x="11155" y="0"/>
                  <a:pt x="11033" y="61"/>
                  <a:pt x="10944" y="158"/>
                </a:cubicBezTo>
                <a:lnTo>
                  <a:pt x="8980" y="2318"/>
                </a:lnTo>
                <a:cubicBezTo>
                  <a:pt x="8891" y="2417"/>
                  <a:pt x="8836" y="2552"/>
                  <a:pt x="8836" y="2700"/>
                </a:cubicBezTo>
                <a:cubicBezTo>
                  <a:pt x="8836" y="2849"/>
                  <a:pt x="8891" y="2984"/>
                  <a:pt x="8980" y="3082"/>
                </a:cubicBezTo>
                <a:cubicBezTo>
                  <a:pt x="8980" y="3082"/>
                  <a:pt x="10944" y="5242"/>
                  <a:pt x="10944" y="524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1" name="Shape 2812"/>
          <p:cNvSpPr/>
          <p:nvPr/>
        </p:nvSpPr>
        <p:spPr>
          <a:xfrm>
            <a:off x="5472000" y="1380960"/>
            <a:ext cx="209520" cy="190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7076" y="14040"/>
                </a:moveTo>
                <a:lnTo>
                  <a:pt x="17294" y="11880"/>
                </a:lnTo>
                <a:lnTo>
                  <a:pt x="19843" y="11880"/>
                </a:lnTo>
                <a:lnTo>
                  <a:pt x="19407" y="14040"/>
                </a:lnTo>
                <a:cubicBezTo>
                  <a:pt x="19407" y="14040"/>
                  <a:pt x="17076" y="14040"/>
                  <a:pt x="17076" y="14040"/>
                </a:cubicBezTo>
                <a:close/>
                <a:moveTo>
                  <a:pt x="18752" y="17280"/>
                </a:moveTo>
                <a:lnTo>
                  <a:pt x="16748" y="17280"/>
                </a:lnTo>
                <a:lnTo>
                  <a:pt x="16967" y="15120"/>
                </a:lnTo>
                <a:lnTo>
                  <a:pt x="19188" y="15120"/>
                </a:lnTo>
                <a:cubicBezTo>
                  <a:pt x="19188" y="15120"/>
                  <a:pt x="18752" y="17280"/>
                  <a:pt x="18752" y="17280"/>
                </a:cubicBezTo>
                <a:close/>
                <a:moveTo>
                  <a:pt x="17673" y="20520"/>
                </a:moveTo>
                <a:cubicBezTo>
                  <a:pt x="17131" y="20520"/>
                  <a:pt x="16691" y="20036"/>
                  <a:pt x="16691" y="19440"/>
                </a:cubicBezTo>
                <a:cubicBezTo>
                  <a:pt x="16691" y="18844"/>
                  <a:pt x="17131" y="18360"/>
                  <a:pt x="17673" y="18360"/>
                </a:cubicBezTo>
                <a:cubicBezTo>
                  <a:pt x="18215" y="18360"/>
                  <a:pt x="18655" y="18844"/>
                  <a:pt x="18655" y="19440"/>
                </a:cubicBezTo>
                <a:cubicBezTo>
                  <a:pt x="18655" y="20036"/>
                  <a:pt x="18215" y="20520"/>
                  <a:pt x="17673" y="20520"/>
                </a:cubicBezTo>
                <a:moveTo>
                  <a:pt x="16415" y="10800"/>
                </a:moveTo>
                <a:lnTo>
                  <a:pt x="13745" y="10800"/>
                </a:lnTo>
                <a:lnTo>
                  <a:pt x="13745" y="8640"/>
                </a:lnTo>
                <a:lnTo>
                  <a:pt x="16634" y="8640"/>
                </a:lnTo>
                <a:cubicBezTo>
                  <a:pt x="16634" y="8640"/>
                  <a:pt x="16415" y="10800"/>
                  <a:pt x="16415" y="10800"/>
                </a:cubicBezTo>
                <a:close/>
                <a:moveTo>
                  <a:pt x="16088" y="14040"/>
                </a:moveTo>
                <a:lnTo>
                  <a:pt x="13745" y="14040"/>
                </a:lnTo>
                <a:lnTo>
                  <a:pt x="13745" y="11880"/>
                </a:lnTo>
                <a:lnTo>
                  <a:pt x="16307" y="11880"/>
                </a:lnTo>
                <a:cubicBezTo>
                  <a:pt x="16307" y="11880"/>
                  <a:pt x="16088" y="14040"/>
                  <a:pt x="16088" y="14040"/>
                </a:cubicBezTo>
                <a:close/>
                <a:moveTo>
                  <a:pt x="15761" y="17280"/>
                </a:moveTo>
                <a:lnTo>
                  <a:pt x="13745" y="17280"/>
                </a:lnTo>
                <a:lnTo>
                  <a:pt x="13745" y="15120"/>
                </a:lnTo>
                <a:lnTo>
                  <a:pt x="15979" y="15120"/>
                </a:lnTo>
                <a:cubicBezTo>
                  <a:pt x="15979" y="15120"/>
                  <a:pt x="15761" y="17280"/>
                  <a:pt x="15761" y="17280"/>
                </a:cubicBezTo>
                <a:close/>
                <a:moveTo>
                  <a:pt x="12764" y="10800"/>
                </a:moveTo>
                <a:lnTo>
                  <a:pt x="10094" y="10800"/>
                </a:lnTo>
                <a:lnTo>
                  <a:pt x="9876" y="8640"/>
                </a:lnTo>
                <a:lnTo>
                  <a:pt x="12764" y="8640"/>
                </a:lnTo>
                <a:cubicBezTo>
                  <a:pt x="12764" y="8640"/>
                  <a:pt x="12764" y="10800"/>
                  <a:pt x="12764" y="10800"/>
                </a:cubicBezTo>
                <a:close/>
                <a:moveTo>
                  <a:pt x="12764" y="14040"/>
                </a:moveTo>
                <a:lnTo>
                  <a:pt x="10422" y="14040"/>
                </a:lnTo>
                <a:lnTo>
                  <a:pt x="10203" y="11880"/>
                </a:lnTo>
                <a:lnTo>
                  <a:pt x="12764" y="11880"/>
                </a:lnTo>
                <a:cubicBezTo>
                  <a:pt x="12764" y="11880"/>
                  <a:pt x="12764" y="14040"/>
                  <a:pt x="12764" y="14040"/>
                </a:cubicBezTo>
                <a:close/>
                <a:moveTo>
                  <a:pt x="12764" y="17280"/>
                </a:moveTo>
                <a:lnTo>
                  <a:pt x="10748" y="17280"/>
                </a:lnTo>
                <a:lnTo>
                  <a:pt x="10531" y="15120"/>
                </a:lnTo>
                <a:lnTo>
                  <a:pt x="12764" y="15120"/>
                </a:lnTo>
                <a:cubicBezTo>
                  <a:pt x="12764" y="15120"/>
                  <a:pt x="12764" y="17280"/>
                  <a:pt x="12764" y="17280"/>
                </a:cubicBezTo>
                <a:close/>
                <a:moveTo>
                  <a:pt x="8836" y="20520"/>
                </a:moveTo>
                <a:cubicBezTo>
                  <a:pt x="8294" y="20520"/>
                  <a:pt x="7855" y="20036"/>
                  <a:pt x="7855" y="19440"/>
                </a:cubicBezTo>
                <a:cubicBezTo>
                  <a:pt x="7855" y="18844"/>
                  <a:pt x="8294" y="18360"/>
                  <a:pt x="8836" y="18360"/>
                </a:cubicBezTo>
                <a:cubicBezTo>
                  <a:pt x="9379" y="18360"/>
                  <a:pt x="9818" y="18844"/>
                  <a:pt x="9818" y="19440"/>
                </a:cubicBezTo>
                <a:cubicBezTo>
                  <a:pt x="9818" y="20036"/>
                  <a:pt x="9379" y="20520"/>
                  <a:pt x="8836" y="20520"/>
                </a:cubicBezTo>
                <a:moveTo>
                  <a:pt x="7214" y="15120"/>
                </a:moveTo>
                <a:lnTo>
                  <a:pt x="9543" y="15120"/>
                </a:lnTo>
                <a:lnTo>
                  <a:pt x="9761" y="17280"/>
                </a:lnTo>
                <a:lnTo>
                  <a:pt x="7740" y="17280"/>
                </a:lnTo>
                <a:cubicBezTo>
                  <a:pt x="7740" y="17280"/>
                  <a:pt x="7214" y="15120"/>
                  <a:pt x="7214" y="15120"/>
                </a:cubicBezTo>
                <a:close/>
                <a:moveTo>
                  <a:pt x="6950" y="14040"/>
                </a:moveTo>
                <a:lnTo>
                  <a:pt x="6424" y="11880"/>
                </a:lnTo>
                <a:lnTo>
                  <a:pt x="9215" y="11880"/>
                </a:lnTo>
                <a:lnTo>
                  <a:pt x="9434" y="14040"/>
                </a:lnTo>
                <a:cubicBezTo>
                  <a:pt x="9434" y="14040"/>
                  <a:pt x="6950" y="14040"/>
                  <a:pt x="6950" y="14040"/>
                </a:cubicBezTo>
                <a:close/>
                <a:moveTo>
                  <a:pt x="5633" y="8640"/>
                </a:moveTo>
                <a:lnTo>
                  <a:pt x="8888" y="8640"/>
                </a:lnTo>
                <a:lnTo>
                  <a:pt x="9107" y="10800"/>
                </a:lnTo>
                <a:lnTo>
                  <a:pt x="6160" y="10800"/>
                </a:lnTo>
                <a:cubicBezTo>
                  <a:pt x="6160" y="10800"/>
                  <a:pt x="5633" y="8640"/>
                  <a:pt x="5633" y="8640"/>
                </a:cubicBezTo>
                <a:close/>
                <a:moveTo>
                  <a:pt x="17621" y="8640"/>
                </a:moveTo>
                <a:lnTo>
                  <a:pt x="20498" y="8640"/>
                </a:lnTo>
                <a:lnTo>
                  <a:pt x="20061" y="10800"/>
                </a:lnTo>
                <a:lnTo>
                  <a:pt x="17403" y="10800"/>
                </a:lnTo>
                <a:cubicBezTo>
                  <a:pt x="17403" y="10800"/>
                  <a:pt x="17621" y="8640"/>
                  <a:pt x="17621" y="8640"/>
                </a:cubicBezTo>
                <a:close/>
                <a:moveTo>
                  <a:pt x="19619" y="17950"/>
                </a:moveTo>
                <a:lnTo>
                  <a:pt x="19622" y="17951"/>
                </a:lnTo>
                <a:lnTo>
                  <a:pt x="21586" y="8231"/>
                </a:lnTo>
                <a:lnTo>
                  <a:pt x="21577" y="8229"/>
                </a:lnTo>
                <a:cubicBezTo>
                  <a:pt x="21586" y="8186"/>
                  <a:pt x="21600" y="8145"/>
                  <a:pt x="21600" y="8100"/>
                </a:cubicBezTo>
                <a:cubicBezTo>
                  <a:pt x="21600" y="7802"/>
                  <a:pt x="21380" y="7560"/>
                  <a:pt x="21109" y="7560"/>
                </a:cubicBezTo>
                <a:lnTo>
                  <a:pt x="5370" y="7560"/>
                </a:lnTo>
                <a:lnTo>
                  <a:pt x="4674" y="4705"/>
                </a:lnTo>
                <a:lnTo>
                  <a:pt x="4667" y="4707"/>
                </a:lnTo>
                <a:cubicBezTo>
                  <a:pt x="4606" y="4485"/>
                  <a:pt x="4426" y="4320"/>
                  <a:pt x="4204" y="4320"/>
                </a:cubicBezTo>
                <a:lnTo>
                  <a:pt x="491" y="4320"/>
                </a:lnTo>
                <a:cubicBezTo>
                  <a:pt x="220" y="4320"/>
                  <a:pt x="0" y="4562"/>
                  <a:pt x="0" y="4860"/>
                </a:cubicBezTo>
                <a:cubicBezTo>
                  <a:pt x="0" y="5159"/>
                  <a:pt x="220" y="5400"/>
                  <a:pt x="491" y="5400"/>
                </a:cubicBezTo>
                <a:lnTo>
                  <a:pt x="3827" y="5400"/>
                </a:lnTo>
                <a:lnTo>
                  <a:pt x="6893" y="17975"/>
                </a:lnTo>
                <a:lnTo>
                  <a:pt x="6894" y="17975"/>
                </a:lnTo>
                <a:cubicBezTo>
                  <a:pt x="6936" y="18127"/>
                  <a:pt x="7037" y="18251"/>
                  <a:pt x="7168" y="18314"/>
                </a:cubicBezTo>
                <a:cubicBezTo>
                  <a:pt x="6984" y="18643"/>
                  <a:pt x="6873" y="19026"/>
                  <a:pt x="6873" y="19440"/>
                </a:cubicBezTo>
                <a:cubicBezTo>
                  <a:pt x="6873" y="20633"/>
                  <a:pt x="7752" y="21600"/>
                  <a:pt x="8836" y="21600"/>
                </a:cubicBezTo>
                <a:cubicBezTo>
                  <a:pt x="9921" y="21600"/>
                  <a:pt x="10800" y="20633"/>
                  <a:pt x="10800" y="19440"/>
                </a:cubicBezTo>
                <a:cubicBezTo>
                  <a:pt x="10800" y="19045"/>
                  <a:pt x="10696" y="18679"/>
                  <a:pt x="10528" y="18360"/>
                </a:cubicBezTo>
                <a:lnTo>
                  <a:pt x="15982" y="18360"/>
                </a:lnTo>
                <a:cubicBezTo>
                  <a:pt x="15813" y="18679"/>
                  <a:pt x="15709" y="19045"/>
                  <a:pt x="15709" y="19440"/>
                </a:cubicBezTo>
                <a:cubicBezTo>
                  <a:pt x="15709" y="20633"/>
                  <a:pt x="16588" y="21600"/>
                  <a:pt x="17673" y="21600"/>
                </a:cubicBezTo>
                <a:cubicBezTo>
                  <a:pt x="18757" y="21600"/>
                  <a:pt x="19636" y="20633"/>
                  <a:pt x="19636" y="19440"/>
                </a:cubicBezTo>
                <a:cubicBezTo>
                  <a:pt x="19636" y="19026"/>
                  <a:pt x="19525" y="18643"/>
                  <a:pt x="19341" y="18314"/>
                </a:cubicBezTo>
                <a:cubicBezTo>
                  <a:pt x="19479" y="18248"/>
                  <a:pt x="19581" y="18113"/>
                  <a:pt x="19619" y="17950"/>
                </a:cubicBezTo>
                <a:moveTo>
                  <a:pt x="10800" y="3780"/>
                </a:moveTo>
                <a:lnTo>
                  <a:pt x="12764" y="3780"/>
                </a:lnTo>
                <a:lnTo>
                  <a:pt x="12764" y="5940"/>
                </a:lnTo>
                <a:cubicBezTo>
                  <a:pt x="12764" y="6239"/>
                  <a:pt x="12984" y="6480"/>
                  <a:pt x="13255" y="6480"/>
                </a:cubicBezTo>
                <a:cubicBezTo>
                  <a:pt x="13526" y="6480"/>
                  <a:pt x="13745" y="6239"/>
                  <a:pt x="13745" y="5940"/>
                </a:cubicBezTo>
                <a:lnTo>
                  <a:pt x="13745" y="3780"/>
                </a:lnTo>
                <a:lnTo>
                  <a:pt x="15709" y="3780"/>
                </a:lnTo>
                <a:cubicBezTo>
                  <a:pt x="15980" y="3780"/>
                  <a:pt x="16200" y="3539"/>
                  <a:pt x="16200" y="3240"/>
                </a:cubicBezTo>
                <a:cubicBezTo>
                  <a:pt x="16200" y="2942"/>
                  <a:pt x="15980" y="2700"/>
                  <a:pt x="15709" y="2700"/>
                </a:cubicBezTo>
                <a:lnTo>
                  <a:pt x="13745" y="2700"/>
                </a:lnTo>
                <a:lnTo>
                  <a:pt x="13745" y="540"/>
                </a:lnTo>
                <a:cubicBezTo>
                  <a:pt x="13745" y="242"/>
                  <a:pt x="13526" y="0"/>
                  <a:pt x="13255" y="0"/>
                </a:cubicBezTo>
                <a:cubicBezTo>
                  <a:pt x="12984" y="0"/>
                  <a:pt x="12764" y="242"/>
                  <a:pt x="12764" y="540"/>
                </a:cubicBezTo>
                <a:lnTo>
                  <a:pt x="12764" y="2700"/>
                </a:lnTo>
                <a:lnTo>
                  <a:pt x="10800" y="2700"/>
                </a:lnTo>
                <a:cubicBezTo>
                  <a:pt x="10529" y="2700"/>
                  <a:pt x="10309" y="2942"/>
                  <a:pt x="10309" y="3240"/>
                </a:cubicBezTo>
                <a:cubicBezTo>
                  <a:pt x="10309" y="3539"/>
                  <a:pt x="10529" y="3780"/>
                  <a:pt x="10800" y="378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2" name="Shape 2813"/>
          <p:cNvSpPr/>
          <p:nvPr/>
        </p:nvSpPr>
        <p:spPr>
          <a:xfrm>
            <a:off x="5872320" y="1395360"/>
            <a:ext cx="209520" cy="166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7076" y="12960"/>
                </a:moveTo>
                <a:lnTo>
                  <a:pt x="17294" y="10491"/>
                </a:lnTo>
                <a:lnTo>
                  <a:pt x="19843" y="10491"/>
                </a:lnTo>
                <a:lnTo>
                  <a:pt x="19407" y="12960"/>
                </a:lnTo>
                <a:cubicBezTo>
                  <a:pt x="19407" y="12960"/>
                  <a:pt x="17076" y="12960"/>
                  <a:pt x="17076" y="12960"/>
                </a:cubicBezTo>
                <a:close/>
                <a:moveTo>
                  <a:pt x="18752" y="16663"/>
                </a:moveTo>
                <a:lnTo>
                  <a:pt x="16748" y="16663"/>
                </a:lnTo>
                <a:lnTo>
                  <a:pt x="16967" y="14194"/>
                </a:lnTo>
                <a:lnTo>
                  <a:pt x="19188" y="14194"/>
                </a:lnTo>
                <a:cubicBezTo>
                  <a:pt x="19188" y="14194"/>
                  <a:pt x="18752" y="16663"/>
                  <a:pt x="18752" y="16663"/>
                </a:cubicBezTo>
                <a:close/>
                <a:moveTo>
                  <a:pt x="17673" y="20366"/>
                </a:moveTo>
                <a:cubicBezTo>
                  <a:pt x="17131" y="20366"/>
                  <a:pt x="16691" y="19813"/>
                  <a:pt x="16691" y="19131"/>
                </a:cubicBezTo>
                <a:cubicBezTo>
                  <a:pt x="16691" y="18450"/>
                  <a:pt x="17131" y="17897"/>
                  <a:pt x="17673" y="17897"/>
                </a:cubicBezTo>
                <a:cubicBezTo>
                  <a:pt x="18215" y="17897"/>
                  <a:pt x="18655" y="18450"/>
                  <a:pt x="18655" y="19131"/>
                </a:cubicBezTo>
                <a:cubicBezTo>
                  <a:pt x="18655" y="19813"/>
                  <a:pt x="18215" y="20366"/>
                  <a:pt x="17673" y="20366"/>
                </a:cubicBezTo>
                <a:moveTo>
                  <a:pt x="16415" y="9257"/>
                </a:moveTo>
                <a:lnTo>
                  <a:pt x="13745" y="9257"/>
                </a:lnTo>
                <a:lnTo>
                  <a:pt x="13745" y="6789"/>
                </a:lnTo>
                <a:lnTo>
                  <a:pt x="16634" y="6789"/>
                </a:lnTo>
                <a:cubicBezTo>
                  <a:pt x="16634" y="6789"/>
                  <a:pt x="16415" y="9257"/>
                  <a:pt x="16415" y="9257"/>
                </a:cubicBezTo>
                <a:close/>
                <a:moveTo>
                  <a:pt x="16088" y="12960"/>
                </a:moveTo>
                <a:lnTo>
                  <a:pt x="13745" y="12960"/>
                </a:lnTo>
                <a:lnTo>
                  <a:pt x="13745" y="10491"/>
                </a:lnTo>
                <a:lnTo>
                  <a:pt x="16307" y="10491"/>
                </a:lnTo>
                <a:cubicBezTo>
                  <a:pt x="16307" y="10491"/>
                  <a:pt x="16088" y="12960"/>
                  <a:pt x="16088" y="12960"/>
                </a:cubicBezTo>
                <a:close/>
                <a:moveTo>
                  <a:pt x="15761" y="16663"/>
                </a:moveTo>
                <a:lnTo>
                  <a:pt x="13745" y="16663"/>
                </a:lnTo>
                <a:lnTo>
                  <a:pt x="13745" y="14194"/>
                </a:lnTo>
                <a:lnTo>
                  <a:pt x="15979" y="14194"/>
                </a:lnTo>
                <a:cubicBezTo>
                  <a:pt x="15979" y="14194"/>
                  <a:pt x="15761" y="16663"/>
                  <a:pt x="15761" y="16663"/>
                </a:cubicBezTo>
                <a:close/>
                <a:moveTo>
                  <a:pt x="12764" y="9257"/>
                </a:moveTo>
                <a:lnTo>
                  <a:pt x="10094" y="9257"/>
                </a:lnTo>
                <a:lnTo>
                  <a:pt x="9876" y="6789"/>
                </a:lnTo>
                <a:lnTo>
                  <a:pt x="12764" y="6789"/>
                </a:lnTo>
                <a:cubicBezTo>
                  <a:pt x="12764" y="6789"/>
                  <a:pt x="12764" y="9257"/>
                  <a:pt x="12764" y="9257"/>
                </a:cubicBezTo>
                <a:close/>
                <a:moveTo>
                  <a:pt x="12764" y="12960"/>
                </a:moveTo>
                <a:lnTo>
                  <a:pt x="10422" y="12960"/>
                </a:lnTo>
                <a:lnTo>
                  <a:pt x="10203" y="10491"/>
                </a:lnTo>
                <a:lnTo>
                  <a:pt x="12764" y="10491"/>
                </a:lnTo>
                <a:cubicBezTo>
                  <a:pt x="12764" y="10491"/>
                  <a:pt x="12764" y="12960"/>
                  <a:pt x="12764" y="12960"/>
                </a:cubicBezTo>
                <a:close/>
                <a:moveTo>
                  <a:pt x="12764" y="16663"/>
                </a:moveTo>
                <a:lnTo>
                  <a:pt x="10748" y="16663"/>
                </a:lnTo>
                <a:lnTo>
                  <a:pt x="10531" y="14194"/>
                </a:lnTo>
                <a:lnTo>
                  <a:pt x="12764" y="14194"/>
                </a:lnTo>
                <a:cubicBezTo>
                  <a:pt x="12764" y="14194"/>
                  <a:pt x="12764" y="16663"/>
                  <a:pt x="12764" y="16663"/>
                </a:cubicBezTo>
                <a:close/>
                <a:moveTo>
                  <a:pt x="8836" y="20366"/>
                </a:moveTo>
                <a:cubicBezTo>
                  <a:pt x="8294" y="20366"/>
                  <a:pt x="7855" y="19813"/>
                  <a:pt x="7855" y="19131"/>
                </a:cubicBezTo>
                <a:cubicBezTo>
                  <a:pt x="7855" y="18450"/>
                  <a:pt x="8294" y="17897"/>
                  <a:pt x="8836" y="17897"/>
                </a:cubicBezTo>
                <a:cubicBezTo>
                  <a:pt x="9379" y="17897"/>
                  <a:pt x="9818" y="18450"/>
                  <a:pt x="9818" y="19131"/>
                </a:cubicBezTo>
                <a:cubicBezTo>
                  <a:pt x="9818" y="19813"/>
                  <a:pt x="9379" y="20366"/>
                  <a:pt x="8836" y="20366"/>
                </a:cubicBezTo>
                <a:moveTo>
                  <a:pt x="7214" y="14194"/>
                </a:moveTo>
                <a:lnTo>
                  <a:pt x="9543" y="14194"/>
                </a:lnTo>
                <a:lnTo>
                  <a:pt x="9761" y="16663"/>
                </a:lnTo>
                <a:lnTo>
                  <a:pt x="7740" y="16663"/>
                </a:lnTo>
                <a:cubicBezTo>
                  <a:pt x="7740" y="16663"/>
                  <a:pt x="7214" y="14194"/>
                  <a:pt x="7214" y="14194"/>
                </a:cubicBezTo>
                <a:close/>
                <a:moveTo>
                  <a:pt x="6950" y="12960"/>
                </a:moveTo>
                <a:lnTo>
                  <a:pt x="6424" y="10491"/>
                </a:lnTo>
                <a:lnTo>
                  <a:pt x="9215" y="10491"/>
                </a:lnTo>
                <a:lnTo>
                  <a:pt x="9434" y="12960"/>
                </a:lnTo>
                <a:cubicBezTo>
                  <a:pt x="9434" y="12960"/>
                  <a:pt x="6950" y="12960"/>
                  <a:pt x="6950" y="12960"/>
                </a:cubicBezTo>
                <a:close/>
                <a:moveTo>
                  <a:pt x="5633" y="6789"/>
                </a:moveTo>
                <a:lnTo>
                  <a:pt x="8888" y="6789"/>
                </a:lnTo>
                <a:lnTo>
                  <a:pt x="9107" y="9257"/>
                </a:lnTo>
                <a:lnTo>
                  <a:pt x="6160" y="9257"/>
                </a:lnTo>
                <a:cubicBezTo>
                  <a:pt x="6160" y="9257"/>
                  <a:pt x="5633" y="6789"/>
                  <a:pt x="5633" y="6789"/>
                </a:cubicBezTo>
                <a:close/>
                <a:moveTo>
                  <a:pt x="17621" y="6789"/>
                </a:moveTo>
                <a:lnTo>
                  <a:pt x="20498" y="6789"/>
                </a:lnTo>
                <a:lnTo>
                  <a:pt x="20061" y="9257"/>
                </a:lnTo>
                <a:lnTo>
                  <a:pt x="17403" y="9257"/>
                </a:lnTo>
                <a:cubicBezTo>
                  <a:pt x="17403" y="9257"/>
                  <a:pt x="17621" y="6789"/>
                  <a:pt x="17621" y="6789"/>
                </a:cubicBezTo>
                <a:close/>
                <a:moveTo>
                  <a:pt x="19619" y="17429"/>
                </a:moveTo>
                <a:lnTo>
                  <a:pt x="19622" y="17429"/>
                </a:lnTo>
                <a:lnTo>
                  <a:pt x="21585" y="6321"/>
                </a:lnTo>
                <a:lnTo>
                  <a:pt x="21577" y="6318"/>
                </a:lnTo>
                <a:cubicBezTo>
                  <a:pt x="21586" y="6270"/>
                  <a:pt x="21600" y="6224"/>
                  <a:pt x="21600" y="6171"/>
                </a:cubicBezTo>
                <a:cubicBezTo>
                  <a:pt x="21600" y="5830"/>
                  <a:pt x="21380" y="5554"/>
                  <a:pt x="21109" y="5554"/>
                </a:cubicBezTo>
                <a:lnTo>
                  <a:pt x="5370" y="5554"/>
                </a:lnTo>
                <a:lnTo>
                  <a:pt x="4674" y="2291"/>
                </a:lnTo>
                <a:lnTo>
                  <a:pt x="4667" y="2294"/>
                </a:lnTo>
                <a:cubicBezTo>
                  <a:pt x="4606" y="2040"/>
                  <a:pt x="4426" y="1851"/>
                  <a:pt x="4204" y="1851"/>
                </a:cubicBezTo>
                <a:lnTo>
                  <a:pt x="491" y="1851"/>
                </a:lnTo>
                <a:cubicBezTo>
                  <a:pt x="220" y="1851"/>
                  <a:pt x="0" y="2127"/>
                  <a:pt x="0" y="2469"/>
                </a:cubicBezTo>
                <a:cubicBezTo>
                  <a:pt x="0" y="2810"/>
                  <a:pt x="220" y="3086"/>
                  <a:pt x="491" y="3086"/>
                </a:cubicBezTo>
                <a:lnTo>
                  <a:pt x="3827" y="3086"/>
                </a:lnTo>
                <a:lnTo>
                  <a:pt x="6893" y="17457"/>
                </a:lnTo>
                <a:lnTo>
                  <a:pt x="6894" y="17457"/>
                </a:lnTo>
                <a:cubicBezTo>
                  <a:pt x="6936" y="17631"/>
                  <a:pt x="7037" y="17772"/>
                  <a:pt x="7168" y="17845"/>
                </a:cubicBezTo>
                <a:cubicBezTo>
                  <a:pt x="6984" y="18220"/>
                  <a:pt x="6873" y="18658"/>
                  <a:pt x="6873" y="19131"/>
                </a:cubicBezTo>
                <a:cubicBezTo>
                  <a:pt x="6873" y="20495"/>
                  <a:pt x="7752" y="21600"/>
                  <a:pt x="8836" y="21600"/>
                </a:cubicBezTo>
                <a:cubicBezTo>
                  <a:pt x="9921" y="21600"/>
                  <a:pt x="10800" y="20495"/>
                  <a:pt x="10800" y="19131"/>
                </a:cubicBezTo>
                <a:cubicBezTo>
                  <a:pt x="10800" y="18680"/>
                  <a:pt x="10696" y="18262"/>
                  <a:pt x="10528" y="17897"/>
                </a:cubicBezTo>
                <a:lnTo>
                  <a:pt x="15982" y="17897"/>
                </a:lnTo>
                <a:cubicBezTo>
                  <a:pt x="15813" y="18262"/>
                  <a:pt x="15709" y="18680"/>
                  <a:pt x="15709" y="19131"/>
                </a:cubicBezTo>
                <a:cubicBezTo>
                  <a:pt x="15709" y="20495"/>
                  <a:pt x="16588" y="21600"/>
                  <a:pt x="17673" y="21600"/>
                </a:cubicBezTo>
                <a:cubicBezTo>
                  <a:pt x="18757" y="21600"/>
                  <a:pt x="19636" y="20495"/>
                  <a:pt x="19636" y="19131"/>
                </a:cubicBezTo>
                <a:cubicBezTo>
                  <a:pt x="19636" y="18658"/>
                  <a:pt x="19525" y="18220"/>
                  <a:pt x="19341" y="17845"/>
                </a:cubicBezTo>
                <a:cubicBezTo>
                  <a:pt x="19479" y="17769"/>
                  <a:pt x="19581" y="17615"/>
                  <a:pt x="19619" y="17429"/>
                </a:cubicBezTo>
                <a:moveTo>
                  <a:pt x="10800" y="1234"/>
                </a:moveTo>
                <a:lnTo>
                  <a:pt x="15709" y="1234"/>
                </a:lnTo>
                <a:cubicBezTo>
                  <a:pt x="15980" y="1234"/>
                  <a:pt x="16200" y="959"/>
                  <a:pt x="16200" y="617"/>
                </a:cubicBezTo>
                <a:cubicBezTo>
                  <a:pt x="16200" y="276"/>
                  <a:pt x="15980" y="0"/>
                  <a:pt x="15709" y="0"/>
                </a:cubicBezTo>
                <a:lnTo>
                  <a:pt x="10800" y="0"/>
                </a:lnTo>
                <a:cubicBezTo>
                  <a:pt x="10529" y="0"/>
                  <a:pt x="10309" y="276"/>
                  <a:pt x="10309" y="617"/>
                </a:cubicBezTo>
                <a:cubicBezTo>
                  <a:pt x="10309" y="959"/>
                  <a:pt x="10529" y="1234"/>
                  <a:pt x="10800" y="123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3" name="Shape 2814"/>
          <p:cNvSpPr/>
          <p:nvPr/>
        </p:nvSpPr>
        <p:spPr>
          <a:xfrm>
            <a:off x="6291360" y="1371600"/>
            <a:ext cx="17136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4400" y="10800"/>
                </a:moveTo>
                <a:lnTo>
                  <a:pt x="13200" y="10800"/>
                </a:lnTo>
                <a:lnTo>
                  <a:pt x="13200" y="11782"/>
                </a:lnTo>
                <a:lnTo>
                  <a:pt x="14400" y="11782"/>
                </a:lnTo>
                <a:cubicBezTo>
                  <a:pt x="14400" y="11782"/>
                  <a:pt x="14400" y="10800"/>
                  <a:pt x="14400" y="10800"/>
                </a:cubicBezTo>
                <a:close/>
                <a:moveTo>
                  <a:pt x="15600" y="11782"/>
                </a:moveTo>
                <a:lnTo>
                  <a:pt x="16800" y="11782"/>
                </a:lnTo>
                <a:lnTo>
                  <a:pt x="16800" y="10800"/>
                </a:lnTo>
                <a:lnTo>
                  <a:pt x="15600" y="10800"/>
                </a:lnTo>
                <a:cubicBezTo>
                  <a:pt x="15600" y="10800"/>
                  <a:pt x="15600" y="11782"/>
                  <a:pt x="15600" y="11782"/>
                </a:cubicBezTo>
                <a:close/>
                <a:moveTo>
                  <a:pt x="15600" y="15709"/>
                </a:moveTo>
                <a:lnTo>
                  <a:pt x="19200" y="15709"/>
                </a:lnTo>
                <a:lnTo>
                  <a:pt x="19200" y="14727"/>
                </a:lnTo>
                <a:lnTo>
                  <a:pt x="15600" y="14727"/>
                </a:lnTo>
                <a:cubicBezTo>
                  <a:pt x="15600" y="14727"/>
                  <a:pt x="15600" y="15709"/>
                  <a:pt x="15600" y="15709"/>
                </a:cubicBezTo>
                <a:close/>
                <a:moveTo>
                  <a:pt x="14400" y="8836"/>
                </a:moveTo>
                <a:lnTo>
                  <a:pt x="13200" y="8836"/>
                </a:lnTo>
                <a:lnTo>
                  <a:pt x="13200" y="9818"/>
                </a:lnTo>
                <a:lnTo>
                  <a:pt x="14400" y="9818"/>
                </a:lnTo>
                <a:cubicBezTo>
                  <a:pt x="14400" y="9818"/>
                  <a:pt x="14400" y="8836"/>
                  <a:pt x="14400" y="8836"/>
                </a:cubicBezTo>
                <a:close/>
                <a:moveTo>
                  <a:pt x="16800" y="8836"/>
                </a:moveTo>
                <a:lnTo>
                  <a:pt x="15600" y="8836"/>
                </a:lnTo>
                <a:lnTo>
                  <a:pt x="15600" y="9818"/>
                </a:lnTo>
                <a:lnTo>
                  <a:pt x="16800" y="9818"/>
                </a:lnTo>
                <a:cubicBezTo>
                  <a:pt x="16800" y="9818"/>
                  <a:pt x="16800" y="8836"/>
                  <a:pt x="16800" y="8836"/>
                </a:cubicBezTo>
                <a:close/>
                <a:moveTo>
                  <a:pt x="19200" y="6873"/>
                </a:moveTo>
                <a:lnTo>
                  <a:pt x="13200" y="6873"/>
                </a:lnTo>
                <a:lnTo>
                  <a:pt x="13200" y="7855"/>
                </a:lnTo>
                <a:lnTo>
                  <a:pt x="19200" y="7855"/>
                </a:lnTo>
                <a:cubicBezTo>
                  <a:pt x="19200" y="7855"/>
                  <a:pt x="19200" y="6873"/>
                  <a:pt x="19200" y="6873"/>
                </a:cubicBezTo>
                <a:close/>
                <a:moveTo>
                  <a:pt x="18000" y="9818"/>
                </a:moveTo>
                <a:lnTo>
                  <a:pt x="19200" y="9818"/>
                </a:lnTo>
                <a:lnTo>
                  <a:pt x="19200" y="8836"/>
                </a:lnTo>
                <a:lnTo>
                  <a:pt x="18000" y="8836"/>
                </a:lnTo>
                <a:cubicBezTo>
                  <a:pt x="18000" y="8836"/>
                  <a:pt x="18000" y="9818"/>
                  <a:pt x="18000" y="9818"/>
                </a:cubicBezTo>
                <a:close/>
                <a:moveTo>
                  <a:pt x="18000" y="11782"/>
                </a:moveTo>
                <a:lnTo>
                  <a:pt x="19200" y="11782"/>
                </a:lnTo>
                <a:lnTo>
                  <a:pt x="19200" y="10800"/>
                </a:lnTo>
                <a:lnTo>
                  <a:pt x="18000" y="10800"/>
                </a:lnTo>
                <a:cubicBezTo>
                  <a:pt x="18000" y="10800"/>
                  <a:pt x="18000" y="11782"/>
                  <a:pt x="18000" y="11782"/>
                </a:cubicBezTo>
                <a:close/>
                <a:moveTo>
                  <a:pt x="15600" y="13745"/>
                </a:moveTo>
                <a:lnTo>
                  <a:pt x="16800" y="13745"/>
                </a:lnTo>
                <a:lnTo>
                  <a:pt x="16800" y="12764"/>
                </a:lnTo>
                <a:lnTo>
                  <a:pt x="15600" y="12764"/>
                </a:lnTo>
                <a:cubicBezTo>
                  <a:pt x="15600" y="12764"/>
                  <a:pt x="15600" y="13745"/>
                  <a:pt x="15600" y="13745"/>
                </a:cubicBezTo>
                <a:close/>
                <a:moveTo>
                  <a:pt x="18000" y="13745"/>
                </a:moveTo>
                <a:lnTo>
                  <a:pt x="19200" y="13745"/>
                </a:lnTo>
                <a:lnTo>
                  <a:pt x="19200" y="12764"/>
                </a:lnTo>
                <a:lnTo>
                  <a:pt x="18000" y="12764"/>
                </a:lnTo>
                <a:cubicBezTo>
                  <a:pt x="18000" y="12764"/>
                  <a:pt x="18000" y="13745"/>
                  <a:pt x="18000" y="13745"/>
                </a:cubicBezTo>
                <a:close/>
                <a:moveTo>
                  <a:pt x="20400" y="16691"/>
                </a:moveTo>
                <a:lnTo>
                  <a:pt x="1200" y="16691"/>
                </a:lnTo>
                <a:lnTo>
                  <a:pt x="1200" y="5891"/>
                </a:lnTo>
                <a:lnTo>
                  <a:pt x="20400" y="5891"/>
                </a:lnTo>
                <a:cubicBezTo>
                  <a:pt x="20400" y="5891"/>
                  <a:pt x="20400" y="16691"/>
                  <a:pt x="20400" y="166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17673"/>
                </a:lnTo>
                <a:lnTo>
                  <a:pt x="20400" y="17673"/>
                </a:lnTo>
                <a:cubicBezTo>
                  <a:pt x="20400" y="17673"/>
                  <a:pt x="20400" y="20618"/>
                  <a:pt x="20400" y="20618"/>
                </a:cubicBezTo>
                <a:close/>
                <a:moveTo>
                  <a:pt x="15000" y="4909"/>
                </a:moveTo>
                <a:lnTo>
                  <a:pt x="13800" y="4909"/>
                </a:lnTo>
                <a:lnTo>
                  <a:pt x="13800" y="2945"/>
                </a:lnTo>
                <a:lnTo>
                  <a:pt x="15000" y="2945"/>
                </a:lnTo>
                <a:cubicBezTo>
                  <a:pt x="15000" y="2945"/>
                  <a:pt x="15000" y="4909"/>
                  <a:pt x="15000" y="4909"/>
                </a:cubicBezTo>
                <a:close/>
                <a:moveTo>
                  <a:pt x="13200" y="982"/>
                </a:moveTo>
                <a:lnTo>
                  <a:pt x="18000" y="982"/>
                </a:lnTo>
                <a:lnTo>
                  <a:pt x="18000" y="1964"/>
                </a:lnTo>
                <a:lnTo>
                  <a:pt x="13200" y="1964"/>
                </a:lnTo>
                <a:cubicBezTo>
                  <a:pt x="13200" y="1964"/>
                  <a:pt x="13200" y="982"/>
                  <a:pt x="13200" y="982"/>
                </a:cubicBezTo>
                <a:close/>
                <a:moveTo>
                  <a:pt x="12000" y="1964"/>
                </a:moveTo>
                <a:lnTo>
                  <a:pt x="10800" y="1964"/>
                </a:lnTo>
                <a:lnTo>
                  <a:pt x="10800" y="982"/>
                </a:lnTo>
                <a:lnTo>
                  <a:pt x="12000" y="982"/>
                </a:lnTo>
                <a:cubicBezTo>
                  <a:pt x="12000" y="982"/>
                  <a:pt x="12000" y="1964"/>
                  <a:pt x="12000" y="1964"/>
                </a:cubicBezTo>
                <a:close/>
                <a:moveTo>
                  <a:pt x="20400" y="4909"/>
                </a:moveTo>
                <a:lnTo>
                  <a:pt x="16200" y="4909"/>
                </a:lnTo>
                <a:lnTo>
                  <a:pt x="16200" y="2945"/>
                </a:lnTo>
                <a:lnTo>
                  <a:pt x="18000" y="2945"/>
                </a:lnTo>
                <a:cubicBezTo>
                  <a:pt x="18662" y="2945"/>
                  <a:pt x="19200" y="2506"/>
                  <a:pt x="19200" y="1964"/>
                </a:cubicBezTo>
                <a:lnTo>
                  <a:pt x="19200" y="982"/>
                </a:lnTo>
                <a:cubicBezTo>
                  <a:pt x="19200" y="440"/>
                  <a:pt x="18662" y="0"/>
                  <a:pt x="18000" y="0"/>
                </a:cubicBezTo>
                <a:lnTo>
                  <a:pt x="10800" y="0"/>
                </a:lnTo>
                <a:cubicBezTo>
                  <a:pt x="10138" y="0"/>
                  <a:pt x="9600" y="440"/>
                  <a:pt x="9600" y="982"/>
                </a:cubicBezTo>
                <a:lnTo>
                  <a:pt x="9600" y="1964"/>
                </a:lnTo>
                <a:cubicBezTo>
                  <a:pt x="9600" y="2506"/>
                  <a:pt x="10138" y="2945"/>
                  <a:pt x="10800" y="2945"/>
                </a:cubicBezTo>
                <a:lnTo>
                  <a:pt x="12600" y="2945"/>
                </a:lnTo>
                <a:lnTo>
                  <a:pt x="12600" y="4909"/>
                </a:lnTo>
                <a:lnTo>
                  <a:pt x="1200" y="4909"/>
                </a:lnTo>
                <a:cubicBezTo>
                  <a:pt x="538" y="4909"/>
                  <a:pt x="0" y="5349"/>
                  <a:pt x="0" y="5891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5891"/>
                </a:lnTo>
                <a:cubicBezTo>
                  <a:pt x="21600" y="5349"/>
                  <a:pt x="21062" y="4909"/>
                  <a:pt x="20400" y="4909"/>
                </a:cubicBezTo>
                <a:moveTo>
                  <a:pt x="3600" y="14727"/>
                </a:moveTo>
                <a:lnTo>
                  <a:pt x="2400" y="14727"/>
                </a:lnTo>
                <a:lnTo>
                  <a:pt x="2400" y="15709"/>
                </a:lnTo>
                <a:lnTo>
                  <a:pt x="3600" y="15709"/>
                </a:lnTo>
                <a:cubicBezTo>
                  <a:pt x="3600" y="15709"/>
                  <a:pt x="3600" y="14727"/>
                  <a:pt x="3600" y="14727"/>
                </a:cubicBezTo>
                <a:close/>
                <a:moveTo>
                  <a:pt x="4800" y="15709"/>
                </a:moveTo>
                <a:lnTo>
                  <a:pt x="6000" y="15709"/>
                </a:lnTo>
                <a:lnTo>
                  <a:pt x="6000" y="14727"/>
                </a:lnTo>
                <a:lnTo>
                  <a:pt x="4800" y="14727"/>
                </a:lnTo>
                <a:cubicBezTo>
                  <a:pt x="4800" y="14727"/>
                  <a:pt x="4800" y="15709"/>
                  <a:pt x="4800" y="15709"/>
                </a:cubicBezTo>
                <a:close/>
                <a:moveTo>
                  <a:pt x="9000" y="19636"/>
                </a:moveTo>
                <a:lnTo>
                  <a:pt x="12600" y="19636"/>
                </a:lnTo>
                <a:cubicBezTo>
                  <a:pt x="12931" y="19636"/>
                  <a:pt x="13200" y="19417"/>
                  <a:pt x="13200" y="19145"/>
                </a:cubicBezTo>
                <a:cubicBezTo>
                  <a:pt x="13200" y="18875"/>
                  <a:pt x="12931" y="18655"/>
                  <a:pt x="12600" y="18655"/>
                </a:cubicBezTo>
                <a:lnTo>
                  <a:pt x="9000" y="18655"/>
                </a:lnTo>
                <a:cubicBezTo>
                  <a:pt x="8669" y="18655"/>
                  <a:pt x="8400" y="18875"/>
                  <a:pt x="8400" y="19145"/>
                </a:cubicBezTo>
                <a:cubicBezTo>
                  <a:pt x="8400" y="19417"/>
                  <a:pt x="8669" y="19636"/>
                  <a:pt x="9000" y="19636"/>
                </a:cubicBezTo>
                <a:moveTo>
                  <a:pt x="7200" y="15709"/>
                </a:moveTo>
                <a:lnTo>
                  <a:pt x="8400" y="15709"/>
                </a:lnTo>
                <a:lnTo>
                  <a:pt x="8400" y="14727"/>
                </a:lnTo>
                <a:lnTo>
                  <a:pt x="7200" y="14727"/>
                </a:lnTo>
                <a:cubicBezTo>
                  <a:pt x="7200" y="14727"/>
                  <a:pt x="7200" y="15709"/>
                  <a:pt x="7200" y="15709"/>
                </a:cubicBezTo>
                <a:close/>
                <a:moveTo>
                  <a:pt x="14400" y="12764"/>
                </a:moveTo>
                <a:lnTo>
                  <a:pt x="13200" y="12764"/>
                </a:lnTo>
                <a:lnTo>
                  <a:pt x="13200" y="13745"/>
                </a:lnTo>
                <a:lnTo>
                  <a:pt x="14400" y="13745"/>
                </a:lnTo>
                <a:cubicBezTo>
                  <a:pt x="14400" y="13745"/>
                  <a:pt x="14400" y="12764"/>
                  <a:pt x="14400" y="12764"/>
                </a:cubicBezTo>
                <a:close/>
                <a:moveTo>
                  <a:pt x="10800" y="12764"/>
                </a:moveTo>
                <a:lnTo>
                  <a:pt x="3600" y="12764"/>
                </a:lnTo>
                <a:lnTo>
                  <a:pt x="3600" y="7855"/>
                </a:lnTo>
                <a:lnTo>
                  <a:pt x="10800" y="7855"/>
                </a:lnTo>
                <a:cubicBezTo>
                  <a:pt x="10800" y="7855"/>
                  <a:pt x="10800" y="12764"/>
                  <a:pt x="10800" y="12764"/>
                </a:cubicBezTo>
                <a:close/>
                <a:moveTo>
                  <a:pt x="12000" y="6873"/>
                </a:moveTo>
                <a:lnTo>
                  <a:pt x="2400" y="6873"/>
                </a:lnTo>
                <a:lnTo>
                  <a:pt x="2400" y="13745"/>
                </a:lnTo>
                <a:lnTo>
                  <a:pt x="12000" y="13745"/>
                </a:lnTo>
                <a:cubicBezTo>
                  <a:pt x="12000" y="13745"/>
                  <a:pt x="12000" y="6873"/>
                  <a:pt x="12000" y="687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4" name="Shape 2815"/>
          <p:cNvSpPr/>
          <p:nvPr/>
        </p:nvSpPr>
        <p:spPr>
          <a:xfrm>
            <a:off x="6681960" y="1371600"/>
            <a:ext cx="19044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157" y="20618"/>
                </a:moveTo>
                <a:lnTo>
                  <a:pt x="1300" y="19636"/>
                </a:lnTo>
                <a:lnTo>
                  <a:pt x="20300" y="19636"/>
                </a:lnTo>
                <a:lnTo>
                  <a:pt x="20443" y="20618"/>
                </a:lnTo>
                <a:cubicBezTo>
                  <a:pt x="20443" y="20618"/>
                  <a:pt x="1157" y="20618"/>
                  <a:pt x="1157" y="20618"/>
                </a:cubicBezTo>
                <a:close/>
                <a:moveTo>
                  <a:pt x="3172" y="6873"/>
                </a:moveTo>
                <a:lnTo>
                  <a:pt x="6480" y="6873"/>
                </a:lnTo>
                <a:lnTo>
                  <a:pt x="6480" y="8973"/>
                </a:lnTo>
                <a:cubicBezTo>
                  <a:pt x="6158" y="9143"/>
                  <a:pt x="5940" y="9456"/>
                  <a:pt x="5940" y="9818"/>
                </a:cubicBezTo>
                <a:cubicBezTo>
                  <a:pt x="5940" y="10360"/>
                  <a:pt x="6424" y="10800"/>
                  <a:pt x="7020" y="10800"/>
                </a:cubicBezTo>
                <a:cubicBezTo>
                  <a:pt x="7616" y="10800"/>
                  <a:pt x="8100" y="10360"/>
                  <a:pt x="8100" y="9818"/>
                </a:cubicBezTo>
                <a:cubicBezTo>
                  <a:pt x="8100" y="9456"/>
                  <a:pt x="7882" y="9143"/>
                  <a:pt x="7560" y="8973"/>
                </a:cubicBezTo>
                <a:lnTo>
                  <a:pt x="7560" y="6873"/>
                </a:lnTo>
                <a:lnTo>
                  <a:pt x="14040" y="6873"/>
                </a:lnTo>
                <a:lnTo>
                  <a:pt x="14040" y="8973"/>
                </a:lnTo>
                <a:cubicBezTo>
                  <a:pt x="13718" y="9143"/>
                  <a:pt x="13500" y="9456"/>
                  <a:pt x="13500" y="9818"/>
                </a:cubicBezTo>
                <a:cubicBezTo>
                  <a:pt x="13500" y="10360"/>
                  <a:pt x="13984" y="10800"/>
                  <a:pt x="14580" y="10800"/>
                </a:cubicBezTo>
                <a:cubicBezTo>
                  <a:pt x="15176" y="10800"/>
                  <a:pt x="15660" y="10360"/>
                  <a:pt x="15660" y="9818"/>
                </a:cubicBezTo>
                <a:cubicBezTo>
                  <a:pt x="15660" y="9456"/>
                  <a:pt x="15442" y="9143"/>
                  <a:pt x="15120" y="8973"/>
                </a:cubicBezTo>
                <a:lnTo>
                  <a:pt x="15120" y="6873"/>
                </a:lnTo>
                <a:lnTo>
                  <a:pt x="18428" y="6873"/>
                </a:lnTo>
                <a:lnTo>
                  <a:pt x="20155" y="18655"/>
                </a:lnTo>
                <a:lnTo>
                  <a:pt x="1445" y="18655"/>
                </a:lnTo>
                <a:cubicBezTo>
                  <a:pt x="1445" y="18655"/>
                  <a:pt x="3172" y="6873"/>
                  <a:pt x="3172" y="6873"/>
                </a:cubicBezTo>
                <a:close/>
                <a:moveTo>
                  <a:pt x="7560" y="3927"/>
                </a:moveTo>
                <a:cubicBezTo>
                  <a:pt x="7560" y="2301"/>
                  <a:pt x="9011" y="982"/>
                  <a:pt x="10800" y="982"/>
                </a:cubicBezTo>
                <a:cubicBezTo>
                  <a:pt x="12590" y="982"/>
                  <a:pt x="14040" y="2301"/>
                  <a:pt x="14040" y="3927"/>
                </a:cubicBezTo>
                <a:lnTo>
                  <a:pt x="14040" y="5891"/>
                </a:lnTo>
                <a:lnTo>
                  <a:pt x="7560" y="5891"/>
                </a:lnTo>
                <a:cubicBezTo>
                  <a:pt x="7560" y="5891"/>
                  <a:pt x="7560" y="3927"/>
                  <a:pt x="7560" y="3927"/>
                </a:cubicBezTo>
                <a:close/>
                <a:moveTo>
                  <a:pt x="21586" y="21045"/>
                </a:moveTo>
                <a:lnTo>
                  <a:pt x="21595" y="21044"/>
                </a:lnTo>
                <a:lnTo>
                  <a:pt x="19435" y="6317"/>
                </a:lnTo>
                <a:lnTo>
                  <a:pt x="19426" y="6318"/>
                </a:lnTo>
                <a:cubicBezTo>
                  <a:pt x="19390" y="6079"/>
                  <a:pt x="19173" y="5891"/>
                  <a:pt x="18900" y="5891"/>
                </a:cubicBezTo>
                <a:lnTo>
                  <a:pt x="15120" y="5891"/>
                </a:lnTo>
                <a:lnTo>
                  <a:pt x="15120" y="3927"/>
                </a:lnTo>
                <a:cubicBezTo>
                  <a:pt x="15120" y="1758"/>
                  <a:pt x="13186" y="0"/>
                  <a:pt x="10800" y="0"/>
                </a:cubicBezTo>
                <a:cubicBezTo>
                  <a:pt x="8414" y="0"/>
                  <a:pt x="6480" y="1758"/>
                  <a:pt x="6480" y="3927"/>
                </a:cubicBezTo>
                <a:lnTo>
                  <a:pt x="6480" y="5891"/>
                </a:lnTo>
                <a:lnTo>
                  <a:pt x="2700" y="5891"/>
                </a:lnTo>
                <a:cubicBezTo>
                  <a:pt x="2427" y="5891"/>
                  <a:pt x="2210" y="6079"/>
                  <a:pt x="2174" y="6318"/>
                </a:cubicBezTo>
                <a:lnTo>
                  <a:pt x="2165" y="6317"/>
                </a:lnTo>
                <a:lnTo>
                  <a:pt x="5" y="21044"/>
                </a:lnTo>
                <a:lnTo>
                  <a:pt x="14" y="21045"/>
                </a:lnTo>
                <a:cubicBezTo>
                  <a:pt x="11" y="21067"/>
                  <a:pt x="0" y="21087"/>
                  <a:pt x="0" y="21109"/>
                </a:cubicBezTo>
                <a:cubicBezTo>
                  <a:pt x="0" y="21381"/>
                  <a:pt x="242" y="21600"/>
                  <a:pt x="540" y="21600"/>
                </a:cubicBezTo>
                <a:lnTo>
                  <a:pt x="21060" y="21600"/>
                </a:lnTo>
                <a:cubicBezTo>
                  <a:pt x="21358" y="21600"/>
                  <a:pt x="21600" y="21381"/>
                  <a:pt x="21600" y="21109"/>
                </a:cubicBezTo>
                <a:cubicBezTo>
                  <a:pt x="21600" y="21087"/>
                  <a:pt x="21589" y="21067"/>
                  <a:pt x="21586" y="2104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5" name="Shape 2816"/>
          <p:cNvSpPr/>
          <p:nvPr/>
        </p:nvSpPr>
        <p:spPr>
          <a:xfrm>
            <a:off x="7066080" y="13716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1587" y="18100"/>
                </a:moveTo>
                <a:lnTo>
                  <a:pt x="21596" y="18099"/>
                </a:lnTo>
                <a:lnTo>
                  <a:pt x="20614" y="5335"/>
                </a:lnTo>
                <a:lnTo>
                  <a:pt x="20605" y="5337"/>
                </a:lnTo>
                <a:cubicBezTo>
                  <a:pt x="20573" y="5097"/>
                  <a:pt x="20376" y="4909"/>
                  <a:pt x="20127" y="4909"/>
                </a:cubicBezTo>
                <a:lnTo>
                  <a:pt x="16691" y="4909"/>
                </a:lnTo>
                <a:lnTo>
                  <a:pt x="16691" y="3927"/>
                </a:lnTo>
                <a:cubicBezTo>
                  <a:pt x="16691" y="1758"/>
                  <a:pt x="14932" y="0"/>
                  <a:pt x="12764" y="0"/>
                </a:cubicBezTo>
                <a:cubicBezTo>
                  <a:pt x="11300" y="0"/>
                  <a:pt x="10025" y="803"/>
                  <a:pt x="9350" y="1991"/>
                </a:cubicBezTo>
                <a:cubicBezTo>
                  <a:pt x="9705" y="2027"/>
                  <a:pt x="10048" y="2105"/>
                  <a:pt x="10377" y="2214"/>
                </a:cubicBezTo>
                <a:cubicBezTo>
                  <a:pt x="10911" y="1470"/>
                  <a:pt x="11778" y="982"/>
                  <a:pt x="12764" y="982"/>
                </a:cubicBezTo>
                <a:cubicBezTo>
                  <a:pt x="14390" y="982"/>
                  <a:pt x="15709" y="2301"/>
                  <a:pt x="15709" y="3927"/>
                </a:cubicBezTo>
                <a:lnTo>
                  <a:pt x="15709" y="4909"/>
                </a:lnTo>
                <a:lnTo>
                  <a:pt x="13337" y="4909"/>
                </a:lnTo>
                <a:cubicBezTo>
                  <a:pt x="13474" y="5221"/>
                  <a:pt x="13581" y="5549"/>
                  <a:pt x="13651" y="5891"/>
                </a:cubicBezTo>
                <a:lnTo>
                  <a:pt x="15709" y="5891"/>
                </a:lnTo>
                <a:lnTo>
                  <a:pt x="15709" y="6873"/>
                </a:lnTo>
                <a:lnTo>
                  <a:pt x="16204" y="6873"/>
                </a:lnTo>
                <a:cubicBezTo>
                  <a:pt x="16375" y="6873"/>
                  <a:pt x="16537" y="6905"/>
                  <a:pt x="16691" y="6961"/>
                </a:cubicBezTo>
                <a:lnTo>
                  <a:pt x="16691" y="5891"/>
                </a:lnTo>
                <a:lnTo>
                  <a:pt x="19674" y="5891"/>
                </a:lnTo>
                <a:lnTo>
                  <a:pt x="20429" y="15709"/>
                </a:lnTo>
                <a:lnTo>
                  <a:pt x="18247" y="15709"/>
                </a:lnTo>
                <a:lnTo>
                  <a:pt x="18323" y="16691"/>
                </a:lnTo>
                <a:lnTo>
                  <a:pt x="20504" y="16691"/>
                </a:lnTo>
                <a:lnTo>
                  <a:pt x="20580" y="17673"/>
                </a:lnTo>
                <a:lnTo>
                  <a:pt x="18398" y="17673"/>
                </a:lnTo>
                <a:lnTo>
                  <a:pt x="18474" y="18655"/>
                </a:lnTo>
                <a:lnTo>
                  <a:pt x="21109" y="18655"/>
                </a:lnTo>
                <a:cubicBezTo>
                  <a:pt x="21380" y="18655"/>
                  <a:pt x="21600" y="18435"/>
                  <a:pt x="21600" y="18164"/>
                </a:cubicBezTo>
                <a:cubicBezTo>
                  <a:pt x="21600" y="18141"/>
                  <a:pt x="21590" y="18122"/>
                  <a:pt x="21587" y="18100"/>
                </a:cubicBezTo>
                <a:moveTo>
                  <a:pt x="1020" y="20618"/>
                </a:moveTo>
                <a:lnTo>
                  <a:pt x="1096" y="19636"/>
                </a:lnTo>
                <a:lnTo>
                  <a:pt x="16577" y="19636"/>
                </a:lnTo>
                <a:lnTo>
                  <a:pt x="16653" y="20618"/>
                </a:lnTo>
                <a:cubicBezTo>
                  <a:pt x="16653" y="20618"/>
                  <a:pt x="1020" y="20618"/>
                  <a:pt x="1020" y="20618"/>
                </a:cubicBezTo>
                <a:close/>
                <a:moveTo>
                  <a:pt x="1926" y="8836"/>
                </a:moveTo>
                <a:lnTo>
                  <a:pt x="4909" y="8836"/>
                </a:lnTo>
                <a:lnTo>
                  <a:pt x="4909" y="10936"/>
                </a:lnTo>
                <a:cubicBezTo>
                  <a:pt x="4617" y="11106"/>
                  <a:pt x="4418" y="11420"/>
                  <a:pt x="4418" y="11782"/>
                </a:cubicBezTo>
                <a:cubicBezTo>
                  <a:pt x="4418" y="12324"/>
                  <a:pt x="4858" y="12764"/>
                  <a:pt x="5400" y="12764"/>
                </a:cubicBezTo>
                <a:cubicBezTo>
                  <a:pt x="5942" y="12764"/>
                  <a:pt x="6382" y="12324"/>
                  <a:pt x="6382" y="11782"/>
                </a:cubicBezTo>
                <a:cubicBezTo>
                  <a:pt x="6382" y="11420"/>
                  <a:pt x="6183" y="11106"/>
                  <a:pt x="5891" y="10936"/>
                </a:cubicBezTo>
                <a:lnTo>
                  <a:pt x="5891" y="8836"/>
                </a:lnTo>
                <a:lnTo>
                  <a:pt x="11782" y="8836"/>
                </a:lnTo>
                <a:lnTo>
                  <a:pt x="11782" y="10936"/>
                </a:lnTo>
                <a:cubicBezTo>
                  <a:pt x="11489" y="11106"/>
                  <a:pt x="11291" y="11420"/>
                  <a:pt x="11291" y="11782"/>
                </a:cubicBezTo>
                <a:cubicBezTo>
                  <a:pt x="11291" y="12324"/>
                  <a:pt x="11731" y="12764"/>
                  <a:pt x="12273" y="12764"/>
                </a:cubicBezTo>
                <a:cubicBezTo>
                  <a:pt x="12815" y="12764"/>
                  <a:pt x="13255" y="12324"/>
                  <a:pt x="13255" y="11782"/>
                </a:cubicBezTo>
                <a:cubicBezTo>
                  <a:pt x="13255" y="11420"/>
                  <a:pt x="13056" y="11106"/>
                  <a:pt x="12764" y="10936"/>
                </a:cubicBezTo>
                <a:lnTo>
                  <a:pt x="12764" y="8836"/>
                </a:lnTo>
                <a:lnTo>
                  <a:pt x="15746" y="8836"/>
                </a:lnTo>
                <a:lnTo>
                  <a:pt x="16502" y="18655"/>
                </a:lnTo>
                <a:lnTo>
                  <a:pt x="1172" y="18655"/>
                </a:lnTo>
                <a:cubicBezTo>
                  <a:pt x="1172" y="18655"/>
                  <a:pt x="1926" y="8836"/>
                  <a:pt x="1926" y="8836"/>
                </a:cubicBezTo>
                <a:close/>
                <a:moveTo>
                  <a:pt x="5891" y="6873"/>
                </a:moveTo>
                <a:cubicBezTo>
                  <a:pt x="5891" y="5246"/>
                  <a:pt x="7210" y="3927"/>
                  <a:pt x="8836" y="3927"/>
                </a:cubicBezTo>
                <a:cubicBezTo>
                  <a:pt x="10463" y="3927"/>
                  <a:pt x="11782" y="5246"/>
                  <a:pt x="11782" y="6873"/>
                </a:cubicBezTo>
                <a:lnTo>
                  <a:pt x="11782" y="7855"/>
                </a:lnTo>
                <a:lnTo>
                  <a:pt x="5891" y="7855"/>
                </a:lnTo>
                <a:cubicBezTo>
                  <a:pt x="5891" y="7855"/>
                  <a:pt x="5891" y="6873"/>
                  <a:pt x="5891" y="6873"/>
                </a:cubicBezTo>
                <a:close/>
                <a:moveTo>
                  <a:pt x="17668" y="21044"/>
                </a:moveTo>
                <a:lnTo>
                  <a:pt x="16687" y="8281"/>
                </a:lnTo>
                <a:lnTo>
                  <a:pt x="16678" y="8282"/>
                </a:lnTo>
                <a:cubicBezTo>
                  <a:pt x="16646" y="8043"/>
                  <a:pt x="16448" y="7855"/>
                  <a:pt x="16200" y="7855"/>
                </a:cubicBezTo>
                <a:lnTo>
                  <a:pt x="12764" y="7855"/>
                </a:lnTo>
                <a:lnTo>
                  <a:pt x="12764" y="6873"/>
                </a:lnTo>
                <a:cubicBezTo>
                  <a:pt x="12764" y="4704"/>
                  <a:pt x="11005" y="2945"/>
                  <a:pt x="8836" y="2945"/>
                </a:cubicBezTo>
                <a:cubicBezTo>
                  <a:pt x="6668" y="2945"/>
                  <a:pt x="4909" y="4704"/>
                  <a:pt x="4909" y="6873"/>
                </a:cubicBezTo>
                <a:lnTo>
                  <a:pt x="4909" y="7855"/>
                </a:lnTo>
                <a:lnTo>
                  <a:pt x="1473" y="7855"/>
                </a:lnTo>
                <a:cubicBezTo>
                  <a:pt x="1224" y="7855"/>
                  <a:pt x="1027" y="8043"/>
                  <a:pt x="995" y="8282"/>
                </a:cubicBezTo>
                <a:lnTo>
                  <a:pt x="986" y="8281"/>
                </a:lnTo>
                <a:lnTo>
                  <a:pt x="4" y="21044"/>
                </a:lnTo>
                <a:lnTo>
                  <a:pt x="13" y="21045"/>
                </a:lnTo>
                <a:cubicBezTo>
                  <a:pt x="10" y="21067"/>
                  <a:pt x="0" y="21087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17182" y="21600"/>
                </a:lnTo>
                <a:cubicBezTo>
                  <a:pt x="17453" y="21600"/>
                  <a:pt x="17673" y="21381"/>
                  <a:pt x="17673" y="21109"/>
                </a:cubicBezTo>
                <a:cubicBezTo>
                  <a:pt x="17673" y="21087"/>
                  <a:pt x="17663" y="21067"/>
                  <a:pt x="17660" y="21045"/>
                </a:cubicBezTo>
                <a:cubicBezTo>
                  <a:pt x="17660" y="21045"/>
                  <a:pt x="17668" y="21044"/>
                  <a:pt x="17668" y="210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6" name="Shape 2817"/>
          <p:cNvSpPr/>
          <p:nvPr/>
        </p:nvSpPr>
        <p:spPr>
          <a:xfrm>
            <a:off x="7470720" y="1390680"/>
            <a:ext cx="209520" cy="171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9600"/>
                </a:moveTo>
                <a:lnTo>
                  <a:pt x="982" y="9600"/>
                </a:lnTo>
                <a:lnTo>
                  <a:pt x="982" y="8400"/>
                </a:lnTo>
                <a:lnTo>
                  <a:pt x="20618" y="8400"/>
                </a:lnTo>
                <a:cubicBezTo>
                  <a:pt x="20618" y="8400"/>
                  <a:pt x="20618" y="9600"/>
                  <a:pt x="20618" y="9600"/>
                </a:cubicBezTo>
                <a:close/>
                <a:moveTo>
                  <a:pt x="19006" y="13200"/>
                </a:moveTo>
                <a:lnTo>
                  <a:pt x="15735" y="13200"/>
                </a:lnTo>
                <a:lnTo>
                  <a:pt x="16045" y="10800"/>
                </a:lnTo>
                <a:lnTo>
                  <a:pt x="19419" y="10800"/>
                </a:lnTo>
                <a:cubicBezTo>
                  <a:pt x="19419" y="10800"/>
                  <a:pt x="19006" y="13200"/>
                  <a:pt x="19006" y="13200"/>
                </a:cubicBezTo>
                <a:close/>
                <a:moveTo>
                  <a:pt x="18386" y="16800"/>
                </a:moveTo>
                <a:lnTo>
                  <a:pt x="15270" y="16800"/>
                </a:lnTo>
                <a:lnTo>
                  <a:pt x="15580" y="14400"/>
                </a:lnTo>
                <a:lnTo>
                  <a:pt x="18799" y="14400"/>
                </a:lnTo>
                <a:cubicBezTo>
                  <a:pt x="18799" y="14400"/>
                  <a:pt x="18386" y="16800"/>
                  <a:pt x="18386" y="16800"/>
                </a:cubicBezTo>
                <a:close/>
                <a:moveTo>
                  <a:pt x="17766" y="20400"/>
                </a:moveTo>
                <a:lnTo>
                  <a:pt x="14805" y="20400"/>
                </a:lnTo>
                <a:lnTo>
                  <a:pt x="15115" y="18000"/>
                </a:lnTo>
                <a:lnTo>
                  <a:pt x="18179" y="18000"/>
                </a:lnTo>
                <a:cubicBezTo>
                  <a:pt x="18179" y="18000"/>
                  <a:pt x="17766" y="20400"/>
                  <a:pt x="17766" y="20400"/>
                </a:cubicBezTo>
                <a:close/>
                <a:moveTo>
                  <a:pt x="11291" y="13200"/>
                </a:moveTo>
                <a:lnTo>
                  <a:pt x="11291" y="10800"/>
                </a:lnTo>
                <a:lnTo>
                  <a:pt x="15063" y="10800"/>
                </a:lnTo>
                <a:lnTo>
                  <a:pt x="14753" y="13200"/>
                </a:lnTo>
                <a:cubicBezTo>
                  <a:pt x="14753" y="13200"/>
                  <a:pt x="11291" y="13200"/>
                  <a:pt x="11291" y="13200"/>
                </a:cubicBezTo>
                <a:close/>
                <a:moveTo>
                  <a:pt x="14289" y="16800"/>
                </a:moveTo>
                <a:lnTo>
                  <a:pt x="11291" y="16800"/>
                </a:lnTo>
                <a:lnTo>
                  <a:pt x="11291" y="14400"/>
                </a:lnTo>
                <a:lnTo>
                  <a:pt x="14598" y="14400"/>
                </a:lnTo>
                <a:cubicBezTo>
                  <a:pt x="14598" y="14400"/>
                  <a:pt x="14289" y="16800"/>
                  <a:pt x="14289" y="16800"/>
                </a:cubicBezTo>
                <a:close/>
                <a:moveTo>
                  <a:pt x="13823" y="20400"/>
                </a:moveTo>
                <a:lnTo>
                  <a:pt x="11291" y="20400"/>
                </a:lnTo>
                <a:lnTo>
                  <a:pt x="11291" y="18000"/>
                </a:lnTo>
                <a:lnTo>
                  <a:pt x="14133" y="18000"/>
                </a:lnTo>
                <a:cubicBezTo>
                  <a:pt x="14133" y="18000"/>
                  <a:pt x="13823" y="20400"/>
                  <a:pt x="13823" y="20400"/>
                </a:cubicBezTo>
                <a:close/>
                <a:moveTo>
                  <a:pt x="10309" y="13200"/>
                </a:moveTo>
                <a:lnTo>
                  <a:pt x="6847" y="13200"/>
                </a:lnTo>
                <a:lnTo>
                  <a:pt x="6537" y="10800"/>
                </a:lnTo>
                <a:lnTo>
                  <a:pt x="10309" y="10800"/>
                </a:lnTo>
                <a:cubicBezTo>
                  <a:pt x="10309" y="10800"/>
                  <a:pt x="10309" y="13200"/>
                  <a:pt x="10309" y="13200"/>
                </a:cubicBezTo>
                <a:close/>
                <a:moveTo>
                  <a:pt x="10309" y="16800"/>
                </a:moveTo>
                <a:lnTo>
                  <a:pt x="7311" y="16800"/>
                </a:lnTo>
                <a:lnTo>
                  <a:pt x="7002" y="14400"/>
                </a:lnTo>
                <a:lnTo>
                  <a:pt x="10309" y="14400"/>
                </a:lnTo>
                <a:cubicBezTo>
                  <a:pt x="10309" y="14400"/>
                  <a:pt x="10309" y="16800"/>
                  <a:pt x="10309" y="16800"/>
                </a:cubicBezTo>
                <a:close/>
                <a:moveTo>
                  <a:pt x="10309" y="20400"/>
                </a:moveTo>
                <a:lnTo>
                  <a:pt x="7777" y="20400"/>
                </a:lnTo>
                <a:lnTo>
                  <a:pt x="7467" y="18000"/>
                </a:lnTo>
                <a:lnTo>
                  <a:pt x="10309" y="18000"/>
                </a:lnTo>
                <a:cubicBezTo>
                  <a:pt x="10309" y="18000"/>
                  <a:pt x="10309" y="20400"/>
                  <a:pt x="10309" y="20400"/>
                </a:cubicBezTo>
                <a:close/>
                <a:moveTo>
                  <a:pt x="3834" y="20400"/>
                </a:moveTo>
                <a:lnTo>
                  <a:pt x="3421" y="18000"/>
                </a:lnTo>
                <a:lnTo>
                  <a:pt x="6485" y="18000"/>
                </a:lnTo>
                <a:lnTo>
                  <a:pt x="6795" y="20400"/>
                </a:lnTo>
                <a:cubicBezTo>
                  <a:pt x="6795" y="20400"/>
                  <a:pt x="3834" y="20400"/>
                  <a:pt x="3834" y="20400"/>
                </a:cubicBezTo>
                <a:close/>
                <a:moveTo>
                  <a:pt x="2801" y="14400"/>
                </a:moveTo>
                <a:lnTo>
                  <a:pt x="6020" y="14400"/>
                </a:lnTo>
                <a:lnTo>
                  <a:pt x="6330" y="16800"/>
                </a:lnTo>
                <a:lnTo>
                  <a:pt x="3214" y="16800"/>
                </a:lnTo>
                <a:cubicBezTo>
                  <a:pt x="3214" y="16800"/>
                  <a:pt x="2801" y="14400"/>
                  <a:pt x="2801" y="14400"/>
                </a:cubicBezTo>
                <a:close/>
                <a:moveTo>
                  <a:pt x="2181" y="10800"/>
                </a:moveTo>
                <a:lnTo>
                  <a:pt x="5555" y="10800"/>
                </a:lnTo>
                <a:lnTo>
                  <a:pt x="5865" y="13200"/>
                </a:lnTo>
                <a:lnTo>
                  <a:pt x="2594" y="13200"/>
                </a:lnTo>
                <a:cubicBezTo>
                  <a:pt x="2594" y="13200"/>
                  <a:pt x="2181" y="10800"/>
                  <a:pt x="2181" y="10800"/>
                </a:cubicBezTo>
                <a:close/>
                <a:moveTo>
                  <a:pt x="10800" y="1320"/>
                </a:moveTo>
                <a:lnTo>
                  <a:pt x="17616" y="7200"/>
                </a:lnTo>
                <a:lnTo>
                  <a:pt x="3984" y="7200"/>
                </a:lnTo>
                <a:cubicBezTo>
                  <a:pt x="3984" y="7200"/>
                  <a:pt x="10800" y="1320"/>
                  <a:pt x="10800" y="1320"/>
                </a:cubicBezTo>
                <a:close/>
                <a:moveTo>
                  <a:pt x="20618" y="7200"/>
                </a:moveTo>
                <a:lnTo>
                  <a:pt x="19284" y="7200"/>
                </a:lnTo>
                <a:lnTo>
                  <a:pt x="11157" y="188"/>
                </a:lnTo>
                <a:lnTo>
                  <a:pt x="11155" y="190"/>
                </a:lnTo>
                <a:cubicBezTo>
                  <a:pt x="11066" y="74"/>
                  <a:pt x="10941" y="0"/>
                  <a:pt x="10800" y="0"/>
                </a:cubicBezTo>
                <a:cubicBezTo>
                  <a:pt x="10659" y="0"/>
                  <a:pt x="10534" y="74"/>
                  <a:pt x="10445" y="190"/>
                </a:cubicBezTo>
                <a:lnTo>
                  <a:pt x="10443" y="188"/>
                </a:lnTo>
                <a:lnTo>
                  <a:pt x="2316" y="7200"/>
                </a:lnTo>
                <a:lnTo>
                  <a:pt x="982" y="7200"/>
                </a:lnTo>
                <a:cubicBezTo>
                  <a:pt x="439" y="7200"/>
                  <a:pt x="0" y="7738"/>
                  <a:pt x="0" y="8400"/>
                </a:cubicBezTo>
                <a:lnTo>
                  <a:pt x="0" y="9600"/>
                </a:lnTo>
                <a:cubicBezTo>
                  <a:pt x="0" y="10262"/>
                  <a:pt x="439" y="10800"/>
                  <a:pt x="982" y="10800"/>
                </a:cubicBezTo>
                <a:lnTo>
                  <a:pt x="1178" y="10800"/>
                </a:lnTo>
                <a:lnTo>
                  <a:pt x="2960" y="21145"/>
                </a:lnTo>
                <a:lnTo>
                  <a:pt x="2969" y="21143"/>
                </a:lnTo>
                <a:cubicBezTo>
                  <a:pt x="3023" y="21403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403"/>
                  <a:pt x="18631" y="21143"/>
                </a:cubicBezTo>
                <a:lnTo>
                  <a:pt x="18640" y="21145"/>
                </a:lnTo>
                <a:lnTo>
                  <a:pt x="20422" y="10800"/>
                </a:ln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8400"/>
                </a:lnTo>
                <a:cubicBezTo>
                  <a:pt x="21600" y="7738"/>
                  <a:pt x="21160" y="7200"/>
                  <a:pt x="20618" y="72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7" name="Shape 2818"/>
          <p:cNvSpPr/>
          <p:nvPr/>
        </p:nvSpPr>
        <p:spPr>
          <a:xfrm>
            <a:off x="7870680" y="1380960"/>
            <a:ext cx="209520" cy="190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0800"/>
                </a:moveTo>
                <a:lnTo>
                  <a:pt x="982" y="10800"/>
                </a:lnTo>
                <a:lnTo>
                  <a:pt x="982" y="9720"/>
                </a:lnTo>
                <a:lnTo>
                  <a:pt x="20618" y="9720"/>
                </a:lnTo>
                <a:cubicBezTo>
                  <a:pt x="20618" y="9720"/>
                  <a:pt x="20618" y="10800"/>
                  <a:pt x="20618" y="10800"/>
                </a:cubicBezTo>
                <a:close/>
                <a:moveTo>
                  <a:pt x="19006" y="14040"/>
                </a:moveTo>
                <a:lnTo>
                  <a:pt x="15735" y="14040"/>
                </a:lnTo>
                <a:lnTo>
                  <a:pt x="16045" y="11880"/>
                </a:lnTo>
                <a:lnTo>
                  <a:pt x="19419" y="11880"/>
                </a:lnTo>
                <a:cubicBezTo>
                  <a:pt x="19419" y="11880"/>
                  <a:pt x="19006" y="14040"/>
                  <a:pt x="19006" y="14040"/>
                </a:cubicBezTo>
                <a:close/>
                <a:moveTo>
                  <a:pt x="18386" y="17280"/>
                </a:moveTo>
                <a:lnTo>
                  <a:pt x="15270" y="17280"/>
                </a:lnTo>
                <a:lnTo>
                  <a:pt x="15580" y="15120"/>
                </a:lnTo>
                <a:lnTo>
                  <a:pt x="18799" y="15120"/>
                </a:lnTo>
                <a:cubicBezTo>
                  <a:pt x="18799" y="15120"/>
                  <a:pt x="18386" y="17280"/>
                  <a:pt x="18386" y="17280"/>
                </a:cubicBezTo>
                <a:close/>
                <a:moveTo>
                  <a:pt x="17766" y="20520"/>
                </a:moveTo>
                <a:lnTo>
                  <a:pt x="14805" y="20520"/>
                </a:lnTo>
                <a:lnTo>
                  <a:pt x="15115" y="18360"/>
                </a:lnTo>
                <a:lnTo>
                  <a:pt x="18179" y="18360"/>
                </a:lnTo>
                <a:cubicBezTo>
                  <a:pt x="18179" y="18360"/>
                  <a:pt x="17766" y="20520"/>
                  <a:pt x="17766" y="20520"/>
                </a:cubicBezTo>
                <a:close/>
                <a:moveTo>
                  <a:pt x="11291" y="14040"/>
                </a:moveTo>
                <a:lnTo>
                  <a:pt x="11291" y="11880"/>
                </a:lnTo>
                <a:lnTo>
                  <a:pt x="15063" y="11880"/>
                </a:lnTo>
                <a:lnTo>
                  <a:pt x="14753" y="14040"/>
                </a:lnTo>
                <a:cubicBezTo>
                  <a:pt x="14753" y="14040"/>
                  <a:pt x="11291" y="14040"/>
                  <a:pt x="11291" y="14040"/>
                </a:cubicBezTo>
                <a:close/>
                <a:moveTo>
                  <a:pt x="14288" y="17280"/>
                </a:moveTo>
                <a:lnTo>
                  <a:pt x="11291" y="17280"/>
                </a:lnTo>
                <a:lnTo>
                  <a:pt x="11291" y="15120"/>
                </a:lnTo>
                <a:lnTo>
                  <a:pt x="14598" y="15120"/>
                </a:lnTo>
                <a:cubicBezTo>
                  <a:pt x="14598" y="15120"/>
                  <a:pt x="14288" y="17280"/>
                  <a:pt x="14288" y="17280"/>
                </a:cubicBezTo>
                <a:close/>
                <a:moveTo>
                  <a:pt x="13823" y="20520"/>
                </a:moveTo>
                <a:lnTo>
                  <a:pt x="11291" y="20520"/>
                </a:lnTo>
                <a:lnTo>
                  <a:pt x="11291" y="18360"/>
                </a:lnTo>
                <a:lnTo>
                  <a:pt x="14133" y="18360"/>
                </a:lnTo>
                <a:cubicBezTo>
                  <a:pt x="14133" y="18360"/>
                  <a:pt x="13823" y="20520"/>
                  <a:pt x="13823" y="20520"/>
                </a:cubicBezTo>
                <a:close/>
                <a:moveTo>
                  <a:pt x="10309" y="14040"/>
                </a:moveTo>
                <a:lnTo>
                  <a:pt x="6847" y="14040"/>
                </a:lnTo>
                <a:lnTo>
                  <a:pt x="6537" y="11880"/>
                </a:lnTo>
                <a:lnTo>
                  <a:pt x="10309" y="11880"/>
                </a:lnTo>
                <a:cubicBezTo>
                  <a:pt x="10309" y="11880"/>
                  <a:pt x="10309" y="14040"/>
                  <a:pt x="10309" y="14040"/>
                </a:cubicBezTo>
                <a:close/>
                <a:moveTo>
                  <a:pt x="10309" y="17280"/>
                </a:moveTo>
                <a:lnTo>
                  <a:pt x="7312" y="17280"/>
                </a:lnTo>
                <a:lnTo>
                  <a:pt x="7002" y="15120"/>
                </a:lnTo>
                <a:lnTo>
                  <a:pt x="10309" y="15120"/>
                </a:lnTo>
                <a:cubicBezTo>
                  <a:pt x="10309" y="15120"/>
                  <a:pt x="10309" y="17280"/>
                  <a:pt x="10309" y="17280"/>
                </a:cubicBezTo>
                <a:close/>
                <a:moveTo>
                  <a:pt x="10309" y="20520"/>
                </a:moveTo>
                <a:lnTo>
                  <a:pt x="7777" y="20520"/>
                </a:lnTo>
                <a:lnTo>
                  <a:pt x="7467" y="18360"/>
                </a:lnTo>
                <a:lnTo>
                  <a:pt x="10309" y="18360"/>
                </a:lnTo>
                <a:cubicBezTo>
                  <a:pt x="10309" y="18360"/>
                  <a:pt x="10309" y="20520"/>
                  <a:pt x="10309" y="20520"/>
                </a:cubicBezTo>
                <a:close/>
                <a:moveTo>
                  <a:pt x="3834" y="20520"/>
                </a:moveTo>
                <a:lnTo>
                  <a:pt x="3421" y="18360"/>
                </a:lnTo>
                <a:lnTo>
                  <a:pt x="6485" y="18360"/>
                </a:lnTo>
                <a:lnTo>
                  <a:pt x="6795" y="20520"/>
                </a:lnTo>
                <a:cubicBezTo>
                  <a:pt x="6795" y="20520"/>
                  <a:pt x="3834" y="20520"/>
                  <a:pt x="3834" y="20520"/>
                </a:cubicBezTo>
                <a:close/>
                <a:moveTo>
                  <a:pt x="2801" y="15120"/>
                </a:moveTo>
                <a:lnTo>
                  <a:pt x="6020" y="15120"/>
                </a:lnTo>
                <a:lnTo>
                  <a:pt x="6330" y="17280"/>
                </a:lnTo>
                <a:lnTo>
                  <a:pt x="3214" y="17280"/>
                </a:lnTo>
                <a:cubicBezTo>
                  <a:pt x="3214" y="17280"/>
                  <a:pt x="2801" y="15120"/>
                  <a:pt x="2801" y="15120"/>
                </a:cubicBezTo>
                <a:close/>
                <a:moveTo>
                  <a:pt x="2181" y="11880"/>
                </a:moveTo>
                <a:lnTo>
                  <a:pt x="5555" y="11880"/>
                </a:lnTo>
                <a:lnTo>
                  <a:pt x="5865" y="14040"/>
                </a:lnTo>
                <a:lnTo>
                  <a:pt x="2594" y="14040"/>
                </a:lnTo>
                <a:cubicBezTo>
                  <a:pt x="2594" y="14040"/>
                  <a:pt x="2181" y="11880"/>
                  <a:pt x="2181" y="11880"/>
                </a:cubicBezTo>
                <a:close/>
                <a:moveTo>
                  <a:pt x="20618" y="8640"/>
                </a:moveTo>
                <a:lnTo>
                  <a:pt x="982" y="8640"/>
                </a:lnTo>
                <a:cubicBezTo>
                  <a:pt x="440" y="8640"/>
                  <a:pt x="0" y="9124"/>
                  <a:pt x="0" y="9720"/>
                </a:cubicBezTo>
                <a:lnTo>
                  <a:pt x="0" y="10800"/>
                </a:lnTo>
                <a:cubicBezTo>
                  <a:pt x="0" y="11397"/>
                  <a:pt x="440" y="11880"/>
                  <a:pt x="982" y="11880"/>
                </a:cubicBezTo>
                <a:lnTo>
                  <a:pt x="1178" y="11880"/>
                </a:lnTo>
                <a:lnTo>
                  <a:pt x="2960" y="21191"/>
                </a:lnTo>
                <a:lnTo>
                  <a:pt x="2969" y="21189"/>
                </a:lnTo>
                <a:cubicBezTo>
                  <a:pt x="3023" y="21423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423"/>
                  <a:pt x="18631" y="21189"/>
                </a:cubicBezTo>
                <a:lnTo>
                  <a:pt x="18640" y="21191"/>
                </a:lnTo>
                <a:lnTo>
                  <a:pt x="20422" y="11880"/>
                </a:lnTo>
                <a:lnTo>
                  <a:pt x="20618" y="11880"/>
                </a:lnTo>
                <a:cubicBezTo>
                  <a:pt x="21160" y="11880"/>
                  <a:pt x="21600" y="11397"/>
                  <a:pt x="21600" y="10800"/>
                </a:cubicBezTo>
                <a:lnTo>
                  <a:pt x="21600" y="9720"/>
                </a:lnTo>
                <a:cubicBezTo>
                  <a:pt x="21600" y="9124"/>
                  <a:pt x="21160" y="8640"/>
                  <a:pt x="20618" y="8640"/>
                </a:cubicBezTo>
                <a:moveTo>
                  <a:pt x="10453" y="7402"/>
                </a:moveTo>
                <a:cubicBezTo>
                  <a:pt x="10542" y="7500"/>
                  <a:pt x="10665" y="7560"/>
                  <a:pt x="10800" y="7560"/>
                </a:cubicBezTo>
                <a:cubicBezTo>
                  <a:pt x="10936" y="7560"/>
                  <a:pt x="11058" y="7500"/>
                  <a:pt x="11147" y="7402"/>
                </a:cubicBezTo>
                <a:lnTo>
                  <a:pt x="13111" y="5242"/>
                </a:lnTo>
                <a:cubicBezTo>
                  <a:pt x="13200" y="5144"/>
                  <a:pt x="13255" y="5009"/>
                  <a:pt x="13255" y="4860"/>
                </a:cubicBezTo>
                <a:cubicBezTo>
                  <a:pt x="13255" y="4562"/>
                  <a:pt x="13035" y="4320"/>
                  <a:pt x="12764" y="4320"/>
                </a:cubicBezTo>
                <a:cubicBezTo>
                  <a:pt x="12628" y="4320"/>
                  <a:pt x="12506" y="4381"/>
                  <a:pt x="12417" y="4478"/>
                </a:cubicBezTo>
                <a:lnTo>
                  <a:pt x="11291" y="5716"/>
                </a:lnTo>
                <a:lnTo>
                  <a:pt x="11291" y="540"/>
                </a:lnTo>
                <a:cubicBezTo>
                  <a:pt x="11291" y="242"/>
                  <a:pt x="11071" y="0"/>
                  <a:pt x="10800" y="0"/>
                </a:cubicBezTo>
                <a:cubicBezTo>
                  <a:pt x="10529" y="0"/>
                  <a:pt x="10309" y="242"/>
                  <a:pt x="10309" y="540"/>
                </a:cubicBezTo>
                <a:lnTo>
                  <a:pt x="10309" y="5716"/>
                </a:lnTo>
                <a:lnTo>
                  <a:pt x="9183" y="4478"/>
                </a:lnTo>
                <a:cubicBezTo>
                  <a:pt x="9095" y="4381"/>
                  <a:pt x="8972" y="4320"/>
                  <a:pt x="8836" y="4320"/>
                </a:cubicBezTo>
                <a:cubicBezTo>
                  <a:pt x="8565" y="4320"/>
                  <a:pt x="8345" y="4562"/>
                  <a:pt x="8345" y="4860"/>
                </a:cubicBezTo>
                <a:cubicBezTo>
                  <a:pt x="8345" y="5009"/>
                  <a:pt x="8400" y="5144"/>
                  <a:pt x="8489" y="5242"/>
                </a:cubicBezTo>
                <a:cubicBezTo>
                  <a:pt x="8489" y="5242"/>
                  <a:pt x="10453" y="7402"/>
                  <a:pt x="10453" y="740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8" name="Shape 2819"/>
          <p:cNvSpPr/>
          <p:nvPr/>
        </p:nvSpPr>
        <p:spPr>
          <a:xfrm>
            <a:off x="8271000" y="1380960"/>
            <a:ext cx="209520" cy="190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0800"/>
                </a:moveTo>
                <a:lnTo>
                  <a:pt x="982" y="10800"/>
                </a:lnTo>
                <a:lnTo>
                  <a:pt x="982" y="9720"/>
                </a:lnTo>
                <a:lnTo>
                  <a:pt x="20618" y="9720"/>
                </a:lnTo>
                <a:cubicBezTo>
                  <a:pt x="20618" y="9720"/>
                  <a:pt x="20618" y="10800"/>
                  <a:pt x="20618" y="10800"/>
                </a:cubicBezTo>
                <a:close/>
                <a:moveTo>
                  <a:pt x="19006" y="14040"/>
                </a:moveTo>
                <a:lnTo>
                  <a:pt x="15735" y="14040"/>
                </a:lnTo>
                <a:lnTo>
                  <a:pt x="16045" y="11880"/>
                </a:lnTo>
                <a:lnTo>
                  <a:pt x="19419" y="11880"/>
                </a:lnTo>
                <a:cubicBezTo>
                  <a:pt x="19419" y="11880"/>
                  <a:pt x="19006" y="14040"/>
                  <a:pt x="19006" y="14040"/>
                </a:cubicBezTo>
                <a:close/>
                <a:moveTo>
                  <a:pt x="18386" y="17280"/>
                </a:moveTo>
                <a:lnTo>
                  <a:pt x="15270" y="17280"/>
                </a:lnTo>
                <a:lnTo>
                  <a:pt x="15580" y="15120"/>
                </a:lnTo>
                <a:lnTo>
                  <a:pt x="18799" y="15120"/>
                </a:lnTo>
                <a:cubicBezTo>
                  <a:pt x="18799" y="15120"/>
                  <a:pt x="18386" y="17280"/>
                  <a:pt x="18386" y="17280"/>
                </a:cubicBezTo>
                <a:close/>
                <a:moveTo>
                  <a:pt x="17766" y="20520"/>
                </a:moveTo>
                <a:lnTo>
                  <a:pt x="14805" y="20520"/>
                </a:lnTo>
                <a:lnTo>
                  <a:pt x="15115" y="18360"/>
                </a:lnTo>
                <a:lnTo>
                  <a:pt x="18179" y="18360"/>
                </a:lnTo>
                <a:cubicBezTo>
                  <a:pt x="18179" y="18360"/>
                  <a:pt x="17766" y="20520"/>
                  <a:pt x="17766" y="20520"/>
                </a:cubicBezTo>
                <a:close/>
                <a:moveTo>
                  <a:pt x="11291" y="14040"/>
                </a:moveTo>
                <a:lnTo>
                  <a:pt x="11291" y="11880"/>
                </a:lnTo>
                <a:lnTo>
                  <a:pt x="15063" y="11880"/>
                </a:lnTo>
                <a:lnTo>
                  <a:pt x="14753" y="14040"/>
                </a:lnTo>
                <a:cubicBezTo>
                  <a:pt x="14753" y="14040"/>
                  <a:pt x="11291" y="14040"/>
                  <a:pt x="11291" y="14040"/>
                </a:cubicBezTo>
                <a:close/>
                <a:moveTo>
                  <a:pt x="14288" y="17280"/>
                </a:moveTo>
                <a:lnTo>
                  <a:pt x="11291" y="17280"/>
                </a:lnTo>
                <a:lnTo>
                  <a:pt x="11291" y="15120"/>
                </a:lnTo>
                <a:lnTo>
                  <a:pt x="14598" y="15120"/>
                </a:lnTo>
                <a:cubicBezTo>
                  <a:pt x="14598" y="15120"/>
                  <a:pt x="14288" y="17280"/>
                  <a:pt x="14288" y="17280"/>
                </a:cubicBezTo>
                <a:close/>
                <a:moveTo>
                  <a:pt x="13823" y="20520"/>
                </a:moveTo>
                <a:lnTo>
                  <a:pt x="11291" y="20520"/>
                </a:lnTo>
                <a:lnTo>
                  <a:pt x="11291" y="18360"/>
                </a:lnTo>
                <a:lnTo>
                  <a:pt x="14133" y="18360"/>
                </a:lnTo>
                <a:cubicBezTo>
                  <a:pt x="14133" y="18360"/>
                  <a:pt x="13823" y="20520"/>
                  <a:pt x="13823" y="20520"/>
                </a:cubicBezTo>
                <a:close/>
                <a:moveTo>
                  <a:pt x="10309" y="14040"/>
                </a:moveTo>
                <a:lnTo>
                  <a:pt x="6847" y="14040"/>
                </a:lnTo>
                <a:lnTo>
                  <a:pt x="6537" y="11880"/>
                </a:lnTo>
                <a:lnTo>
                  <a:pt x="10309" y="11880"/>
                </a:lnTo>
                <a:cubicBezTo>
                  <a:pt x="10309" y="11880"/>
                  <a:pt x="10309" y="14040"/>
                  <a:pt x="10309" y="14040"/>
                </a:cubicBezTo>
                <a:close/>
                <a:moveTo>
                  <a:pt x="10309" y="17280"/>
                </a:moveTo>
                <a:lnTo>
                  <a:pt x="7312" y="17280"/>
                </a:lnTo>
                <a:lnTo>
                  <a:pt x="7002" y="15120"/>
                </a:lnTo>
                <a:lnTo>
                  <a:pt x="10309" y="15120"/>
                </a:lnTo>
                <a:cubicBezTo>
                  <a:pt x="10309" y="15120"/>
                  <a:pt x="10309" y="17280"/>
                  <a:pt x="10309" y="17280"/>
                </a:cubicBezTo>
                <a:close/>
                <a:moveTo>
                  <a:pt x="10309" y="20520"/>
                </a:moveTo>
                <a:lnTo>
                  <a:pt x="7777" y="20520"/>
                </a:lnTo>
                <a:lnTo>
                  <a:pt x="7467" y="18360"/>
                </a:lnTo>
                <a:lnTo>
                  <a:pt x="10309" y="18360"/>
                </a:lnTo>
                <a:cubicBezTo>
                  <a:pt x="10309" y="18360"/>
                  <a:pt x="10309" y="20520"/>
                  <a:pt x="10309" y="20520"/>
                </a:cubicBezTo>
                <a:close/>
                <a:moveTo>
                  <a:pt x="3834" y="20520"/>
                </a:moveTo>
                <a:lnTo>
                  <a:pt x="3421" y="18360"/>
                </a:lnTo>
                <a:lnTo>
                  <a:pt x="6485" y="18360"/>
                </a:lnTo>
                <a:lnTo>
                  <a:pt x="6795" y="20520"/>
                </a:lnTo>
                <a:cubicBezTo>
                  <a:pt x="6795" y="20520"/>
                  <a:pt x="3834" y="20520"/>
                  <a:pt x="3834" y="20520"/>
                </a:cubicBezTo>
                <a:close/>
                <a:moveTo>
                  <a:pt x="2801" y="15120"/>
                </a:moveTo>
                <a:lnTo>
                  <a:pt x="6020" y="15120"/>
                </a:lnTo>
                <a:lnTo>
                  <a:pt x="6330" y="17280"/>
                </a:lnTo>
                <a:lnTo>
                  <a:pt x="3214" y="17280"/>
                </a:lnTo>
                <a:cubicBezTo>
                  <a:pt x="3214" y="17280"/>
                  <a:pt x="2801" y="15120"/>
                  <a:pt x="2801" y="15120"/>
                </a:cubicBezTo>
                <a:close/>
                <a:moveTo>
                  <a:pt x="2181" y="11880"/>
                </a:moveTo>
                <a:lnTo>
                  <a:pt x="5555" y="11880"/>
                </a:lnTo>
                <a:lnTo>
                  <a:pt x="5865" y="14040"/>
                </a:lnTo>
                <a:lnTo>
                  <a:pt x="2594" y="14040"/>
                </a:lnTo>
                <a:cubicBezTo>
                  <a:pt x="2594" y="14040"/>
                  <a:pt x="2181" y="11880"/>
                  <a:pt x="2181" y="11880"/>
                </a:cubicBezTo>
                <a:close/>
                <a:moveTo>
                  <a:pt x="20618" y="8640"/>
                </a:moveTo>
                <a:lnTo>
                  <a:pt x="982" y="8640"/>
                </a:lnTo>
                <a:cubicBezTo>
                  <a:pt x="440" y="8640"/>
                  <a:pt x="0" y="9124"/>
                  <a:pt x="0" y="9720"/>
                </a:cubicBezTo>
                <a:lnTo>
                  <a:pt x="0" y="10800"/>
                </a:lnTo>
                <a:cubicBezTo>
                  <a:pt x="0" y="11397"/>
                  <a:pt x="440" y="11880"/>
                  <a:pt x="982" y="11880"/>
                </a:cubicBezTo>
                <a:lnTo>
                  <a:pt x="1178" y="11880"/>
                </a:lnTo>
                <a:lnTo>
                  <a:pt x="2960" y="21191"/>
                </a:lnTo>
                <a:lnTo>
                  <a:pt x="2969" y="21189"/>
                </a:lnTo>
                <a:cubicBezTo>
                  <a:pt x="3023" y="21423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423"/>
                  <a:pt x="18631" y="21189"/>
                </a:cubicBezTo>
                <a:lnTo>
                  <a:pt x="18640" y="21191"/>
                </a:lnTo>
                <a:lnTo>
                  <a:pt x="20422" y="11880"/>
                </a:lnTo>
                <a:lnTo>
                  <a:pt x="20618" y="11880"/>
                </a:lnTo>
                <a:cubicBezTo>
                  <a:pt x="21160" y="11880"/>
                  <a:pt x="21600" y="11397"/>
                  <a:pt x="21600" y="10800"/>
                </a:cubicBezTo>
                <a:lnTo>
                  <a:pt x="21600" y="9720"/>
                </a:lnTo>
                <a:cubicBezTo>
                  <a:pt x="21600" y="9124"/>
                  <a:pt x="21160" y="8640"/>
                  <a:pt x="20618" y="8640"/>
                </a:cubicBezTo>
                <a:moveTo>
                  <a:pt x="8836" y="3240"/>
                </a:moveTo>
                <a:cubicBezTo>
                  <a:pt x="8972" y="3240"/>
                  <a:pt x="9095" y="3179"/>
                  <a:pt x="9183" y="3082"/>
                </a:cubicBezTo>
                <a:lnTo>
                  <a:pt x="10309" y="1844"/>
                </a:lnTo>
                <a:lnTo>
                  <a:pt x="10309" y="7020"/>
                </a:lnTo>
                <a:cubicBezTo>
                  <a:pt x="10309" y="7318"/>
                  <a:pt x="10529" y="7560"/>
                  <a:pt x="10800" y="7560"/>
                </a:cubicBezTo>
                <a:cubicBezTo>
                  <a:pt x="11071" y="7560"/>
                  <a:pt x="11291" y="7318"/>
                  <a:pt x="11291" y="7020"/>
                </a:cubicBezTo>
                <a:lnTo>
                  <a:pt x="11291" y="1844"/>
                </a:lnTo>
                <a:lnTo>
                  <a:pt x="12417" y="3082"/>
                </a:lnTo>
                <a:cubicBezTo>
                  <a:pt x="12505" y="3179"/>
                  <a:pt x="12628" y="3240"/>
                  <a:pt x="12764" y="3240"/>
                </a:cubicBezTo>
                <a:cubicBezTo>
                  <a:pt x="13035" y="3240"/>
                  <a:pt x="13255" y="2998"/>
                  <a:pt x="13255" y="2700"/>
                </a:cubicBezTo>
                <a:cubicBezTo>
                  <a:pt x="13255" y="2551"/>
                  <a:pt x="13199" y="2416"/>
                  <a:pt x="13111" y="2318"/>
                </a:cubicBezTo>
                <a:lnTo>
                  <a:pt x="11147" y="158"/>
                </a:lnTo>
                <a:cubicBezTo>
                  <a:pt x="11058" y="61"/>
                  <a:pt x="10936" y="0"/>
                  <a:pt x="10800" y="0"/>
                </a:cubicBezTo>
                <a:cubicBezTo>
                  <a:pt x="10664" y="0"/>
                  <a:pt x="10542" y="60"/>
                  <a:pt x="10453" y="158"/>
                </a:cubicBezTo>
                <a:lnTo>
                  <a:pt x="8489" y="2318"/>
                </a:lnTo>
                <a:cubicBezTo>
                  <a:pt x="8400" y="2416"/>
                  <a:pt x="8345" y="2551"/>
                  <a:pt x="8345" y="2700"/>
                </a:cubicBezTo>
                <a:cubicBezTo>
                  <a:pt x="8345" y="2998"/>
                  <a:pt x="8565" y="3240"/>
                  <a:pt x="8836" y="324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9" name="Shape 2820"/>
          <p:cNvSpPr/>
          <p:nvPr/>
        </p:nvSpPr>
        <p:spPr>
          <a:xfrm>
            <a:off x="4672080" y="1781280"/>
            <a:ext cx="209520" cy="19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0800"/>
                </a:moveTo>
                <a:lnTo>
                  <a:pt x="982" y="10800"/>
                </a:lnTo>
                <a:lnTo>
                  <a:pt x="982" y="9720"/>
                </a:lnTo>
                <a:lnTo>
                  <a:pt x="20618" y="9720"/>
                </a:lnTo>
                <a:cubicBezTo>
                  <a:pt x="20618" y="9720"/>
                  <a:pt x="20618" y="10800"/>
                  <a:pt x="20618" y="10800"/>
                </a:cubicBezTo>
                <a:close/>
                <a:moveTo>
                  <a:pt x="19006" y="14040"/>
                </a:moveTo>
                <a:lnTo>
                  <a:pt x="15735" y="14040"/>
                </a:lnTo>
                <a:lnTo>
                  <a:pt x="16045" y="11880"/>
                </a:lnTo>
                <a:lnTo>
                  <a:pt x="19419" y="11880"/>
                </a:lnTo>
                <a:cubicBezTo>
                  <a:pt x="19419" y="11880"/>
                  <a:pt x="19006" y="14040"/>
                  <a:pt x="19006" y="14040"/>
                </a:cubicBezTo>
                <a:close/>
                <a:moveTo>
                  <a:pt x="18386" y="17280"/>
                </a:moveTo>
                <a:lnTo>
                  <a:pt x="15270" y="17280"/>
                </a:lnTo>
                <a:lnTo>
                  <a:pt x="15580" y="15120"/>
                </a:lnTo>
                <a:lnTo>
                  <a:pt x="18799" y="15120"/>
                </a:lnTo>
                <a:cubicBezTo>
                  <a:pt x="18799" y="15120"/>
                  <a:pt x="18386" y="17280"/>
                  <a:pt x="18386" y="17280"/>
                </a:cubicBezTo>
                <a:close/>
                <a:moveTo>
                  <a:pt x="17766" y="20520"/>
                </a:moveTo>
                <a:lnTo>
                  <a:pt x="14805" y="20520"/>
                </a:lnTo>
                <a:lnTo>
                  <a:pt x="15115" y="18360"/>
                </a:lnTo>
                <a:lnTo>
                  <a:pt x="18179" y="18360"/>
                </a:lnTo>
                <a:cubicBezTo>
                  <a:pt x="18179" y="18360"/>
                  <a:pt x="17766" y="20520"/>
                  <a:pt x="17766" y="20520"/>
                </a:cubicBezTo>
                <a:close/>
                <a:moveTo>
                  <a:pt x="11291" y="14040"/>
                </a:moveTo>
                <a:lnTo>
                  <a:pt x="11291" y="11880"/>
                </a:lnTo>
                <a:lnTo>
                  <a:pt x="15063" y="11880"/>
                </a:lnTo>
                <a:lnTo>
                  <a:pt x="14753" y="14040"/>
                </a:lnTo>
                <a:cubicBezTo>
                  <a:pt x="14753" y="14040"/>
                  <a:pt x="11291" y="14040"/>
                  <a:pt x="11291" y="14040"/>
                </a:cubicBezTo>
                <a:close/>
                <a:moveTo>
                  <a:pt x="14288" y="17280"/>
                </a:moveTo>
                <a:lnTo>
                  <a:pt x="11291" y="17280"/>
                </a:lnTo>
                <a:lnTo>
                  <a:pt x="11291" y="15120"/>
                </a:lnTo>
                <a:lnTo>
                  <a:pt x="14598" y="15120"/>
                </a:lnTo>
                <a:cubicBezTo>
                  <a:pt x="14598" y="15120"/>
                  <a:pt x="14288" y="17280"/>
                  <a:pt x="14288" y="17280"/>
                </a:cubicBezTo>
                <a:close/>
                <a:moveTo>
                  <a:pt x="13823" y="20520"/>
                </a:moveTo>
                <a:lnTo>
                  <a:pt x="11291" y="20520"/>
                </a:lnTo>
                <a:lnTo>
                  <a:pt x="11291" y="18360"/>
                </a:lnTo>
                <a:lnTo>
                  <a:pt x="14133" y="18360"/>
                </a:lnTo>
                <a:cubicBezTo>
                  <a:pt x="14133" y="18360"/>
                  <a:pt x="13823" y="20520"/>
                  <a:pt x="13823" y="20520"/>
                </a:cubicBezTo>
                <a:close/>
                <a:moveTo>
                  <a:pt x="10309" y="14040"/>
                </a:moveTo>
                <a:lnTo>
                  <a:pt x="6847" y="14040"/>
                </a:lnTo>
                <a:lnTo>
                  <a:pt x="6537" y="11880"/>
                </a:lnTo>
                <a:lnTo>
                  <a:pt x="10309" y="11880"/>
                </a:lnTo>
                <a:cubicBezTo>
                  <a:pt x="10309" y="11880"/>
                  <a:pt x="10309" y="14040"/>
                  <a:pt x="10309" y="14040"/>
                </a:cubicBezTo>
                <a:close/>
                <a:moveTo>
                  <a:pt x="10309" y="17280"/>
                </a:moveTo>
                <a:lnTo>
                  <a:pt x="7312" y="17280"/>
                </a:lnTo>
                <a:lnTo>
                  <a:pt x="7002" y="15120"/>
                </a:lnTo>
                <a:lnTo>
                  <a:pt x="10309" y="15120"/>
                </a:lnTo>
                <a:cubicBezTo>
                  <a:pt x="10309" y="15120"/>
                  <a:pt x="10309" y="17280"/>
                  <a:pt x="10309" y="17280"/>
                </a:cubicBezTo>
                <a:close/>
                <a:moveTo>
                  <a:pt x="10309" y="20520"/>
                </a:moveTo>
                <a:lnTo>
                  <a:pt x="7777" y="20520"/>
                </a:lnTo>
                <a:lnTo>
                  <a:pt x="7467" y="18360"/>
                </a:lnTo>
                <a:lnTo>
                  <a:pt x="10309" y="18360"/>
                </a:lnTo>
                <a:cubicBezTo>
                  <a:pt x="10309" y="18360"/>
                  <a:pt x="10309" y="20520"/>
                  <a:pt x="10309" y="20520"/>
                </a:cubicBezTo>
                <a:close/>
                <a:moveTo>
                  <a:pt x="3834" y="20520"/>
                </a:moveTo>
                <a:lnTo>
                  <a:pt x="3421" y="18360"/>
                </a:lnTo>
                <a:lnTo>
                  <a:pt x="6485" y="18360"/>
                </a:lnTo>
                <a:lnTo>
                  <a:pt x="6795" y="20520"/>
                </a:lnTo>
                <a:cubicBezTo>
                  <a:pt x="6795" y="20520"/>
                  <a:pt x="3834" y="20520"/>
                  <a:pt x="3834" y="20520"/>
                </a:cubicBezTo>
                <a:close/>
                <a:moveTo>
                  <a:pt x="2801" y="15120"/>
                </a:moveTo>
                <a:lnTo>
                  <a:pt x="6020" y="15120"/>
                </a:lnTo>
                <a:lnTo>
                  <a:pt x="6330" y="17280"/>
                </a:lnTo>
                <a:lnTo>
                  <a:pt x="3214" y="17280"/>
                </a:lnTo>
                <a:cubicBezTo>
                  <a:pt x="3214" y="17280"/>
                  <a:pt x="2801" y="15120"/>
                  <a:pt x="2801" y="15120"/>
                </a:cubicBezTo>
                <a:close/>
                <a:moveTo>
                  <a:pt x="2181" y="11880"/>
                </a:moveTo>
                <a:lnTo>
                  <a:pt x="5555" y="11880"/>
                </a:lnTo>
                <a:lnTo>
                  <a:pt x="5865" y="14040"/>
                </a:lnTo>
                <a:lnTo>
                  <a:pt x="2594" y="14040"/>
                </a:lnTo>
                <a:cubicBezTo>
                  <a:pt x="2594" y="14040"/>
                  <a:pt x="2181" y="11880"/>
                  <a:pt x="2181" y="11880"/>
                </a:cubicBezTo>
                <a:close/>
                <a:moveTo>
                  <a:pt x="20618" y="8640"/>
                </a:moveTo>
                <a:lnTo>
                  <a:pt x="982" y="8640"/>
                </a:lnTo>
                <a:cubicBezTo>
                  <a:pt x="440" y="8640"/>
                  <a:pt x="0" y="9124"/>
                  <a:pt x="0" y="9720"/>
                </a:cubicBezTo>
                <a:lnTo>
                  <a:pt x="0" y="10800"/>
                </a:lnTo>
                <a:cubicBezTo>
                  <a:pt x="0" y="11396"/>
                  <a:pt x="440" y="11880"/>
                  <a:pt x="982" y="11880"/>
                </a:cubicBezTo>
                <a:lnTo>
                  <a:pt x="1178" y="11880"/>
                </a:lnTo>
                <a:lnTo>
                  <a:pt x="2960" y="21191"/>
                </a:lnTo>
                <a:lnTo>
                  <a:pt x="2969" y="21189"/>
                </a:lnTo>
                <a:cubicBezTo>
                  <a:pt x="3023" y="21423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423"/>
                  <a:pt x="18631" y="21189"/>
                </a:cubicBezTo>
                <a:lnTo>
                  <a:pt x="18640" y="21191"/>
                </a:lnTo>
                <a:lnTo>
                  <a:pt x="20422" y="11880"/>
                </a:lnTo>
                <a:lnTo>
                  <a:pt x="20618" y="11880"/>
                </a:lnTo>
                <a:cubicBezTo>
                  <a:pt x="21160" y="11880"/>
                  <a:pt x="21600" y="11396"/>
                  <a:pt x="21600" y="10800"/>
                </a:cubicBezTo>
                <a:lnTo>
                  <a:pt x="21600" y="9720"/>
                </a:lnTo>
                <a:cubicBezTo>
                  <a:pt x="21600" y="9124"/>
                  <a:pt x="21160" y="8640"/>
                  <a:pt x="20618" y="8640"/>
                </a:cubicBezTo>
                <a:moveTo>
                  <a:pt x="7507" y="3082"/>
                </a:moveTo>
                <a:lnTo>
                  <a:pt x="7507" y="3082"/>
                </a:lnTo>
                <a:lnTo>
                  <a:pt x="9471" y="5242"/>
                </a:lnTo>
                <a:cubicBezTo>
                  <a:pt x="9560" y="5340"/>
                  <a:pt x="9683" y="5400"/>
                  <a:pt x="9818" y="5400"/>
                </a:cubicBezTo>
                <a:cubicBezTo>
                  <a:pt x="10089" y="5400"/>
                  <a:pt x="10309" y="5158"/>
                  <a:pt x="10309" y="4860"/>
                </a:cubicBezTo>
                <a:cubicBezTo>
                  <a:pt x="10309" y="4712"/>
                  <a:pt x="10254" y="4577"/>
                  <a:pt x="10165" y="4478"/>
                </a:cubicBezTo>
                <a:lnTo>
                  <a:pt x="9040" y="3240"/>
                </a:lnTo>
                <a:lnTo>
                  <a:pt x="13745" y="3240"/>
                </a:lnTo>
                <a:lnTo>
                  <a:pt x="13745" y="3240"/>
                </a:lnTo>
                <a:cubicBezTo>
                  <a:pt x="14016" y="3240"/>
                  <a:pt x="14236" y="2998"/>
                  <a:pt x="14236" y="2700"/>
                </a:cubicBezTo>
                <a:cubicBezTo>
                  <a:pt x="14236" y="2402"/>
                  <a:pt x="14016" y="2160"/>
                  <a:pt x="13745" y="2160"/>
                </a:cubicBezTo>
                <a:lnTo>
                  <a:pt x="9040" y="2160"/>
                </a:lnTo>
                <a:lnTo>
                  <a:pt x="10165" y="922"/>
                </a:lnTo>
                <a:cubicBezTo>
                  <a:pt x="10254" y="824"/>
                  <a:pt x="10309" y="689"/>
                  <a:pt x="10309" y="540"/>
                </a:cubicBezTo>
                <a:cubicBezTo>
                  <a:pt x="10309" y="242"/>
                  <a:pt x="10089" y="0"/>
                  <a:pt x="9818" y="0"/>
                </a:cubicBezTo>
                <a:cubicBezTo>
                  <a:pt x="9683" y="0"/>
                  <a:pt x="9560" y="61"/>
                  <a:pt x="9471" y="158"/>
                </a:cubicBezTo>
                <a:lnTo>
                  <a:pt x="7507" y="2318"/>
                </a:lnTo>
                <a:lnTo>
                  <a:pt x="7507" y="2318"/>
                </a:lnTo>
                <a:cubicBezTo>
                  <a:pt x="7419" y="2417"/>
                  <a:pt x="7364" y="2552"/>
                  <a:pt x="7364" y="2700"/>
                </a:cubicBezTo>
                <a:cubicBezTo>
                  <a:pt x="7364" y="2849"/>
                  <a:pt x="7419" y="2984"/>
                  <a:pt x="7507" y="308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0" name="Shape 2821"/>
          <p:cNvSpPr/>
          <p:nvPr/>
        </p:nvSpPr>
        <p:spPr>
          <a:xfrm>
            <a:off x="5072040" y="1781280"/>
            <a:ext cx="209520" cy="19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0800"/>
                </a:moveTo>
                <a:lnTo>
                  <a:pt x="982" y="10800"/>
                </a:lnTo>
                <a:lnTo>
                  <a:pt x="982" y="9720"/>
                </a:lnTo>
                <a:lnTo>
                  <a:pt x="20618" y="9720"/>
                </a:lnTo>
                <a:cubicBezTo>
                  <a:pt x="20618" y="9720"/>
                  <a:pt x="20618" y="10800"/>
                  <a:pt x="20618" y="10800"/>
                </a:cubicBezTo>
                <a:close/>
                <a:moveTo>
                  <a:pt x="19006" y="14040"/>
                </a:moveTo>
                <a:lnTo>
                  <a:pt x="15735" y="14040"/>
                </a:lnTo>
                <a:lnTo>
                  <a:pt x="16045" y="11880"/>
                </a:lnTo>
                <a:lnTo>
                  <a:pt x="19419" y="11880"/>
                </a:lnTo>
                <a:cubicBezTo>
                  <a:pt x="19419" y="11880"/>
                  <a:pt x="19006" y="14040"/>
                  <a:pt x="19006" y="14040"/>
                </a:cubicBezTo>
                <a:close/>
                <a:moveTo>
                  <a:pt x="18386" y="17280"/>
                </a:moveTo>
                <a:lnTo>
                  <a:pt x="15270" y="17280"/>
                </a:lnTo>
                <a:lnTo>
                  <a:pt x="15580" y="15120"/>
                </a:lnTo>
                <a:lnTo>
                  <a:pt x="18799" y="15120"/>
                </a:lnTo>
                <a:cubicBezTo>
                  <a:pt x="18799" y="15120"/>
                  <a:pt x="18386" y="17280"/>
                  <a:pt x="18386" y="17280"/>
                </a:cubicBezTo>
                <a:close/>
                <a:moveTo>
                  <a:pt x="17766" y="20520"/>
                </a:moveTo>
                <a:lnTo>
                  <a:pt x="14805" y="20520"/>
                </a:lnTo>
                <a:lnTo>
                  <a:pt x="15115" y="18360"/>
                </a:lnTo>
                <a:lnTo>
                  <a:pt x="18179" y="18360"/>
                </a:lnTo>
                <a:cubicBezTo>
                  <a:pt x="18179" y="18360"/>
                  <a:pt x="17766" y="20520"/>
                  <a:pt x="17766" y="20520"/>
                </a:cubicBezTo>
                <a:close/>
                <a:moveTo>
                  <a:pt x="11291" y="14040"/>
                </a:moveTo>
                <a:lnTo>
                  <a:pt x="11291" y="11880"/>
                </a:lnTo>
                <a:lnTo>
                  <a:pt x="15063" y="11880"/>
                </a:lnTo>
                <a:lnTo>
                  <a:pt x="14753" y="14040"/>
                </a:lnTo>
                <a:cubicBezTo>
                  <a:pt x="14753" y="14040"/>
                  <a:pt x="11291" y="14040"/>
                  <a:pt x="11291" y="14040"/>
                </a:cubicBezTo>
                <a:close/>
                <a:moveTo>
                  <a:pt x="14288" y="17280"/>
                </a:moveTo>
                <a:lnTo>
                  <a:pt x="11291" y="17280"/>
                </a:lnTo>
                <a:lnTo>
                  <a:pt x="11291" y="15120"/>
                </a:lnTo>
                <a:lnTo>
                  <a:pt x="14598" y="15120"/>
                </a:lnTo>
                <a:cubicBezTo>
                  <a:pt x="14598" y="15120"/>
                  <a:pt x="14288" y="17280"/>
                  <a:pt x="14288" y="17280"/>
                </a:cubicBezTo>
                <a:close/>
                <a:moveTo>
                  <a:pt x="13823" y="20520"/>
                </a:moveTo>
                <a:lnTo>
                  <a:pt x="11291" y="20520"/>
                </a:lnTo>
                <a:lnTo>
                  <a:pt x="11291" y="18360"/>
                </a:lnTo>
                <a:lnTo>
                  <a:pt x="14133" y="18360"/>
                </a:lnTo>
                <a:cubicBezTo>
                  <a:pt x="14133" y="18360"/>
                  <a:pt x="13823" y="20520"/>
                  <a:pt x="13823" y="20520"/>
                </a:cubicBezTo>
                <a:close/>
                <a:moveTo>
                  <a:pt x="10309" y="14040"/>
                </a:moveTo>
                <a:lnTo>
                  <a:pt x="6847" y="14040"/>
                </a:lnTo>
                <a:lnTo>
                  <a:pt x="6537" y="11880"/>
                </a:lnTo>
                <a:lnTo>
                  <a:pt x="10309" y="11880"/>
                </a:lnTo>
                <a:cubicBezTo>
                  <a:pt x="10309" y="11880"/>
                  <a:pt x="10309" y="14040"/>
                  <a:pt x="10309" y="14040"/>
                </a:cubicBezTo>
                <a:close/>
                <a:moveTo>
                  <a:pt x="10309" y="17280"/>
                </a:moveTo>
                <a:lnTo>
                  <a:pt x="7312" y="17280"/>
                </a:lnTo>
                <a:lnTo>
                  <a:pt x="7002" y="15120"/>
                </a:lnTo>
                <a:lnTo>
                  <a:pt x="10309" y="15120"/>
                </a:lnTo>
                <a:cubicBezTo>
                  <a:pt x="10309" y="15120"/>
                  <a:pt x="10309" y="17280"/>
                  <a:pt x="10309" y="17280"/>
                </a:cubicBezTo>
                <a:close/>
                <a:moveTo>
                  <a:pt x="10309" y="20520"/>
                </a:moveTo>
                <a:lnTo>
                  <a:pt x="7777" y="20520"/>
                </a:lnTo>
                <a:lnTo>
                  <a:pt x="7467" y="18360"/>
                </a:lnTo>
                <a:lnTo>
                  <a:pt x="10309" y="18360"/>
                </a:lnTo>
                <a:cubicBezTo>
                  <a:pt x="10309" y="18360"/>
                  <a:pt x="10309" y="20520"/>
                  <a:pt x="10309" y="20520"/>
                </a:cubicBezTo>
                <a:close/>
                <a:moveTo>
                  <a:pt x="3834" y="20520"/>
                </a:moveTo>
                <a:lnTo>
                  <a:pt x="3421" y="18360"/>
                </a:lnTo>
                <a:lnTo>
                  <a:pt x="6485" y="18360"/>
                </a:lnTo>
                <a:lnTo>
                  <a:pt x="6795" y="20520"/>
                </a:lnTo>
                <a:cubicBezTo>
                  <a:pt x="6795" y="20520"/>
                  <a:pt x="3834" y="20520"/>
                  <a:pt x="3834" y="20520"/>
                </a:cubicBezTo>
                <a:close/>
                <a:moveTo>
                  <a:pt x="2801" y="15120"/>
                </a:moveTo>
                <a:lnTo>
                  <a:pt x="6020" y="15120"/>
                </a:lnTo>
                <a:lnTo>
                  <a:pt x="6330" y="17280"/>
                </a:lnTo>
                <a:lnTo>
                  <a:pt x="3214" y="17280"/>
                </a:lnTo>
                <a:cubicBezTo>
                  <a:pt x="3214" y="17280"/>
                  <a:pt x="2801" y="15120"/>
                  <a:pt x="2801" y="15120"/>
                </a:cubicBezTo>
                <a:close/>
                <a:moveTo>
                  <a:pt x="2181" y="11880"/>
                </a:moveTo>
                <a:lnTo>
                  <a:pt x="5555" y="11880"/>
                </a:lnTo>
                <a:lnTo>
                  <a:pt x="5865" y="14040"/>
                </a:lnTo>
                <a:lnTo>
                  <a:pt x="2594" y="14040"/>
                </a:lnTo>
                <a:cubicBezTo>
                  <a:pt x="2594" y="14040"/>
                  <a:pt x="2181" y="11880"/>
                  <a:pt x="2181" y="11880"/>
                </a:cubicBezTo>
                <a:close/>
                <a:moveTo>
                  <a:pt x="20618" y="8640"/>
                </a:moveTo>
                <a:lnTo>
                  <a:pt x="982" y="8640"/>
                </a:lnTo>
                <a:cubicBezTo>
                  <a:pt x="440" y="8640"/>
                  <a:pt x="0" y="9124"/>
                  <a:pt x="0" y="9720"/>
                </a:cubicBezTo>
                <a:lnTo>
                  <a:pt x="0" y="10800"/>
                </a:lnTo>
                <a:cubicBezTo>
                  <a:pt x="0" y="11396"/>
                  <a:pt x="440" y="11880"/>
                  <a:pt x="982" y="11880"/>
                </a:cubicBezTo>
                <a:lnTo>
                  <a:pt x="1178" y="11880"/>
                </a:lnTo>
                <a:lnTo>
                  <a:pt x="2960" y="21191"/>
                </a:lnTo>
                <a:lnTo>
                  <a:pt x="2969" y="21189"/>
                </a:lnTo>
                <a:cubicBezTo>
                  <a:pt x="3023" y="21423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423"/>
                  <a:pt x="18631" y="21189"/>
                </a:cubicBezTo>
                <a:lnTo>
                  <a:pt x="18640" y="21191"/>
                </a:lnTo>
                <a:lnTo>
                  <a:pt x="20422" y="11880"/>
                </a:lnTo>
                <a:lnTo>
                  <a:pt x="20618" y="11880"/>
                </a:lnTo>
                <a:cubicBezTo>
                  <a:pt x="21160" y="11880"/>
                  <a:pt x="21600" y="11396"/>
                  <a:pt x="21600" y="10800"/>
                </a:cubicBezTo>
                <a:lnTo>
                  <a:pt x="21600" y="9720"/>
                </a:lnTo>
                <a:cubicBezTo>
                  <a:pt x="21600" y="9124"/>
                  <a:pt x="21160" y="8640"/>
                  <a:pt x="20618" y="8640"/>
                </a:cubicBezTo>
                <a:moveTo>
                  <a:pt x="7855" y="3240"/>
                </a:moveTo>
                <a:lnTo>
                  <a:pt x="7855" y="3240"/>
                </a:lnTo>
                <a:lnTo>
                  <a:pt x="12560" y="3240"/>
                </a:lnTo>
                <a:lnTo>
                  <a:pt x="11435" y="4478"/>
                </a:lnTo>
                <a:cubicBezTo>
                  <a:pt x="11346" y="4577"/>
                  <a:pt x="11291" y="4712"/>
                  <a:pt x="11291" y="4860"/>
                </a:cubicBezTo>
                <a:cubicBezTo>
                  <a:pt x="11291" y="5158"/>
                  <a:pt x="11511" y="5400"/>
                  <a:pt x="11782" y="5400"/>
                </a:cubicBezTo>
                <a:cubicBezTo>
                  <a:pt x="11917" y="5400"/>
                  <a:pt x="12040" y="5340"/>
                  <a:pt x="12129" y="5242"/>
                </a:cubicBezTo>
                <a:lnTo>
                  <a:pt x="14093" y="3082"/>
                </a:lnTo>
                <a:cubicBezTo>
                  <a:pt x="14181" y="2984"/>
                  <a:pt x="14236" y="2849"/>
                  <a:pt x="14236" y="2700"/>
                </a:cubicBezTo>
                <a:cubicBezTo>
                  <a:pt x="14236" y="2552"/>
                  <a:pt x="14181" y="2417"/>
                  <a:pt x="14093" y="2318"/>
                </a:cubicBezTo>
                <a:lnTo>
                  <a:pt x="12129" y="158"/>
                </a:lnTo>
                <a:cubicBezTo>
                  <a:pt x="12040" y="61"/>
                  <a:pt x="11917" y="0"/>
                  <a:pt x="11782" y="0"/>
                </a:cubicBezTo>
                <a:cubicBezTo>
                  <a:pt x="11511" y="0"/>
                  <a:pt x="11291" y="242"/>
                  <a:pt x="11291" y="540"/>
                </a:cubicBezTo>
                <a:cubicBezTo>
                  <a:pt x="11291" y="689"/>
                  <a:pt x="11346" y="824"/>
                  <a:pt x="11435" y="922"/>
                </a:cubicBezTo>
                <a:lnTo>
                  <a:pt x="12560" y="2160"/>
                </a:lnTo>
                <a:lnTo>
                  <a:pt x="7855" y="2160"/>
                </a:lnTo>
                <a:cubicBezTo>
                  <a:pt x="7584" y="2160"/>
                  <a:pt x="7364" y="2402"/>
                  <a:pt x="7364" y="2700"/>
                </a:cubicBezTo>
                <a:cubicBezTo>
                  <a:pt x="7364" y="2998"/>
                  <a:pt x="7584" y="3240"/>
                  <a:pt x="7855" y="324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1" name="Shape 2822"/>
          <p:cNvSpPr/>
          <p:nvPr/>
        </p:nvSpPr>
        <p:spPr>
          <a:xfrm>
            <a:off x="5472000" y="1781280"/>
            <a:ext cx="209520" cy="19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0800"/>
                </a:moveTo>
                <a:lnTo>
                  <a:pt x="982" y="10800"/>
                </a:lnTo>
                <a:lnTo>
                  <a:pt x="982" y="9720"/>
                </a:lnTo>
                <a:lnTo>
                  <a:pt x="20618" y="9720"/>
                </a:lnTo>
                <a:cubicBezTo>
                  <a:pt x="20618" y="9720"/>
                  <a:pt x="20618" y="10800"/>
                  <a:pt x="20618" y="10800"/>
                </a:cubicBezTo>
                <a:close/>
                <a:moveTo>
                  <a:pt x="19006" y="14040"/>
                </a:moveTo>
                <a:lnTo>
                  <a:pt x="15735" y="14040"/>
                </a:lnTo>
                <a:lnTo>
                  <a:pt x="16045" y="11880"/>
                </a:lnTo>
                <a:lnTo>
                  <a:pt x="19419" y="11880"/>
                </a:lnTo>
                <a:cubicBezTo>
                  <a:pt x="19419" y="11880"/>
                  <a:pt x="19006" y="14040"/>
                  <a:pt x="19006" y="14040"/>
                </a:cubicBezTo>
                <a:close/>
                <a:moveTo>
                  <a:pt x="18386" y="17280"/>
                </a:moveTo>
                <a:lnTo>
                  <a:pt x="15270" y="17280"/>
                </a:lnTo>
                <a:lnTo>
                  <a:pt x="15580" y="15120"/>
                </a:lnTo>
                <a:lnTo>
                  <a:pt x="18799" y="15120"/>
                </a:lnTo>
                <a:cubicBezTo>
                  <a:pt x="18799" y="15120"/>
                  <a:pt x="18386" y="17280"/>
                  <a:pt x="18386" y="17280"/>
                </a:cubicBezTo>
                <a:close/>
                <a:moveTo>
                  <a:pt x="17766" y="20520"/>
                </a:moveTo>
                <a:lnTo>
                  <a:pt x="14805" y="20520"/>
                </a:lnTo>
                <a:lnTo>
                  <a:pt x="15115" y="18360"/>
                </a:lnTo>
                <a:lnTo>
                  <a:pt x="18179" y="18360"/>
                </a:lnTo>
                <a:cubicBezTo>
                  <a:pt x="18179" y="18360"/>
                  <a:pt x="17766" y="20520"/>
                  <a:pt x="17766" y="20520"/>
                </a:cubicBezTo>
                <a:close/>
                <a:moveTo>
                  <a:pt x="11291" y="14040"/>
                </a:moveTo>
                <a:lnTo>
                  <a:pt x="11291" y="11880"/>
                </a:lnTo>
                <a:lnTo>
                  <a:pt x="15063" y="11880"/>
                </a:lnTo>
                <a:lnTo>
                  <a:pt x="14753" y="14040"/>
                </a:lnTo>
                <a:cubicBezTo>
                  <a:pt x="14753" y="14040"/>
                  <a:pt x="11291" y="14040"/>
                  <a:pt x="11291" y="14040"/>
                </a:cubicBezTo>
                <a:close/>
                <a:moveTo>
                  <a:pt x="14288" y="17280"/>
                </a:moveTo>
                <a:lnTo>
                  <a:pt x="11291" y="17280"/>
                </a:lnTo>
                <a:lnTo>
                  <a:pt x="11291" y="15120"/>
                </a:lnTo>
                <a:lnTo>
                  <a:pt x="14598" y="15120"/>
                </a:lnTo>
                <a:cubicBezTo>
                  <a:pt x="14598" y="15120"/>
                  <a:pt x="14288" y="17280"/>
                  <a:pt x="14288" y="17280"/>
                </a:cubicBezTo>
                <a:close/>
                <a:moveTo>
                  <a:pt x="13823" y="20520"/>
                </a:moveTo>
                <a:lnTo>
                  <a:pt x="11291" y="20520"/>
                </a:lnTo>
                <a:lnTo>
                  <a:pt x="11291" y="18360"/>
                </a:lnTo>
                <a:lnTo>
                  <a:pt x="14133" y="18360"/>
                </a:lnTo>
                <a:cubicBezTo>
                  <a:pt x="14133" y="18360"/>
                  <a:pt x="13823" y="20520"/>
                  <a:pt x="13823" y="20520"/>
                </a:cubicBezTo>
                <a:close/>
                <a:moveTo>
                  <a:pt x="10309" y="14040"/>
                </a:moveTo>
                <a:lnTo>
                  <a:pt x="6847" y="14040"/>
                </a:lnTo>
                <a:lnTo>
                  <a:pt x="6537" y="11880"/>
                </a:lnTo>
                <a:lnTo>
                  <a:pt x="10309" y="11880"/>
                </a:lnTo>
                <a:cubicBezTo>
                  <a:pt x="10309" y="11880"/>
                  <a:pt x="10309" y="14040"/>
                  <a:pt x="10309" y="14040"/>
                </a:cubicBezTo>
                <a:close/>
                <a:moveTo>
                  <a:pt x="10309" y="17280"/>
                </a:moveTo>
                <a:lnTo>
                  <a:pt x="7312" y="17280"/>
                </a:lnTo>
                <a:lnTo>
                  <a:pt x="7002" y="15120"/>
                </a:lnTo>
                <a:lnTo>
                  <a:pt x="10309" y="15120"/>
                </a:lnTo>
                <a:cubicBezTo>
                  <a:pt x="10309" y="15120"/>
                  <a:pt x="10309" y="17280"/>
                  <a:pt x="10309" y="17280"/>
                </a:cubicBezTo>
                <a:close/>
                <a:moveTo>
                  <a:pt x="10309" y="20520"/>
                </a:moveTo>
                <a:lnTo>
                  <a:pt x="7777" y="20520"/>
                </a:lnTo>
                <a:lnTo>
                  <a:pt x="7467" y="18360"/>
                </a:lnTo>
                <a:lnTo>
                  <a:pt x="10309" y="18360"/>
                </a:lnTo>
                <a:cubicBezTo>
                  <a:pt x="10309" y="18360"/>
                  <a:pt x="10309" y="20520"/>
                  <a:pt x="10309" y="20520"/>
                </a:cubicBezTo>
                <a:close/>
                <a:moveTo>
                  <a:pt x="3834" y="20520"/>
                </a:moveTo>
                <a:lnTo>
                  <a:pt x="3421" y="18360"/>
                </a:lnTo>
                <a:lnTo>
                  <a:pt x="6485" y="18360"/>
                </a:lnTo>
                <a:lnTo>
                  <a:pt x="6795" y="20520"/>
                </a:lnTo>
                <a:cubicBezTo>
                  <a:pt x="6795" y="20520"/>
                  <a:pt x="3834" y="20520"/>
                  <a:pt x="3834" y="20520"/>
                </a:cubicBezTo>
                <a:close/>
                <a:moveTo>
                  <a:pt x="2801" y="15120"/>
                </a:moveTo>
                <a:lnTo>
                  <a:pt x="6020" y="15120"/>
                </a:lnTo>
                <a:lnTo>
                  <a:pt x="6330" y="17280"/>
                </a:lnTo>
                <a:lnTo>
                  <a:pt x="3214" y="17280"/>
                </a:lnTo>
                <a:cubicBezTo>
                  <a:pt x="3214" y="17280"/>
                  <a:pt x="2801" y="15120"/>
                  <a:pt x="2801" y="15120"/>
                </a:cubicBezTo>
                <a:close/>
                <a:moveTo>
                  <a:pt x="2181" y="11880"/>
                </a:moveTo>
                <a:lnTo>
                  <a:pt x="5555" y="11880"/>
                </a:lnTo>
                <a:lnTo>
                  <a:pt x="5865" y="14040"/>
                </a:lnTo>
                <a:lnTo>
                  <a:pt x="2594" y="14040"/>
                </a:lnTo>
                <a:cubicBezTo>
                  <a:pt x="2594" y="14040"/>
                  <a:pt x="2181" y="11880"/>
                  <a:pt x="2181" y="11880"/>
                </a:cubicBezTo>
                <a:close/>
                <a:moveTo>
                  <a:pt x="20618" y="8640"/>
                </a:moveTo>
                <a:lnTo>
                  <a:pt x="982" y="8640"/>
                </a:lnTo>
                <a:cubicBezTo>
                  <a:pt x="440" y="8640"/>
                  <a:pt x="0" y="9124"/>
                  <a:pt x="0" y="9720"/>
                </a:cubicBezTo>
                <a:lnTo>
                  <a:pt x="0" y="10800"/>
                </a:lnTo>
                <a:cubicBezTo>
                  <a:pt x="0" y="11396"/>
                  <a:pt x="440" y="11880"/>
                  <a:pt x="982" y="11880"/>
                </a:cubicBezTo>
                <a:lnTo>
                  <a:pt x="1178" y="11880"/>
                </a:lnTo>
                <a:lnTo>
                  <a:pt x="2960" y="21191"/>
                </a:lnTo>
                <a:lnTo>
                  <a:pt x="2969" y="21189"/>
                </a:lnTo>
                <a:cubicBezTo>
                  <a:pt x="3023" y="21423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423"/>
                  <a:pt x="18631" y="21189"/>
                </a:cubicBezTo>
                <a:lnTo>
                  <a:pt x="18640" y="21191"/>
                </a:lnTo>
                <a:lnTo>
                  <a:pt x="20422" y="11880"/>
                </a:lnTo>
                <a:lnTo>
                  <a:pt x="20618" y="11880"/>
                </a:lnTo>
                <a:cubicBezTo>
                  <a:pt x="21160" y="11880"/>
                  <a:pt x="21600" y="11396"/>
                  <a:pt x="21600" y="10800"/>
                </a:cubicBezTo>
                <a:lnTo>
                  <a:pt x="21600" y="9720"/>
                </a:lnTo>
                <a:cubicBezTo>
                  <a:pt x="21600" y="9124"/>
                  <a:pt x="21160" y="8640"/>
                  <a:pt x="20618" y="8640"/>
                </a:cubicBezTo>
                <a:moveTo>
                  <a:pt x="8345" y="3780"/>
                </a:moveTo>
                <a:lnTo>
                  <a:pt x="10309" y="3780"/>
                </a:lnTo>
                <a:lnTo>
                  <a:pt x="10309" y="5940"/>
                </a:lnTo>
                <a:cubicBezTo>
                  <a:pt x="10309" y="6238"/>
                  <a:pt x="10529" y="6480"/>
                  <a:pt x="10800" y="6480"/>
                </a:cubicBezTo>
                <a:cubicBezTo>
                  <a:pt x="11071" y="6480"/>
                  <a:pt x="11291" y="6238"/>
                  <a:pt x="11291" y="5940"/>
                </a:cubicBezTo>
                <a:lnTo>
                  <a:pt x="11291" y="3780"/>
                </a:lnTo>
                <a:lnTo>
                  <a:pt x="13255" y="3780"/>
                </a:lnTo>
                <a:cubicBezTo>
                  <a:pt x="13525" y="3780"/>
                  <a:pt x="13745" y="3538"/>
                  <a:pt x="13745" y="3240"/>
                </a:cubicBezTo>
                <a:cubicBezTo>
                  <a:pt x="13745" y="2942"/>
                  <a:pt x="13525" y="2700"/>
                  <a:pt x="13255" y="2700"/>
                </a:cubicBezTo>
                <a:lnTo>
                  <a:pt x="11291" y="2700"/>
                </a:lnTo>
                <a:lnTo>
                  <a:pt x="11291" y="540"/>
                </a:lnTo>
                <a:cubicBezTo>
                  <a:pt x="11291" y="242"/>
                  <a:pt x="11071" y="0"/>
                  <a:pt x="10800" y="0"/>
                </a:cubicBezTo>
                <a:cubicBezTo>
                  <a:pt x="10529" y="0"/>
                  <a:pt x="10309" y="242"/>
                  <a:pt x="10309" y="540"/>
                </a:cubicBezTo>
                <a:lnTo>
                  <a:pt x="10309" y="2700"/>
                </a:lnTo>
                <a:lnTo>
                  <a:pt x="8345" y="2700"/>
                </a:lnTo>
                <a:cubicBezTo>
                  <a:pt x="8075" y="2700"/>
                  <a:pt x="7855" y="2942"/>
                  <a:pt x="7855" y="3240"/>
                </a:cubicBezTo>
                <a:cubicBezTo>
                  <a:pt x="7855" y="3538"/>
                  <a:pt x="8075" y="3780"/>
                  <a:pt x="8345" y="378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2" name="Shape 2823"/>
          <p:cNvSpPr/>
          <p:nvPr/>
        </p:nvSpPr>
        <p:spPr>
          <a:xfrm>
            <a:off x="5872320" y="1795320"/>
            <a:ext cx="209520" cy="166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9257"/>
                </a:moveTo>
                <a:lnTo>
                  <a:pt x="982" y="9257"/>
                </a:lnTo>
                <a:lnTo>
                  <a:pt x="982" y="8023"/>
                </a:lnTo>
                <a:lnTo>
                  <a:pt x="20618" y="8023"/>
                </a:lnTo>
                <a:cubicBezTo>
                  <a:pt x="20618" y="8023"/>
                  <a:pt x="20618" y="9257"/>
                  <a:pt x="20618" y="9257"/>
                </a:cubicBezTo>
                <a:close/>
                <a:moveTo>
                  <a:pt x="19006" y="12960"/>
                </a:moveTo>
                <a:lnTo>
                  <a:pt x="15735" y="12960"/>
                </a:lnTo>
                <a:lnTo>
                  <a:pt x="16045" y="10491"/>
                </a:lnTo>
                <a:lnTo>
                  <a:pt x="19419" y="10491"/>
                </a:lnTo>
                <a:cubicBezTo>
                  <a:pt x="19419" y="10491"/>
                  <a:pt x="19006" y="12960"/>
                  <a:pt x="19006" y="12960"/>
                </a:cubicBezTo>
                <a:close/>
                <a:moveTo>
                  <a:pt x="18386" y="16663"/>
                </a:moveTo>
                <a:lnTo>
                  <a:pt x="15270" y="16663"/>
                </a:lnTo>
                <a:lnTo>
                  <a:pt x="15580" y="14194"/>
                </a:lnTo>
                <a:lnTo>
                  <a:pt x="18799" y="14194"/>
                </a:lnTo>
                <a:cubicBezTo>
                  <a:pt x="18799" y="14194"/>
                  <a:pt x="18386" y="16663"/>
                  <a:pt x="18386" y="16663"/>
                </a:cubicBezTo>
                <a:close/>
                <a:moveTo>
                  <a:pt x="17765" y="20366"/>
                </a:moveTo>
                <a:lnTo>
                  <a:pt x="14805" y="20366"/>
                </a:lnTo>
                <a:lnTo>
                  <a:pt x="15115" y="17897"/>
                </a:lnTo>
                <a:lnTo>
                  <a:pt x="18179" y="17897"/>
                </a:lnTo>
                <a:cubicBezTo>
                  <a:pt x="18179" y="17897"/>
                  <a:pt x="17765" y="20366"/>
                  <a:pt x="17765" y="20366"/>
                </a:cubicBezTo>
                <a:close/>
                <a:moveTo>
                  <a:pt x="11291" y="12960"/>
                </a:moveTo>
                <a:lnTo>
                  <a:pt x="11291" y="10491"/>
                </a:lnTo>
                <a:lnTo>
                  <a:pt x="15063" y="10491"/>
                </a:lnTo>
                <a:lnTo>
                  <a:pt x="14753" y="12960"/>
                </a:lnTo>
                <a:cubicBezTo>
                  <a:pt x="14753" y="12960"/>
                  <a:pt x="11291" y="12960"/>
                  <a:pt x="11291" y="12960"/>
                </a:cubicBezTo>
                <a:close/>
                <a:moveTo>
                  <a:pt x="14288" y="16663"/>
                </a:moveTo>
                <a:lnTo>
                  <a:pt x="11291" y="16663"/>
                </a:lnTo>
                <a:lnTo>
                  <a:pt x="11291" y="14194"/>
                </a:lnTo>
                <a:lnTo>
                  <a:pt x="14598" y="14194"/>
                </a:lnTo>
                <a:cubicBezTo>
                  <a:pt x="14598" y="14194"/>
                  <a:pt x="14288" y="16663"/>
                  <a:pt x="14288" y="16663"/>
                </a:cubicBezTo>
                <a:close/>
                <a:moveTo>
                  <a:pt x="13823" y="20366"/>
                </a:moveTo>
                <a:lnTo>
                  <a:pt x="11291" y="20366"/>
                </a:lnTo>
                <a:lnTo>
                  <a:pt x="11291" y="17897"/>
                </a:lnTo>
                <a:lnTo>
                  <a:pt x="14133" y="17897"/>
                </a:lnTo>
                <a:cubicBezTo>
                  <a:pt x="14133" y="17897"/>
                  <a:pt x="13823" y="20366"/>
                  <a:pt x="13823" y="20366"/>
                </a:cubicBezTo>
                <a:close/>
                <a:moveTo>
                  <a:pt x="10309" y="12960"/>
                </a:moveTo>
                <a:lnTo>
                  <a:pt x="6847" y="12960"/>
                </a:lnTo>
                <a:lnTo>
                  <a:pt x="6537" y="10491"/>
                </a:lnTo>
                <a:lnTo>
                  <a:pt x="10309" y="10491"/>
                </a:lnTo>
                <a:cubicBezTo>
                  <a:pt x="10309" y="10491"/>
                  <a:pt x="10309" y="12960"/>
                  <a:pt x="10309" y="12960"/>
                </a:cubicBezTo>
                <a:close/>
                <a:moveTo>
                  <a:pt x="10309" y="16663"/>
                </a:moveTo>
                <a:lnTo>
                  <a:pt x="7312" y="16663"/>
                </a:lnTo>
                <a:lnTo>
                  <a:pt x="7002" y="14194"/>
                </a:lnTo>
                <a:lnTo>
                  <a:pt x="10309" y="14194"/>
                </a:lnTo>
                <a:cubicBezTo>
                  <a:pt x="10309" y="14194"/>
                  <a:pt x="10309" y="16663"/>
                  <a:pt x="10309" y="16663"/>
                </a:cubicBezTo>
                <a:close/>
                <a:moveTo>
                  <a:pt x="10309" y="20366"/>
                </a:moveTo>
                <a:lnTo>
                  <a:pt x="7777" y="20366"/>
                </a:lnTo>
                <a:lnTo>
                  <a:pt x="7467" y="17897"/>
                </a:lnTo>
                <a:lnTo>
                  <a:pt x="10309" y="17897"/>
                </a:lnTo>
                <a:cubicBezTo>
                  <a:pt x="10309" y="17897"/>
                  <a:pt x="10309" y="20366"/>
                  <a:pt x="10309" y="20366"/>
                </a:cubicBezTo>
                <a:close/>
                <a:moveTo>
                  <a:pt x="3834" y="20366"/>
                </a:moveTo>
                <a:lnTo>
                  <a:pt x="3421" y="17897"/>
                </a:lnTo>
                <a:lnTo>
                  <a:pt x="6485" y="17897"/>
                </a:lnTo>
                <a:lnTo>
                  <a:pt x="6795" y="20366"/>
                </a:lnTo>
                <a:cubicBezTo>
                  <a:pt x="6795" y="20366"/>
                  <a:pt x="3834" y="20366"/>
                  <a:pt x="3834" y="20366"/>
                </a:cubicBezTo>
                <a:close/>
                <a:moveTo>
                  <a:pt x="2801" y="14194"/>
                </a:moveTo>
                <a:lnTo>
                  <a:pt x="6020" y="14194"/>
                </a:lnTo>
                <a:lnTo>
                  <a:pt x="6330" y="16663"/>
                </a:lnTo>
                <a:lnTo>
                  <a:pt x="3214" y="16663"/>
                </a:lnTo>
                <a:cubicBezTo>
                  <a:pt x="3214" y="16663"/>
                  <a:pt x="2801" y="14194"/>
                  <a:pt x="2801" y="14194"/>
                </a:cubicBezTo>
                <a:close/>
                <a:moveTo>
                  <a:pt x="2181" y="10491"/>
                </a:moveTo>
                <a:lnTo>
                  <a:pt x="5555" y="10491"/>
                </a:lnTo>
                <a:lnTo>
                  <a:pt x="5865" y="12960"/>
                </a:lnTo>
                <a:lnTo>
                  <a:pt x="2594" y="12960"/>
                </a:lnTo>
                <a:cubicBezTo>
                  <a:pt x="2594" y="12960"/>
                  <a:pt x="2181" y="10491"/>
                  <a:pt x="2181" y="10491"/>
                </a:cubicBezTo>
                <a:close/>
                <a:moveTo>
                  <a:pt x="20618" y="6789"/>
                </a:moveTo>
                <a:lnTo>
                  <a:pt x="982" y="6789"/>
                </a:lnTo>
                <a:cubicBezTo>
                  <a:pt x="440" y="6789"/>
                  <a:pt x="0" y="7342"/>
                  <a:pt x="0" y="8023"/>
                </a:cubicBezTo>
                <a:lnTo>
                  <a:pt x="0" y="9257"/>
                </a:lnTo>
                <a:cubicBezTo>
                  <a:pt x="0" y="9939"/>
                  <a:pt x="440" y="10491"/>
                  <a:pt x="982" y="10491"/>
                </a:cubicBezTo>
                <a:lnTo>
                  <a:pt x="1178" y="10491"/>
                </a:lnTo>
                <a:lnTo>
                  <a:pt x="2960" y="21133"/>
                </a:lnTo>
                <a:lnTo>
                  <a:pt x="2969" y="21130"/>
                </a:lnTo>
                <a:cubicBezTo>
                  <a:pt x="3023" y="21398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398"/>
                  <a:pt x="18631" y="21130"/>
                </a:cubicBezTo>
                <a:lnTo>
                  <a:pt x="18640" y="21133"/>
                </a:lnTo>
                <a:lnTo>
                  <a:pt x="20422" y="10491"/>
                </a:lnTo>
                <a:lnTo>
                  <a:pt x="20618" y="10491"/>
                </a:lnTo>
                <a:cubicBezTo>
                  <a:pt x="21160" y="10491"/>
                  <a:pt x="21600" y="9939"/>
                  <a:pt x="21600" y="9257"/>
                </a:cubicBezTo>
                <a:lnTo>
                  <a:pt x="21600" y="8023"/>
                </a:lnTo>
                <a:cubicBezTo>
                  <a:pt x="21600" y="7342"/>
                  <a:pt x="21160" y="6789"/>
                  <a:pt x="20618" y="6789"/>
                </a:cubicBezTo>
                <a:moveTo>
                  <a:pt x="8345" y="1234"/>
                </a:moveTo>
                <a:lnTo>
                  <a:pt x="13255" y="1234"/>
                </a:lnTo>
                <a:cubicBezTo>
                  <a:pt x="13525" y="1234"/>
                  <a:pt x="13745" y="958"/>
                  <a:pt x="13745" y="617"/>
                </a:cubicBezTo>
                <a:cubicBezTo>
                  <a:pt x="13745" y="276"/>
                  <a:pt x="13525" y="0"/>
                  <a:pt x="13255" y="0"/>
                </a:cubicBezTo>
                <a:lnTo>
                  <a:pt x="8345" y="0"/>
                </a:lnTo>
                <a:cubicBezTo>
                  <a:pt x="8075" y="0"/>
                  <a:pt x="7855" y="276"/>
                  <a:pt x="7855" y="617"/>
                </a:cubicBezTo>
                <a:cubicBezTo>
                  <a:pt x="7855" y="958"/>
                  <a:pt x="8075" y="1234"/>
                  <a:pt x="8345" y="123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3" name="Shape 2824"/>
          <p:cNvSpPr/>
          <p:nvPr/>
        </p:nvSpPr>
        <p:spPr>
          <a:xfrm>
            <a:off x="6272280" y="1771560"/>
            <a:ext cx="209520" cy="208080"/>
          </a:xfrm>
          <a:custGeom>
            <a:avLst/>
            <a:gdLst/>
            <a:ahLst/>
            <a:rect l="l" t="t" r="r" b="b"/>
            <a:pathLst>
              <a:path w="21600" h="21388">
                <a:moveTo>
                  <a:pt x="10309" y="9720"/>
                </a:moveTo>
                <a:lnTo>
                  <a:pt x="9327" y="9720"/>
                </a:lnTo>
                <a:cubicBezTo>
                  <a:pt x="9056" y="9720"/>
                  <a:pt x="8836" y="9937"/>
                  <a:pt x="8836" y="10206"/>
                </a:cubicBezTo>
                <a:cubicBezTo>
                  <a:pt x="8836" y="10475"/>
                  <a:pt x="9056" y="10692"/>
                  <a:pt x="9327" y="10692"/>
                </a:cubicBezTo>
                <a:lnTo>
                  <a:pt x="10309" y="10692"/>
                </a:lnTo>
                <a:cubicBezTo>
                  <a:pt x="10580" y="10692"/>
                  <a:pt x="10800" y="10475"/>
                  <a:pt x="10800" y="10206"/>
                </a:cubicBezTo>
                <a:cubicBezTo>
                  <a:pt x="10800" y="9937"/>
                  <a:pt x="10580" y="9720"/>
                  <a:pt x="10309" y="9720"/>
                </a:cubicBezTo>
                <a:moveTo>
                  <a:pt x="13255" y="18471"/>
                </a:moveTo>
                <a:lnTo>
                  <a:pt x="12273" y="18471"/>
                </a:lnTo>
                <a:cubicBezTo>
                  <a:pt x="12002" y="18471"/>
                  <a:pt x="11782" y="18689"/>
                  <a:pt x="11782" y="18957"/>
                </a:cubicBezTo>
                <a:cubicBezTo>
                  <a:pt x="11782" y="19226"/>
                  <a:pt x="12002" y="19443"/>
                  <a:pt x="12273" y="19443"/>
                </a:cubicBezTo>
                <a:lnTo>
                  <a:pt x="13255" y="19443"/>
                </a:lnTo>
                <a:cubicBezTo>
                  <a:pt x="13525" y="19443"/>
                  <a:pt x="13745" y="19226"/>
                  <a:pt x="13745" y="18957"/>
                </a:cubicBezTo>
                <a:cubicBezTo>
                  <a:pt x="13745" y="18689"/>
                  <a:pt x="13525" y="18471"/>
                  <a:pt x="13255" y="18471"/>
                </a:cubicBezTo>
                <a:moveTo>
                  <a:pt x="10309" y="18471"/>
                </a:moveTo>
                <a:lnTo>
                  <a:pt x="9327" y="18471"/>
                </a:lnTo>
                <a:cubicBezTo>
                  <a:pt x="9056" y="18471"/>
                  <a:pt x="8836" y="18689"/>
                  <a:pt x="8836" y="18957"/>
                </a:cubicBezTo>
                <a:cubicBezTo>
                  <a:pt x="8836" y="19226"/>
                  <a:pt x="9056" y="19443"/>
                  <a:pt x="9327" y="19443"/>
                </a:cubicBezTo>
                <a:lnTo>
                  <a:pt x="10309" y="19443"/>
                </a:lnTo>
                <a:cubicBezTo>
                  <a:pt x="10580" y="19443"/>
                  <a:pt x="10800" y="19226"/>
                  <a:pt x="10800" y="18957"/>
                </a:cubicBezTo>
                <a:cubicBezTo>
                  <a:pt x="10800" y="18689"/>
                  <a:pt x="10580" y="18471"/>
                  <a:pt x="10309" y="18471"/>
                </a:cubicBezTo>
                <a:moveTo>
                  <a:pt x="20618" y="15554"/>
                </a:moveTo>
                <a:cubicBezTo>
                  <a:pt x="20618" y="16091"/>
                  <a:pt x="20178" y="16526"/>
                  <a:pt x="19636" y="16526"/>
                </a:cubicBezTo>
                <a:lnTo>
                  <a:pt x="16691" y="16526"/>
                </a:lnTo>
                <a:cubicBezTo>
                  <a:pt x="16149" y="16526"/>
                  <a:pt x="15709" y="16091"/>
                  <a:pt x="15709" y="15554"/>
                </a:cubicBezTo>
                <a:lnTo>
                  <a:pt x="15709" y="13609"/>
                </a:lnTo>
                <a:cubicBezTo>
                  <a:pt x="15709" y="13073"/>
                  <a:pt x="16149" y="12637"/>
                  <a:pt x="16691" y="12637"/>
                </a:cubicBezTo>
                <a:lnTo>
                  <a:pt x="19636" y="12637"/>
                </a:lnTo>
                <a:cubicBezTo>
                  <a:pt x="20178" y="12637"/>
                  <a:pt x="20618" y="13073"/>
                  <a:pt x="20618" y="13609"/>
                </a:cubicBezTo>
                <a:cubicBezTo>
                  <a:pt x="20618" y="13609"/>
                  <a:pt x="20618" y="15554"/>
                  <a:pt x="20618" y="15554"/>
                </a:cubicBezTo>
                <a:close/>
                <a:moveTo>
                  <a:pt x="18655" y="19443"/>
                </a:moveTo>
                <a:cubicBezTo>
                  <a:pt x="18655" y="19980"/>
                  <a:pt x="18215" y="20416"/>
                  <a:pt x="17673" y="20416"/>
                </a:cubicBezTo>
                <a:lnTo>
                  <a:pt x="1964" y="20416"/>
                </a:lnTo>
                <a:cubicBezTo>
                  <a:pt x="1422" y="20416"/>
                  <a:pt x="982" y="19980"/>
                  <a:pt x="982" y="19443"/>
                </a:cubicBezTo>
                <a:lnTo>
                  <a:pt x="982" y="9720"/>
                </a:lnTo>
                <a:cubicBezTo>
                  <a:pt x="982" y="9183"/>
                  <a:pt x="1422" y="8747"/>
                  <a:pt x="1964" y="8747"/>
                </a:cubicBezTo>
                <a:lnTo>
                  <a:pt x="17673" y="8747"/>
                </a:lnTo>
                <a:cubicBezTo>
                  <a:pt x="18215" y="8747"/>
                  <a:pt x="18655" y="9183"/>
                  <a:pt x="18655" y="9720"/>
                </a:cubicBezTo>
                <a:lnTo>
                  <a:pt x="18655" y="11664"/>
                </a:lnTo>
                <a:lnTo>
                  <a:pt x="16691" y="11664"/>
                </a:lnTo>
                <a:cubicBezTo>
                  <a:pt x="15606" y="11664"/>
                  <a:pt x="14727" y="12535"/>
                  <a:pt x="14727" y="13609"/>
                </a:cubicBezTo>
                <a:lnTo>
                  <a:pt x="14727" y="15554"/>
                </a:lnTo>
                <a:cubicBezTo>
                  <a:pt x="14727" y="16628"/>
                  <a:pt x="15606" y="17499"/>
                  <a:pt x="16691" y="17499"/>
                </a:cubicBezTo>
                <a:lnTo>
                  <a:pt x="18655" y="17499"/>
                </a:lnTo>
                <a:cubicBezTo>
                  <a:pt x="18655" y="17499"/>
                  <a:pt x="18655" y="19443"/>
                  <a:pt x="18655" y="19443"/>
                </a:cubicBezTo>
                <a:close/>
                <a:moveTo>
                  <a:pt x="982" y="7775"/>
                </a:moveTo>
                <a:cubicBezTo>
                  <a:pt x="982" y="7238"/>
                  <a:pt x="1422" y="6803"/>
                  <a:pt x="1964" y="6803"/>
                </a:cubicBezTo>
                <a:lnTo>
                  <a:pt x="2555" y="6803"/>
                </a:lnTo>
                <a:lnTo>
                  <a:pt x="2817" y="7775"/>
                </a:lnTo>
                <a:lnTo>
                  <a:pt x="1964" y="7775"/>
                </a:lnTo>
                <a:cubicBezTo>
                  <a:pt x="1604" y="7775"/>
                  <a:pt x="1271" y="7878"/>
                  <a:pt x="982" y="8045"/>
                </a:cubicBezTo>
                <a:cubicBezTo>
                  <a:pt x="982" y="8045"/>
                  <a:pt x="982" y="7775"/>
                  <a:pt x="982" y="7775"/>
                </a:cubicBezTo>
                <a:close/>
                <a:moveTo>
                  <a:pt x="3721" y="3600"/>
                </a:moveTo>
                <a:lnTo>
                  <a:pt x="13629" y="1005"/>
                </a:lnTo>
                <a:cubicBezTo>
                  <a:pt x="14152" y="866"/>
                  <a:pt x="14690" y="1174"/>
                  <a:pt x="14831" y="1693"/>
                </a:cubicBezTo>
                <a:lnTo>
                  <a:pt x="15085" y="2631"/>
                </a:lnTo>
                <a:lnTo>
                  <a:pt x="3281" y="5731"/>
                </a:lnTo>
                <a:lnTo>
                  <a:pt x="3026" y="4791"/>
                </a:lnTo>
                <a:cubicBezTo>
                  <a:pt x="2886" y="4272"/>
                  <a:pt x="3197" y="3739"/>
                  <a:pt x="3721" y="3600"/>
                </a:cubicBezTo>
                <a:moveTo>
                  <a:pt x="15847" y="5448"/>
                </a:moveTo>
                <a:lnTo>
                  <a:pt x="16476" y="7775"/>
                </a:lnTo>
                <a:lnTo>
                  <a:pt x="6989" y="7775"/>
                </a:lnTo>
                <a:cubicBezTo>
                  <a:pt x="6989" y="7775"/>
                  <a:pt x="15847" y="5448"/>
                  <a:pt x="15847" y="5448"/>
                </a:cubicBezTo>
                <a:close/>
                <a:moveTo>
                  <a:pt x="17673" y="6803"/>
                </a:moveTo>
                <a:cubicBezTo>
                  <a:pt x="18215" y="6803"/>
                  <a:pt x="18655" y="7238"/>
                  <a:pt x="18655" y="7775"/>
                </a:cubicBezTo>
                <a:lnTo>
                  <a:pt x="18655" y="8045"/>
                </a:lnTo>
                <a:cubicBezTo>
                  <a:pt x="18365" y="7878"/>
                  <a:pt x="18032" y="7775"/>
                  <a:pt x="17673" y="7775"/>
                </a:cubicBezTo>
                <a:lnTo>
                  <a:pt x="17493" y="7775"/>
                </a:lnTo>
                <a:lnTo>
                  <a:pt x="17230" y="6803"/>
                </a:lnTo>
                <a:cubicBezTo>
                  <a:pt x="17230" y="6803"/>
                  <a:pt x="17673" y="6803"/>
                  <a:pt x="17673" y="6803"/>
                </a:cubicBezTo>
                <a:close/>
                <a:moveTo>
                  <a:pt x="19636" y="11664"/>
                </a:moveTo>
                <a:lnTo>
                  <a:pt x="19636" y="7775"/>
                </a:lnTo>
                <a:cubicBezTo>
                  <a:pt x="19636" y="6701"/>
                  <a:pt x="18757" y="5830"/>
                  <a:pt x="17673" y="5830"/>
                </a:cubicBezTo>
                <a:lnTo>
                  <a:pt x="16967" y="5830"/>
                </a:lnTo>
                <a:lnTo>
                  <a:pt x="15779" y="1441"/>
                </a:lnTo>
                <a:cubicBezTo>
                  <a:pt x="15498" y="404"/>
                  <a:pt x="14422" y="-212"/>
                  <a:pt x="13374" y="66"/>
                </a:cubicBezTo>
                <a:lnTo>
                  <a:pt x="3467" y="2660"/>
                </a:lnTo>
                <a:cubicBezTo>
                  <a:pt x="2419" y="2939"/>
                  <a:pt x="1798" y="4005"/>
                  <a:pt x="2078" y="5042"/>
                </a:cubicBezTo>
                <a:lnTo>
                  <a:pt x="2291" y="5830"/>
                </a:lnTo>
                <a:lnTo>
                  <a:pt x="1964" y="5830"/>
                </a:lnTo>
                <a:cubicBezTo>
                  <a:pt x="879" y="5830"/>
                  <a:pt x="0" y="6701"/>
                  <a:pt x="0" y="7775"/>
                </a:cubicBezTo>
                <a:lnTo>
                  <a:pt x="0" y="19443"/>
                </a:lnTo>
                <a:cubicBezTo>
                  <a:pt x="0" y="20517"/>
                  <a:pt x="879" y="21388"/>
                  <a:pt x="1964" y="21388"/>
                </a:cubicBezTo>
                <a:lnTo>
                  <a:pt x="17673" y="21388"/>
                </a:lnTo>
                <a:cubicBezTo>
                  <a:pt x="18757" y="21388"/>
                  <a:pt x="19636" y="20517"/>
                  <a:pt x="19636" y="19443"/>
                </a:cubicBezTo>
                <a:lnTo>
                  <a:pt x="19636" y="17499"/>
                </a:lnTo>
                <a:cubicBezTo>
                  <a:pt x="20721" y="17499"/>
                  <a:pt x="21600" y="16628"/>
                  <a:pt x="21600" y="15554"/>
                </a:cubicBezTo>
                <a:lnTo>
                  <a:pt x="21600" y="13609"/>
                </a:lnTo>
                <a:cubicBezTo>
                  <a:pt x="21600" y="12535"/>
                  <a:pt x="20721" y="11664"/>
                  <a:pt x="19636" y="11664"/>
                </a:cubicBezTo>
                <a:moveTo>
                  <a:pt x="13255" y="9720"/>
                </a:moveTo>
                <a:lnTo>
                  <a:pt x="12273" y="9720"/>
                </a:lnTo>
                <a:cubicBezTo>
                  <a:pt x="12002" y="9720"/>
                  <a:pt x="11782" y="9937"/>
                  <a:pt x="11782" y="10206"/>
                </a:cubicBezTo>
                <a:cubicBezTo>
                  <a:pt x="11782" y="10475"/>
                  <a:pt x="12002" y="10692"/>
                  <a:pt x="12273" y="10692"/>
                </a:cubicBezTo>
                <a:lnTo>
                  <a:pt x="13255" y="10692"/>
                </a:lnTo>
                <a:cubicBezTo>
                  <a:pt x="13525" y="10692"/>
                  <a:pt x="13745" y="10475"/>
                  <a:pt x="13745" y="10206"/>
                </a:cubicBezTo>
                <a:cubicBezTo>
                  <a:pt x="13745" y="9937"/>
                  <a:pt x="13525" y="9720"/>
                  <a:pt x="13255" y="9720"/>
                </a:cubicBezTo>
                <a:moveTo>
                  <a:pt x="7364" y="9720"/>
                </a:moveTo>
                <a:lnTo>
                  <a:pt x="6382" y="9720"/>
                </a:lnTo>
                <a:cubicBezTo>
                  <a:pt x="6111" y="9720"/>
                  <a:pt x="5891" y="9937"/>
                  <a:pt x="5891" y="10206"/>
                </a:cubicBezTo>
                <a:cubicBezTo>
                  <a:pt x="5891" y="10475"/>
                  <a:pt x="6111" y="10692"/>
                  <a:pt x="6382" y="10692"/>
                </a:cubicBezTo>
                <a:lnTo>
                  <a:pt x="7364" y="10692"/>
                </a:lnTo>
                <a:cubicBezTo>
                  <a:pt x="7634" y="10692"/>
                  <a:pt x="7855" y="10475"/>
                  <a:pt x="7855" y="10206"/>
                </a:cubicBezTo>
                <a:cubicBezTo>
                  <a:pt x="7855" y="9937"/>
                  <a:pt x="7634" y="9720"/>
                  <a:pt x="7364" y="9720"/>
                </a:cubicBezTo>
                <a:moveTo>
                  <a:pt x="17182" y="14095"/>
                </a:moveTo>
                <a:cubicBezTo>
                  <a:pt x="16911" y="14095"/>
                  <a:pt x="16691" y="14313"/>
                  <a:pt x="16691" y="14581"/>
                </a:cubicBezTo>
                <a:cubicBezTo>
                  <a:pt x="16691" y="14850"/>
                  <a:pt x="16911" y="15068"/>
                  <a:pt x="17182" y="15068"/>
                </a:cubicBezTo>
                <a:cubicBezTo>
                  <a:pt x="17453" y="15068"/>
                  <a:pt x="17673" y="14850"/>
                  <a:pt x="17673" y="14581"/>
                </a:cubicBezTo>
                <a:cubicBezTo>
                  <a:pt x="17673" y="14313"/>
                  <a:pt x="17453" y="14095"/>
                  <a:pt x="17182" y="14095"/>
                </a:cubicBezTo>
                <a:moveTo>
                  <a:pt x="16200" y="18471"/>
                </a:moveTo>
                <a:lnTo>
                  <a:pt x="15218" y="18471"/>
                </a:lnTo>
                <a:cubicBezTo>
                  <a:pt x="14947" y="18471"/>
                  <a:pt x="14727" y="18689"/>
                  <a:pt x="14727" y="18957"/>
                </a:cubicBezTo>
                <a:cubicBezTo>
                  <a:pt x="14727" y="19226"/>
                  <a:pt x="14947" y="19443"/>
                  <a:pt x="15218" y="19443"/>
                </a:cubicBezTo>
                <a:lnTo>
                  <a:pt x="16200" y="19443"/>
                </a:lnTo>
                <a:cubicBezTo>
                  <a:pt x="16471" y="19443"/>
                  <a:pt x="16691" y="19226"/>
                  <a:pt x="16691" y="18957"/>
                </a:cubicBezTo>
                <a:cubicBezTo>
                  <a:pt x="16691" y="18689"/>
                  <a:pt x="16471" y="18471"/>
                  <a:pt x="16200" y="18471"/>
                </a:cubicBezTo>
                <a:moveTo>
                  <a:pt x="15218" y="10692"/>
                </a:moveTo>
                <a:lnTo>
                  <a:pt x="16200" y="10692"/>
                </a:lnTo>
                <a:cubicBezTo>
                  <a:pt x="16471" y="10692"/>
                  <a:pt x="16691" y="10475"/>
                  <a:pt x="16691" y="10206"/>
                </a:cubicBezTo>
                <a:cubicBezTo>
                  <a:pt x="16691" y="9937"/>
                  <a:pt x="16471" y="9720"/>
                  <a:pt x="16200" y="9720"/>
                </a:cubicBezTo>
                <a:lnTo>
                  <a:pt x="15218" y="9720"/>
                </a:lnTo>
                <a:cubicBezTo>
                  <a:pt x="14947" y="9720"/>
                  <a:pt x="14727" y="9937"/>
                  <a:pt x="14727" y="10206"/>
                </a:cubicBezTo>
                <a:cubicBezTo>
                  <a:pt x="14727" y="10475"/>
                  <a:pt x="14947" y="10692"/>
                  <a:pt x="15218" y="10692"/>
                </a:cubicBezTo>
                <a:moveTo>
                  <a:pt x="4418" y="18471"/>
                </a:moveTo>
                <a:lnTo>
                  <a:pt x="3436" y="18471"/>
                </a:lnTo>
                <a:cubicBezTo>
                  <a:pt x="3166" y="18471"/>
                  <a:pt x="2945" y="18689"/>
                  <a:pt x="2945" y="18957"/>
                </a:cubicBezTo>
                <a:cubicBezTo>
                  <a:pt x="2945" y="19226"/>
                  <a:pt x="3166" y="19443"/>
                  <a:pt x="3436" y="19443"/>
                </a:cubicBezTo>
                <a:lnTo>
                  <a:pt x="4418" y="19443"/>
                </a:lnTo>
                <a:cubicBezTo>
                  <a:pt x="4689" y="19443"/>
                  <a:pt x="4909" y="19226"/>
                  <a:pt x="4909" y="18957"/>
                </a:cubicBezTo>
                <a:cubicBezTo>
                  <a:pt x="4909" y="18689"/>
                  <a:pt x="4689" y="18471"/>
                  <a:pt x="4418" y="18471"/>
                </a:cubicBezTo>
                <a:moveTo>
                  <a:pt x="7364" y="18471"/>
                </a:moveTo>
                <a:lnTo>
                  <a:pt x="6382" y="18471"/>
                </a:lnTo>
                <a:cubicBezTo>
                  <a:pt x="6111" y="18471"/>
                  <a:pt x="5891" y="18689"/>
                  <a:pt x="5891" y="18957"/>
                </a:cubicBezTo>
                <a:cubicBezTo>
                  <a:pt x="5891" y="19226"/>
                  <a:pt x="6111" y="19443"/>
                  <a:pt x="6382" y="19443"/>
                </a:cubicBezTo>
                <a:lnTo>
                  <a:pt x="7364" y="19443"/>
                </a:lnTo>
                <a:cubicBezTo>
                  <a:pt x="7634" y="19443"/>
                  <a:pt x="7855" y="19226"/>
                  <a:pt x="7855" y="18957"/>
                </a:cubicBezTo>
                <a:cubicBezTo>
                  <a:pt x="7855" y="18689"/>
                  <a:pt x="7634" y="18471"/>
                  <a:pt x="7364" y="18471"/>
                </a:cubicBezTo>
                <a:moveTo>
                  <a:pt x="4418" y="9720"/>
                </a:moveTo>
                <a:lnTo>
                  <a:pt x="3436" y="9720"/>
                </a:lnTo>
                <a:cubicBezTo>
                  <a:pt x="3166" y="9720"/>
                  <a:pt x="2945" y="9937"/>
                  <a:pt x="2945" y="10206"/>
                </a:cubicBezTo>
                <a:cubicBezTo>
                  <a:pt x="2945" y="10475"/>
                  <a:pt x="3166" y="10692"/>
                  <a:pt x="3436" y="10692"/>
                </a:cubicBezTo>
                <a:lnTo>
                  <a:pt x="4418" y="10692"/>
                </a:lnTo>
                <a:cubicBezTo>
                  <a:pt x="4689" y="10692"/>
                  <a:pt x="4909" y="10475"/>
                  <a:pt x="4909" y="10206"/>
                </a:cubicBezTo>
                <a:cubicBezTo>
                  <a:pt x="4909" y="9937"/>
                  <a:pt x="4689" y="9720"/>
                  <a:pt x="4418" y="972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4" name="Shape 2825"/>
          <p:cNvSpPr/>
          <p:nvPr/>
        </p:nvSpPr>
        <p:spPr>
          <a:xfrm>
            <a:off x="6672240" y="1800360"/>
            <a:ext cx="209520" cy="152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3255" y="17550"/>
                </a:moveTo>
                <a:lnTo>
                  <a:pt x="12273" y="17550"/>
                </a:lnTo>
                <a:cubicBezTo>
                  <a:pt x="12001" y="17550"/>
                  <a:pt x="11782" y="17853"/>
                  <a:pt x="11782" y="18225"/>
                </a:cubicBezTo>
                <a:cubicBezTo>
                  <a:pt x="11782" y="18598"/>
                  <a:pt x="12001" y="18900"/>
                  <a:pt x="12273" y="18900"/>
                </a:cubicBezTo>
                <a:lnTo>
                  <a:pt x="13255" y="18900"/>
                </a:lnTo>
                <a:cubicBezTo>
                  <a:pt x="13526" y="18900"/>
                  <a:pt x="13745" y="18598"/>
                  <a:pt x="13745" y="18225"/>
                </a:cubicBezTo>
                <a:cubicBezTo>
                  <a:pt x="13745" y="17853"/>
                  <a:pt x="13526" y="17550"/>
                  <a:pt x="13255" y="17550"/>
                </a:cubicBezTo>
                <a:moveTo>
                  <a:pt x="10309" y="5400"/>
                </a:moveTo>
                <a:lnTo>
                  <a:pt x="9327" y="5400"/>
                </a:lnTo>
                <a:cubicBezTo>
                  <a:pt x="9056" y="5400"/>
                  <a:pt x="8836" y="5702"/>
                  <a:pt x="8836" y="6075"/>
                </a:cubicBezTo>
                <a:cubicBezTo>
                  <a:pt x="8836" y="6448"/>
                  <a:pt x="9056" y="6750"/>
                  <a:pt x="9327" y="6750"/>
                </a:cubicBezTo>
                <a:lnTo>
                  <a:pt x="10309" y="6750"/>
                </a:lnTo>
                <a:cubicBezTo>
                  <a:pt x="10580" y="6750"/>
                  <a:pt x="10800" y="6448"/>
                  <a:pt x="10800" y="6075"/>
                </a:cubicBezTo>
                <a:cubicBezTo>
                  <a:pt x="10800" y="5702"/>
                  <a:pt x="10580" y="5400"/>
                  <a:pt x="10309" y="5400"/>
                </a:cubicBezTo>
                <a:moveTo>
                  <a:pt x="16200" y="17550"/>
                </a:moveTo>
                <a:lnTo>
                  <a:pt x="15218" y="17550"/>
                </a:lnTo>
                <a:cubicBezTo>
                  <a:pt x="14947" y="17550"/>
                  <a:pt x="14727" y="17853"/>
                  <a:pt x="14727" y="18225"/>
                </a:cubicBezTo>
                <a:cubicBezTo>
                  <a:pt x="14727" y="18598"/>
                  <a:pt x="14947" y="18900"/>
                  <a:pt x="15218" y="18900"/>
                </a:cubicBezTo>
                <a:lnTo>
                  <a:pt x="16200" y="18900"/>
                </a:lnTo>
                <a:cubicBezTo>
                  <a:pt x="16471" y="18900"/>
                  <a:pt x="16691" y="18598"/>
                  <a:pt x="16691" y="18225"/>
                </a:cubicBezTo>
                <a:cubicBezTo>
                  <a:pt x="16691" y="17853"/>
                  <a:pt x="16471" y="17550"/>
                  <a:pt x="16200" y="17550"/>
                </a:cubicBezTo>
                <a:moveTo>
                  <a:pt x="13255" y="5400"/>
                </a:moveTo>
                <a:lnTo>
                  <a:pt x="12273" y="5400"/>
                </a:lnTo>
                <a:cubicBezTo>
                  <a:pt x="12001" y="5400"/>
                  <a:pt x="11782" y="5702"/>
                  <a:pt x="11782" y="6075"/>
                </a:cubicBezTo>
                <a:cubicBezTo>
                  <a:pt x="11782" y="6448"/>
                  <a:pt x="12001" y="6750"/>
                  <a:pt x="12273" y="6750"/>
                </a:cubicBezTo>
                <a:lnTo>
                  <a:pt x="13255" y="6750"/>
                </a:lnTo>
                <a:cubicBezTo>
                  <a:pt x="13526" y="6750"/>
                  <a:pt x="13745" y="6448"/>
                  <a:pt x="13745" y="6075"/>
                </a:cubicBezTo>
                <a:cubicBezTo>
                  <a:pt x="13745" y="5702"/>
                  <a:pt x="13526" y="5400"/>
                  <a:pt x="13255" y="5400"/>
                </a:cubicBezTo>
                <a:moveTo>
                  <a:pt x="10309" y="17550"/>
                </a:moveTo>
                <a:lnTo>
                  <a:pt x="9327" y="17550"/>
                </a:lnTo>
                <a:cubicBezTo>
                  <a:pt x="9056" y="17550"/>
                  <a:pt x="8836" y="17853"/>
                  <a:pt x="8836" y="18225"/>
                </a:cubicBezTo>
                <a:cubicBezTo>
                  <a:pt x="8836" y="18598"/>
                  <a:pt x="9056" y="18900"/>
                  <a:pt x="9327" y="18900"/>
                </a:cubicBezTo>
                <a:lnTo>
                  <a:pt x="10309" y="18900"/>
                </a:lnTo>
                <a:cubicBezTo>
                  <a:pt x="10580" y="18900"/>
                  <a:pt x="10800" y="18598"/>
                  <a:pt x="10800" y="18225"/>
                </a:cubicBezTo>
                <a:cubicBezTo>
                  <a:pt x="10800" y="17853"/>
                  <a:pt x="10580" y="17550"/>
                  <a:pt x="10309" y="17550"/>
                </a:cubicBezTo>
                <a:moveTo>
                  <a:pt x="4418" y="17550"/>
                </a:moveTo>
                <a:lnTo>
                  <a:pt x="3436" y="17550"/>
                </a:lnTo>
                <a:cubicBezTo>
                  <a:pt x="3165" y="17550"/>
                  <a:pt x="2945" y="17853"/>
                  <a:pt x="2945" y="18225"/>
                </a:cubicBezTo>
                <a:cubicBezTo>
                  <a:pt x="2945" y="18598"/>
                  <a:pt x="3165" y="18900"/>
                  <a:pt x="3436" y="18900"/>
                </a:cubicBezTo>
                <a:lnTo>
                  <a:pt x="4418" y="18900"/>
                </a:lnTo>
                <a:cubicBezTo>
                  <a:pt x="4690" y="18900"/>
                  <a:pt x="4909" y="18598"/>
                  <a:pt x="4909" y="18225"/>
                </a:cubicBezTo>
                <a:cubicBezTo>
                  <a:pt x="4909" y="17853"/>
                  <a:pt x="4690" y="17550"/>
                  <a:pt x="4418" y="17550"/>
                </a:cubicBezTo>
                <a:moveTo>
                  <a:pt x="15218" y="6750"/>
                </a:moveTo>
                <a:lnTo>
                  <a:pt x="16200" y="6750"/>
                </a:lnTo>
                <a:cubicBezTo>
                  <a:pt x="16471" y="6750"/>
                  <a:pt x="16691" y="6448"/>
                  <a:pt x="16691" y="6075"/>
                </a:cubicBezTo>
                <a:cubicBezTo>
                  <a:pt x="16691" y="5702"/>
                  <a:pt x="16471" y="5400"/>
                  <a:pt x="16200" y="5400"/>
                </a:cubicBezTo>
                <a:lnTo>
                  <a:pt x="15218" y="5400"/>
                </a:lnTo>
                <a:cubicBezTo>
                  <a:pt x="14947" y="5400"/>
                  <a:pt x="14727" y="5702"/>
                  <a:pt x="14727" y="6075"/>
                </a:cubicBezTo>
                <a:cubicBezTo>
                  <a:pt x="14727" y="6448"/>
                  <a:pt x="14947" y="6750"/>
                  <a:pt x="15218" y="6750"/>
                </a:cubicBezTo>
                <a:moveTo>
                  <a:pt x="20618" y="13500"/>
                </a:moveTo>
                <a:cubicBezTo>
                  <a:pt x="20618" y="14245"/>
                  <a:pt x="20178" y="14850"/>
                  <a:pt x="19636" y="14850"/>
                </a:cubicBezTo>
                <a:lnTo>
                  <a:pt x="16691" y="14850"/>
                </a:lnTo>
                <a:cubicBezTo>
                  <a:pt x="16149" y="14850"/>
                  <a:pt x="15709" y="14245"/>
                  <a:pt x="15709" y="13500"/>
                </a:cubicBezTo>
                <a:lnTo>
                  <a:pt x="15709" y="10800"/>
                </a:lnTo>
                <a:cubicBezTo>
                  <a:pt x="15709" y="10055"/>
                  <a:pt x="16149" y="9450"/>
                  <a:pt x="16691" y="9450"/>
                </a:cubicBezTo>
                <a:lnTo>
                  <a:pt x="19636" y="9450"/>
                </a:lnTo>
                <a:cubicBezTo>
                  <a:pt x="20178" y="9450"/>
                  <a:pt x="20618" y="10055"/>
                  <a:pt x="20618" y="10800"/>
                </a:cubicBezTo>
                <a:cubicBezTo>
                  <a:pt x="20618" y="10800"/>
                  <a:pt x="20618" y="13500"/>
                  <a:pt x="20618" y="13500"/>
                </a:cubicBezTo>
                <a:close/>
                <a:moveTo>
                  <a:pt x="18655" y="18900"/>
                </a:moveTo>
                <a:cubicBezTo>
                  <a:pt x="18655" y="19645"/>
                  <a:pt x="18214" y="20250"/>
                  <a:pt x="17673" y="20250"/>
                </a:cubicBezTo>
                <a:lnTo>
                  <a:pt x="1964" y="20250"/>
                </a:lnTo>
                <a:cubicBezTo>
                  <a:pt x="1422" y="20250"/>
                  <a:pt x="982" y="19645"/>
                  <a:pt x="982" y="18900"/>
                </a:cubicBezTo>
                <a:lnTo>
                  <a:pt x="982" y="5400"/>
                </a:lnTo>
                <a:cubicBezTo>
                  <a:pt x="982" y="4655"/>
                  <a:pt x="1422" y="4050"/>
                  <a:pt x="1964" y="4050"/>
                </a:cubicBezTo>
                <a:lnTo>
                  <a:pt x="17673" y="4050"/>
                </a:lnTo>
                <a:cubicBezTo>
                  <a:pt x="18214" y="4050"/>
                  <a:pt x="18655" y="4655"/>
                  <a:pt x="18655" y="5400"/>
                </a:cubicBezTo>
                <a:lnTo>
                  <a:pt x="18655" y="8100"/>
                </a:lnTo>
                <a:lnTo>
                  <a:pt x="16691" y="8100"/>
                </a:lnTo>
                <a:cubicBezTo>
                  <a:pt x="15606" y="8100"/>
                  <a:pt x="14727" y="9309"/>
                  <a:pt x="14727" y="10800"/>
                </a:cubicBezTo>
                <a:lnTo>
                  <a:pt x="14727" y="13500"/>
                </a:lnTo>
                <a:cubicBezTo>
                  <a:pt x="14727" y="14991"/>
                  <a:pt x="15606" y="16200"/>
                  <a:pt x="16691" y="16200"/>
                </a:cubicBezTo>
                <a:lnTo>
                  <a:pt x="18655" y="16200"/>
                </a:lnTo>
                <a:cubicBezTo>
                  <a:pt x="18655" y="16200"/>
                  <a:pt x="18655" y="18900"/>
                  <a:pt x="18655" y="18900"/>
                </a:cubicBezTo>
                <a:close/>
                <a:moveTo>
                  <a:pt x="982" y="2700"/>
                </a:moveTo>
                <a:cubicBezTo>
                  <a:pt x="982" y="1955"/>
                  <a:pt x="1422" y="1350"/>
                  <a:pt x="1964" y="1350"/>
                </a:cubicBezTo>
                <a:lnTo>
                  <a:pt x="17673" y="1350"/>
                </a:lnTo>
                <a:cubicBezTo>
                  <a:pt x="18214" y="1350"/>
                  <a:pt x="18655" y="1955"/>
                  <a:pt x="18655" y="2700"/>
                </a:cubicBezTo>
                <a:lnTo>
                  <a:pt x="18655" y="3075"/>
                </a:lnTo>
                <a:cubicBezTo>
                  <a:pt x="18365" y="2842"/>
                  <a:pt x="18032" y="2700"/>
                  <a:pt x="17673" y="2700"/>
                </a:cubicBezTo>
                <a:lnTo>
                  <a:pt x="1964" y="2700"/>
                </a:lnTo>
                <a:cubicBezTo>
                  <a:pt x="1604" y="2700"/>
                  <a:pt x="1271" y="2842"/>
                  <a:pt x="982" y="3075"/>
                </a:cubicBezTo>
                <a:cubicBezTo>
                  <a:pt x="982" y="3075"/>
                  <a:pt x="982" y="2700"/>
                  <a:pt x="982" y="2700"/>
                </a:cubicBezTo>
                <a:close/>
                <a:moveTo>
                  <a:pt x="19636" y="8100"/>
                </a:moveTo>
                <a:lnTo>
                  <a:pt x="19636" y="2700"/>
                </a:lnTo>
                <a:cubicBezTo>
                  <a:pt x="19636" y="1209"/>
                  <a:pt x="18757" y="0"/>
                  <a:pt x="17673" y="0"/>
                </a:cubicBez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7673" y="21600"/>
                </a:lnTo>
                <a:cubicBezTo>
                  <a:pt x="18757" y="21600"/>
                  <a:pt x="19636" y="20391"/>
                  <a:pt x="19636" y="18900"/>
                </a:cubicBezTo>
                <a:lnTo>
                  <a:pt x="19636" y="16200"/>
                </a:lnTo>
                <a:cubicBezTo>
                  <a:pt x="20721" y="16200"/>
                  <a:pt x="21600" y="14991"/>
                  <a:pt x="21600" y="13500"/>
                </a:cubicBezTo>
                <a:lnTo>
                  <a:pt x="21600" y="10800"/>
                </a:lnTo>
                <a:cubicBezTo>
                  <a:pt x="21600" y="9309"/>
                  <a:pt x="20721" y="8100"/>
                  <a:pt x="19636" y="8100"/>
                </a:cubicBezTo>
                <a:moveTo>
                  <a:pt x="17182" y="11475"/>
                </a:moveTo>
                <a:cubicBezTo>
                  <a:pt x="16910" y="11475"/>
                  <a:pt x="16691" y="11777"/>
                  <a:pt x="16691" y="12150"/>
                </a:cubicBezTo>
                <a:cubicBezTo>
                  <a:pt x="16691" y="12523"/>
                  <a:pt x="16910" y="12825"/>
                  <a:pt x="17182" y="12825"/>
                </a:cubicBezTo>
                <a:cubicBezTo>
                  <a:pt x="17453" y="12825"/>
                  <a:pt x="17673" y="12523"/>
                  <a:pt x="17673" y="12150"/>
                </a:cubicBezTo>
                <a:cubicBezTo>
                  <a:pt x="17673" y="11777"/>
                  <a:pt x="17453" y="11475"/>
                  <a:pt x="17182" y="11475"/>
                </a:cubicBezTo>
                <a:moveTo>
                  <a:pt x="7364" y="17550"/>
                </a:moveTo>
                <a:lnTo>
                  <a:pt x="6382" y="17550"/>
                </a:lnTo>
                <a:cubicBezTo>
                  <a:pt x="6110" y="17550"/>
                  <a:pt x="5891" y="17853"/>
                  <a:pt x="5891" y="18225"/>
                </a:cubicBezTo>
                <a:cubicBezTo>
                  <a:pt x="5891" y="18598"/>
                  <a:pt x="6110" y="18900"/>
                  <a:pt x="6382" y="18900"/>
                </a:cubicBezTo>
                <a:lnTo>
                  <a:pt x="7364" y="18900"/>
                </a:lnTo>
                <a:cubicBezTo>
                  <a:pt x="7635" y="18900"/>
                  <a:pt x="7855" y="18598"/>
                  <a:pt x="7855" y="18225"/>
                </a:cubicBezTo>
                <a:cubicBezTo>
                  <a:pt x="7855" y="17853"/>
                  <a:pt x="7635" y="17550"/>
                  <a:pt x="7364" y="17550"/>
                </a:cubicBezTo>
                <a:moveTo>
                  <a:pt x="7364" y="5400"/>
                </a:moveTo>
                <a:lnTo>
                  <a:pt x="6382" y="5400"/>
                </a:lnTo>
                <a:cubicBezTo>
                  <a:pt x="6110" y="5400"/>
                  <a:pt x="5891" y="5702"/>
                  <a:pt x="5891" y="6075"/>
                </a:cubicBezTo>
                <a:cubicBezTo>
                  <a:pt x="5891" y="6448"/>
                  <a:pt x="6110" y="6750"/>
                  <a:pt x="6382" y="6750"/>
                </a:cubicBezTo>
                <a:lnTo>
                  <a:pt x="7364" y="6750"/>
                </a:lnTo>
                <a:cubicBezTo>
                  <a:pt x="7635" y="6750"/>
                  <a:pt x="7855" y="6448"/>
                  <a:pt x="7855" y="6075"/>
                </a:cubicBezTo>
                <a:cubicBezTo>
                  <a:pt x="7855" y="5702"/>
                  <a:pt x="7635" y="5400"/>
                  <a:pt x="7364" y="5400"/>
                </a:cubicBezTo>
                <a:moveTo>
                  <a:pt x="4418" y="5400"/>
                </a:moveTo>
                <a:lnTo>
                  <a:pt x="3436" y="5400"/>
                </a:lnTo>
                <a:cubicBezTo>
                  <a:pt x="3165" y="5400"/>
                  <a:pt x="2945" y="5702"/>
                  <a:pt x="2945" y="6075"/>
                </a:cubicBezTo>
                <a:cubicBezTo>
                  <a:pt x="2945" y="6448"/>
                  <a:pt x="3165" y="6750"/>
                  <a:pt x="3436" y="6750"/>
                </a:cubicBezTo>
                <a:lnTo>
                  <a:pt x="4418" y="6750"/>
                </a:lnTo>
                <a:cubicBezTo>
                  <a:pt x="4690" y="6750"/>
                  <a:pt x="4909" y="6448"/>
                  <a:pt x="4909" y="6075"/>
                </a:cubicBezTo>
                <a:cubicBezTo>
                  <a:pt x="4909" y="5702"/>
                  <a:pt x="4690" y="5400"/>
                  <a:pt x="4418" y="54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5" name="Shape 2826"/>
          <p:cNvSpPr/>
          <p:nvPr/>
        </p:nvSpPr>
        <p:spPr>
          <a:xfrm>
            <a:off x="7070760" y="1790640"/>
            <a:ext cx="209520" cy="171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309" y="7214"/>
                </a:moveTo>
                <a:lnTo>
                  <a:pt x="9327" y="7214"/>
                </a:lnTo>
                <a:cubicBezTo>
                  <a:pt x="9056" y="7214"/>
                  <a:pt x="8836" y="7482"/>
                  <a:pt x="8836" y="7813"/>
                </a:cubicBezTo>
                <a:cubicBezTo>
                  <a:pt x="8836" y="8145"/>
                  <a:pt x="9056" y="8413"/>
                  <a:pt x="9327" y="8413"/>
                </a:cubicBezTo>
                <a:lnTo>
                  <a:pt x="10309" y="8413"/>
                </a:lnTo>
                <a:cubicBezTo>
                  <a:pt x="10580" y="8413"/>
                  <a:pt x="10800" y="8145"/>
                  <a:pt x="10800" y="7813"/>
                </a:cubicBezTo>
                <a:cubicBezTo>
                  <a:pt x="10800" y="7482"/>
                  <a:pt x="10580" y="7214"/>
                  <a:pt x="10309" y="7214"/>
                </a:cubicBezTo>
                <a:moveTo>
                  <a:pt x="7364" y="7214"/>
                </a:moveTo>
                <a:lnTo>
                  <a:pt x="6382" y="7214"/>
                </a:lnTo>
                <a:cubicBezTo>
                  <a:pt x="6110" y="7214"/>
                  <a:pt x="5891" y="7482"/>
                  <a:pt x="5891" y="7813"/>
                </a:cubicBezTo>
                <a:cubicBezTo>
                  <a:pt x="5891" y="8145"/>
                  <a:pt x="6110" y="8413"/>
                  <a:pt x="6382" y="8413"/>
                </a:cubicBezTo>
                <a:lnTo>
                  <a:pt x="7364" y="8413"/>
                </a:lnTo>
                <a:cubicBezTo>
                  <a:pt x="7635" y="8413"/>
                  <a:pt x="7855" y="8145"/>
                  <a:pt x="7855" y="7813"/>
                </a:cubicBezTo>
                <a:cubicBezTo>
                  <a:pt x="7855" y="7482"/>
                  <a:pt x="7635" y="7214"/>
                  <a:pt x="7364" y="7214"/>
                </a:cubicBezTo>
                <a:moveTo>
                  <a:pt x="10309" y="18004"/>
                </a:moveTo>
                <a:lnTo>
                  <a:pt x="9327" y="18004"/>
                </a:lnTo>
                <a:cubicBezTo>
                  <a:pt x="9056" y="18004"/>
                  <a:pt x="8836" y="18272"/>
                  <a:pt x="8836" y="18603"/>
                </a:cubicBezTo>
                <a:cubicBezTo>
                  <a:pt x="8836" y="18935"/>
                  <a:pt x="9056" y="19202"/>
                  <a:pt x="9327" y="19202"/>
                </a:cubicBezTo>
                <a:lnTo>
                  <a:pt x="10309" y="19202"/>
                </a:lnTo>
                <a:cubicBezTo>
                  <a:pt x="10580" y="19202"/>
                  <a:pt x="10800" y="18935"/>
                  <a:pt x="10800" y="18603"/>
                </a:cubicBezTo>
                <a:cubicBezTo>
                  <a:pt x="10800" y="18272"/>
                  <a:pt x="10580" y="18004"/>
                  <a:pt x="10309" y="18004"/>
                </a:cubicBezTo>
                <a:moveTo>
                  <a:pt x="13255" y="18004"/>
                </a:moveTo>
                <a:lnTo>
                  <a:pt x="12273" y="18004"/>
                </a:lnTo>
                <a:cubicBezTo>
                  <a:pt x="12001" y="18004"/>
                  <a:pt x="11782" y="18272"/>
                  <a:pt x="11782" y="18603"/>
                </a:cubicBezTo>
                <a:cubicBezTo>
                  <a:pt x="11782" y="18935"/>
                  <a:pt x="12001" y="19202"/>
                  <a:pt x="12273" y="19202"/>
                </a:cubicBezTo>
                <a:lnTo>
                  <a:pt x="13255" y="19202"/>
                </a:lnTo>
                <a:cubicBezTo>
                  <a:pt x="13526" y="19202"/>
                  <a:pt x="13745" y="18935"/>
                  <a:pt x="13745" y="18603"/>
                </a:cubicBezTo>
                <a:cubicBezTo>
                  <a:pt x="13745" y="18272"/>
                  <a:pt x="13526" y="18004"/>
                  <a:pt x="13255" y="18004"/>
                </a:cubicBezTo>
                <a:moveTo>
                  <a:pt x="20618" y="14407"/>
                </a:moveTo>
                <a:cubicBezTo>
                  <a:pt x="20618" y="15069"/>
                  <a:pt x="20178" y="15606"/>
                  <a:pt x="19636" y="15606"/>
                </a:cubicBezTo>
                <a:lnTo>
                  <a:pt x="16691" y="15606"/>
                </a:lnTo>
                <a:cubicBezTo>
                  <a:pt x="16148" y="15606"/>
                  <a:pt x="15709" y="15069"/>
                  <a:pt x="15709" y="14407"/>
                </a:cubicBezTo>
                <a:lnTo>
                  <a:pt x="15709" y="12009"/>
                </a:lnTo>
                <a:cubicBezTo>
                  <a:pt x="15709" y="11348"/>
                  <a:pt x="16148" y="10811"/>
                  <a:pt x="16691" y="10811"/>
                </a:cubicBezTo>
                <a:lnTo>
                  <a:pt x="19636" y="10811"/>
                </a:lnTo>
                <a:cubicBezTo>
                  <a:pt x="20178" y="10811"/>
                  <a:pt x="20618" y="11348"/>
                  <a:pt x="20618" y="12009"/>
                </a:cubicBezTo>
                <a:cubicBezTo>
                  <a:pt x="20618" y="12009"/>
                  <a:pt x="20618" y="14407"/>
                  <a:pt x="20618" y="14407"/>
                </a:cubicBezTo>
                <a:close/>
                <a:moveTo>
                  <a:pt x="18655" y="19202"/>
                </a:moveTo>
                <a:cubicBezTo>
                  <a:pt x="18655" y="19864"/>
                  <a:pt x="18214" y="20401"/>
                  <a:pt x="17673" y="20401"/>
                </a:cubicBezTo>
                <a:lnTo>
                  <a:pt x="1964" y="20401"/>
                </a:lnTo>
                <a:cubicBezTo>
                  <a:pt x="1421" y="20401"/>
                  <a:pt x="982" y="19864"/>
                  <a:pt x="982" y="19202"/>
                </a:cubicBezTo>
                <a:lnTo>
                  <a:pt x="982" y="7214"/>
                </a:lnTo>
                <a:cubicBezTo>
                  <a:pt x="982" y="6553"/>
                  <a:pt x="1421" y="6015"/>
                  <a:pt x="1964" y="6015"/>
                </a:cubicBezTo>
                <a:lnTo>
                  <a:pt x="17673" y="6015"/>
                </a:lnTo>
                <a:cubicBezTo>
                  <a:pt x="18214" y="6015"/>
                  <a:pt x="18655" y="6553"/>
                  <a:pt x="18655" y="7214"/>
                </a:cubicBezTo>
                <a:lnTo>
                  <a:pt x="18655" y="9612"/>
                </a:lnTo>
                <a:lnTo>
                  <a:pt x="16691" y="9612"/>
                </a:lnTo>
                <a:cubicBezTo>
                  <a:pt x="15606" y="9612"/>
                  <a:pt x="14727" y="10685"/>
                  <a:pt x="14727" y="12009"/>
                </a:cubicBezTo>
                <a:lnTo>
                  <a:pt x="14727" y="14407"/>
                </a:lnTo>
                <a:cubicBezTo>
                  <a:pt x="14727" y="15731"/>
                  <a:pt x="15606" y="16805"/>
                  <a:pt x="16691" y="16805"/>
                </a:cubicBezTo>
                <a:lnTo>
                  <a:pt x="18655" y="16805"/>
                </a:lnTo>
                <a:cubicBezTo>
                  <a:pt x="18655" y="16805"/>
                  <a:pt x="18655" y="19202"/>
                  <a:pt x="18655" y="19202"/>
                </a:cubicBezTo>
                <a:close/>
                <a:moveTo>
                  <a:pt x="982" y="4816"/>
                </a:moveTo>
                <a:cubicBezTo>
                  <a:pt x="982" y="4155"/>
                  <a:pt x="1420" y="3618"/>
                  <a:pt x="1963" y="3618"/>
                </a:cubicBezTo>
                <a:lnTo>
                  <a:pt x="1692" y="4850"/>
                </a:lnTo>
                <a:cubicBezTo>
                  <a:pt x="1436" y="4894"/>
                  <a:pt x="1197" y="4996"/>
                  <a:pt x="982" y="5149"/>
                </a:cubicBezTo>
                <a:cubicBezTo>
                  <a:pt x="982" y="5149"/>
                  <a:pt x="982" y="4816"/>
                  <a:pt x="982" y="4816"/>
                </a:cubicBezTo>
                <a:close/>
                <a:moveTo>
                  <a:pt x="3451" y="1468"/>
                </a:moveTo>
                <a:lnTo>
                  <a:pt x="13684" y="4816"/>
                </a:lnTo>
                <a:lnTo>
                  <a:pt x="2716" y="4816"/>
                </a:lnTo>
                <a:cubicBezTo>
                  <a:pt x="2716" y="4816"/>
                  <a:pt x="3451" y="1468"/>
                  <a:pt x="3451" y="1468"/>
                </a:cubicBezTo>
                <a:close/>
                <a:moveTo>
                  <a:pt x="16776" y="2582"/>
                </a:moveTo>
                <a:lnTo>
                  <a:pt x="16982" y="4654"/>
                </a:lnTo>
                <a:lnTo>
                  <a:pt x="12560" y="3208"/>
                </a:lnTo>
                <a:cubicBezTo>
                  <a:pt x="12560" y="3208"/>
                  <a:pt x="16776" y="2582"/>
                  <a:pt x="16776" y="2582"/>
                </a:cubicBezTo>
                <a:close/>
                <a:moveTo>
                  <a:pt x="18655" y="4816"/>
                </a:moveTo>
                <a:lnTo>
                  <a:pt x="18655" y="5149"/>
                </a:lnTo>
                <a:cubicBezTo>
                  <a:pt x="18453" y="5005"/>
                  <a:pt x="18231" y="4904"/>
                  <a:pt x="17992" y="4856"/>
                </a:cubicBezTo>
                <a:lnTo>
                  <a:pt x="17871" y="3642"/>
                </a:lnTo>
                <a:cubicBezTo>
                  <a:pt x="18318" y="3754"/>
                  <a:pt x="18655" y="4237"/>
                  <a:pt x="18655" y="4816"/>
                </a:cubicBezTo>
                <a:moveTo>
                  <a:pt x="19636" y="9612"/>
                </a:moveTo>
                <a:lnTo>
                  <a:pt x="19636" y="4816"/>
                </a:lnTo>
                <a:cubicBezTo>
                  <a:pt x="19636" y="3525"/>
                  <a:pt x="18798" y="2479"/>
                  <a:pt x="17750" y="2428"/>
                </a:cubicBezTo>
                <a:lnTo>
                  <a:pt x="17633" y="1247"/>
                </a:lnTo>
                <a:lnTo>
                  <a:pt x="10020" y="2377"/>
                </a:lnTo>
                <a:lnTo>
                  <a:pt x="2757" y="0"/>
                </a:lnTo>
                <a:lnTo>
                  <a:pt x="2226" y="2419"/>
                </a:lnTo>
                <a:lnTo>
                  <a:pt x="1964" y="2419"/>
                </a:lnTo>
                <a:cubicBezTo>
                  <a:pt x="879" y="2419"/>
                  <a:pt x="0" y="3492"/>
                  <a:pt x="0" y="4816"/>
                </a:cubicBezTo>
                <a:lnTo>
                  <a:pt x="0" y="19202"/>
                </a:lnTo>
                <a:cubicBezTo>
                  <a:pt x="0" y="20526"/>
                  <a:pt x="879" y="21600"/>
                  <a:pt x="1964" y="21600"/>
                </a:cubicBezTo>
                <a:lnTo>
                  <a:pt x="17673" y="21600"/>
                </a:lnTo>
                <a:cubicBezTo>
                  <a:pt x="18757" y="21600"/>
                  <a:pt x="19636" y="20526"/>
                  <a:pt x="19636" y="19202"/>
                </a:cubicBezTo>
                <a:lnTo>
                  <a:pt x="19636" y="16805"/>
                </a:lnTo>
                <a:cubicBezTo>
                  <a:pt x="20721" y="16805"/>
                  <a:pt x="21600" y="15731"/>
                  <a:pt x="21600" y="14407"/>
                </a:cubicBezTo>
                <a:lnTo>
                  <a:pt x="21600" y="12009"/>
                </a:lnTo>
                <a:cubicBezTo>
                  <a:pt x="21600" y="10685"/>
                  <a:pt x="20721" y="9612"/>
                  <a:pt x="19636" y="9612"/>
                </a:cubicBezTo>
                <a:moveTo>
                  <a:pt x="13255" y="7214"/>
                </a:moveTo>
                <a:lnTo>
                  <a:pt x="12273" y="7214"/>
                </a:lnTo>
                <a:cubicBezTo>
                  <a:pt x="12001" y="7214"/>
                  <a:pt x="11782" y="7482"/>
                  <a:pt x="11782" y="7813"/>
                </a:cubicBezTo>
                <a:cubicBezTo>
                  <a:pt x="11782" y="8145"/>
                  <a:pt x="12001" y="8413"/>
                  <a:pt x="12273" y="8413"/>
                </a:cubicBezTo>
                <a:lnTo>
                  <a:pt x="13255" y="8413"/>
                </a:lnTo>
                <a:cubicBezTo>
                  <a:pt x="13526" y="8413"/>
                  <a:pt x="13745" y="8145"/>
                  <a:pt x="13745" y="7813"/>
                </a:cubicBezTo>
                <a:cubicBezTo>
                  <a:pt x="13745" y="7482"/>
                  <a:pt x="13526" y="7214"/>
                  <a:pt x="13255" y="7214"/>
                </a:cubicBezTo>
                <a:moveTo>
                  <a:pt x="16200" y="18004"/>
                </a:moveTo>
                <a:lnTo>
                  <a:pt x="15218" y="18004"/>
                </a:lnTo>
                <a:cubicBezTo>
                  <a:pt x="14947" y="18004"/>
                  <a:pt x="14727" y="18272"/>
                  <a:pt x="14727" y="18603"/>
                </a:cubicBezTo>
                <a:cubicBezTo>
                  <a:pt x="14727" y="18935"/>
                  <a:pt x="14947" y="19202"/>
                  <a:pt x="15218" y="19202"/>
                </a:cubicBezTo>
                <a:lnTo>
                  <a:pt x="16200" y="19202"/>
                </a:lnTo>
                <a:cubicBezTo>
                  <a:pt x="16471" y="19202"/>
                  <a:pt x="16691" y="18935"/>
                  <a:pt x="16691" y="18603"/>
                </a:cubicBezTo>
                <a:cubicBezTo>
                  <a:pt x="16691" y="18272"/>
                  <a:pt x="16471" y="18004"/>
                  <a:pt x="16200" y="18004"/>
                </a:cubicBezTo>
                <a:moveTo>
                  <a:pt x="17182" y="12609"/>
                </a:moveTo>
                <a:cubicBezTo>
                  <a:pt x="16910" y="12609"/>
                  <a:pt x="16691" y="12877"/>
                  <a:pt x="16691" y="13208"/>
                </a:cubicBezTo>
                <a:cubicBezTo>
                  <a:pt x="16691" y="13540"/>
                  <a:pt x="16910" y="13808"/>
                  <a:pt x="17182" y="13808"/>
                </a:cubicBezTo>
                <a:cubicBezTo>
                  <a:pt x="17453" y="13808"/>
                  <a:pt x="17673" y="13540"/>
                  <a:pt x="17673" y="13208"/>
                </a:cubicBezTo>
                <a:cubicBezTo>
                  <a:pt x="17673" y="12877"/>
                  <a:pt x="17453" y="12609"/>
                  <a:pt x="17182" y="12609"/>
                </a:cubicBezTo>
                <a:moveTo>
                  <a:pt x="4418" y="7214"/>
                </a:moveTo>
                <a:lnTo>
                  <a:pt x="3436" y="7214"/>
                </a:lnTo>
                <a:cubicBezTo>
                  <a:pt x="3165" y="7214"/>
                  <a:pt x="2945" y="7482"/>
                  <a:pt x="2945" y="7813"/>
                </a:cubicBezTo>
                <a:cubicBezTo>
                  <a:pt x="2945" y="8145"/>
                  <a:pt x="3165" y="8413"/>
                  <a:pt x="3436" y="8413"/>
                </a:cubicBezTo>
                <a:lnTo>
                  <a:pt x="4418" y="8413"/>
                </a:lnTo>
                <a:cubicBezTo>
                  <a:pt x="4690" y="8413"/>
                  <a:pt x="4909" y="8145"/>
                  <a:pt x="4909" y="7813"/>
                </a:cubicBezTo>
                <a:cubicBezTo>
                  <a:pt x="4909" y="7482"/>
                  <a:pt x="4690" y="7214"/>
                  <a:pt x="4418" y="7214"/>
                </a:cubicBezTo>
                <a:moveTo>
                  <a:pt x="15218" y="8413"/>
                </a:moveTo>
                <a:lnTo>
                  <a:pt x="16200" y="8413"/>
                </a:lnTo>
                <a:cubicBezTo>
                  <a:pt x="16471" y="8413"/>
                  <a:pt x="16691" y="8145"/>
                  <a:pt x="16691" y="7813"/>
                </a:cubicBezTo>
                <a:cubicBezTo>
                  <a:pt x="16691" y="7482"/>
                  <a:pt x="16471" y="7214"/>
                  <a:pt x="16200" y="7214"/>
                </a:cubicBezTo>
                <a:lnTo>
                  <a:pt x="15218" y="7214"/>
                </a:lnTo>
                <a:cubicBezTo>
                  <a:pt x="14947" y="7214"/>
                  <a:pt x="14727" y="7482"/>
                  <a:pt x="14727" y="7813"/>
                </a:cubicBezTo>
                <a:cubicBezTo>
                  <a:pt x="14727" y="8145"/>
                  <a:pt x="14947" y="8413"/>
                  <a:pt x="15218" y="8413"/>
                </a:cubicBezTo>
                <a:moveTo>
                  <a:pt x="7364" y="18004"/>
                </a:moveTo>
                <a:lnTo>
                  <a:pt x="6382" y="18004"/>
                </a:lnTo>
                <a:cubicBezTo>
                  <a:pt x="6110" y="18004"/>
                  <a:pt x="5891" y="18272"/>
                  <a:pt x="5891" y="18603"/>
                </a:cubicBezTo>
                <a:cubicBezTo>
                  <a:pt x="5891" y="18935"/>
                  <a:pt x="6110" y="19202"/>
                  <a:pt x="6382" y="19202"/>
                </a:cubicBezTo>
                <a:lnTo>
                  <a:pt x="7364" y="19202"/>
                </a:lnTo>
                <a:cubicBezTo>
                  <a:pt x="7635" y="19202"/>
                  <a:pt x="7855" y="18935"/>
                  <a:pt x="7855" y="18603"/>
                </a:cubicBezTo>
                <a:cubicBezTo>
                  <a:pt x="7855" y="18272"/>
                  <a:pt x="7635" y="18004"/>
                  <a:pt x="7364" y="18004"/>
                </a:cubicBezTo>
                <a:moveTo>
                  <a:pt x="4418" y="18004"/>
                </a:moveTo>
                <a:lnTo>
                  <a:pt x="3436" y="18004"/>
                </a:lnTo>
                <a:cubicBezTo>
                  <a:pt x="3165" y="18004"/>
                  <a:pt x="2945" y="18272"/>
                  <a:pt x="2945" y="18603"/>
                </a:cubicBezTo>
                <a:cubicBezTo>
                  <a:pt x="2945" y="18935"/>
                  <a:pt x="3165" y="19202"/>
                  <a:pt x="3436" y="19202"/>
                </a:cubicBezTo>
                <a:lnTo>
                  <a:pt x="4418" y="19202"/>
                </a:lnTo>
                <a:cubicBezTo>
                  <a:pt x="4690" y="19202"/>
                  <a:pt x="4909" y="18935"/>
                  <a:pt x="4909" y="18603"/>
                </a:cubicBezTo>
                <a:cubicBezTo>
                  <a:pt x="4909" y="18272"/>
                  <a:pt x="4690" y="18004"/>
                  <a:pt x="4418" y="1800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6" name="Shape 2827"/>
          <p:cNvSpPr/>
          <p:nvPr/>
        </p:nvSpPr>
        <p:spPr>
          <a:xfrm>
            <a:off x="7499520" y="1771560"/>
            <a:ext cx="1522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3500" y="9818"/>
                </a:moveTo>
                <a:lnTo>
                  <a:pt x="2700" y="9818"/>
                </a:lnTo>
                <a:lnTo>
                  <a:pt x="2700" y="10800"/>
                </a:lnTo>
                <a:lnTo>
                  <a:pt x="13500" y="10800"/>
                </a:lnTo>
                <a:cubicBezTo>
                  <a:pt x="13500" y="10800"/>
                  <a:pt x="13500" y="9818"/>
                  <a:pt x="13500" y="9818"/>
                </a:cubicBezTo>
                <a:close/>
                <a:moveTo>
                  <a:pt x="18900" y="11782"/>
                </a:moveTo>
                <a:lnTo>
                  <a:pt x="2700" y="11782"/>
                </a:lnTo>
                <a:lnTo>
                  <a:pt x="2700" y="12764"/>
                </a:lnTo>
                <a:lnTo>
                  <a:pt x="18900" y="12764"/>
                </a:lnTo>
                <a:cubicBezTo>
                  <a:pt x="18900" y="12764"/>
                  <a:pt x="18900" y="11782"/>
                  <a:pt x="18900" y="11782"/>
                </a:cubicBezTo>
                <a:close/>
                <a:moveTo>
                  <a:pt x="4050" y="1964"/>
                </a:moveTo>
                <a:lnTo>
                  <a:pt x="2700" y="1964"/>
                </a:lnTo>
                <a:lnTo>
                  <a:pt x="2700" y="7855"/>
                </a:lnTo>
                <a:lnTo>
                  <a:pt x="4050" y="7855"/>
                </a:lnTo>
                <a:cubicBezTo>
                  <a:pt x="4050" y="7855"/>
                  <a:pt x="4050" y="1964"/>
                  <a:pt x="4050" y="1964"/>
                </a:cubicBezTo>
                <a:close/>
                <a:moveTo>
                  <a:pt x="18900" y="13745"/>
                </a:moveTo>
                <a:lnTo>
                  <a:pt x="2700" y="13745"/>
                </a:lnTo>
                <a:lnTo>
                  <a:pt x="2700" y="14727"/>
                </a:lnTo>
                <a:lnTo>
                  <a:pt x="18900" y="14727"/>
                </a:lnTo>
                <a:cubicBezTo>
                  <a:pt x="18900" y="14727"/>
                  <a:pt x="18900" y="13745"/>
                  <a:pt x="18900" y="13745"/>
                </a:cubicBezTo>
                <a:close/>
                <a:moveTo>
                  <a:pt x="16200" y="15709"/>
                </a:moveTo>
                <a:lnTo>
                  <a:pt x="2700" y="15709"/>
                </a:lnTo>
                <a:lnTo>
                  <a:pt x="2700" y="16691"/>
                </a:lnTo>
                <a:lnTo>
                  <a:pt x="16200" y="16691"/>
                </a:lnTo>
                <a:cubicBezTo>
                  <a:pt x="16200" y="16691"/>
                  <a:pt x="16200" y="15709"/>
                  <a:pt x="16200" y="15709"/>
                </a:cubicBezTo>
                <a:close/>
                <a:moveTo>
                  <a:pt x="20250" y="19924"/>
                </a:moveTo>
                <a:lnTo>
                  <a:pt x="18702" y="18798"/>
                </a:lnTo>
                <a:cubicBezTo>
                  <a:pt x="18580" y="18710"/>
                  <a:pt x="18412" y="18655"/>
                  <a:pt x="18225" y="18655"/>
                </a:cubicBezTo>
                <a:cubicBezTo>
                  <a:pt x="18039" y="18655"/>
                  <a:pt x="17870" y="18710"/>
                  <a:pt x="17748" y="18798"/>
                </a:cubicBezTo>
                <a:lnTo>
                  <a:pt x="15525" y="20415"/>
                </a:lnTo>
                <a:lnTo>
                  <a:pt x="13302" y="18798"/>
                </a:lnTo>
                <a:cubicBezTo>
                  <a:pt x="13180" y="18710"/>
                  <a:pt x="13012" y="18655"/>
                  <a:pt x="12825" y="18655"/>
                </a:cubicBezTo>
                <a:cubicBezTo>
                  <a:pt x="12604" y="18655"/>
                  <a:pt x="12418" y="18737"/>
                  <a:pt x="12294" y="18856"/>
                </a:cubicBezTo>
                <a:lnTo>
                  <a:pt x="12285" y="18851"/>
                </a:lnTo>
                <a:lnTo>
                  <a:pt x="10800" y="20291"/>
                </a:lnTo>
                <a:lnTo>
                  <a:pt x="9315" y="18851"/>
                </a:lnTo>
                <a:lnTo>
                  <a:pt x="9306" y="18856"/>
                </a:lnTo>
                <a:cubicBezTo>
                  <a:pt x="9182" y="18737"/>
                  <a:pt x="8996" y="18655"/>
                  <a:pt x="8775" y="18655"/>
                </a:cubicBezTo>
                <a:cubicBezTo>
                  <a:pt x="8589" y="18655"/>
                  <a:pt x="8420" y="18710"/>
                  <a:pt x="8298" y="18798"/>
                </a:cubicBezTo>
                <a:lnTo>
                  <a:pt x="6075" y="20415"/>
                </a:lnTo>
                <a:lnTo>
                  <a:pt x="3852" y="18798"/>
                </a:lnTo>
                <a:cubicBezTo>
                  <a:pt x="3730" y="18710"/>
                  <a:pt x="3562" y="18655"/>
                  <a:pt x="3375" y="18655"/>
                </a:cubicBezTo>
                <a:cubicBezTo>
                  <a:pt x="3188" y="18655"/>
                  <a:pt x="3020" y="18710"/>
                  <a:pt x="2898" y="18798"/>
                </a:cubicBezTo>
                <a:lnTo>
                  <a:pt x="1350" y="19924"/>
                </a:lnTo>
                <a:lnTo>
                  <a:pt x="1350" y="982"/>
                </a:lnTo>
                <a:lnTo>
                  <a:pt x="20250" y="982"/>
                </a:lnTo>
                <a:cubicBezTo>
                  <a:pt x="20250" y="982"/>
                  <a:pt x="20250" y="19924"/>
                  <a:pt x="20250" y="19924"/>
                </a:cubicBezTo>
                <a:close/>
                <a:moveTo>
                  <a:pt x="20925" y="0"/>
                </a:moveTo>
                <a:lnTo>
                  <a:pt x="675" y="0"/>
                </a:lnTo>
                <a:cubicBezTo>
                  <a:pt x="302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302" y="21600"/>
                  <a:pt x="675" y="21600"/>
                </a:cubicBezTo>
                <a:cubicBezTo>
                  <a:pt x="862" y="21600"/>
                  <a:pt x="1031" y="21545"/>
                  <a:pt x="1152" y="21456"/>
                </a:cubicBezTo>
                <a:lnTo>
                  <a:pt x="3375" y="19840"/>
                </a:lnTo>
                <a:lnTo>
                  <a:pt x="5598" y="21456"/>
                </a:lnTo>
                <a:cubicBezTo>
                  <a:pt x="5720" y="21545"/>
                  <a:pt x="5888" y="21600"/>
                  <a:pt x="6075" y="21600"/>
                </a:cubicBezTo>
                <a:cubicBezTo>
                  <a:pt x="6262" y="21600"/>
                  <a:pt x="6431" y="21545"/>
                  <a:pt x="6552" y="21456"/>
                </a:cubicBezTo>
                <a:lnTo>
                  <a:pt x="8702" y="19893"/>
                </a:lnTo>
                <a:lnTo>
                  <a:pt x="10260" y="21404"/>
                </a:lnTo>
                <a:lnTo>
                  <a:pt x="10269" y="21399"/>
                </a:lnTo>
                <a:cubicBezTo>
                  <a:pt x="10393" y="21518"/>
                  <a:pt x="10579" y="21600"/>
                  <a:pt x="10800" y="21600"/>
                </a:cubicBezTo>
                <a:cubicBezTo>
                  <a:pt x="11021" y="21600"/>
                  <a:pt x="11207" y="21518"/>
                  <a:pt x="11331" y="21399"/>
                </a:cubicBezTo>
                <a:lnTo>
                  <a:pt x="11340" y="21404"/>
                </a:lnTo>
                <a:lnTo>
                  <a:pt x="12898" y="19893"/>
                </a:lnTo>
                <a:lnTo>
                  <a:pt x="15048" y="21456"/>
                </a:lnTo>
                <a:cubicBezTo>
                  <a:pt x="15170" y="21545"/>
                  <a:pt x="15338" y="21600"/>
                  <a:pt x="15525" y="21600"/>
                </a:cubicBezTo>
                <a:cubicBezTo>
                  <a:pt x="15712" y="21600"/>
                  <a:pt x="15881" y="21545"/>
                  <a:pt x="16002" y="21456"/>
                </a:cubicBezTo>
                <a:lnTo>
                  <a:pt x="18225" y="19840"/>
                </a:lnTo>
                <a:lnTo>
                  <a:pt x="20448" y="21456"/>
                </a:lnTo>
                <a:cubicBezTo>
                  <a:pt x="20570" y="21545"/>
                  <a:pt x="20738" y="21600"/>
                  <a:pt x="20925" y="21600"/>
                </a:cubicBezTo>
                <a:cubicBezTo>
                  <a:pt x="21298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298" y="0"/>
                  <a:pt x="20925" y="0"/>
                </a:cubicBezTo>
                <a:moveTo>
                  <a:pt x="16200" y="1964"/>
                </a:moveTo>
                <a:lnTo>
                  <a:pt x="14850" y="1964"/>
                </a:lnTo>
                <a:lnTo>
                  <a:pt x="14850" y="7855"/>
                </a:lnTo>
                <a:lnTo>
                  <a:pt x="16200" y="7855"/>
                </a:lnTo>
                <a:cubicBezTo>
                  <a:pt x="16200" y="7855"/>
                  <a:pt x="16200" y="1964"/>
                  <a:pt x="16200" y="1964"/>
                </a:cubicBezTo>
                <a:close/>
                <a:moveTo>
                  <a:pt x="18900" y="1964"/>
                </a:moveTo>
                <a:lnTo>
                  <a:pt x="17550" y="1964"/>
                </a:lnTo>
                <a:lnTo>
                  <a:pt x="17550" y="7855"/>
                </a:lnTo>
                <a:lnTo>
                  <a:pt x="18900" y="7855"/>
                </a:lnTo>
                <a:cubicBezTo>
                  <a:pt x="18900" y="7855"/>
                  <a:pt x="18900" y="1964"/>
                  <a:pt x="18900" y="1964"/>
                </a:cubicBezTo>
                <a:close/>
                <a:moveTo>
                  <a:pt x="10800" y="1964"/>
                </a:moveTo>
                <a:lnTo>
                  <a:pt x="9450" y="1964"/>
                </a:lnTo>
                <a:lnTo>
                  <a:pt x="9450" y="7855"/>
                </a:lnTo>
                <a:lnTo>
                  <a:pt x="10800" y="7855"/>
                </a:lnTo>
                <a:cubicBezTo>
                  <a:pt x="10800" y="7855"/>
                  <a:pt x="10800" y="1964"/>
                  <a:pt x="10800" y="1964"/>
                </a:cubicBezTo>
                <a:close/>
                <a:moveTo>
                  <a:pt x="8100" y="1964"/>
                </a:moveTo>
                <a:lnTo>
                  <a:pt x="5400" y="1964"/>
                </a:lnTo>
                <a:lnTo>
                  <a:pt x="5400" y="7855"/>
                </a:lnTo>
                <a:lnTo>
                  <a:pt x="8100" y="7855"/>
                </a:lnTo>
                <a:cubicBezTo>
                  <a:pt x="8100" y="7855"/>
                  <a:pt x="8100" y="1964"/>
                  <a:pt x="8100" y="1964"/>
                </a:cubicBezTo>
                <a:close/>
                <a:moveTo>
                  <a:pt x="13500" y="1964"/>
                </a:moveTo>
                <a:lnTo>
                  <a:pt x="12150" y="1964"/>
                </a:lnTo>
                <a:lnTo>
                  <a:pt x="12150" y="7855"/>
                </a:lnTo>
                <a:lnTo>
                  <a:pt x="13500" y="7855"/>
                </a:lnTo>
                <a:cubicBezTo>
                  <a:pt x="13500" y="7855"/>
                  <a:pt x="13500" y="1964"/>
                  <a:pt x="13500" y="196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7" name="Shape 2828"/>
          <p:cNvSpPr/>
          <p:nvPr/>
        </p:nvSpPr>
        <p:spPr>
          <a:xfrm>
            <a:off x="7889760" y="1771560"/>
            <a:ext cx="1717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4400" y="13745"/>
                </a:moveTo>
                <a:lnTo>
                  <a:pt x="2400" y="13745"/>
                </a:lnTo>
                <a:lnTo>
                  <a:pt x="2400" y="14727"/>
                </a:lnTo>
                <a:lnTo>
                  <a:pt x="14400" y="14727"/>
                </a:lnTo>
                <a:cubicBezTo>
                  <a:pt x="14400" y="14727"/>
                  <a:pt x="14400" y="13745"/>
                  <a:pt x="14400" y="13745"/>
                </a:cubicBezTo>
                <a:close/>
                <a:moveTo>
                  <a:pt x="15600" y="20092"/>
                </a:moveTo>
                <a:lnTo>
                  <a:pt x="13624" y="18798"/>
                </a:lnTo>
                <a:cubicBezTo>
                  <a:pt x="13515" y="18710"/>
                  <a:pt x="13366" y="18655"/>
                  <a:pt x="13200" y="18655"/>
                </a:cubicBezTo>
                <a:cubicBezTo>
                  <a:pt x="13035" y="18655"/>
                  <a:pt x="12885" y="18710"/>
                  <a:pt x="12776" y="18798"/>
                </a:cubicBezTo>
                <a:lnTo>
                  <a:pt x="10800" y="20415"/>
                </a:lnTo>
                <a:lnTo>
                  <a:pt x="8824" y="18798"/>
                </a:lnTo>
                <a:cubicBezTo>
                  <a:pt x="8716" y="18710"/>
                  <a:pt x="8566" y="18655"/>
                  <a:pt x="8400" y="18655"/>
                </a:cubicBezTo>
                <a:cubicBezTo>
                  <a:pt x="8235" y="18655"/>
                  <a:pt x="8085" y="18710"/>
                  <a:pt x="7976" y="18798"/>
                </a:cubicBezTo>
                <a:lnTo>
                  <a:pt x="6000" y="20415"/>
                </a:lnTo>
                <a:lnTo>
                  <a:pt x="4024" y="18798"/>
                </a:lnTo>
                <a:cubicBezTo>
                  <a:pt x="3915" y="18710"/>
                  <a:pt x="3766" y="18655"/>
                  <a:pt x="3600" y="18655"/>
                </a:cubicBezTo>
                <a:cubicBezTo>
                  <a:pt x="3435" y="18655"/>
                  <a:pt x="3285" y="18710"/>
                  <a:pt x="3176" y="18798"/>
                </a:cubicBezTo>
                <a:lnTo>
                  <a:pt x="1200" y="20092"/>
                </a:lnTo>
                <a:lnTo>
                  <a:pt x="1200" y="3927"/>
                </a:lnTo>
                <a:lnTo>
                  <a:pt x="15600" y="3927"/>
                </a:lnTo>
                <a:cubicBezTo>
                  <a:pt x="15600" y="3927"/>
                  <a:pt x="15600" y="20092"/>
                  <a:pt x="15600" y="20092"/>
                </a:cubicBezTo>
                <a:close/>
                <a:moveTo>
                  <a:pt x="16200" y="2945"/>
                </a:moveTo>
                <a:lnTo>
                  <a:pt x="600" y="2945"/>
                </a:lnTo>
                <a:cubicBezTo>
                  <a:pt x="268" y="2945"/>
                  <a:pt x="0" y="3165"/>
                  <a:pt x="0" y="3436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766" y="21600"/>
                  <a:pt x="916" y="21545"/>
                  <a:pt x="1024" y="21456"/>
                </a:cubicBezTo>
                <a:lnTo>
                  <a:pt x="3553" y="19801"/>
                </a:lnTo>
                <a:lnTo>
                  <a:pt x="5576" y="21456"/>
                </a:lnTo>
                <a:cubicBezTo>
                  <a:pt x="5684" y="21545"/>
                  <a:pt x="5834" y="21600"/>
                  <a:pt x="6000" y="21600"/>
                </a:cubicBezTo>
                <a:cubicBezTo>
                  <a:pt x="6166" y="21600"/>
                  <a:pt x="6316" y="21545"/>
                  <a:pt x="6424" y="21456"/>
                </a:cubicBezTo>
                <a:lnTo>
                  <a:pt x="8400" y="19840"/>
                </a:lnTo>
                <a:lnTo>
                  <a:pt x="10376" y="21456"/>
                </a:lnTo>
                <a:cubicBezTo>
                  <a:pt x="10484" y="21545"/>
                  <a:pt x="10634" y="21600"/>
                  <a:pt x="10800" y="21600"/>
                </a:cubicBezTo>
                <a:cubicBezTo>
                  <a:pt x="10966" y="21600"/>
                  <a:pt x="11116" y="21545"/>
                  <a:pt x="11224" y="21456"/>
                </a:cubicBezTo>
                <a:lnTo>
                  <a:pt x="13247" y="19801"/>
                </a:lnTo>
                <a:lnTo>
                  <a:pt x="15776" y="21456"/>
                </a:lnTo>
                <a:cubicBezTo>
                  <a:pt x="15884" y="21545"/>
                  <a:pt x="16034" y="21600"/>
                  <a:pt x="16200" y="21600"/>
                </a:cubicBezTo>
                <a:cubicBezTo>
                  <a:pt x="16532" y="21600"/>
                  <a:pt x="16800" y="21380"/>
                  <a:pt x="16800" y="21109"/>
                </a:cubicBezTo>
                <a:lnTo>
                  <a:pt x="16800" y="3436"/>
                </a:lnTo>
                <a:cubicBezTo>
                  <a:pt x="16800" y="3165"/>
                  <a:pt x="16532" y="2945"/>
                  <a:pt x="16200" y="2945"/>
                </a:cubicBezTo>
                <a:moveTo>
                  <a:pt x="8400" y="11782"/>
                </a:moveTo>
                <a:lnTo>
                  <a:pt x="2400" y="11782"/>
                </a:lnTo>
                <a:lnTo>
                  <a:pt x="2400" y="12764"/>
                </a:lnTo>
                <a:lnTo>
                  <a:pt x="8400" y="12764"/>
                </a:lnTo>
                <a:cubicBezTo>
                  <a:pt x="8400" y="12764"/>
                  <a:pt x="8400" y="11782"/>
                  <a:pt x="8400" y="11782"/>
                </a:cubicBezTo>
                <a:close/>
                <a:moveTo>
                  <a:pt x="21000" y="0"/>
                </a:moveTo>
                <a:lnTo>
                  <a:pt x="5400" y="0"/>
                </a:lnTo>
                <a:cubicBezTo>
                  <a:pt x="5068" y="0"/>
                  <a:pt x="4800" y="220"/>
                  <a:pt x="4800" y="491"/>
                </a:cubicBezTo>
                <a:lnTo>
                  <a:pt x="4800" y="1964"/>
                </a:lnTo>
                <a:lnTo>
                  <a:pt x="6000" y="1964"/>
                </a:lnTo>
                <a:lnTo>
                  <a:pt x="6000" y="982"/>
                </a:lnTo>
                <a:lnTo>
                  <a:pt x="20400" y="982"/>
                </a:lnTo>
                <a:lnTo>
                  <a:pt x="20400" y="17146"/>
                </a:lnTo>
                <a:lnTo>
                  <a:pt x="18424" y="15853"/>
                </a:lnTo>
                <a:cubicBezTo>
                  <a:pt x="18316" y="15764"/>
                  <a:pt x="18166" y="15709"/>
                  <a:pt x="18000" y="15709"/>
                </a:cubicBezTo>
                <a:lnTo>
                  <a:pt x="18000" y="16894"/>
                </a:lnTo>
                <a:lnTo>
                  <a:pt x="18047" y="16856"/>
                </a:lnTo>
                <a:lnTo>
                  <a:pt x="20576" y="18511"/>
                </a:lnTo>
                <a:cubicBezTo>
                  <a:pt x="20684" y="18599"/>
                  <a:pt x="20834" y="18655"/>
                  <a:pt x="21000" y="18655"/>
                </a:cubicBezTo>
                <a:cubicBezTo>
                  <a:pt x="21332" y="18655"/>
                  <a:pt x="21600" y="18435"/>
                  <a:pt x="21600" y="18164"/>
                </a:cubicBezTo>
                <a:lnTo>
                  <a:pt x="21600" y="491"/>
                </a:lnTo>
                <a:cubicBezTo>
                  <a:pt x="21600" y="220"/>
                  <a:pt x="21332" y="0"/>
                  <a:pt x="21000" y="0"/>
                </a:cubicBezTo>
                <a:moveTo>
                  <a:pt x="10800" y="15709"/>
                </a:moveTo>
                <a:lnTo>
                  <a:pt x="2400" y="15709"/>
                </a:lnTo>
                <a:lnTo>
                  <a:pt x="2400" y="16691"/>
                </a:lnTo>
                <a:lnTo>
                  <a:pt x="10800" y="16691"/>
                </a:lnTo>
                <a:cubicBezTo>
                  <a:pt x="10800" y="16691"/>
                  <a:pt x="10800" y="15709"/>
                  <a:pt x="10800" y="15709"/>
                </a:cubicBezTo>
                <a:close/>
                <a:moveTo>
                  <a:pt x="12000" y="4909"/>
                </a:moveTo>
                <a:lnTo>
                  <a:pt x="10800" y="4909"/>
                </a:lnTo>
                <a:lnTo>
                  <a:pt x="10800" y="9818"/>
                </a:lnTo>
                <a:lnTo>
                  <a:pt x="12000" y="9818"/>
                </a:lnTo>
                <a:cubicBezTo>
                  <a:pt x="12000" y="9818"/>
                  <a:pt x="12000" y="4909"/>
                  <a:pt x="12000" y="4909"/>
                </a:cubicBezTo>
                <a:close/>
                <a:moveTo>
                  <a:pt x="14400" y="4909"/>
                </a:moveTo>
                <a:lnTo>
                  <a:pt x="13200" y="4909"/>
                </a:lnTo>
                <a:lnTo>
                  <a:pt x="13200" y="9818"/>
                </a:lnTo>
                <a:lnTo>
                  <a:pt x="14400" y="9818"/>
                </a:lnTo>
                <a:cubicBezTo>
                  <a:pt x="14400" y="9818"/>
                  <a:pt x="14400" y="4909"/>
                  <a:pt x="14400" y="4909"/>
                </a:cubicBezTo>
                <a:close/>
                <a:moveTo>
                  <a:pt x="7200" y="4909"/>
                </a:moveTo>
                <a:lnTo>
                  <a:pt x="4800" y="4909"/>
                </a:lnTo>
                <a:lnTo>
                  <a:pt x="4800" y="9818"/>
                </a:lnTo>
                <a:lnTo>
                  <a:pt x="7200" y="9818"/>
                </a:lnTo>
                <a:cubicBezTo>
                  <a:pt x="7200" y="9818"/>
                  <a:pt x="7200" y="4909"/>
                  <a:pt x="7200" y="4909"/>
                </a:cubicBezTo>
                <a:close/>
                <a:moveTo>
                  <a:pt x="3600" y="4909"/>
                </a:moveTo>
                <a:lnTo>
                  <a:pt x="2400" y="4909"/>
                </a:lnTo>
                <a:lnTo>
                  <a:pt x="2400" y="9818"/>
                </a:lnTo>
                <a:lnTo>
                  <a:pt x="3600" y="9818"/>
                </a:lnTo>
                <a:cubicBezTo>
                  <a:pt x="3600" y="9818"/>
                  <a:pt x="3600" y="4909"/>
                  <a:pt x="3600" y="4909"/>
                </a:cubicBezTo>
                <a:close/>
                <a:moveTo>
                  <a:pt x="9600" y="4909"/>
                </a:moveTo>
                <a:lnTo>
                  <a:pt x="8400" y="4909"/>
                </a:lnTo>
                <a:lnTo>
                  <a:pt x="8400" y="9818"/>
                </a:lnTo>
                <a:lnTo>
                  <a:pt x="9600" y="9818"/>
                </a:lnTo>
                <a:cubicBezTo>
                  <a:pt x="9600" y="9818"/>
                  <a:pt x="9600" y="4909"/>
                  <a:pt x="9600" y="490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8" name="Shape 2829"/>
          <p:cNvSpPr/>
          <p:nvPr/>
        </p:nvSpPr>
        <p:spPr>
          <a:xfrm>
            <a:off x="8271000" y="17715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12764"/>
                </a:moveTo>
                <a:cubicBezTo>
                  <a:pt x="10529" y="12764"/>
                  <a:pt x="10309" y="12544"/>
                  <a:pt x="10309" y="12273"/>
                </a:cubicBezTo>
                <a:cubicBezTo>
                  <a:pt x="10309" y="12001"/>
                  <a:pt x="10529" y="11782"/>
                  <a:pt x="10800" y="11782"/>
                </a:cubicBezTo>
                <a:cubicBezTo>
                  <a:pt x="11071" y="11782"/>
                  <a:pt x="11291" y="12001"/>
                  <a:pt x="11291" y="12273"/>
                </a:cubicBezTo>
                <a:cubicBezTo>
                  <a:pt x="11291" y="12544"/>
                  <a:pt x="11071" y="12764"/>
                  <a:pt x="10800" y="12764"/>
                </a:cubicBezTo>
                <a:moveTo>
                  <a:pt x="10800" y="10800"/>
                </a:moveTo>
                <a:cubicBezTo>
                  <a:pt x="9987" y="10800"/>
                  <a:pt x="9327" y="11460"/>
                  <a:pt x="9327" y="12273"/>
                </a:cubicBezTo>
                <a:cubicBezTo>
                  <a:pt x="9327" y="13086"/>
                  <a:pt x="9987" y="13745"/>
                  <a:pt x="10800" y="13745"/>
                </a:cubicBezTo>
                <a:cubicBezTo>
                  <a:pt x="11613" y="13745"/>
                  <a:pt x="12273" y="13086"/>
                  <a:pt x="12273" y="12273"/>
                </a:cubicBezTo>
                <a:cubicBezTo>
                  <a:pt x="12273" y="11460"/>
                  <a:pt x="11613" y="10800"/>
                  <a:pt x="10800" y="10800"/>
                </a:cubicBezTo>
                <a:moveTo>
                  <a:pt x="20469" y="11563"/>
                </a:moveTo>
                <a:lnTo>
                  <a:pt x="19745" y="13686"/>
                </a:lnTo>
                <a:cubicBezTo>
                  <a:pt x="17492" y="14931"/>
                  <a:pt x="14436" y="15709"/>
                  <a:pt x="11045" y="15709"/>
                </a:cubicBezTo>
                <a:cubicBezTo>
                  <a:pt x="7337" y="15709"/>
                  <a:pt x="4024" y="14783"/>
                  <a:pt x="1732" y="13326"/>
                </a:cubicBezTo>
                <a:lnTo>
                  <a:pt x="1132" y="11568"/>
                </a:lnTo>
                <a:cubicBezTo>
                  <a:pt x="1132" y="11568"/>
                  <a:pt x="982" y="11171"/>
                  <a:pt x="982" y="10800"/>
                </a:cubicBezTo>
                <a:cubicBezTo>
                  <a:pt x="982" y="9718"/>
                  <a:pt x="1863" y="8836"/>
                  <a:pt x="2945" y="8836"/>
                </a:cubicBezTo>
                <a:lnTo>
                  <a:pt x="18655" y="8836"/>
                </a:lnTo>
                <a:cubicBezTo>
                  <a:pt x="19738" y="8836"/>
                  <a:pt x="20618" y="9718"/>
                  <a:pt x="20618" y="10800"/>
                </a:cubicBezTo>
                <a:cubicBezTo>
                  <a:pt x="20618" y="11173"/>
                  <a:pt x="20469" y="11563"/>
                  <a:pt x="20469" y="11563"/>
                </a:cubicBezTo>
                <a:moveTo>
                  <a:pt x="17640" y="19860"/>
                </a:moveTo>
                <a:cubicBezTo>
                  <a:pt x="17636" y="19861"/>
                  <a:pt x="17438" y="20618"/>
                  <a:pt x="16691" y="20618"/>
                </a:cubicBezTo>
                <a:lnTo>
                  <a:pt x="4909" y="20618"/>
                </a:lnTo>
                <a:cubicBezTo>
                  <a:pt x="4169" y="20618"/>
                  <a:pt x="3960" y="19860"/>
                  <a:pt x="3960" y="19860"/>
                </a:cubicBezTo>
                <a:lnTo>
                  <a:pt x="2196" y="14687"/>
                </a:lnTo>
                <a:cubicBezTo>
                  <a:pt x="4567" y="15928"/>
                  <a:pt x="7651" y="16691"/>
                  <a:pt x="11045" y="16691"/>
                </a:cubicBezTo>
                <a:cubicBezTo>
                  <a:pt x="14163" y="16691"/>
                  <a:pt x="17019" y="16046"/>
                  <a:pt x="19304" y="14981"/>
                </a:cubicBezTo>
                <a:cubicBezTo>
                  <a:pt x="19304" y="14981"/>
                  <a:pt x="17640" y="19860"/>
                  <a:pt x="17640" y="19860"/>
                </a:cubicBezTo>
                <a:close/>
                <a:moveTo>
                  <a:pt x="10800" y="982"/>
                </a:moveTo>
                <a:cubicBezTo>
                  <a:pt x="13436" y="982"/>
                  <a:pt x="15657" y="3875"/>
                  <a:pt x="16409" y="7855"/>
                </a:cubicBezTo>
                <a:lnTo>
                  <a:pt x="5191" y="7855"/>
                </a:lnTo>
                <a:cubicBezTo>
                  <a:pt x="5943" y="3875"/>
                  <a:pt x="8164" y="982"/>
                  <a:pt x="10800" y="982"/>
                </a:cubicBezTo>
                <a:moveTo>
                  <a:pt x="18655" y="7855"/>
                </a:moveTo>
                <a:lnTo>
                  <a:pt x="17401" y="7855"/>
                </a:lnTo>
                <a:cubicBezTo>
                  <a:pt x="16584" y="3325"/>
                  <a:pt x="13944" y="0"/>
                  <a:pt x="10800" y="0"/>
                </a:cubicBezTo>
                <a:cubicBezTo>
                  <a:pt x="7656" y="0"/>
                  <a:pt x="5016" y="3325"/>
                  <a:pt x="4200" y="7855"/>
                </a:cubicBezTo>
                <a:lnTo>
                  <a:pt x="2945" y="7855"/>
                </a:lnTo>
                <a:cubicBezTo>
                  <a:pt x="1319" y="7855"/>
                  <a:pt x="0" y="9174"/>
                  <a:pt x="0" y="10800"/>
                </a:cubicBezTo>
                <a:cubicBezTo>
                  <a:pt x="0" y="11348"/>
                  <a:pt x="151" y="11732"/>
                  <a:pt x="151" y="11732"/>
                </a:cubicBezTo>
                <a:lnTo>
                  <a:pt x="3118" y="20435"/>
                </a:lnTo>
                <a:cubicBezTo>
                  <a:pt x="3118" y="20435"/>
                  <a:pt x="3452" y="21600"/>
                  <a:pt x="4909" y="21600"/>
                </a:cubicBezTo>
                <a:lnTo>
                  <a:pt x="16691" y="21600"/>
                </a:lnTo>
                <a:cubicBezTo>
                  <a:pt x="18153" y="21600"/>
                  <a:pt x="18565" y="20194"/>
                  <a:pt x="18570" y="20177"/>
                </a:cubicBezTo>
                <a:lnTo>
                  <a:pt x="21437" y="11727"/>
                </a:lnTo>
                <a:cubicBezTo>
                  <a:pt x="21534" y="11434"/>
                  <a:pt x="21600" y="11126"/>
                  <a:pt x="21600" y="10800"/>
                </a:cubicBezTo>
                <a:cubicBezTo>
                  <a:pt x="21600" y="9174"/>
                  <a:pt x="20281" y="7855"/>
                  <a:pt x="18655" y="785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9" name="Shape 2830"/>
          <p:cNvSpPr/>
          <p:nvPr/>
        </p:nvSpPr>
        <p:spPr>
          <a:xfrm>
            <a:off x="3933360" y="972000"/>
            <a:ext cx="101700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4400" rIns="14400" tIns="14400" bIns="14400" anchor="ctr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E-Commerce</a:t>
            </a:r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0" name="Shape 2831"/>
          <p:cNvSpPr/>
          <p:nvPr/>
        </p:nvSpPr>
        <p:spPr>
          <a:xfrm>
            <a:off x="689040" y="2798640"/>
            <a:ext cx="1522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925" y="6873"/>
                </a:moveTo>
                <a:lnTo>
                  <a:pt x="13500" y="6873"/>
                </a:lnTo>
                <a:cubicBezTo>
                  <a:pt x="13128" y="6873"/>
                  <a:pt x="12825" y="7093"/>
                  <a:pt x="12825" y="7364"/>
                </a:cubicBezTo>
                <a:cubicBezTo>
                  <a:pt x="12825" y="7635"/>
                  <a:pt x="13128" y="7855"/>
                  <a:pt x="13500" y="7855"/>
                </a:cubicBezTo>
                <a:lnTo>
                  <a:pt x="20250" y="7855"/>
                </a:lnTo>
                <a:lnTo>
                  <a:pt x="20250" y="20618"/>
                </a:lnTo>
                <a:lnTo>
                  <a:pt x="1350" y="20618"/>
                </a:lnTo>
                <a:lnTo>
                  <a:pt x="1350" y="7855"/>
                </a:lnTo>
                <a:lnTo>
                  <a:pt x="8100" y="7855"/>
                </a:lnTo>
                <a:cubicBezTo>
                  <a:pt x="8472" y="7855"/>
                  <a:pt x="8775" y="7635"/>
                  <a:pt x="8775" y="7364"/>
                </a:cubicBezTo>
                <a:cubicBezTo>
                  <a:pt x="8775" y="7093"/>
                  <a:pt x="8472" y="6873"/>
                  <a:pt x="8100" y="6873"/>
                </a:cubicBezTo>
                <a:lnTo>
                  <a:pt x="675" y="6873"/>
                </a:lnTo>
                <a:cubicBezTo>
                  <a:pt x="303" y="6873"/>
                  <a:pt x="0" y="7093"/>
                  <a:pt x="0" y="7364"/>
                </a:cubicBezTo>
                <a:lnTo>
                  <a:pt x="0" y="21109"/>
                </a:lnTo>
                <a:cubicBezTo>
                  <a:pt x="0" y="21381"/>
                  <a:pt x="303" y="21600"/>
                  <a:pt x="675" y="21600"/>
                </a:cubicBezTo>
                <a:lnTo>
                  <a:pt x="20925" y="21600"/>
                </a:lnTo>
                <a:cubicBezTo>
                  <a:pt x="21297" y="21600"/>
                  <a:pt x="21600" y="21381"/>
                  <a:pt x="21600" y="21109"/>
                </a:cubicBezTo>
                <a:lnTo>
                  <a:pt x="21600" y="7364"/>
                </a:lnTo>
                <a:cubicBezTo>
                  <a:pt x="21600" y="7093"/>
                  <a:pt x="21297" y="6873"/>
                  <a:pt x="20925" y="6873"/>
                </a:cubicBezTo>
                <a:moveTo>
                  <a:pt x="5400" y="12764"/>
                </a:moveTo>
                <a:cubicBezTo>
                  <a:pt x="5028" y="12764"/>
                  <a:pt x="4725" y="12983"/>
                  <a:pt x="4725" y="13255"/>
                </a:cubicBezTo>
                <a:cubicBezTo>
                  <a:pt x="4725" y="13390"/>
                  <a:pt x="4800" y="13513"/>
                  <a:pt x="4923" y="13602"/>
                </a:cubicBezTo>
                <a:lnTo>
                  <a:pt x="10323" y="17529"/>
                </a:lnTo>
                <a:cubicBezTo>
                  <a:pt x="10445" y="17618"/>
                  <a:pt x="10614" y="17673"/>
                  <a:pt x="10800" y="17673"/>
                </a:cubicBezTo>
                <a:cubicBezTo>
                  <a:pt x="10986" y="17673"/>
                  <a:pt x="11155" y="17618"/>
                  <a:pt x="11277" y="17529"/>
                </a:cubicBezTo>
                <a:lnTo>
                  <a:pt x="16677" y="13602"/>
                </a:lnTo>
                <a:cubicBezTo>
                  <a:pt x="16800" y="13513"/>
                  <a:pt x="16875" y="13390"/>
                  <a:pt x="16875" y="13255"/>
                </a:cubicBezTo>
                <a:cubicBezTo>
                  <a:pt x="16875" y="12983"/>
                  <a:pt x="16572" y="12764"/>
                  <a:pt x="16200" y="12764"/>
                </a:cubicBezTo>
                <a:cubicBezTo>
                  <a:pt x="16014" y="12764"/>
                  <a:pt x="15845" y="12819"/>
                  <a:pt x="15723" y="12907"/>
                </a:cubicBezTo>
                <a:lnTo>
                  <a:pt x="11475" y="15997"/>
                </a:lnTo>
                <a:lnTo>
                  <a:pt x="11475" y="491"/>
                </a:lnTo>
                <a:cubicBezTo>
                  <a:pt x="11475" y="220"/>
                  <a:pt x="11172" y="0"/>
                  <a:pt x="10800" y="0"/>
                </a:cubicBezTo>
                <a:cubicBezTo>
                  <a:pt x="10428" y="0"/>
                  <a:pt x="10125" y="220"/>
                  <a:pt x="10125" y="491"/>
                </a:cubicBezTo>
                <a:lnTo>
                  <a:pt x="10125" y="15997"/>
                </a:lnTo>
                <a:lnTo>
                  <a:pt x="5877" y="12907"/>
                </a:lnTo>
                <a:cubicBezTo>
                  <a:pt x="5755" y="12819"/>
                  <a:pt x="5586" y="12764"/>
                  <a:pt x="5400" y="1276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1" name="Shape 2832"/>
          <p:cNvSpPr/>
          <p:nvPr/>
        </p:nvSpPr>
        <p:spPr>
          <a:xfrm>
            <a:off x="1089000" y="2798640"/>
            <a:ext cx="1522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5400" y="4909"/>
                </a:moveTo>
                <a:cubicBezTo>
                  <a:pt x="5586" y="4909"/>
                  <a:pt x="5755" y="4855"/>
                  <a:pt x="5877" y="4765"/>
                </a:cubicBezTo>
                <a:lnTo>
                  <a:pt x="10125" y="1676"/>
                </a:lnTo>
                <a:lnTo>
                  <a:pt x="10125" y="17182"/>
                </a:lnTo>
                <a:cubicBezTo>
                  <a:pt x="10125" y="17453"/>
                  <a:pt x="10428" y="17673"/>
                  <a:pt x="10800" y="17673"/>
                </a:cubicBezTo>
                <a:cubicBezTo>
                  <a:pt x="11172" y="17673"/>
                  <a:pt x="11475" y="17453"/>
                  <a:pt x="11475" y="17182"/>
                </a:cubicBezTo>
                <a:lnTo>
                  <a:pt x="11475" y="1676"/>
                </a:lnTo>
                <a:lnTo>
                  <a:pt x="15723" y="4765"/>
                </a:lnTo>
                <a:cubicBezTo>
                  <a:pt x="15845" y="4855"/>
                  <a:pt x="16014" y="4909"/>
                  <a:pt x="16200" y="4909"/>
                </a:cubicBezTo>
                <a:cubicBezTo>
                  <a:pt x="16572" y="4909"/>
                  <a:pt x="16875" y="4690"/>
                  <a:pt x="16875" y="4418"/>
                </a:cubicBezTo>
                <a:cubicBezTo>
                  <a:pt x="16875" y="4283"/>
                  <a:pt x="16800" y="4161"/>
                  <a:pt x="16677" y="4071"/>
                </a:cubicBezTo>
                <a:lnTo>
                  <a:pt x="11277" y="144"/>
                </a:lnTo>
                <a:cubicBezTo>
                  <a:pt x="11155" y="55"/>
                  <a:pt x="10986" y="0"/>
                  <a:pt x="10800" y="0"/>
                </a:cubicBezTo>
                <a:cubicBezTo>
                  <a:pt x="10614" y="0"/>
                  <a:pt x="10445" y="55"/>
                  <a:pt x="10323" y="144"/>
                </a:cubicBezTo>
                <a:lnTo>
                  <a:pt x="4923" y="4071"/>
                </a:lnTo>
                <a:cubicBezTo>
                  <a:pt x="4800" y="4161"/>
                  <a:pt x="4725" y="4283"/>
                  <a:pt x="4725" y="4418"/>
                </a:cubicBezTo>
                <a:cubicBezTo>
                  <a:pt x="4725" y="4690"/>
                  <a:pt x="5028" y="4909"/>
                  <a:pt x="5400" y="4909"/>
                </a:cubicBezTo>
                <a:moveTo>
                  <a:pt x="20925" y="6873"/>
                </a:moveTo>
                <a:lnTo>
                  <a:pt x="13500" y="6873"/>
                </a:lnTo>
                <a:cubicBezTo>
                  <a:pt x="13128" y="6873"/>
                  <a:pt x="12825" y="7093"/>
                  <a:pt x="12825" y="7364"/>
                </a:cubicBezTo>
                <a:cubicBezTo>
                  <a:pt x="12825" y="7635"/>
                  <a:pt x="13128" y="7855"/>
                  <a:pt x="13500" y="7855"/>
                </a:cubicBezTo>
                <a:lnTo>
                  <a:pt x="20250" y="7855"/>
                </a:lnTo>
                <a:lnTo>
                  <a:pt x="20250" y="20618"/>
                </a:lnTo>
                <a:lnTo>
                  <a:pt x="1350" y="20618"/>
                </a:lnTo>
                <a:lnTo>
                  <a:pt x="1350" y="7855"/>
                </a:lnTo>
                <a:lnTo>
                  <a:pt x="8100" y="7855"/>
                </a:lnTo>
                <a:cubicBezTo>
                  <a:pt x="8472" y="7855"/>
                  <a:pt x="8775" y="7635"/>
                  <a:pt x="8775" y="7364"/>
                </a:cubicBezTo>
                <a:cubicBezTo>
                  <a:pt x="8775" y="7093"/>
                  <a:pt x="8472" y="6873"/>
                  <a:pt x="8100" y="6873"/>
                </a:cubicBezTo>
                <a:lnTo>
                  <a:pt x="675" y="6873"/>
                </a:lnTo>
                <a:cubicBezTo>
                  <a:pt x="303" y="6873"/>
                  <a:pt x="0" y="7093"/>
                  <a:pt x="0" y="7364"/>
                </a:cubicBezTo>
                <a:lnTo>
                  <a:pt x="0" y="21109"/>
                </a:lnTo>
                <a:cubicBezTo>
                  <a:pt x="0" y="21381"/>
                  <a:pt x="303" y="21600"/>
                  <a:pt x="675" y="21600"/>
                </a:cubicBezTo>
                <a:lnTo>
                  <a:pt x="20925" y="21600"/>
                </a:lnTo>
                <a:cubicBezTo>
                  <a:pt x="21297" y="21600"/>
                  <a:pt x="21600" y="21381"/>
                  <a:pt x="21600" y="21109"/>
                </a:cubicBezTo>
                <a:lnTo>
                  <a:pt x="21600" y="7364"/>
                </a:lnTo>
                <a:cubicBezTo>
                  <a:pt x="21600" y="7093"/>
                  <a:pt x="21297" y="6873"/>
                  <a:pt x="20925" y="687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2" name="Shape 2833"/>
          <p:cNvSpPr/>
          <p:nvPr/>
        </p:nvSpPr>
        <p:spPr>
          <a:xfrm>
            <a:off x="1460520" y="279864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6382" y="1964"/>
                </a:moveTo>
                <a:cubicBezTo>
                  <a:pt x="6111" y="1964"/>
                  <a:pt x="5891" y="2184"/>
                  <a:pt x="5891" y="2455"/>
                </a:cubicBezTo>
                <a:cubicBezTo>
                  <a:pt x="5891" y="2726"/>
                  <a:pt x="6111" y="2945"/>
                  <a:pt x="6382" y="2945"/>
                </a:cubicBezTo>
                <a:cubicBezTo>
                  <a:pt x="6653" y="2945"/>
                  <a:pt x="6873" y="2726"/>
                  <a:pt x="6873" y="2455"/>
                </a:cubicBezTo>
                <a:cubicBezTo>
                  <a:pt x="6873" y="2184"/>
                  <a:pt x="6653" y="1964"/>
                  <a:pt x="6382" y="1964"/>
                </a:cubicBezTo>
                <a:moveTo>
                  <a:pt x="4418" y="1964"/>
                </a:moveTo>
                <a:cubicBezTo>
                  <a:pt x="4147" y="1964"/>
                  <a:pt x="3927" y="2184"/>
                  <a:pt x="3927" y="2455"/>
                </a:cubicBezTo>
                <a:cubicBezTo>
                  <a:pt x="3927" y="2726"/>
                  <a:pt x="4147" y="2945"/>
                  <a:pt x="4418" y="2945"/>
                </a:cubicBezTo>
                <a:cubicBezTo>
                  <a:pt x="4689" y="2945"/>
                  <a:pt x="4909" y="2726"/>
                  <a:pt x="4909" y="2455"/>
                </a:cubicBezTo>
                <a:cubicBezTo>
                  <a:pt x="4909" y="2184"/>
                  <a:pt x="4689" y="1964"/>
                  <a:pt x="4418" y="1964"/>
                </a:cubicBezTo>
                <a:moveTo>
                  <a:pt x="19145" y="1964"/>
                </a:moveTo>
                <a:lnTo>
                  <a:pt x="8345" y="1964"/>
                </a:lnTo>
                <a:cubicBezTo>
                  <a:pt x="8075" y="1964"/>
                  <a:pt x="7855" y="2184"/>
                  <a:pt x="7855" y="2455"/>
                </a:cubicBezTo>
                <a:cubicBezTo>
                  <a:pt x="7855" y="2726"/>
                  <a:pt x="8075" y="2945"/>
                  <a:pt x="8345" y="2945"/>
                </a:cubicBezTo>
                <a:lnTo>
                  <a:pt x="19145" y="2945"/>
                </a:lnTo>
                <a:cubicBezTo>
                  <a:pt x="19416" y="2945"/>
                  <a:pt x="19636" y="2726"/>
                  <a:pt x="19636" y="2455"/>
                </a:cubicBezTo>
                <a:cubicBezTo>
                  <a:pt x="19636" y="2184"/>
                  <a:pt x="19416" y="1964"/>
                  <a:pt x="19145" y="1964"/>
                </a:cubicBezTo>
                <a:moveTo>
                  <a:pt x="20618" y="3927"/>
                </a:moveTo>
                <a:lnTo>
                  <a:pt x="982" y="39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3927"/>
                  <a:pt x="20618" y="3927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4909"/>
                </a:lnTo>
                <a:lnTo>
                  <a:pt x="20618" y="4909"/>
                </a:lnTo>
                <a:cubicBezTo>
                  <a:pt x="20618" y="4909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2455" y="1964"/>
                </a:moveTo>
                <a:cubicBezTo>
                  <a:pt x="2184" y="1964"/>
                  <a:pt x="1964" y="2184"/>
                  <a:pt x="1964" y="2455"/>
                </a:cubicBezTo>
                <a:cubicBezTo>
                  <a:pt x="1964" y="2726"/>
                  <a:pt x="2184" y="2945"/>
                  <a:pt x="2455" y="2945"/>
                </a:cubicBezTo>
                <a:cubicBezTo>
                  <a:pt x="2725" y="2945"/>
                  <a:pt x="2945" y="2726"/>
                  <a:pt x="2945" y="2455"/>
                </a:cubicBezTo>
                <a:cubicBezTo>
                  <a:pt x="2945" y="2184"/>
                  <a:pt x="2725" y="1964"/>
                  <a:pt x="2455" y="1964"/>
                </a:cubicBezTo>
                <a:moveTo>
                  <a:pt x="7140" y="14181"/>
                </a:moveTo>
                <a:cubicBezTo>
                  <a:pt x="6970" y="13741"/>
                  <a:pt x="6873" y="13264"/>
                  <a:pt x="6873" y="12764"/>
                </a:cubicBezTo>
                <a:cubicBezTo>
                  <a:pt x="6873" y="10595"/>
                  <a:pt x="8631" y="8836"/>
                  <a:pt x="10800" y="8836"/>
                </a:cubicBezTo>
                <a:cubicBezTo>
                  <a:pt x="11300" y="8836"/>
                  <a:pt x="11777" y="8934"/>
                  <a:pt x="12217" y="9104"/>
                </a:cubicBezTo>
                <a:lnTo>
                  <a:pt x="13217" y="8494"/>
                </a:lnTo>
                <a:cubicBezTo>
                  <a:pt x="12503" y="8089"/>
                  <a:pt x="11680" y="7855"/>
                  <a:pt x="10800" y="7855"/>
                </a:cubicBezTo>
                <a:cubicBezTo>
                  <a:pt x="8089" y="7855"/>
                  <a:pt x="5891" y="10053"/>
                  <a:pt x="5891" y="12764"/>
                </a:cubicBezTo>
                <a:cubicBezTo>
                  <a:pt x="5891" y="13643"/>
                  <a:pt x="6125" y="14467"/>
                  <a:pt x="6530" y="15181"/>
                </a:cubicBezTo>
                <a:cubicBezTo>
                  <a:pt x="6530" y="15181"/>
                  <a:pt x="7140" y="14181"/>
                  <a:pt x="7140" y="14181"/>
                </a:cubicBezTo>
                <a:close/>
                <a:moveTo>
                  <a:pt x="14460" y="11347"/>
                </a:moveTo>
                <a:cubicBezTo>
                  <a:pt x="14630" y="11787"/>
                  <a:pt x="14727" y="12263"/>
                  <a:pt x="14727" y="12764"/>
                </a:cubicBezTo>
                <a:cubicBezTo>
                  <a:pt x="14727" y="14932"/>
                  <a:pt x="12969" y="16691"/>
                  <a:pt x="10800" y="16691"/>
                </a:cubicBezTo>
                <a:cubicBezTo>
                  <a:pt x="10300" y="16691"/>
                  <a:pt x="9823" y="16594"/>
                  <a:pt x="9383" y="16423"/>
                </a:cubicBezTo>
                <a:lnTo>
                  <a:pt x="8383" y="17034"/>
                </a:lnTo>
                <a:cubicBezTo>
                  <a:pt x="9097" y="17439"/>
                  <a:pt x="9920" y="17673"/>
                  <a:pt x="10800" y="17673"/>
                </a:cubicBezTo>
                <a:cubicBezTo>
                  <a:pt x="13511" y="17673"/>
                  <a:pt x="15709" y="15475"/>
                  <a:pt x="15709" y="12764"/>
                </a:cubicBezTo>
                <a:cubicBezTo>
                  <a:pt x="15709" y="11884"/>
                  <a:pt x="15475" y="11061"/>
                  <a:pt x="15070" y="10346"/>
                </a:cubicBezTo>
                <a:cubicBezTo>
                  <a:pt x="15070" y="10346"/>
                  <a:pt x="14460" y="11347"/>
                  <a:pt x="14460" y="11347"/>
                </a:cubicBezTo>
                <a:close/>
                <a:moveTo>
                  <a:pt x="10453" y="12417"/>
                </a:moveTo>
                <a:cubicBezTo>
                  <a:pt x="10645" y="12225"/>
                  <a:pt x="10955" y="12225"/>
                  <a:pt x="11147" y="12417"/>
                </a:cubicBezTo>
                <a:cubicBezTo>
                  <a:pt x="11339" y="12609"/>
                  <a:pt x="11339" y="12919"/>
                  <a:pt x="11147" y="13111"/>
                </a:cubicBezTo>
                <a:cubicBezTo>
                  <a:pt x="10955" y="13303"/>
                  <a:pt x="10645" y="13303"/>
                  <a:pt x="10453" y="13111"/>
                </a:cubicBezTo>
                <a:cubicBezTo>
                  <a:pt x="10261" y="12919"/>
                  <a:pt x="10261" y="12609"/>
                  <a:pt x="10453" y="12417"/>
                </a:cubicBezTo>
                <a:moveTo>
                  <a:pt x="6144" y="17420"/>
                </a:moveTo>
                <a:lnTo>
                  <a:pt x="11842" y="13805"/>
                </a:lnTo>
                <a:lnTo>
                  <a:pt x="15456" y="8107"/>
                </a:lnTo>
                <a:lnTo>
                  <a:pt x="9759" y="11722"/>
                </a:lnTo>
                <a:cubicBezTo>
                  <a:pt x="9759" y="11722"/>
                  <a:pt x="6144" y="17420"/>
                  <a:pt x="6144" y="174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3" name="Shape 2834"/>
          <p:cNvSpPr/>
          <p:nvPr/>
        </p:nvSpPr>
        <p:spPr>
          <a:xfrm>
            <a:off x="1860480" y="279864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9145" y="1964"/>
                </a:moveTo>
                <a:lnTo>
                  <a:pt x="8345" y="1964"/>
                </a:lnTo>
                <a:cubicBezTo>
                  <a:pt x="8075" y="1964"/>
                  <a:pt x="7855" y="2184"/>
                  <a:pt x="7855" y="2455"/>
                </a:cubicBezTo>
                <a:cubicBezTo>
                  <a:pt x="7855" y="2726"/>
                  <a:pt x="8075" y="2945"/>
                  <a:pt x="8345" y="2945"/>
                </a:cubicBezTo>
                <a:lnTo>
                  <a:pt x="19145" y="2945"/>
                </a:lnTo>
                <a:cubicBezTo>
                  <a:pt x="19416" y="2945"/>
                  <a:pt x="19636" y="2726"/>
                  <a:pt x="19636" y="2455"/>
                </a:cubicBezTo>
                <a:cubicBezTo>
                  <a:pt x="19636" y="2184"/>
                  <a:pt x="19416" y="1964"/>
                  <a:pt x="19145" y="1964"/>
                </a:cubicBezTo>
                <a:moveTo>
                  <a:pt x="20618" y="3927"/>
                </a:moveTo>
                <a:lnTo>
                  <a:pt x="982" y="39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3927"/>
                  <a:pt x="20618" y="3927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4909"/>
                </a:lnTo>
                <a:lnTo>
                  <a:pt x="20618" y="4909"/>
                </a:lnTo>
                <a:cubicBezTo>
                  <a:pt x="20618" y="4909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6382" y="1964"/>
                </a:moveTo>
                <a:cubicBezTo>
                  <a:pt x="6111" y="1964"/>
                  <a:pt x="5891" y="2184"/>
                  <a:pt x="5891" y="2455"/>
                </a:cubicBezTo>
                <a:cubicBezTo>
                  <a:pt x="5891" y="2726"/>
                  <a:pt x="6111" y="2945"/>
                  <a:pt x="6382" y="2945"/>
                </a:cubicBezTo>
                <a:cubicBezTo>
                  <a:pt x="6653" y="2945"/>
                  <a:pt x="6873" y="2726"/>
                  <a:pt x="6873" y="2455"/>
                </a:cubicBezTo>
                <a:cubicBezTo>
                  <a:pt x="6873" y="2184"/>
                  <a:pt x="6653" y="1964"/>
                  <a:pt x="6382" y="1964"/>
                </a:cubicBezTo>
                <a:moveTo>
                  <a:pt x="4418" y="1964"/>
                </a:moveTo>
                <a:cubicBezTo>
                  <a:pt x="4147" y="1964"/>
                  <a:pt x="3927" y="2184"/>
                  <a:pt x="3927" y="2455"/>
                </a:cubicBezTo>
                <a:cubicBezTo>
                  <a:pt x="3927" y="2726"/>
                  <a:pt x="4147" y="2945"/>
                  <a:pt x="4418" y="2945"/>
                </a:cubicBezTo>
                <a:cubicBezTo>
                  <a:pt x="4689" y="2945"/>
                  <a:pt x="4909" y="2726"/>
                  <a:pt x="4909" y="2455"/>
                </a:cubicBezTo>
                <a:cubicBezTo>
                  <a:pt x="4909" y="2184"/>
                  <a:pt x="4689" y="1964"/>
                  <a:pt x="4418" y="1964"/>
                </a:cubicBezTo>
                <a:moveTo>
                  <a:pt x="2455" y="1964"/>
                </a:moveTo>
                <a:cubicBezTo>
                  <a:pt x="2184" y="1964"/>
                  <a:pt x="1964" y="2184"/>
                  <a:pt x="1964" y="2455"/>
                </a:cubicBezTo>
                <a:cubicBezTo>
                  <a:pt x="1964" y="2726"/>
                  <a:pt x="2184" y="2945"/>
                  <a:pt x="2455" y="2945"/>
                </a:cubicBezTo>
                <a:cubicBezTo>
                  <a:pt x="2725" y="2945"/>
                  <a:pt x="2945" y="2726"/>
                  <a:pt x="2945" y="2455"/>
                </a:cubicBezTo>
                <a:cubicBezTo>
                  <a:pt x="2945" y="2184"/>
                  <a:pt x="2725" y="1964"/>
                  <a:pt x="2455" y="196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4" name="Shape 2835"/>
          <p:cNvSpPr/>
          <p:nvPr/>
        </p:nvSpPr>
        <p:spPr>
          <a:xfrm>
            <a:off x="2260440" y="279864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5218" y="5891"/>
                </a:moveTo>
                <a:lnTo>
                  <a:pt x="8345" y="5891"/>
                </a:lnTo>
                <a:cubicBezTo>
                  <a:pt x="8075" y="5891"/>
                  <a:pt x="7855" y="6111"/>
                  <a:pt x="7855" y="6382"/>
                </a:cubicBezTo>
                <a:cubicBezTo>
                  <a:pt x="7855" y="6653"/>
                  <a:pt x="8075" y="6873"/>
                  <a:pt x="8345" y="6873"/>
                </a:cubicBezTo>
                <a:lnTo>
                  <a:pt x="15218" y="6873"/>
                </a:lnTo>
                <a:cubicBezTo>
                  <a:pt x="15489" y="6873"/>
                  <a:pt x="15709" y="6653"/>
                  <a:pt x="15709" y="6382"/>
                </a:cubicBezTo>
                <a:cubicBezTo>
                  <a:pt x="15709" y="6111"/>
                  <a:pt x="15489" y="5891"/>
                  <a:pt x="15218" y="5891"/>
                </a:cubicBezTo>
                <a:moveTo>
                  <a:pt x="6382" y="5891"/>
                </a:moveTo>
                <a:cubicBezTo>
                  <a:pt x="6111" y="5891"/>
                  <a:pt x="5891" y="6111"/>
                  <a:pt x="5891" y="6382"/>
                </a:cubicBezTo>
                <a:cubicBezTo>
                  <a:pt x="5891" y="6653"/>
                  <a:pt x="6111" y="6873"/>
                  <a:pt x="6382" y="6873"/>
                </a:cubicBezTo>
                <a:cubicBezTo>
                  <a:pt x="6653" y="6873"/>
                  <a:pt x="6873" y="6653"/>
                  <a:pt x="6873" y="6382"/>
                </a:cubicBezTo>
                <a:cubicBezTo>
                  <a:pt x="6873" y="6111"/>
                  <a:pt x="6653" y="5891"/>
                  <a:pt x="6382" y="5891"/>
                </a:cubicBezTo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89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5" y="16691"/>
                  <a:pt x="18655" y="16910"/>
                  <a:pt x="18655" y="17182"/>
                </a:cubicBezTo>
                <a:cubicBezTo>
                  <a:pt x="18655" y="17453"/>
                  <a:pt x="18875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2455" y="5891"/>
                </a:moveTo>
                <a:cubicBezTo>
                  <a:pt x="2184" y="5891"/>
                  <a:pt x="1964" y="6111"/>
                  <a:pt x="1964" y="6382"/>
                </a:cubicBezTo>
                <a:cubicBezTo>
                  <a:pt x="1964" y="6653"/>
                  <a:pt x="2184" y="6873"/>
                  <a:pt x="2455" y="6873"/>
                </a:cubicBezTo>
                <a:cubicBezTo>
                  <a:pt x="2725" y="6873"/>
                  <a:pt x="2945" y="6653"/>
                  <a:pt x="2945" y="6382"/>
                </a:cubicBezTo>
                <a:cubicBezTo>
                  <a:pt x="2945" y="6111"/>
                  <a:pt x="2725" y="5891"/>
                  <a:pt x="2455" y="5891"/>
                </a:cubicBezTo>
                <a:moveTo>
                  <a:pt x="4418" y="5891"/>
                </a:moveTo>
                <a:cubicBezTo>
                  <a:pt x="4147" y="5891"/>
                  <a:pt x="3927" y="6111"/>
                  <a:pt x="3927" y="6382"/>
                </a:cubicBezTo>
                <a:cubicBezTo>
                  <a:pt x="3927" y="6653"/>
                  <a:pt x="4147" y="6873"/>
                  <a:pt x="4418" y="6873"/>
                </a:cubicBezTo>
                <a:cubicBezTo>
                  <a:pt x="4689" y="6873"/>
                  <a:pt x="4909" y="6653"/>
                  <a:pt x="4909" y="6382"/>
                </a:cubicBezTo>
                <a:cubicBezTo>
                  <a:pt x="4909" y="6111"/>
                  <a:pt x="4689" y="5891"/>
                  <a:pt x="4418" y="5891"/>
                </a:cubicBezTo>
                <a:moveTo>
                  <a:pt x="16691" y="7855"/>
                </a:moveTo>
                <a:lnTo>
                  <a:pt x="982" y="7855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7855"/>
                  <a:pt x="16691" y="7855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8836"/>
                </a:lnTo>
                <a:lnTo>
                  <a:pt x="16691" y="8836"/>
                </a:lnTo>
                <a:cubicBezTo>
                  <a:pt x="16691" y="8836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5" name="Shape 2836"/>
          <p:cNvSpPr/>
          <p:nvPr/>
        </p:nvSpPr>
        <p:spPr>
          <a:xfrm>
            <a:off x="2660760" y="2827440"/>
            <a:ext cx="209520" cy="152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6" name="Shape 2837"/>
          <p:cNvSpPr/>
          <p:nvPr/>
        </p:nvSpPr>
        <p:spPr>
          <a:xfrm>
            <a:off x="3060720" y="2822400"/>
            <a:ext cx="209520" cy="16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6691" y="18667"/>
                </a:moveTo>
                <a:lnTo>
                  <a:pt x="12576" y="13341"/>
                </a:lnTo>
                <a:lnTo>
                  <a:pt x="16691" y="8016"/>
                </a:lnTo>
                <a:cubicBezTo>
                  <a:pt x="16691" y="8016"/>
                  <a:pt x="16691" y="18667"/>
                  <a:pt x="16691" y="18667"/>
                </a:cubicBezTo>
                <a:close/>
                <a:moveTo>
                  <a:pt x="15709" y="20329"/>
                </a:moveTo>
                <a:lnTo>
                  <a:pt x="1964" y="20329"/>
                </a:lnTo>
                <a:cubicBezTo>
                  <a:pt x="1719" y="20329"/>
                  <a:pt x="1498" y="20210"/>
                  <a:pt x="1326" y="20018"/>
                </a:cubicBezTo>
                <a:lnTo>
                  <a:pt x="5791" y="14240"/>
                </a:lnTo>
                <a:lnTo>
                  <a:pt x="7477" y="16421"/>
                </a:lnTo>
                <a:cubicBezTo>
                  <a:pt x="7853" y="16907"/>
                  <a:pt x="8344" y="17150"/>
                  <a:pt x="8836" y="17150"/>
                </a:cubicBezTo>
                <a:cubicBezTo>
                  <a:pt x="9329" y="17150"/>
                  <a:pt x="9821" y="16907"/>
                  <a:pt x="10195" y="16421"/>
                </a:cubicBezTo>
                <a:lnTo>
                  <a:pt x="11882" y="14240"/>
                </a:lnTo>
                <a:lnTo>
                  <a:pt x="16347" y="20018"/>
                </a:lnTo>
                <a:cubicBezTo>
                  <a:pt x="16175" y="20210"/>
                  <a:pt x="15954" y="20329"/>
                  <a:pt x="15709" y="20329"/>
                </a:cubicBezTo>
                <a:moveTo>
                  <a:pt x="982" y="8016"/>
                </a:moveTo>
                <a:lnTo>
                  <a:pt x="5097" y="13341"/>
                </a:lnTo>
                <a:lnTo>
                  <a:pt x="982" y="18667"/>
                </a:lnTo>
                <a:cubicBezTo>
                  <a:pt x="982" y="18667"/>
                  <a:pt x="982" y="8016"/>
                  <a:pt x="982" y="8016"/>
                </a:cubicBezTo>
                <a:close/>
                <a:moveTo>
                  <a:pt x="1964" y="6353"/>
                </a:moveTo>
                <a:lnTo>
                  <a:pt x="15709" y="6353"/>
                </a:lnTo>
                <a:cubicBezTo>
                  <a:pt x="15954" y="6353"/>
                  <a:pt x="16175" y="6474"/>
                  <a:pt x="16347" y="6665"/>
                </a:cubicBezTo>
                <a:lnTo>
                  <a:pt x="9502" y="15523"/>
                </a:lnTo>
                <a:cubicBezTo>
                  <a:pt x="9324" y="15752"/>
                  <a:pt x="9088" y="15880"/>
                  <a:pt x="8836" y="15880"/>
                </a:cubicBezTo>
                <a:cubicBezTo>
                  <a:pt x="8585" y="15880"/>
                  <a:pt x="8349" y="15752"/>
                  <a:pt x="8170" y="15523"/>
                </a:cubicBezTo>
                <a:lnTo>
                  <a:pt x="1326" y="6664"/>
                </a:lnTo>
                <a:cubicBezTo>
                  <a:pt x="1498" y="6474"/>
                  <a:pt x="1719" y="6353"/>
                  <a:pt x="1964" y="6353"/>
                </a:cubicBezTo>
                <a:moveTo>
                  <a:pt x="15709" y="5082"/>
                </a:moveTo>
                <a:lnTo>
                  <a:pt x="1964" y="5082"/>
                </a:lnTo>
                <a:cubicBezTo>
                  <a:pt x="879" y="5082"/>
                  <a:pt x="0" y="6220"/>
                  <a:pt x="0" y="7624"/>
                </a:cubicBezTo>
                <a:lnTo>
                  <a:pt x="0" y="19059"/>
                </a:lnTo>
                <a:cubicBezTo>
                  <a:pt x="0" y="20462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462"/>
                  <a:pt x="17673" y="19059"/>
                </a:cubicBezTo>
                <a:lnTo>
                  <a:pt x="17673" y="7624"/>
                </a:lnTo>
                <a:cubicBezTo>
                  <a:pt x="17673" y="6220"/>
                  <a:pt x="16794" y="5082"/>
                  <a:pt x="15709" y="5082"/>
                </a:cubicBezTo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1138"/>
                  <a:pt x="3927" y="2541"/>
                </a:cubicBezTo>
                <a:lnTo>
                  <a:pt x="3927" y="3176"/>
                </a:lnTo>
                <a:cubicBezTo>
                  <a:pt x="3927" y="3528"/>
                  <a:pt x="4147" y="3812"/>
                  <a:pt x="4418" y="3812"/>
                </a:cubicBezTo>
                <a:cubicBezTo>
                  <a:pt x="4690" y="3812"/>
                  <a:pt x="4909" y="3528"/>
                  <a:pt x="4909" y="3176"/>
                </a:cubicBezTo>
                <a:lnTo>
                  <a:pt x="4909" y="2541"/>
                </a:lnTo>
                <a:cubicBezTo>
                  <a:pt x="4909" y="1840"/>
                  <a:pt x="5348" y="1271"/>
                  <a:pt x="5891" y="1271"/>
                </a:cubicBezTo>
                <a:lnTo>
                  <a:pt x="19636" y="1271"/>
                </a:lnTo>
                <a:cubicBezTo>
                  <a:pt x="20178" y="1271"/>
                  <a:pt x="20618" y="1840"/>
                  <a:pt x="20618" y="2541"/>
                </a:cubicBezTo>
                <a:lnTo>
                  <a:pt x="20618" y="13976"/>
                </a:lnTo>
                <a:cubicBezTo>
                  <a:pt x="20618" y="14678"/>
                  <a:pt x="20178" y="15247"/>
                  <a:pt x="19636" y="15247"/>
                </a:cubicBezTo>
                <a:lnTo>
                  <a:pt x="19145" y="15247"/>
                </a:lnTo>
                <a:cubicBezTo>
                  <a:pt x="18874" y="15247"/>
                  <a:pt x="18655" y="15532"/>
                  <a:pt x="18655" y="15882"/>
                </a:cubicBezTo>
                <a:cubicBezTo>
                  <a:pt x="18655" y="16234"/>
                  <a:pt x="18874" y="16518"/>
                  <a:pt x="19145" y="16518"/>
                </a:cubicBezTo>
                <a:lnTo>
                  <a:pt x="19636" y="16518"/>
                </a:lnTo>
                <a:cubicBezTo>
                  <a:pt x="20721" y="16518"/>
                  <a:pt x="21600" y="15380"/>
                  <a:pt x="21600" y="13976"/>
                </a:cubicBezTo>
                <a:lnTo>
                  <a:pt x="21600" y="2541"/>
                </a:lnTo>
                <a:cubicBezTo>
                  <a:pt x="21600" y="1138"/>
                  <a:pt x="20721" y="0"/>
                  <a:pt x="19636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7" name="Shape 2838"/>
          <p:cNvSpPr/>
          <p:nvPr/>
        </p:nvSpPr>
        <p:spPr>
          <a:xfrm>
            <a:off x="3460680" y="2817720"/>
            <a:ext cx="209520" cy="171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20400"/>
                </a:moveTo>
                <a:lnTo>
                  <a:pt x="982" y="20400"/>
                </a:lnTo>
                <a:lnTo>
                  <a:pt x="982" y="13200"/>
                </a:lnTo>
                <a:lnTo>
                  <a:pt x="6907" y="13200"/>
                </a:lnTo>
                <a:cubicBezTo>
                  <a:pt x="7149" y="15567"/>
                  <a:pt x="8798" y="17400"/>
                  <a:pt x="10800" y="17400"/>
                </a:cubicBezTo>
                <a:cubicBezTo>
                  <a:pt x="12802" y="17400"/>
                  <a:pt x="14451" y="15567"/>
                  <a:pt x="14694" y="13200"/>
                </a:cubicBezTo>
                <a:lnTo>
                  <a:pt x="20618" y="13200"/>
                </a:lnTo>
                <a:cubicBezTo>
                  <a:pt x="20618" y="13200"/>
                  <a:pt x="20618" y="20400"/>
                  <a:pt x="20618" y="20400"/>
                </a:cubicBezTo>
                <a:close/>
                <a:moveTo>
                  <a:pt x="5703" y="1200"/>
                </a:moveTo>
                <a:lnTo>
                  <a:pt x="15897" y="1200"/>
                </a:lnTo>
                <a:lnTo>
                  <a:pt x="20315" y="12000"/>
                </a:lnTo>
                <a:lnTo>
                  <a:pt x="14236" y="12000"/>
                </a:lnTo>
                <a:cubicBezTo>
                  <a:pt x="13965" y="12000"/>
                  <a:pt x="13745" y="12269"/>
                  <a:pt x="13745" y="12600"/>
                </a:cubicBezTo>
                <a:cubicBezTo>
                  <a:pt x="13745" y="14589"/>
                  <a:pt x="12426" y="16200"/>
                  <a:pt x="10800" y="16200"/>
                </a:cubicBezTo>
                <a:cubicBezTo>
                  <a:pt x="9173" y="16200"/>
                  <a:pt x="7855" y="14589"/>
                  <a:pt x="7855" y="12600"/>
                </a:cubicBezTo>
                <a:cubicBezTo>
                  <a:pt x="7855" y="12269"/>
                  <a:pt x="7635" y="12000"/>
                  <a:pt x="7364" y="12000"/>
                </a:cubicBezTo>
                <a:lnTo>
                  <a:pt x="1285" y="12000"/>
                </a:lnTo>
                <a:cubicBezTo>
                  <a:pt x="1285" y="12000"/>
                  <a:pt x="5703" y="1200"/>
                  <a:pt x="5703" y="1200"/>
                </a:cubicBezTo>
                <a:close/>
                <a:moveTo>
                  <a:pt x="21543" y="12335"/>
                </a:moveTo>
                <a:lnTo>
                  <a:pt x="21548" y="12332"/>
                </a:lnTo>
                <a:lnTo>
                  <a:pt x="16639" y="332"/>
                </a:lnTo>
                <a:lnTo>
                  <a:pt x="16634" y="335"/>
                </a:lnTo>
                <a:cubicBezTo>
                  <a:pt x="16554" y="138"/>
                  <a:pt x="16392" y="0"/>
                  <a:pt x="16200" y="0"/>
                </a:cubicBezTo>
                <a:lnTo>
                  <a:pt x="5400" y="0"/>
                </a:lnTo>
                <a:cubicBezTo>
                  <a:pt x="5208" y="0"/>
                  <a:pt x="5046" y="138"/>
                  <a:pt x="4966" y="335"/>
                </a:cubicBezTo>
                <a:lnTo>
                  <a:pt x="4961" y="332"/>
                </a:lnTo>
                <a:lnTo>
                  <a:pt x="52" y="12332"/>
                </a:lnTo>
                <a:lnTo>
                  <a:pt x="57" y="12335"/>
                </a:lnTo>
                <a:cubicBezTo>
                  <a:pt x="23" y="12415"/>
                  <a:pt x="0" y="12503"/>
                  <a:pt x="0" y="126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12600"/>
                </a:lnTo>
                <a:cubicBezTo>
                  <a:pt x="21600" y="12503"/>
                  <a:pt x="21577" y="12415"/>
                  <a:pt x="21543" y="1233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8" name="Shape 2839"/>
          <p:cNvSpPr/>
          <p:nvPr/>
        </p:nvSpPr>
        <p:spPr>
          <a:xfrm>
            <a:off x="3860640" y="2808360"/>
            <a:ext cx="209880" cy="19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20520"/>
                </a:moveTo>
                <a:lnTo>
                  <a:pt x="982" y="20520"/>
                </a:lnTo>
                <a:lnTo>
                  <a:pt x="982" y="14040"/>
                </a:lnTo>
                <a:lnTo>
                  <a:pt x="6907" y="14040"/>
                </a:lnTo>
                <a:cubicBezTo>
                  <a:pt x="7149" y="16170"/>
                  <a:pt x="8798" y="17820"/>
                  <a:pt x="10800" y="17820"/>
                </a:cubicBezTo>
                <a:cubicBezTo>
                  <a:pt x="12802" y="17820"/>
                  <a:pt x="14451" y="16170"/>
                  <a:pt x="14694" y="14040"/>
                </a:cubicBezTo>
                <a:lnTo>
                  <a:pt x="20618" y="14040"/>
                </a:lnTo>
                <a:cubicBezTo>
                  <a:pt x="20618" y="14040"/>
                  <a:pt x="20618" y="20520"/>
                  <a:pt x="20618" y="20520"/>
                </a:cubicBezTo>
                <a:close/>
                <a:moveTo>
                  <a:pt x="21543" y="13261"/>
                </a:moveTo>
                <a:lnTo>
                  <a:pt x="21548" y="13259"/>
                </a:lnTo>
                <a:lnTo>
                  <a:pt x="16639" y="2459"/>
                </a:lnTo>
                <a:lnTo>
                  <a:pt x="16634" y="2461"/>
                </a:lnTo>
                <a:cubicBezTo>
                  <a:pt x="16554" y="2284"/>
                  <a:pt x="16392" y="2160"/>
                  <a:pt x="16200" y="2160"/>
                </a:cubicBezTo>
                <a:lnTo>
                  <a:pt x="12764" y="2160"/>
                </a:lnTo>
                <a:cubicBezTo>
                  <a:pt x="12492" y="2160"/>
                  <a:pt x="12273" y="2402"/>
                  <a:pt x="12273" y="2700"/>
                </a:cubicBezTo>
                <a:cubicBezTo>
                  <a:pt x="12273" y="2999"/>
                  <a:pt x="12492" y="3240"/>
                  <a:pt x="12764" y="3240"/>
                </a:cubicBezTo>
                <a:lnTo>
                  <a:pt x="15897" y="3240"/>
                </a:lnTo>
                <a:lnTo>
                  <a:pt x="20315" y="12960"/>
                </a:lnTo>
                <a:lnTo>
                  <a:pt x="14236" y="12960"/>
                </a:lnTo>
                <a:cubicBezTo>
                  <a:pt x="13965" y="12960"/>
                  <a:pt x="13745" y="13202"/>
                  <a:pt x="13745" y="13500"/>
                </a:cubicBezTo>
                <a:cubicBezTo>
                  <a:pt x="13745" y="15290"/>
                  <a:pt x="12426" y="16740"/>
                  <a:pt x="10800" y="16740"/>
                </a:cubicBezTo>
                <a:cubicBezTo>
                  <a:pt x="9173" y="16740"/>
                  <a:pt x="7855" y="15290"/>
                  <a:pt x="7855" y="13500"/>
                </a:cubicBezTo>
                <a:cubicBezTo>
                  <a:pt x="7855" y="13202"/>
                  <a:pt x="7635" y="12960"/>
                  <a:pt x="7364" y="12960"/>
                </a:cubicBezTo>
                <a:lnTo>
                  <a:pt x="1285" y="12960"/>
                </a:lnTo>
                <a:lnTo>
                  <a:pt x="5703" y="3240"/>
                </a:lnTo>
                <a:lnTo>
                  <a:pt x="8836" y="3240"/>
                </a:lnTo>
                <a:cubicBezTo>
                  <a:pt x="9108" y="3240"/>
                  <a:pt x="9327" y="2999"/>
                  <a:pt x="9327" y="2700"/>
                </a:cubicBezTo>
                <a:cubicBezTo>
                  <a:pt x="9327" y="2402"/>
                  <a:pt x="9108" y="2160"/>
                  <a:pt x="8836" y="2160"/>
                </a:cubicBezTo>
                <a:lnTo>
                  <a:pt x="5400" y="2160"/>
                </a:lnTo>
                <a:cubicBezTo>
                  <a:pt x="5208" y="2160"/>
                  <a:pt x="5046" y="2284"/>
                  <a:pt x="4966" y="2461"/>
                </a:cubicBezTo>
                <a:lnTo>
                  <a:pt x="4961" y="2459"/>
                </a:lnTo>
                <a:lnTo>
                  <a:pt x="52" y="13259"/>
                </a:lnTo>
                <a:lnTo>
                  <a:pt x="57" y="13261"/>
                </a:lnTo>
                <a:cubicBezTo>
                  <a:pt x="23" y="13334"/>
                  <a:pt x="0" y="13413"/>
                  <a:pt x="0" y="13500"/>
                </a:cubicBezTo>
                <a:lnTo>
                  <a:pt x="0" y="21060"/>
                </a:lnTo>
                <a:cubicBezTo>
                  <a:pt x="0" y="21359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59"/>
                  <a:pt x="21600" y="21060"/>
                </a:cubicBezTo>
                <a:lnTo>
                  <a:pt x="21600" y="13500"/>
                </a:lnTo>
                <a:cubicBezTo>
                  <a:pt x="21600" y="13413"/>
                  <a:pt x="21577" y="13334"/>
                  <a:pt x="21543" y="13261"/>
                </a:cubicBezTo>
                <a:moveTo>
                  <a:pt x="7855" y="8640"/>
                </a:moveTo>
                <a:cubicBezTo>
                  <a:pt x="7583" y="8640"/>
                  <a:pt x="7364" y="8882"/>
                  <a:pt x="7364" y="9180"/>
                </a:cubicBezTo>
                <a:cubicBezTo>
                  <a:pt x="7364" y="9329"/>
                  <a:pt x="7418" y="9464"/>
                  <a:pt x="7507" y="9562"/>
                </a:cubicBezTo>
                <a:lnTo>
                  <a:pt x="10453" y="12802"/>
                </a:lnTo>
                <a:cubicBezTo>
                  <a:pt x="10542" y="12900"/>
                  <a:pt x="10665" y="12960"/>
                  <a:pt x="10800" y="12960"/>
                </a:cubicBezTo>
                <a:cubicBezTo>
                  <a:pt x="10936" y="12960"/>
                  <a:pt x="11058" y="12900"/>
                  <a:pt x="11147" y="12802"/>
                </a:cubicBezTo>
                <a:lnTo>
                  <a:pt x="14093" y="9562"/>
                </a:lnTo>
                <a:cubicBezTo>
                  <a:pt x="14182" y="9464"/>
                  <a:pt x="14236" y="9329"/>
                  <a:pt x="14236" y="9180"/>
                </a:cubicBezTo>
                <a:cubicBezTo>
                  <a:pt x="14236" y="8882"/>
                  <a:pt x="14017" y="8640"/>
                  <a:pt x="13745" y="8640"/>
                </a:cubicBezTo>
                <a:cubicBezTo>
                  <a:pt x="13610" y="8640"/>
                  <a:pt x="13487" y="8701"/>
                  <a:pt x="13398" y="8798"/>
                </a:cubicBezTo>
                <a:lnTo>
                  <a:pt x="11291" y="11116"/>
                </a:lnTo>
                <a:lnTo>
                  <a:pt x="11291" y="540"/>
                </a:lnTo>
                <a:cubicBezTo>
                  <a:pt x="11291" y="242"/>
                  <a:pt x="11071" y="0"/>
                  <a:pt x="10800" y="0"/>
                </a:cubicBezTo>
                <a:cubicBezTo>
                  <a:pt x="10529" y="0"/>
                  <a:pt x="10309" y="242"/>
                  <a:pt x="10309" y="540"/>
                </a:cubicBezTo>
                <a:lnTo>
                  <a:pt x="10309" y="11116"/>
                </a:lnTo>
                <a:lnTo>
                  <a:pt x="8202" y="8798"/>
                </a:lnTo>
                <a:cubicBezTo>
                  <a:pt x="8113" y="8701"/>
                  <a:pt x="7990" y="8640"/>
                  <a:pt x="7855" y="864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9" name="Shape 2840"/>
          <p:cNvSpPr/>
          <p:nvPr/>
        </p:nvSpPr>
        <p:spPr>
          <a:xfrm>
            <a:off x="4260960" y="2808360"/>
            <a:ext cx="209520" cy="19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20520"/>
                </a:moveTo>
                <a:lnTo>
                  <a:pt x="982" y="20520"/>
                </a:lnTo>
                <a:lnTo>
                  <a:pt x="982" y="14040"/>
                </a:lnTo>
                <a:lnTo>
                  <a:pt x="6907" y="14040"/>
                </a:lnTo>
                <a:cubicBezTo>
                  <a:pt x="7149" y="16170"/>
                  <a:pt x="8798" y="17820"/>
                  <a:pt x="10800" y="17820"/>
                </a:cubicBezTo>
                <a:cubicBezTo>
                  <a:pt x="12802" y="17820"/>
                  <a:pt x="14451" y="16170"/>
                  <a:pt x="14693" y="14040"/>
                </a:cubicBezTo>
                <a:lnTo>
                  <a:pt x="20618" y="14040"/>
                </a:lnTo>
                <a:cubicBezTo>
                  <a:pt x="20618" y="14040"/>
                  <a:pt x="20618" y="20520"/>
                  <a:pt x="20618" y="20520"/>
                </a:cubicBezTo>
                <a:close/>
                <a:moveTo>
                  <a:pt x="21544" y="13261"/>
                </a:moveTo>
                <a:lnTo>
                  <a:pt x="21548" y="13259"/>
                </a:lnTo>
                <a:lnTo>
                  <a:pt x="16639" y="2459"/>
                </a:lnTo>
                <a:lnTo>
                  <a:pt x="16635" y="2461"/>
                </a:lnTo>
                <a:cubicBezTo>
                  <a:pt x="16554" y="2284"/>
                  <a:pt x="16392" y="2160"/>
                  <a:pt x="16200" y="2160"/>
                </a:cubicBezTo>
                <a:lnTo>
                  <a:pt x="15709" y="2160"/>
                </a:lnTo>
                <a:cubicBezTo>
                  <a:pt x="15438" y="2160"/>
                  <a:pt x="15218" y="2402"/>
                  <a:pt x="15218" y="2700"/>
                </a:cubicBezTo>
                <a:cubicBezTo>
                  <a:pt x="15218" y="2999"/>
                  <a:pt x="15438" y="3240"/>
                  <a:pt x="15709" y="3240"/>
                </a:cubicBezTo>
                <a:lnTo>
                  <a:pt x="15897" y="3240"/>
                </a:lnTo>
                <a:lnTo>
                  <a:pt x="20315" y="12960"/>
                </a:lnTo>
                <a:lnTo>
                  <a:pt x="14236" y="12960"/>
                </a:lnTo>
                <a:cubicBezTo>
                  <a:pt x="13965" y="12960"/>
                  <a:pt x="13745" y="13202"/>
                  <a:pt x="13745" y="13500"/>
                </a:cubicBezTo>
                <a:cubicBezTo>
                  <a:pt x="13745" y="15290"/>
                  <a:pt x="12426" y="16740"/>
                  <a:pt x="10800" y="16740"/>
                </a:cubicBezTo>
                <a:cubicBezTo>
                  <a:pt x="9173" y="16740"/>
                  <a:pt x="7855" y="15290"/>
                  <a:pt x="7855" y="13500"/>
                </a:cubicBezTo>
                <a:cubicBezTo>
                  <a:pt x="7855" y="13202"/>
                  <a:pt x="7635" y="12960"/>
                  <a:pt x="7364" y="12960"/>
                </a:cubicBezTo>
                <a:lnTo>
                  <a:pt x="1285" y="12960"/>
                </a:lnTo>
                <a:lnTo>
                  <a:pt x="5703" y="3240"/>
                </a:lnTo>
                <a:lnTo>
                  <a:pt x="5891" y="3240"/>
                </a:lnTo>
                <a:cubicBezTo>
                  <a:pt x="6162" y="3240"/>
                  <a:pt x="6382" y="2999"/>
                  <a:pt x="6382" y="2700"/>
                </a:cubicBezTo>
                <a:cubicBezTo>
                  <a:pt x="6382" y="2402"/>
                  <a:pt x="6162" y="2160"/>
                  <a:pt x="5891" y="2160"/>
                </a:cubicBezTo>
                <a:lnTo>
                  <a:pt x="5400" y="2160"/>
                </a:lnTo>
                <a:cubicBezTo>
                  <a:pt x="5208" y="2160"/>
                  <a:pt x="5046" y="2284"/>
                  <a:pt x="4966" y="2461"/>
                </a:cubicBezTo>
                <a:lnTo>
                  <a:pt x="4961" y="2459"/>
                </a:lnTo>
                <a:lnTo>
                  <a:pt x="52" y="13259"/>
                </a:lnTo>
                <a:lnTo>
                  <a:pt x="57" y="13261"/>
                </a:lnTo>
                <a:cubicBezTo>
                  <a:pt x="23" y="13334"/>
                  <a:pt x="0" y="13413"/>
                  <a:pt x="0" y="13500"/>
                </a:cubicBezTo>
                <a:lnTo>
                  <a:pt x="0" y="21060"/>
                </a:lnTo>
                <a:cubicBezTo>
                  <a:pt x="0" y="21359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59"/>
                  <a:pt x="21600" y="21060"/>
                </a:cubicBezTo>
                <a:lnTo>
                  <a:pt x="21600" y="13500"/>
                </a:lnTo>
                <a:cubicBezTo>
                  <a:pt x="21600" y="13413"/>
                  <a:pt x="21577" y="13334"/>
                  <a:pt x="21544" y="13261"/>
                </a:cubicBezTo>
                <a:moveTo>
                  <a:pt x="7855" y="4320"/>
                </a:moveTo>
                <a:cubicBezTo>
                  <a:pt x="7990" y="4320"/>
                  <a:pt x="8113" y="4260"/>
                  <a:pt x="8202" y="4162"/>
                </a:cubicBezTo>
                <a:lnTo>
                  <a:pt x="10309" y="1844"/>
                </a:lnTo>
                <a:lnTo>
                  <a:pt x="10309" y="12420"/>
                </a:lnTo>
                <a:cubicBezTo>
                  <a:pt x="10309" y="12719"/>
                  <a:pt x="10529" y="12960"/>
                  <a:pt x="10800" y="12960"/>
                </a:cubicBezTo>
                <a:cubicBezTo>
                  <a:pt x="11071" y="12960"/>
                  <a:pt x="11291" y="12719"/>
                  <a:pt x="11291" y="12420"/>
                </a:cubicBezTo>
                <a:lnTo>
                  <a:pt x="11291" y="1844"/>
                </a:lnTo>
                <a:lnTo>
                  <a:pt x="13398" y="4162"/>
                </a:lnTo>
                <a:cubicBezTo>
                  <a:pt x="13487" y="4260"/>
                  <a:pt x="13610" y="4320"/>
                  <a:pt x="13745" y="4320"/>
                </a:cubicBezTo>
                <a:cubicBezTo>
                  <a:pt x="14017" y="4320"/>
                  <a:pt x="14236" y="4079"/>
                  <a:pt x="14236" y="3780"/>
                </a:cubicBezTo>
                <a:cubicBezTo>
                  <a:pt x="14236" y="3631"/>
                  <a:pt x="14181" y="3497"/>
                  <a:pt x="14093" y="3398"/>
                </a:cubicBezTo>
                <a:lnTo>
                  <a:pt x="11147" y="158"/>
                </a:lnTo>
                <a:cubicBezTo>
                  <a:pt x="11058" y="61"/>
                  <a:pt x="10936" y="0"/>
                  <a:pt x="10800" y="0"/>
                </a:cubicBezTo>
                <a:cubicBezTo>
                  <a:pt x="10664" y="0"/>
                  <a:pt x="10542" y="61"/>
                  <a:pt x="10453" y="158"/>
                </a:cubicBezTo>
                <a:lnTo>
                  <a:pt x="7507" y="3398"/>
                </a:lnTo>
                <a:cubicBezTo>
                  <a:pt x="7419" y="3497"/>
                  <a:pt x="7364" y="3631"/>
                  <a:pt x="7364" y="3780"/>
                </a:cubicBezTo>
                <a:cubicBezTo>
                  <a:pt x="7364" y="4079"/>
                  <a:pt x="7583" y="4320"/>
                  <a:pt x="7855" y="432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0" name="Shape 2841"/>
          <p:cNvSpPr/>
          <p:nvPr/>
        </p:nvSpPr>
        <p:spPr>
          <a:xfrm>
            <a:off x="660240" y="3218040"/>
            <a:ext cx="209880" cy="171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20400"/>
                </a:moveTo>
                <a:lnTo>
                  <a:pt x="982" y="20400"/>
                </a:lnTo>
                <a:lnTo>
                  <a:pt x="982" y="13200"/>
                </a:lnTo>
                <a:lnTo>
                  <a:pt x="6907" y="13200"/>
                </a:lnTo>
                <a:cubicBezTo>
                  <a:pt x="7149" y="15567"/>
                  <a:pt x="8798" y="17400"/>
                  <a:pt x="10800" y="17400"/>
                </a:cubicBezTo>
                <a:cubicBezTo>
                  <a:pt x="12802" y="17400"/>
                  <a:pt x="14451" y="15567"/>
                  <a:pt x="14693" y="13200"/>
                </a:cubicBezTo>
                <a:lnTo>
                  <a:pt x="20618" y="13200"/>
                </a:lnTo>
                <a:cubicBezTo>
                  <a:pt x="20618" y="13200"/>
                  <a:pt x="20618" y="20400"/>
                  <a:pt x="20618" y="20400"/>
                </a:cubicBezTo>
                <a:close/>
                <a:moveTo>
                  <a:pt x="5703" y="1200"/>
                </a:moveTo>
                <a:lnTo>
                  <a:pt x="15897" y="1200"/>
                </a:lnTo>
                <a:lnTo>
                  <a:pt x="20315" y="12000"/>
                </a:lnTo>
                <a:lnTo>
                  <a:pt x="14236" y="12000"/>
                </a:lnTo>
                <a:cubicBezTo>
                  <a:pt x="13966" y="12000"/>
                  <a:pt x="13745" y="12269"/>
                  <a:pt x="13745" y="12600"/>
                </a:cubicBezTo>
                <a:cubicBezTo>
                  <a:pt x="13745" y="14588"/>
                  <a:pt x="12427" y="16200"/>
                  <a:pt x="10800" y="16200"/>
                </a:cubicBezTo>
                <a:cubicBezTo>
                  <a:pt x="9173" y="16200"/>
                  <a:pt x="7855" y="14588"/>
                  <a:pt x="7855" y="12600"/>
                </a:cubicBezTo>
                <a:cubicBezTo>
                  <a:pt x="7855" y="12269"/>
                  <a:pt x="7634" y="12000"/>
                  <a:pt x="7364" y="12000"/>
                </a:cubicBezTo>
                <a:lnTo>
                  <a:pt x="1285" y="12000"/>
                </a:lnTo>
                <a:cubicBezTo>
                  <a:pt x="1285" y="12000"/>
                  <a:pt x="5703" y="1200"/>
                  <a:pt x="5703" y="1200"/>
                </a:cubicBezTo>
                <a:close/>
                <a:moveTo>
                  <a:pt x="21543" y="12334"/>
                </a:moveTo>
                <a:lnTo>
                  <a:pt x="21548" y="12332"/>
                </a:lnTo>
                <a:lnTo>
                  <a:pt x="16639" y="332"/>
                </a:lnTo>
                <a:lnTo>
                  <a:pt x="16634" y="335"/>
                </a:lnTo>
                <a:cubicBezTo>
                  <a:pt x="16554" y="138"/>
                  <a:pt x="16392" y="0"/>
                  <a:pt x="16200" y="0"/>
                </a:cubicBezTo>
                <a:lnTo>
                  <a:pt x="5400" y="0"/>
                </a:lnTo>
                <a:cubicBezTo>
                  <a:pt x="5208" y="0"/>
                  <a:pt x="5046" y="138"/>
                  <a:pt x="4966" y="335"/>
                </a:cubicBezTo>
                <a:lnTo>
                  <a:pt x="4961" y="332"/>
                </a:lnTo>
                <a:lnTo>
                  <a:pt x="52" y="12332"/>
                </a:lnTo>
                <a:lnTo>
                  <a:pt x="57" y="12334"/>
                </a:lnTo>
                <a:cubicBezTo>
                  <a:pt x="23" y="12416"/>
                  <a:pt x="0" y="12503"/>
                  <a:pt x="0" y="126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12600"/>
                </a:lnTo>
                <a:cubicBezTo>
                  <a:pt x="21600" y="12503"/>
                  <a:pt x="21577" y="12416"/>
                  <a:pt x="21543" y="12334"/>
                </a:cubicBezTo>
                <a:moveTo>
                  <a:pt x="16691" y="9000"/>
                </a:moveTo>
                <a:cubicBezTo>
                  <a:pt x="16691" y="8669"/>
                  <a:pt x="16471" y="8400"/>
                  <a:pt x="16200" y="8400"/>
                </a:cubicBezTo>
                <a:lnTo>
                  <a:pt x="5400" y="8400"/>
                </a:lnTo>
                <a:cubicBezTo>
                  <a:pt x="5129" y="8400"/>
                  <a:pt x="4909" y="8669"/>
                  <a:pt x="4909" y="9000"/>
                </a:cubicBezTo>
                <a:cubicBezTo>
                  <a:pt x="4909" y="9332"/>
                  <a:pt x="5129" y="9600"/>
                  <a:pt x="5400" y="9600"/>
                </a:cubicBez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moveTo>
                  <a:pt x="6382" y="7200"/>
                </a:moveTo>
                <a:lnTo>
                  <a:pt x="15218" y="7200"/>
                </a:lnTo>
                <a:cubicBezTo>
                  <a:pt x="15489" y="7200"/>
                  <a:pt x="15709" y="6932"/>
                  <a:pt x="15709" y="6600"/>
                </a:cubicBezTo>
                <a:cubicBezTo>
                  <a:pt x="15709" y="6269"/>
                  <a:pt x="15489" y="6000"/>
                  <a:pt x="15218" y="6000"/>
                </a:cubicBezTo>
                <a:lnTo>
                  <a:pt x="6382" y="6000"/>
                </a:lnTo>
                <a:cubicBezTo>
                  <a:pt x="6111" y="6000"/>
                  <a:pt x="5891" y="6269"/>
                  <a:pt x="5891" y="6600"/>
                </a:cubicBezTo>
                <a:cubicBezTo>
                  <a:pt x="5891" y="6932"/>
                  <a:pt x="6111" y="7200"/>
                  <a:pt x="6382" y="7200"/>
                </a:cubicBezTo>
                <a:moveTo>
                  <a:pt x="7364" y="4800"/>
                </a:moveTo>
                <a:lnTo>
                  <a:pt x="14236" y="4800"/>
                </a:lnTo>
                <a:cubicBezTo>
                  <a:pt x="14507" y="4800"/>
                  <a:pt x="14727" y="4532"/>
                  <a:pt x="14727" y="4200"/>
                </a:cubicBezTo>
                <a:cubicBezTo>
                  <a:pt x="14727" y="3869"/>
                  <a:pt x="14507" y="3600"/>
                  <a:pt x="14236" y="3600"/>
                </a:cubicBezTo>
                <a:lnTo>
                  <a:pt x="7364" y="3600"/>
                </a:lnTo>
                <a:cubicBezTo>
                  <a:pt x="7093" y="3600"/>
                  <a:pt x="6873" y="3869"/>
                  <a:pt x="6873" y="4200"/>
                </a:cubicBezTo>
                <a:cubicBezTo>
                  <a:pt x="6873" y="4532"/>
                  <a:pt x="7093" y="4800"/>
                  <a:pt x="7364" y="48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1" name="Shape 2842"/>
          <p:cNvSpPr/>
          <p:nvPr/>
        </p:nvSpPr>
        <p:spPr>
          <a:xfrm>
            <a:off x="1060560" y="31989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1782"/>
                </a:moveTo>
                <a:lnTo>
                  <a:pt x="982" y="11782"/>
                </a:lnTo>
                <a:lnTo>
                  <a:pt x="982" y="6873"/>
                </a:lnTo>
                <a:lnTo>
                  <a:pt x="6907" y="6873"/>
                </a:lnTo>
                <a:cubicBezTo>
                  <a:pt x="7149" y="8810"/>
                  <a:pt x="8798" y="10309"/>
                  <a:pt x="10800" y="10309"/>
                </a:cubicBezTo>
                <a:cubicBezTo>
                  <a:pt x="12802" y="10309"/>
                  <a:pt x="14451" y="8810"/>
                  <a:pt x="14693" y="6873"/>
                </a:cubicBezTo>
                <a:lnTo>
                  <a:pt x="20618" y="6873"/>
                </a:lnTo>
                <a:cubicBezTo>
                  <a:pt x="20618" y="6873"/>
                  <a:pt x="20618" y="11782"/>
                  <a:pt x="20618" y="11782"/>
                </a:cubicBezTo>
                <a:close/>
                <a:moveTo>
                  <a:pt x="20264" y="14727"/>
                </a:moveTo>
                <a:lnTo>
                  <a:pt x="14236" y="14727"/>
                </a:lnTo>
                <a:cubicBezTo>
                  <a:pt x="13966" y="14727"/>
                  <a:pt x="13745" y="14947"/>
                  <a:pt x="13745" y="15218"/>
                </a:cubicBezTo>
                <a:cubicBezTo>
                  <a:pt x="13745" y="16845"/>
                  <a:pt x="12427" y="18164"/>
                  <a:pt x="10800" y="18164"/>
                </a:cubicBezTo>
                <a:cubicBezTo>
                  <a:pt x="9173" y="18164"/>
                  <a:pt x="7855" y="16845"/>
                  <a:pt x="7855" y="15218"/>
                </a:cubicBezTo>
                <a:cubicBezTo>
                  <a:pt x="7855" y="14947"/>
                  <a:pt x="7634" y="14727"/>
                  <a:pt x="7364" y="14727"/>
                </a:cubicBezTo>
                <a:lnTo>
                  <a:pt x="1336" y="14727"/>
                </a:lnTo>
                <a:lnTo>
                  <a:pt x="2682" y="12764"/>
                </a:lnTo>
                <a:lnTo>
                  <a:pt x="18918" y="12764"/>
                </a:lnTo>
                <a:cubicBezTo>
                  <a:pt x="18918" y="12764"/>
                  <a:pt x="20264" y="14727"/>
                  <a:pt x="20264" y="14727"/>
                </a:cubicBezTo>
                <a:close/>
                <a:moveTo>
                  <a:pt x="20618" y="20618"/>
                </a:moveTo>
                <a:lnTo>
                  <a:pt x="982" y="20618"/>
                </a:lnTo>
                <a:lnTo>
                  <a:pt x="982" y="15709"/>
                </a:lnTo>
                <a:lnTo>
                  <a:pt x="6907" y="15709"/>
                </a:lnTo>
                <a:cubicBezTo>
                  <a:pt x="7149" y="17646"/>
                  <a:pt x="8798" y="19145"/>
                  <a:pt x="10800" y="19145"/>
                </a:cubicBezTo>
                <a:cubicBezTo>
                  <a:pt x="12802" y="19145"/>
                  <a:pt x="14451" y="17646"/>
                  <a:pt x="14693" y="15709"/>
                </a:cubicBezTo>
                <a:lnTo>
                  <a:pt x="20618" y="15709"/>
                </a:lnTo>
                <a:cubicBezTo>
                  <a:pt x="20618" y="15709"/>
                  <a:pt x="20618" y="20618"/>
                  <a:pt x="20618" y="20618"/>
                </a:cubicBezTo>
                <a:close/>
                <a:moveTo>
                  <a:pt x="4702" y="982"/>
                </a:moveTo>
                <a:lnTo>
                  <a:pt x="16898" y="982"/>
                </a:lnTo>
                <a:lnTo>
                  <a:pt x="20264" y="5891"/>
                </a:lnTo>
                <a:lnTo>
                  <a:pt x="14236" y="5891"/>
                </a:lnTo>
                <a:cubicBezTo>
                  <a:pt x="13966" y="5891"/>
                  <a:pt x="13745" y="6111"/>
                  <a:pt x="13745" y="6382"/>
                </a:cubicBezTo>
                <a:cubicBezTo>
                  <a:pt x="13745" y="8009"/>
                  <a:pt x="12427" y="9327"/>
                  <a:pt x="10800" y="9327"/>
                </a:cubicBezTo>
                <a:cubicBezTo>
                  <a:pt x="9173" y="9327"/>
                  <a:pt x="7855" y="8009"/>
                  <a:pt x="7855" y="6382"/>
                </a:cubicBezTo>
                <a:cubicBezTo>
                  <a:pt x="7855" y="6111"/>
                  <a:pt x="7634" y="5891"/>
                  <a:pt x="7364" y="5891"/>
                </a:cubicBezTo>
                <a:lnTo>
                  <a:pt x="1336" y="5891"/>
                </a:lnTo>
                <a:cubicBezTo>
                  <a:pt x="1336" y="5891"/>
                  <a:pt x="4702" y="982"/>
                  <a:pt x="4702" y="982"/>
                </a:cubicBezTo>
                <a:close/>
                <a:moveTo>
                  <a:pt x="21600" y="12273"/>
                </a:moveTo>
                <a:lnTo>
                  <a:pt x="21600" y="6382"/>
                </a:lnTo>
                <a:cubicBezTo>
                  <a:pt x="21600" y="6303"/>
                  <a:pt x="21577" y="6231"/>
                  <a:pt x="21543" y="6165"/>
                </a:cubicBezTo>
                <a:lnTo>
                  <a:pt x="21548" y="6162"/>
                </a:lnTo>
                <a:lnTo>
                  <a:pt x="17621" y="272"/>
                </a:lnTo>
                <a:lnTo>
                  <a:pt x="17616" y="274"/>
                </a:lnTo>
                <a:cubicBezTo>
                  <a:pt x="17536" y="113"/>
                  <a:pt x="17374" y="0"/>
                  <a:pt x="17182" y="0"/>
                </a:cubicBezTo>
                <a:lnTo>
                  <a:pt x="4418" y="0"/>
                </a:lnTo>
                <a:cubicBezTo>
                  <a:pt x="4226" y="0"/>
                  <a:pt x="4064" y="113"/>
                  <a:pt x="3984" y="274"/>
                </a:cubicBezTo>
                <a:lnTo>
                  <a:pt x="3979" y="272"/>
                </a:lnTo>
                <a:lnTo>
                  <a:pt x="52" y="6162"/>
                </a:lnTo>
                <a:lnTo>
                  <a:pt x="57" y="6165"/>
                </a:lnTo>
                <a:cubicBezTo>
                  <a:pt x="23" y="6231"/>
                  <a:pt x="0" y="6303"/>
                  <a:pt x="0" y="6382"/>
                </a:cubicBezTo>
                <a:lnTo>
                  <a:pt x="0" y="12273"/>
                </a:lnTo>
                <a:cubicBezTo>
                  <a:pt x="0" y="12544"/>
                  <a:pt x="220" y="12764"/>
                  <a:pt x="491" y="12764"/>
                </a:cubicBezTo>
                <a:lnTo>
                  <a:pt x="1542" y="12764"/>
                </a:lnTo>
                <a:lnTo>
                  <a:pt x="52" y="14999"/>
                </a:lnTo>
                <a:lnTo>
                  <a:pt x="57" y="15001"/>
                </a:lnTo>
                <a:cubicBezTo>
                  <a:pt x="23" y="15067"/>
                  <a:pt x="0" y="15139"/>
                  <a:pt x="0" y="15218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0"/>
                  <a:pt x="21600" y="21109"/>
                </a:cubicBezTo>
                <a:lnTo>
                  <a:pt x="21600" y="15218"/>
                </a:lnTo>
                <a:cubicBezTo>
                  <a:pt x="21600" y="15139"/>
                  <a:pt x="21577" y="15067"/>
                  <a:pt x="21543" y="15001"/>
                </a:cubicBezTo>
                <a:lnTo>
                  <a:pt x="21548" y="14999"/>
                </a:lnTo>
                <a:lnTo>
                  <a:pt x="20058" y="12764"/>
                </a:lnTo>
                <a:lnTo>
                  <a:pt x="21109" y="12764"/>
                </a:lnTo>
                <a:cubicBezTo>
                  <a:pt x="21380" y="12764"/>
                  <a:pt x="21600" y="12544"/>
                  <a:pt x="21600" y="1227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2" name="Shape 2843"/>
          <p:cNvSpPr/>
          <p:nvPr/>
        </p:nvSpPr>
        <p:spPr>
          <a:xfrm>
            <a:off x="1460520" y="31989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1109" y="10309"/>
                </a:moveTo>
                <a:cubicBezTo>
                  <a:pt x="20838" y="10309"/>
                  <a:pt x="20618" y="10529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4012" y="982"/>
                  <a:pt x="16860" y="2526"/>
                  <a:pt x="18652" y="4909"/>
                </a:cubicBezTo>
                <a:lnTo>
                  <a:pt x="14727" y="4909"/>
                </a:lnTo>
                <a:cubicBezTo>
                  <a:pt x="14456" y="4909"/>
                  <a:pt x="14236" y="5129"/>
                  <a:pt x="14236" y="5400"/>
                </a:cubicBezTo>
                <a:cubicBezTo>
                  <a:pt x="14236" y="5672"/>
                  <a:pt x="14456" y="5891"/>
                  <a:pt x="14727" y="5891"/>
                </a:cubicBezTo>
                <a:lnTo>
                  <a:pt x="19636" y="5891"/>
                </a:lnTo>
                <a:cubicBezTo>
                  <a:pt x="19907" y="5891"/>
                  <a:pt x="20127" y="5672"/>
                  <a:pt x="20127" y="5400"/>
                </a:cubicBezTo>
                <a:lnTo>
                  <a:pt x="20127" y="491"/>
                </a:lnTo>
                <a:cubicBezTo>
                  <a:pt x="20127" y="220"/>
                  <a:pt x="19907" y="0"/>
                  <a:pt x="19636" y="0"/>
                </a:cubicBezTo>
                <a:cubicBezTo>
                  <a:pt x="19366" y="0"/>
                  <a:pt x="19145" y="220"/>
                  <a:pt x="19145" y="491"/>
                </a:cubicBezTo>
                <a:lnTo>
                  <a:pt x="19145" y="3962"/>
                </a:lnTo>
                <a:cubicBezTo>
                  <a:pt x="17166" y="1546"/>
                  <a:pt x="14167" y="0"/>
                  <a:pt x="10800" y="0"/>
                </a:cubicBez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3" name="Shape 2844"/>
          <p:cNvSpPr/>
          <p:nvPr/>
        </p:nvSpPr>
        <p:spPr>
          <a:xfrm>
            <a:off x="1860480" y="31989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982"/>
                </a:moveTo>
                <a:cubicBezTo>
                  <a:pt x="14012" y="982"/>
                  <a:pt x="16860" y="2526"/>
                  <a:pt x="18652" y="4909"/>
                </a:cubicBezTo>
                <a:lnTo>
                  <a:pt x="14727" y="4909"/>
                </a:lnTo>
                <a:cubicBezTo>
                  <a:pt x="14456" y="4909"/>
                  <a:pt x="14236" y="5129"/>
                  <a:pt x="14236" y="5400"/>
                </a:cubicBezTo>
                <a:cubicBezTo>
                  <a:pt x="14236" y="5672"/>
                  <a:pt x="14456" y="5891"/>
                  <a:pt x="14727" y="5891"/>
                </a:cubicBezTo>
                <a:lnTo>
                  <a:pt x="19636" y="5891"/>
                </a:lnTo>
                <a:cubicBezTo>
                  <a:pt x="19907" y="5891"/>
                  <a:pt x="20127" y="5672"/>
                  <a:pt x="20127" y="5400"/>
                </a:cubicBezTo>
                <a:lnTo>
                  <a:pt x="20127" y="491"/>
                </a:lnTo>
                <a:cubicBezTo>
                  <a:pt x="20127" y="220"/>
                  <a:pt x="19907" y="0"/>
                  <a:pt x="19636" y="0"/>
                </a:cubicBezTo>
                <a:cubicBezTo>
                  <a:pt x="19366" y="0"/>
                  <a:pt x="19145" y="220"/>
                  <a:pt x="19145" y="491"/>
                </a:cubicBezTo>
                <a:lnTo>
                  <a:pt x="19145" y="3962"/>
                </a:lnTo>
                <a:cubicBezTo>
                  <a:pt x="17166" y="1546"/>
                  <a:pt x="14167" y="0"/>
                  <a:pt x="10800" y="0"/>
                </a:cubicBezTo>
                <a:cubicBezTo>
                  <a:pt x="4836" y="0"/>
                  <a:pt x="0" y="4836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cubicBezTo>
                  <a:pt x="762" y="11291"/>
                  <a:pt x="982" y="11071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moveTo>
                  <a:pt x="21109" y="10309"/>
                </a:moveTo>
                <a:cubicBezTo>
                  <a:pt x="20838" y="10309"/>
                  <a:pt x="20618" y="10529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7588" y="20618"/>
                  <a:pt x="4740" y="19075"/>
                  <a:pt x="2948" y="16691"/>
                </a:cubicBezTo>
                <a:lnTo>
                  <a:pt x="6873" y="16691"/>
                </a:lnTo>
                <a:cubicBezTo>
                  <a:pt x="7144" y="16691"/>
                  <a:pt x="7364" y="16471"/>
                  <a:pt x="7364" y="16200"/>
                </a:cubicBezTo>
                <a:cubicBezTo>
                  <a:pt x="7364" y="15929"/>
                  <a:pt x="7144" y="15709"/>
                  <a:pt x="6873" y="15709"/>
                </a:cubicBezTo>
                <a:lnTo>
                  <a:pt x="1964" y="15709"/>
                </a:lnTo>
                <a:cubicBezTo>
                  <a:pt x="1693" y="15709"/>
                  <a:pt x="1473" y="15929"/>
                  <a:pt x="1473" y="16200"/>
                </a:cubicBezTo>
                <a:lnTo>
                  <a:pt x="1473" y="21109"/>
                </a:lnTo>
                <a:cubicBezTo>
                  <a:pt x="1473" y="21380"/>
                  <a:pt x="1693" y="21600"/>
                  <a:pt x="1964" y="21600"/>
                </a:cubicBezTo>
                <a:cubicBezTo>
                  <a:pt x="2234" y="21600"/>
                  <a:pt x="2455" y="21380"/>
                  <a:pt x="2455" y="21109"/>
                </a:cubicBezTo>
                <a:lnTo>
                  <a:pt x="2455" y="17639"/>
                </a:lnTo>
                <a:cubicBezTo>
                  <a:pt x="4434" y="20054"/>
                  <a:pt x="7433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4" name="Shape 2845"/>
          <p:cNvSpPr/>
          <p:nvPr/>
        </p:nvSpPr>
        <p:spPr>
          <a:xfrm>
            <a:off x="2279520" y="3198960"/>
            <a:ext cx="1717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2000" y="1408"/>
                </a:moveTo>
                <a:lnTo>
                  <a:pt x="17518" y="4418"/>
                </a:lnTo>
                <a:lnTo>
                  <a:pt x="12000" y="7429"/>
                </a:lnTo>
                <a:cubicBezTo>
                  <a:pt x="12000" y="7429"/>
                  <a:pt x="12000" y="1408"/>
                  <a:pt x="12000" y="1408"/>
                </a:cubicBezTo>
                <a:close/>
                <a:moveTo>
                  <a:pt x="21000" y="12273"/>
                </a:moveTo>
                <a:cubicBezTo>
                  <a:pt x="20669" y="12273"/>
                  <a:pt x="20400" y="12492"/>
                  <a:pt x="20400" y="12764"/>
                </a:cubicBezTo>
                <a:cubicBezTo>
                  <a:pt x="20400" y="17102"/>
                  <a:pt x="16102" y="20618"/>
                  <a:pt x="10800" y="20618"/>
                </a:cubicBezTo>
                <a:cubicBezTo>
                  <a:pt x="5498" y="20618"/>
                  <a:pt x="1200" y="17102"/>
                  <a:pt x="1200" y="12764"/>
                </a:cubicBezTo>
                <a:cubicBezTo>
                  <a:pt x="1200" y="8426"/>
                  <a:pt x="5498" y="4909"/>
                  <a:pt x="10800" y="4909"/>
                </a:cubicBezTo>
                <a:lnTo>
                  <a:pt x="10800" y="8345"/>
                </a:lnTo>
                <a:cubicBezTo>
                  <a:pt x="10800" y="8617"/>
                  <a:pt x="11069" y="8836"/>
                  <a:pt x="11400" y="8836"/>
                </a:cubicBezTo>
                <a:cubicBezTo>
                  <a:pt x="11524" y="8836"/>
                  <a:pt x="11631" y="8799"/>
                  <a:pt x="11726" y="8747"/>
                </a:cubicBezTo>
                <a:lnTo>
                  <a:pt x="11733" y="8754"/>
                </a:lnTo>
                <a:lnTo>
                  <a:pt x="18933" y="4827"/>
                </a:lnTo>
                <a:lnTo>
                  <a:pt x="18926" y="4819"/>
                </a:lnTo>
                <a:cubicBezTo>
                  <a:pt x="19087" y="4731"/>
                  <a:pt x="19200" y="4589"/>
                  <a:pt x="19200" y="4418"/>
                </a:cubicBezTo>
                <a:cubicBezTo>
                  <a:pt x="19200" y="4248"/>
                  <a:pt x="19087" y="4106"/>
                  <a:pt x="18926" y="4017"/>
                </a:cubicBezTo>
                <a:lnTo>
                  <a:pt x="18933" y="4010"/>
                </a:lnTo>
                <a:lnTo>
                  <a:pt x="11733" y="82"/>
                </a:lnTo>
                <a:lnTo>
                  <a:pt x="11726" y="90"/>
                </a:lnTo>
                <a:cubicBezTo>
                  <a:pt x="11631" y="38"/>
                  <a:pt x="11524" y="0"/>
                  <a:pt x="11400" y="0"/>
                </a:cubicBezTo>
                <a:cubicBezTo>
                  <a:pt x="11069" y="0"/>
                  <a:pt x="10800" y="220"/>
                  <a:pt x="10800" y="491"/>
                </a:cubicBezTo>
                <a:lnTo>
                  <a:pt x="10800" y="3927"/>
                </a:lnTo>
                <a:cubicBezTo>
                  <a:pt x="4835" y="3927"/>
                  <a:pt x="0" y="7883"/>
                  <a:pt x="0" y="12764"/>
                </a:cubicBezTo>
                <a:cubicBezTo>
                  <a:pt x="0" y="17644"/>
                  <a:pt x="4835" y="21600"/>
                  <a:pt x="10800" y="21600"/>
                </a:cubicBezTo>
                <a:cubicBezTo>
                  <a:pt x="16765" y="21600"/>
                  <a:pt x="21600" y="17644"/>
                  <a:pt x="21600" y="12764"/>
                </a:cubicBezTo>
                <a:cubicBezTo>
                  <a:pt x="21600" y="12492"/>
                  <a:pt x="21331" y="12273"/>
                  <a:pt x="21000" y="1227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5" name="Shape 2846"/>
          <p:cNvSpPr/>
          <p:nvPr/>
        </p:nvSpPr>
        <p:spPr>
          <a:xfrm>
            <a:off x="2679840" y="3198960"/>
            <a:ext cx="17136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1000" y="12273"/>
                </a:moveTo>
                <a:cubicBezTo>
                  <a:pt x="20668" y="12273"/>
                  <a:pt x="20400" y="12492"/>
                  <a:pt x="20400" y="12764"/>
                </a:cubicBezTo>
                <a:cubicBezTo>
                  <a:pt x="20400" y="17102"/>
                  <a:pt x="16102" y="20618"/>
                  <a:pt x="10800" y="20618"/>
                </a:cubicBezTo>
                <a:cubicBezTo>
                  <a:pt x="5498" y="20618"/>
                  <a:pt x="1200" y="17102"/>
                  <a:pt x="1200" y="12764"/>
                </a:cubicBezTo>
                <a:cubicBezTo>
                  <a:pt x="1200" y="8426"/>
                  <a:pt x="5498" y="4909"/>
                  <a:pt x="10800" y="4909"/>
                </a:cubicBezTo>
                <a:lnTo>
                  <a:pt x="14768" y="4909"/>
                </a:lnTo>
                <a:lnTo>
                  <a:pt x="11067" y="7937"/>
                </a:lnTo>
                <a:lnTo>
                  <a:pt x="11073" y="7945"/>
                </a:lnTo>
                <a:cubicBezTo>
                  <a:pt x="10912" y="8033"/>
                  <a:pt x="10800" y="8175"/>
                  <a:pt x="10800" y="8345"/>
                </a:cubicBezTo>
                <a:cubicBezTo>
                  <a:pt x="10800" y="8617"/>
                  <a:pt x="11068" y="8836"/>
                  <a:pt x="11400" y="8836"/>
                </a:cubicBezTo>
                <a:cubicBezTo>
                  <a:pt x="11523" y="8836"/>
                  <a:pt x="11631" y="8798"/>
                  <a:pt x="11727" y="8747"/>
                </a:cubicBezTo>
                <a:lnTo>
                  <a:pt x="11733" y="8754"/>
                </a:lnTo>
                <a:lnTo>
                  <a:pt x="11774" y="8721"/>
                </a:lnTo>
                <a:cubicBezTo>
                  <a:pt x="11805" y="8700"/>
                  <a:pt x="11832" y="8677"/>
                  <a:pt x="11858" y="8651"/>
                </a:cubicBezTo>
                <a:lnTo>
                  <a:pt x="16533" y="4827"/>
                </a:lnTo>
                <a:lnTo>
                  <a:pt x="16527" y="4819"/>
                </a:lnTo>
                <a:cubicBezTo>
                  <a:pt x="16688" y="4731"/>
                  <a:pt x="16800" y="4589"/>
                  <a:pt x="16800" y="4418"/>
                </a:cubicBezTo>
                <a:cubicBezTo>
                  <a:pt x="16800" y="4248"/>
                  <a:pt x="16688" y="4106"/>
                  <a:pt x="16527" y="4018"/>
                </a:cubicBezTo>
                <a:lnTo>
                  <a:pt x="16533" y="4010"/>
                </a:lnTo>
                <a:lnTo>
                  <a:pt x="11858" y="185"/>
                </a:lnTo>
                <a:cubicBezTo>
                  <a:pt x="11832" y="159"/>
                  <a:pt x="11805" y="137"/>
                  <a:pt x="11774" y="116"/>
                </a:cubicBezTo>
                <a:lnTo>
                  <a:pt x="11733" y="82"/>
                </a:lnTo>
                <a:lnTo>
                  <a:pt x="11727" y="90"/>
                </a:lnTo>
                <a:cubicBezTo>
                  <a:pt x="11631" y="38"/>
                  <a:pt x="11523" y="0"/>
                  <a:pt x="11400" y="0"/>
                </a:cubicBezTo>
                <a:cubicBezTo>
                  <a:pt x="11068" y="0"/>
                  <a:pt x="10800" y="220"/>
                  <a:pt x="10800" y="491"/>
                </a:cubicBezTo>
                <a:cubicBezTo>
                  <a:pt x="10800" y="662"/>
                  <a:pt x="10912" y="804"/>
                  <a:pt x="11073" y="892"/>
                </a:cubicBezTo>
                <a:lnTo>
                  <a:pt x="11067" y="899"/>
                </a:lnTo>
                <a:lnTo>
                  <a:pt x="14768" y="3927"/>
                </a:lnTo>
                <a:lnTo>
                  <a:pt x="10800" y="3927"/>
                </a:lnTo>
                <a:cubicBezTo>
                  <a:pt x="4835" y="3927"/>
                  <a:pt x="0" y="7884"/>
                  <a:pt x="0" y="12764"/>
                </a:cubicBezTo>
                <a:cubicBezTo>
                  <a:pt x="0" y="17644"/>
                  <a:pt x="4835" y="21600"/>
                  <a:pt x="10800" y="21600"/>
                </a:cubicBezTo>
                <a:cubicBezTo>
                  <a:pt x="16765" y="21600"/>
                  <a:pt x="21600" y="17644"/>
                  <a:pt x="21600" y="12764"/>
                </a:cubicBezTo>
                <a:cubicBezTo>
                  <a:pt x="21600" y="12492"/>
                  <a:pt x="21332" y="12273"/>
                  <a:pt x="21000" y="1227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6" name="Shape 2847"/>
          <p:cNvSpPr/>
          <p:nvPr/>
        </p:nvSpPr>
        <p:spPr>
          <a:xfrm>
            <a:off x="3060720" y="31989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8634" y="6292"/>
                </a:moveTo>
                <a:cubicBezTo>
                  <a:pt x="18643" y="6159"/>
                  <a:pt x="18655" y="6026"/>
                  <a:pt x="18655" y="5891"/>
                </a:cubicBezTo>
                <a:cubicBezTo>
                  <a:pt x="18655" y="2638"/>
                  <a:pt x="16017" y="0"/>
                  <a:pt x="12764" y="0"/>
                </a:cubicBezTo>
                <a:cubicBezTo>
                  <a:pt x="10499" y="0"/>
                  <a:pt x="8536" y="1279"/>
                  <a:pt x="7550" y="3153"/>
                </a:cubicBezTo>
                <a:cubicBezTo>
                  <a:pt x="7185" y="3021"/>
                  <a:pt x="6793" y="2945"/>
                  <a:pt x="6382" y="2945"/>
                </a:cubicBezTo>
                <a:cubicBezTo>
                  <a:pt x="4484" y="2945"/>
                  <a:pt x="2945" y="4484"/>
                  <a:pt x="2945" y="6382"/>
                </a:cubicBezTo>
                <a:cubicBezTo>
                  <a:pt x="2945" y="6629"/>
                  <a:pt x="2973" y="6869"/>
                  <a:pt x="3022" y="7101"/>
                </a:cubicBezTo>
                <a:cubicBezTo>
                  <a:pt x="1267" y="7686"/>
                  <a:pt x="0" y="9339"/>
                  <a:pt x="0" y="11291"/>
                </a:cubicBezTo>
                <a:cubicBezTo>
                  <a:pt x="0" y="13731"/>
                  <a:pt x="1978" y="15709"/>
                  <a:pt x="4418" y="15709"/>
                </a:cubicBezTo>
                <a:lnTo>
                  <a:pt x="8836" y="15709"/>
                </a:lnTo>
                <a:cubicBezTo>
                  <a:pt x="9108" y="15709"/>
                  <a:pt x="9327" y="15489"/>
                  <a:pt x="9327" y="15218"/>
                </a:cubicBezTo>
                <a:cubicBezTo>
                  <a:pt x="9327" y="14947"/>
                  <a:pt x="9108" y="14727"/>
                  <a:pt x="8836" y="14727"/>
                </a:cubicBezTo>
                <a:lnTo>
                  <a:pt x="4418" y="14727"/>
                </a:lnTo>
                <a:cubicBezTo>
                  <a:pt x="2524" y="14727"/>
                  <a:pt x="982" y="13185"/>
                  <a:pt x="982" y="11291"/>
                </a:cubicBezTo>
                <a:cubicBezTo>
                  <a:pt x="982" y="9810"/>
                  <a:pt x="1926" y="8502"/>
                  <a:pt x="3333" y="8033"/>
                </a:cubicBezTo>
                <a:lnTo>
                  <a:pt x="4165" y="7756"/>
                </a:lnTo>
                <a:lnTo>
                  <a:pt x="3982" y="6897"/>
                </a:lnTo>
                <a:cubicBezTo>
                  <a:pt x="3946" y="6725"/>
                  <a:pt x="3927" y="6551"/>
                  <a:pt x="3927" y="6382"/>
                </a:cubicBezTo>
                <a:cubicBezTo>
                  <a:pt x="3927" y="5028"/>
                  <a:pt x="5028" y="3927"/>
                  <a:pt x="6382" y="3927"/>
                </a:cubicBezTo>
                <a:cubicBezTo>
                  <a:pt x="6662" y="3927"/>
                  <a:pt x="6942" y="3977"/>
                  <a:pt x="7215" y="4077"/>
                </a:cubicBezTo>
                <a:lnTo>
                  <a:pt x="8019" y="4368"/>
                </a:lnTo>
                <a:lnTo>
                  <a:pt x="8418" y="3611"/>
                </a:lnTo>
                <a:cubicBezTo>
                  <a:pt x="9272" y="1989"/>
                  <a:pt x="10937" y="982"/>
                  <a:pt x="12764" y="982"/>
                </a:cubicBezTo>
                <a:cubicBezTo>
                  <a:pt x="15470" y="982"/>
                  <a:pt x="17673" y="3184"/>
                  <a:pt x="17673" y="5891"/>
                </a:cubicBezTo>
                <a:cubicBezTo>
                  <a:pt x="17673" y="5977"/>
                  <a:pt x="17666" y="6060"/>
                  <a:pt x="17660" y="6145"/>
                </a:cubicBezTo>
                <a:lnTo>
                  <a:pt x="17655" y="6229"/>
                </a:lnTo>
                <a:lnTo>
                  <a:pt x="17610" y="6920"/>
                </a:lnTo>
                <a:lnTo>
                  <a:pt x="18245" y="7194"/>
                </a:lnTo>
                <a:cubicBezTo>
                  <a:pt x="19686" y="7816"/>
                  <a:pt x="20618" y="9232"/>
                  <a:pt x="20618" y="10800"/>
                </a:cubicBezTo>
                <a:cubicBezTo>
                  <a:pt x="20618" y="12965"/>
                  <a:pt x="18856" y="14727"/>
                  <a:pt x="16691" y="14727"/>
                </a:cubicBezTo>
                <a:lnTo>
                  <a:pt x="12764" y="14727"/>
                </a:lnTo>
                <a:cubicBezTo>
                  <a:pt x="12492" y="14727"/>
                  <a:pt x="12273" y="14947"/>
                  <a:pt x="12273" y="15218"/>
                </a:cubicBezTo>
                <a:cubicBezTo>
                  <a:pt x="12273" y="15489"/>
                  <a:pt x="12492" y="15709"/>
                  <a:pt x="12764" y="15709"/>
                </a:cubicBezTo>
                <a:lnTo>
                  <a:pt x="16691" y="15709"/>
                </a:lnTo>
                <a:cubicBezTo>
                  <a:pt x="19401" y="15709"/>
                  <a:pt x="21600" y="13511"/>
                  <a:pt x="21600" y="10800"/>
                </a:cubicBezTo>
                <a:cubicBezTo>
                  <a:pt x="21600" y="8780"/>
                  <a:pt x="20378" y="7045"/>
                  <a:pt x="18634" y="6292"/>
                </a:cubicBezTo>
                <a:moveTo>
                  <a:pt x="13745" y="17673"/>
                </a:moveTo>
                <a:cubicBezTo>
                  <a:pt x="13610" y="17673"/>
                  <a:pt x="13488" y="17728"/>
                  <a:pt x="13398" y="17817"/>
                </a:cubicBezTo>
                <a:lnTo>
                  <a:pt x="11291" y="19924"/>
                </a:lnTo>
                <a:lnTo>
                  <a:pt x="11291" y="8346"/>
                </a:lnTo>
                <a:cubicBezTo>
                  <a:pt x="11291" y="8074"/>
                  <a:pt x="11071" y="7855"/>
                  <a:pt x="10800" y="7855"/>
                </a:cubicBezTo>
                <a:cubicBezTo>
                  <a:pt x="10529" y="7855"/>
                  <a:pt x="10309" y="8074"/>
                  <a:pt x="10309" y="8346"/>
                </a:cubicBezTo>
                <a:lnTo>
                  <a:pt x="10309" y="19924"/>
                </a:lnTo>
                <a:lnTo>
                  <a:pt x="8202" y="17817"/>
                </a:lnTo>
                <a:cubicBezTo>
                  <a:pt x="8113" y="17728"/>
                  <a:pt x="7990" y="17673"/>
                  <a:pt x="7855" y="17673"/>
                </a:cubicBezTo>
                <a:cubicBezTo>
                  <a:pt x="7583" y="17673"/>
                  <a:pt x="7364" y="17893"/>
                  <a:pt x="7364" y="18164"/>
                </a:cubicBezTo>
                <a:cubicBezTo>
                  <a:pt x="7364" y="18300"/>
                  <a:pt x="7419" y="18422"/>
                  <a:pt x="7507" y="18511"/>
                </a:cubicBezTo>
                <a:lnTo>
                  <a:pt x="10453" y="21456"/>
                </a:lnTo>
                <a:cubicBezTo>
                  <a:pt x="10542" y="21545"/>
                  <a:pt x="10664" y="21600"/>
                  <a:pt x="10800" y="21600"/>
                </a:cubicBezTo>
                <a:cubicBezTo>
                  <a:pt x="10936" y="21600"/>
                  <a:pt x="11058" y="21545"/>
                  <a:pt x="11147" y="21456"/>
                </a:cubicBezTo>
                <a:lnTo>
                  <a:pt x="14093" y="18511"/>
                </a:lnTo>
                <a:cubicBezTo>
                  <a:pt x="14182" y="18422"/>
                  <a:pt x="14236" y="18300"/>
                  <a:pt x="14236" y="18164"/>
                </a:cubicBezTo>
                <a:cubicBezTo>
                  <a:pt x="14236" y="17893"/>
                  <a:pt x="14017" y="17673"/>
                  <a:pt x="13745" y="1767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7" name="Shape 2848"/>
          <p:cNvSpPr/>
          <p:nvPr/>
        </p:nvSpPr>
        <p:spPr>
          <a:xfrm>
            <a:off x="3460680" y="31989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8634" y="6292"/>
                </a:moveTo>
                <a:cubicBezTo>
                  <a:pt x="18643" y="6159"/>
                  <a:pt x="18655" y="6026"/>
                  <a:pt x="18655" y="5891"/>
                </a:cubicBezTo>
                <a:cubicBezTo>
                  <a:pt x="18655" y="2638"/>
                  <a:pt x="16017" y="0"/>
                  <a:pt x="12764" y="0"/>
                </a:cubicBezTo>
                <a:cubicBezTo>
                  <a:pt x="10499" y="0"/>
                  <a:pt x="8536" y="1279"/>
                  <a:pt x="7550" y="3153"/>
                </a:cubicBezTo>
                <a:cubicBezTo>
                  <a:pt x="7185" y="3021"/>
                  <a:pt x="6793" y="2945"/>
                  <a:pt x="6382" y="2945"/>
                </a:cubicBezTo>
                <a:cubicBezTo>
                  <a:pt x="4484" y="2945"/>
                  <a:pt x="2945" y="4484"/>
                  <a:pt x="2945" y="6382"/>
                </a:cubicBezTo>
                <a:cubicBezTo>
                  <a:pt x="2945" y="6629"/>
                  <a:pt x="2973" y="6869"/>
                  <a:pt x="3022" y="7101"/>
                </a:cubicBezTo>
                <a:cubicBezTo>
                  <a:pt x="1267" y="7686"/>
                  <a:pt x="0" y="9339"/>
                  <a:pt x="0" y="11291"/>
                </a:cubicBezTo>
                <a:cubicBezTo>
                  <a:pt x="0" y="13731"/>
                  <a:pt x="1978" y="15709"/>
                  <a:pt x="4418" y="15709"/>
                </a:cubicBezTo>
                <a:lnTo>
                  <a:pt x="8836" y="15709"/>
                </a:lnTo>
                <a:cubicBezTo>
                  <a:pt x="9108" y="15709"/>
                  <a:pt x="9327" y="15489"/>
                  <a:pt x="9327" y="15218"/>
                </a:cubicBezTo>
                <a:cubicBezTo>
                  <a:pt x="9327" y="14947"/>
                  <a:pt x="9108" y="14727"/>
                  <a:pt x="8836" y="14727"/>
                </a:cubicBezTo>
                <a:lnTo>
                  <a:pt x="4418" y="14727"/>
                </a:lnTo>
                <a:cubicBezTo>
                  <a:pt x="2524" y="14727"/>
                  <a:pt x="982" y="13185"/>
                  <a:pt x="982" y="11291"/>
                </a:cubicBezTo>
                <a:cubicBezTo>
                  <a:pt x="982" y="9810"/>
                  <a:pt x="1926" y="8502"/>
                  <a:pt x="3333" y="8033"/>
                </a:cubicBezTo>
                <a:lnTo>
                  <a:pt x="4165" y="7756"/>
                </a:lnTo>
                <a:lnTo>
                  <a:pt x="3982" y="6897"/>
                </a:lnTo>
                <a:cubicBezTo>
                  <a:pt x="3946" y="6725"/>
                  <a:pt x="3927" y="6551"/>
                  <a:pt x="3927" y="6382"/>
                </a:cubicBezTo>
                <a:cubicBezTo>
                  <a:pt x="3927" y="5028"/>
                  <a:pt x="5028" y="3927"/>
                  <a:pt x="6382" y="3927"/>
                </a:cubicBezTo>
                <a:cubicBezTo>
                  <a:pt x="6662" y="3927"/>
                  <a:pt x="6942" y="3977"/>
                  <a:pt x="7215" y="4077"/>
                </a:cubicBezTo>
                <a:lnTo>
                  <a:pt x="8019" y="4368"/>
                </a:lnTo>
                <a:lnTo>
                  <a:pt x="8418" y="3611"/>
                </a:lnTo>
                <a:cubicBezTo>
                  <a:pt x="9272" y="1989"/>
                  <a:pt x="10937" y="982"/>
                  <a:pt x="12764" y="982"/>
                </a:cubicBezTo>
                <a:cubicBezTo>
                  <a:pt x="15470" y="982"/>
                  <a:pt x="17673" y="3184"/>
                  <a:pt x="17673" y="5891"/>
                </a:cubicBezTo>
                <a:cubicBezTo>
                  <a:pt x="17673" y="5977"/>
                  <a:pt x="17666" y="6060"/>
                  <a:pt x="17660" y="6145"/>
                </a:cubicBezTo>
                <a:lnTo>
                  <a:pt x="17655" y="6229"/>
                </a:lnTo>
                <a:lnTo>
                  <a:pt x="17610" y="6920"/>
                </a:lnTo>
                <a:lnTo>
                  <a:pt x="18245" y="7194"/>
                </a:lnTo>
                <a:cubicBezTo>
                  <a:pt x="19687" y="7816"/>
                  <a:pt x="20618" y="9232"/>
                  <a:pt x="20618" y="10800"/>
                </a:cubicBezTo>
                <a:cubicBezTo>
                  <a:pt x="20618" y="12965"/>
                  <a:pt x="18856" y="14727"/>
                  <a:pt x="16691" y="14727"/>
                </a:cubicBezTo>
                <a:lnTo>
                  <a:pt x="12764" y="14727"/>
                </a:lnTo>
                <a:cubicBezTo>
                  <a:pt x="12492" y="14727"/>
                  <a:pt x="12273" y="14947"/>
                  <a:pt x="12273" y="15218"/>
                </a:cubicBezTo>
                <a:cubicBezTo>
                  <a:pt x="12273" y="15489"/>
                  <a:pt x="12492" y="15709"/>
                  <a:pt x="12764" y="15709"/>
                </a:cubicBezTo>
                <a:lnTo>
                  <a:pt x="16691" y="15709"/>
                </a:lnTo>
                <a:cubicBezTo>
                  <a:pt x="19401" y="15709"/>
                  <a:pt x="21600" y="13511"/>
                  <a:pt x="21600" y="10800"/>
                </a:cubicBezTo>
                <a:cubicBezTo>
                  <a:pt x="21600" y="8780"/>
                  <a:pt x="20378" y="7045"/>
                  <a:pt x="18634" y="6292"/>
                </a:cubicBezTo>
                <a:moveTo>
                  <a:pt x="13745" y="11782"/>
                </a:moveTo>
                <a:cubicBezTo>
                  <a:pt x="14017" y="11782"/>
                  <a:pt x="14236" y="11562"/>
                  <a:pt x="14236" y="11291"/>
                </a:cubicBezTo>
                <a:cubicBezTo>
                  <a:pt x="14236" y="11156"/>
                  <a:pt x="14182" y="11033"/>
                  <a:pt x="14093" y="10944"/>
                </a:cubicBezTo>
                <a:lnTo>
                  <a:pt x="11147" y="7998"/>
                </a:lnTo>
                <a:cubicBezTo>
                  <a:pt x="11058" y="7910"/>
                  <a:pt x="10936" y="7855"/>
                  <a:pt x="10800" y="7855"/>
                </a:cubicBezTo>
                <a:cubicBezTo>
                  <a:pt x="10665" y="7855"/>
                  <a:pt x="10542" y="7910"/>
                  <a:pt x="10453" y="7998"/>
                </a:cubicBezTo>
                <a:lnTo>
                  <a:pt x="7507" y="10944"/>
                </a:lnTo>
                <a:cubicBezTo>
                  <a:pt x="7419" y="11033"/>
                  <a:pt x="7364" y="11156"/>
                  <a:pt x="7364" y="11291"/>
                </a:cubicBezTo>
                <a:cubicBezTo>
                  <a:pt x="7364" y="11562"/>
                  <a:pt x="7583" y="11782"/>
                  <a:pt x="7855" y="11782"/>
                </a:cubicBezTo>
                <a:cubicBezTo>
                  <a:pt x="7990" y="11782"/>
                  <a:pt x="8113" y="11727"/>
                  <a:pt x="8202" y="11638"/>
                </a:cubicBezTo>
                <a:lnTo>
                  <a:pt x="10309" y="9531"/>
                </a:lnTo>
                <a:lnTo>
                  <a:pt x="10309" y="21109"/>
                </a:lnTo>
                <a:cubicBezTo>
                  <a:pt x="10309" y="21380"/>
                  <a:pt x="10529" y="21600"/>
                  <a:pt x="10800" y="21600"/>
                </a:cubicBezTo>
                <a:cubicBezTo>
                  <a:pt x="11071" y="21600"/>
                  <a:pt x="11291" y="21380"/>
                  <a:pt x="11291" y="21109"/>
                </a:cubicBezTo>
                <a:lnTo>
                  <a:pt x="11291" y="9531"/>
                </a:lnTo>
                <a:lnTo>
                  <a:pt x="13398" y="11638"/>
                </a:lnTo>
                <a:cubicBezTo>
                  <a:pt x="13488" y="11727"/>
                  <a:pt x="13610" y="11782"/>
                  <a:pt x="13745" y="1178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8" name="Shape 2849"/>
          <p:cNvSpPr/>
          <p:nvPr/>
        </p:nvSpPr>
        <p:spPr>
          <a:xfrm>
            <a:off x="3860640" y="3213000"/>
            <a:ext cx="209880" cy="181080"/>
          </a:xfrm>
          <a:custGeom>
            <a:avLst/>
            <a:gdLst/>
            <a:ahLst/>
            <a:rect l="l" t="t" r="r" b="b"/>
            <a:pathLst>
              <a:path w="21600" h="21582">
                <a:moveTo>
                  <a:pt x="13421" y="20466"/>
                </a:moveTo>
                <a:lnTo>
                  <a:pt x="12630" y="20221"/>
                </a:lnTo>
                <a:cubicBezTo>
                  <a:pt x="13305" y="19604"/>
                  <a:pt x="13745" y="18664"/>
                  <a:pt x="13745" y="17589"/>
                </a:cubicBezTo>
                <a:cubicBezTo>
                  <a:pt x="13745" y="16189"/>
                  <a:pt x="13013" y="14988"/>
                  <a:pt x="11967" y="14465"/>
                </a:cubicBezTo>
                <a:lnTo>
                  <a:pt x="11702" y="15585"/>
                </a:lnTo>
                <a:cubicBezTo>
                  <a:pt x="12330" y="15964"/>
                  <a:pt x="12764" y="16715"/>
                  <a:pt x="12764" y="17589"/>
                </a:cubicBezTo>
                <a:cubicBezTo>
                  <a:pt x="12764" y="18299"/>
                  <a:pt x="12477" y="18923"/>
                  <a:pt x="12035" y="19336"/>
                </a:cubicBezTo>
                <a:lnTo>
                  <a:pt x="12296" y="18213"/>
                </a:lnTo>
                <a:cubicBezTo>
                  <a:pt x="12327" y="18073"/>
                  <a:pt x="12314" y="17918"/>
                  <a:pt x="12246" y="17782"/>
                </a:cubicBezTo>
                <a:cubicBezTo>
                  <a:pt x="12111" y="17511"/>
                  <a:pt x="11811" y="17418"/>
                  <a:pt x="11576" y="17574"/>
                </a:cubicBezTo>
                <a:cubicBezTo>
                  <a:pt x="11459" y="17653"/>
                  <a:pt x="11380" y="17779"/>
                  <a:pt x="11347" y="17920"/>
                </a:cubicBezTo>
                <a:lnTo>
                  <a:pt x="10808" y="20244"/>
                </a:lnTo>
                <a:cubicBezTo>
                  <a:pt x="10776" y="20384"/>
                  <a:pt x="10789" y="20539"/>
                  <a:pt x="10857" y="20675"/>
                </a:cubicBezTo>
                <a:cubicBezTo>
                  <a:pt x="10920" y="20802"/>
                  <a:pt x="11021" y="20885"/>
                  <a:pt x="11133" y="20927"/>
                </a:cubicBezTo>
                <a:lnTo>
                  <a:pt x="11126" y="20956"/>
                </a:lnTo>
                <a:cubicBezTo>
                  <a:pt x="11142" y="20954"/>
                  <a:pt x="11158" y="20948"/>
                  <a:pt x="11173" y="20945"/>
                </a:cubicBezTo>
                <a:lnTo>
                  <a:pt x="13166" y="21562"/>
                </a:lnTo>
                <a:cubicBezTo>
                  <a:pt x="13288" y="21600"/>
                  <a:pt x="13422" y="21584"/>
                  <a:pt x="13539" y="21506"/>
                </a:cubicBezTo>
                <a:cubicBezTo>
                  <a:pt x="13774" y="21350"/>
                  <a:pt x="13855" y="21002"/>
                  <a:pt x="13719" y="20730"/>
                </a:cubicBezTo>
                <a:cubicBezTo>
                  <a:pt x="13651" y="20595"/>
                  <a:pt x="13542" y="20503"/>
                  <a:pt x="13421" y="20466"/>
                </a:cubicBezTo>
                <a:moveTo>
                  <a:pt x="18634" y="7273"/>
                </a:moveTo>
                <a:cubicBezTo>
                  <a:pt x="18643" y="7119"/>
                  <a:pt x="18655" y="6966"/>
                  <a:pt x="18655" y="6809"/>
                </a:cubicBezTo>
                <a:cubicBezTo>
                  <a:pt x="18655" y="3049"/>
                  <a:pt x="16017" y="0"/>
                  <a:pt x="12764" y="0"/>
                </a:cubicBezTo>
                <a:cubicBezTo>
                  <a:pt x="10499" y="0"/>
                  <a:pt x="8536" y="1479"/>
                  <a:pt x="7550" y="3645"/>
                </a:cubicBezTo>
                <a:cubicBezTo>
                  <a:pt x="7185" y="3492"/>
                  <a:pt x="6793" y="3404"/>
                  <a:pt x="6382" y="3404"/>
                </a:cubicBezTo>
                <a:cubicBezTo>
                  <a:pt x="4484" y="3404"/>
                  <a:pt x="2945" y="5183"/>
                  <a:pt x="2945" y="7376"/>
                </a:cubicBezTo>
                <a:cubicBezTo>
                  <a:pt x="2945" y="7662"/>
                  <a:pt x="2973" y="7940"/>
                  <a:pt x="3022" y="8208"/>
                </a:cubicBezTo>
                <a:cubicBezTo>
                  <a:pt x="1267" y="8884"/>
                  <a:pt x="0" y="10794"/>
                  <a:pt x="0" y="13050"/>
                </a:cubicBezTo>
                <a:cubicBezTo>
                  <a:pt x="0" y="15871"/>
                  <a:pt x="1978" y="18157"/>
                  <a:pt x="4418" y="18157"/>
                </a:cubicBezTo>
                <a:lnTo>
                  <a:pt x="6382" y="18157"/>
                </a:lnTo>
                <a:cubicBezTo>
                  <a:pt x="6653" y="18157"/>
                  <a:pt x="6873" y="17903"/>
                  <a:pt x="6873" y="17589"/>
                </a:cubicBezTo>
                <a:cubicBezTo>
                  <a:pt x="6873" y="17276"/>
                  <a:pt x="6653" y="17022"/>
                  <a:pt x="6382" y="17022"/>
                </a:cubicBezTo>
                <a:lnTo>
                  <a:pt x="4418" y="17022"/>
                </a:lnTo>
                <a:cubicBezTo>
                  <a:pt x="2524" y="17022"/>
                  <a:pt x="982" y="15240"/>
                  <a:pt x="982" y="13050"/>
                </a:cubicBezTo>
                <a:cubicBezTo>
                  <a:pt x="982" y="11339"/>
                  <a:pt x="1926" y="9826"/>
                  <a:pt x="3333" y="9284"/>
                </a:cubicBezTo>
                <a:lnTo>
                  <a:pt x="4165" y="8964"/>
                </a:lnTo>
                <a:lnTo>
                  <a:pt x="3982" y="7971"/>
                </a:lnTo>
                <a:cubicBezTo>
                  <a:pt x="3946" y="7773"/>
                  <a:pt x="3927" y="7572"/>
                  <a:pt x="3927" y="7376"/>
                </a:cubicBezTo>
                <a:cubicBezTo>
                  <a:pt x="3927" y="5812"/>
                  <a:pt x="5028" y="4539"/>
                  <a:pt x="6382" y="4539"/>
                </a:cubicBezTo>
                <a:cubicBezTo>
                  <a:pt x="6661" y="4539"/>
                  <a:pt x="6942" y="4597"/>
                  <a:pt x="7215" y="4712"/>
                </a:cubicBezTo>
                <a:lnTo>
                  <a:pt x="8019" y="5049"/>
                </a:lnTo>
                <a:lnTo>
                  <a:pt x="8418" y="4173"/>
                </a:lnTo>
                <a:cubicBezTo>
                  <a:pt x="9272" y="2299"/>
                  <a:pt x="10937" y="1135"/>
                  <a:pt x="12764" y="1135"/>
                </a:cubicBezTo>
                <a:cubicBezTo>
                  <a:pt x="15470" y="1135"/>
                  <a:pt x="17673" y="3680"/>
                  <a:pt x="17673" y="6809"/>
                </a:cubicBezTo>
                <a:cubicBezTo>
                  <a:pt x="17673" y="6908"/>
                  <a:pt x="17666" y="7005"/>
                  <a:pt x="17660" y="7102"/>
                </a:cubicBezTo>
                <a:lnTo>
                  <a:pt x="17655" y="7199"/>
                </a:lnTo>
                <a:lnTo>
                  <a:pt x="17610" y="7998"/>
                </a:lnTo>
                <a:lnTo>
                  <a:pt x="18245" y="8315"/>
                </a:lnTo>
                <a:cubicBezTo>
                  <a:pt x="19687" y="9034"/>
                  <a:pt x="20618" y="10670"/>
                  <a:pt x="20618" y="12483"/>
                </a:cubicBezTo>
                <a:cubicBezTo>
                  <a:pt x="20618" y="14986"/>
                  <a:pt x="18856" y="17022"/>
                  <a:pt x="16691" y="17022"/>
                </a:cubicBezTo>
                <a:lnTo>
                  <a:pt x="15218" y="17022"/>
                </a:lnTo>
                <a:cubicBezTo>
                  <a:pt x="14947" y="17022"/>
                  <a:pt x="14727" y="17276"/>
                  <a:pt x="14727" y="17589"/>
                </a:cubicBezTo>
                <a:cubicBezTo>
                  <a:pt x="14727" y="17903"/>
                  <a:pt x="14947" y="18157"/>
                  <a:pt x="15218" y="18157"/>
                </a:cubicBezTo>
                <a:lnTo>
                  <a:pt x="16691" y="18157"/>
                </a:lnTo>
                <a:cubicBezTo>
                  <a:pt x="19402" y="18157"/>
                  <a:pt x="21600" y="15617"/>
                  <a:pt x="21600" y="12483"/>
                </a:cubicBezTo>
                <a:cubicBezTo>
                  <a:pt x="21600" y="10147"/>
                  <a:pt x="20378" y="8143"/>
                  <a:pt x="18634" y="7273"/>
                </a:cubicBezTo>
                <a:moveTo>
                  <a:pt x="10773" y="14522"/>
                </a:moveTo>
                <a:cubicBezTo>
                  <a:pt x="10711" y="14398"/>
                  <a:pt x="10613" y="14316"/>
                  <a:pt x="10504" y="14274"/>
                </a:cubicBezTo>
                <a:lnTo>
                  <a:pt x="10517" y="14218"/>
                </a:lnTo>
                <a:cubicBezTo>
                  <a:pt x="10484" y="14221"/>
                  <a:pt x="10451" y="14231"/>
                  <a:pt x="10418" y="14240"/>
                </a:cubicBezTo>
                <a:lnTo>
                  <a:pt x="8463" y="13634"/>
                </a:lnTo>
                <a:lnTo>
                  <a:pt x="8463" y="13635"/>
                </a:lnTo>
                <a:cubicBezTo>
                  <a:pt x="8343" y="13598"/>
                  <a:pt x="8209" y="13613"/>
                  <a:pt x="8091" y="13692"/>
                </a:cubicBezTo>
                <a:cubicBezTo>
                  <a:pt x="7856" y="13848"/>
                  <a:pt x="7776" y="14195"/>
                  <a:pt x="7911" y="14466"/>
                </a:cubicBezTo>
                <a:cubicBezTo>
                  <a:pt x="7979" y="14602"/>
                  <a:pt x="8088" y="14693"/>
                  <a:pt x="8210" y="14731"/>
                </a:cubicBezTo>
                <a:lnTo>
                  <a:pt x="8965" y="14964"/>
                </a:lnTo>
                <a:cubicBezTo>
                  <a:pt x="8292" y="15580"/>
                  <a:pt x="7855" y="16518"/>
                  <a:pt x="7855" y="17589"/>
                </a:cubicBezTo>
                <a:cubicBezTo>
                  <a:pt x="7855" y="19007"/>
                  <a:pt x="8604" y="20220"/>
                  <a:pt x="9671" y="20732"/>
                </a:cubicBezTo>
                <a:lnTo>
                  <a:pt x="9934" y="19617"/>
                </a:lnTo>
                <a:cubicBezTo>
                  <a:pt x="9286" y="19246"/>
                  <a:pt x="8836" y="18482"/>
                  <a:pt x="8836" y="17589"/>
                </a:cubicBezTo>
                <a:cubicBezTo>
                  <a:pt x="8836" y="16857"/>
                  <a:pt x="9142" y="16215"/>
                  <a:pt x="9609" y="15802"/>
                </a:cubicBezTo>
                <a:lnTo>
                  <a:pt x="9335" y="16984"/>
                </a:lnTo>
                <a:cubicBezTo>
                  <a:pt x="9303" y="17124"/>
                  <a:pt x="9317" y="17279"/>
                  <a:pt x="9384" y="17415"/>
                </a:cubicBezTo>
                <a:cubicBezTo>
                  <a:pt x="9520" y="17686"/>
                  <a:pt x="9820" y="17779"/>
                  <a:pt x="10055" y="17623"/>
                </a:cubicBezTo>
                <a:cubicBezTo>
                  <a:pt x="10172" y="17544"/>
                  <a:pt x="10251" y="17418"/>
                  <a:pt x="10283" y="17278"/>
                </a:cubicBezTo>
                <a:lnTo>
                  <a:pt x="10823" y="14952"/>
                </a:lnTo>
                <a:cubicBezTo>
                  <a:pt x="10855" y="14812"/>
                  <a:pt x="10841" y="14658"/>
                  <a:pt x="10773" y="1452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9" name="Shape 2850"/>
          <p:cNvSpPr/>
          <p:nvPr/>
        </p:nvSpPr>
        <p:spPr>
          <a:xfrm>
            <a:off x="4260960" y="31989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491" y="0"/>
                </a:moveTo>
                <a:cubicBezTo>
                  <a:pt x="220" y="0"/>
                  <a:pt x="0" y="220"/>
                  <a:pt x="0" y="491"/>
                </a:cubicBezTo>
                <a:cubicBezTo>
                  <a:pt x="0" y="762"/>
                  <a:pt x="220" y="982"/>
                  <a:pt x="491" y="982"/>
                </a:cubicBezTo>
                <a:cubicBezTo>
                  <a:pt x="11607" y="982"/>
                  <a:pt x="20618" y="9993"/>
                  <a:pt x="20618" y="21109"/>
                </a:cubicBezTo>
                <a:cubicBezTo>
                  <a:pt x="20618" y="21380"/>
                  <a:pt x="20838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9451"/>
                  <a:pt x="12149" y="0"/>
                  <a:pt x="491" y="0"/>
                </a:cubicBezTo>
                <a:moveTo>
                  <a:pt x="491" y="9818"/>
                </a:moveTo>
                <a:cubicBezTo>
                  <a:pt x="220" y="9818"/>
                  <a:pt x="0" y="10038"/>
                  <a:pt x="0" y="10309"/>
                </a:cubicBezTo>
                <a:cubicBezTo>
                  <a:pt x="0" y="10581"/>
                  <a:pt x="220" y="10800"/>
                  <a:pt x="491" y="10800"/>
                </a:cubicBezTo>
                <a:cubicBezTo>
                  <a:pt x="6184" y="10800"/>
                  <a:pt x="10800" y="15416"/>
                  <a:pt x="10800" y="21109"/>
                </a:cubicBezTo>
                <a:cubicBezTo>
                  <a:pt x="10800" y="21380"/>
                  <a:pt x="11020" y="21600"/>
                  <a:pt x="11291" y="21600"/>
                </a:cubicBezTo>
                <a:cubicBezTo>
                  <a:pt x="11562" y="21600"/>
                  <a:pt x="11782" y="21380"/>
                  <a:pt x="11782" y="21109"/>
                </a:cubicBezTo>
                <a:cubicBezTo>
                  <a:pt x="11782" y="14873"/>
                  <a:pt x="6727" y="9818"/>
                  <a:pt x="491" y="9818"/>
                </a:cubicBezTo>
                <a:moveTo>
                  <a:pt x="491" y="4909"/>
                </a:moveTo>
                <a:cubicBezTo>
                  <a:pt x="220" y="4909"/>
                  <a:pt x="0" y="5129"/>
                  <a:pt x="0" y="5400"/>
                </a:cubicBezTo>
                <a:cubicBezTo>
                  <a:pt x="0" y="5672"/>
                  <a:pt x="220" y="5891"/>
                  <a:pt x="491" y="5891"/>
                </a:cubicBezTo>
                <a:cubicBezTo>
                  <a:pt x="8896" y="5891"/>
                  <a:pt x="15709" y="12705"/>
                  <a:pt x="15709" y="21109"/>
                </a:cubicBezTo>
                <a:cubicBezTo>
                  <a:pt x="15709" y="21380"/>
                  <a:pt x="15929" y="21600"/>
                  <a:pt x="16200" y="21600"/>
                </a:cubicBezTo>
                <a:cubicBezTo>
                  <a:pt x="16471" y="21600"/>
                  <a:pt x="16691" y="21380"/>
                  <a:pt x="16691" y="21109"/>
                </a:cubicBezTo>
                <a:cubicBezTo>
                  <a:pt x="16691" y="12162"/>
                  <a:pt x="9438" y="4909"/>
                  <a:pt x="491" y="4909"/>
                </a:cubicBezTo>
                <a:moveTo>
                  <a:pt x="2945" y="20618"/>
                </a:moveTo>
                <a:cubicBezTo>
                  <a:pt x="1861" y="20618"/>
                  <a:pt x="982" y="19739"/>
                  <a:pt x="982" y="18655"/>
                </a:cubicBezTo>
                <a:cubicBezTo>
                  <a:pt x="982" y="17570"/>
                  <a:pt x="1861" y="16691"/>
                  <a:pt x="2945" y="16691"/>
                </a:cubicBezTo>
                <a:cubicBezTo>
                  <a:pt x="4030" y="16691"/>
                  <a:pt x="4909" y="17570"/>
                  <a:pt x="4909" y="18655"/>
                </a:cubicBezTo>
                <a:cubicBezTo>
                  <a:pt x="4909" y="19739"/>
                  <a:pt x="4030" y="20618"/>
                  <a:pt x="2945" y="20618"/>
                </a:cubicBezTo>
                <a:moveTo>
                  <a:pt x="2945" y="15709"/>
                </a:moveTo>
                <a:cubicBezTo>
                  <a:pt x="1319" y="15709"/>
                  <a:pt x="0" y="17028"/>
                  <a:pt x="0" y="18655"/>
                </a:cubicBezTo>
                <a:cubicBezTo>
                  <a:pt x="0" y="20281"/>
                  <a:pt x="1319" y="21600"/>
                  <a:pt x="2945" y="21600"/>
                </a:cubicBezTo>
                <a:cubicBezTo>
                  <a:pt x="4573" y="21600"/>
                  <a:pt x="5891" y="20281"/>
                  <a:pt x="5891" y="18655"/>
                </a:cubicBezTo>
                <a:cubicBezTo>
                  <a:pt x="5891" y="17028"/>
                  <a:pt x="4573" y="15709"/>
                  <a:pt x="2945" y="15709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0" name="Shape 2851"/>
          <p:cNvSpPr/>
          <p:nvPr/>
        </p:nvSpPr>
        <p:spPr>
          <a:xfrm>
            <a:off x="660240" y="359892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5891" y="10309"/>
                </a:moveTo>
                <a:lnTo>
                  <a:pt x="4909" y="10309"/>
                </a:lnTo>
                <a:cubicBezTo>
                  <a:pt x="4638" y="10309"/>
                  <a:pt x="4418" y="10529"/>
                  <a:pt x="4418" y="10800"/>
                </a:cubicBezTo>
                <a:cubicBezTo>
                  <a:pt x="4418" y="11071"/>
                  <a:pt x="4638" y="11291"/>
                  <a:pt x="4909" y="11291"/>
                </a:cubicBezTo>
                <a:lnTo>
                  <a:pt x="5891" y="11291"/>
                </a:lnTo>
                <a:cubicBezTo>
                  <a:pt x="8331" y="11291"/>
                  <a:pt x="10309" y="13269"/>
                  <a:pt x="10309" y="15709"/>
                </a:cubicBezTo>
                <a:lnTo>
                  <a:pt x="10309" y="16691"/>
                </a:lnTo>
                <a:cubicBezTo>
                  <a:pt x="10309" y="16962"/>
                  <a:pt x="10529" y="17182"/>
                  <a:pt x="10800" y="17182"/>
                </a:cubicBezTo>
                <a:cubicBezTo>
                  <a:pt x="11071" y="17182"/>
                  <a:pt x="11291" y="16962"/>
                  <a:pt x="11291" y="16691"/>
                </a:cubicBezTo>
                <a:lnTo>
                  <a:pt x="11291" y="15709"/>
                </a:lnTo>
                <a:cubicBezTo>
                  <a:pt x="11291" y="12727"/>
                  <a:pt x="8873" y="10309"/>
                  <a:pt x="5891" y="10309"/>
                </a:cubicBezTo>
                <a:moveTo>
                  <a:pt x="5891" y="7364"/>
                </a:moveTo>
                <a:lnTo>
                  <a:pt x="4909" y="7364"/>
                </a:lnTo>
                <a:cubicBezTo>
                  <a:pt x="4638" y="7364"/>
                  <a:pt x="4418" y="7583"/>
                  <a:pt x="4418" y="7855"/>
                </a:cubicBezTo>
                <a:cubicBezTo>
                  <a:pt x="4418" y="8126"/>
                  <a:pt x="4638" y="8345"/>
                  <a:pt x="4909" y="8345"/>
                </a:cubicBezTo>
                <a:lnTo>
                  <a:pt x="5891" y="8345"/>
                </a:lnTo>
                <a:cubicBezTo>
                  <a:pt x="9958" y="8345"/>
                  <a:pt x="13255" y="11642"/>
                  <a:pt x="13255" y="15709"/>
                </a:cubicBezTo>
                <a:lnTo>
                  <a:pt x="13255" y="16691"/>
                </a:lnTo>
                <a:cubicBezTo>
                  <a:pt x="13255" y="16962"/>
                  <a:pt x="13475" y="17182"/>
                  <a:pt x="13745" y="17182"/>
                </a:cubicBezTo>
                <a:cubicBezTo>
                  <a:pt x="14016" y="17182"/>
                  <a:pt x="14236" y="16962"/>
                  <a:pt x="14236" y="16691"/>
                </a:cubicBezTo>
                <a:lnTo>
                  <a:pt x="14236" y="15709"/>
                </a:lnTo>
                <a:cubicBezTo>
                  <a:pt x="14236" y="11100"/>
                  <a:pt x="10500" y="7364"/>
                  <a:pt x="5891" y="7364"/>
                </a:cubicBezTo>
                <a:moveTo>
                  <a:pt x="6382" y="16200"/>
                </a:moveTo>
                <a:cubicBezTo>
                  <a:pt x="5840" y="16200"/>
                  <a:pt x="5400" y="15761"/>
                  <a:pt x="5400" y="15218"/>
                </a:cubicBezTo>
                <a:cubicBezTo>
                  <a:pt x="5400" y="14676"/>
                  <a:pt x="5840" y="14236"/>
                  <a:pt x="6382" y="14236"/>
                </a:cubicBezTo>
                <a:cubicBezTo>
                  <a:pt x="6924" y="14236"/>
                  <a:pt x="7364" y="14676"/>
                  <a:pt x="7364" y="15218"/>
                </a:cubicBezTo>
                <a:cubicBezTo>
                  <a:pt x="7364" y="15761"/>
                  <a:pt x="6924" y="16200"/>
                  <a:pt x="6382" y="16200"/>
                </a:cubicBezTo>
                <a:moveTo>
                  <a:pt x="6382" y="13255"/>
                </a:moveTo>
                <a:cubicBezTo>
                  <a:pt x="5297" y="13255"/>
                  <a:pt x="4418" y="14134"/>
                  <a:pt x="4418" y="15218"/>
                </a:cubicBezTo>
                <a:cubicBezTo>
                  <a:pt x="4418" y="16303"/>
                  <a:pt x="5297" y="17182"/>
                  <a:pt x="6382" y="17182"/>
                </a:cubicBezTo>
                <a:cubicBezTo>
                  <a:pt x="7466" y="17182"/>
                  <a:pt x="8345" y="16303"/>
                  <a:pt x="8345" y="15218"/>
                </a:cubicBezTo>
                <a:cubicBezTo>
                  <a:pt x="8345" y="14134"/>
                  <a:pt x="7466" y="13255"/>
                  <a:pt x="6382" y="13255"/>
                </a:cubicBezTo>
                <a:moveTo>
                  <a:pt x="5891" y="4418"/>
                </a:moveTo>
                <a:lnTo>
                  <a:pt x="4909" y="4418"/>
                </a:lnTo>
                <a:cubicBezTo>
                  <a:pt x="4638" y="4418"/>
                  <a:pt x="4418" y="4638"/>
                  <a:pt x="4418" y="4909"/>
                </a:cubicBezTo>
                <a:cubicBezTo>
                  <a:pt x="4418" y="5180"/>
                  <a:pt x="4638" y="5400"/>
                  <a:pt x="4909" y="5400"/>
                </a:cubicBezTo>
                <a:lnTo>
                  <a:pt x="5891" y="5400"/>
                </a:lnTo>
                <a:cubicBezTo>
                  <a:pt x="11585" y="5400"/>
                  <a:pt x="16200" y="10016"/>
                  <a:pt x="16200" y="15709"/>
                </a:cubicBezTo>
                <a:lnTo>
                  <a:pt x="16200" y="16691"/>
                </a:lnTo>
                <a:cubicBezTo>
                  <a:pt x="16200" y="16962"/>
                  <a:pt x="16420" y="17182"/>
                  <a:pt x="16691" y="17182"/>
                </a:cubicBezTo>
                <a:cubicBezTo>
                  <a:pt x="16962" y="17182"/>
                  <a:pt x="17182" y="16962"/>
                  <a:pt x="17182" y="16691"/>
                </a:cubicBezTo>
                <a:lnTo>
                  <a:pt x="17182" y="15709"/>
                </a:lnTo>
                <a:cubicBezTo>
                  <a:pt x="17182" y="9473"/>
                  <a:pt x="12127" y="4418"/>
                  <a:pt x="5891" y="4418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1" name="Shape 2852"/>
          <p:cNvSpPr/>
          <p:nvPr/>
        </p:nvSpPr>
        <p:spPr>
          <a:xfrm>
            <a:off x="1069920" y="3598920"/>
            <a:ext cx="19044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4244" y="12617"/>
                </a:moveTo>
                <a:cubicBezTo>
                  <a:pt x="14459" y="12872"/>
                  <a:pt x="14634" y="13163"/>
                  <a:pt x="14771" y="13485"/>
                </a:cubicBezTo>
                <a:cubicBezTo>
                  <a:pt x="16295" y="12407"/>
                  <a:pt x="17280" y="10728"/>
                  <a:pt x="17280" y="8836"/>
                </a:cubicBezTo>
                <a:cubicBezTo>
                  <a:pt x="17280" y="5583"/>
                  <a:pt x="14379" y="2945"/>
                  <a:pt x="10800" y="2945"/>
                </a:cubicBezTo>
                <a:cubicBezTo>
                  <a:pt x="7221" y="2945"/>
                  <a:pt x="4320" y="5583"/>
                  <a:pt x="4320" y="8836"/>
                </a:cubicBezTo>
                <a:cubicBezTo>
                  <a:pt x="4320" y="10714"/>
                  <a:pt x="5289" y="12382"/>
                  <a:pt x="6794" y="13461"/>
                </a:cubicBezTo>
                <a:cubicBezTo>
                  <a:pt x="6928" y="13135"/>
                  <a:pt x="7106" y="12845"/>
                  <a:pt x="7323" y="12590"/>
                </a:cubicBezTo>
                <a:cubicBezTo>
                  <a:pt x="6148" y="11689"/>
                  <a:pt x="5400" y="10343"/>
                  <a:pt x="5400" y="8836"/>
                </a:cubicBezTo>
                <a:cubicBezTo>
                  <a:pt x="5400" y="6125"/>
                  <a:pt x="7818" y="3927"/>
                  <a:pt x="10800" y="3927"/>
                </a:cubicBezTo>
                <a:cubicBezTo>
                  <a:pt x="13782" y="3927"/>
                  <a:pt x="16200" y="6125"/>
                  <a:pt x="16200" y="8836"/>
                </a:cubicBezTo>
                <a:cubicBezTo>
                  <a:pt x="16200" y="10358"/>
                  <a:pt x="15439" y="11717"/>
                  <a:pt x="14244" y="12617"/>
                </a:cubicBezTo>
                <a:moveTo>
                  <a:pt x="10800" y="0"/>
                </a:moveTo>
                <a:cubicBezTo>
                  <a:pt x="4836" y="0"/>
                  <a:pt x="0" y="4396"/>
                  <a:pt x="0" y="9818"/>
                </a:cubicBezTo>
                <a:cubicBezTo>
                  <a:pt x="0" y="14007"/>
                  <a:pt x="2891" y="17573"/>
                  <a:pt x="6953" y="18983"/>
                </a:cubicBezTo>
                <a:cubicBezTo>
                  <a:pt x="6874" y="18609"/>
                  <a:pt x="6803" y="18223"/>
                  <a:pt x="6741" y="17840"/>
                </a:cubicBezTo>
                <a:cubicBezTo>
                  <a:pt x="3402" y="16441"/>
                  <a:pt x="1080" y="13379"/>
                  <a:pt x="1080" y="9818"/>
                </a:cubicBezTo>
                <a:cubicBezTo>
                  <a:pt x="1080" y="4938"/>
                  <a:pt x="5432" y="982"/>
                  <a:pt x="10800" y="982"/>
                </a:cubicBezTo>
                <a:cubicBezTo>
                  <a:pt x="16168" y="982"/>
                  <a:pt x="20520" y="4938"/>
                  <a:pt x="20520" y="9818"/>
                </a:cubicBezTo>
                <a:cubicBezTo>
                  <a:pt x="20520" y="13374"/>
                  <a:pt x="18204" y="16431"/>
                  <a:pt x="14874" y="17833"/>
                </a:cubicBezTo>
                <a:cubicBezTo>
                  <a:pt x="14812" y="18216"/>
                  <a:pt x="14740" y="18603"/>
                  <a:pt x="14660" y="18979"/>
                </a:cubicBezTo>
                <a:cubicBezTo>
                  <a:pt x="18716" y="17565"/>
                  <a:pt x="21600" y="14002"/>
                  <a:pt x="21600" y="9818"/>
                </a:cubicBezTo>
                <a:cubicBezTo>
                  <a:pt x="21600" y="4396"/>
                  <a:pt x="16765" y="0"/>
                  <a:pt x="10800" y="0"/>
                </a:cubicBezTo>
                <a:moveTo>
                  <a:pt x="10800" y="7364"/>
                </a:moveTo>
                <a:cubicBezTo>
                  <a:pt x="11695" y="7364"/>
                  <a:pt x="12420" y="8023"/>
                  <a:pt x="12420" y="8836"/>
                </a:cubicBezTo>
                <a:cubicBezTo>
                  <a:pt x="12420" y="9649"/>
                  <a:pt x="11695" y="10309"/>
                  <a:pt x="10800" y="10309"/>
                </a:cubicBezTo>
                <a:cubicBezTo>
                  <a:pt x="9905" y="10309"/>
                  <a:pt x="9180" y="9649"/>
                  <a:pt x="9180" y="8836"/>
                </a:cubicBezTo>
                <a:cubicBezTo>
                  <a:pt x="9180" y="8023"/>
                  <a:pt x="9905" y="7364"/>
                  <a:pt x="10800" y="7364"/>
                </a:cubicBezTo>
                <a:moveTo>
                  <a:pt x="10800" y="11291"/>
                </a:moveTo>
                <a:cubicBezTo>
                  <a:pt x="12292" y="11291"/>
                  <a:pt x="13500" y="10192"/>
                  <a:pt x="13500" y="8836"/>
                </a:cubicBezTo>
                <a:cubicBezTo>
                  <a:pt x="13500" y="7481"/>
                  <a:pt x="12292" y="6382"/>
                  <a:pt x="10800" y="6382"/>
                </a:cubicBezTo>
                <a:cubicBezTo>
                  <a:pt x="9309" y="6382"/>
                  <a:pt x="8100" y="7481"/>
                  <a:pt x="8100" y="8836"/>
                </a:cubicBezTo>
                <a:cubicBezTo>
                  <a:pt x="8100" y="10192"/>
                  <a:pt x="9309" y="11291"/>
                  <a:pt x="10800" y="11291"/>
                </a:cubicBezTo>
                <a:moveTo>
                  <a:pt x="11994" y="20179"/>
                </a:moveTo>
                <a:cubicBezTo>
                  <a:pt x="11855" y="20433"/>
                  <a:pt x="11737" y="20560"/>
                  <a:pt x="11673" y="20618"/>
                </a:cubicBezTo>
                <a:lnTo>
                  <a:pt x="9927" y="20618"/>
                </a:lnTo>
                <a:cubicBezTo>
                  <a:pt x="9862" y="20560"/>
                  <a:pt x="9745" y="20433"/>
                  <a:pt x="9606" y="20179"/>
                </a:cubicBezTo>
                <a:cubicBezTo>
                  <a:pt x="9182" y="19408"/>
                  <a:pt x="8640" y="16626"/>
                  <a:pt x="8640" y="15218"/>
                </a:cubicBezTo>
                <a:cubicBezTo>
                  <a:pt x="8640" y="13768"/>
                  <a:pt x="9205" y="13255"/>
                  <a:pt x="10800" y="13255"/>
                </a:cubicBezTo>
                <a:cubicBezTo>
                  <a:pt x="12395" y="13255"/>
                  <a:pt x="12960" y="13768"/>
                  <a:pt x="12960" y="15218"/>
                </a:cubicBezTo>
                <a:cubicBezTo>
                  <a:pt x="12960" y="16626"/>
                  <a:pt x="12418" y="19408"/>
                  <a:pt x="11994" y="20179"/>
                </a:cubicBezTo>
                <a:moveTo>
                  <a:pt x="10800" y="12273"/>
                </a:moveTo>
                <a:cubicBezTo>
                  <a:pt x="8100" y="12273"/>
                  <a:pt x="7560" y="13745"/>
                  <a:pt x="7560" y="15218"/>
                </a:cubicBezTo>
                <a:cubicBezTo>
                  <a:pt x="7560" y="16691"/>
                  <a:pt x="8100" y="19636"/>
                  <a:pt x="8640" y="20618"/>
                </a:cubicBezTo>
                <a:cubicBezTo>
                  <a:pt x="9180" y="21600"/>
                  <a:pt x="9720" y="21600"/>
                  <a:pt x="9720" y="21600"/>
                </a:cubicBezTo>
                <a:lnTo>
                  <a:pt x="11880" y="21600"/>
                </a:lnTo>
                <a:cubicBezTo>
                  <a:pt x="11880" y="21600"/>
                  <a:pt x="12420" y="21600"/>
                  <a:pt x="12960" y="20618"/>
                </a:cubicBezTo>
                <a:cubicBezTo>
                  <a:pt x="13500" y="19636"/>
                  <a:pt x="14040" y="16691"/>
                  <a:pt x="14040" y="15218"/>
                </a:cubicBezTo>
                <a:cubicBezTo>
                  <a:pt x="14040" y="13745"/>
                  <a:pt x="13500" y="12273"/>
                  <a:pt x="10800" y="1227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2" name="Shape 2853"/>
          <p:cNvSpPr/>
          <p:nvPr/>
        </p:nvSpPr>
        <p:spPr>
          <a:xfrm>
            <a:off x="1479600" y="3598920"/>
            <a:ext cx="17136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9600" y="8836"/>
                </a:moveTo>
                <a:cubicBezTo>
                  <a:pt x="9600" y="8295"/>
                  <a:pt x="10138" y="7855"/>
                  <a:pt x="10800" y="7855"/>
                </a:cubicBezTo>
                <a:cubicBezTo>
                  <a:pt x="11462" y="7855"/>
                  <a:pt x="12000" y="8295"/>
                  <a:pt x="12000" y="8836"/>
                </a:cubicBezTo>
                <a:cubicBezTo>
                  <a:pt x="12000" y="9378"/>
                  <a:pt x="11462" y="9818"/>
                  <a:pt x="10800" y="9818"/>
                </a:cubicBezTo>
                <a:cubicBezTo>
                  <a:pt x="10138" y="9818"/>
                  <a:pt x="9600" y="9378"/>
                  <a:pt x="9600" y="8836"/>
                </a:cubicBezTo>
                <a:moveTo>
                  <a:pt x="13200" y="8836"/>
                </a:moveTo>
                <a:cubicBezTo>
                  <a:pt x="13200" y="7752"/>
                  <a:pt x="12125" y="6873"/>
                  <a:pt x="10800" y="6873"/>
                </a:cubicBezTo>
                <a:cubicBezTo>
                  <a:pt x="9475" y="6873"/>
                  <a:pt x="8400" y="7752"/>
                  <a:pt x="8400" y="8836"/>
                </a:cubicBezTo>
                <a:cubicBezTo>
                  <a:pt x="8400" y="9921"/>
                  <a:pt x="9475" y="10800"/>
                  <a:pt x="10800" y="10800"/>
                </a:cubicBezTo>
                <a:cubicBezTo>
                  <a:pt x="12125" y="10800"/>
                  <a:pt x="13200" y="9921"/>
                  <a:pt x="13200" y="8836"/>
                </a:cubicBezTo>
                <a:moveTo>
                  <a:pt x="17400" y="8836"/>
                </a:moveTo>
                <a:cubicBezTo>
                  <a:pt x="17400" y="5854"/>
                  <a:pt x="14445" y="3436"/>
                  <a:pt x="10800" y="3436"/>
                </a:cubicBezTo>
                <a:cubicBezTo>
                  <a:pt x="7155" y="3436"/>
                  <a:pt x="4200" y="5854"/>
                  <a:pt x="4200" y="8836"/>
                </a:cubicBezTo>
                <a:cubicBezTo>
                  <a:pt x="4200" y="10437"/>
                  <a:pt x="5056" y="11870"/>
                  <a:pt x="6408" y="12860"/>
                </a:cubicBezTo>
                <a:cubicBezTo>
                  <a:pt x="6570" y="12537"/>
                  <a:pt x="6778" y="12249"/>
                  <a:pt x="7035" y="12000"/>
                </a:cubicBezTo>
                <a:cubicBezTo>
                  <a:pt x="6028" y="11198"/>
                  <a:pt x="5400" y="10078"/>
                  <a:pt x="5400" y="8836"/>
                </a:cubicBezTo>
                <a:cubicBezTo>
                  <a:pt x="5400" y="6396"/>
                  <a:pt x="7818" y="4418"/>
                  <a:pt x="10800" y="4418"/>
                </a:cubicBezTo>
                <a:cubicBezTo>
                  <a:pt x="13783" y="4418"/>
                  <a:pt x="16200" y="6396"/>
                  <a:pt x="16200" y="8836"/>
                </a:cubicBezTo>
                <a:cubicBezTo>
                  <a:pt x="16200" y="10094"/>
                  <a:pt x="15555" y="11226"/>
                  <a:pt x="14524" y="12030"/>
                </a:cubicBezTo>
                <a:cubicBezTo>
                  <a:pt x="14780" y="12280"/>
                  <a:pt x="14989" y="12568"/>
                  <a:pt x="15154" y="12887"/>
                </a:cubicBezTo>
                <a:cubicBezTo>
                  <a:pt x="16528" y="11898"/>
                  <a:pt x="17400" y="10452"/>
                  <a:pt x="17400" y="8836"/>
                </a:cubicBezTo>
                <a:moveTo>
                  <a:pt x="10800" y="0"/>
                </a:moveTo>
                <a:cubicBezTo>
                  <a:pt x="4835" y="0"/>
                  <a:pt x="0" y="3957"/>
                  <a:pt x="0" y="8836"/>
                </a:cubicBezTo>
                <a:cubicBezTo>
                  <a:pt x="0" y="12363"/>
                  <a:pt x="2531" y="15397"/>
                  <a:pt x="6181" y="16815"/>
                </a:cubicBezTo>
                <a:cubicBezTo>
                  <a:pt x="6125" y="16401"/>
                  <a:pt x="6080" y="16009"/>
                  <a:pt x="6049" y="15656"/>
                </a:cubicBezTo>
                <a:cubicBezTo>
                  <a:pt x="3155" y="14303"/>
                  <a:pt x="1200" y="11759"/>
                  <a:pt x="1200" y="8836"/>
                </a:cubicBezTo>
                <a:cubicBezTo>
                  <a:pt x="1200" y="4499"/>
                  <a:pt x="5498" y="982"/>
                  <a:pt x="10800" y="982"/>
                </a:cubicBezTo>
                <a:cubicBezTo>
                  <a:pt x="16102" y="982"/>
                  <a:pt x="20400" y="4499"/>
                  <a:pt x="20400" y="8836"/>
                </a:cubicBezTo>
                <a:cubicBezTo>
                  <a:pt x="20400" y="11756"/>
                  <a:pt x="18449" y="14298"/>
                  <a:pt x="15560" y="15652"/>
                </a:cubicBezTo>
                <a:cubicBezTo>
                  <a:pt x="15532" y="16000"/>
                  <a:pt x="15490" y="16392"/>
                  <a:pt x="15433" y="16809"/>
                </a:cubicBezTo>
                <a:cubicBezTo>
                  <a:pt x="19076" y="15390"/>
                  <a:pt x="21600" y="12358"/>
                  <a:pt x="21600" y="8836"/>
                </a:cubicBezTo>
                <a:cubicBezTo>
                  <a:pt x="21600" y="3957"/>
                  <a:pt x="16765" y="0"/>
                  <a:pt x="10800" y="0"/>
                </a:cubicBezTo>
                <a:moveTo>
                  <a:pt x="12127" y="20179"/>
                </a:moveTo>
                <a:cubicBezTo>
                  <a:pt x="11972" y="20432"/>
                  <a:pt x="11842" y="20560"/>
                  <a:pt x="11770" y="20618"/>
                </a:cubicBezTo>
                <a:lnTo>
                  <a:pt x="9830" y="20618"/>
                </a:lnTo>
                <a:cubicBezTo>
                  <a:pt x="9758" y="20560"/>
                  <a:pt x="9628" y="20432"/>
                  <a:pt x="9473" y="20179"/>
                </a:cubicBezTo>
                <a:cubicBezTo>
                  <a:pt x="9032" y="19457"/>
                  <a:pt x="8400" y="16247"/>
                  <a:pt x="8400" y="14727"/>
                </a:cubicBezTo>
                <a:cubicBezTo>
                  <a:pt x="8400" y="13278"/>
                  <a:pt x="9028" y="12764"/>
                  <a:pt x="10800" y="12764"/>
                </a:cubicBezTo>
                <a:cubicBezTo>
                  <a:pt x="12572" y="12764"/>
                  <a:pt x="13200" y="13278"/>
                  <a:pt x="13200" y="14727"/>
                </a:cubicBezTo>
                <a:cubicBezTo>
                  <a:pt x="13200" y="16247"/>
                  <a:pt x="12568" y="19457"/>
                  <a:pt x="12127" y="20179"/>
                </a:cubicBezTo>
                <a:moveTo>
                  <a:pt x="10800" y="11782"/>
                </a:moveTo>
                <a:cubicBezTo>
                  <a:pt x="7800" y="11782"/>
                  <a:pt x="7200" y="13255"/>
                  <a:pt x="7200" y="14727"/>
                </a:cubicBezTo>
                <a:cubicBezTo>
                  <a:pt x="7200" y="16200"/>
                  <a:pt x="7800" y="19636"/>
                  <a:pt x="8400" y="20618"/>
                </a:cubicBezTo>
                <a:cubicBezTo>
                  <a:pt x="9000" y="21600"/>
                  <a:pt x="9600" y="21600"/>
                  <a:pt x="9600" y="21600"/>
                </a:cubicBezTo>
                <a:lnTo>
                  <a:pt x="12000" y="21600"/>
                </a:lnTo>
                <a:cubicBezTo>
                  <a:pt x="12000" y="21600"/>
                  <a:pt x="12600" y="21600"/>
                  <a:pt x="13200" y="20618"/>
                </a:cubicBezTo>
                <a:cubicBezTo>
                  <a:pt x="13800" y="19636"/>
                  <a:pt x="14400" y="16200"/>
                  <a:pt x="14400" y="14727"/>
                </a:cubicBezTo>
                <a:cubicBezTo>
                  <a:pt x="14400" y="13255"/>
                  <a:pt x="13800" y="11782"/>
                  <a:pt x="10800" y="1178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3" name="Shape 2854"/>
          <p:cNvSpPr/>
          <p:nvPr/>
        </p:nvSpPr>
        <p:spPr>
          <a:xfrm>
            <a:off x="1860480" y="35989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9152" y="3921"/>
                </a:moveTo>
                <a:cubicBezTo>
                  <a:pt x="18338" y="3921"/>
                  <a:pt x="17679" y="3262"/>
                  <a:pt x="17679" y="2448"/>
                </a:cubicBezTo>
                <a:cubicBezTo>
                  <a:pt x="17679" y="1634"/>
                  <a:pt x="18338" y="975"/>
                  <a:pt x="19152" y="975"/>
                </a:cubicBezTo>
                <a:cubicBezTo>
                  <a:pt x="19966" y="975"/>
                  <a:pt x="20625" y="1634"/>
                  <a:pt x="20625" y="2448"/>
                </a:cubicBezTo>
                <a:cubicBezTo>
                  <a:pt x="20625" y="3262"/>
                  <a:pt x="19966" y="3921"/>
                  <a:pt x="19152" y="3921"/>
                </a:cubicBezTo>
                <a:moveTo>
                  <a:pt x="10804" y="12269"/>
                </a:moveTo>
                <a:cubicBezTo>
                  <a:pt x="9991" y="12269"/>
                  <a:pt x="9331" y="11609"/>
                  <a:pt x="9331" y="10795"/>
                </a:cubicBezTo>
                <a:cubicBezTo>
                  <a:pt x="9331" y="9981"/>
                  <a:pt x="9991" y="9322"/>
                  <a:pt x="10804" y="9322"/>
                </a:cubicBezTo>
                <a:cubicBezTo>
                  <a:pt x="11618" y="9322"/>
                  <a:pt x="12278" y="9981"/>
                  <a:pt x="12278" y="10795"/>
                </a:cubicBezTo>
                <a:cubicBezTo>
                  <a:pt x="12278" y="11609"/>
                  <a:pt x="11618" y="12269"/>
                  <a:pt x="10804" y="12269"/>
                </a:cubicBezTo>
                <a:moveTo>
                  <a:pt x="3930" y="19143"/>
                </a:moveTo>
                <a:cubicBezTo>
                  <a:pt x="3930" y="19956"/>
                  <a:pt x="3271" y="20616"/>
                  <a:pt x="2457" y="20616"/>
                </a:cubicBezTo>
                <a:cubicBezTo>
                  <a:pt x="1643" y="20616"/>
                  <a:pt x="984" y="19956"/>
                  <a:pt x="984" y="19143"/>
                </a:cubicBezTo>
                <a:cubicBezTo>
                  <a:pt x="984" y="18329"/>
                  <a:pt x="1643" y="17669"/>
                  <a:pt x="2457" y="17669"/>
                </a:cubicBezTo>
                <a:cubicBezTo>
                  <a:pt x="3271" y="17669"/>
                  <a:pt x="3930" y="18329"/>
                  <a:pt x="3930" y="19143"/>
                </a:cubicBezTo>
                <a:moveTo>
                  <a:pt x="19148" y="0"/>
                </a:moveTo>
                <a:cubicBezTo>
                  <a:pt x="17793" y="0"/>
                  <a:pt x="16695" y="1098"/>
                  <a:pt x="16695" y="2452"/>
                </a:cubicBezTo>
                <a:cubicBezTo>
                  <a:pt x="16695" y="3640"/>
                  <a:pt x="17539" y="4630"/>
                  <a:pt x="18660" y="4856"/>
                </a:cubicBezTo>
                <a:lnTo>
                  <a:pt x="18660" y="10306"/>
                </a:lnTo>
                <a:lnTo>
                  <a:pt x="13203" y="10306"/>
                </a:lnTo>
                <a:cubicBezTo>
                  <a:pt x="12974" y="9187"/>
                  <a:pt x="11985" y="8347"/>
                  <a:pt x="10800" y="8347"/>
                </a:cubicBezTo>
                <a:cubicBezTo>
                  <a:pt x="9615" y="8347"/>
                  <a:pt x="8626" y="9187"/>
                  <a:pt x="8398" y="10306"/>
                </a:cubicBezTo>
                <a:lnTo>
                  <a:pt x="2456" y="10306"/>
                </a:lnTo>
                <a:cubicBezTo>
                  <a:pt x="2184" y="10306"/>
                  <a:pt x="1965" y="10525"/>
                  <a:pt x="1965" y="10796"/>
                </a:cubicBezTo>
                <a:lnTo>
                  <a:pt x="1965" y="16744"/>
                </a:lnTo>
                <a:cubicBezTo>
                  <a:pt x="844" y="16970"/>
                  <a:pt x="0" y="17960"/>
                  <a:pt x="0" y="19147"/>
                </a:cubicBezTo>
                <a:cubicBezTo>
                  <a:pt x="0" y="20502"/>
                  <a:pt x="1098" y="21600"/>
                  <a:pt x="2453" y="21600"/>
                </a:cubicBezTo>
                <a:cubicBezTo>
                  <a:pt x="3807" y="21600"/>
                  <a:pt x="4905" y="20502"/>
                  <a:pt x="4905" y="19147"/>
                </a:cubicBezTo>
                <a:cubicBezTo>
                  <a:pt x="4905" y="17961"/>
                  <a:pt x="4065" y="16973"/>
                  <a:pt x="2947" y="16744"/>
                </a:cubicBezTo>
                <a:lnTo>
                  <a:pt x="2947" y="11287"/>
                </a:lnTo>
                <a:lnTo>
                  <a:pt x="8397" y="11287"/>
                </a:lnTo>
                <a:cubicBezTo>
                  <a:pt x="8623" y="12408"/>
                  <a:pt x="9613" y="13253"/>
                  <a:pt x="10800" y="13253"/>
                </a:cubicBezTo>
                <a:cubicBezTo>
                  <a:pt x="11988" y="13253"/>
                  <a:pt x="12978" y="12408"/>
                  <a:pt x="13203" y="11287"/>
                </a:cubicBezTo>
                <a:lnTo>
                  <a:pt x="19151" y="11287"/>
                </a:lnTo>
                <a:cubicBezTo>
                  <a:pt x="19422" y="11287"/>
                  <a:pt x="19642" y="11068"/>
                  <a:pt x="19642" y="10796"/>
                </a:cubicBezTo>
                <a:lnTo>
                  <a:pt x="19642" y="4855"/>
                </a:lnTo>
                <a:cubicBezTo>
                  <a:pt x="20759" y="4626"/>
                  <a:pt x="21600" y="3638"/>
                  <a:pt x="21600" y="2452"/>
                </a:cubicBezTo>
                <a:cubicBezTo>
                  <a:pt x="21600" y="1098"/>
                  <a:pt x="20502" y="0"/>
                  <a:pt x="19148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4" name="Shape 2855"/>
          <p:cNvSpPr/>
          <p:nvPr/>
        </p:nvSpPr>
        <p:spPr>
          <a:xfrm>
            <a:off x="2270160" y="3598920"/>
            <a:ext cx="19044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8907" y="20616"/>
                </a:moveTo>
                <a:cubicBezTo>
                  <a:pt x="18012" y="20616"/>
                  <a:pt x="17287" y="19956"/>
                  <a:pt x="17287" y="19143"/>
                </a:cubicBezTo>
                <a:cubicBezTo>
                  <a:pt x="17287" y="18329"/>
                  <a:pt x="18012" y="17669"/>
                  <a:pt x="18907" y="17669"/>
                </a:cubicBezTo>
                <a:cubicBezTo>
                  <a:pt x="19802" y="17669"/>
                  <a:pt x="20527" y="18329"/>
                  <a:pt x="20527" y="19143"/>
                </a:cubicBezTo>
                <a:cubicBezTo>
                  <a:pt x="20527" y="19956"/>
                  <a:pt x="19802" y="20616"/>
                  <a:pt x="18907" y="20616"/>
                </a:cubicBezTo>
                <a:moveTo>
                  <a:pt x="2703" y="12269"/>
                </a:moveTo>
                <a:cubicBezTo>
                  <a:pt x="1808" y="12269"/>
                  <a:pt x="1082" y="11609"/>
                  <a:pt x="1082" y="10795"/>
                </a:cubicBezTo>
                <a:cubicBezTo>
                  <a:pt x="1082" y="9981"/>
                  <a:pt x="1808" y="9322"/>
                  <a:pt x="2703" y="9322"/>
                </a:cubicBezTo>
                <a:cubicBezTo>
                  <a:pt x="3598" y="9322"/>
                  <a:pt x="4323" y="9981"/>
                  <a:pt x="4323" y="10795"/>
                </a:cubicBezTo>
                <a:cubicBezTo>
                  <a:pt x="4323" y="11609"/>
                  <a:pt x="3598" y="12269"/>
                  <a:pt x="2703" y="12269"/>
                </a:cubicBezTo>
                <a:moveTo>
                  <a:pt x="18907" y="975"/>
                </a:moveTo>
                <a:cubicBezTo>
                  <a:pt x="19802" y="975"/>
                  <a:pt x="20527" y="1634"/>
                  <a:pt x="20527" y="2448"/>
                </a:cubicBezTo>
                <a:cubicBezTo>
                  <a:pt x="20527" y="3262"/>
                  <a:pt x="19802" y="3921"/>
                  <a:pt x="18907" y="3921"/>
                </a:cubicBezTo>
                <a:cubicBezTo>
                  <a:pt x="18012" y="3921"/>
                  <a:pt x="17287" y="3262"/>
                  <a:pt x="17287" y="2448"/>
                </a:cubicBezTo>
                <a:cubicBezTo>
                  <a:pt x="17287" y="1634"/>
                  <a:pt x="18012" y="975"/>
                  <a:pt x="18907" y="975"/>
                </a:cubicBezTo>
                <a:moveTo>
                  <a:pt x="18902" y="16695"/>
                </a:moveTo>
                <a:cubicBezTo>
                  <a:pt x="18092" y="16695"/>
                  <a:pt x="17374" y="17026"/>
                  <a:pt x="16879" y="17540"/>
                </a:cubicBezTo>
                <a:lnTo>
                  <a:pt x="5253" y="11551"/>
                </a:lnTo>
                <a:cubicBezTo>
                  <a:pt x="5338" y="11314"/>
                  <a:pt x="5396" y="11064"/>
                  <a:pt x="5396" y="10800"/>
                </a:cubicBezTo>
                <a:cubicBezTo>
                  <a:pt x="5396" y="10536"/>
                  <a:pt x="5338" y="10286"/>
                  <a:pt x="5253" y="10048"/>
                </a:cubicBezTo>
                <a:lnTo>
                  <a:pt x="16879" y="4059"/>
                </a:lnTo>
                <a:cubicBezTo>
                  <a:pt x="17373" y="4574"/>
                  <a:pt x="18092" y="4905"/>
                  <a:pt x="18902" y="4905"/>
                </a:cubicBezTo>
                <a:cubicBezTo>
                  <a:pt x="20392" y="4905"/>
                  <a:pt x="21600" y="3807"/>
                  <a:pt x="21600" y="2452"/>
                </a:cubicBezTo>
                <a:cubicBezTo>
                  <a:pt x="21600" y="1098"/>
                  <a:pt x="20392" y="0"/>
                  <a:pt x="18902" y="0"/>
                </a:cubicBezTo>
                <a:cubicBezTo>
                  <a:pt x="17412" y="0"/>
                  <a:pt x="16204" y="1098"/>
                  <a:pt x="16204" y="2452"/>
                </a:cubicBezTo>
                <a:cubicBezTo>
                  <a:pt x="16204" y="2716"/>
                  <a:pt x="16262" y="2966"/>
                  <a:pt x="16347" y="3204"/>
                </a:cubicBezTo>
                <a:lnTo>
                  <a:pt x="4722" y="9193"/>
                </a:lnTo>
                <a:cubicBezTo>
                  <a:pt x="4227" y="8679"/>
                  <a:pt x="3509" y="8347"/>
                  <a:pt x="2698" y="8347"/>
                </a:cubicBezTo>
                <a:cubicBezTo>
                  <a:pt x="1208" y="8347"/>
                  <a:pt x="0" y="9445"/>
                  <a:pt x="0" y="10800"/>
                </a:cubicBezTo>
                <a:cubicBezTo>
                  <a:pt x="0" y="12155"/>
                  <a:pt x="1208" y="13253"/>
                  <a:pt x="2698" y="13253"/>
                </a:cubicBezTo>
                <a:cubicBezTo>
                  <a:pt x="3509" y="13253"/>
                  <a:pt x="4227" y="12921"/>
                  <a:pt x="4722" y="12406"/>
                </a:cubicBezTo>
                <a:lnTo>
                  <a:pt x="16347" y="18395"/>
                </a:lnTo>
                <a:cubicBezTo>
                  <a:pt x="16262" y="18633"/>
                  <a:pt x="16204" y="18883"/>
                  <a:pt x="16204" y="19147"/>
                </a:cubicBezTo>
                <a:cubicBezTo>
                  <a:pt x="16204" y="20502"/>
                  <a:pt x="17412" y="21600"/>
                  <a:pt x="18902" y="21600"/>
                </a:cubicBezTo>
                <a:cubicBezTo>
                  <a:pt x="20392" y="21600"/>
                  <a:pt x="21600" y="20502"/>
                  <a:pt x="21600" y="19147"/>
                </a:cubicBezTo>
                <a:cubicBezTo>
                  <a:pt x="21600" y="17792"/>
                  <a:pt x="20392" y="16695"/>
                  <a:pt x="18902" y="1669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5" name="Shape 2856"/>
          <p:cNvSpPr/>
          <p:nvPr/>
        </p:nvSpPr>
        <p:spPr>
          <a:xfrm>
            <a:off x="2660760" y="35989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2375" y="14735"/>
                </a:moveTo>
                <a:cubicBezTo>
                  <a:pt x="12008" y="15178"/>
                  <a:pt x="11621" y="15531"/>
                  <a:pt x="11226" y="15783"/>
                </a:cubicBezTo>
                <a:cubicBezTo>
                  <a:pt x="10834" y="16035"/>
                  <a:pt x="10421" y="16209"/>
                  <a:pt x="10002" y="16302"/>
                </a:cubicBezTo>
                <a:cubicBezTo>
                  <a:pt x="9027" y="16517"/>
                  <a:pt x="8105" y="16493"/>
                  <a:pt x="7342" y="16179"/>
                </a:cubicBezTo>
                <a:cubicBezTo>
                  <a:pt x="6912" y="16003"/>
                  <a:pt x="6537" y="15755"/>
                  <a:pt x="6227" y="15442"/>
                </a:cubicBezTo>
                <a:cubicBezTo>
                  <a:pt x="5915" y="15129"/>
                  <a:pt x="5669" y="14758"/>
                  <a:pt x="5493" y="14340"/>
                </a:cubicBezTo>
                <a:cubicBezTo>
                  <a:pt x="5317" y="13924"/>
                  <a:pt x="5228" y="13459"/>
                  <a:pt x="5228" y="12958"/>
                </a:cubicBezTo>
                <a:cubicBezTo>
                  <a:pt x="5228" y="12161"/>
                  <a:pt x="5386" y="11302"/>
                  <a:pt x="5698" y="10406"/>
                </a:cubicBezTo>
                <a:cubicBezTo>
                  <a:pt x="6010" y="9509"/>
                  <a:pt x="6454" y="8665"/>
                  <a:pt x="7018" y="7900"/>
                </a:cubicBezTo>
                <a:cubicBezTo>
                  <a:pt x="7579" y="7140"/>
                  <a:pt x="8265" y="6498"/>
                  <a:pt x="9058" y="5993"/>
                </a:cubicBezTo>
                <a:cubicBezTo>
                  <a:pt x="9839" y="5496"/>
                  <a:pt x="10706" y="5245"/>
                  <a:pt x="11636" y="5245"/>
                </a:cubicBezTo>
                <a:cubicBezTo>
                  <a:pt x="12014" y="5245"/>
                  <a:pt x="12413" y="5288"/>
                  <a:pt x="12821" y="5373"/>
                </a:cubicBezTo>
                <a:cubicBezTo>
                  <a:pt x="13224" y="5457"/>
                  <a:pt x="13613" y="5599"/>
                  <a:pt x="13978" y="5795"/>
                </a:cubicBezTo>
                <a:cubicBezTo>
                  <a:pt x="14337" y="5989"/>
                  <a:pt x="14658" y="6246"/>
                  <a:pt x="14931" y="6561"/>
                </a:cubicBezTo>
                <a:cubicBezTo>
                  <a:pt x="15189" y="6858"/>
                  <a:pt x="15389" y="7238"/>
                  <a:pt x="15526" y="7692"/>
                </a:cubicBezTo>
                <a:lnTo>
                  <a:pt x="13353" y="13035"/>
                </a:lnTo>
                <a:cubicBezTo>
                  <a:pt x="13072" y="13720"/>
                  <a:pt x="12743" y="14292"/>
                  <a:pt x="12375" y="14735"/>
                </a:cubicBezTo>
                <a:moveTo>
                  <a:pt x="20215" y="16108"/>
                </a:moveTo>
                <a:cubicBezTo>
                  <a:pt x="19749" y="16741"/>
                  <a:pt x="19196" y="17344"/>
                  <a:pt x="18569" y="17900"/>
                </a:cubicBezTo>
                <a:cubicBezTo>
                  <a:pt x="17943" y="18456"/>
                  <a:pt x="17242" y="18946"/>
                  <a:pt x="16484" y="19359"/>
                </a:cubicBezTo>
                <a:cubicBezTo>
                  <a:pt x="15729" y="19770"/>
                  <a:pt x="14914" y="20096"/>
                  <a:pt x="14064" y="20327"/>
                </a:cubicBezTo>
                <a:cubicBezTo>
                  <a:pt x="13217" y="20556"/>
                  <a:pt x="12316" y="20673"/>
                  <a:pt x="11388" y="20673"/>
                </a:cubicBezTo>
                <a:cubicBezTo>
                  <a:pt x="9991" y="20673"/>
                  <a:pt x="8647" y="20458"/>
                  <a:pt x="7393" y="20036"/>
                </a:cubicBezTo>
                <a:cubicBezTo>
                  <a:pt x="6143" y="19615"/>
                  <a:pt x="5029" y="18981"/>
                  <a:pt x="4083" y="18149"/>
                </a:cubicBezTo>
                <a:cubicBezTo>
                  <a:pt x="3138" y="17320"/>
                  <a:pt x="2378" y="16274"/>
                  <a:pt x="1823" y="15041"/>
                </a:cubicBezTo>
                <a:cubicBezTo>
                  <a:pt x="1269" y="13809"/>
                  <a:pt x="989" y="12357"/>
                  <a:pt x="989" y="10727"/>
                </a:cubicBezTo>
                <a:cubicBezTo>
                  <a:pt x="989" y="9370"/>
                  <a:pt x="1254" y="8086"/>
                  <a:pt x="1777" y="6911"/>
                </a:cubicBezTo>
                <a:cubicBezTo>
                  <a:pt x="2301" y="5736"/>
                  <a:pt x="3037" y="4693"/>
                  <a:pt x="3964" y="3814"/>
                </a:cubicBezTo>
                <a:cubicBezTo>
                  <a:pt x="4892" y="2933"/>
                  <a:pt x="6002" y="2230"/>
                  <a:pt x="7264" y="1722"/>
                </a:cubicBezTo>
                <a:cubicBezTo>
                  <a:pt x="8526" y="1215"/>
                  <a:pt x="9914" y="958"/>
                  <a:pt x="11388" y="958"/>
                </a:cubicBezTo>
                <a:cubicBezTo>
                  <a:pt x="12700" y="958"/>
                  <a:pt x="13940" y="1156"/>
                  <a:pt x="15072" y="1549"/>
                </a:cubicBezTo>
                <a:cubicBezTo>
                  <a:pt x="16200" y="1942"/>
                  <a:pt x="17185" y="2497"/>
                  <a:pt x="17998" y="3203"/>
                </a:cubicBezTo>
                <a:cubicBezTo>
                  <a:pt x="18809" y="3906"/>
                  <a:pt x="19455" y="4765"/>
                  <a:pt x="19917" y="5754"/>
                </a:cubicBezTo>
                <a:cubicBezTo>
                  <a:pt x="20377" y="6743"/>
                  <a:pt x="20611" y="7843"/>
                  <a:pt x="20611" y="9023"/>
                </a:cubicBezTo>
                <a:cubicBezTo>
                  <a:pt x="20611" y="10070"/>
                  <a:pt x="20418" y="11059"/>
                  <a:pt x="20038" y="11962"/>
                </a:cubicBezTo>
                <a:cubicBezTo>
                  <a:pt x="19656" y="12869"/>
                  <a:pt x="19171" y="13663"/>
                  <a:pt x="18598" y="14320"/>
                </a:cubicBezTo>
                <a:cubicBezTo>
                  <a:pt x="18028" y="14976"/>
                  <a:pt x="17393" y="15502"/>
                  <a:pt x="16714" y="15880"/>
                </a:cubicBezTo>
                <a:cubicBezTo>
                  <a:pt x="16044" y="16255"/>
                  <a:pt x="15398" y="16444"/>
                  <a:pt x="14792" y="16444"/>
                </a:cubicBezTo>
                <a:cubicBezTo>
                  <a:pt x="14424" y="16444"/>
                  <a:pt x="14151" y="16374"/>
                  <a:pt x="13980" y="16235"/>
                </a:cubicBezTo>
                <a:cubicBezTo>
                  <a:pt x="13810" y="16098"/>
                  <a:pt x="13710" y="15916"/>
                  <a:pt x="13675" y="15677"/>
                </a:cubicBezTo>
                <a:cubicBezTo>
                  <a:pt x="13638" y="15420"/>
                  <a:pt x="13667" y="15109"/>
                  <a:pt x="13764" y="14754"/>
                </a:cubicBezTo>
                <a:cubicBezTo>
                  <a:pt x="13864" y="14385"/>
                  <a:pt x="14007" y="13983"/>
                  <a:pt x="14190" y="13556"/>
                </a:cubicBezTo>
                <a:lnTo>
                  <a:pt x="17729" y="4845"/>
                </a:lnTo>
                <a:lnTo>
                  <a:pt x="16677" y="4845"/>
                </a:lnTo>
                <a:lnTo>
                  <a:pt x="16026" y="6544"/>
                </a:lnTo>
                <a:cubicBezTo>
                  <a:pt x="15715" y="5890"/>
                  <a:pt x="15207" y="5363"/>
                  <a:pt x="14512" y="4972"/>
                </a:cubicBezTo>
                <a:cubicBezTo>
                  <a:pt x="13703" y="4517"/>
                  <a:pt x="12777" y="4287"/>
                  <a:pt x="11759" y="4287"/>
                </a:cubicBezTo>
                <a:cubicBezTo>
                  <a:pt x="10637" y="4287"/>
                  <a:pt x="9596" y="4568"/>
                  <a:pt x="8663" y="5121"/>
                </a:cubicBezTo>
                <a:cubicBezTo>
                  <a:pt x="7739" y="5669"/>
                  <a:pt x="6940" y="6381"/>
                  <a:pt x="6289" y="7238"/>
                </a:cubicBezTo>
                <a:cubicBezTo>
                  <a:pt x="5641" y="8091"/>
                  <a:pt x="5132" y="9032"/>
                  <a:pt x="4777" y="10034"/>
                </a:cubicBezTo>
                <a:cubicBezTo>
                  <a:pt x="4420" y="11037"/>
                  <a:pt x="4240" y="12021"/>
                  <a:pt x="4240" y="12958"/>
                </a:cubicBezTo>
                <a:cubicBezTo>
                  <a:pt x="4240" y="13568"/>
                  <a:pt x="4354" y="14151"/>
                  <a:pt x="4579" y="14689"/>
                </a:cubicBezTo>
                <a:cubicBezTo>
                  <a:pt x="4804" y="15227"/>
                  <a:pt x="5113" y="15701"/>
                  <a:pt x="5499" y="16097"/>
                </a:cubicBezTo>
                <a:cubicBezTo>
                  <a:pt x="5887" y="16495"/>
                  <a:pt x="6354" y="16815"/>
                  <a:pt x="6889" y="17048"/>
                </a:cubicBezTo>
                <a:cubicBezTo>
                  <a:pt x="8063" y="17561"/>
                  <a:pt x="9489" y="17484"/>
                  <a:pt x="10904" y="17025"/>
                </a:cubicBezTo>
                <a:cubicBezTo>
                  <a:pt x="11562" y="16811"/>
                  <a:pt x="12160" y="16412"/>
                  <a:pt x="12689" y="15835"/>
                </a:cubicBezTo>
                <a:cubicBezTo>
                  <a:pt x="12715" y="16226"/>
                  <a:pt x="12874" y="16561"/>
                  <a:pt x="13164" y="16837"/>
                </a:cubicBezTo>
                <a:cubicBezTo>
                  <a:pt x="13559" y="17211"/>
                  <a:pt x="14086" y="17402"/>
                  <a:pt x="14731" y="17402"/>
                </a:cubicBezTo>
                <a:cubicBezTo>
                  <a:pt x="15501" y="17402"/>
                  <a:pt x="16307" y="17176"/>
                  <a:pt x="17124" y="16733"/>
                </a:cubicBezTo>
                <a:cubicBezTo>
                  <a:pt x="17934" y="16294"/>
                  <a:pt x="18680" y="15687"/>
                  <a:pt x="19342" y="14930"/>
                </a:cubicBezTo>
                <a:cubicBezTo>
                  <a:pt x="20001" y="14176"/>
                  <a:pt x="20548" y="13284"/>
                  <a:pt x="20967" y="12281"/>
                </a:cubicBezTo>
                <a:cubicBezTo>
                  <a:pt x="21387" y="11274"/>
                  <a:pt x="21600" y="10178"/>
                  <a:pt x="21600" y="9023"/>
                </a:cubicBezTo>
                <a:cubicBezTo>
                  <a:pt x="21600" y="7651"/>
                  <a:pt x="21328" y="6389"/>
                  <a:pt x="20793" y="5274"/>
                </a:cubicBezTo>
                <a:cubicBezTo>
                  <a:pt x="20258" y="4158"/>
                  <a:pt x="19518" y="3199"/>
                  <a:pt x="18594" y="2422"/>
                </a:cubicBezTo>
                <a:cubicBezTo>
                  <a:pt x="17672" y="1647"/>
                  <a:pt x="16579" y="1043"/>
                  <a:pt x="15346" y="627"/>
                </a:cubicBezTo>
                <a:cubicBezTo>
                  <a:pt x="14116" y="211"/>
                  <a:pt x="12784" y="0"/>
                  <a:pt x="11388" y="0"/>
                </a:cubicBezTo>
                <a:cubicBezTo>
                  <a:pt x="9845" y="0"/>
                  <a:pt x="8365" y="271"/>
                  <a:pt x="6989" y="805"/>
                </a:cubicBezTo>
                <a:cubicBezTo>
                  <a:pt x="5612" y="1340"/>
                  <a:pt x="4389" y="2093"/>
                  <a:pt x="3356" y="3045"/>
                </a:cubicBezTo>
                <a:cubicBezTo>
                  <a:pt x="2321" y="3996"/>
                  <a:pt x="1495" y="5137"/>
                  <a:pt x="899" y="6436"/>
                </a:cubicBezTo>
                <a:cubicBezTo>
                  <a:pt x="302" y="7737"/>
                  <a:pt x="0" y="9181"/>
                  <a:pt x="0" y="10727"/>
                </a:cubicBezTo>
                <a:cubicBezTo>
                  <a:pt x="0" y="12605"/>
                  <a:pt x="334" y="14252"/>
                  <a:pt x="993" y="15622"/>
                </a:cubicBezTo>
                <a:cubicBezTo>
                  <a:pt x="1652" y="16992"/>
                  <a:pt x="2528" y="18134"/>
                  <a:pt x="3595" y="19018"/>
                </a:cubicBezTo>
                <a:cubicBezTo>
                  <a:pt x="4661" y="19900"/>
                  <a:pt x="5890" y="20559"/>
                  <a:pt x="7249" y="20975"/>
                </a:cubicBezTo>
                <a:cubicBezTo>
                  <a:pt x="8601" y="21390"/>
                  <a:pt x="9994" y="21600"/>
                  <a:pt x="11388" y="21600"/>
                </a:cubicBezTo>
                <a:cubicBezTo>
                  <a:pt x="12348" y="21600"/>
                  <a:pt x="13317" y="21474"/>
                  <a:pt x="14267" y="21228"/>
                </a:cubicBezTo>
                <a:cubicBezTo>
                  <a:pt x="15214" y="20981"/>
                  <a:pt x="16128" y="20624"/>
                  <a:pt x="16983" y="20169"/>
                </a:cubicBezTo>
                <a:cubicBezTo>
                  <a:pt x="17839" y="19713"/>
                  <a:pt x="18642" y="19152"/>
                  <a:pt x="19372" y="18499"/>
                </a:cubicBezTo>
                <a:cubicBezTo>
                  <a:pt x="20104" y="17845"/>
                  <a:pt x="20729" y="17110"/>
                  <a:pt x="21232" y="16316"/>
                </a:cubicBezTo>
                <a:lnTo>
                  <a:pt x="21411" y="16033"/>
                </a:lnTo>
                <a:lnTo>
                  <a:pt x="20270" y="16033"/>
                </a:lnTo>
                <a:cubicBezTo>
                  <a:pt x="20270" y="16033"/>
                  <a:pt x="20215" y="16108"/>
                  <a:pt x="20215" y="1610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6" name="Shape 2857"/>
          <p:cNvSpPr/>
          <p:nvPr/>
        </p:nvSpPr>
        <p:spPr>
          <a:xfrm>
            <a:off x="3060720" y="35989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8429" y="14128"/>
                </a:moveTo>
                <a:cubicBezTo>
                  <a:pt x="17041" y="13430"/>
                  <a:pt x="15777" y="12523"/>
                  <a:pt x="14684" y="11440"/>
                </a:cubicBezTo>
                <a:cubicBezTo>
                  <a:pt x="15214" y="10618"/>
                  <a:pt x="15664" y="9739"/>
                  <a:pt x="16034" y="8820"/>
                </a:cubicBezTo>
                <a:cubicBezTo>
                  <a:pt x="16089" y="8826"/>
                  <a:pt x="16143" y="8836"/>
                  <a:pt x="16200" y="8836"/>
                </a:cubicBezTo>
                <a:cubicBezTo>
                  <a:pt x="17013" y="8836"/>
                  <a:pt x="17673" y="8177"/>
                  <a:pt x="17673" y="7364"/>
                </a:cubicBezTo>
                <a:cubicBezTo>
                  <a:pt x="17673" y="6787"/>
                  <a:pt x="17339" y="6294"/>
                  <a:pt x="16856" y="6052"/>
                </a:cubicBezTo>
                <a:cubicBezTo>
                  <a:pt x="17033" y="5170"/>
                  <a:pt x="17144" y="4264"/>
                  <a:pt x="17167" y="3336"/>
                </a:cubicBezTo>
                <a:cubicBezTo>
                  <a:pt x="19277" y="5136"/>
                  <a:pt x="20618" y="7809"/>
                  <a:pt x="20618" y="10800"/>
                </a:cubicBezTo>
                <a:cubicBezTo>
                  <a:pt x="20618" y="11764"/>
                  <a:pt x="20469" y="12689"/>
                  <a:pt x="20209" y="13568"/>
                </a:cubicBezTo>
                <a:cubicBezTo>
                  <a:pt x="19628" y="13783"/>
                  <a:pt x="19034" y="13971"/>
                  <a:pt x="18429" y="14128"/>
                </a:cubicBezTo>
                <a:moveTo>
                  <a:pt x="10800" y="20618"/>
                </a:moveTo>
                <a:cubicBezTo>
                  <a:pt x="8406" y="20618"/>
                  <a:pt x="6213" y="19759"/>
                  <a:pt x="4509" y="18335"/>
                </a:cubicBezTo>
                <a:cubicBezTo>
                  <a:pt x="6552" y="17934"/>
                  <a:pt x="8450" y="17135"/>
                  <a:pt x="10128" y="16031"/>
                </a:cubicBezTo>
                <a:cubicBezTo>
                  <a:pt x="10330" y="16135"/>
                  <a:pt x="10556" y="16200"/>
                  <a:pt x="10800" y="16200"/>
                </a:cubicBezTo>
                <a:cubicBezTo>
                  <a:pt x="11273" y="16200"/>
                  <a:pt x="11689" y="15973"/>
                  <a:pt x="11959" y="15627"/>
                </a:cubicBezTo>
                <a:cubicBezTo>
                  <a:pt x="12547" y="15680"/>
                  <a:pt x="13142" y="15709"/>
                  <a:pt x="13745" y="15709"/>
                </a:cubicBezTo>
                <a:cubicBezTo>
                  <a:pt x="15323" y="15709"/>
                  <a:pt x="16852" y="15508"/>
                  <a:pt x="18322" y="15156"/>
                </a:cubicBezTo>
                <a:cubicBezTo>
                  <a:pt x="18660" y="15317"/>
                  <a:pt x="18998" y="15480"/>
                  <a:pt x="19350" y="15618"/>
                </a:cubicBezTo>
                <a:cubicBezTo>
                  <a:pt x="17665" y="18601"/>
                  <a:pt x="14470" y="20618"/>
                  <a:pt x="10800" y="20618"/>
                </a:cubicBezTo>
                <a:moveTo>
                  <a:pt x="3539" y="17392"/>
                </a:moveTo>
                <a:cubicBezTo>
                  <a:pt x="3476" y="16840"/>
                  <a:pt x="3436" y="16279"/>
                  <a:pt x="3436" y="15709"/>
                </a:cubicBezTo>
                <a:cubicBezTo>
                  <a:pt x="3436" y="14763"/>
                  <a:pt x="3536" y="13842"/>
                  <a:pt x="3707" y="12946"/>
                </a:cubicBezTo>
                <a:cubicBezTo>
                  <a:pt x="5455" y="13988"/>
                  <a:pt x="7377" y="14767"/>
                  <a:pt x="9421" y="15226"/>
                </a:cubicBezTo>
                <a:cubicBezTo>
                  <a:pt x="9431" y="15253"/>
                  <a:pt x="9436" y="15282"/>
                  <a:pt x="9447" y="15308"/>
                </a:cubicBezTo>
                <a:cubicBezTo>
                  <a:pt x="7724" y="16421"/>
                  <a:pt x="5761" y="17193"/>
                  <a:pt x="3643" y="17506"/>
                </a:cubicBezTo>
                <a:cubicBezTo>
                  <a:pt x="3608" y="17469"/>
                  <a:pt x="3573" y="17430"/>
                  <a:pt x="3539" y="17392"/>
                </a:cubicBezTo>
                <a:moveTo>
                  <a:pt x="3075" y="11369"/>
                </a:moveTo>
                <a:cubicBezTo>
                  <a:pt x="2361" y="10869"/>
                  <a:pt x="1683" y="10321"/>
                  <a:pt x="1046" y="9729"/>
                </a:cubicBezTo>
                <a:cubicBezTo>
                  <a:pt x="1528" y="5299"/>
                  <a:pt x="4955" y="1762"/>
                  <a:pt x="9331" y="1104"/>
                </a:cubicBezTo>
                <a:cubicBezTo>
                  <a:pt x="9335" y="1629"/>
                  <a:pt x="9363" y="2148"/>
                  <a:pt x="9417" y="2660"/>
                </a:cubicBezTo>
                <a:cubicBezTo>
                  <a:pt x="8572" y="3227"/>
                  <a:pt x="7787" y="3879"/>
                  <a:pt x="7069" y="4596"/>
                </a:cubicBezTo>
                <a:cubicBezTo>
                  <a:pt x="6863" y="4486"/>
                  <a:pt x="6632" y="4418"/>
                  <a:pt x="6382" y="4418"/>
                </a:cubicBezTo>
                <a:cubicBezTo>
                  <a:pt x="5569" y="4418"/>
                  <a:pt x="4909" y="5078"/>
                  <a:pt x="4909" y="5891"/>
                </a:cubicBezTo>
                <a:cubicBezTo>
                  <a:pt x="4909" y="6236"/>
                  <a:pt x="5033" y="6549"/>
                  <a:pt x="5231" y="6800"/>
                </a:cubicBezTo>
                <a:cubicBezTo>
                  <a:pt x="4279" y="8179"/>
                  <a:pt x="3550" y="9719"/>
                  <a:pt x="3075" y="11369"/>
                </a:cubicBezTo>
                <a:moveTo>
                  <a:pt x="2466" y="15973"/>
                </a:moveTo>
                <a:cubicBezTo>
                  <a:pt x="1563" y="14521"/>
                  <a:pt x="1025" y="12821"/>
                  <a:pt x="989" y="10995"/>
                </a:cubicBezTo>
                <a:cubicBezTo>
                  <a:pt x="1570" y="11492"/>
                  <a:pt x="2180" y="11955"/>
                  <a:pt x="2817" y="12383"/>
                </a:cubicBezTo>
                <a:cubicBezTo>
                  <a:pt x="2585" y="13456"/>
                  <a:pt x="2455" y="14567"/>
                  <a:pt x="2455" y="15709"/>
                </a:cubicBezTo>
                <a:cubicBezTo>
                  <a:pt x="2455" y="15798"/>
                  <a:pt x="2464" y="15885"/>
                  <a:pt x="2466" y="15973"/>
                </a:cubicBezTo>
                <a:moveTo>
                  <a:pt x="13428" y="11540"/>
                </a:moveTo>
                <a:cubicBezTo>
                  <a:pt x="12907" y="12264"/>
                  <a:pt x="12315" y="12931"/>
                  <a:pt x="11674" y="13548"/>
                </a:cubicBezTo>
                <a:cubicBezTo>
                  <a:pt x="11429" y="13366"/>
                  <a:pt x="11129" y="13255"/>
                  <a:pt x="10800" y="13255"/>
                </a:cubicBezTo>
                <a:cubicBezTo>
                  <a:pt x="10166" y="13255"/>
                  <a:pt x="9631" y="13657"/>
                  <a:pt x="9423" y="14218"/>
                </a:cubicBezTo>
                <a:cubicBezTo>
                  <a:pt x="7455" y="13751"/>
                  <a:pt x="5607" y="12973"/>
                  <a:pt x="3936" y="11937"/>
                </a:cubicBezTo>
                <a:cubicBezTo>
                  <a:pt x="4379" y="10266"/>
                  <a:pt x="5100" y="8708"/>
                  <a:pt x="6060" y="7326"/>
                </a:cubicBezTo>
                <a:cubicBezTo>
                  <a:pt x="6164" y="7349"/>
                  <a:pt x="6271" y="7364"/>
                  <a:pt x="6382" y="7364"/>
                </a:cubicBezTo>
                <a:cubicBezTo>
                  <a:pt x="7195" y="7364"/>
                  <a:pt x="7855" y="6704"/>
                  <a:pt x="7855" y="5891"/>
                </a:cubicBezTo>
                <a:cubicBezTo>
                  <a:pt x="7855" y="5688"/>
                  <a:pt x="7813" y="5493"/>
                  <a:pt x="7739" y="5317"/>
                </a:cubicBezTo>
                <a:cubicBezTo>
                  <a:pt x="8307" y="4747"/>
                  <a:pt x="8920" y="4221"/>
                  <a:pt x="9575" y="3749"/>
                </a:cubicBezTo>
                <a:cubicBezTo>
                  <a:pt x="10104" y="6723"/>
                  <a:pt x="11479" y="9397"/>
                  <a:pt x="13428" y="11540"/>
                </a:cubicBezTo>
                <a:moveTo>
                  <a:pt x="10800" y="982"/>
                </a:moveTo>
                <a:cubicBezTo>
                  <a:pt x="11347" y="982"/>
                  <a:pt x="11881" y="1038"/>
                  <a:pt x="12403" y="1125"/>
                </a:cubicBezTo>
                <a:cubicBezTo>
                  <a:pt x="11696" y="1400"/>
                  <a:pt x="11005" y="1707"/>
                  <a:pt x="10354" y="2081"/>
                </a:cubicBezTo>
                <a:cubicBezTo>
                  <a:pt x="10328" y="1726"/>
                  <a:pt x="10311" y="1368"/>
                  <a:pt x="10310" y="1007"/>
                </a:cubicBezTo>
                <a:cubicBezTo>
                  <a:pt x="10474" y="999"/>
                  <a:pt x="10635" y="982"/>
                  <a:pt x="10800" y="982"/>
                </a:cubicBezTo>
                <a:moveTo>
                  <a:pt x="14120" y="12262"/>
                </a:moveTo>
                <a:cubicBezTo>
                  <a:pt x="14982" y="13097"/>
                  <a:pt x="15950" y="13819"/>
                  <a:pt x="16986" y="14440"/>
                </a:cubicBezTo>
                <a:cubicBezTo>
                  <a:pt x="15933" y="14626"/>
                  <a:pt x="14852" y="14727"/>
                  <a:pt x="13745" y="14727"/>
                </a:cubicBezTo>
                <a:cubicBezTo>
                  <a:pt x="13246" y="14727"/>
                  <a:pt x="12754" y="14702"/>
                  <a:pt x="12265" y="14664"/>
                </a:cubicBezTo>
                <a:cubicBezTo>
                  <a:pt x="12259" y="14569"/>
                  <a:pt x="12250" y="14475"/>
                  <a:pt x="12229" y="14385"/>
                </a:cubicBezTo>
                <a:cubicBezTo>
                  <a:pt x="12921" y="13737"/>
                  <a:pt x="13555" y="13027"/>
                  <a:pt x="14120" y="12262"/>
                </a:cubicBezTo>
                <a:moveTo>
                  <a:pt x="16188" y="2597"/>
                </a:moveTo>
                <a:cubicBezTo>
                  <a:pt x="16191" y="2713"/>
                  <a:pt x="16200" y="2828"/>
                  <a:pt x="16200" y="2945"/>
                </a:cubicBezTo>
                <a:cubicBezTo>
                  <a:pt x="16200" y="3967"/>
                  <a:pt x="16092" y="4962"/>
                  <a:pt x="15894" y="5924"/>
                </a:cubicBezTo>
                <a:cubicBezTo>
                  <a:pt x="15227" y="6065"/>
                  <a:pt x="14727" y="6656"/>
                  <a:pt x="14727" y="7364"/>
                </a:cubicBezTo>
                <a:cubicBezTo>
                  <a:pt x="14727" y="7765"/>
                  <a:pt x="14888" y="8127"/>
                  <a:pt x="15149" y="8393"/>
                </a:cubicBezTo>
                <a:cubicBezTo>
                  <a:pt x="14827" y="9199"/>
                  <a:pt x="14443" y="9973"/>
                  <a:pt x="13991" y="10701"/>
                </a:cubicBezTo>
                <a:cubicBezTo>
                  <a:pt x="12159" y="8620"/>
                  <a:pt x="10894" y="6025"/>
                  <a:pt x="10469" y="3152"/>
                </a:cubicBezTo>
                <a:cubicBezTo>
                  <a:pt x="11590" y="2463"/>
                  <a:pt x="12813" y="1934"/>
                  <a:pt x="14106" y="1565"/>
                </a:cubicBezTo>
                <a:cubicBezTo>
                  <a:pt x="14844" y="1829"/>
                  <a:pt x="15544" y="2173"/>
                  <a:pt x="16188" y="2597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7" name="Shape 2858"/>
          <p:cNvSpPr/>
          <p:nvPr/>
        </p:nvSpPr>
        <p:spPr>
          <a:xfrm>
            <a:off x="3479760" y="3598920"/>
            <a:ext cx="17136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4909"/>
                </a:moveTo>
                <a:cubicBezTo>
                  <a:pt x="5498" y="4909"/>
                  <a:pt x="1200" y="4030"/>
                  <a:pt x="1200" y="2945"/>
                </a:cubicBezTo>
                <a:cubicBezTo>
                  <a:pt x="1200" y="1861"/>
                  <a:pt x="5498" y="982"/>
                  <a:pt x="10800" y="982"/>
                </a:cubicBezTo>
                <a:cubicBezTo>
                  <a:pt x="16102" y="982"/>
                  <a:pt x="20400" y="1861"/>
                  <a:pt x="20400" y="2945"/>
                </a:cubicBezTo>
                <a:cubicBezTo>
                  <a:pt x="20400" y="4030"/>
                  <a:pt x="16102" y="4909"/>
                  <a:pt x="10800" y="4909"/>
                </a:cubicBezTo>
                <a:moveTo>
                  <a:pt x="20400" y="6873"/>
                </a:moveTo>
                <a:cubicBezTo>
                  <a:pt x="20400" y="7957"/>
                  <a:pt x="16102" y="8836"/>
                  <a:pt x="10800" y="8836"/>
                </a:cubicBezTo>
                <a:cubicBezTo>
                  <a:pt x="5498" y="8836"/>
                  <a:pt x="1200" y="7957"/>
                  <a:pt x="1200" y="6873"/>
                </a:cubicBezTo>
                <a:lnTo>
                  <a:pt x="1200" y="4291"/>
                </a:lnTo>
                <a:cubicBezTo>
                  <a:pt x="2993" y="5240"/>
                  <a:pt x="6615" y="5891"/>
                  <a:pt x="10800" y="5891"/>
                </a:cubicBezTo>
                <a:cubicBezTo>
                  <a:pt x="14986" y="5891"/>
                  <a:pt x="18607" y="5240"/>
                  <a:pt x="20400" y="4291"/>
                </a:cubicBezTo>
                <a:cubicBezTo>
                  <a:pt x="20400" y="4291"/>
                  <a:pt x="20400" y="6873"/>
                  <a:pt x="20400" y="6873"/>
                </a:cubicBezTo>
                <a:close/>
                <a:moveTo>
                  <a:pt x="10800" y="10800"/>
                </a:moveTo>
                <a:cubicBezTo>
                  <a:pt x="5498" y="10800"/>
                  <a:pt x="1200" y="9921"/>
                  <a:pt x="1200" y="8836"/>
                </a:cubicBezTo>
                <a:cubicBezTo>
                  <a:pt x="1200" y="8672"/>
                  <a:pt x="1309" y="8514"/>
                  <a:pt x="1494" y="8362"/>
                </a:cubicBezTo>
                <a:cubicBezTo>
                  <a:pt x="3370" y="9232"/>
                  <a:pt x="6830" y="9818"/>
                  <a:pt x="10800" y="9818"/>
                </a:cubicBezTo>
                <a:cubicBezTo>
                  <a:pt x="14770" y="9818"/>
                  <a:pt x="18230" y="9232"/>
                  <a:pt x="20106" y="8362"/>
                </a:cubicBezTo>
                <a:cubicBezTo>
                  <a:pt x="20291" y="8514"/>
                  <a:pt x="20400" y="8672"/>
                  <a:pt x="20400" y="8836"/>
                </a:cubicBezTo>
                <a:cubicBezTo>
                  <a:pt x="20400" y="9921"/>
                  <a:pt x="16102" y="10800"/>
                  <a:pt x="10800" y="10800"/>
                </a:cubicBezTo>
                <a:moveTo>
                  <a:pt x="20400" y="12764"/>
                </a:moveTo>
                <a:cubicBezTo>
                  <a:pt x="20400" y="13848"/>
                  <a:pt x="16102" y="14727"/>
                  <a:pt x="10800" y="14727"/>
                </a:cubicBezTo>
                <a:cubicBezTo>
                  <a:pt x="5498" y="14727"/>
                  <a:pt x="1200" y="13848"/>
                  <a:pt x="1200" y="12764"/>
                </a:cubicBezTo>
                <a:lnTo>
                  <a:pt x="1200" y="10182"/>
                </a:lnTo>
                <a:cubicBezTo>
                  <a:pt x="2993" y="11131"/>
                  <a:pt x="6615" y="11782"/>
                  <a:pt x="10800" y="11782"/>
                </a:cubicBezTo>
                <a:cubicBezTo>
                  <a:pt x="14986" y="11782"/>
                  <a:pt x="18607" y="11131"/>
                  <a:pt x="20400" y="10182"/>
                </a:cubicBezTo>
                <a:cubicBezTo>
                  <a:pt x="20400" y="10182"/>
                  <a:pt x="20400" y="12764"/>
                  <a:pt x="20400" y="12764"/>
                </a:cubicBezTo>
                <a:close/>
                <a:moveTo>
                  <a:pt x="10800" y="16691"/>
                </a:moveTo>
                <a:cubicBezTo>
                  <a:pt x="5498" y="16691"/>
                  <a:pt x="1200" y="15812"/>
                  <a:pt x="1200" y="14727"/>
                </a:cubicBezTo>
                <a:cubicBezTo>
                  <a:pt x="1200" y="14563"/>
                  <a:pt x="1309" y="14405"/>
                  <a:pt x="1494" y="14253"/>
                </a:cubicBezTo>
                <a:cubicBezTo>
                  <a:pt x="3370" y="15123"/>
                  <a:pt x="6830" y="15709"/>
                  <a:pt x="10800" y="15709"/>
                </a:cubicBezTo>
                <a:cubicBezTo>
                  <a:pt x="14770" y="15709"/>
                  <a:pt x="18230" y="15123"/>
                  <a:pt x="20106" y="14253"/>
                </a:cubicBezTo>
                <a:cubicBezTo>
                  <a:pt x="20291" y="14405"/>
                  <a:pt x="20400" y="14563"/>
                  <a:pt x="20400" y="14727"/>
                </a:cubicBezTo>
                <a:cubicBezTo>
                  <a:pt x="20400" y="15812"/>
                  <a:pt x="16102" y="16691"/>
                  <a:pt x="10800" y="16691"/>
                </a:cubicBezTo>
                <a:moveTo>
                  <a:pt x="20400" y="18655"/>
                </a:moveTo>
                <a:cubicBezTo>
                  <a:pt x="20400" y="19739"/>
                  <a:pt x="16102" y="20618"/>
                  <a:pt x="10800" y="20618"/>
                </a:cubicBezTo>
                <a:cubicBezTo>
                  <a:pt x="5498" y="20618"/>
                  <a:pt x="1200" y="19739"/>
                  <a:pt x="1200" y="18655"/>
                </a:cubicBezTo>
                <a:lnTo>
                  <a:pt x="1200" y="16073"/>
                </a:lnTo>
                <a:cubicBezTo>
                  <a:pt x="2993" y="17022"/>
                  <a:pt x="6615" y="17673"/>
                  <a:pt x="10800" y="17673"/>
                </a:cubicBezTo>
                <a:cubicBezTo>
                  <a:pt x="14986" y="17673"/>
                  <a:pt x="18607" y="17022"/>
                  <a:pt x="20400" y="16073"/>
                </a:cubicBezTo>
                <a:cubicBezTo>
                  <a:pt x="20400" y="16073"/>
                  <a:pt x="20400" y="18655"/>
                  <a:pt x="20400" y="18655"/>
                </a:cubicBezTo>
                <a:close/>
                <a:moveTo>
                  <a:pt x="21600" y="2945"/>
                </a:moveTo>
                <a:cubicBezTo>
                  <a:pt x="21600" y="1319"/>
                  <a:pt x="16765" y="0"/>
                  <a:pt x="10800" y="0"/>
                </a:cubicBezTo>
                <a:cubicBezTo>
                  <a:pt x="4835" y="0"/>
                  <a:pt x="0" y="1319"/>
                  <a:pt x="0" y="2945"/>
                </a:cubicBezTo>
                <a:lnTo>
                  <a:pt x="0" y="6873"/>
                </a:lnTo>
                <a:cubicBezTo>
                  <a:pt x="0" y="7218"/>
                  <a:pt x="229" y="7547"/>
                  <a:pt x="628" y="7855"/>
                </a:cubicBezTo>
                <a:cubicBezTo>
                  <a:pt x="229" y="8162"/>
                  <a:pt x="0" y="8492"/>
                  <a:pt x="0" y="8836"/>
                </a:cubicBezTo>
                <a:lnTo>
                  <a:pt x="0" y="12764"/>
                </a:lnTo>
                <a:cubicBezTo>
                  <a:pt x="0" y="13109"/>
                  <a:pt x="229" y="13438"/>
                  <a:pt x="628" y="13745"/>
                </a:cubicBezTo>
                <a:cubicBezTo>
                  <a:pt x="229" y="14053"/>
                  <a:pt x="0" y="14383"/>
                  <a:pt x="0" y="14727"/>
                </a:cubicBezTo>
                <a:lnTo>
                  <a:pt x="0" y="18655"/>
                </a:lnTo>
                <a:cubicBezTo>
                  <a:pt x="0" y="20281"/>
                  <a:pt x="4835" y="21600"/>
                  <a:pt x="10800" y="21600"/>
                </a:cubicBezTo>
                <a:cubicBezTo>
                  <a:pt x="16765" y="21600"/>
                  <a:pt x="21600" y="20281"/>
                  <a:pt x="21600" y="18655"/>
                </a:cubicBezTo>
                <a:lnTo>
                  <a:pt x="21600" y="14727"/>
                </a:lnTo>
                <a:cubicBezTo>
                  <a:pt x="21600" y="14383"/>
                  <a:pt x="21371" y="14053"/>
                  <a:pt x="20972" y="13745"/>
                </a:cubicBezTo>
                <a:cubicBezTo>
                  <a:pt x="21371" y="13438"/>
                  <a:pt x="21600" y="13109"/>
                  <a:pt x="21600" y="12764"/>
                </a:cubicBezTo>
                <a:lnTo>
                  <a:pt x="21600" y="8836"/>
                </a:lnTo>
                <a:cubicBezTo>
                  <a:pt x="21600" y="8492"/>
                  <a:pt x="21371" y="8162"/>
                  <a:pt x="20972" y="7855"/>
                </a:cubicBezTo>
                <a:cubicBezTo>
                  <a:pt x="21371" y="7547"/>
                  <a:pt x="21600" y="7218"/>
                  <a:pt x="21600" y="6873"/>
                </a:cubicBezTo>
                <a:cubicBezTo>
                  <a:pt x="21600" y="6873"/>
                  <a:pt x="21600" y="2945"/>
                  <a:pt x="21600" y="294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8" name="Shape 2859"/>
          <p:cNvSpPr/>
          <p:nvPr/>
        </p:nvSpPr>
        <p:spPr>
          <a:xfrm>
            <a:off x="3860640" y="359892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5929" y="7018"/>
                </a:moveTo>
                <a:cubicBezTo>
                  <a:pt x="15539" y="7246"/>
                  <a:pt x="15108" y="7411"/>
                  <a:pt x="14650" y="7500"/>
                </a:cubicBezTo>
                <a:cubicBezTo>
                  <a:pt x="14282" y="7114"/>
                  <a:pt x="13759" y="6874"/>
                  <a:pt x="13179" y="6874"/>
                </a:cubicBezTo>
                <a:cubicBezTo>
                  <a:pt x="12067" y="6874"/>
                  <a:pt x="11165" y="7762"/>
                  <a:pt x="11165" y="8856"/>
                </a:cubicBezTo>
                <a:cubicBezTo>
                  <a:pt x="11165" y="9011"/>
                  <a:pt x="11183" y="9162"/>
                  <a:pt x="11217" y="9308"/>
                </a:cubicBezTo>
                <a:cubicBezTo>
                  <a:pt x="9543" y="9225"/>
                  <a:pt x="8059" y="8436"/>
                  <a:pt x="7065" y="7236"/>
                </a:cubicBezTo>
                <a:cubicBezTo>
                  <a:pt x="6892" y="7530"/>
                  <a:pt x="6793" y="7869"/>
                  <a:pt x="6793" y="8233"/>
                </a:cubicBezTo>
                <a:cubicBezTo>
                  <a:pt x="6793" y="8921"/>
                  <a:pt x="7148" y="9528"/>
                  <a:pt x="7689" y="9883"/>
                </a:cubicBezTo>
                <a:cubicBezTo>
                  <a:pt x="7359" y="9873"/>
                  <a:pt x="7048" y="9784"/>
                  <a:pt x="6776" y="9635"/>
                </a:cubicBezTo>
                <a:cubicBezTo>
                  <a:pt x="6776" y="9644"/>
                  <a:pt x="6776" y="9651"/>
                  <a:pt x="6776" y="9660"/>
                </a:cubicBezTo>
                <a:cubicBezTo>
                  <a:pt x="6776" y="10621"/>
                  <a:pt x="7471" y="11422"/>
                  <a:pt x="8392" y="11604"/>
                </a:cubicBezTo>
                <a:cubicBezTo>
                  <a:pt x="8223" y="11650"/>
                  <a:pt x="8045" y="11673"/>
                  <a:pt x="7861" y="11673"/>
                </a:cubicBezTo>
                <a:cubicBezTo>
                  <a:pt x="7732" y="11673"/>
                  <a:pt x="7605" y="11661"/>
                  <a:pt x="7483" y="11638"/>
                </a:cubicBezTo>
                <a:cubicBezTo>
                  <a:pt x="7739" y="12426"/>
                  <a:pt x="8483" y="12999"/>
                  <a:pt x="9364" y="13015"/>
                </a:cubicBezTo>
                <a:cubicBezTo>
                  <a:pt x="8674" y="13547"/>
                  <a:pt x="7806" y="13863"/>
                  <a:pt x="6862" y="13863"/>
                </a:cubicBezTo>
                <a:cubicBezTo>
                  <a:pt x="6699" y="13863"/>
                  <a:pt x="6540" y="13855"/>
                  <a:pt x="6382" y="13837"/>
                </a:cubicBezTo>
                <a:cubicBezTo>
                  <a:pt x="7274" y="14398"/>
                  <a:pt x="8332" y="14727"/>
                  <a:pt x="9470" y="14727"/>
                </a:cubicBezTo>
                <a:cubicBezTo>
                  <a:pt x="13175" y="14727"/>
                  <a:pt x="15201" y="11706"/>
                  <a:pt x="15201" y="9086"/>
                </a:cubicBezTo>
                <a:cubicBezTo>
                  <a:pt x="15201" y="9000"/>
                  <a:pt x="15199" y="8915"/>
                  <a:pt x="15195" y="8830"/>
                </a:cubicBezTo>
                <a:cubicBezTo>
                  <a:pt x="15588" y="8550"/>
                  <a:pt x="15930" y="8201"/>
                  <a:pt x="16200" y="7804"/>
                </a:cubicBezTo>
                <a:cubicBezTo>
                  <a:pt x="15839" y="7961"/>
                  <a:pt x="15451" y="8067"/>
                  <a:pt x="15043" y="8115"/>
                </a:cubicBezTo>
                <a:cubicBezTo>
                  <a:pt x="15459" y="7870"/>
                  <a:pt x="15778" y="7482"/>
                  <a:pt x="15929" y="701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9" name="Shape 2860"/>
          <p:cNvSpPr/>
          <p:nvPr/>
        </p:nvSpPr>
        <p:spPr>
          <a:xfrm>
            <a:off x="4260960" y="35989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1776" y="8468"/>
                </a:moveTo>
                <a:cubicBezTo>
                  <a:pt x="11776" y="8071"/>
                  <a:pt x="11817" y="7858"/>
                  <a:pt x="12428" y="7858"/>
                </a:cubicBezTo>
                <a:lnTo>
                  <a:pt x="13244" y="7858"/>
                </a:lnTo>
                <a:lnTo>
                  <a:pt x="13244" y="6381"/>
                </a:lnTo>
                <a:lnTo>
                  <a:pt x="11938" y="6381"/>
                </a:lnTo>
                <a:cubicBezTo>
                  <a:pt x="10369" y="6381"/>
                  <a:pt x="9816" y="7120"/>
                  <a:pt x="9816" y="8363"/>
                </a:cubicBezTo>
                <a:lnTo>
                  <a:pt x="9816" y="9322"/>
                </a:lnTo>
                <a:lnTo>
                  <a:pt x="8837" y="9322"/>
                </a:lnTo>
                <a:lnTo>
                  <a:pt x="8837" y="10800"/>
                </a:lnTo>
                <a:lnTo>
                  <a:pt x="9816" y="10800"/>
                </a:lnTo>
                <a:lnTo>
                  <a:pt x="9816" y="15219"/>
                </a:lnTo>
                <a:lnTo>
                  <a:pt x="11774" y="15219"/>
                </a:lnTo>
                <a:lnTo>
                  <a:pt x="11774" y="10800"/>
                </a:lnTo>
                <a:lnTo>
                  <a:pt x="13081" y="10800"/>
                </a:lnTo>
                <a:lnTo>
                  <a:pt x="13254" y="9322"/>
                </a:lnTo>
                <a:lnTo>
                  <a:pt x="11774" y="9322"/>
                </a:lnTo>
                <a:cubicBezTo>
                  <a:pt x="11774" y="9322"/>
                  <a:pt x="11776" y="8468"/>
                  <a:pt x="11776" y="8468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0" name="Shape 2861"/>
          <p:cNvSpPr/>
          <p:nvPr/>
        </p:nvSpPr>
        <p:spPr>
          <a:xfrm>
            <a:off x="4687920" y="279864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4324" y="12090"/>
                </a:moveTo>
                <a:cubicBezTo>
                  <a:pt x="14019" y="12090"/>
                  <a:pt x="14019" y="12428"/>
                  <a:pt x="14019" y="12428"/>
                </a:cubicBezTo>
                <a:lnTo>
                  <a:pt x="14019" y="12863"/>
                </a:lnTo>
                <a:lnTo>
                  <a:pt x="14628" y="12863"/>
                </a:lnTo>
                <a:lnTo>
                  <a:pt x="14628" y="12428"/>
                </a:lnTo>
                <a:cubicBezTo>
                  <a:pt x="14628" y="12428"/>
                  <a:pt x="14628" y="12090"/>
                  <a:pt x="14324" y="12090"/>
                </a:cubicBezTo>
                <a:moveTo>
                  <a:pt x="15287" y="12380"/>
                </a:moveTo>
                <a:lnTo>
                  <a:pt x="15287" y="13348"/>
                </a:lnTo>
                <a:lnTo>
                  <a:pt x="14019" y="13348"/>
                </a:lnTo>
                <a:lnTo>
                  <a:pt x="14019" y="14072"/>
                </a:lnTo>
                <a:cubicBezTo>
                  <a:pt x="14019" y="14072"/>
                  <a:pt x="14019" y="14411"/>
                  <a:pt x="14324" y="14411"/>
                </a:cubicBezTo>
                <a:cubicBezTo>
                  <a:pt x="14628" y="14411"/>
                  <a:pt x="14628" y="14072"/>
                  <a:pt x="14628" y="14072"/>
                </a:cubicBezTo>
                <a:lnTo>
                  <a:pt x="14628" y="13734"/>
                </a:lnTo>
                <a:lnTo>
                  <a:pt x="15287" y="13734"/>
                </a:lnTo>
                <a:lnTo>
                  <a:pt x="15287" y="14266"/>
                </a:lnTo>
                <a:cubicBezTo>
                  <a:pt x="15287" y="14266"/>
                  <a:pt x="15186" y="14943"/>
                  <a:pt x="14375" y="14943"/>
                </a:cubicBezTo>
                <a:cubicBezTo>
                  <a:pt x="13564" y="14943"/>
                  <a:pt x="13411" y="14266"/>
                  <a:pt x="13411" y="14266"/>
                </a:cubicBezTo>
                <a:lnTo>
                  <a:pt x="13411" y="12380"/>
                </a:lnTo>
                <a:cubicBezTo>
                  <a:pt x="13411" y="12380"/>
                  <a:pt x="13411" y="11558"/>
                  <a:pt x="14375" y="11558"/>
                </a:cubicBezTo>
                <a:cubicBezTo>
                  <a:pt x="15338" y="11558"/>
                  <a:pt x="15287" y="12380"/>
                  <a:pt x="15287" y="12380"/>
                </a:cubicBezTo>
                <a:moveTo>
                  <a:pt x="12904" y="14169"/>
                </a:moveTo>
                <a:cubicBezTo>
                  <a:pt x="12904" y="14169"/>
                  <a:pt x="12904" y="14943"/>
                  <a:pt x="12347" y="14943"/>
                </a:cubicBezTo>
                <a:cubicBezTo>
                  <a:pt x="12005" y="14943"/>
                  <a:pt x="11798" y="14762"/>
                  <a:pt x="11687" y="14621"/>
                </a:cubicBezTo>
                <a:lnTo>
                  <a:pt x="11687" y="14895"/>
                </a:lnTo>
                <a:lnTo>
                  <a:pt x="11028" y="14895"/>
                </a:lnTo>
                <a:lnTo>
                  <a:pt x="11028" y="10446"/>
                </a:lnTo>
                <a:lnTo>
                  <a:pt x="11687" y="10446"/>
                </a:lnTo>
                <a:lnTo>
                  <a:pt x="11687" y="11888"/>
                </a:lnTo>
                <a:cubicBezTo>
                  <a:pt x="11788" y="11782"/>
                  <a:pt x="12036" y="11558"/>
                  <a:pt x="12347" y="11558"/>
                </a:cubicBezTo>
                <a:cubicBezTo>
                  <a:pt x="12752" y="11558"/>
                  <a:pt x="12904" y="11896"/>
                  <a:pt x="12904" y="12332"/>
                </a:cubicBezTo>
                <a:cubicBezTo>
                  <a:pt x="12904" y="12332"/>
                  <a:pt x="12904" y="14169"/>
                  <a:pt x="12904" y="14169"/>
                </a:cubicBezTo>
                <a:close/>
                <a:moveTo>
                  <a:pt x="10521" y="14895"/>
                </a:moveTo>
                <a:lnTo>
                  <a:pt x="9913" y="14895"/>
                </a:lnTo>
                <a:lnTo>
                  <a:pt x="9913" y="14605"/>
                </a:lnTo>
                <a:cubicBezTo>
                  <a:pt x="9913" y="14605"/>
                  <a:pt x="9558" y="14943"/>
                  <a:pt x="9152" y="14943"/>
                </a:cubicBezTo>
                <a:cubicBezTo>
                  <a:pt x="8747" y="14943"/>
                  <a:pt x="8696" y="14556"/>
                  <a:pt x="8696" y="14556"/>
                </a:cubicBezTo>
                <a:lnTo>
                  <a:pt x="8696" y="11558"/>
                </a:lnTo>
                <a:lnTo>
                  <a:pt x="9304" y="11558"/>
                </a:lnTo>
                <a:lnTo>
                  <a:pt x="9304" y="14362"/>
                </a:lnTo>
                <a:cubicBezTo>
                  <a:pt x="9304" y="14362"/>
                  <a:pt x="9304" y="14508"/>
                  <a:pt x="9507" y="14508"/>
                </a:cubicBezTo>
                <a:cubicBezTo>
                  <a:pt x="9710" y="14508"/>
                  <a:pt x="9913" y="14266"/>
                  <a:pt x="9913" y="14266"/>
                </a:cubicBezTo>
                <a:lnTo>
                  <a:pt x="9913" y="11558"/>
                </a:lnTo>
                <a:lnTo>
                  <a:pt x="10521" y="11558"/>
                </a:lnTo>
                <a:cubicBezTo>
                  <a:pt x="10521" y="11558"/>
                  <a:pt x="10521" y="14895"/>
                  <a:pt x="10521" y="14895"/>
                </a:cubicBezTo>
                <a:close/>
                <a:moveTo>
                  <a:pt x="8595" y="11074"/>
                </a:moveTo>
                <a:lnTo>
                  <a:pt x="7834" y="11074"/>
                </a:lnTo>
                <a:lnTo>
                  <a:pt x="7834" y="14895"/>
                </a:lnTo>
                <a:lnTo>
                  <a:pt x="7124" y="14895"/>
                </a:lnTo>
                <a:lnTo>
                  <a:pt x="7124" y="11074"/>
                </a:lnTo>
                <a:lnTo>
                  <a:pt x="6363" y="11074"/>
                </a:lnTo>
                <a:lnTo>
                  <a:pt x="6363" y="10446"/>
                </a:lnTo>
                <a:lnTo>
                  <a:pt x="8595" y="10446"/>
                </a:lnTo>
                <a:cubicBezTo>
                  <a:pt x="8595" y="10446"/>
                  <a:pt x="8595" y="11074"/>
                  <a:pt x="8595" y="11074"/>
                </a:cubicBezTo>
                <a:close/>
                <a:moveTo>
                  <a:pt x="14527" y="9430"/>
                </a:moveTo>
                <a:cubicBezTo>
                  <a:pt x="14527" y="9430"/>
                  <a:pt x="12667" y="9334"/>
                  <a:pt x="10800" y="9334"/>
                </a:cubicBezTo>
                <a:cubicBezTo>
                  <a:pt x="8940" y="9334"/>
                  <a:pt x="7074" y="9430"/>
                  <a:pt x="7074" y="9430"/>
                </a:cubicBezTo>
                <a:cubicBezTo>
                  <a:pt x="6233" y="9430"/>
                  <a:pt x="5552" y="10080"/>
                  <a:pt x="5552" y="10881"/>
                </a:cubicBezTo>
                <a:cubicBezTo>
                  <a:pt x="5552" y="10881"/>
                  <a:pt x="5400" y="11822"/>
                  <a:pt x="5400" y="12767"/>
                </a:cubicBezTo>
                <a:cubicBezTo>
                  <a:pt x="5400" y="13708"/>
                  <a:pt x="5552" y="14652"/>
                  <a:pt x="5552" y="14652"/>
                </a:cubicBezTo>
                <a:cubicBezTo>
                  <a:pt x="5552" y="15454"/>
                  <a:pt x="6233" y="16103"/>
                  <a:pt x="7074" y="16103"/>
                </a:cubicBezTo>
                <a:cubicBezTo>
                  <a:pt x="7074" y="16103"/>
                  <a:pt x="8905" y="16200"/>
                  <a:pt x="10800" y="16200"/>
                </a:cubicBezTo>
                <a:cubicBezTo>
                  <a:pt x="12630" y="16200"/>
                  <a:pt x="14527" y="16103"/>
                  <a:pt x="14527" y="16103"/>
                </a:cubicBezTo>
                <a:cubicBezTo>
                  <a:pt x="15367" y="16103"/>
                  <a:pt x="16048" y="15454"/>
                  <a:pt x="16048" y="14652"/>
                </a:cubicBezTo>
                <a:cubicBezTo>
                  <a:pt x="16048" y="14652"/>
                  <a:pt x="16200" y="13700"/>
                  <a:pt x="16200" y="12767"/>
                </a:cubicBezTo>
                <a:cubicBezTo>
                  <a:pt x="16200" y="11814"/>
                  <a:pt x="16048" y="10881"/>
                  <a:pt x="16048" y="10881"/>
                </a:cubicBezTo>
                <a:cubicBezTo>
                  <a:pt x="16048" y="10080"/>
                  <a:pt x="15367" y="9430"/>
                  <a:pt x="14527" y="943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1992" y="12090"/>
                </a:moveTo>
                <a:cubicBezTo>
                  <a:pt x="11860" y="12090"/>
                  <a:pt x="11757" y="12168"/>
                  <a:pt x="11687" y="12243"/>
                </a:cubicBezTo>
                <a:lnTo>
                  <a:pt x="11687" y="14276"/>
                </a:lnTo>
                <a:cubicBezTo>
                  <a:pt x="11751" y="14345"/>
                  <a:pt x="11847" y="14411"/>
                  <a:pt x="11992" y="14411"/>
                </a:cubicBezTo>
                <a:cubicBezTo>
                  <a:pt x="12296" y="14411"/>
                  <a:pt x="12296" y="14072"/>
                  <a:pt x="12296" y="14072"/>
                </a:cubicBezTo>
                <a:lnTo>
                  <a:pt x="12296" y="12428"/>
                </a:lnTo>
                <a:cubicBezTo>
                  <a:pt x="12296" y="12428"/>
                  <a:pt x="12245" y="12090"/>
                  <a:pt x="11992" y="12090"/>
                </a:cubicBezTo>
                <a:moveTo>
                  <a:pt x="7986" y="8751"/>
                </a:moveTo>
                <a:lnTo>
                  <a:pt x="8696" y="8751"/>
                </a:lnTo>
                <a:lnTo>
                  <a:pt x="8696" y="7188"/>
                </a:lnTo>
                <a:lnTo>
                  <a:pt x="9507" y="4970"/>
                </a:lnTo>
                <a:lnTo>
                  <a:pt x="8848" y="4970"/>
                </a:lnTo>
                <a:lnTo>
                  <a:pt x="8341" y="6433"/>
                </a:lnTo>
                <a:lnTo>
                  <a:pt x="7834" y="4970"/>
                </a:lnTo>
                <a:lnTo>
                  <a:pt x="7124" y="4970"/>
                </a:lnTo>
                <a:lnTo>
                  <a:pt x="7986" y="7188"/>
                </a:lnTo>
                <a:cubicBezTo>
                  <a:pt x="7986" y="7188"/>
                  <a:pt x="7986" y="8751"/>
                  <a:pt x="7986" y="8751"/>
                </a:cubicBezTo>
                <a:close/>
                <a:moveTo>
                  <a:pt x="12397" y="8801"/>
                </a:moveTo>
                <a:cubicBezTo>
                  <a:pt x="12802" y="8801"/>
                  <a:pt x="13158" y="8449"/>
                  <a:pt x="13158" y="8449"/>
                </a:cubicBezTo>
                <a:lnTo>
                  <a:pt x="13158" y="8751"/>
                </a:lnTo>
                <a:lnTo>
                  <a:pt x="13766" y="8751"/>
                </a:lnTo>
                <a:lnTo>
                  <a:pt x="13766" y="5878"/>
                </a:lnTo>
                <a:lnTo>
                  <a:pt x="13158" y="5878"/>
                </a:lnTo>
                <a:lnTo>
                  <a:pt x="13158" y="8096"/>
                </a:lnTo>
                <a:cubicBezTo>
                  <a:pt x="13158" y="8096"/>
                  <a:pt x="12955" y="8348"/>
                  <a:pt x="12752" y="8348"/>
                </a:cubicBezTo>
                <a:cubicBezTo>
                  <a:pt x="12549" y="8348"/>
                  <a:pt x="12549" y="8196"/>
                  <a:pt x="12549" y="8196"/>
                </a:cubicBezTo>
                <a:lnTo>
                  <a:pt x="12549" y="5878"/>
                </a:lnTo>
                <a:lnTo>
                  <a:pt x="11941" y="5878"/>
                </a:lnTo>
                <a:lnTo>
                  <a:pt x="11941" y="8398"/>
                </a:lnTo>
                <a:cubicBezTo>
                  <a:pt x="11941" y="8398"/>
                  <a:pt x="11992" y="8801"/>
                  <a:pt x="12397" y="8801"/>
                </a:cubicBezTo>
                <a:moveTo>
                  <a:pt x="10166" y="6634"/>
                </a:moveTo>
                <a:cubicBezTo>
                  <a:pt x="10166" y="6467"/>
                  <a:pt x="10302" y="6332"/>
                  <a:pt x="10470" y="6332"/>
                </a:cubicBezTo>
                <a:cubicBezTo>
                  <a:pt x="10639" y="6332"/>
                  <a:pt x="10775" y="6467"/>
                  <a:pt x="10775" y="6634"/>
                </a:cubicBezTo>
                <a:lnTo>
                  <a:pt x="10775" y="8045"/>
                </a:lnTo>
                <a:cubicBezTo>
                  <a:pt x="10775" y="8212"/>
                  <a:pt x="10639" y="8348"/>
                  <a:pt x="10470" y="8348"/>
                </a:cubicBezTo>
                <a:cubicBezTo>
                  <a:pt x="10302" y="8348"/>
                  <a:pt x="10166" y="8212"/>
                  <a:pt x="10166" y="8045"/>
                </a:cubicBezTo>
                <a:cubicBezTo>
                  <a:pt x="10166" y="8045"/>
                  <a:pt x="10166" y="6634"/>
                  <a:pt x="10166" y="6634"/>
                </a:cubicBezTo>
                <a:close/>
                <a:moveTo>
                  <a:pt x="10369" y="8801"/>
                </a:moveTo>
                <a:lnTo>
                  <a:pt x="10572" y="8801"/>
                </a:lnTo>
                <a:cubicBezTo>
                  <a:pt x="11020" y="8801"/>
                  <a:pt x="11383" y="8440"/>
                  <a:pt x="11383" y="7995"/>
                </a:cubicBezTo>
                <a:lnTo>
                  <a:pt x="11383" y="6684"/>
                </a:lnTo>
                <a:cubicBezTo>
                  <a:pt x="11383" y="6239"/>
                  <a:pt x="11020" y="5878"/>
                  <a:pt x="10572" y="5878"/>
                </a:cubicBezTo>
                <a:lnTo>
                  <a:pt x="10369" y="5878"/>
                </a:lnTo>
                <a:cubicBezTo>
                  <a:pt x="9921" y="5878"/>
                  <a:pt x="9558" y="6239"/>
                  <a:pt x="9558" y="6684"/>
                </a:cubicBezTo>
                <a:lnTo>
                  <a:pt x="9558" y="7995"/>
                </a:lnTo>
                <a:cubicBezTo>
                  <a:pt x="9558" y="8440"/>
                  <a:pt x="9921" y="8801"/>
                  <a:pt x="10369" y="880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1" name="Shape 2862"/>
          <p:cNvSpPr/>
          <p:nvPr/>
        </p:nvSpPr>
        <p:spPr>
          <a:xfrm>
            <a:off x="5087880" y="279864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0672" y="6382"/>
                </a:moveTo>
                <a:cubicBezTo>
                  <a:pt x="10464" y="6409"/>
                  <a:pt x="10255" y="6435"/>
                  <a:pt x="10045" y="6460"/>
                </a:cubicBezTo>
                <a:cubicBezTo>
                  <a:pt x="9652" y="6558"/>
                  <a:pt x="9223" y="6650"/>
                  <a:pt x="8905" y="6836"/>
                </a:cubicBezTo>
                <a:cubicBezTo>
                  <a:pt x="8055" y="7333"/>
                  <a:pt x="7467" y="7913"/>
                  <a:pt x="7073" y="8856"/>
                </a:cubicBezTo>
                <a:cubicBezTo>
                  <a:pt x="7009" y="9009"/>
                  <a:pt x="7007" y="9157"/>
                  <a:pt x="6960" y="9326"/>
                </a:cubicBezTo>
                <a:cubicBezTo>
                  <a:pt x="6658" y="10425"/>
                  <a:pt x="7194" y="11563"/>
                  <a:pt x="7844" y="11956"/>
                </a:cubicBezTo>
                <a:cubicBezTo>
                  <a:pt x="7969" y="12032"/>
                  <a:pt x="8254" y="12166"/>
                  <a:pt x="8358" y="11987"/>
                </a:cubicBezTo>
                <a:cubicBezTo>
                  <a:pt x="8416" y="11889"/>
                  <a:pt x="8403" y="11758"/>
                  <a:pt x="8439" y="11643"/>
                </a:cubicBezTo>
                <a:cubicBezTo>
                  <a:pt x="8462" y="11568"/>
                  <a:pt x="8536" y="11425"/>
                  <a:pt x="8519" y="11330"/>
                </a:cubicBezTo>
                <a:cubicBezTo>
                  <a:pt x="8490" y="11170"/>
                  <a:pt x="8318" y="11068"/>
                  <a:pt x="8246" y="10939"/>
                </a:cubicBezTo>
                <a:cubicBezTo>
                  <a:pt x="8099" y="10677"/>
                  <a:pt x="8092" y="10444"/>
                  <a:pt x="8020" y="10093"/>
                </a:cubicBezTo>
                <a:cubicBezTo>
                  <a:pt x="8026" y="10046"/>
                  <a:pt x="8031" y="9999"/>
                  <a:pt x="8037" y="9952"/>
                </a:cubicBezTo>
                <a:cubicBezTo>
                  <a:pt x="8058" y="9559"/>
                  <a:pt x="8124" y="9276"/>
                  <a:pt x="8246" y="8997"/>
                </a:cubicBezTo>
                <a:cubicBezTo>
                  <a:pt x="8601" y="8177"/>
                  <a:pt x="9172" y="7720"/>
                  <a:pt x="10094" y="7447"/>
                </a:cubicBezTo>
                <a:cubicBezTo>
                  <a:pt x="10300" y="7386"/>
                  <a:pt x="10882" y="7288"/>
                  <a:pt x="11187" y="7353"/>
                </a:cubicBezTo>
                <a:cubicBezTo>
                  <a:pt x="11369" y="7385"/>
                  <a:pt x="11551" y="7415"/>
                  <a:pt x="11733" y="7447"/>
                </a:cubicBezTo>
                <a:cubicBezTo>
                  <a:pt x="12393" y="7655"/>
                  <a:pt x="12874" y="8038"/>
                  <a:pt x="13131" y="8637"/>
                </a:cubicBezTo>
                <a:cubicBezTo>
                  <a:pt x="13292" y="9010"/>
                  <a:pt x="13339" y="9724"/>
                  <a:pt x="13227" y="10203"/>
                </a:cubicBezTo>
                <a:cubicBezTo>
                  <a:pt x="13174" y="10429"/>
                  <a:pt x="13183" y="10624"/>
                  <a:pt x="13115" y="10829"/>
                </a:cubicBezTo>
                <a:cubicBezTo>
                  <a:pt x="12865" y="11589"/>
                  <a:pt x="12498" y="12293"/>
                  <a:pt x="11668" y="12488"/>
                </a:cubicBezTo>
                <a:cubicBezTo>
                  <a:pt x="11121" y="12618"/>
                  <a:pt x="10711" y="12284"/>
                  <a:pt x="10576" y="11941"/>
                </a:cubicBezTo>
                <a:cubicBezTo>
                  <a:pt x="10538" y="11846"/>
                  <a:pt x="10474" y="11677"/>
                  <a:pt x="10512" y="11518"/>
                </a:cubicBezTo>
                <a:cubicBezTo>
                  <a:pt x="10656" y="10901"/>
                  <a:pt x="10865" y="10349"/>
                  <a:pt x="11026" y="9733"/>
                </a:cubicBezTo>
                <a:cubicBezTo>
                  <a:pt x="11179" y="9146"/>
                  <a:pt x="10888" y="8683"/>
                  <a:pt x="10431" y="8575"/>
                </a:cubicBezTo>
                <a:cubicBezTo>
                  <a:pt x="9863" y="8439"/>
                  <a:pt x="9424" y="8966"/>
                  <a:pt x="9274" y="9310"/>
                </a:cubicBezTo>
                <a:cubicBezTo>
                  <a:pt x="9155" y="9584"/>
                  <a:pt x="9083" y="10089"/>
                  <a:pt x="9177" y="10453"/>
                </a:cubicBezTo>
                <a:cubicBezTo>
                  <a:pt x="9207" y="10569"/>
                  <a:pt x="9347" y="10878"/>
                  <a:pt x="9322" y="10986"/>
                </a:cubicBezTo>
                <a:cubicBezTo>
                  <a:pt x="9213" y="11462"/>
                  <a:pt x="9088" y="11974"/>
                  <a:pt x="8953" y="12442"/>
                </a:cubicBezTo>
                <a:cubicBezTo>
                  <a:pt x="8812" y="12929"/>
                  <a:pt x="8736" y="13427"/>
                  <a:pt x="8599" y="13898"/>
                </a:cubicBezTo>
                <a:cubicBezTo>
                  <a:pt x="8536" y="14114"/>
                  <a:pt x="8539" y="14346"/>
                  <a:pt x="8487" y="14571"/>
                </a:cubicBezTo>
                <a:lnTo>
                  <a:pt x="8487" y="14900"/>
                </a:lnTo>
                <a:cubicBezTo>
                  <a:pt x="8440" y="15108"/>
                  <a:pt x="8475" y="15478"/>
                  <a:pt x="8519" y="15683"/>
                </a:cubicBezTo>
                <a:cubicBezTo>
                  <a:pt x="8547" y="15815"/>
                  <a:pt x="8502" y="15978"/>
                  <a:pt x="8567" y="16074"/>
                </a:cubicBezTo>
                <a:cubicBezTo>
                  <a:pt x="8568" y="16144"/>
                  <a:pt x="8577" y="16160"/>
                  <a:pt x="8599" y="16200"/>
                </a:cubicBezTo>
                <a:cubicBezTo>
                  <a:pt x="8800" y="16194"/>
                  <a:pt x="9078" y="15665"/>
                  <a:pt x="9177" y="15511"/>
                </a:cubicBezTo>
                <a:cubicBezTo>
                  <a:pt x="9369" y="15216"/>
                  <a:pt x="9546" y="14901"/>
                  <a:pt x="9692" y="14556"/>
                </a:cubicBezTo>
                <a:cubicBezTo>
                  <a:pt x="9823" y="14245"/>
                  <a:pt x="9844" y="13901"/>
                  <a:pt x="9949" y="13569"/>
                </a:cubicBezTo>
                <a:cubicBezTo>
                  <a:pt x="10025" y="13329"/>
                  <a:pt x="10133" y="13049"/>
                  <a:pt x="10158" y="12786"/>
                </a:cubicBezTo>
                <a:lnTo>
                  <a:pt x="10174" y="12786"/>
                </a:lnTo>
                <a:cubicBezTo>
                  <a:pt x="10216" y="12930"/>
                  <a:pt x="10367" y="13035"/>
                  <a:pt x="10480" y="13115"/>
                </a:cubicBezTo>
                <a:cubicBezTo>
                  <a:pt x="10833" y="13367"/>
                  <a:pt x="11441" y="13600"/>
                  <a:pt x="12102" y="13444"/>
                </a:cubicBezTo>
                <a:cubicBezTo>
                  <a:pt x="12850" y="13267"/>
                  <a:pt x="13446" y="12916"/>
                  <a:pt x="13838" y="12394"/>
                </a:cubicBezTo>
                <a:cubicBezTo>
                  <a:pt x="14127" y="12011"/>
                  <a:pt x="14345" y="11567"/>
                  <a:pt x="14513" y="11064"/>
                </a:cubicBezTo>
                <a:cubicBezTo>
                  <a:pt x="14596" y="10817"/>
                  <a:pt x="14613" y="10543"/>
                  <a:pt x="14674" y="10281"/>
                </a:cubicBezTo>
                <a:cubicBezTo>
                  <a:pt x="14827" y="9624"/>
                  <a:pt x="14623" y="8833"/>
                  <a:pt x="14433" y="8402"/>
                </a:cubicBezTo>
                <a:cubicBezTo>
                  <a:pt x="13856" y="7098"/>
                  <a:pt x="12630" y="6354"/>
                  <a:pt x="10672" y="638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2" name="Shape 2863"/>
          <p:cNvSpPr/>
          <p:nvPr/>
        </p:nvSpPr>
        <p:spPr>
          <a:xfrm>
            <a:off x="5487840" y="279864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281" y="6871"/>
                </a:moveTo>
                <a:cubicBezTo>
                  <a:pt x="12915" y="6830"/>
                  <a:pt x="11990" y="7537"/>
                  <a:pt x="11505" y="8992"/>
                </a:cubicBezTo>
                <a:cubicBezTo>
                  <a:pt x="11755" y="8897"/>
                  <a:pt x="11997" y="8849"/>
                  <a:pt x="12232" y="8849"/>
                </a:cubicBezTo>
                <a:cubicBezTo>
                  <a:pt x="12732" y="8849"/>
                  <a:pt x="12952" y="9108"/>
                  <a:pt x="12893" y="9624"/>
                </a:cubicBezTo>
                <a:cubicBezTo>
                  <a:pt x="12864" y="9937"/>
                  <a:pt x="12643" y="10393"/>
                  <a:pt x="12232" y="10991"/>
                </a:cubicBezTo>
                <a:cubicBezTo>
                  <a:pt x="11821" y="11589"/>
                  <a:pt x="11513" y="11888"/>
                  <a:pt x="11307" y="11888"/>
                </a:cubicBezTo>
                <a:cubicBezTo>
                  <a:pt x="11043" y="11888"/>
                  <a:pt x="10800" y="11426"/>
                  <a:pt x="10580" y="10502"/>
                </a:cubicBezTo>
                <a:cubicBezTo>
                  <a:pt x="10506" y="10230"/>
                  <a:pt x="10374" y="9536"/>
                  <a:pt x="10183" y="8421"/>
                </a:cubicBezTo>
                <a:cubicBezTo>
                  <a:pt x="10007" y="7388"/>
                  <a:pt x="9537" y="6905"/>
                  <a:pt x="8774" y="6973"/>
                </a:cubicBezTo>
                <a:cubicBezTo>
                  <a:pt x="8450" y="7000"/>
                  <a:pt x="7966" y="7272"/>
                  <a:pt x="7320" y="7789"/>
                </a:cubicBezTo>
                <a:cubicBezTo>
                  <a:pt x="6849" y="8183"/>
                  <a:pt x="6372" y="8577"/>
                  <a:pt x="5888" y="8972"/>
                </a:cubicBezTo>
                <a:lnTo>
                  <a:pt x="6350" y="9522"/>
                </a:lnTo>
                <a:cubicBezTo>
                  <a:pt x="6790" y="9237"/>
                  <a:pt x="7047" y="9094"/>
                  <a:pt x="7121" y="9094"/>
                </a:cubicBezTo>
                <a:cubicBezTo>
                  <a:pt x="7459" y="9094"/>
                  <a:pt x="7774" y="9583"/>
                  <a:pt x="8068" y="10562"/>
                </a:cubicBezTo>
                <a:cubicBezTo>
                  <a:pt x="8333" y="11460"/>
                  <a:pt x="8597" y="12358"/>
                  <a:pt x="8861" y="13255"/>
                </a:cubicBezTo>
                <a:cubicBezTo>
                  <a:pt x="9258" y="14234"/>
                  <a:pt x="9743" y="14723"/>
                  <a:pt x="10316" y="14723"/>
                </a:cubicBezTo>
                <a:cubicBezTo>
                  <a:pt x="11241" y="14723"/>
                  <a:pt x="12372" y="13921"/>
                  <a:pt x="13709" y="12317"/>
                </a:cubicBezTo>
                <a:cubicBezTo>
                  <a:pt x="15001" y="10780"/>
                  <a:pt x="15669" y="9570"/>
                  <a:pt x="15713" y="8686"/>
                </a:cubicBezTo>
                <a:cubicBezTo>
                  <a:pt x="15772" y="7503"/>
                  <a:pt x="15295" y="6898"/>
                  <a:pt x="14281" y="687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3" name="Shape 2864"/>
          <p:cNvSpPr/>
          <p:nvPr/>
        </p:nvSpPr>
        <p:spPr>
          <a:xfrm>
            <a:off x="5888160" y="279864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4725" y="7359"/>
                </a:moveTo>
                <a:lnTo>
                  <a:pt x="13743" y="7359"/>
                </a:lnTo>
                <a:lnTo>
                  <a:pt x="13743" y="8833"/>
                </a:lnTo>
                <a:lnTo>
                  <a:pt x="12265" y="8833"/>
                </a:lnTo>
                <a:lnTo>
                  <a:pt x="12265" y="9816"/>
                </a:lnTo>
                <a:lnTo>
                  <a:pt x="13743" y="9816"/>
                </a:lnTo>
                <a:lnTo>
                  <a:pt x="13743" y="11283"/>
                </a:lnTo>
                <a:lnTo>
                  <a:pt x="14725" y="11283"/>
                </a:lnTo>
                <a:lnTo>
                  <a:pt x="14725" y="9816"/>
                </a:lnTo>
                <a:lnTo>
                  <a:pt x="16205" y="9816"/>
                </a:lnTo>
                <a:lnTo>
                  <a:pt x="16205" y="8833"/>
                </a:lnTo>
                <a:lnTo>
                  <a:pt x="14725" y="8833"/>
                </a:lnTo>
                <a:cubicBezTo>
                  <a:pt x="14725" y="8833"/>
                  <a:pt x="14725" y="7359"/>
                  <a:pt x="14725" y="7359"/>
                </a:cubicBezTo>
                <a:close/>
                <a:moveTo>
                  <a:pt x="9321" y="13946"/>
                </a:moveTo>
                <a:cubicBezTo>
                  <a:pt x="8620" y="13946"/>
                  <a:pt x="8071" y="13495"/>
                  <a:pt x="8071" y="12919"/>
                </a:cubicBezTo>
                <a:cubicBezTo>
                  <a:pt x="8071" y="12392"/>
                  <a:pt x="8713" y="11929"/>
                  <a:pt x="9446" y="11929"/>
                </a:cubicBezTo>
                <a:lnTo>
                  <a:pt x="9446" y="11723"/>
                </a:lnTo>
                <a:lnTo>
                  <a:pt x="9447" y="11723"/>
                </a:lnTo>
                <a:lnTo>
                  <a:pt x="9465" y="11929"/>
                </a:lnTo>
                <a:cubicBezTo>
                  <a:pt x="9624" y="11930"/>
                  <a:pt x="9777" y="11954"/>
                  <a:pt x="9922" y="12000"/>
                </a:cubicBezTo>
                <a:lnTo>
                  <a:pt x="10067" y="12104"/>
                </a:lnTo>
                <a:cubicBezTo>
                  <a:pt x="10440" y="12371"/>
                  <a:pt x="10637" y="12521"/>
                  <a:pt x="10695" y="12764"/>
                </a:cubicBezTo>
                <a:cubicBezTo>
                  <a:pt x="10710" y="12827"/>
                  <a:pt x="10717" y="12891"/>
                  <a:pt x="10717" y="12954"/>
                </a:cubicBezTo>
                <a:cubicBezTo>
                  <a:pt x="10717" y="13612"/>
                  <a:pt x="10247" y="13946"/>
                  <a:pt x="9321" y="13946"/>
                </a:cubicBezTo>
                <a:moveTo>
                  <a:pt x="8542" y="8739"/>
                </a:moveTo>
                <a:cubicBezTo>
                  <a:pt x="8495" y="8362"/>
                  <a:pt x="8574" y="8014"/>
                  <a:pt x="8754" y="7806"/>
                </a:cubicBezTo>
                <a:cubicBezTo>
                  <a:pt x="8864" y="7680"/>
                  <a:pt x="9006" y="7613"/>
                  <a:pt x="9164" y="7613"/>
                </a:cubicBezTo>
                <a:lnTo>
                  <a:pt x="9164" y="7409"/>
                </a:lnTo>
                <a:lnTo>
                  <a:pt x="9182" y="7613"/>
                </a:lnTo>
                <a:cubicBezTo>
                  <a:pt x="9653" y="7628"/>
                  <a:pt x="10105" y="8185"/>
                  <a:pt x="10189" y="8855"/>
                </a:cubicBezTo>
                <a:cubicBezTo>
                  <a:pt x="10237" y="9239"/>
                  <a:pt x="10155" y="9596"/>
                  <a:pt x="9970" y="9809"/>
                </a:cubicBezTo>
                <a:cubicBezTo>
                  <a:pt x="9860" y="9935"/>
                  <a:pt x="9722" y="10002"/>
                  <a:pt x="9550" y="10001"/>
                </a:cubicBezTo>
                <a:lnTo>
                  <a:pt x="9549" y="10001"/>
                </a:lnTo>
                <a:cubicBezTo>
                  <a:pt x="9087" y="9988"/>
                  <a:pt x="8626" y="9409"/>
                  <a:pt x="8542" y="8739"/>
                </a:cubicBezTo>
                <a:moveTo>
                  <a:pt x="10838" y="11196"/>
                </a:moveTo>
                <a:cubicBezTo>
                  <a:pt x="10586" y="11009"/>
                  <a:pt x="10351" y="10732"/>
                  <a:pt x="10342" y="10646"/>
                </a:cubicBezTo>
                <a:cubicBezTo>
                  <a:pt x="10342" y="10499"/>
                  <a:pt x="10342" y="10431"/>
                  <a:pt x="10689" y="10148"/>
                </a:cubicBezTo>
                <a:cubicBezTo>
                  <a:pt x="11138" y="9780"/>
                  <a:pt x="11386" y="9295"/>
                  <a:pt x="11386" y="8784"/>
                </a:cubicBezTo>
                <a:cubicBezTo>
                  <a:pt x="11386" y="8342"/>
                  <a:pt x="11262" y="7947"/>
                  <a:pt x="11050" y="7659"/>
                </a:cubicBezTo>
                <a:lnTo>
                  <a:pt x="11238" y="7659"/>
                </a:lnTo>
                <a:lnTo>
                  <a:pt x="12276" y="6873"/>
                </a:lnTo>
                <a:lnTo>
                  <a:pt x="9463" y="6873"/>
                </a:lnTo>
                <a:cubicBezTo>
                  <a:pt x="8335" y="6873"/>
                  <a:pt x="7345" y="7759"/>
                  <a:pt x="7345" y="8769"/>
                </a:cubicBezTo>
                <a:cubicBezTo>
                  <a:pt x="7345" y="9812"/>
                  <a:pt x="8109" y="10605"/>
                  <a:pt x="9137" y="10648"/>
                </a:cubicBezTo>
                <a:cubicBezTo>
                  <a:pt x="9121" y="10722"/>
                  <a:pt x="9113" y="10795"/>
                  <a:pt x="9113" y="10868"/>
                </a:cubicBezTo>
                <a:cubicBezTo>
                  <a:pt x="9113" y="11018"/>
                  <a:pt x="9147" y="11162"/>
                  <a:pt x="9216" y="11300"/>
                </a:cubicBezTo>
                <a:cubicBezTo>
                  <a:pt x="7943" y="11309"/>
                  <a:pt x="6870" y="12161"/>
                  <a:pt x="6870" y="13167"/>
                </a:cubicBezTo>
                <a:cubicBezTo>
                  <a:pt x="6870" y="14071"/>
                  <a:pt x="7903" y="14727"/>
                  <a:pt x="9325" y="14727"/>
                </a:cubicBezTo>
                <a:cubicBezTo>
                  <a:pt x="10861" y="14727"/>
                  <a:pt x="11690" y="13766"/>
                  <a:pt x="11690" y="12860"/>
                </a:cubicBezTo>
                <a:cubicBezTo>
                  <a:pt x="11690" y="12108"/>
                  <a:pt x="11459" y="11656"/>
                  <a:pt x="10838" y="11196"/>
                </a:cubicBezTo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4" name="Shape 2865"/>
          <p:cNvSpPr/>
          <p:nvPr/>
        </p:nvSpPr>
        <p:spPr>
          <a:xfrm>
            <a:off x="6288120" y="279864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3430" y="9320"/>
                </a:moveTo>
                <a:cubicBezTo>
                  <a:pt x="11975" y="9320"/>
                  <a:pt x="11780" y="10196"/>
                  <a:pt x="11780" y="10196"/>
                </a:cubicBezTo>
                <a:lnTo>
                  <a:pt x="11782" y="9327"/>
                </a:lnTo>
                <a:lnTo>
                  <a:pt x="9818" y="9327"/>
                </a:lnTo>
                <a:lnTo>
                  <a:pt x="9818" y="14727"/>
                </a:lnTo>
                <a:lnTo>
                  <a:pt x="11782" y="14727"/>
                </a:lnTo>
                <a:lnTo>
                  <a:pt x="11782" y="11782"/>
                </a:lnTo>
                <a:cubicBezTo>
                  <a:pt x="11782" y="11782"/>
                  <a:pt x="11782" y="10793"/>
                  <a:pt x="12616" y="10793"/>
                </a:cubicBezTo>
                <a:cubicBezTo>
                  <a:pt x="13086" y="10793"/>
                  <a:pt x="13255" y="11232"/>
                  <a:pt x="13255" y="11782"/>
                </a:cubicBezTo>
                <a:lnTo>
                  <a:pt x="13255" y="14727"/>
                </a:lnTo>
                <a:lnTo>
                  <a:pt x="15218" y="14727"/>
                </a:lnTo>
                <a:lnTo>
                  <a:pt x="15218" y="11782"/>
                </a:lnTo>
                <a:cubicBezTo>
                  <a:pt x="15218" y="10245"/>
                  <a:pt x="14550" y="9320"/>
                  <a:pt x="13430" y="9320"/>
                </a:cubicBezTo>
                <a:moveTo>
                  <a:pt x="6873" y="14727"/>
                </a:moveTo>
                <a:lnTo>
                  <a:pt x="8829" y="14727"/>
                </a:lnTo>
                <a:lnTo>
                  <a:pt x="8829" y="9320"/>
                </a:lnTo>
                <a:lnTo>
                  <a:pt x="6873" y="9320"/>
                </a:lnTo>
                <a:cubicBezTo>
                  <a:pt x="6873" y="9320"/>
                  <a:pt x="6873" y="14727"/>
                  <a:pt x="6873" y="14727"/>
                </a:cubicBezTo>
                <a:close/>
                <a:moveTo>
                  <a:pt x="7851" y="6873"/>
                </a:moveTo>
                <a:cubicBezTo>
                  <a:pt x="7311" y="6873"/>
                  <a:pt x="6873" y="7313"/>
                  <a:pt x="6873" y="7856"/>
                </a:cubicBezTo>
                <a:cubicBezTo>
                  <a:pt x="6873" y="8399"/>
                  <a:pt x="7311" y="8839"/>
                  <a:pt x="7851" y="8839"/>
                </a:cubicBezTo>
                <a:cubicBezTo>
                  <a:pt x="8391" y="8839"/>
                  <a:pt x="8829" y="8399"/>
                  <a:pt x="8829" y="7856"/>
                </a:cubicBezTo>
                <a:cubicBezTo>
                  <a:pt x="8829" y="7313"/>
                  <a:pt x="8391" y="6873"/>
                  <a:pt x="7851" y="687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5" name="Shape 2866"/>
          <p:cNvSpPr/>
          <p:nvPr/>
        </p:nvSpPr>
        <p:spPr>
          <a:xfrm>
            <a:off x="6688080" y="279864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1591" y="13291"/>
                </a:moveTo>
                <a:cubicBezTo>
                  <a:pt x="11452" y="13214"/>
                  <a:pt x="11342" y="13108"/>
                  <a:pt x="11291" y="12978"/>
                </a:cubicBezTo>
                <a:cubicBezTo>
                  <a:pt x="11284" y="12956"/>
                  <a:pt x="11290" y="10299"/>
                  <a:pt x="11290" y="10299"/>
                </a:cubicBezTo>
                <a:lnTo>
                  <a:pt x="13256" y="10299"/>
                </a:lnTo>
                <a:lnTo>
                  <a:pt x="13256" y="8836"/>
                </a:lnTo>
                <a:lnTo>
                  <a:pt x="11292" y="8836"/>
                </a:lnTo>
                <a:lnTo>
                  <a:pt x="11292" y="6873"/>
                </a:lnTo>
                <a:lnTo>
                  <a:pt x="10042" y="6879"/>
                </a:lnTo>
                <a:cubicBezTo>
                  <a:pt x="9988" y="7284"/>
                  <a:pt x="9891" y="7618"/>
                  <a:pt x="9750" y="7879"/>
                </a:cubicBezTo>
                <a:cubicBezTo>
                  <a:pt x="9608" y="8142"/>
                  <a:pt x="9420" y="8366"/>
                  <a:pt x="9187" y="8553"/>
                </a:cubicBezTo>
                <a:cubicBezTo>
                  <a:pt x="8953" y="8740"/>
                  <a:pt x="8672" y="8883"/>
                  <a:pt x="8344" y="8984"/>
                </a:cubicBezTo>
                <a:lnTo>
                  <a:pt x="8345" y="10309"/>
                </a:lnTo>
                <a:lnTo>
                  <a:pt x="9328" y="10299"/>
                </a:lnTo>
                <a:lnTo>
                  <a:pt x="9328" y="12846"/>
                </a:lnTo>
                <a:cubicBezTo>
                  <a:pt x="9328" y="13204"/>
                  <a:pt x="9369" y="13478"/>
                  <a:pt x="9448" y="13667"/>
                </a:cubicBezTo>
                <a:cubicBezTo>
                  <a:pt x="9528" y="13856"/>
                  <a:pt x="9671" y="14034"/>
                  <a:pt x="9879" y="14202"/>
                </a:cubicBezTo>
                <a:cubicBezTo>
                  <a:pt x="10086" y="14370"/>
                  <a:pt x="10336" y="14498"/>
                  <a:pt x="10629" y="14589"/>
                </a:cubicBezTo>
                <a:cubicBezTo>
                  <a:pt x="10922" y="14679"/>
                  <a:pt x="11238" y="14727"/>
                  <a:pt x="11620" y="14727"/>
                </a:cubicBezTo>
                <a:cubicBezTo>
                  <a:pt x="11955" y="14727"/>
                  <a:pt x="12228" y="14693"/>
                  <a:pt x="12517" y="14629"/>
                </a:cubicBezTo>
                <a:cubicBezTo>
                  <a:pt x="12806" y="14566"/>
                  <a:pt x="13221" y="14455"/>
                  <a:pt x="13578" y="14297"/>
                </a:cubicBezTo>
                <a:lnTo>
                  <a:pt x="13583" y="13091"/>
                </a:lnTo>
                <a:cubicBezTo>
                  <a:pt x="13165" y="13349"/>
                  <a:pt x="12648" y="13447"/>
                  <a:pt x="12225" y="13447"/>
                </a:cubicBezTo>
                <a:cubicBezTo>
                  <a:pt x="11987" y="13447"/>
                  <a:pt x="11776" y="13395"/>
                  <a:pt x="11591" y="1329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6" name="Shape 2867"/>
          <p:cNvSpPr/>
          <p:nvPr/>
        </p:nvSpPr>
        <p:spPr>
          <a:xfrm>
            <a:off x="7088040" y="279864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4291" y="6986"/>
                </a:moveTo>
                <a:cubicBezTo>
                  <a:pt x="14241" y="6976"/>
                  <a:pt x="14187" y="6971"/>
                  <a:pt x="14134" y="6971"/>
                </a:cubicBezTo>
                <a:cubicBezTo>
                  <a:pt x="13808" y="6971"/>
                  <a:pt x="13598" y="7166"/>
                  <a:pt x="13572" y="7494"/>
                </a:cubicBezTo>
                <a:cubicBezTo>
                  <a:pt x="13242" y="11704"/>
                  <a:pt x="13044" y="12909"/>
                  <a:pt x="13042" y="12921"/>
                </a:cubicBezTo>
                <a:lnTo>
                  <a:pt x="13046" y="13020"/>
                </a:lnTo>
                <a:lnTo>
                  <a:pt x="13142" y="13032"/>
                </a:lnTo>
                <a:lnTo>
                  <a:pt x="13172" y="13032"/>
                </a:lnTo>
                <a:cubicBezTo>
                  <a:pt x="13281" y="13032"/>
                  <a:pt x="13386" y="13050"/>
                  <a:pt x="13473" y="13085"/>
                </a:cubicBezTo>
                <a:lnTo>
                  <a:pt x="13579" y="13126"/>
                </a:lnTo>
                <a:lnTo>
                  <a:pt x="13598" y="13012"/>
                </a:lnTo>
                <a:cubicBezTo>
                  <a:pt x="13837" y="11522"/>
                  <a:pt x="14296" y="9525"/>
                  <a:pt x="14542" y="8453"/>
                </a:cubicBezTo>
                <a:cubicBezTo>
                  <a:pt x="14618" y="8121"/>
                  <a:pt x="14675" y="7877"/>
                  <a:pt x="14698" y="7763"/>
                </a:cubicBezTo>
                <a:cubicBezTo>
                  <a:pt x="14745" y="7530"/>
                  <a:pt x="14724" y="7343"/>
                  <a:pt x="14637" y="7206"/>
                </a:cubicBezTo>
                <a:cubicBezTo>
                  <a:pt x="14563" y="7092"/>
                  <a:pt x="14447" y="7018"/>
                  <a:pt x="14291" y="6986"/>
                </a:cubicBezTo>
                <a:moveTo>
                  <a:pt x="13280" y="13606"/>
                </a:moveTo>
                <a:cubicBezTo>
                  <a:pt x="12921" y="13524"/>
                  <a:pt x="12660" y="13682"/>
                  <a:pt x="12569" y="14030"/>
                </a:cubicBezTo>
                <a:cubicBezTo>
                  <a:pt x="12528" y="14187"/>
                  <a:pt x="12550" y="14335"/>
                  <a:pt x="12631" y="14459"/>
                </a:cubicBezTo>
                <a:cubicBezTo>
                  <a:pt x="12706" y="14574"/>
                  <a:pt x="12831" y="14661"/>
                  <a:pt x="12982" y="14701"/>
                </a:cubicBezTo>
                <a:cubicBezTo>
                  <a:pt x="13045" y="14719"/>
                  <a:pt x="13109" y="14728"/>
                  <a:pt x="13172" y="14728"/>
                </a:cubicBezTo>
                <a:cubicBezTo>
                  <a:pt x="13438" y="14728"/>
                  <a:pt x="13639" y="14578"/>
                  <a:pt x="13698" y="14338"/>
                </a:cubicBezTo>
                <a:cubicBezTo>
                  <a:pt x="13741" y="14156"/>
                  <a:pt x="13722" y="13990"/>
                  <a:pt x="13643" y="13857"/>
                </a:cubicBezTo>
                <a:cubicBezTo>
                  <a:pt x="13567" y="13732"/>
                  <a:pt x="13439" y="13644"/>
                  <a:pt x="13280" y="13606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3098" y="6884"/>
                </a:moveTo>
                <a:lnTo>
                  <a:pt x="12930" y="6884"/>
                </a:lnTo>
                <a:lnTo>
                  <a:pt x="12906" y="6887"/>
                </a:lnTo>
                <a:cubicBezTo>
                  <a:pt x="12646" y="6961"/>
                  <a:pt x="12244" y="6961"/>
                  <a:pt x="11983" y="6887"/>
                </a:cubicBezTo>
                <a:lnTo>
                  <a:pt x="11902" y="6884"/>
                </a:lnTo>
                <a:lnTo>
                  <a:pt x="9988" y="10156"/>
                </a:lnTo>
                <a:lnTo>
                  <a:pt x="8067" y="6873"/>
                </a:lnTo>
                <a:lnTo>
                  <a:pt x="8000" y="6891"/>
                </a:lnTo>
                <a:cubicBezTo>
                  <a:pt x="7739" y="6962"/>
                  <a:pt x="7347" y="6960"/>
                  <a:pt x="7088" y="6887"/>
                </a:cubicBezTo>
                <a:lnTo>
                  <a:pt x="6878" y="6884"/>
                </a:lnTo>
                <a:lnTo>
                  <a:pt x="9482" y="11392"/>
                </a:lnTo>
                <a:lnTo>
                  <a:pt x="9404" y="14626"/>
                </a:lnTo>
                <a:lnTo>
                  <a:pt x="9407" y="14722"/>
                </a:lnTo>
                <a:lnTo>
                  <a:pt x="9502" y="14722"/>
                </a:lnTo>
                <a:lnTo>
                  <a:pt x="9526" y="14719"/>
                </a:lnTo>
                <a:cubicBezTo>
                  <a:pt x="9786" y="14646"/>
                  <a:pt x="10190" y="14646"/>
                  <a:pt x="10449" y="14719"/>
                </a:cubicBezTo>
                <a:lnTo>
                  <a:pt x="10573" y="14722"/>
                </a:lnTo>
                <a:lnTo>
                  <a:pt x="10512" y="11391"/>
                </a:lnTo>
                <a:cubicBezTo>
                  <a:pt x="10600" y="11229"/>
                  <a:pt x="11150" y="10205"/>
                  <a:pt x="11738" y="9180"/>
                </a:cubicBezTo>
                <a:cubicBezTo>
                  <a:pt x="12342" y="8126"/>
                  <a:pt x="13008" y="7040"/>
                  <a:pt x="13015" y="7029"/>
                </a:cubicBezTo>
                <a:cubicBezTo>
                  <a:pt x="13015" y="7029"/>
                  <a:pt x="13098" y="6884"/>
                  <a:pt x="13098" y="688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7" name="Shape 2868"/>
          <p:cNvSpPr/>
          <p:nvPr/>
        </p:nvSpPr>
        <p:spPr>
          <a:xfrm>
            <a:off x="7488360" y="279864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3062" y="5890"/>
                </a:moveTo>
                <a:lnTo>
                  <a:pt x="10786" y="7776"/>
                </a:lnTo>
                <a:lnTo>
                  <a:pt x="13925" y="9725"/>
                </a:lnTo>
                <a:lnTo>
                  <a:pt x="16200" y="7926"/>
                </a:lnTo>
                <a:cubicBezTo>
                  <a:pt x="16200" y="7926"/>
                  <a:pt x="13062" y="5890"/>
                  <a:pt x="13062" y="5890"/>
                </a:cubicBezTo>
                <a:close/>
                <a:moveTo>
                  <a:pt x="5400" y="8027"/>
                </a:moveTo>
                <a:lnTo>
                  <a:pt x="7647" y="9763"/>
                </a:lnTo>
                <a:lnTo>
                  <a:pt x="10786" y="7776"/>
                </a:lnTo>
                <a:lnTo>
                  <a:pt x="8630" y="5891"/>
                </a:lnTo>
                <a:cubicBezTo>
                  <a:pt x="8630" y="5891"/>
                  <a:pt x="5400" y="8027"/>
                  <a:pt x="5400" y="8027"/>
                </a:cubicBezTo>
                <a:close/>
                <a:moveTo>
                  <a:pt x="12965" y="14699"/>
                </a:moveTo>
                <a:lnTo>
                  <a:pt x="12958" y="14707"/>
                </a:lnTo>
                <a:lnTo>
                  <a:pt x="10801" y="13100"/>
                </a:lnTo>
                <a:lnTo>
                  <a:pt x="8731" y="14685"/>
                </a:lnTo>
                <a:lnTo>
                  <a:pt x="8712" y="14715"/>
                </a:lnTo>
                <a:lnTo>
                  <a:pt x="7571" y="14025"/>
                </a:lnTo>
                <a:lnTo>
                  <a:pt x="7571" y="14627"/>
                </a:lnTo>
                <a:lnTo>
                  <a:pt x="10799" y="16692"/>
                </a:lnTo>
                <a:lnTo>
                  <a:pt x="14000" y="14627"/>
                </a:lnTo>
                <a:lnTo>
                  <a:pt x="14000" y="14067"/>
                </a:lnTo>
                <a:lnTo>
                  <a:pt x="12965" y="14699"/>
                </a:lnTo>
                <a:cubicBezTo>
                  <a:pt x="12965" y="14699"/>
                  <a:pt x="12965" y="14699"/>
                  <a:pt x="12965" y="14699"/>
                </a:cubicBezTo>
                <a:close/>
                <a:moveTo>
                  <a:pt x="7642" y="9766"/>
                </a:moveTo>
                <a:lnTo>
                  <a:pt x="5404" y="11577"/>
                </a:lnTo>
                <a:lnTo>
                  <a:pt x="7350" y="12746"/>
                </a:lnTo>
                <a:lnTo>
                  <a:pt x="7351" y="12745"/>
                </a:lnTo>
                <a:lnTo>
                  <a:pt x="7775" y="13002"/>
                </a:lnTo>
                <a:lnTo>
                  <a:pt x="8631" y="13516"/>
                </a:lnTo>
                <a:lnTo>
                  <a:pt x="10063" y="12429"/>
                </a:lnTo>
                <a:lnTo>
                  <a:pt x="10780" y="11880"/>
                </a:lnTo>
                <a:lnTo>
                  <a:pt x="10782" y="11882"/>
                </a:lnTo>
                <a:lnTo>
                  <a:pt x="10786" y="11880"/>
                </a:lnTo>
                <a:lnTo>
                  <a:pt x="10798" y="11888"/>
                </a:lnTo>
                <a:lnTo>
                  <a:pt x="10805" y="11880"/>
                </a:lnTo>
                <a:lnTo>
                  <a:pt x="12509" y="13148"/>
                </a:lnTo>
                <a:lnTo>
                  <a:pt x="13007" y="13515"/>
                </a:lnTo>
                <a:lnTo>
                  <a:pt x="16198" y="11575"/>
                </a:lnTo>
                <a:lnTo>
                  <a:pt x="13925" y="9727"/>
                </a:lnTo>
                <a:lnTo>
                  <a:pt x="10788" y="11715"/>
                </a:lnTo>
                <a:cubicBezTo>
                  <a:pt x="10788" y="11715"/>
                  <a:pt x="7642" y="9766"/>
                  <a:pt x="7642" y="9766"/>
                </a:cubicBezTo>
                <a:close/>
                <a:moveTo>
                  <a:pt x="13925" y="9727"/>
                </a:moveTo>
                <a:lnTo>
                  <a:pt x="13925" y="9725"/>
                </a:lnTo>
                <a:lnTo>
                  <a:pt x="13925" y="9725"/>
                </a:lnTo>
                <a:lnTo>
                  <a:pt x="13924" y="9725"/>
                </a:lnTo>
                <a:cubicBezTo>
                  <a:pt x="13924" y="9725"/>
                  <a:pt x="13925" y="9727"/>
                  <a:pt x="13925" y="972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8" name="Shape 2869"/>
          <p:cNvSpPr/>
          <p:nvPr/>
        </p:nvSpPr>
        <p:spPr>
          <a:xfrm>
            <a:off x="7888320" y="279864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4727" y="13745"/>
                </a:moveTo>
                <a:cubicBezTo>
                  <a:pt x="14727" y="14287"/>
                  <a:pt x="14287" y="14727"/>
                  <a:pt x="13745" y="14727"/>
                </a:cubicBezTo>
                <a:lnTo>
                  <a:pt x="7855" y="14727"/>
                </a:lnTo>
                <a:cubicBezTo>
                  <a:pt x="7313" y="14727"/>
                  <a:pt x="6873" y="14287"/>
                  <a:pt x="6873" y="13745"/>
                </a:cubicBezTo>
                <a:lnTo>
                  <a:pt x="6873" y="10309"/>
                </a:lnTo>
                <a:lnTo>
                  <a:pt x="7904" y="10309"/>
                </a:lnTo>
                <a:cubicBezTo>
                  <a:pt x="7877" y="10470"/>
                  <a:pt x="7855" y="10632"/>
                  <a:pt x="7855" y="10800"/>
                </a:cubicBezTo>
                <a:cubicBezTo>
                  <a:pt x="7855" y="12427"/>
                  <a:pt x="9173" y="13745"/>
                  <a:pt x="10800" y="13745"/>
                </a:cubicBezTo>
                <a:cubicBezTo>
                  <a:pt x="12426" y="13745"/>
                  <a:pt x="13745" y="12427"/>
                  <a:pt x="13745" y="10800"/>
                </a:cubicBezTo>
                <a:cubicBezTo>
                  <a:pt x="13745" y="10632"/>
                  <a:pt x="13723" y="10470"/>
                  <a:pt x="13696" y="10309"/>
                </a:cubicBezTo>
                <a:lnTo>
                  <a:pt x="14727" y="10309"/>
                </a:lnTo>
                <a:cubicBezTo>
                  <a:pt x="14727" y="10309"/>
                  <a:pt x="14727" y="13745"/>
                  <a:pt x="14727" y="13745"/>
                </a:cubicBezTo>
                <a:close/>
                <a:moveTo>
                  <a:pt x="10800" y="8836"/>
                </a:moveTo>
                <a:cubicBezTo>
                  <a:pt x="11884" y="8836"/>
                  <a:pt x="12764" y="9716"/>
                  <a:pt x="12764" y="10800"/>
                </a:cubicBezTo>
                <a:cubicBezTo>
                  <a:pt x="12764" y="11884"/>
                  <a:pt x="11884" y="12764"/>
                  <a:pt x="10800" y="12764"/>
                </a:cubicBezTo>
                <a:cubicBezTo>
                  <a:pt x="9716" y="12764"/>
                  <a:pt x="8836" y="11884"/>
                  <a:pt x="8836" y="10800"/>
                </a:cubicBezTo>
                <a:cubicBezTo>
                  <a:pt x="8836" y="9716"/>
                  <a:pt x="9716" y="8836"/>
                  <a:pt x="10800" y="8836"/>
                </a:cubicBezTo>
                <a:moveTo>
                  <a:pt x="12764" y="7364"/>
                </a:moveTo>
                <a:lnTo>
                  <a:pt x="14236" y="7364"/>
                </a:lnTo>
                <a:lnTo>
                  <a:pt x="14236" y="8836"/>
                </a:lnTo>
                <a:lnTo>
                  <a:pt x="12764" y="8836"/>
                </a:lnTo>
                <a:cubicBezTo>
                  <a:pt x="12764" y="8836"/>
                  <a:pt x="12764" y="7364"/>
                  <a:pt x="12764" y="7364"/>
                </a:cubicBezTo>
                <a:close/>
                <a:moveTo>
                  <a:pt x="13745" y="5891"/>
                </a:moveTo>
                <a:lnTo>
                  <a:pt x="7855" y="5891"/>
                </a:lnTo>
                <a:cubicBezTo>
                  <a:pt x="6770" y="5891"/>
                  <a:pt x="5891" y="6770"/>
                  <a:pt x="5891" y="7855"/>
                </a:cubicBezTo>
                <a:lnTo>
                  <a:pt x="5891" y="13745"/>
                </a:lnTo>
                <a:cubicBezTo>
                  <a:pt x="5891" y="14830"/>
                  <a:pt x="6770" y="15709"/>
                  <a:pt x="7855" y="15709"/>
                </a:cubicBezTo>
                <a:lnTo>
                  <a:pt x="13745" y="15709"/>
                </a:lnTo>
                <a:cubicBezTo>
                  <a:pt x="14830" y="15709"/>
                  <a:pt x="15709" y="14830"/>
                  <a:pt x="15709" y="13745"/>
                </a:cubicBezTo>
                <a:lnTo>
                  <a:pt x="15709" y="7855"/>
                </a:lnTo>
                <a:cubicBezTo>
                  <a:pt x="15709" y="6770"/>
                  <a:pt x="14830" y="5891"/>
                  <a:pt x="13745" y="5891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9" name="Shape 2870"/>
          <p:cNvSpPr/>
          <p:nvPr/>
        </p:nvSpPr>
        <p:spPr>
          <a:xfrm>
            <a:off x="8288280" y="279864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5709" y="10800"/>
                </a:moveTo>
                <a:cubicBezTo>
                  <a:pt x="15709" y="12575"/>
                  <a:pt x="14764" y="14125"/>
                  <a:pt x="13353" y="14987"/>
                </a:cubicBezTo>
                <a:lnTo>
                  <a:pt x="14834" y="10707"/>
                </a:lnTo>
                <a:cubicBezTo>
                  <a:pt x="15118" y="9995"/>
                  <a:pt x="15213" y="9425"/>
                  <a:pt x="15213" y="8919"/>
                </a:cubicBezTo>
                <a:cubicBezTo>
                  <a:pt x="15213" y="8812"/>
                  <a:pt x="15201" y="8718"/>
                  <a:pt x="15194" y="8620"/>
                </a:cubicBezTo>
                <a:cubicBezTo>
                  <a:pt x="15521" y="9277"/>
                  <a:pt x="15709" y="10016"/>
                  <a:pt x="15709" y="10800"/>
                </a:cubicBezTo>
                <a:moveTo>
                  <a:pt x="11487" y="8460"/>
                </a:moveTo>
                <a:cubicBezTo>
                  <a:pt x="11788" y="8444"/>
                  <a:pt x="12059" y="8413"/>
                  <a:pt x="12059" y="8413"/>
                </a:cubicBezTo>
                <a:cubicBezTo>
                  <a:pt x="12328" y="8380"/>
                  <a:pt x="12296" y="7986"/>
                  <a:pt x="12027" y="8001"/>
                </a:cubicBezTo>
                <a:cubicBezTo>
                  <a:pt x="12027" y="8001"/>
                  <a:pt x="11219" y="8065"/>
                  <a:pt x="10697" y="8065"/>
                </a:cubicBezTo>
                <a:cubicBezTo>
                  <a:pt x="10206" y="8065"/>
                  <a:pt x="9382" y="8001"/>
                  <a:pt x="9382" y="8001"/>
                </a:cubicBezTo>
                <a:cubicBezTo>
                  <a:pt x="9113" y="7986"/>
                  <a:pt x="9082" y="8396"/>
                  <a:pt x="9351" y="8413"/>
                </a:cubicBezTo>
                <a:cubicBezTo>
                  <a:pt x="9351" y="8413"/>
                  <a:pt x="9605" y="8444"/>
                  <a:pt x="9874" y="8460"/>
                </a:cubicBezTo>
                <a:lnTo>
                  <a:pt x="10651" y="10590"/>
                </a:lnTo>
                <a:lnTo>
                  <a:pt x="9559" y="13866"/>
                </a:lnTo>
                <a:lnTo>
                  <a:pt x="7742" y="8460"/>
                </a:lnTo>
                <a:cubicBezTo>
                  <a:pt x="8042" y="8444"/>
                  <a:pt x="8313" y="8413"/>
                  <a:pt x="8313" y="8413"/>
                </a:cubicBezTo>
                <a:cubicBezTo>
                  <a:pt x="8581" y="8380"/>
                  <a:pt x="8550" y="7986"/>
                  <a:pt x="8281" y="8001"/>
                </a:cubicBezTo>
                <a:cubicBezTo>
                  <a:pt x="8281" y="8001"/>
                  <a:pt x="7473" y="8065"/>
                  <a:pt x="6951" y="8065"/>
                </a:cubicBezTo>
                <a:cubicBezTo>
                  <a:pt x="6885" y="8065"/>
                  <a:pt x="6805" y="8063"/>
                  <a:pt x="6726" y="8060"/>
                </a:cubicBezTo>
                <a:cubicBezTo>
                  <a:pt x="7608" y="6752"/>
                  <a:pt x="9103" y="5891"/>
                  <a:pt x="10800" y="5891"/>
                </a:cubicBezTo>
                <a:cubicBezTo>
                  <a:pt x="12045" y="5891"/>
                  <a:pt x="13178" y="6358"/>
                  <a:pt x="14044" y="7122"/>
                </a:cubicBezTo>
                <a:cubicBezTo>
                  <a:pt x="13590" y="7157"/>
                  <a:pt x="13299" y="7563"/>
                  <a:pt x="13299" y="8001"/>
                </a:cubicBezTo>
                <a:cubicBezTo>
                  <a:pt x="13299" y="8413"/>
                  <a:pt x="13505" y="8761"/>
                  <a:pt x="13758" y="9172"/>
                </a:cubicBezTo>
                <a:cubicBezTo>
                  <a:pt x="13948" y="9504"/>
                  <a:pt x="14169" y="9931"/>
                  <a:pt x="14169" y="10548"/>
                </a:cubicBezTo>
                <a:cubicBezTo>
                  <a:pt x="14169" y="10975"/>
                  <a:pt x="14005" y="11471"/>
                  <a:pt x="13790" y="12162"/>
                </a:cubicBezTo>
                <a:lnTo>
                  <a:pt x="13291" y="13825"/>
                </a:lnTo>
                <a:cubicBezTo>
                  <a:pt x="13291" y="13825"/>
                  <a:pt x="11487" y="8460"/>
                  <a:pt x="11487" y="8460"/>
                </a:cubicBezTo>
                <a:close/>
                <a:moveTo>
                  <a:pt x="10800" y="15709"/>
                </a:moveTo>
                <a:cubicBezTo>
                  <a:pt x="10320" y="15709"/>
                  <a:pt x="9857" y="15637"/>
                  <a:pt x="9417" y="15508"/>
                </a:cubicBezTo>
                <a:lnTo>
                  <a:pt x="10887" y="11237"/>
                </a:lnTo>
                <a:cubicBezTo>
                  <a:pt x="10887" y="11237"/>
                  <a:pt x="12211" y="14864"/>
                  <a:pt x="12426" y="15428"/>
                </a:cubicBezTo>
                <a:cubicBezTo>
                  <a:pt x="11916" y="15607"/>
                  <a:pt x="11370" y="15709"/>
                  <a:pt x="10800" y="15709"/>
                </a:cubicBezTo>
                <a:moveTo>
                  <a:pt x="5891" y="10800"/>
                </a:moveTo>
                <a:cubicBezTo>
                  <a:pt x="5891" y="10118"/>
                  <a:pt x="6030" y="9470"/>
                  <a:pt x="6281" y="8880"/>
                </a:cubicBezTo>
                <a:lnTo>
                  <a:pt x="8578" y="15174"/>
                </a:lnTo>
                <a:cubicBezTo>
                  <a:pt x="6985" y="14362"/>
                  <a:pt x="5891" y="12711"/>
                  <a:pt x="5891" y="10800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4" y="16691"/>
                  <a:pt x="16691" y="14054"/>
                  <a:pt x="16691" y="10800"/>
                </a:cubicBezTo>
                <a:cubicBezTo>
                  <a:pt x="16691" y="7547"/>
                  <a:pt x="14054" y="4909"/>
                  <a:pt x="10800" y="49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0" name="Shape 2871"/>
          <p:cNvSpPr/>
          <p:nvPr/>
        </p:nvSpPr>
        <p:spPr>
          <a:xfrm>
            <a:off x="4687920" y="31989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236" y="10309"/>
                </a:moveTo>
                <a:cubicBezTo>
                  <a:pt x="13552" y="10309"/>
                  <a:pt x="12889" y="10401"/>
                  <a:pt x="12252" y="10556"/>
                </a:cubicBezTo>
                <a:cubicBezTo>
                  <a:pt x="12104" y="10191"/>
                  <a:pt x="11941" y="9834"/>
                  <a:pt x="11763" y="9484"/>
                </a:cubicBezTo>
                <a:cubicBezTo>
                  <a:pt x="12783" y="9001"/>
                  <a:pt x="13728" y="8390"/>
                  <a:pt x="14592" y="7682"/>
                </a:cubicBezTo>
                <a:cubicBezTo>
                  <a:pt x="15222" y="8448"/>
                  <a:pt x="15619" y="9407"/>
                  <a:pt x="15692" y="10457"/>
                </a:cubicBezTo>
                <a:cubicBezTo>
                  <a:pt x="15218" y="10370"/>
                  <a:pt x="14736" y="10309"/>
                  <a:pt x="14236" y="10309"/>
                </a:cubicBezTo>
                <a:moveTo>
                  <a:pt x="13226" y="15065"/>
                </a:moveTo>
                <a:cubicBezTo>
                  <a:pt x="13168" y="13821"/>
                  <a:pt x="12957" y="12618"/>
                  <a:pt x="12590" y="11483"/>
                </a:cubicBezTo>
                <a:cubicBezTo>
                  <a:pt x="13120" y="11361"/>
                  <a:pt x="13669" y="11291"/>
                  <a:pt x="14236" y="11291"/>
                </a:cubicBezTo>
                <a:cubicBezTo>
                  <a:pt x="14726" y="11291"/>
                  <a:pt x="15199" y="11358"/>
                  <a:pt x="15661" y="11451"/>
                </a:cubicBezTo>
                <a:cubicBezTo>
                  <a:pt x="15455" y="13001"/>
                  <a:pt x="14529" y="14322"/>
                  <a:pt x="13226" y="15065"/>
                </a:cubicBezTo>
                <a:moveTo>
                  <a:pt x="10800" y="15709"/>
                </a:moveTo>
                <a:cubicBezTo>
                  <a:pt x="9746" y="15709"/>
                  <a:pt x="8772" y="15374"/>
                  <a:pt x="7971" y="14808"/>
                </a:cubicBezTo>
                <a:cubicBezTo>
                  <a:pt x="8822" y="13429"/>
                  <a:pt x="10108" y="12348"/>
                  <a:pt x="11646" y="11769"/>
                </a:cubicBezTo>
                <a:cubicBezTo>
                  <a:pt x="12027" y="12943"/>
                  <a:pt x="12241" y="14191"/>
                  <a:pt x="12264" y="15487"/>
                </a:cubicBezTo>
                <a:cubicBezTo>
                  <a:pt x="11801" y="15631"/>
                  <a:pt x="11310" y="15709"/>
                  <a:pt x="10800" y="15709"/>
                </a:cubicBezTo>
                <a:moveTo>
                  <a:pt x="5891" y="10800"/>
                </a:moveTo>
                <a:cubicBezTo>
                  <a:pt x="7641" y="10800"/>
                  <a:pt x="9313" y="10470"/>
                  <a:pt x="10852" y="9873"/>
                </a:cubicBezTo>
                <a:cubicBezTo>
                  <a:pt x="11016" y="10192"/>
                  <a:pt x="11171" y="10515"/>
                  <a:pt x="11309" y="10848"/>
                </a:cubicBezTo>
                <a:cubicBezTo>
                  <a:pt x="9614" y="11484"/>
                  <a:pt x="8190" y="12658"/>
                  <a:pt x="7225" y="14157"/>
                </a:cubicBezTo>
                <a:cubicBezTo>
                  <a:pt x="6400" y="13279"/>
                  <a:pt x="5891" y="12100"/>
                  <a:pt x="5891" y="10800"/>
                </a:cubicBezTo>
                <a:moveTo>
                  <a:pt x="8358" y="6546"/>
                </a:moveTo>
                <a:cubicBezTo>
                  <a:pt x="9117" y="7279"/>
                  <a:pt x="9793" y="8099"/>
                  <a:pt x="10353" y="9000"/>
                </a:cubicBezTo>
                <a:cubicBezTo>
                  <a:pt x="8991" y="9509"/>
                  <a:pt x="7526" y="9801"/>
                  <a:pt x="5990" y="9813"/>
                </a:cubicBezTo>
                <a:cubicBezTo>
                  <a:pt x="6276" y="8414"/>
                  <a:pt x="7158" y="7236"/>
                  <a:pt x="8358" y="6546"/>
                </a:cubicBezTo>
                <a:moveTo>
                  <a:pt x="10800" y="5891"/>
                </a:moveTo>
                <a:cubicBezTo>
                  <a:pt x="11968" y="5891"/>
                  <a:pt x="13040" y="6300"/>
                  <a:pt x="13882" y="6982"/>
                </a:cubicBezTo>
                <a:cubicBezTo>
                  <a:pt x="13087" y="7622"/>
                  <a:pt x="12217" y="8174"/>
                  <a:pt x="11282" y="8612"/>
                </a:cubicBezTo>
                <a:cubicBezTo>
                  <a:pt x="10732" y="7702"/>
                  <a:pt x="10073" y="6869"/>
                  <a:pt x="9333" y="6114"/>
                </a:cubicBezTo>
                <a:cubicBezTo>
                  <a:pt x="9797" y="5970"/>
                  <a:pt x="10289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3"/>
                  <a:pt x="7547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1" name="Shape 2872"/>
          <p:cNvSpPr/>
          <p:nvPr/>
        </p:nvSpPr>
        <p:spPr>
          <a:xfrm>
            <a:off x="5087880" y="31989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5929" y="7018"/>
                </a:moveTo>
                <a:cubicBezTo>
                  <a:pt x="15540" y="7246"/>
                  <a:pt x="15108" y="7411"/>
                  <a:pt x="14650" y="7499"/>
                </a:cubicBezTo>
                <a:cubicBezTo>
                  <a:pt x="14282" y="7114"/>
                  <a:pt x="13759" y="6874"/>
                  <a:pt x="13180" y="6874"/>
                </a:cubicBezTo>
                <a:cubicBezTo>
                  <a:pt x="12067" y="6874"/>
                  <a:pt x="11165" y="7762"/>
                  <a:pt x="11165" y="8856"/>
                </a:cubicBezTo>
                <a:cubicBezTo>
                  <a:pt x="11165" y="9011"/>
                  <a:pt x="11183" y="9162"/>
                  <a:pt x="11217" y="9308"/>
                </a:cubicBezTo>
                <a:cubicBezTo>
                  <a:pt x="9543" y="9225"/>
                  <a:pt x="8059" y="8436"/>
                  <a:pt x="7066" y="7236"/>
                </a:cubicBezTo>
                <a:cubicBezTo>
                  <a:pt x="6892" y="7529"/>
                  <a:pt x="6793" y="7870"/>
                  <a:pt x="6793" y="8233"/>
                </a:cubicBezTo>
                <a:cubicBezTo>
                  <a:pt x="6793" y="8921"/>
                  <a:pt x="7148" y="9528"/>
                  <a:pt x="7689" y="9883"/>
                </a:cubicBezTo>
                <a:cubicBezTo>
                  <a:pt x="7359" y="9873"/>
                  <a:pt x="7048" y="9784"/>
                  <a:pt x="6777" y="9635"/>
                </a:cubicBezTo>
                <a:cubicBezTo>
                  <a:pt x="6776" y="9644"/>
                  <a:pt x="6776" y="9652"/>
                  <a:pt x="6776" y="9660"/>
                </a:cubicBezTo>
                <a:cubicBezTo>
                  <a:pt x="6776" y="10621"/>
                  <a:pt x="7471" y="11422"/>
                  <a:pt x="8392" y="11604"/>
                </a:cubicBezTo>
                <a:cubicBezTo>
                  <a:pt x="8223" y="11650"/>
                  <a:pt x="8045" y="11673"/>
                  <a:pt x="7861" y="11673"/>
                </a:cubicBezTo>
                <a:cubicBezTo>
                  <a:pt x="7732" y="11673"/>
                  <a:pt x="7606" y="11661"/>
                  <a:pt x="7483" y="11638"/>
                </a:cubicBezTo>
                <a:cubicBezTo>
                  <a:pt x="7739" y="12426"/>
                  <a:pt x="8482" y="12999"/>
                  <a:pt x="9364" y="13015"/>
                </a:cubicBezTo>
                <a:cubicBezTo>
                  <a:pt x="8674" y="13547"/>
                  <a:pt x="7806" y="13863"/>
                  <a:pt x="6862" y="13863"/>
                </a:cubicBezTo>
                <a:cubicBezTo>
                  <a:pt x="6699" y="13863"/>
                  <a:pt x="6539" y="13855"/>
                  <a:pt x="6382" y="13837"/>
                </a:cubicBezTo>
                <a:cubicBezTo>
                  <a:pt x="7273" y="14398"/>
                  <a:pt x="8332" y="14727"/>
                  <a:pt x="9470" y="14727"/>
                </a:cubicBezTo>
                <a:cubicBezTo>
                  <a:pt x="13174" y="14727"/>
                  <a:pt x="15200" y="11706"/>
                  <a:pt x="15200" y="9086"/>
                </a:cubicBezTo>
                <a:cubicBezTo>
                  <a:pt x="15200" y="9000"/>
                  <a:pt x="15199" y="8914"/>
                  <a:pt x="15195" y="8829"/>
                </a:cubicBezTo>
                <a:cubicBezTo>
                  <a:pt x="15588" y="8550"/>
                  <a:pt x="15930" y="8201"/>
                  <a:pt x="16200" y="7804"/>
                </a:cubicBezTo>
                <a:cubicBezTo>
                  <a:pt x="15839" y="7960"/>
                  <a:pt x="15451" y="8067"/>
                  <a:pt x="15043" y="8115"/>
                </a:cubicBezTo>
                <a:cubicBezTo>
                  <a:pt x="15459" y="7870"/>
                  <a:pt x="15778" y="7482"/>
                  <a:pt x="15929" y="701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2" name="Shape 2873"/>
          <p:cNvSpPr/>
          <p:nvPr/>
        </p:nvSpPr>
        <p:spPr>
          <a:xfrm>
            <a:off x="5487840" y="31989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1776" y="8468"/>
                </a:moveTo>
                <a:cubicBezTo>
                  <a:pt x="11776" y="8071"/>
                  <a:pt x="11817" y="7858"/>
                  <a:pt x="12428" y="7858"/>
                </a:cubicBezTo>
                <a:lnTo>
                  <a:pt x="13245" y="7858"/>
                </a:lnTo>
                <a:lnTo>
                  <a:pt x="13245" y="6381"/>
                </a:lnTo>
                <a:lnTo>
                  <a:pt x="11938" y="6381"/>
                </a:lnTo>
                <a:cubicBezTo>
                  <a:pt x="10368" y="6381"/>
                  <a:pt x="9816" y="7120"/>
                  <a:pt x="9816" y="8363"/>
                </a:cubicBezTo>
                <a:lnTo>
                  <a:pt x="9816" y="9322"/>
                </a:lnTo>
                <a:lnTo>
                  <a:pt x="8837" y="9322"/>
                </a:lnTo>
                <a:lnTo>
                  <a:pt x="8837" y="10800"/>
                </a:lnTo>
                <a:lnTo>
                  <a:pt x="9816" y="10800"/>
                </a:lnTo>
                <a:lnTo>
                  <a:pt x="9816" y="15219"/>
                </a:lnTo>
                <a:lnTo>
                  <a:pt x="11774" y="15219"/>
                </a:lnTo>
                <a:lnTo>
                  <a:pt x="11774" y="10800"/>
                </a:lnTo>
                <a:lnTo>
                  <a:pt x="13081" y="10800"/>
                </a:lnTo>
                <a:lnTo>
                  <a:pt x="13254" y="9322"/>
                </a:lnTo>
                <a:lnTo>
                  <a:pt x="11774" y="9322"/>
                </a:lnTo>
                <a:cubicBezTo>
                  <a:pt x="11774" y="9322"/>
                  <a:pt x="11776" y="8468"/>
                  <a:pt x="11776" y="8468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3" name="Shape 2874"/>
          <p:cNvSpPr/>
          <p:nvPr/>
        </p:nvSpPr>
        <p:spPr>
          <a:xfrm>
            <a:off x="5888160" y="31989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4324" y="12090"/>
                </a:moveTo>
                <a:cubicBezTo>
                  <a:pt x="14020" y="12090"/>
                  <a:pt x="14020" y="12429"/>
                  <a:pt x="14020" y="12429"/>
                </a:cubicBezTo>
                <a:lnTo>
                  <a:pt x="14020" y="12863"/>
                </a:lnTo>
                <a:lnTo>
                  <a:pt x="14629" y="12863"/>
                </a:lnTo>
                <a:lnTo>
                  <a:pt x="14629" y="12429"/>
                </a:lnTo>
                <a:cubicBezTo>
                  <a:pt x="14629" y="12429"/>
                  <a:pt x="14629" y="12090"/>
                  <a:pt x="14324" y="12090"/>
                </a:cubicBezTo>
                <a:moveTo>
                  <a:pt x="15287" y="12380"/>
                </a:moveTo>
                <a:lnTo>
                  <a:pt x="15287" y="13348"/>
                </a:lnTo>
                <a:lnTo>
                  <a:pt x="14020" y="13348"/>
                </a:lnTo>
                <a:lnTo>
                  <a:pt x="14020" y="14072"/>
                </a:lnTo>
                <a:cubicBezTo>
                  <a:pt x="14020" y="14072"/>
                  <a:pt x="14020" y="14411"/>
                  <a:pt x="14324" y="14411"/>
                </a:cubicBezTo>
                <a:cubicBezTo>
                  <a:pt x="14629" y="14411"/>
                  <a:pt x="14629" y="14072"/>
                  <a:pt x="14629" y="14072"/>
                </a:cubicBezTo>
                <a:lnTo>
                  <a:pt x="14629" y="13734"/>
                </a:lnTo>
                <a:lnTo>
                  <a:pt x="15287" y="13734"/>
                </a:lnTo>
                <a:lnTo>
                  <a:pt x="15287" y="14266"/>
                </a:lnTo>
                <a:cubicBezTo>
                  <a:pt x="15287" y="14266"/>
                  <a:pt x="15186" y="14943"/>
                  <a:pt x="14375" y="14943"/>
                </a:cubicBezTo>
                <a:cubicBezTo>
                  <a:pt x="13564" y="14943"/>
                  <a:pt x="13412" y="14266"/>
                  <a:pt x="13412" y="14266"/>
                </a:cubicBezTo>
                <a:lnTo>
                  <a:pt x="13412" y="12380"/>
                </a:lnTo>
                <a:cubicBezTo>
                  <a:pt x="13412" y="12380"/>
                  <a:pt x="13412" y="11558"/>
                  <a:pt x="14375" y="11558"/>
                </a:cubicBezTo>
                <a:cubicBezTo>
                  <a:pt x="15338" y="11558"/>
                  <a:pt x="15287" y="12380"/>
                  <a:pt x="15287" y="12380"/>
                </a:cubicBezTo>
                <a:moveTo>
                  <a:pt x="12905" y="14169"/>
                </a:moveTo>
                <a:cubicBezTo>
                  <a:pt x="12905" y="14169"/>
                  <a:pt x="12905" y="14943"/>
                  <a:pt x="12347" y="14943"/>
                </a:cubicBezTo>
                <a:cubicBezTo>
                  <a:pt x="12005" y="14943"/>
                  <a:pt x="11798" y="14762"/>
                  <a:pt x="11688" y="14621"/>
                </a:cubicBezTo>
                <a:lnTo>
                  <a:pt x="11688" y="14895"/>
                </a:lnTo>
                <a:lnTo>
                  <a:pt x="11028" y="14895"/>
                </a:lnTo>
                <a:lnTo>
                  <a:pt x="11028" y="10446"/>
                </a:lnTo>
                <a:lnTo>
                  <a:pt x="11688" y="10446"/>
                </a:lnTo>
                <a:lnTo>
                  <a:pt x="11688" y="11888"/>
                </a:lnTo>
                <a:cubicBezTo>
                  <a:pt x="11788" y="11782"/>
                  <a:pt x="12037" y="11558"/>
                  <a:pt x="12347" y="11558"/>
                </a:cubicBezTo>
                <a:cubicBezTo>
                  <a:pt x="12752" y="11558"/>
                  <a:pt x="12905" y="11896"/>
                  <a:pt x="12905" y="12332"/>
                </a:cubicBezTo>
                <a:cubicBezTo>
                  <a:pt x="12905" y="12332"/>
                  <a:pt x="12905" y="14169"/>
                  <a:pt x="12905" y="14169"/>
                </a:cubicBezTo>
                <a:close/>
                <a:moveTo>
                  <a:pt x="10521" y="14895"/>
                </a:moveTo>
                <a:lnTo>
                  <a:pt x="9913" y="14895"/>
                </a:lnTo>
                <a:lnTo>
                  <a:pt x="9913" y="14605"/>
                </a:lnTo>
                <a:cubicBezTo>
                  <a:pt x="9913" y="14605"/>
                  <a:pt x="9558" y="14943"/>
                  <a:pt x="9152" y="14943"/>
                </a:cubicBezTo>
                <a:cubicBezTo>
                  <a:pt x="8747" y="14943"/>
                  <a:pt x="8696" y="14556"/>
                  <a:pt x="8696" y="14556"/>
                </a:cubicBezTo>
                <a:lnTo>
                  <a:pt x="8696" y="11558"/>
                </a:lnTo>
                <a:lnTo>
                  <a:pt x="9304" y="11558"/>
                </a:lnTo>
                <a:lnTo>
                  <a:pt x="9304" y="14362"/>
                </a:lnTo>
                <a:cubicBezTo>
                  <a:pt x="9304" y="14362"/>
                  <a:pt x="9304" y="14508"/>
                  <a:pt x="9507" y="14508"/>
                </a:cubicBezTo>
                <a:cubicBezTo>
                  <a:pt x="9710" y="14508"/>
                  <a:pt x="9913" y="14266"/>
                  <a:pt x="9913" y="14266"/>
                </a:cubicBezTo>
                <a:lnTo>
                  <a:pt x="9913" y="11558"/>
                </a:lnTo>
                <a:lnTo>
                  <a:pt x="10521" y="11558"/>
                </a:lnTo>
                <a:cubicBezTo>
                  <a:pt x="10521" y="11558"/>
                  <a:pt x="10521" y="14895"/>
                  <a:pt x="10521" y="14895"/>
                </a:cubicBezTo>
                <a:close/>
                <a:moveTo>
                  <a:pt x="8595" y="11074"/>
                </a:moveTo>
                <a:lnTo>
                  <a:pt x="7834" y="11074"/>
                </a:lnTo>
                <a:lnTo>
                  <a:pt x="7834" y="14895"/>
                </a:lnTo>
                <a:lnTo>
                  <a:pt x="7124" y="14895"/>
                </a:lnTo>
                <a:lnTo>
                  <a:pt x="7124" y="11074"/>
                </a:lnTo>
                <a:lnTo>
                  <a:pt x="6364" y="11074"/>
                </a:lnTo>
                <a:lnTo>
                  <a:pt x="6364" y="10446"/>
                </a:lnTo>
                <a:lnTo>
                  <a:pt x="8595" y="10446"/>
                </a:lnTo>
                <a:cubicBezTo>
                  <a:pt x="8595" y="10446"/>
                  <a:pt x="8595" y="11074"/>
                  <a:pt x="8595" y="11074"/>
                </a:cubicBezTo>
                <a:close/>
                <a:moveTo>
                  <a:pt x="14527" y="9430"/>
                </a:moveTo>
                <a:cubicBezTo>
                  <a:pt x="14527" y="9430"/>
                  <a:pt x="12667" y="9334"/>
                  <a:pt x="10800" y="9334"/>
                </a:cubicBezTo>
                <a:cubicBezTo>
                  <a:pt x="8941" y="9334"/>
                  <a:pt x="7074" y="9430"/>
                  <a:pt x="7074" y="9430"/>
                </a:cubicBezTo>
                <a:cubicBezTo>
                  <a:pt x="6234" y="9430"/>
                  <a:pt x="5552" y="10080"/>
                  <a:pt x="5552" y="10881"/>
                </a:cubicBezTo>
                <a:cubicBezTo>
                  <a:pt x="5552" y="10881"/>
                  <a:pt x="5400" y="11822"/>
                  <a:pt x="5400" y="12767"/>
                </a:cubicBezTo>
                <a:cubicBezTo>
                  <a:pt x="5400" y="13708"/>
                  <a:pt x="5552" y="14652"/>
                  <a:pt x="5552" y="14652"/>
                </a:cubicBezTo>
                <a:cubicBezTo>
                  <a:pt x="5552" y="15454"/>
                  <a:pt x="6234" y="16104"/>
                  <a:pt x="7074" y="16104"/>
                </a:cubicBezTo>
                <a:cubicBezTo>
                  <a:pt x="7074" y="16104"/>
                  <a:pt x="8905" y="16200"/>
                  <a:pt x="10800" y="16200"/>
                </a:cubicBezTo>
                <a:cubicBezTo>
                  <a:pt x="12631" y="16200"/>
                  <a:pt x="14527" y="16104"/>
                  <a:pt x="14527" y="16104"/>
                </a:cubicBezTo>
                <a:cubicBezTo>
                  <a:pt x="15367" y="16104"/>
                  <a:pt x="16049" y="15454"/>
                  <a:pt x="16049" y="14652"/>
                </a:cubicBezTo>
                <a:cubicBezTo>
                  <a:pt x="16049" y="14652"/>
                  <a:pt x="16200" y="13700"/>
                  <a:pt x="16200" y="12767"/>
                </a:cubicBezTo>
                <a:cubicBezTo>
                  <a:pt x="16200" y="11814"/>
                  <a:pt x="16049" y="10881"/>
                  <a:pt x="16049" y="10881"/>
                </a:cubicBezTo>
                <a:cubicBezTo>
                  <a:pt x="16049" y="10080"/>
                  <a:pt x="15367" y="9430"/>
                  <a:pt x="14527" y="9430"/>
                </a:cubicBezTo>
                <a:moveTo>
                  <a:pt x="11992" y="12090"/>
                </a:moveTo>
                <a:cubicBezTo>
                  <a:pt x="11860" y="12090"/>
                  <a:pt x="11757" y="12167"/>
                  <a:pt x="11688" y="12243"/>
                </a:cubicBezTo>
                <a:lnTo>
                  <a:pt x="11688" y="14276"/>
                </a:lnTo>
                <a:cubicBezTo>
                  <a:pt x="11751" y="14345"/>
                  <a:pt x="11848" y="14411"/>
                  <a:pt x="11992" y="14411"/>
                </a:cubicBezTo>
                <a:cubicBezTo>
                  <a:pt x="12296" y="14411"/>
                  <a:pt x="12296" y="14072"/>
                  <a:pt x="12296" y="14072"/>
                </a:cubicBezTo>
                <a:lnTo>
                  <a:pt x="12296" y="12429"/>
                </a:lnTo>
                <a:cubicBezTo>
                  <a:pt x="12296" y="12429"/>
                  <a:pt x="12245" y="12090"/>
                  <a:pt x="11992" y="12090"/>
                </a:cubicBezTo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986" y="8751"/>
                </a:moveTo>
                <a:lnTo>
                  <a:pt x="8696" y="8751"/>
                </a:lnTo>
                <a:lnTo>
                  <a:pt x="8696" y="7188"/>
                </a:lnTo>
                <a:lnTo>
                  <a:pt x="9507" y="4970"/>
                </a:lnTo>
                <a:lnTo>
                  <a:pt x="8848" y="4970"/>
                </a:lnTo>
                <a:lnTo>
                  <a:pt x="8341" y="6433"/>
                </a:lnTo>
                <a:lnTo>
                  <a:pt x="7834" y="4970"/>
                </a:lnTo>
                <a:lnTo>
                  <a:pt x="7124" y="4970"/>
                </a:lnTo>
                <a:lnTo>
                  <a:pt x="7986" y="7188"/>
                </a:lnTo>
                <a:cubicBezTo>
                  <a:pt x="7986" y="7188"/>
                  <a:pt x="7986" y="8751"/>
                  <a:pt x="7986" y="8751"/>
                </a:cubicBezTo>
                <a:close/>
                <a:moveTo>
                  <a:pt x="10166" y="6634"/>
                </a:moveTo>
                <a:cubicBezTo>
                  <a:pt x="10166" y="6467"/>
                  <a:pt x="10303" y="6332"/>
                  <a:pt x="10471" y="6332"/>
                </a:cubicBezTo>
                <a:cubicBezTo>
                  <a:pt x="10639" y="6332"/>
                  <a:pt x="10775" y="6467"/>
                  <a:pt x="10775" y="6634"/>
                </a:cubicBezTo>
                <a:lnTo>
                  <a:pt x="10775" y="8045"/>
                </a:lnTo>
                <a:cubicBezTo>
                  <a:pt x="10775" y="8212"/>
                  <a:pt x="10639" y="8348"/>
                  <a:pt x="10471" y="8348"/>
                </a:cubicBezTo>
                <a:cubicBezTo>
                  <a:pt x="10303" y="8348"/>
                  <a:pt x="10166" y="8212"/>
                  <a:pt x="10166" y="8045"/>
                </a:cubicBezTo>
                <a:cubicBezTo>
                  <a:pt x="10166" y="8045"/>
                  <a:pt x="10166" y="6634"/>
                  <a:pt x="10166" y="6634"/>
                </a:cubicBezTo>
                <a:close/>
                <a:moveTo>
                  <a:pt x="10369" y="8801"/>
                </a:moveTo>
                <a:lnTo>
                  <a:pt x="10572" y="8801"/>
                </a:lnTo>
                <a:cubicBezTo>
                  <a:pt x="11020" y="8801"/>
                  <a:pt x="11383" y="8440"/>
                  <a:pt x="11383" y="7995"/>
                </a:cubicBezTo>
                <a:lnTo>
                  <a:pt x="11383" y="6684"/>
                </a:lnTo>
                <a:cubicBezTo>
                  <a:pt x="11383" y="6239"/>
                  <a:pt x="11020" y="5877"/>
                  <a:pt x="10572" y="5877"/>
                </a:cubicBezTo>
                <a:lnTo>
                  <a:pt x="10369" y="5877"/>
                </a:lnTo>
                <a:cubicBezTo>
                  <a:pt x="9921" y="5877"/>
                  <a:pt x="9558" y="6239"/>
                  <a:pt x="9558" y="6684"/>
                </a:cubicBezTo>
                <a:lnTo>
                  <a:pt x="9558" y="7995"/>
                </a:lnTo>
                <a:cubicBezTo>
                  <a:pt x="9558" y="8440"/>
                  <a:pt x="9921" y="8801"/>
                  <a:pt x="10369" y="8801"/>
                </a:cubicBezTo>
                <a:moveTo>
                  <a:pt x="12398" y="8801"/>
                </a:moveTo>
                <a:cubicBezTo>
                  <a:pt x="12803" y="8801"/>
                  <a:pt x="13158" y="8449"/>
                  <a:pt x="13158" y="8449"/>
                </a:cubicBezTo>
                <a:lnTo>
                  <a:pt x="13158" y="8751"/>
                </a:lnTo>
                <a:lnTo>
                  <a:pt x="13767" y="8751"/>
                </a:lnTo>
                <a:lnTo>
                  <a:pt x="13767" y="5877"/>
                </a:lnTo>
                <a:lnTo>
                  <a:pt x="13158" y="5877"/>
                </a:lnTo>
                <a:lnTo>
                  <a:pt x="13158" y="8096"/>
                </a:lnTo>
                <a:cubicBezTo>
                  <a:pt x="13158" y="8096"/>
                  <a:pt x="12955" y="8348"/>
                  <a:pt x="12752" y="8348"/>
                </a:cubicBezTo>
                <a:cubicBezTo>
                  <a:pt x="12550" y="8348"/>
                  <a:pt x="12550" y="8197"/>
                  <a:pt x="12550" y="8197"/>
                </a:cubicBezTo>
                <a:lnTo>
                  <a:pt x="12550" y="5877"/>
                </a:lnTo>
                <a:lnTo>
                  <a:pt x="11941" y="5877"/>
                </a:lnTo>
                <a:lnTo>
                  <a:pt x="11941" y="8398"/>
                </a:lnTo>
                <a:cubicBezTo>
                  <a:pt x="11941" y="8398"/>
                  <a:pt x="11992" y="8801"/>
                  <a:pt x="12398" y="880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4" name="Shape 2875"/>
          <p:cNvSpPr/>
          <p:nvPr/>
        </p:nvSpPr>
        <p:spPr>
          <a:xfrm>
            <a:off x="6288120" y="31989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0672" y="6382"/>
                </a:moveTo>
                <a:cubicBezTo>
                  <a:pt x="10463" y="6409"/>
                  <a:pt x="10255" y="6435"/>
                  <a:pt x="10045" y="6460"/>
                </a:cubicBezTo>
                <a:cubicBezTo>
                  <a:pt x="9652" y="6558"/>
                  <a:pt x="9223" y="6650"/>
                  <a:pt x="8905" y="6836"/>
                </a:cubicBezTo>
                <a:cubicBezTo>
                  <a:pt x="8055" y="7333"/>
                  <a:pt x="7467" y="7913"/>
                  <a:pt x="7073" y="8856"/>
                </a:cubicBezTo>
                <a:cubicBezTo>
                  <a:pt x="7009" y="9009"/>
                  <a:pt x="7007" y="9157"/>
                  <a:pt x="6960" y="9326"/>
                </a:cubicBezTo>
                <a:cubicBezTo>
                  <a:pt x="6658" y="10425"/>
                  <a:pt x="7194" y="11563"/>
                  <a:pt x="7844" y="11956"/>
                </a:cubicBezTo>
                <a:cubicBezTo>
                  <a:pt x="7969" y="12032"/>
                  <a:pt x="8254" y="12166"/>
                  <a:pt x="8358" y="11987"/>
                </a:cubicBezTo>
                <a:cubicBezTo>
                  <a:pt x="8416" y="11889"/>
                  <a:pt x="8403" y="11758"/>
                  <a:pt x="8438" y="11643"/>
                </a:cubicBezTo>
                <a:cubicBezTo>
                  <a:pt x="8462" y="11568"/>
                  <a:pt x="8536" y="11424"/>
                  <a:pt x="8519" y="11330"/>
                </a:cubicBezTo>
                <a:cubicBezTo>
                  <a:pt x="8490" y="11170"/>
                  <a:pt x="8318" y="11068"/>
                  <a:pt x="8246" y="10939"/>
                </a:cubicBezTo>
                <a:cubicBezTo>
                  <a:pt x="8099" y="10676"/>
                  <a:pt x="8092" y="10444"/>
                  <a:pt x="8020" y="10093"/>
                </a:cubicBezTo>
                <a:cubicBezTo>
                  <a:pt x="8026" y="10046"/>
                  <a:pt x="8031" y="9999"/>
                  <a:pt x="8037" y="9952"/>
                </a:cubicBezTo>
                <a:cubicBezTo>
                  <a:pt x="8058" y="9559"/>
                  <a:pt x="8124" y="9276"/>
                  <a:pt x="8246" y="8997"/>
                </a:cubicBezTo>
                <a:cubicBezTo>
                  <a:pt x="8601" y="8177"/>
                  <a:pt x="9172" y="7720"/>
                  <a:pt x="10094" y="7447"/>
                </a:cubicBezTo>
                <a:cubicBezTo>
                  <a:pt x="10300" y="7386"/>
                  <a:pt x="10882" y="7288"/>
                  <a:pt x="11187" y="7353"/>
                </a:cubicBezTo>
                <a:cubicBezTo>
                  <a:pt x="11369" y="7385"/>
                  <a:pt x="11551" y="7415"/>
                  <a:pt x="11733" y="7447"/>
                </a:cubicBezTo>
                <a:cubicBezTo>
                  <a:pt x="12393" y="7655"/>
                  <a:pt x="12874" y="8038"/>
                  <a:pt x="13131" y="8637"/>
                </a:cubicBezTo>
                <a:cubicBezTo>
                  <a:pt x="13292" y="9010"/>
                  <a:pt x="13339" y="9724"/>
                  <a:pt x="13227" y="10203"/>
                </a:cubicBezTo>
                <a:cubicBezTo>
                  <a:pt x="13174" y="10429"/>
                  <a:pt x="13183" y="10624"/>
                  <a:pt x="13115" y="10829"/>
                </a:cubicBezTo>
                <a:cubicBezTo>
                  <a:pt x="12865" y="11589"/>
                  <a:pt x="12498" y="12293"/>
                  <a:pt x="11668" y="12488"/>
                </a:cubicBezTo>
                <a:cubicBezTo>
                  <a:pt x="11121" y="12618"/>
                  <a:pt x="10711" y="12284"/>
                  <a:pt x="10576" y="11941"/>
                </a:cubicBezTo>
                <a:cubicBezTo>
                  <a:pt x="10538" y="11846"/>
                  <a:pt x="10474" y="11676"/>
                  <a:pt x="10512" y="11518"/>
                </a:cubicBezTo>
                <a:cubicBezTo>
                  <a:pt x="10656" y="10901"/>
                  <a:pt x="10865" y="10349"/>
                  <a:pt x="11026" y="9733"/>
                </a:cubicBezTo>
                <a:cubicBezTo>
                  <a:pt x="11179" y="9146"/>
                  <a:pt x="10888" y="8683"/>
                  <a:pt x="10431" y="8575"/>
                </a:cubicBezTo>
                <a:cubicBezTo>
                  <a:pt x="9863" y="8439"/>
                  <a:pt x="9424" y="8966"/>
                  <a:pt x="9274" y="9310"/>
                </a:cubicBezTo>
                <a:cubicBezTo>
                  <a:pt x="9155" y="9584"/>
                  <a:pt x="9083" y="10089"/>
                  <a:pt x="9177" y="10453"/>
                </a:cubicBezTo>
                <a:cubicBezTo>
                  <a:pt x="9208" y="10569"/>
                  <a:pt x="9347" y="10878"/>
                  <a:pt x="9322" y="10986"/>
                </a:cubicBezTo>
                <a:cubicBezTo>
                  <a:pt x="9213" y="11462"/>
                  <a:pt x="9088" y="11974"/>
                  <a:pt x="8953" y="12441"/>
                </a:cubicBezTo>
                <a:cubicBezTo>
                  <a:pt x="8812" y="12929"/>
                  <a:pt x="8736" y="13427"/>
                  <a:pt x="8599" y="13898"/>
                </a:cubicBezTo>
                <a:cubicBezTo>
                  <a:pt x="8536" y="14114"/>
                  <a:pt x="8539" y="14346"/>
                  <a:pt x="8487" y="14571"/>
                </a:cubicBezTo>
                <a:lnTo>
                  <a:pt x="8487" y="14900"/>
                </a:lnTo>
                <a:cubicBezTo>
                  <a:pt x="8440" y="15108"/>
                  <a:pt x="8475" y="15478"/>
                  <a:pt x="8519" y="15683"/>
                </a:cubicBezTo>
                <a:cubicBezTo>
                  <a:pt x="8548" y="15815"/>
                  <a:pt x="8502" y="15978"/>
                  <a:pt x="8567" y="16074"/>
                </a:cubicBezTo>
                <a:cubicBezTo>
                  <a:pt x="8568" y="16144"/>
                  <a:pt x="8577" y="16160"/>
                  <a:pt x="8599" y="16200"/>
                </a:cubicBezTo>
                <a:cubicBezTo>
                  <a:pt x="8800" y="16194"/>
                  <a:pt x="9078" y="15665"/>
                  <a:pt x="9177" y="15511"/>
                </a:cubicBezTo>
                <a:cubicBezTo>
                  <a:pt x="9369" y="15216"/>
                  <a:pt x="9546" y="14901"/>
                  <a:pt x="9692" y="14556"/>
                </a:cubicBezTo>
                <a:cubicBezTo>
                  <a:pt x="9823" y="14245"/>
                  <a:pt x="9844" y="13901"/>
                  <a:pt x="9949" y="13569"/>
                </a:cubicBezTo>
                <a:cubicBezTo>
                  <a:pt x="10025" y="13329"/>
                  <a:pt x="10133" y="13049"/>
                  <a:pt x="10158" y="12786"/>
                </a:cubicBezTo>
                <a:lnTo>
                  <a:pt x="10174" y="12786"/>
                </a:lnTo>
                <a:cubicBezTo>
                  <a:pt x="10216" y="12930"/>
                  <a:pt x="10367" y="13035"/>
                  <a:pt x="10480" y="13115"/>
                </a:cubicBezTo>
                <a:cubicBezTo>
                  <a:pt x="10833" y="13367"/>
                  <a:pt x="11442" y="13600"/>
                  <a:pt x="12102" y="13444"/>
                </a:cubicBezTo>
                <a:cubicBezTo>
                  <a:pt x="12850" y="13267"/>
                  <a:pt x="13446" y="12916"/>
                  <a:pt x="13838" y="12394"/>
                </a:cubicBezTo>
                <a:cubicBezTo>
                  <a:pt x="14127" y="12011"/>
                  <a:pt x="14345" y="11567"/>
                  <a:pt x="14513" y="11064"/>
                </a:cubicBezTo>
                <a:cubicBezTo>
                  <a:pt x="14596" y="10817"/>
                  <a:pt x="14613" y="10543"/>
                  <a:pt x="14674" y="10281"/>
                </a:cubicBezTo>
                <a:cubicBezTo>
                  <a:pt x="14827" y="9624"/>
                  <a:pt x="14623" y="8833"/>
                  <a:pt x="14433" y="8402"/>
                </a:cubicBezTo>
                <a:cubicBezTo>
                  <a:pt x="13856" y="7098"/>
                  <a:pt x="12630" y="6354"/>
                  <a:pt x="10672" y="638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5" name="Shape 2876"/>
          <p:cNvSpPr/>
          <p:nvPr/>
        </p:nvSpPr>
        <p:spPr>
          <a:xfrm>
            <a:off x="6688080" y="31989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4281" y="6871"/>
                </a:moveTo>
                <a:cubicBezTo>
                  <a:pt x="12915" y="6830"/>
                  <a:pt x="11990" y="7537"/>
                  <a:pt x="11505" y="8992"/>
                </a:cubicBezTo>
                <a:cubicBezTo>
                  <a:pt x="11754" y="8897"/>
                  <a:pt x="11998" y="8849"/>
                  <a:pt x="12232" y="8849"/>
                </a:cubicBezTo>
                <a:cubicBezTo>
                  <a:pt x="12732" y="8849"/>
                  <a:pt x="12952" y="9108"/>
                  <a:pt x="12893" y="9624"/>
                </a:cubicBezTo>
                <a:cubicBezTo>
                  <a:pt x="12863" y="9937"/>
                  <a:pt x="12643" y="10393"/>
                  <a:pt x="12232" y="10991"/>
                </a:cubicBezTo>
                <a:cubicBezTo>
                  <a:pt x="11821" y="11589"/>
                  <a:pt x="11512" y="11888"/>
                  <a:pt x="11307" y="11888"/>
                </a:cubicBezTo>
                <a:cubicBezTo>
                  <a:pt x="11043" y="11888"/>
                  <a:pt x="10800" y="11426"/>
                  <a:pt x="10580" y="10502"/>
                </a:cubicBezTo>
                <a:cubicBezTo>
                  <a:pt x="10506" y="10230"/>
                  <a:pt x="10374" y="9536"/>
                  <a:pt x="10183" y="8421"/>
                </a:cubicBezTo>
                <a:cubicBezTo>
                  <a:pt x="10007" y="7388"/>
                  <a:pt x="9537" y="6904"/>
                  <a:pt x="8773" y="6972"/>
                </a:cubicBezTo>
                <a:cubicBezTo>
                  <a:pt x="8450" y="7000"/>
                  <a:pt x="7966" y="7272"/>
                  <a:pt x="7320" y="7788"/>
                </a:cubicBezTo>
                <a:cubicBezTo>
                  <a:pt x="6849" y="8183"/>
                  <a:pt x="6372" y="8577"/>
                  <a:pt x="5887" y="8972"/>
                </a:cubicBezTo>
                <a:lnTo>
                  <a:pt x="6350" y="9522"/>
                </a:lnTo>
                <a:cubicBezTo>
                  <a:pt x="6790" y="9237"/>
                  <a:pt x="7047" y="9094"/>
                  <a:pt x="7121" y="9094"/>
                </a:cubicBezTo>
                <a:cubicBezTo>
                  <a:pt x="7459" y="9094"/>
                  <a:pt x="7774" y="9583"/>
                  <a:pt x="8068" y="10563"/>
                </a:cubicBezTo>
                <a:cubicBezTo>
                  <a:pt x="8333" y="11461"/>
                  <a:pt x="8597" y="12358"/>
                  <a:pt x="8861" y="13255"/>
                </a:cubicBezTo>
                <a:cubicBezTo>
                  <a:pt x="9258" y="14234"/>
                  <a:pt x="9743" y="14723"/>
                  <a:pt x="10316" y="14723"/>
                </a:cubicBezTo>
                <a:cubicBezTo>
                  <a:pt x="11241" y="14723"/>
                  <a:pt x="12371" y="13921"/>
                  <a:pt x="13709" y="12317"/>
                </a:cubicBezTo>
                <a:cubicBezTo>
                  <a:pt x="15001" y="10780"/>
                  <a:pt x="15669" y="9570"/>
                  <a:pt x="15713" y="8686"/>
                </a:cubicBezTo>
                <a:cubicBezTo>
                  <a:pt x="15772" y="7503"/>
                  <a:pt x="15295" y="6899"/>
                  <a:pt x="14281" y="6871"/>
                </a:cubicBezTo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1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6" name="Shape 2877"/>
          <p:cNvSpPr/>
          <p:nvPr/>
        </p:nvSpPr>
        <p:spPr>
          <a:xfrm>
            <a:off x="7088040" y="31989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4" y="7360"/>
                </a:moveTo>
                <a:lnTo>
                  <a:pt x="13742" y="7360"/>
                </a:lnTo>
                <a:lnTo>
                  <a:pt x="13742" y="8833"/>
                </a:lnTo>
                <a:lnTo>
                  <a:pt x="12265" y="8833"/>
                </a:lnTo>
                <a:lnTo>
                  <a:pt x="12265" y="9815"/>
                </a:lnTo>
                <a:lnTo>
                  <a:pt x="13742" y="9815"/>
                </a:lnTo>
                <a:lnTo>
                  <a:pt x="13742" y="11283"/>
                </a:lnTo>
                <a:lnTo>
                  <a:pt x="14724" y="11283"/>
                </a:lnTo>
                <a:lnTo>
                  <a:pt x="14724" y="9815"/>
                </a:lnTo>
                <a:lnTo>
                  <a:pt x="16204" y="9815"/>
                </a:lnTo>
                <a:lnTo>
                  <a:pt x="16204" y="8833"/>
                </a:lnTo>
                <a:lnTo>
                  <a:pt x="14724" y="8833"/>
                </a:lnTo>
                <a:cubicBezTo>
                  <a:pt x="14724" y="8833"/>
                  <a:pt x="14724" y="7360"/>
                  <a:pt x="14724" y="7360"/>
                </a:cubicBezTo>
                <a:close/>
                <a:moveTo>
                  <a:pt x="9321" y="13946"/>
                </a:moveTo>
                <a:cubicBezTo>
                  <a:pt x="8620" y="13946"/>
                  <a:pt x="8070" y="13495"/>
                  <a:pt x="8070" y="12919"/>
                </a:cubicBezTo>
                <a:cubicBezTo>
                  <a:pt x="8070" y="12392"/>
                  <a:pt x="8713" y="11929"/>
                  <a:pt x="9446" y="11929"/>
                </a:cubicBezTo>
                <a:lnTo>
                  <a:pt x="9446" y="11723"/>
                </a:lnTo>
                <a:lnTo>
                  <a:pt x="9465" y="11929"/>
                </a:lnTo>
                <a:cubicBezTo>
                  <a:pt x="9623" y="11930"/>
                  <a:pt x="9777" y="11954"/>
                  <a:pt x="9922" y="12000"/>
                </a:cubicBezTo>
                <a:lnTo>
                  <a:pt x="10067" y="12104"/>
                </a:lnTo>
                <a:cubicBezTo>
                  <a:pt x="10439" y="12371"/>
                  <a:pt x="10637" y="12521"/>
                  <a:pt x="10695" y="12764"/>
                </a:cubicBezTo>
                <a:cubicBezTo>
                  <a:pt x="10710" y="12827"/>
                  <a:pt x="10717" y="12891"/>
                  <a:pt x="10717" y="12954"/>
                </a:cubicBezTo>
                <a:cubicBezTo>
                  <a:pt x="10717" y="13612"/>
                  <a:pt x="10247" y="13946"/>
                  <a:pt x="9321" y="13946"/>
                </a:cubicBezTo>
                <a:moveTo>
                  <a:pt x="8542" y="8739"/>
                </a:moveTo>
                <a:cubicBezTo>
                  <a:pt x="8494" y="8362"/>
                  <a:pt x="8574" y="8014"/>
                  <a:pt x="8754" y="7806"/>
                </a:cubicBezTo>
                <a:cubicBezTo>
                  <a:pt x="8864" y="7680"/>
                  <a:pt x="9006" y="7612"/>
                  <a:pt x="9163" y="7612"/>
                </a:cubicBezTo>
                <a:lnTo>
                  <a:pt x="9163" y="7409"/>
                </a:lnTo>
                <a:lnTo>
                  <a:pt x="9164" y="7409"/>
                </a:lnTo>
                <a:lnTo>
                  <a:pt x="9182" y="7613"/>
                </a:lnTo>
                <a:cubicBezTo>
                  <a:pt x="9653" y="7628"/>
                  <a:pt x="10105" y="8185"/>
                  <a:pt x="10189" y="8855"/>
                </a:cubicBezTo>
                <a:cubicBezTo>
                  <a:pt x="10237" y="9239"/>
                  <a:pt x="10154" y="9595"/>
                  <a:pt x="9969" y="9809"/>
                </a:cubicBezTo>
                <a:cubicBezTo>
                  <a:pt x="9860" y="9935"/>
                  <a:pt x="9721" y="10002"/>
                  <a:pt x="9550" y="10001"/>
                </a:cubicBezTo>
                <a:lnTo>
                  <a:pt x="9549" y="10001"/>
                </a:lnTo>
                <a:cubicBezTo>
                  <a:pt x="9087" y="9988"/>
                  <a:pt x="8625" y="9409"/>
                  <a:pt x="8542" y="8739"/>
                </a:cubicBezTo>
                <a:moveTo>
                  <a:pt x="10838" y="11196"/>
                </a:moveTo>
                <a:cubicBezTo>
                  <a:pt x="10586" y="11009"/>
                  <a:pt x="10351" y="10732"/>
                  <a:pt x="10342" y="10647"/>
                </a:cubicBezTo>
                <a:cubicBezTo>
                  <a:pt x="10342" y="10499"/>
                  <a:pt x="10342" y="10431"/>
                  <a:pt x="10689" y="10148"/>
                </a:cubicBezTo>
                <a:cubicBezTo>
                  <a:pt x="11138" y="9780"/>
                  <a:pt x="11386" y="9296"/>
                  <a:pt x="11386" y="8784"/>
                </a:cubicBezTo>
                <a:cubicBezTo>
                  <a:pt x="11386" y="8342"/>
                  <a:pt x="11262" y="7947"/>
                  <a:pt x="11049" y="7660"/>
                </a:cubicBezTo>
                <a:lnTo>
                  <a:pt x="11238" y="7660"/>
                </a:lnTo>
                <a:lnTo>
                  <a:pt x="12276" y="6873"/>
                </a:lnTo>
                <a:lnTo>
                  <a:pt x="9463" y="6873"/>
                </a:lnTo>
                <a:cubicBezTo>
                  <a:pt x="8334" y="6873"/>
                  <a:pt x="7345" y="7760"/>
                  <a:pt x="7345" y="8769"/>
                </a:cubicBezTo>
                <a:cubicBezTo>
                  <a:pt x="7345" y="9812"/>
                  <a:pt x="8109" y="10605"/>
                  <a:pt x="9136" y="10648"/>
                </a:cubicBezTo>
                <a:cubicBezTo>
                  <a:pt x="9121" y="10722"/>
                  <a:pt x="9113" y="10795"/>
                  <a:pt x="9113" y="10867"/>
                </a:cubicBezTo>
                <a:cubicBezTo>
                  <a:pt x="9113" y="11018"/>
                  <a:pt x="9147" y="11162"/>
                  <a:pt x="9216" y="11300"/>
                </a:cubicBezTo>
                <a:cubicBezTo>
                  <a:pt x="7942" y="11309"/>
                  <a:pt x="6869" y="12161"/>
                  <a:pt x="6869" y="13167"/>
                </a:cubicBezTo>
                <a:cubicBezTo>
                  <a:pt x="6869" y="14071"/>
                  <a:pt x="7902" y="14727"/>
                  <a:pt x="9325" y="14727"/>
                </a:cubicBezTo>
                <a:cubicBezTo>
                  <a:pt x="10861" y="14727"/>
                  <a:pt x="11690" y="13766"/>
                  <a:pt x="11690" y="12860"/>
                </a:cubicBezTo>
                <a:cubicBezTo>
                  <a:pt x="11690" y="12108"/>
                  <a:pt x="11459" y="11656"/>
                  <a:pt x="10838" y="1119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7" name="Shape 2878"/>
          <p:cNvSpPr/>
          <p:nvPr/>
        </p:nvSpPr>
        <p:spPr>
          <a:xfrm>
            <a:off x="7488360" y="31989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3430" y="9321"/>
                </a:moveTo>
                <a:cubicBezTo>
                  <a:pt x="11975" y="9321"/>
                  <a:pt x="11780" y="10196"/>
                  <a:pt x="11780" y="10196"/>
                </a:cubicBezTo>
                <a:lnTo>
                  <a:pt x="11782" y="9327"/>
                </a:lnTo>
                <a:lnTo>
                  <a:pt x="9818" y="9327"/>
                </a:lnTo>
                <a:lnTo>
                  <a:pt x="9818" y="14727"/>
                </a:lnTo>
                <a:lnTo>
                  <a:pt x="11782" y="14727"/>
                </a:lnTo>
                <a:lnTo>
                  <a:pt x="11782" y="11782"/>
                </a:lnTo>
                <a:cubicBezTo>
                  <a:pt x="11782" y="11782"/>
                  <a:pt x="11782" y="10793"/>
                  <a:pt x="12616" y="10793"/>
                </a:cubicBezTo>
                <a:cubicBezTo>
                  <a:pt x="13086" y="10793"/>
                  <a:pt x="13255" y="11232"/>
                  <a:pt x="13255" y="11782"/>
                </a:cubicBezTo>
                <a:lnTo>
                  <a:pt x="13255" y="14727"/>
                </a:lnTo>
                <a:lnTo>
                  <a:pt x="15218" y="14727"/>
                </a:lnTo>
                <a:lnTo>
                  <a:pt x="15218" y="11782"/>
                </a:lnTo>
                <a:cubicBezTo>
                  <a:pt x="15218" y="10245"/>
                  <a:pt x="14550" y="9321"/>
                  <a:pt x="13430" y="9321"/>
                </a:cubicBezTo>
                <a:moveTo>
                  <a:pt x="6873" y="14727"/>
                </a:moveTo>
                <a:lnTo>
                  <a:pt x="8829" y="14727"/>
                </a:lnTo>
                <a:lnTo>
                  <a:pt x="8829" y="9321"/>
                </a:lnTo>
                <a:lnTo>
                  <a:pt x="6873" y="9321"/>
                </a:lnTo>
                <a:cubicBezTo>
                  <a:pt x="6873" y="9321"/>
                  <a:pt x="6873" y="14727"/>
                  <a:pt x="6873" y="14727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1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1" y="6873"/>
                </a:moveTo>
                <a:cubicBezTo>
                  <a:pt x="7311" y="6873"/>
                  <a:pt x="6873" y="7313"/>
                  <a:pt x="6873" y="7856"/>
                </a:cubicBezTo>
                <a:cubicBezTo>
                  <a:pt x="6873" y="8399"/>
                  <a:pt x="7311" y="8839"/>
                  <a:pt x="7851" y="8839"/>
                </a:cubicBezTo>
                <a:cubicBezTo>
                  <a:pt x="8391" y="8839"/>
                  <a:pt x="8829" y="8399"/>
                  <a:pt x="8829" y="7856"/>
                </a:cubicBezTo>
                <a:cubicBezTo>
                  <a:pt x="8829" y="7313"/>
                  <a:pt x="8391" y="6873"/>
                  <a:pt x="7851" y="687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8" name="Shape 2879"/>
          <p:cNvSpPr/>
          <p:nvPr/>
        </p:nvSpPr>
        <p:spPr>
          <a:xfrm>
            <a:off x="7888320" y="31989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1592" y="13291"/>
                </a:moveTo>
                <a:cubicBezTo>
                  <a:pt x="11452" y="13213"/>
                  <a:pt x="11342" y="13108"/>
                  <a:pt x="11291" y="12978"/>
                </a:cubicBezTo>
                <a:cubicBezTo>
                  <a:pt x="11284" y="12956"/>
                  <a:pt x="11290" y="10299"/>
                  <a:pt x="11290" y="10299"/>
                </a:cubicBezTo>
                <a:lnTo>
                  <a:pt x="13256" y="10299"/>
                </a:lnTo>
                <a:lnTo>
                  <a:pt x="13256" y="8836"/>
                </a:lnTo>
                <a:lnTo>
                  <a:pt x="11292" y="8836"/>
                </a:lnTo>
                <a:lnTo>
                  <a:pt x="11292" y="6873"/>
                </a:lnTo>
                <a:lnTo>
                  <a:pt x="10042" y="6879"/>
                </a:lnTo>
                <a:cubicBezTo>
                  <a:pt x="9988" y="7284"/>
                  <a:pt x="9891" y="7618"/>
                  <a:pt x="9750" y="7879"/>
                </a:cubicBezTo>
                <a:cubicBezTo>
                  <a:pt x="9608" y="8142"/>
                  <a:pt x="9420" y="8366"/>
                  <a:pt x="9187" y="8553"/>
                </a:cubicBezTo>
                <a:cubicBezTo>
                  <a:pt x="8953" y="8740"/>
                  <a:pt x="8672" y="8883"/>
                  <a:pt x="8344" y="8984"/>
                </a:cubicBezTo>
                <a:lnTo>
                  <a:pt x="8345" y="10309"/>
                </a:lnTo>
                <a:lnTo>
                  <a:pt x="9328" y="10299"/>
                </a:lnTo>
                <a:lnTo>
                  <a:pt x="9328" y="12846"/>
                </a:lnTo>
                <a:cubicBezTo>
                  <a:pt x="9328" y="13204"/>
                  <a:pt x="9368" y="13478"/>
                  <a:pt x="9448" y="13666"/>
                </a:cubicBezTo>
                <a:cubicBezTo>
                  <a:pt x="9528" y="13856"/>
                  <a:pt x="9671" y="14034"/>
                  <a:pt x="9879" y="14202"/>
                </a:cubicBezTo>
                <a:cubicBezTo>
                  <a:pt x="10086" y="14370"/>
                  <a:pt x="10336" y="14498"/>
                  <a:pt x="10629" y="14589"/>
                </a:cubicBezTo>
                <a:cubicBezTo>
                  <a:pt x="10922" y="14679"/>
                  <a:pt x="11238" y="14727"/>
                  <a:pt x="11619" y="14727"/>
                </a:cubicBezTo>
                <a:cubicBezTo>
                  <a:pt x="11955" y="14727"/>
                  <a:pt x="12228" y="14693"/>
                  <a:pt x="12517" y="14629"/>
                </a:cubicBezTo>
                <a:cubicBezTo>
                  <a:pt x="12806" y="14565"/>
                  <a:pt x="13221" y="14455"/>
                  <a:pt x="13578" y="14297"/>
                </a:cubicBezTo>
                <a:lnTo>
                  <a:pt x="13583" y="13091"/>
                </a:lnTo>
                <a:cubicBezTo>
                  <a:pt x="13165" y="13349"/>
                  <a:pt x="12648" y="13447"/>
                  <a:pt x="12225" y="13447"/>
                </a:cubicBezTo>
                <a:cubicBezTo>
                  <a:pt x="11987" y="13447"/>
                  <a:pt x="11776" y="13395"/>
                  <a:pt x="11592" y="1329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9" name="Shape 2880"/>
          <p:cNvSpPr/>
          <p:nvPr/>
        </p:nvSpPr>
        <p:spPr>
          <a:xfrm>
            <a:off x="8288280" y="31989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291" y="6986"/>
                </a:moveTo>
                <a:cubicBezTo>
                  <a:pt x="14241" y="6976"/>
                  <a:pt x="14187" y="6971"/>
                  <a:pt x="14134" y="6971"/>
                </a:cubicBezTo>
                <a:cubicBezTo>
                  <a:pt x="13808" y="6971"/>
                  <a:pt x="13598" y="7166"/>
                  <a:pt x="13572" y="7494"/>
                </a:cubicBezTo>
                <a:cubicBezTo>
                  <a:pt x="13242" y="11704"/>
                  <a:pt x="13044" y="12909"/>
                  <a:pt x="13042" y="12921"/>
                </a:cubicBezTo>
                <a:lnTo>
                  <a:pt x="13046" y="13020"/>
                </a:lnTo>
                <a:lnTo>
                  <a:pt x="13142" y="13032"/>
                </a:lnTo>
                <a:lnTo>
                  <a:pt x="13172" y="13031"/>
                </a:lnTo>
                <a:cubicBezTo>
                  <a:pt x="13281" y="13031"/>
                  <a:pt x="13386" y="13050"/>
                  <a:pt x="13473" y="13084"/>
                </a:cubicBezTo>
                <a:lnTo>
                  <a:pt x="13579" y="13126"/>
                </a:lnTo>
                <a:lnTo>
                  <a:pt x="13598" y="13012"/>
                </a:lnTo>
                <a:cubicBezTo>
                  <a:pt x="13837" y="11522"/>
                  <a:pt x="14296" y="9525"/>
                  <a:pt x="14542" y="8453"/>
                </a:cubicBezTo>
                <a:cubicBezTo>
                  <a:pt x="14618" y="8121"/>
                  <a:pt x="14675" y="7877"/>
                  <a:pt x="14698" y="7763"/>
                </a:cubicBezTo>
                <a:cubicBezTo>
                  <a:pt x="14745" y="7530"/>
                  <a:pt x="14724" y="7343"/>
                  <a:pt x="14636" y="7206"/>
                </a:cubicBezTo>
                <a:cubicBezTo>
                  <a:pt x="14563" y="7092"/>
                  <a:pt x="14447" y="7018"/>
                  <a:pt x="14291" y="6986"/>
                </a:cubicBezTo>
                <a:moveTo>
                  <a:pt x="13280" y="13606"/>
                </a:moveTo>
                <a:cubicBezTo>
                  <a:pt x="12921" y="13524"/>
                  <a:pt x="12660" y="13682"/>
                  <a:pt x="12569" y="14030"/>
                </a:cubicBezTo>
                <a:cubicBezTo>
                  <a:pt x="12529" y="14187"/>
                  <a:pt x="12549" y="14335"/>
                  <a:pt x="12630" y="14459"/>
                </a:cubicBezTo>
                <a:cubicBezTo>
                  <a:pt x="12706" y="14574"/>
                  <a:pt x="12831" y="14660"/>
                  <a:pt x="12982" y="14701"/>
                </a:cubicBezTo>
                <a:cubicBezTo>
                  <a:pt x="13045" y="14719"/>
                  <a:pt x="13109" y="14728"/>
                  <a:pt x="13172" y="14728"/>
                </a:cubicBezTo>
                <a:cubicBezTo>
                  <a:pt x="13438" y="14728"/>
                  <a:pt x="13639" y="14578"/>
                  <a:pt x="13698" y="14338"/>
                </a:cubicBezTo>
                <a:cubicBezTo>
                  <a:pt x="13741" y="14155"/>
                  <a:pt x="13722" y="13989"/>
                  <a:pt x="13642" y="13858"/>
                </a:cubicBezTo>
                <a:cubicBezTo>
                  <a:pt x="13567" y="13733"/>
                  <a:pt x="13439" y="13643"/>
                  <a:pt x="13280" y="13606"/>
                </a:cubicBezTo>
                <a:moveTo>
                  <a:pt x="13014" y="7028"/>
                </a:moveTo>
                <a:lnTo>
                  <a:pt x="13098" y="6884"/>
                </a:lnTo>
                <a:lnTo>
                  <a:pt x="12931" y="6884"/>
                </a:lnTo>
                <a:lnTo>
                  <a:pt x="12906" y="6887"/>
                </a:lnTo>
                <a:cubicBezTo>
                  <a:pt x="12646" y="6961"/>
                  <a:pt x="12244" y="6961"/>
                  <a:pt x="11983" y="6887"/>
                </a:cubicBezTo>
                <a:lnTo>
                  <a:pt x="11901" y="6884"/>
                </a:lnTo>
                <a:lnTo>
                  <a:pt x="9988" y="10156"/>
                </a:lnTo>
                <a:lnTo>
                  <a:pt x="8067" y="6872"/>
                </a:lnTo>
                <a:lnTo>
                  <a:pt x="8000" y="6890"/>
                </a:lnTo>
                <a:cubicBezTo>
                  <a:pt x="7739" y="6962"/>
                  <a:pt x="7347" y="6961"/>
                  <a:pt x="7088" y="6887"/>
                </a:cubicBezTo>
                <a:lnTo>
                  <a:pt x="6878" y="6884"/>
                </a:lnTo>
                <a:lnTo>
                  <a:pt x="9482" y="11392"/>
                </a:lnTo>
                <a:lnTo>
                  <a:pt x="9404" y="14626"/>
                </a:lnTo>
                <a:lnTo>
                  <a:pt x="9407" y="14722"/>
                </a:lnTo>
                <a:lnTo>
                  <a:pt x="9502" y="14722"/>
                </a:lnTo>
                <a:lnTo>
                  <a:pt x="9526" y="14719"/>
                </a:lnTo>
                <a:cubicBezTo>
                  <a:pt x="9786" y="14645"/>
                  <a:pt x="10190" y="14645"/>
                  <a:pt x="10449" y="14719"/>
                </a:cubicBezTo>
                <a:lnTo>
                  <a:pt x="10573" y="14722"/>
                </a:lnTo>
                <a:lnTo>
                  <a:pt x="10512" y="11390"/>
                </a:lnTo>
                <a:cubicBezTo>
                  <a:pt x="10600" y="11229"/>
                  <a:pt x="11150" y="10205"/>
                  <a:pt x="11738" y="9180"/>
                </a:cubicBezTo>
                <a:cubicBezTo>
                  <a:pt x="12342" y="8126"/>
                  <a:pt x="13008" y="7040"/>
                  <a:pt x="13014" y="702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0" name="Shape 2881"/>
          <p:cNvSpPr/>
          <p:nvPr/>
        </p:nvSpPr>
        <p:spPr>
          <a:xfrm>
            <a:off x="4687920" y="35989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3062" y="5890"/>
                </a:moveTo>
                <a:lnTo>
                  <a:pt x="10786" y="7776"/>
                </a:lnTo>
                <a:lnTo>
                  <a:pt x="13925" y="9725"/>
                </a:lnTo>
                <a:lnTo>
                  <a:pt x="16200" y="7926"/>
                </a:lnTo>
                <a:cubicBezTo>
                  <a:pt x="16200" y="7926"/>
                  <a:pt x="13062" y="5890"/>
                  <a:pt x="13062" y="5890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5400" y="8027"/>
                </a:moveTo>
                <a:lnTo>
                  <a:pt x="7647" y="9763"/>
                </a:lnTo>
                <a:lnTo>
                  <a:pt x="10786" y="7776"/>
                </a:lnTo>
                <a:lnTo>
                  <a:pt x="8630" y="5891"/>
                </a:lnTo>
                <a:cubicBezTo>
                  <a:pt x="8630" y="5891"/>
                  <a:pt x="5400" y="8027"/>
                  <a:pt x="5400" y="8027"/>
                </a:cubicBezTo>
                <a:close/>
                <a:moveTo>
                  <a:pt x="13925" y="9726"/>
                </a:moveTo>
                <a:lnTo>
                  <a:pt x="13925" y="9725"/>
                </a:lnTo>
                <a:lnTo>
                  <a:pt x="13925" y="9725"/>
                </a:lnTo>
                <a:lnTo>
                  <a:pt x="13924" y="9725"/>
                </a:lnTo>
                <a:cubicBezTo>
                  <a:pt x="13924" y="9725"/>
                  <a:pt x="13925" y="9726"/>
                  <a:pt x="13925" y="9726"/>
                </a:cubicBezTo>
                <a:close/>
                <a:moveTo>
                  <a:pt x="12965" y="14699"/>
                </a:moveTo>
                <a:lnTo>
                  <a:pt x="12959" y="14707"/>
                </a:lnTo>
                <a:lnTo>
                  <a:pt x="10801" y="13101"/>
                </a:lnTo>
                <a:lnTo>
                  <a:pt x="8731" y="14685"/>
                </a:lnTo>
                <a:lnTo>
                  <a:pt x="8712" y="14715"/>
                </a:lnTo>
                <a:lnTo>
                  <a:pt x="7571" y="14025"/>
                </a:lnTo>
                <a:lnTo>
                  <a:pt x="7571" y="14627"/>
                </a:lnTo>
                <a:lnTo>
                  <a:pt x="10799" y="16692"/>
                </a:lnTo>
                <a:lnTo>
                  <a:pt x="14001" y="14627"/>
                </a:lnTo>
                <a:lnTo>
                  <a:pt x="14001" y="14067"/>
                </a:lnTo>
                <a:lnTo>
                  <a:pt x="12965" y="14699"/>
                </a:lnTo>
                <a:cubicBezTo>
                  <a:pt x="12965" y="14699"/>
                  <a:pt x="12965" y="14699"/>
                  <a:pt x="12965" y="14699"/>
                </a:cubicBezTo>
                <a:close/>
                <a:moveTo>
                  <a:pt x="7641" y="9766"/>
                </a:moveTo>
                <a:lnTo>
                  <a:pt x="5404" y="11577"/>
                </a:lnTo>
                <a:lnTo>
                  <a:pt x="7350" y="12746"/>
                </a:lnTo>
                <a:lnTo>
                  <a:pt x="7351" y="12745"/>
                </a:lnTo>
                <a:lnTo>
                  <a:pt x="7742" y="12982"/>
                </a:lnTo>
                <a:lnTo>
                  <a:pt x="8631" y="13516"/>
                </a:lnTo>
                <a:lnTo>
                  <a:pt x="10060" y="12431"/>
                </a:lnTo>
                <a:lnTo>
                  <a:pt x="10780" y="11879"/>
                </a:lnTo>
                <a:lnTo>
                  <a:pt x="10783" y="11882"/>
                </a:lnTo>
                <a:lnTo>
                  <a:pt x="10786" y="11880"/>
                </a:lnTo>
                <a:lnTo>
                  <a:pt x="10798" y="11888"/>
                </a:lnTo>
                <a:lnTo>
                  <a:pt x="10804" y="11879"/>
                </a:lnTo>
                <a:lnTo>
                  <a:pt x="12515" y="13153"/>
                </a:lnTo>
                <a:lnTo>
                  <a:pt x="13007" y="13515"/>
                </a:lnTo>
                <a:lnTo>
                  <a:pt x="16199" y="11575"/>
                </a:lnTo>
                <a:lnTo>
                  <a:pt x="13925" y="9726"/>
                </a:lnTo>
                <a:lnTo>
                  <a:pt x="10787" y="11715"/>
                </a:lnTo>
                <a:cubicBezTo>
                  <a:pt x="10787" y="11715"/>
                  <a:pt x="7641" y="9766"/>
                  <a:pt x="7641" y="976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1" name="Shape 2882"/>
          <p:cNvSpPr/>
          <p:nvPr/>
        </p:nvSpPr>
        <p:spPr>
          <a:xfrm>
            <a:off x="5087880" y="35989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4727" y="13745"/>
                </a:moveTo>
                <a:cubicBezTo>
                  <a:pt x="14727" y="14288"/>
                  <a:pt x="14287" y="14727"/>
                  <a:pt x="13745" y="14727"/>
                </a:cubicBezTo>
                <a:lnTo>
                  <a:pt x="7855" y="14727"/>
                </a:lnTo>
                <a:cubicBezTo>
                  <a:pt x="7313" y="14727"/>
                  <a:pt x="6873" y="14288"/>
                  <a:pt x="6873" y="13745"/>
                </a:cubicBezTo>
                <a:lnTo>
                  <a:pt x="6873" y="10309"/>
                </a:lnTo>
                <a:lnTo>
                  <a:pt x="7904" y="10309"/>
                </a:lnTo>
                <a:cubicBezTo>
                  <a:pt x="7877" y="10470"/>
                  <a:pt x="7855" y="10632"/>
                  <a:pt x="7855" y="10800"/>
                </a:cubicBezTo>
                <a:cubicBezTo>
                  <a:pt x="7855" y="12427"/>
                  <a:pt x="9173" y="13745"/>
                  <a:pt x="10800" y="13745"/>
                </a:cubicBezTo>
                <a:cubicBezTo>
                  <a:pt x="12427" y="13745"/>
                  <a:pt x="13745" y="12427"/>
                  <a:pt x="13745" y="10800"/>
                </a:cubicBezTo>
                <a:cubicBezTo>
                  <a:pt x="13745" y="10632"/>
                  <a:pt x="13723" y="10470"/>
                  <a:pt x="13696" y="10309"/>
                </a:cubicBezTo>
                <a:lnTo>
                  <a:pt x="14727" y="10309"/>
                </a:lnTo>
                <a:cubicBezTo>
                  <a:pt x="14727" y="10309"/>
                  <a:pt x="14727" y="13745"/>
                  <a:pt x="14727" y="13745"/>
                </a:cubicBezTo>
                <a:close/>
                <a:moveTo>
                  <a:pt x="10800" y="8836"/>
                </a:moveTo>
                <a:cubicBezTo>
                  <a:pt x="11884" y="8836"/>
                  <a:pt x="12764" y="9716"/>
                  <a:pt x="12764" y="10800"/>
                </a:cubicBezTo>
                <a:cubicBezTo>
                  <a:pt x="12764" y="11884"/>
                  <a:pt x="11884" y="12764"/>
                  <a:pt x="10800" y="12764"/>
                </a:cubicBezTo>
                <a:cubicBezTo>
                  <a:pt x="9716" y="12764"/>
                  <a:pt x="8836" y="11884"/>
                  <a:pt x="8836" y="10800"/>
                </a:cubicBezTo>
                <a:cubicBezTo>
                  <a:pt x="8836" y="9716"/>
                  <a:pt x="9716" y="8836"/>
                  <a:pt x="10800" y="8836"/>
                </a:cubicBezTo>
                <a:moveTo>
                  <a:pt x="12764" y="7364"/>
                </a:moveTo>
                <a:lnTo>
                  <a:pt x="14236" y="7364"/>
                </a:lnTo>
                <a:lnTo>
                  <a:pt x="14236" y="8836"/>
                </a:lnTo>
                <a:lnTo>
                  <a:pt x="12764" y="8836"/>
                </a:lnTo>
                <a:cubicBezTo>
                  <a:pt x="12764" y="8836"/>
                  <a:pt x="12764" y="7364"/>
                  <a:pt x="12764" y="7364"/>
                </a:cubicBezTo>
                <a:close/>
                <a:moveTo>
                  <a:pt x="13745" y="5891"/>
                </a:moveTo>
                <a:lnTo>
                  <a:pt x="7855" y="5891"/>
                </a:lnTo>
                <a:cubicBezTo>
                  <a:pt x="6770" y="5891"/>
                  <a:pt x="5891" y="6770"/>
                  <a:pt x="5891" y="7855"/>
                </a:cubicBezTo>
                <a:lnTo>
                  <a:pt x="5891" y="13745"/>
                </a:lnTo>
                <a:cubicBezTo>
                  <a:pt x="5891" y="14830"/>
                  <a:pt x="6770" y="15709"/>
                  <a:pt x="7855" y="15709"/>
                </a:cubicBezTo>
                <a:lnTo>
                  <a:pt x="13745" y="15709"/>
                </a:lnTo>
                <a:cubicBezTo>
                  <a:pt x="14830" y="15709"/>
                  <a:pt x="15709" y="14830"/>
                  <a:pt x="15709" y="13745"/>
                </a:cubicBezTo>
                <a:lnTo>
                  <a:pt x="15709" y="7855"/>
                </a:lnTo>
                <a:cubicBezTo>
                  <a:pt x="15709" y="6770"/>
                  <a:pt x="14830" y="5891"/>
                  <a:pt x="13745" y="5891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2" name="Shape 2883"/>
          <p:cNvSpPr/>
          <p:nvPr/>
        </p:nvSpPr>
        <p:spPr>
          <a:xfrm>
            <a:off x="5487840" y="35989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5709" y="10800"/>
                </a:moveTo>
                <a:cubicBezTo>
                  <a:pt x="15709" y="12575"/>
                  <a:pt x="14764" y="14125"/>
                  <a:pt x="13353" y="14987"/>
                </a:cubicBezTo>
                <a:lnTo>
                  <a:pt x="14834" y="10706"/>
                </a:lnTo>
                <a:cubicBezTo>
                  <a:pt x="15118" y="9994"/>
                  <a:pt x="15213" y="9425"/>
                  <a:pt x="15213" y="8918"/>
                </a:cubicBezTo>
                <a:cubicBezTo>
                  <a:pt x="15213" y="8811"/>
                  <a:pt x="15201" y="8718"/>
                  <a:pt x="15194" y="8620"/>
                </a:cubicBezTo>
                <a:cubicBezTo>
                  <a:pt x="15521" y="9277"/>
                  <a:pt x="15709" y="10016"/>
                  <a:pt x="15709" y="10800"/>
                </a:cubicBezTo>
                <a:moveTo>
                  <a:pt x="11488" y="8460"/>
                </a:moveTo>
                <a:cubicBezTo>
                  <a:pt x="11788" y="8444"/>
                  <a:pt x="12059" y="8413"/>
                  <a:pt x="12059" y="8413"/>
                </a:cubicBezTo>
                <a:cubicBezTo>
                  <a:pt x="12328" y="8380"/>
                  <a:pt x="12296" y="7986"/>
                  <a:pt x="12027" y="8001"/>
                </a:cubicBezTo>
                <a:cubicBezTo>
                  <a:pt x="12027" y="8001"/>
                  <a:pt x="11219" y="8065"/>
                  <a:pt x="10697" y="8065"/>
                </a:cubicBezTo>
                <a:cubicBezTo>
                  <a:pt x="10206" y="8065"/>
                  <a:pt x="9382" y="8001"/>
                  <a:pt x="9382" y="8001"/>
                </a:cubicBezTo>
                <a:cubicBezTo>
                  <a:pt x="9113" y="7986"/>
                  <a:pt x="9082" y="8396"/>
                  <a:pt x="9350" y="8413"/>
                </a:cubicBezTo>
                <a:cubicBezTo>
                  <a:pt x="9350" y="8413"/>
                  <a:pt x="9605" y="8444"/>
                  <a:pt x="9874" y="8460"/>
                </a:cubicBezTo>
                <a:lnTo>
                  <a:pt x="10652" y="10591"/>
                </a:lnTo>
                <a:lnTo>
                  <a:pt x="9560" y="13866"/>
                </a:lnTo>
                <a:lnTo>
                  <a:pt x="7742" y="8460"/>
                </a:lnTo>
                <a:cubicBezTo>
                  <a:pt x="8042" y="8444"/>
                  <a:pt x="8313" y="8413"/>
                  <a:pt x="8313" y="8413"/>
                </a:cubicBezTo>
                <a:cubicBezTo>
                  <a:pt x="8582" y="8380"/>
                  <a:pt x="8550" y="7986"/>
                  <a:pt x="8281" y="8001"/>
                </a:cubicBezTo>
                <a:cubicBezTo>
                  <a:pt x="8281" y="8001"/>
                  <a:pt x="7473" y="8065"/>
                  <a:pt x="6951" y="8065"/>
                </a:cubicBezTo>
                <a:cubicBezTo>
                  <a:pt x="6885" y="8065"/>
                  <a:pt x="6804" y="8063"/>
                  <a:pt x="6727" y="8061"/>
                </a:cubicBezTo>
                <a:cubicBezTo>
                  <a:pt x="7608" y="6752"/>
                  <a:pt x="9103" y="5891"/>
                  <a:pt x="10800" y="5891"/>
                </a:cubicBezTo>
                <a:cubicBezTo>
                  <a:pt x="12045" y="5891"/>
                  <a:pt x="13178" y="6358"/>
                  <a:pt x="14044" y="7122"/>
                </a:cubicBezTo>
                <a:cubicBezTo>
                  <a:pt x="13590" y="7157"/>
                  <a:pt x="13299" y="7563"/>
                  <a:pt x="13299" y="8001"/>
                </a:cubicBezTo>
                <a:cubicBezTo>
                  <a:pt x="13299" y="8413"/>
                  <a:pt x="13505" y="8761"/>
                  <a:pt x="13758" y="9172"/>
                </a:cubicBezTo>
                <a:cubicBezTo>
                  <a:pt x="13948" y="9504"/>
                  <a:pt x="14169" y="9931"/>
                  <a:pt x="14169" y="10548"/>
                </a:cubicBezTo>
                <a:cubicBezTo>
                  <a:pt x="14169" y="10975"/>
                  <a:pt x="14005" y="11471"/>
                  <a:pt x="13789" y="12162"/>
                </a:cubicBezTo>
                <a:lnTo>
                  <a:pt x="13291" y="13825"/>
                </a:lnTo>
                <a:cubicBezTo>
                  <a:pt x="13291" y="13825"/>
                  <a:pt x="11488" y="8460"/>
                  <a:pt x="11488" y="8460"/>
                </a:cubicBezTo>
                <a:close/>
                <a:moveTo>
                  <a:pt x="10800" y="15709"/>
                </a:moveTo>
                <a:cubicBezTo>
                  <a:pt x="10319" y="15709"/>
                  <a:pt x="9857" y="15637"/>
                  <a:pt x="9418" y="15508"/>
                </a:cubicBezTo>
                <a:lnTo>
                  <a:pt x="10887" y="11236"/>
                </a:lnTo>
                <a:cubicBezTo>
                  <a:pt x="10887" y="11236"/>
                  <a:pt x="12211" y="14865"/>
                  <a:pt x="12425" y="15428"/>
                </a:cubicBezTo>
                <a:cubicBezTo>
                  <a:pt x="11916" y="15607"/>
                  <a:pt x="11371" y="15709"/>
                  <a:pt x="10800" y="15709"/>
                </a:cubicBezTo>
                <a:moveTo>
                  <a:pt x="5891" y="10800"/>
                </a:moveTo>
                <a:cubicBezTo>
                  <a:pt x="5891" y="10118"/>
                  <a:pt x="6030" y="9470"/>
                  <a:pt x="6281" y="8880"/>
                </a:cubicBezTo>
                <a:lnTo>
                  <a:pt x="8579" y="15174"/>
                </a:lnTo>
                <a:cubicBezTo>
                  <a:pt x="6985" y="14362"/>
                  <a:pt x="5891" y="12711"/>
                  <a:pt x="5891" y="10800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3" name="Shape 2884"/>
          <p:cNvSpPr/>
          <p:nvPr/>
        </p:nvSpPr>
        <p:spPr>
          <a:xfrm>
            <a:off x="5888160" y="35989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4236" y="10309"/>
                </a:moveTo>
                <a:cubicBezTo>
                  <a:pt x="13551" y="10309"/>
                  <a:pt x="12889" y="10401"/>
                  <a:pt x="12252" y="10556"/>
                </a:cubicBezTo>
                <a:cubicBezTo>
                  <a:pt x="12104" y="10191"/>
                  <a:pt x="11941" y="9834"/>
                  <a:pt x="11763" y="9484"/>
                </a:cubicBezTo>
                <a:cubicBezTo>
                  <a:pt x="12783" y="9001"/>
                  <a:pt x="13728" y="8390"/>
                  <a:pt x="14592" y="7682"/>
                </a:cubicBezTo>
                <a:cubicBezTo>
                  <a:pt x="15222" y="8448"/>
                  <a:pt x="15619" y="9407"/>
                  <a:pt x="15692" y="10457"/>
                </a:cubicBezTo>
                <a:cubicBezTo>
                  <a:pt x="15218" y="10370"/>
                  <a:pt x="14736" y="10309"/>
                  <a:pt x="14236" y="10309"/>
                </a:cubicBezTo>
                <a:moveTo>
                  <a:pt x="13226" y="15065"/>
                </a:moveTo>
                <a:cubicBezTo>
                  <a:pt x="13168" y="13821"/>
                  <a:pt x="12957" y="12618"/>
                  <a:pt x="12590" y="11483"/>
                </a:cubicBezTo>
                <a:cubicBezTo>
                  <a:pt x="13120" y="11361"/>
                  <a:pt x="13669" y="11291"/>
                  <a:pt x="14236" y="11291"/>
                </a:cubicBezTo>
                <a:cubicBezTo>
                  <a:pt x="14726" y="11291"/>
                  <a:pt x="15199" y="11358"/>
                  <a:pt x="15661" y="11451"/>
                </a:cubicBezTo>
                <a:cubicBezTo>
                  <a:pt x="15455" y="13001"/>
                  <a:pt x="14528" y="14322"/>
                  <a:pt x="13226" y="15065"/>
                </a:cubicBezTo>
                <a:moveTo>
                  <a:pt x="10800" y="15709"/>
                </a:moveTo>
                <a:cubicBezTo>
                  <a:pt x="9746" y="15709"/>
                  <a:pt x="8772" y="15374"/>
                  <a:pt x="7971" y="14808"/>
                </a:cubicBezTo>
                <a:cubicBezTo>
                  <a:pt x="8822" y="13429"/>
                  <a:pt x="10108" y="12348"/>
                  <a:pt x="11646" y="11768"/>
                </a:cubicBezTo>
                <a:cubicBezTo>
                  <a:pt x="12027" y="12943"/>
                  <a:pt x="12241" y="14191"/>
                  <a:pt x="12264" y="15487"/>
                </a:cubicBezTo>
                <a:cubicBezTo>
                  <a:pt x="11801" y="15631"/>
                  <a:pt x="11310" y="15709"/>
                  <a:pt x="10800" y="15709"/>
                </a:cubicBezTo>
                <a:moveTo>
                  <a:pt x="5891" y="10800"/>
                </a:moveTo>
                <a:cubicBezTo>
                  <a:pt x="7640" y="10800"/>
                  <a:pt x="9312" y="10469"/>
                  <a:pt x="10852" y="9873"/>
                </a:cubicBezTo>
                <a:cubicBezTo>
                  <a:pt x="11015" y="10192"/>
                  <a:pt x="11171" y="10515"/>
                  <a:pt x="11309" y="10848"/>
                </a:cubicBezTo>
                <a:cubicBezTo>
                  <a:pt x="9614" y="11484"/>
                  <a:pt x="8190" y="12658"/>
                  <a:pt x="7225" y="14157"/>
                </a:cubicBezTo>
                <a:cubicBezTo>
                  <a:pt x="6400" y="13279"/>
                  <a:pt x="5891" y="12100"/>
                  <a:pt x="5891" y="10800"/>
                </a:cubicBezTo>
                <a:moveTo>
                  <a:pt x="8358" y="6546"/>
                </a:moveTo>
                <a:cubicBezTo>
                  <a:pt x="9117" y="7279"/>
                  <a:pt x="9793" y="8098"/>
                  <a:pt x="10353" y="9001"/>
                </a:cubicBezTo>
                <a:cubicBezTo>
                  <a:pt x="8991" y="9509"/>
                  <a:pt x="7526" y="9801"/>
                  <a:pt x="5990" y="9813"/>
                </a:cubicBezTo>
                <a:cubicBezTo>
                  <a:pt x="6276" y="8414"/>
                  <a:pt x="7158" y="7236"/>
                  <a:pt x="8358" y="6546"/>
                </a:cubicBezTo>
                <a:moveTo>
                  <a:pt x="10800" y="5891"/>
                </a:moveTo>
                <a:cubicBezTo>
                  <a:pt x="11968" y="5891"/>
                  <a:pt x="13040" y="6300"/>
                  <a:pt x="13882" y="6982"/>
                </a:cubicBezTo>
                <a:cubicBezTo>
                  <a:pt x="13087" y="7622"/>
                  <a:pt x="12217" y="8174"/>
                  <a:pt x="11282" y="8612"/>
                </a:cubicBezTo>
                <a:cubicBezTo>
                  <a:pt x="10732" y="7702"/>
                  <a:pt x="10073" y="6869"/>
                  <a:pt x="9333" y="6114"/>
                </a:cubicBezTo>
                <a:cubicBezTo>
                  <a:pt x="9797" y="5970"/>
                  <a:pt x="10289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4" name="Shape 2885"/>
          <p:cNvSpPr/>
          <p:nvPr/>
        </p:nvSpPr>
        <p:spPr>
          <a:xfrm>
            <a:off x="6307200" y="3598920"/>
            <a:ext cx="17136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5500" y="13698"/>
                </a:moveTo>
                <a:cubicBezTo>
                  <a:pt x="15500" y="14629"/>
                  <a:pt x="14906" y="15067"/>
                  <a:pt x="13996" y="15061"/>
                </a:cubicBezTo>
                <a:cubicBezTo>
                  <a:pt x="13870" y="15061"/>
                  <a:pt x="13731" y="15061"/>
                  <a:pt x="13646" y="15044"/>
                </a:cubicBezTo>
                <a:lnTo>
                  <a:pt x="13646" y="12497"/>
                </a:lnTo>
                <a:cubicBezTo>
                  <a:pt x="13731" y="12480"/>
                  <a:pt x="13877" y="12463"/>
                  <a:pt x="14101" y="12463"/>
                </a:cubicBezTo>
                <a:cubicBezTo>
                  <a:pt x="14966" y="12463"/>
                  <a:pt x="15507" y="12890"/>
                  <a:pt x="15500" y="13698"/>
                </a:cubicBezTo>
                <a:moveTo>
                  <a:pt x="12636" y="11868"/>
                </a:moveTo>
                <a:lnTo>
                  <a:pt x="12636" y="15691"/>
                </a:lnTo>
                <a:cubicBezTo>
                  <a:pt x="12886" y="15720"/>
                  <a:pt x="13256" y="15748"/>
                  <a:pt x="13778" y="15748"/>
                </a:cubicBezTo>
                <a:cubicBezTo>
                  <a:pt x="14649" y="15748"/>
                  <a:pt x="15362" y="15587"/>
                  <a:pt x="15830" y="15246"/>
                </a:cubicBezTo>
                <a:cubicBezTo>
                  <a:pt x="16260" y="14929"/>
                  <a:pt x="16570" y="14415"/>
                  <a:pt x="16570" y="13670"/>
                </a:cubicBezTo>
                <a:cubicBezTo>
                  <a:pt x="16570" y="12982"/>
                  <a:pt x="16279" y="12503"/>
                  <a:pt x="15817" y="12203"/>
                </a:cubicBezTo>
                <a:cubicBezTo>
                  <a:pt x="15388" y="11919"/>
                  <a:pt x="14840" y="11787"/>
                  <a:pt x="13996" y="11787"/>
                </a:cubicBezTo>
                <a:cubicBezTo>
                  <a:pt x="13487" y="11787"/>
                  <a:pt x="13005" y="11815"/>
                  <a:pt x="12636" y="11868"/>
                </a:cubicBezTo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5"/>
                </a:moveTo>
                <a:cubicBezTo>
                  <a:pt x="20400" y="20178"/>
                  <a:pt x="19863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5"/>
                </a:cubicBezTo>
                <a:lnTo>
                  <a:pt x="1200" y="1964"/>
                </a:lnTo>
                <a:cubicBezTo>
                  <a:pt x="1200" y="1421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5"/>
                  <a:pt x="20400" y="19635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8"/>
                  <a:pt x="0" y="1964"/>
                </a:cubicBezTo>
                <a:lnTo>
                  <a:pt x="0" y="19635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5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6769" y="13658"/>
                </a:moveTo>
                <a:cubicBezTo>
                  <a:pt x="6624" y="13658"/>
                  <a:pt x="6519" y="13652"/>
                  <a:pt x="6433" y="13635"/>
                </a:cubicBezTo>
                <a:lnTo>
                  <a:pt x="6433" y="12486"/>
                </a:lnTo>
                <a:cubicBezTo>
                  <a:pt x="6505" y="12468"/>
                  <a:pt x="6644" y="12451"/>
                  <a:pt x="6848" y="12451"/>
                </a:cubicBezTo>
                <a:cubicBezTo>
                  <a:pt x="7350" y="12451"/>
                  <a:pt x="7634" y="12665"/>
                  <a:pt x="7634" y="13023"/>
                </a:cubicBezTo>
                <a:cubicBezTo>
                  <a:pt x="7634" y="13421"/>
                  <a:pt x="7304" y="13658"/>
                  <a:pt x="6769" y="13658"/>
                </a:cubicBezTo>
                <a:moveTo>
                  <a:pt x="6796" y="11787"/>
                </a:moveTo>
                <a:cubicBezTo>
                  <a:pt x="6182" y="11787"/>
                  <a:pt x="5746" y="11821"/>
                  <a:pt x="5436" y="11868"/>
                </a:cubicBezTo>
                <a:lnTo>
                  <a:pt x="5436" y="15708"/>
                </a:lnTo>
                <a:lnTo>
                  <a:pt x="6433" y="15708"/>
                </a:lnTo>
                <a:lnTo>
                  <a:pt x="6433" y="14316"/>
                </a:lnTo>
                <a:cubicBezTo>
                  <a:pt x="6524" y="14328"/>
                  <a:pt x="6644" y="14334"/>
                  <a:pt x="6776" y="14334"/>
                </a:cubicBezTo>
                <a:cubicBezTo>
                  <a:pt x="7370" y="14334"/>
                  <a:pt x="7878" y="14207"/>
                  <a:pt x="8221" y="13924"/>
                </a:cubicBezTo>
                <a:cubicBezTo>
                  <a:pt x="8485" y="13704"/>
                  <a:pt x="8630" y="13381"/>
                  <a:pt x="8630" y="13000"/>
                </a:cubicBezTo>
                <a:cubicBezTo>
                  <a:pt x="8630" y="12618"/>
                  <a:pt x="8439" y="12296"/>
                  <a:pt x="8155" y="12099"/>
                </a:cubicBezTo>
                <a:cubicBezTo>
                  <a:pt x="7858" y="11891"/>
                  <a:pt x="7416" y="11787"/>
                  <a:pt x="6796" y="11787"/>
                </a:cubicBezTo>
                <a:moveTo>
                  <a:pt x="10765" y="13398"/>
                </a:moveTo>
                <a:cubicBezTo>
                  <a:pt x="10191" y="13208"/>
                  <a:pt x="9940" y="13098"/>
                  <a:pt x="9940" y="12850"/>
                </a:cubicBezTo>
                <a:cubicBezTo>
                  <a:pt x="9940" y="12648"/>
                  <a:pt x="10151" y="12474"/>
                  <a:pt x="10587" y="12474"/>
                </a:cubicBezTo>
                <a:cubicBezTo>
                  <a:pt x="11023" y="12474"/>
                  <a:pt x="11339" y="12583"/>
                  <a:pt x="11517" y="12659"/>
                </a:cubicBezTo>
                <a:lnTo>
                  <a:pt x="11742" y="11949"/>
                </a:lnTo>
                <a:cubicBezTo>
                  <a:pt x="11478" y="11845"/>
                  <a:pt x="11108" y="11752"/>
                  <a:pt x="10607" y="11752"/>
                </a:cubicBezTo>
                <a:cubicBezTo>
                  <a:pt x="9558" y="11752"/>
                  <a:pt x="8924" y="12260"/>
                  <a:pt x="8924" y="12924"/>
                </a:cubicBezTo>
                <a:cubicBezTo>
                  <a:pt x="8924" y="13490"/>
                  <a:pt x="9405" y="13849"/>
                  <a:pt x="10145" y="14074"/>
                </a:cubicBezTo>
                <a:cubicBezTo>
                  <a:pt x="10679" y="14241"/>
                  <a:pt x="10891" y="14380"/>
                  <a:pt x="10891" y="14623"/>
                </a:cubicBezTo>
                <a:cubicBezTo>
                  <a:pt x="10891" y="14877"/>
                  <a:pt x="10646" y="15044"/>
                  <a:pt x="10184" y="15044"/>
                </a:cubicBezTo>
                <a:cubicBezTo>
                  <a:pt x="9755" y="15044"/>
                  <a:pt x="9339" y="14923"/>
                  <a:pt x="9069" y="14802"/>
                </a:cubicBezTo>
                <a:lnTo>
                  <a:pt x="8864" y="15529"/>
                </a:lnTo>
                <a:cubicBezTo>
                  <a:pt x="9115" y="15651"/>
                  <a:pt x="9616" y="15766"/>
                  <a:pt x="10124" y="15766"/>
                </a:cubicBezTo>
                <a:cubicBezTo>
                  <a:pt x="11346" y="15766"/>
                  <a:pt x="11920" y="15211"/>
                  <a:pt x="11920" y="14559"/>
                </a:cubicBezTo>
                <a:cubicBezTo>
                  <a:pt x="11920" y="14010"/>
                  <a:pt x="11551" y="13652"/>
                  <a:pt x="10765" y="1339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5" name="Shape 2886"/>
          <p:cNvSpPr/>
          <p:nvPr/>
        </p:nvSpPr>
        <p:spPr>
          <a:xfrm>
            <a:off x="6707160" y="3598920"/>
            <a:ext cx="17136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2636" y="15709"/>
                </a:moveTo>
                <a:lnTo>
                  <a:pt x="13646" y="15709"/>
                </a:lnTo>
                <a:lnTo>
                  <a:pt x="13646" y="11816"/>
                </a:lnTo>
                <a:lnTo>
                  <a:pt x="12636" y="11816"/>
                </a:lnTo>
                <a:cubicBezTo>
                  <a:pt x="12636" y="11816"/>
                  <a:pt x="12636" y="15709"/>
                  <a:pt x="12636" y="15709"/>
                </a:cubicBezTo>
                <a:close/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9618" y="14051"/>
                </a:moveTo>
                <a:lnTo>
                  <a:pt x="9881" y="13225"/>
                </a:lnTo>
                <a:cubicBezTo>
                  <a:pt x="9954" y="13000"/>
                  <a:pt x="10020" y="12706"/>
                  <a:pt x="10086" y="12475"/>
                </a:cubicBezTo>
                <a:lnTo>
                  <a:pt x="10099" y="12475"/>
                </a:lnTo>
                <a:cubicBezTo>
                  <a:pt x="10165" y="12706"/>
                  <a:pt x="10245" y="12994"/>
                  <a:pt x="10324" y="13225"/>
                </a:cubicBezTo>
                <a:lnTo>
                  <a:pt x="10601" y="14051"/>
                </a:lnTo>
                <a:cubicBezTo>
                  <a:pt x="10601" y="14051"/>
                  <a:pt x="9618" y="14051"/>
                  <a:pt x="9618" y="14051"/>
                </a:cubicBezTo>
                <a:close/>
                <a:moveTo>
                  <a:pt x="9472" y="11816"/>
                </a:moveTo>
                <a:lnTo>
                  <a:pt x="8113" y="15709"/>
                </a:lnTo>
                <a:lnTo>
                  <a:pt x="9155" y="15709"/>
                </a:lnTo>
                <a:lnTo>
                  <a:pt x="9472" y="14710"/>
                </a:lnTo>
                <a:lnTo>
                  <a:pt x="10746" y="14710"/>
                </a:lnTo>
                <a:lnTo>
                  <a:pt x="11089" y="15709"/>
                </a:lnTo>
                <a:lnTo>
                  <a:pt x="12172" y="15709"/>
                </a:lnTo>
                <a:lnTo>
                  <a:pt x="10792" y="11816"/>
                </a:lnTo>
                <a:cubicBezTo>
                  <a:pt x="10792" y="11816"/>
                  <a:pt x="9472" y="11816"/>
                  <a:pt x="9472" y="1181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6" name="Shape 2887"/>
          <p:cNvSpPr/>
          <p:nvPr/>
        </p:nvSpPr>
        <p:spPr>
          <a:xfrm>
            <a:off x="7107120" y="3598920"/>
            <a:ext cx="1717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3836" y="15709"/>
                </a:moveTo>
                <a:lnTo>
                  <a:pt x="14845" y="15709"/>
                </a:lnTo>
                <a:lnTo>
                  <a:pt x="14845" y="14144"/>
                </a:lnTo>
                <a:lnTo>
                  <a:pt x="16443" y="14144"/>
                </a:lnTo>
                <a:lnTo>
                  <a:pt x="16443" y="13428"/>
                </a:lnTo>
                <a:lnTo>
                  <a:pt x="14845" y="13428"/>
                </a:lnTo>
                <a:lnTo>
                  <a:pt x="14845" y="12538"/>
                </a:lnTo>
                <a:lnTo>
                  <a:pt x="16555" y="12538"/>
                </a:lnTo>
                <a:lnTo>
                  <a:pt x="16555" y="11816"/>
                </a:lnTo>
                <a:lnTo>
                  <a:pt x="13836" y="11816"/>
                </a:lnTo>
                <a:cubicBezTo>
                  <a:pt x="13836" y="11816"/>
                  <a:pt x="13836" y="15709"/>
                  <a:pt x="13836" y="15709"/>
                </a:cubicBezTo>
                <a:close/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3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7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10396" y="15062"/>
                </a:moveTo>
                <a:cubicBezTo>
                  <a:pt x="10270" y="15062"/>
                  <a:pt x="10131" y="15062"/>
                  <a:pt x="10045" y="15045"/>
                </a:cubicBezTo>
                <a:lnTo>
                  <a:pt x="10045" y="12498"/>
                </a:lnTo>
                <a:cubicBezTo>
                  <a:pt x="10131" y="12480"/>
                  <a:pt x="10277" y="12463"/>
                  <a:pt x="10501" y="12463"/>
                </a:cubicBezTo>
                <a:cubicBezTo>
                  <a:pt x="11366" y="12463"/>
                  <a:pt x="11907" y="12891"/>
                  <a:pt x="11900" y="13699"/>
                </a:cubicBezTo>
                <a:cubicBezTo>
                  <a:pt x="11900" y="14629"/>
                  <a:pt x="11306" y="15068"/>
                  <a:pt x="10396" y="15062"/>
                </a:cubicBezTo>
                <a:moveTo>
                  <a:pt x="10396" y="11787"/>
                </a:moveTo>
                <a:cubicBezTo>
                  <a:pt x="9887" y="11787"/>
                  <a:pt x="9405" y="11816"/>
                  <a:pt x="9036" y="11868"/>
                </a:cubicBezTo>
                <a:lnTo>
                  <a:pt x="9036" y="15691"/>
                </a:lnTo>
                <a:cubicBezTo>
                  <a:pt x="9287" y="15720"/>
                  <a:pt x="9656" y="15749"/>
                  <a:pt x="10178" y="15749"/>
                </a:cubicBezTo>
                <a:cubicBezTo>
                  <a:pt x="11048" y="15749"/>
                  <a:pt x="11762" y="15587"/>
                  <a:pt x="12231" y="15246"/>
                </a:cubicBezTo>
                <a:cubicBezTo>
                  <a:pt x="12660" y="14929"/>
                  <a:pt x="12970" y="14415"/>
                  <a:pt x="12970" y="13670"/>
                </a:cubicBezTo>
                <a:cubicBezTo>
                  <a:pt x="12970" y="12983"/>
                  <a:pt x="12680" y="12503"/>
                  <a:pt x="12217" y="12203"/>
                </a:cubicBezTo>
                <a:cubicBezTo>
                  <a:pt x="11788" y="11920"/>
                  <a:pt x="11241" y="11787"/>
                  <a:pt x="10396" y="11787"/>
                </a:cubicBezTo>
                <a:moveTo>
                  <a:pt x="6769" y="13659"/>
                </a:moveTo>
                <a:cubicBezTo>
                  <a:pt x="6623" y="13659"/>
                  <a:pt x="6518" y="13653"/>
                  <a:pt x="6432" y="13636"/>
                </a:cubicBezTo>
                <a:lnTo>
                  <a:pt x="6432" y="12486"/>
                </a:lnTo>
                <a:cubicBezTo>
                  <a:pt x="6505" y="12469"/>
                  <a:pt x="6643" y="12452"/>
                  <a:pt x="6848" y="12452"/>
                </a:cubicBezTo>
                <a:cubicBezTo>
                  <a:pt x="7350" y="12452"/>
                  <a:pt x="7634" y="12665"/>
                  <a:pt x="7634" y="13023"/>
                </a:cubicBezTo>
                <a:cubicBezTo>
                  <a:pt x="7634" y="13422"/>
                  <a:pt x="7304" y="13659"/>
                  <a:pt x="6769" y="13659"/>
                </a:cubicBezTo>
                <a:moveTo>
                  <a:pt x="6796" y="11787"/>
                </a:moveTo>
                <a:cubicBezTo>
                  <a:pt x="6182" y="11787"/>
                  <a:pt x="5746" y="11822"/>
                  <a:pt x="5436" y="11868"/>
                </a:cubicBezTo>
                <a:lnTo>
                  <a:pt x="5436" y="15709"/>
                </a:lnTo>
                <a:lnTo>
                  <a:pt x="6432" y="15709"/>
                </a:lnTo>
                <a:lnTo>
                  <a:pt x="6432" y="14317"/>
                </a:lnTo>
                <a:cubicBezTo>
                  <a:pt x="6525" y="14328"/>
                  <a:pt x="6643" y="14334"/>
                  <a:pt x="6776" y="14334"/>
                </a:cubicBezTo>
                <a:cubicBezTo>
                  <a:pt x="7370" y="14334"/>
                  <a:pt x="7878" y="14207"/>
                  <a:pt x="8221" y="13924"/>
                </a:cubicBezTo>
                <a:cubicBezTo>
                  <a:pt x="8486" y="13705"/>
                  <a:pt x="8631" y="13381"/>
                  <a:pt x="8631" y="13000"/>
                </a:cubicBezTo>
                <a:cubicBezTo>
                  <a:pt x="8631" y="12619"/>
                  <a:pt x="8439" y="12296"/>
                  <a:pt x="8155" y="12099"/>
                </a:cubicBezTo>
                <a:cubicBezTo>
                  <a:pt x="7859" y="11892"/>
                  <a:pt x="7416" y="11787"/>
                  <a:pt x="6796" y="1178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7" name="Shape 2888"/>
          <p:cNvSpPr/>
          <p:nvPr/>
        </p:nvSpPr>
        <p:spPr>
          <a:xfrm>
            <a:off x="7507440" y="3598920"/>
            <a:ext cx="17136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2936" y="15709"/>
                </a:moveTo>
                <a:lnTo>
                  <a:pt x="13945" y="15709"/>
                </a:lnTo>
                <a:lnTo>
                  <a:pt x="13945" y="14144"/>
                </a:lnTo>
                <a:lnTo>
                  <a:pt x="15543" y="14144"/>
                </a:lnTo>
                <a:lnTo>
                  <a:pt x="15543" y="13428"/>
                </a:lnTo>
                <a:lnTo>
                  <a:pt x="13945" y="13428"/>
                </a:lnTo>
                <a:lnTo>
                  <a:pt x="13945" y="12538"/>
                </a:lnTo>
                <a:lnTo>
                  <a:pt x="15655" y="12538"/>
                </a:lnTo>
                <a:lnTo>
                  <a:pt x="15655" y="11816"/>
                </a:lnTo>
                <a:lnTo>
                  <a:pt x="12936" y="11816"/>
                </a:lnTo>
                <a:cubicBezTo>
                  <a:pt x="12936" y="11816"/>
                  <a:pt x="12936" y="15709"/>
                  <a:pt x="12936" y="15709"/>
                </a:cubicBezTo>
                <a:close/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3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7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11136" y="15709"/>
                </a:moveTo>
                <a:lnTo>
                  <a:pt x="12145" y="15709"/>
                </a:lnTo>
                <a:lnTo>
                  <a:pt x="12145" y="11816"/>
                </a:lnTo>
                <a:lnTo>
                  <a:pt x="11136" y="11816"/>
                </a:lnTo>
                <a:cubicBezTo>
                  <a:pt x="11136" y="11816"/>
                  <a:pt x="11136" y="15709"/>
                  <a:pt x="11136" y="15709"/>
                </a:cubicBezTo>
                <a:close/>
                <a:moveTo>
                  <a:pt x="8395" y="14167"/>
                </a:moveTo>
                <a:lnTo>
                  <a:pt x="9082" y="14167"/>
                </a:lnTo>
                <a:lnTo>
                  <a:pt x="9082" y="14981"/>
                </a:lnTo>
                <a:cubicBezTo>
                  <a:pt x="9002" y="15015"/>
                  <a:pt x="8818" y="15039"/>
                  <a:pt x="8586" y="15039"/>
                </a:cubicBezTo>
                <a:cubicBezTo>
                  <a:pt x="7761" y="15039"/>
                  <a:pt x="7187" y="14565"/>
                  <a:pt x="7187" y="13762"/>
                </a:cubicBezTo>
                <a:cubicBezTo>
                  <a:pt x="7187" y="12919"/>
                  <a:pt x="7821" y="12503"/>
                  <a:pt x="8659" y="12503"/>
                </a:cubicBezTo>
                <a:cubicBezTo>
                  <a:pt x="9148" y="12503"/>
                  <a:pt x="9451" y="12579"/>
                  <a:pt x="9696" y="12672"/>
                </a:cubicBezTo>
                <a:lnTo>
                  <a:pt x="9907" y="11966"/>
                </a:lnTo>
                <a:cubicBezTo>
                  <a:pt x="9689" y="11874"/>
                  <a:pt x="9247" y="11776"/>
                  <a:pt x="8672" y="11776"/>
                </a:cubicBezTo>
                <a:cubicBezTo>
                  <a:pt x="7213" y="11776"/>
                  <a:pt x="6138" y="12515"/>
                  <a:pt x="6131" y="13809"/>
                </a:cubicBezTo>
                <a:cubicBezTo>
                  <a:pt x="6124" y="14381"/>
                  <a:pt x="6349" y="14888"/>
                  <a:pt x="6758" y="15223"/>
                </a:cubicBezTo>
                <a:cubicBezTo>
                  <a:pt x="7167" y="15570"/>
                  <a:pt x="7755" y="15749"/>
                  <a:pt x="8566" y="15749"/>
                </a:cubicBezTo>
                <a:cubicBezTo>
                  <a:pt x="9155" y="15749"/>
                  <a:pt x="9742" y="15622"/>
                  <a:pt x="10052" y="15530"/>
                </a:cubicBezTo>
                <a:lnTo>
                  <a:pt x="10052" y="13479"/>
                </a:lnTo>
                <a:lnTo>
                  <a:pt x="8395" y="13479"/>
                </a:lnTo>
                <a:cubicBezTo>
                  <a:pt x="8395" y="13479"/>
                  <a:pt x="8395" y="14167"/>
                  <a:pt x="8395" y="1416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8" name="Shape 2889"/>
          <p:cNvSpPr/>
          <p:nvPr/>
        </p:nvSpPr>
        <p:spPr>
          <a:xfrm>
            <a:off x="7907400" y="3598920"/>
            <a:ext cx="17136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069" y="13659"/>
                </a:moveTo>
                <a:cubicBezTo>
                  <a:pt x="9923" y="13659"/>
                  <a:pt x="9818" y="13653"/>
                  <a:pt x="9732" y="13636"/>
                </a:cubicBezTo>
                <a:lnTo>
                  <a:pt x="9732" y="12486"/>
                </a:lnTo>
                <a:cubicBezTo>
                  <a:pt x="9805" y="12469"/>
                  <a:pt x="9943" y="12452"/>
                  <a:pt x="10148" y="12452"/>
                </a:cubicBezTo>
                <a:cubicBezTo>
                  <a:pt x="10650" y="12452"/>
                  <a:pt x="10934" y="12665"/>
                  <a:pt x="10934" y="13023"/>
                </a:cubicBezTo>
                <a:cubicBezTo>
                  <a:pt x="10934" y="13422"/>
                  <a:pt x="10604" y="13659"/>
                  <a:pt x="10069" y="13659"/>
                </a:cubicBezTo>
                <a:moveTo>
                  <a:pt x="10096" y="11787"/>
                </a:moveTo>
                <a:cubicBezTo>
                  <a:pt x="9481" y="11787"/>
                  <a:pt x="9046" y="11822"/>
                  <a:pt x="8736" y="11869"/>
                </a:cubicBezTo>
                <a:lnTo>
                  <a:pt x="8736" y="15709"/>
                </a:lnTo>
                <a:lnTo>
                  <a:pt x="9732" y="15709"/>
                </a:lnTo>
                <a:lnTo>
                  <a:pt x="9732" y="14317"/>
                </a:lnTo>
                <a:cubicBezTo>
                  <a:pt x="9825" y="14328"/>
                  <a:pt x="9943" y="14334"/>
                  <a:pt x="10076" y="14334"/>
                </a:cubicBezTo>
                <a:cubicBezTo>
                  <a:pt x="10670" y="14334"/>
                  <a:pt x="11178" y="14207"/>
                  <a:pt x="11521" y="13924"/>
                </a:cubicBezTo>
                <a:cubicBezTo>
                  <a:pt x="11786" y="13705"/>
                  <a:pt x="11931" y="13382"/>
                  <a:pt x="11931" y="13000"/>
                </a:cubicBezTo>
                <a:cubicBezTo>
                  <a:pt x="11931" y="12619"/>
                  <a:pt x="11739" y="12296"/>
                  <a:pt x="11455" y="12099"/>
                </a:cubicBezTo>
                <a:cubicBezTo>
                  <a:pt x="11159" y="11891"/>
                  <a:pt x="10716" y="11787"/>
                  <a:pt x="10096" y="11787"/>
                </a:cubicBezTo>
                <a:moveTo>
                  <a:pt x="12131" y="13809"/>
                </a:moveTo>
                <a:cubicBezTo>
                  <a:pt x="12124" y="14381"/>
                  <a:pt x="12349" y="14888"/>
                  <a:pt x="12758" y="15224"/>
                </a:cubicBezTo>
                <a:cubicBezTo>
                  <a:pt x="13167" y="15571"/>
                  <a:pt x="13755" y="15749"/>
                  <a:pt x="14566" y="15749"/>
                </a:cubicBezTo>
                <a:cubicBezTo>
                  <a:pt x="15155" y="15749"/>
                  <a:pt x="15742" y="15622"/>
                  <a:pt x="16052" y="15530"/>
                </a:cubicBezTo>
                <a:lnTo>
                  <a:pt x="16052" y="13479"/>
                </a:lnTo>
                <a:lnTo>
                  <a:pt x="14395" y="13479"/>
                </a:lnTo>
                <a:lnTo>
                  <a:pt x="14395" y="14167"/>
                </a:lnTo>
                <a:lnTo>
                  <a:pt x="15081" y="14167"/>
                </a:lnTo>
                <a:lnTo>
                  <a:pt x="15081" y="14981"/>
                </a:lnTo>
                <a:cubicBezTo>
                  <a:pt x="15002" y="15015"/>
                  <a:pt x="14818" y="15039"/>
                  <a:pt x="14586" y="15039"/>
                </a:cubicBezTo>
                <a:cubicBezTo>
                  <a:pt x="13761" y="15039"/>
                  <a:pt x="13187" y="14566"/>
                  <a:pt x="13187" y="13762"/>
                </a:cubicBezTo>
                <a:cubicBezTo>
                  <a:pt x="13187" y="12919"/>
                  <a:pt x="13821" y="12503"/>
                  <a:pt x="14659" y="12503"/>
                </a:cubicBezTo>
                <a:cubicBezTo>
                  <a:pt x="15148" y="12503"/>
                  <a:pt x="15451" y="12579"/>
                  <a:pt x="15696" y="12671"/>
                </a:cubicBezTo>
                <a:lnTo>
                  <a:pt x="15906" y="11966"/>
                </a:lnTo>
                <a:cubicBezTo>
                  <a:pt x="15689" y="11874"/>
                  <a:pt x="15247" y="11776"/>
                  <a:pt x="14672" y="11776"/>
                </a:cubicBezTo>
                <a:cubicBezTo>
                  <a:pt x="13213" y="11776"/>
                  <a:pt x="12138" y="12515"/>
                  <a:pt x="12131" y="13809"/>
                </a:cubicBezTo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3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7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6606" y="14265"/>
                </a:moveTo>
                <a:cubicBezTo>
                  <a:pt x="6606" y="14872"/>
                  <a:pt x="6343" y="15039"/>
                  <a:pt x="5920" y="15039"/>
                </a:cubicBezTo>
                <a:cubicBezTo>
                  <a:pt x="5722" y="15039"/>
                  <a:pt x="5544" y="15010"/>
                  <a:pt x="5406" y="14969"/>
                </a:cubicBezTo>
                <a:lnTo>
                  <a:pt x="5293" y="15680"/>
                </a:lnTo>
                <a:cubicBezTo>
                  <a:pt x="5491" y="15738"/>
                  <a:pt x="5795" y="15773"/>
                  <a:pt x="6026" y="15773"/>
                </a:cubicBezTo>
                <a:cubicBezTo>
                  <a:pt x="7003" y="15773"/>
                  <a:pt x="7610" y="15385"/>
                  <a:pt x="7610" y="14276"/>
                </a:cubicBezTo>
                <a:lnTo>
                  <a:pt x="7610" y="11816"/>
                </a:lnTo>
                <a:lnTo>
                  <a:pt x="6606" y="11816"/>
                </a:lnTo>
                <a:cubicBezTo>
                  <a:pt x="6606" y="11816"/>
                  <a:pt x="6606" y="14265"/>
                  <a:pt x="6606" y="1426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9" name="Shape 2890"/>
          <p:cNvSpPr/>
          <p:nvPr/>
        </p:nvSpPr>
        <p:spPr>
          <a:xfrm>
            <a:off x="8307360" y="3598920"/>
            <a:ext cx="17136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13031" y="13809"/>
                </a:moveTo>
                <a:cubicBezTo>
                  <a:pt x="13024" y="14381"/>
                  <a:pt x="13249" y="14888"/>
                  <a:pt x="13658" y="15223"/>
                </a:cubicBezTo>
                <a:cubicBezTo>
                  <a:pt x="14067" y="15570"/>
                  <a:pt x="14655" y="15749"/>
                  <a:pt x="15467" y="15749"/>
                </a:cubicBezTo>
                <a:cubicBezTo>
                  <a:pt x="16054" y="15749"/>
                  <a:pt x="16642" y="15622"/>
                  <a:pt x="16952" y="15530"/>
                </a:cubicBezTo>
                <a:lnTo>
                  <a:pt x="16952" y="13479"/>
                </a:lnTo>
                <a:lnTo>
                  <a:pt x="15295" y="13479"/>
                </a:lnTo>
                <a:lnTo>
                  <a:pt x="15295" y="14167"/>
                </a:lnTo>
                <a:lnTo>
                  <a:pt x="15981" y="14167"/>
                </a:lnTo>
                <a:lnTo>
                  <a:pt x="15981" y="14981"/>
                </a:lnTo>
                <a:cubicBezTo>
                  <a:pt x="15902" y="15015"/>
                  <a:pt x="15718" y="15039"/>
                  <a:pt x="15486" y="15039"/>
                </a:cubicBezTo>
                <a:cubicBezTo>
                  <a:pt x="14661" y="15039"/>
                  <a:pt x="14087" y="14565"/>
                  <a:pt x="14087" y="13762"/>
                </a:cubicBezTo>
                <a:cubicBezTo>
                  <a:pt x="14087" y="12919"/>
                  <a:pt x="14721" y="12503"/>
                  <a:pt x="15559" y="12503"/>
                </a:cubicBezTo>
                <a:cubicBezTo>
                  <a:pt x="16048" y="12503"/>
                  <a:pt x="16351" y="12579"/>
                  <a:pt x="16596" y="12671"/>
                </a:cubicBezTo>
                <a:lnTo>
                  <a:pt x="16807" y="11966"/>
                </a:lnTo>
                <a:cubicBezTo>
                  <a:pt x="16589" y="11874"/>
                  <a:pt x="16147" y="11776"/>
                  <a:pt x="15572" y="11776"/>
                </a:cubicBezTo>
                <a:cubicBezTo>
                  <a:pt x="14113" y="11776"/>
                  <a:pt x="13037" y="12515"/>
                  <a:pt x="13031" y="13809"/>
                </a:cubicBezTo>
                <a:moveTo>
                  <a:pt x="6169" y="13659"/>
                </a:moveTo>
                <a:cubicBezTo>
                  <a:pt x="6023" y="13659"/>
                  <a:pt x="5918" y="13653"/>
                  <a:pt x="5832" y="13636"/>
                </a:cubicBezTo>
                <a:lnTo>
                  <a:pt x="5832" y="12486"/>
                </a:lnTo>
                <a:cubicBezTo>
                  <a:pt x="5905" y="12469"/>
                  <a:pt x="6043" y="12452"/>
                  <a:pt x="6248" y="12452"/>
                </a:cubicBezTo>
                <a:cubicBezTo>
                  <a:pt x="6750" y="12452"/>
                  <a:pt x="7034" y="12665"/>
                  <a:pt x="7034" y="13023"/>
                </a:cubicBezTo>
                <a:cubicBezTo>
                  <a:pt x="7034" y="13422"/>
                  <a:pt x="6704" y="13659"/>
                  <a:pt x="6169" y="13659"/>
                </a:cubicBezTo>
                <a:moveTo>
                  <a:pt x="6196" y="11787"/>
                </a:moveTo>
                <a:cubicBezTo>
                  <a:pt x="5582" y="11787"/>
                  <a:pt x="5146" y="11822"/>
                  <a:pt x="4836" y="11868"/>
                </a:cubicBezTo>
                <a:lnTo>
                  <a:pt x="4836" y="15709"/>
                </a:lnTo>
                <a:lnTo>
                  <a:pt x="5832" y="15709"/>
                </a:lnTo>
                <a:lnTo>
                  <a:pt x="5832" y="14317"/>
                </a:lnTo>
                <a:cubicBezTo>
                  <a:pt x="5925" y="14328"/>
                  <a:pt x="6043" y="14334"/>
                  <a:pt x="6176" y="14334"/>
                </a:cubicBezTo>
                <a:cubicBezTo>
                  <a:pt x="6770" y="14334"/>
                  <a:pt x="7278" y="14207"/>
                  <a:pt x="7621" y="13924"/>
                </a:cubicBezTo>
                <a:cubicBezTo>
                  <a:pt x="7886" y="13705"/>
                  <a:pt x="8031" y="13381"/>
                  <a:pt x="8031" y="13000"/>
                </a:cubicBezTo>
                <a:cubicBezTo>
                  <a:pt x="8031" y="12619"/>
                  <a:pt x="7839" y="12296"/>
                  <a:pt x="7555" y="12099"/>
                </a:cubicBezTo>
                <a:cubicBezTo>
                  <a:pt x="7259" y="11892"/>
                  <a:pt x="6816" y="11787"/>
                  <a:pt x="6196" y="11787"/>
                </a:cubicBezTo>
                <a:moveTo>
                  <a:pt x="11195" y="12954"/>
                </a:moveTo>
                <a:cubicBezTo>
                  <a:pt x="11195" y="13537"/>
                  <a:pt x="11215" y="14063"/>
                  <a:pt x="11280" y="14577"/>
                </a:cubicBezTo>
                <a:lnTo>
                  <a:pt x="11261" y="14577"/>
                </a:lnTo>
                <a:cubicBezTo>
                  <a:pt x="11062" y="14138"/>
                  <a:pt x="10799" y="13653"/>
                  <a:pt x="10535" y="13243"/>
                </a:cubicBezTo>
                <a:lnTo>
                  <a:pt x="9611" y="11816"/>
                </a:lnTo>
                <a:lnTo>
                  <a:pt x="8436" y="11816"/>
                </a:lnTo>
                <a:lnTo>
                  <a:pt x="8436" y="15709"/>
                </a:lnTo>
                <a:lnTo>
                  <a:pt x="9360" y="15709"/>
                </a:lnTo>
                <a:lnTo>
                  <a:pt x="9360" y="14536"/>
                </a:lnTo>
                <a:cubicBezTo>
                  <a:pt x="9360" y="13901"/>
                  <a:pt x="9347" y="13352"/>
                  <a:pt x="9320" y="12838"/>
                </a:cubicBezTo>
                <a:lnTo>
                  <a:pt x="9340" y="12833"/>
                </a:lnTo>
                <a:cubicBezTo>
                  <a:pt x="9558" y="13289"/>
                  <a:pt x="9848" y="13791"/>
                  <a:pt x="10112" y="14207"/>
                </a:cubicBezTo>
                <a:lnTo>
                  <a:pt x="11062" y="15709"/>
                </a:lnTo>
                <a:lnTo>
                  <a:pt x="12119" y="15709"/>
                </a:lnTo>
                <a:lnTo>
                  <a:pt x="12119" y="11816"/>
                </a:lnTo>
                <a:lnTo>
                  <a:pt x="11195" y="11816"/>
                </a:lnTo>
                <a:cubicBezTo>
                  <a:pt x="11195" y="11816"/>
                  <a:pt x="11195" y="12954"/>
                  <a:pt x="11195" y="1295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0" name="Shape 2891"/>
          <p:cNvSpPr/>
          <p:nvPr/>
        </p:nvSpPr>
        <p:spPr>
          <a:xfrm>
            <a:off x="4347000" y="2400840"/>
            <a:ext cx="37836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4400" rIns="14400" tIns="14400" bIns="14400" anchor="ctr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Web</a:t>
            </a:r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2893"/>
          <p:cNvSpPr/>
          <p:nvPr/>
        </p:nvSpPr>
        <p:spPr>
          <a:xfrm>
            <a:off x="660240" y="107460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2907" y="14380"/>
                </a:moveTo>
                <a:cubicBezTo>
                  <a:pt x="12819" y="14469"/>
                  <a:pt x="12764" y="14592"/>
                  <a:pt x="12764" y="14727"/>
                </a:cubicBezTo>
                <a:cubicBezTo>
                  <a:pt x="12764" y="14999"/>
                  <a:pt x="12984" y="15218"/>
                  <a:pt x="13255" y="15218"/>
                </a:cubicBezTo>
                <a:cubicBezTo>
                  <a:pt x="13390" y="15218"/>
                  <a:pt x="13513" y="15164"/>
                  <a:pt x="13602" y="15074"/>
                </a:cubicBezTo>
                <a:lnTo>
                  <a:pt x="17529" y="11147"/>
                </a:lnTo>
                <a:cubicBezTo>
                  <a:pt x="17618" y="11058"/>
                  <a:pt x="17673" y="10936"/>
                  <a:pt x="17673" y="10800"/>
                </a:cubicBezTo>
                <a:cubicBezTo>
                  <a:pt x="17673" y="10665"/>
                  <a:pt x="17618" y="10542"/>
                  <a:pt x="17529" y="10453"/>
                </a:cubicBezTo>
                <a:lnTo>
                  <a:pt x="13602" y="6526"/>
                </a:lnTo>
                <a:cubicBezTo>
                  <a:pt x="13513" y="6437"/>
                  <a:pt x="13390" y="6382"/>
                  <a:pt x="13255" y="6382"/>
                </a:cubicBezTo>
                <a:cubicBezTo>
                  <a:pt x="12984" y="6382"/>
                  <a:pt x="12764" y="6601"/>
                  <a:pt x="12764" y="6873"/>
                </a:cubicBezTo>
                <a:cubicBezTo>
                  <a:pt x="12764" y="7008"/>
                  <a:pt x="12819" y="7131"/>
                  <a:pt x="12907" y="7220"/>
                </a:cubicBezTo>
                <a:lnTo>
                  <a:pt x="15997" y="10309"/>
                </a:lnTo>
                <a:lnTo>
                  <a:pt x="491" y="10309"/>
                </a:lnTo>
                <a:cubicBezTo>
                  <a:pt x="220" y="10309"/>
                  <a:pt x="0" y="10529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lnTo>
                  <a:pt x="15997" y="11291"/>
                </a:lnTo>
                <a:cubicBezTo>
                  <a:pt x="15997" y="11291"/>
                  <a:pt x="12907" y="14380"/>
                  <a:pt x="12907" y="14380"/>
                </a:cubicBezTo>
                <a:close/>
                <a:moveTo>
                  <a:pt x="21109" y="0"/>
                </a:moveTo>
                <a:lnTo>
                  <a:pt x="3436" y="0"/>
                </a:lnTo>
                <a:cubicBezTo>
                  <a:pt x="3166" y="0"/>
                  <a:pt x="2945" y="220"/>
                  <a:pt x="2945" y="491"/>
                </a:cubicBezTo>
                <a:lnTo>
                  <a:pt x="2945" y="7855"/>
                </a:lnTo>
                <a:cubicBezTo>
                  <a:pt x="2945" y="8126"/>
                  <a:pt x="3166" y="8345"/>
                  <a:pt x="3436" y="8345"/>
                </a:cubicBezTo>
                <a:cubicBezTo>
                  <a:pt x="3707" y="8345"/>
                  <a:pt x="3927" y="8126"/>
                  <a:pt x="3927" y="7855"/>
                </a:cubicBezTo>
                <a:lnTo>
                  <a:pt x="3927" y="982"/>
                </a:lnTo>
                <a:lnTo>
                  <a:pt x="20618" y="982"/>
                </a:lnTo>
                <a:lnTo>
                  <a:pt x="20618" y="20618"/>
                </a:lnTo>
                <a:lnTo>
                  <a:pt x="3927" y="20618"/>
                </a:lnTo>
                <a:lnTo>
                  <a:pt x="3927" y="13745"/>
                </a:lnTo>
                <a:cubicBezTo>
                  <a:pt x="3927" y="13475"/>
                  <a:pt x="3707" y="13255"/>
                  <a:pt x="3436" y="13255"/>
                </a:cubicBezTo>
                <a:cubicBezTo>
                  <a:pt x="3166" y="13255"/>
                  <a:pt x="2945" y="13475"/>
                  <a:pt x="2945" y="13745"/>
                </a:cubicBezTo>
                <a:lnTo>
                  <a:pt x="2945" y="21109"/>
                </a:lnTo>
                <a:cubicBezTo>
                  <a:pt x="2945" y="21380"/>
                  <a:pt x="3166" y="21600"/>
                  <a:pt x="3436" y="21600"/>
                </a:cubicBezTo>
                <a:lnTo>
                  <a:pt x="21109" y="21600"/>
                </a:lnTo>
                <a:cubicBezTo>
                  <a:pt x="21380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2" name="Shape 2894"/>
          <p:cNvSpPr/>
          <p:nvPr/>
        </p:nvSpPr>
        <p:spPr>
          <a:xfrm>
            <a:off x="1060560" y="10746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1109" y="10309"/>
                </a:moveTo>
                <a:lnTo>
                  <a:pt x="5604" y="10309"/>
                </a:lnTo>
                <a:lnTo>
                  <a:pt x="8693" y="7220"/>
                </a:lnTo>
                <a:cubicBezTo>
                  <a:pt x="8781" y="7131"/>
                  <a:pt x="8836" y="7008"/>
                  <a:pt x="8836" y="6873"/>
                </a:cubicBezTo>
                <a:cubicBezTo>
                  <a:pt x="8836" y="6601"/>
                  <a:pt x="8616" y="6382"/>
                  <a:pt x="8345" y="6382"/>
                </a:cubicBezTo>
                <a:cubicBezTo>
                  <a:pt x="8210" y="6382"/>
                  <a:pt x="8087" y="6437"/>
                  <a:pt x="7998" y="6526"/>
                </a:cubicBezTo>
                <a:lnTo>
                  <a:pt x="4071" y="10453"/>
                </a:lnTo>
                <a:cubicBezTo>
                  <a:pt x="3982" y="10542"/>
                  <a:pt x="3927" y="10665"/>
                  <a:pt x="3927" y="10800"/>
                </a:cubicBezTo>
                <a:cubicBezTo>
                  <a:pt x="3927" y="10936"/>
                  <a:pt x="3982" y="11058"/>
                  <a:pt x="4071" y="11147"/>
                </a:cubicBezTo>
                <a:lnTo>
                  <a:pt x="7998" y="15074"/>
                </a:lnTo>
                <a:cubicBezTo>
                  <a:pt x="8087" y="15164"/>
                  <a:pt x="8210" y="15218"/>
                  <a:pt x="8345" y="15218"/>
                </a:cubicBezTo>
                <a:cubicBezTo>
                  <a:pt x="8616" y="15218"/>
                  <a:pt x="8836" y="14999"/>
                  <a:pt x="8836" y="14727"/>
                </a:cubicBezTo>
                <a:cubicBezTo>
                  <a:pt x="8836" y="14592"/>
                  <a:pt x="8781" y="14469"/>
                  <a:pt x="8693" y="14380"/>
                </a:cubicBezTo>
                <a:lnTo>
                  <a:pt x="5604" y="11291"/>
                </a:lnTo>
                <a:lnTo>
                  <a:pt x="21109" y="11291"/>
                </a:lnTo>
                <a:cubicBezTo>
                  <a:pt x="21380" y="11291"/>
                  <a:pt x="21600" y="11071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  <a:moveTo>
                  <a:pt x="18164" y="13255"/>
                </a:moveTo>
                <a:cubicBezTo>
                  <a:pt x="17893" y="13255"/>
                  <a:pt x="17673" y="13475"/>
                  <a:pt x="17673" y="13745"/>
                </a:cubicBezTo>
                <a:lnTo>
                  <a:pt x="17673" y="20618"/>
                </a:lnTo>
                <a:lnTo>
                  <a:pt x="982" y="20618"/>
                </a:lnTo>
                <a:lnTo>
                  <a:pt x="982" y="982"/>
                </a:lnTo>
                <a:lnTo>
                  <a:pt x="17673" y="982"/>
                </a:lnTo>
                <a:lnTo>
                  <a:pt x="17673" y="7855"/>
                </a:lnTo>
                <a:cubicBezTo>
                  <a:pt x="17673" y="8126"/>
                  <a:pt x="17893" y="8345"/>
                  <a:pt x="18164" y="8345"/>
                </a:cubicBezTo>
                <a:cubicBezTo>
                  <a:pt x="18434" y="8345"/>
                  <a:pt x="18655" y="8126"/>
                  <a:pt x="18655" y="7855"/>
                </a:cubicBezTo>
                <a:lnTo>
                  <a:pt x="18655" y="491"/>
                </a:lnTo>
                <a:cubicBezTo>
                  <a:pt x="18655" y="220"/>
                  <a:pt x="18434" y="0"/>
                  <a:pt x="18164" y="0"/>
                </a:cubicBezTo>
                <a:lnTo>
                  <a:pt x="491" y="0"/>
                </a:lnTo>
                <a:cubicBezTo>
                  <a:pt x="220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18164" y="21600"/>
                </a:lnTo>
                <a:cubicBezTo>
                  <a:pt x="18434" y="21600"/>
                  <a:pt x="18655" y="21380"/>
                  <a:pt x="18655" y="21109"/>
                </a:cubicBezTo>
                <a:lnTo>
                  <a:pt x="18655" y="13745"/>
                </a:lnTo>
                <a:cubicBezTo>
                  <a:pt x="18655" y="13475"/>
                  <a:pt x="18434" y="13255"/>
                  <a:pt x="18164" y="1325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3" name="Shape 2895"/>
          <p:cNvSpPr/>
          <p:nvPr/>
        </p:nvSpPr>
        <p:spPr>
          <a:xfrm>
            <a:off x="1512720" y="1074600"/>
            <a:ext cx="1051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5709"/>
                </a:moveTo>
                <a:cubicBezTo>
                  <a:pt x="20347" y="15709"/>
                  <a:pt x="20102" y="15764"/>
                  <a:pt x="19924" y="15853"/>
                </a:cubicBezTo>
                <a:lnTo>
                  <a:pt x="11782" y="19924"/>
                </a:lnTo>
                <a:lnTo>
                  <a:pt x="11782" y="491"/>
                </a:lnTo>
                <a:cubicBezTo>
                  <a:pt x="11782" y="220"/>
                  <a:pt x="11342" y="0"/>
                  <a:pt x="10800" y="0"/>
                </a:cubicBezTo>
                <a:cubicBezTo>
                  <a:pt x="10258" y="0"/>
                  <a:pt x="9818" y="220"/>
                  <a:pt x="9818" y="491"/>
                </a:cubicBezTo>
                <a:lnTo>
                  <a:pt x="9818" y="19924"/>
                </a:lnTo>
                <a:lnTo>
                  <a:pt x="1676" y="15853"/>
                </a:lnTo>
                <a:cubicBezTo>
                  <a:pt x="1498" y="15764"/>
                  <a:pt x="1253" y="15709"/>
                  <a:pt x="982" y="15709"/>
                </a:cubicBezTo>
                <a:cubicBezTo>
                  <a:pt x="440" y="15709"/>
                  <a:pt x="0" y="15929"/>
                  <a:pt x="0" y="16200"/>
                </a:cubicBezTo>
                <a:cubicBezTo>
                  <a:pt x="0" y="16336"/>
                  <a:pt x="110" y="16458"/>
                  <a:pt x="288" y="16547"/>
                </a:cubicBezTo>
                <a:lnTo>
                  <a:pt x="10106" y="21456"/>
                </a:lnTo>
                <a:cubicBezTo>
                  <a:pt x="10284" y="21545"/>
                  <a:pt x="10529" y="21600"/>
                  <a:pt x="10800" y="21600"/>
                </a:cubicBezTo>
                <a:cubicBezTo>
                  <a:pt x="11071" y="21600"/>
                  <a:pt x="11316" y="21545"/>
                  <a:pt x="11494" y="21456"/>
                </a:cubicBezTo>
                <a:lnTo>
                  <a:pt x="21312" y="16547"/>
                </a:lnTo>
                <a:cubicBezTo>
                  <a:pt x="21490" y="16458"/>
                  <a:pt x="21600" y="16336"/>
                  <a:pt x="21600" y="16200"/>
                </a:cubicBezTo>
                <a:cubicBezTo>
                  <a:pt x="21600" y="15929"/>
                  <a:pt x="21160" y="15709"/>
                  <a:pt x="20618" y="15709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4" name="Shape 2896"/>
          <p:cNvSpPr/>
          <p:nvPr/>
        </p:nvSpPr>
        <p:spPr>
          <a:xfrm>
            <a:off x="1913040" y="1074600"/>
            <a:ext cx="10476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1312" y="5053"/>
                </a:moveTo>
                <a:lnTo>
                  <a:pt x="11494" y="144"/>
                </a:lnTo>
                <a:cubicBezTo>
                  <a:pt x="11316" y="55"/>
                  <a:pt x="11071" y="0"/>
                  <a:pt x="10800" y="0"/>
                </a:cubicBezTo>
                <a:cubicBezTo>
                  <a:pt x="10529" y="0"/>
                  <a:pt x="10284" y="55"/>
                  <a:pt x="10106" y="144"/>
                </a:cubicBezTo>
                <a:lnTo>
                  <a:pt x="288" y="5053"/>
                </a:lnTo>
                <a:cubicBezTo>
                  <a:pt x="110" y="5142"/>
                  <a:pt x="0" y="5264"/>
                  <a:pt x="0" y="5400"/>
                </a:cubicBezTo>
                <a:cubicBezTo>
                  <a:pt x="0" y="5671"/>
                  <a:pt x="440" y="5891"/>
                  <a:pt x="982" y="5891"/>
                </a:cubicBezTo>
                <a:cubicBezTo>
                  <a:pt x="1253" y="5891"/>
                  <a:pt x="1498" y="5836"/>
                  <a:pt x="1676" y="5747"/>
                </a:cubicBezTo>
                <a:lnTo>
                  <a:pt x="9818" y="1676"/>
                </a:lnTo>
                <a:lnTo>
                  <a:pt x="9818" y="21109"/>
                </a:lnTo>
                <a:cubicBezTo>
                  <a:pt x="9818" y="21380"/>
                  <a:pt x="10258" y="21600"/>
                  <a:pt x="10800" y="21600"/>
                </a:cubicBezTo>
                <a:cubicBezTo>
                  <a:pt x="11342" y="21600"/>
                  <a:pt x="11782" y="21380"/>
                  <a:pt x="11782" y="21109"/>
                </a:cubicBezTo>
                <a:lnTo>
                  <a:pt x="11782" y="1676"/>
                </a:lnTo>
                <a:lnTo>
                  <a:pt x="19924" y="5747"/>
                </a:lnTo>
                <a:cubicBezTo>
                  <a:pt x="20102" y="5836"/>
                  <a:pt x="20347" y="5891"/>
                  <a:pt x="20618" y="5891"/>
                </a:cubicBezTo>
                <a:cubicBezTo>
                  <a:pt x="21160" y="5891"/>
                  <a:pt x="21600" y="5671"/>
                  <a:pt x="21600" y="5400"/>
                </a:cubicBezTo>
                <a:cubicBezTo>
                  <a:pt x="21600" y="5264"/>
                  <a:pt x="21490" y="5142"/>
                  <a:pt x="21312" y="505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5" name="Shape 2897"/>
          <p:cNvSpPr/>
          <p:nvPr/>
        </p:nvSpPr>
        <p:spPr>
          <a:xfrm>
            <a:off x="2260440" y="1127160"/>
            <a:ext cx="209880" cy="104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1109" y="9818"/>
                </a:moveTo>
                <a:lnTo>
                  <a:pt x="1676" y="9818"/>
                </a:lnTo>
                <a:lnTo>
                  <a:pt x="5747" y="1676"/>
                </a:lnTo>
                <a:cubicBezTo>
                  <a:pt x="5836" y="1499"/>
                  <a:pt x="5891" y="1253"/>
                  <a:pt x="5891" y="982"/>
                </a:cubicBezTo>
                <a:cubicBezTo>
                  <a:pt x="5891" y="439"/>
                  <a:pt x="5671" y="0"/>
                  <a:pt x="5400" y="0"/>
                </a:cubicBezTo>
                <a:cubicBezTo>
                  <a:pt x="5265" y="0"/>
                  <a:pt x="5142" y="110"/>
                  <a:pt x="5053" y="288"/>
                </a:cubicBezTo>
                <a:lnTo>
                  <a:pt x="144" y="10106"/>
                </a:lnTo>
                <a:cubicBezTo>
                  <a:pt x="55" y="10284"/>
                  <a:pt x="0" y="10530"/>
                  <a:pt x="0" y="10800"/>
                </a:cubicBezTo>
                <a:cubicBezTo>
                  <a:pt x="0" y="11071"/>
                  <a:pt x="55" y="11317"/>
                  <a:pt x="144" y="11494"/>
                </a:cubicBezTo>
                <a:lnTo>
                  <a:pt x="5053" y="21312"/>
                </a:lnTo>
                <a:cubicBezTo>
                  <a:pt x="5142" y="21491"/>
                  <a:pt x="5265" y="21600"/>
                  <a:pt x="5400" y="21600"/>
                </a:cubicBezTo>
                <a:cubicBezTo>
                  <a:pt x="5671" y="21600"/>
                  <a:pt x="5891" y="21161"/>
                  <a:pt x="5891" y="20618"/>
                </a:cubicBezTo>
                <a:cubicBezTo>
                  <a:pt x="5891" y="20348"/>
                  <a:pt x="5836" y="20102"/>
                  <a:pt x="5747" y="19924"/>
                </a:cubicBezTo>
                <a:lnTo>
                  <a:pt x="1676" y="11782"/>
                </a:lnTo>
                <a:lnTo>
                  <a:pt x="21109" y="11782"/>
                </a:lnTo>
                <a:cubicBezTo>
                  <a:pt x="21380" y="11782"/>
                  <a:pt x="21600" y="11343"/>
                  <a:pt x="21600" y="10800"/>
                </a:cubicBezTo>
                <a:cubicBezTo>
                  <a:pt x="21600" y="10257"/>
                  <a:pt x="21380" y="9818"/>
                  <a:pt x="21109" y="981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6" name="Shape 2898"/>
          <p:cNvSpPr/>
          <p:nvPr/>
        </p:nvSpPr>
        <p:spPr>
          <a:xfrm>
            <a:off x="2660760" y="1127160"/>
            <a:ext cx="209520" cy="104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1456" y="10106"/>
                </a:moveTo>
                <a:lnTo>
                  <a:pt x="16547" y="288"/>
                </a:lnTo>
                <a:cubicBezTo>
                  <a:pt x="16458" y="110"/>
                  <a:pt x="16336" y="0"/>
                  <a:pt x="16200" y="0"/>
                </a:cubicBezTo>
                <a:cubicBezTo>
                  <a:pt x="15929" y="0"/>
                  <a:pt x="15709" y="439"/>
                  <a:pt x="15709" y="982"/>
                </a:cubicBezTo>
                <a:cubicBezTo>
                  <a:pt x="15709" y="1253"/>
                  <a:pt x="15764" y="1499"/>
                  <a:pt x="15853" y="1676"/>
                </a:cubicBezTo>
                <a:lnTo>
                  <a:pt x="19924" y="9818"/>
                </a:lnTo>
                <a:lnTo>
                  <a:pt x="491" y="9818"/>
                </a:lnTo>
                <a:cubicBezTo>
                  <a:pt x="220" y="9818"/>
                  <a:pt x="0" y="10257"/>
                  <a:pt x="0" y="10800"/>
                </a:cubicBezTo>
                <a:cubicBezTo>
                  <a:pt x="0" y="11343"/>
                  <a:pt x="220" y="11782"/>
                  <a:pt x="491" y="11782"/>
                </a:cubicBezTo>
                <a:lnTo>
                  <a:pt x="19924" y="11782"/>
                </a:lnTo>
                <a:lnTo>
                  <a:pt x="15853" y="19924"/>
                </a:lnTo>
                <a:cubicBezTo>
                  <a:pt x="15764" y="20102"/>
                  <a:pt x="15709" y="20347"/>
                  <a:pt x="15709" y="20618"/>
                </a:cubicBezTo>
                <a:cubicBezTo>
                  <a:pt x="15709" y="21161"/>
                  <a:pt x="15929" y="21600"/>
                  <a:pt x="16200" y="21600"/>
                </a:cubicBezTo>
                <a:cubicBezTo>
                  <a:pt x="16336" y="21600"/>
                  <a:pt x="16458" y="21491"/>
                  <a:pt x="16547" y="21312"/>
                </a:cubicBezTo>
                <a:lnTo>
                  <a:pt x="21456" y="11494"/>
                </a:lnTo>
                <a:cubicBezTo>
                  <a:pt x="21545" y="11317"/>
                  <a:pt x="21600" y="11071"/>
                  <a:pt x="21600" y="10800"/>
                </a:cubicBezTo>
                <a:cubicBezTo>
                  <a:pt x="21600" y="10529"/>
                  <a:pt x="21545" y="10284"/>
                  <a:pt x="21456" y="1010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7" name="Shape 2899"/>
          <p:cNvSpPr/>
          <p:nvPr/>
        </p:nvSpPr>
        <p:spPr>
          <a:xfrm>
            <a:off x="3070080" y="1131840"/>
            <a:ext cx="190800" cy="95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1060" y="0"/>
                </a:moveTo>
                <a:cubicBezTo>
                  <a:pt x="20911" y="0"/>
                  <a:pt x="20776" y="121"/>
                  <a:pt x="20678" y="316"/>
                </a:cubicBezTo>
                <a:lnTo>
                  <a:pt x="10800" y="19033"/>
                </a:lnTo>
                <a:lnTo>
                  <a:pt x="922" y="316"/>
                </a:lnTo>
                <a:cubicBezTo>
                  <a:pt x="824" y="121"/>
                  <a:pt x="689" y="0"/>
                  <a:pt x="540" y="0"/>
                </a:cubicBezTo>
                <a:cubicBezTo>
                  <a:pt x="242" y="0"/>
                  <a:pt x="0" y="483"/>
                  <a:pt x="0" y="1080"/>
                </a:cubicBezTo>
                <a:cubicBezTo>
                  <a:pt x="0" y="1378"/>
                  <a:pt x="60" y="1648"/>
                  <a:pt x="158" y="1844"/>
                </a:cubicBezTo>
                <a:lnTo>
                  <a:pt x="10418" y="21284"/>
                </a:lnTo>
                <a:cubicBezTo>
                  <a:pt x="10516" y="21480"/>
                  <a:pt x="10651" y="21600"/>
                  <a:pt x="10800" y="21600"/>
                </a:cubicBezTo>
                <a:cubicBezTo>
                  <a:pt x="10949" y="21600"/>
                  <a:pt x="11084" y="21480"/>
                  <a:pt x="11182" y="21284"/>
                </a:cubicBezTo>
                <a:lnTo>
                  <a:pt x="21442" y="1844"/>
                </a:lnTo>
                <a:cubicBezTo>
                  <a:pt x="21540" y="1648"/>
                  <a:pt x="21600" y="1378"/>
                  <a:pt x="21600" y="1080"/>
                </a:cubicBezTo>
                <a:cubicBezTo>
                  <a:pt x="21600" y="483"/>
                  <a:pt x="21358" y="0"/>
                  <a:pt x="2106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8" name="Shape 2900"/>
          <p:cNvSpPr/>
          <p:nvPr/>
        </p:nvSpPr>
        <p:spPr>
          <a:xfrm>
            <a:off x="3470400" y="1131840"/>
            <a:ext cx="190440" cy="95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1442" y="19756"/>
                </a:moveTo>
                <a:lnTo>
                  <a:pt x="11182" y="316"/>
                </a:lnTo>
                <a:cubicBezTo>
                  <a:pt x="11084" y="121"/>
                  <a:pt x="10949" y="0"/>
                  <a:pt x="10800" y="0"/>
                </a:cubicBezTo>
                <a:cubicBezTo>
                  <a:pt x="10651" y="0"/>
                  <a:pt x="10516" y="121"/>
                  <a:pt x="10418" y="316"/>
                </a:cubicBezTo>
                <a:lnTo>
                  <a:pt x="158" y="19756"/>
                </a:lnTo>
                <a:cubicBezTo>
                  <a:pt x="60" y="19953"/>
                  <a:pt x="0" y="20222"/>
                  <a:pt x="0" y="20520"/>
                </a:cubicBezTo>
                <a:cubicBezTo>
                  <a:pt x="0" y="21117"/>
                  <a:pt x="242" y="21600"/>
                  <a:pt x="540" y="21600"/>
                </a:cubicBezTo>
                <a:cubicBezTo>
                  <a:pt x="689" y="21600"/>
                  <a:pt x="824" y="21480"/>
                  <a:pt x="922" y="21284"/>
                </a:cubicBezTo>
                <a:lnTo>
                  <a:pt x="10800" y="2567"/>
                </a:lnTo>
                <a:lnTo>
                  <a:pt x="20678" y="21284"/>
                </a:lnTo>
                <a:cubicBezTo>
                  <a:pt x="20776" y="21480"/>
                  <a:pt x="20911" y="21600"/>
                  <a:pt x="21060" y="21600"/>
                </a:cubicBezTo>
                <a:cubicBezTo>
                  <a:pt x="21358" y="21600"/>
                  <a:pt x="21600" y="21117"/>
                  <a:pt x="21600" y="20520"/>
                </a:cubicBezTo>
                <a:cubicBezTo>
                  <a:pt x="21600" y="20222"/>
                  <a:pt x="21540" y="19953"/>
                  <a:pt x="21442" y="1975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9" name="Shape 2901"/>
          <p:cNvSpPr/>
          <p:nvPr/>
        </p:nvSpPr>
        <p:spPr>
          <a:xfrm>
            <a:off x="3917880" y="1084320"/>
            <a:ext cx="95400" cy="19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567" y="10800"/>
                </a:moveTo>
                <a:lnTo>
                  <a:pt x="21284" y="922"/>
                </a:lnTo>
                <a:cubicBezTo>
                  <a:pt x="21480" y="824"/>
                  <a:pt x="21600" y="689"/>
                  <a:pt x="21600" y="540"/>
                </a:cubicBezTo>
                <a:cubicBezTo>
                  <a:pt x="21600" y="242"/>
                  <a:pt x="21117" y="0"/>
                  <a:pt x="20520" y="0"/>
                </a:cubicBezTo>
                <a:cubicBezTo>
                  <a:pt x="20222" y="0"/>
                  <a:pt x="19953" y="61"/>
                  <a:pt x="19756" y="158"/>
                </a:cubicBezTo>
                <a:lnTo>
                  <a:pt x="316" y="10418"/>
                </a:lnTo>
                <a:cubicBezTo>
                  <a:pt x="121" y="10516"/>
                  <a:pt x="0" y="10651"/>
                  <a:pt x="0" y="10800"/>
                </a:cubicBezTo>
                <a:cubicBezTo>
                  <a:pt x="0" y="10949"/>
                  <a:pt x="120" y="11084"/>
                  <a:pt x="316" y="11182"/>
                </a:cubicBezTo>
                <a:lnTo>
                  <a:pt x="19756" y="21442"/>
                </a:lnTo>
                <a:cubicBezTo>
                  <a:pt x="19953" y="21540"/>
                  <a:pt x="20222" y="21600"/>
                  <a:pt x="20520" y="21600"/>
                </a:cubicBezTo>
                <a:cubicBezTo>
                  <a:pt x="21117" y="21600"/>
                  <a:pt x="21600" y="21358"/>
                  <a:pt x="21600" y="21060"/>
                </a:cubicBezTo>
                <a:cubicBezTo>
                  <a:pt x="21600" y="20911"/>
                  <a:pt x="21480" y="20776"/>
                  <a:pt x="21284" y="20678"/>
                </a:cubicBezTo>
                <a:cubicBezTo>
                  <a:pt x="21284" y="20678"/>
                  <a:pt x="2567" y="10800"/>
                  <a:pt x="2567" y="1080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0" name="Shape 2902"/>
          <p:cNvSpPr/>
          <p:nvPr/>
        </p:nvSpPr>
        <p:spPr>
          <a:xfrm>
            <a:off x="4317840" y="1084320"/>
            <a:ext cx="95400" cy="19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1284" y="10418"/>
                </a:moveTo>
                <a:lnTo>
                  <a:pt x="1844" y="158"/>
                </a:lnTo>
                <a:cubicBezTo>
                  <a:pt x="1648" y="61"/>
                  <a:pt x="1378" y="0"/>
                  <a:pt x="1080" y="0"/>
                </a:cubicBezTo>
                <a:cubicBezTo>
                  <a:pt x="483" y="0"/>
                  <a:pt x="0" y="242"/>
                  <a:pt x="0" y="540"/>
                </a:cubicBezTo>
                <a:cubicBezTo>
                  <a:pt x="0" y="689"/>
                  <a:pt x="121" y="824"/>
                  <a:pt x="316" y="922"/>
                </a:cubicBezTo>
                <a:lnTo>
                  <a:pt x="19033" y="10800"/>
                </a:lnTo>
                <a:lnTo>
                  <a:pt x="316" y="20678"/>
                </a:lnTo>
                <a:cubicBezTo>
                  <a:pt x="121" y="20776"/>
                  <a:pt x="0" y="20911"/>
                  <a:pt x="0" y="21060"/>
                </a:cubicBezTo>
                <a:cubicBezTo>
                  <a:pt x="0" y="21358"/>
                  <a:pt x="483" y="21600"/>
                  <a:pt x="1080" y="21600"/>
                </a:cubicBezTo>
                <a:cubicBezTo>
                  <a:pt x="1378" y="21600"/>
                  <a:pt x="1648" y="21540"/>
                  <a:pt x="1844" y="21442"/>
                </a:cubicBezTo>
                <a:lnTo>
                  <a:pt x="21284" y="11182"/>
                </a:lnTo>
                <a:cubicBezTo>
                  <a:pt x="21479" y="11084"/>
                  <a:pt x="21600" y="10949"/>
                  <a:pt x="21600" y="10800"/>
                </a:cubicBezTo>
                <a:cubicBezTo>
                  <a:pt x="21600" y="10651"/>
                  <a:pt x="21479" y="10516"/>
                  <a:pt x="21284" y="1041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1" name="Shape 2903"/>
          <p:cNvSpPr/>
          <p:nvPr/>
        </p:nvSpPr>
        <p:spPr>
          <a:xfrm>
            <a:off x="660240" y="147492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6200" y="8836"/>
                </a:moveTo>
                <a:cubicBezTo>
                  <a:pt x="16065" y="8836"/>
                  <a:pt x="15942" y="8891"/>
                  <a:pt x="15852" y="8980"/>
                </a:cubicBezTo>
                <a:lnTo>
                  <a:pt x="10800" y="13574"/>
                </a:lnTo>
                <a:lnTo>
                  <a:pt x="5747" y="8980"/>
                </a:lnTo>
                <a:cubicBezTo>
                  <a:pt x="5658" y="8891"/>
                  <a:pt x="5535" y="8836"/>
                  <a:pt x="5400" y="8836"/>
                </a:cubicBezTo>
                <a:cubicBezTo>
                  <a:pt x="5129" y="8836"/>
                  <a:pt x="4909" y="9056"/>
                  <a:pt x="4909" y="9327"/>
                </a:cubicBezTo>
                <a:cubicBezTo>
                  <a:pt x="4909" y="9463"/>
                  <a:pt x="4964" y="9586"/>
                  <a:pt x="5053" y="9674"/>
                </a:cubicBezTo>
                <a:lnTo>
                  <a:pt x="10453" y="14583"/>
                </a:lnTo>
                <a:cubicBezTo>
                  <a:pt x="10542" y="14673"/>
                  <a:pt x="10665" y="14727"/>
                  <a:pt x="10800" y="14727"/>
                </a:cubicBezTo>
                <a:cubicBezTo>
                  <a:pt x="10935" y="14727"/>
                  <a:pt x="11058" y="14673"/>
                  <a:pt x="11147" y="14583"/>
                </a:cubicBezTo>
                <a:lnTo>
                  <a:pt x="16547" y="9674"/>
                </a:lnTo>
                <a:cubicBezTo>
                  <a:pt x="16636" y="9586"/>
                  <a:pt x="16691" y="9463"/>
                  <a:pt x="16691" y="9327"/>
                </a:cubicBezTo>
                <a:cubicBezTo>
                  <a:pt x="16691" y="9056"/>
                  <a:pt x="16471" y="8836"/>
                  <a:pt x="16200" y="883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2" name="Shape 2904"/>
          <p:cNvSpPr/>
          <p:nvPr/>
        </p:nvSpPr>
        <p:spPr>
          <a:xfrm>
            <a:off x="1060560" y="14749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1147" y="7017"/>
                </a:moveTo>
                <a:cubicBezTo>
                  <a:pt x="11058" y="6927"/>
                  <a:pt x="10935" y="6873"/>
                  <a:pt x="10800" y="6873"/>
                </a:cubicBezTo>
                <a:cubicBezTo>
                  <a:pt x="10665" y="6873"/>
                  <a:pt x="10542" y="6927"/>
                  <a:pt x="10453" y="7017"/>
                </a:cubicBezTo>
                <a:lnTo>
                  <a:pt x="5053" y="11926"/>
                </a:lnTo>
                <a:cubicBezTo>
                  <a:pt x="4964" y="12015"/>
                  <a:pt x="4909" y="12138"/>
                  <a:pt x="4909" y="12273"/>
                </a:cubicBezTo>
                <a:cubicBezTo>
                  <a:pt x="4909" y="12544"/>
                  <a:pt x="5129" y="12764"/>
                  <a:pt x="5400" y="12764"/>
                </a:cubicBezTo>
                <a:cubicBezTo>
                  <a:pt x="5535" y="12764"/>
                  <a:pt x="5658" y="12709"/>
                  <a:pt x="5747" y="12620"/>
                </a:cubicBezTo>
                <a:lnTo>
                  <a:pt x="10800" y="8026"/>
                </a:lnTo>
                <a:lnTo>
                  <a:pt x="15853" y="12620"/>
                </a:lnTo>
                <a:cubicBezTo>
                  <a:pt x="15942" y="12709"/>
                  <a:pt x="16065" y="12764"/>
                  <a:pt x="16200" y="12764"/>
                </a:cubicBezTo>
                <a:cubicBezTo>
                  <a:pt x="16471" y="12764"/>
                  <a:pt x="16691" y="12544"/>
                  <a:pt x="16691" y="12273"/>
                </a:cubicBezTo>
                <a:cubicBezTo>
                  <a:pt x="16691" y="12138"/>
                  <a:pt x="16636" y="12015"/>
                  <a:pt x="16547" y="11926"/>
                </a:cubicBezTo>
                <a:cubicBezTo>
                  <a:pt x="16547" y="11926"/>
                  <a:pt x="11147" y="7017"/>
                  <a:pt x="11147" y="7017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3" name="Shape 2905"/>
          <p:cNvSpPr/>
          <p:nvPr/>
        </p:nvSpPr>
        <p:spPr>
          <a:xfrm>
            <a:off x="1460520" y="14749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2764" y="5400"/>
                </a:moveTo>
                <a:cubicBezTo>
                  <a:pt x="12764" y="5129"/>
                  <a:pt x="12544" y="4909"/>
                  <a:pt x="12273" y="4909"/>
                </a:cubicBezTo>
                <a:cubicBezTo>
                  <a:pt x="12137" y="4909"/>
                  <a:pt x="12015" y="4964"/>
                  <a:pt x="11926" y="5053"/>
                </a:cubicBezTo>
                <a:lnTo>
                  <a:pt x="7017" y="10453"/>
                </a:lnTo>
                <a:cubicBezTo>
                  <a:pt x="6928" y="10542"/>
                  <a:pt x="6873" y="10665"/>
                  <a:pt x="6873" y="10800"/>
                </a:cubicBezTo>
                <a:cubicBezTo>
                  <a:pt x="6873" y="10936"/>
                  <a:pt x="6928" y="11058"/>
                  <a:pt x="7017" y="11147"/>
                </a:cubicBezTo>
                <a:lnTo>
                  <a:pt x="11926" y="16547"/>
                </a:lnTo>
                <a:cubicBezTo>
                  <a:pt x="12015" y="16636"/>
                  <a:pt x="12137" y="16691"/>
                  <a:pt x="12273" y="16691"/>
                </a:cubicBezTo>
                <a:cubicBezTo>
                  <a:pt x="12544" y="16691"/>
                  <a:pt x="12764" y="16471"/>
                  <a:pt x="12764" y="16200"/>
                </a:cubicBezTo>
                <a:cubicBezTo>
                  <a:pt x="12764" y="16065"/>
                  <a:pt x="12709" y="15942"/>
                  <a:pt x="12620" y="15853"/>
                </a:cubicBezTo>
                <a:lnTo>
                  <a:pt x="8026" y="10800"/>
                </a:lnTo>
                <a:lnTo>
                  <a:pt x="12620" y="5747"/>
                </a:lnTo>
                <a:cubicBezTo>
                  <a:pt x="12709" y="5658"/>
                  <a:pt x="12764" y="5536"/>
                  <a:pt x="12764" y="54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4" name="Shape 2906"/>
          <p:cNvSpPr/>
          <p:nvPr/>
        </p:nvSpPr>
        <p:spPr>
          <a:xfrm>
            <a:off x="1860480" y="14749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9674" y="5053"/>
                </a:moveTo>
                <a:cubicBezTo>
                  <a:pt x="9585" y="4964"/>
                  <a:pt x="9463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36"/>
                  <a:pt x="8891" y="5658"/>
                  <a:pt x="8980" y="5747"/>
                </a:cubicBezTo>
                <a:lnTo>
                  <a:pt x="13574" y="10800"/>
                </a:lnTo>
                <a:lnTo>
                  <a:pt x="8980" y="15853"/>
                </a:lnTo>
                <a:cubicBezTo>
                  <a:pt x="8891" y="15942"/>
                  <a:pt x="8836" y="16065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63" y="16691"/>
                  <a:pt x="9585" y="16636"/>
                  <a:pt x="9674" y="16547"/>
                </a:cubicBezTo>
                <a:lnTo>
                  <a:pt x="14583" y="11147"/>
                </a:lnTo>
                <a:cubicBezTo>
                  <a:pt x="14672" y="11058"/>
                  <a:pt x="14727" y="10936"/>
                  <a:pt x="14727" y="10800"/>
                </a:cubicBezTo>
                <a:cubicBezTo>
                  <a:pt x="14727" y="10665"/>
                  <a:pt x="14672" y="10542"/>
                  <a:pt x="14583" y="10453"/>
                </a:cubicBezTo>
                <a:cubicBezTo>
                  <a:pt x="14583" y="10453"/>
                  <a:pt x="9674" y="5053"/>
                  <a:pt x="9674" y="505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5" name="Shape 2907"/>
          <p:cNvSpPr/>
          <p:nvPr/>
        </p:nvSpPr>
        <p:spPr>
          <a:xfrm>
            <a:off x="2260440" y="147492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2973" y="235"/>
                </a:moveTo>
                <a:cubicBezTo>
                  <a:pt x="12909" y="205"/>
                  <a:pt x="12840" y="184"/>
                  <a:pt x="12764" y="184"/>
                </a:cubicBezTo>
                <a:cubicBezTo>
                  <a:pt x="12493" y="184"/>
                  <a:pt x="12273" y="404"/>
                  <a:pt x="12273" y="675"/>
                </a:cubicBezTo>
                <a:cubicBezTo>
                  <a:pt x="12273" y="946"/>
                  <a:pt x="12493" y="1166"/>
                  <a:pt x="12764" y="1166"/>
                </a:cubicBezTo>
                <a:lnTo>
                  <a:pt x="12764" y="1179"/>
                </a:lnTo>
                <a:cubicBezTo>
                  <a:pt x="17245" y="2089"/>
                  <a:pt x="20618" y="6050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7" y="20618"/>
                  <a:pt x="982" y="16223"/>
                  <a:pt x="982" y="10800"/>
                </a:cubicBezTo>
                <a:cubicBezTo>
                  <a:pt x="982" y="6050"/>
                  <a:pt x="4355" y="2089"/>
                  <a:pt x="8836" y="1179"/>
                </a:cubicBezTo>
                <a:lnTo>
                  <a:pt x="8836" y="1166"/>
                </a:lnTo>
                <a:cubicBezTo>
                  <a:pt x="9107" y="1166"/>
                  <a:pt x="9327" y="946"/>
                  <a:pt x="9327" y="675"/>
                </a:cubicBezTo>
                <a:cubicBezTo>
                  <a:pt x="9327" y="404"/>
                  <a:pt x="9107" y="184"/>
                  <a:pt x="8836" y="184"/>
                </a:cubicBezTo>
                <a:cubicBezTo>
                  <a:pt x="8761" y="184"/>
                  <a:pt x="8691" y="205"/>
                  <a:pt x="8627" y="235"/>
                </a:cubicBezTo>
                <a:cubicBezTo>
                  <a:pt x="3706" y="1243"/>
                  <a:pt x="0" y="5582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5582"/>
                  <a:pt x="17893" y="1243"/>
                  <a:pt x="12973" y="235"/>
                </a:cubicBezTo>
                <a:moveTo>
                  <a:pt x="6873" y="9818"/>
                </a:moveTo>
                <a:cubicBezTo>
                  <a:pt x="6602" y="9818"/>
                  <a:pt x="6382" y="10038"/>
                  <a:pt x="6382" y="10309"/>
                </a:cubicBezTo>
                <a:cubicBezTo>
                  <a:pt x="6382" y="10445"/>
                  <a:pt x="6437" y="10567"/>
                  <a:pt x="6526" y="10656"/>
                </a:cubicBezTo>
                <a:lnTo>
                  <a:pt x="10453" y="14583"/>
                </a:lnTo>
                <a:cubicBezTo>
                  <a:pt x="10542" y="14673"/>
                  <a:pt x="10664" y="14727"/>
                  <a:pt x="10800" y="14727"/>
                </a:cubicBezTo>
                <a:cubicBezTo>
                  <a:pt x="10936" y="14727"/>
                  <a:pt x="11059" y="14673"/>
                  <a:pt x="11147" y="14583"/>
                </a:cubicBezTo>
                <a:lnTo>
                  <a:pt x="15074" y="10656"/>
                </a:lnTo>
                <a:cubicBezTo>
                  <a:pt x="15163" y="10567"/>
                  <a:pt x="15218" y="10445"/>
                  <a:pt x="15218" y="10309"/>
                </a:cubicBezTo>
                <a:cubicBezTo>
                  <a:pt x="15218" y="10038"/>
                  <a:pt x="14998" y="9818"/>
                  <a:pt x="14727" y="9818"/>
                </a:cubicBezTo>
                <a:cubicBezTo>
                  <a:pt x="14592" y="9818"/>
                  <a:pt x="14469" y="9873"/>
                  <a:pt x="14380" y="9962"/>
                </a:cubicBezTo>
                <a:lnTo>
                  <a:pt x="11291" y="13051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3051"/>
                </a:lnTo>
                <a:lnTo>
                  <a:pt x="7220" y="9962"/>
                </a:lnTo>
                <a:cubicBezTo>
                  <a:pt x="7131" y="9873"/>
                  <a:pt x="7009" y="9818"/>
                  <a:pt x="6873" y="981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6" name="Shape 2908"/>
          <p:cNvSpPr/>
          <p:nvPr/>
        </p:nvSpPr>
        <p:spPr>
          <a:xfrm>
            <a:off x="2660760" y="1522440"/>
            <a:ext cx="209520" cy="114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19397"/>
                </a:moveTo>
                <a:lnTo>
                  <a:pt x="1638" y="1800"/>
                </a:lnTo>
                <a:lnTo>
                  <a:pt x="19962" y="1800"/>
                </a:lnTo>
                <a:cubicBezTo>
                  <a:pt x="19962" y="1800"/>
                  <a:pt x="10800" y="19397"/>
                  <a:pt x="10800" y="19397"/>
                </a:cubicBezTo>
                <a:close/>
                <a:moveTo>
                  <a:pt x="21600" y="900"/>
                </a:moveTo>
                <a:cubicBezTo>
                  <a:pt x="21600" y="403"/>
                  <a:pt x="21380" y="0"/>
                  <a:pt x="21109" y="0"/>
                </a:cubicBezTo>
                <a:lnTo>
                  <a:pt x="491" y="0"/>
                </a:lnTo>
                <a:cubicBezTo>
                  <a:pt x="220" y="0"/>
                  <a:pt x="0" y="403"/>
                  <a:pt x="0" y="900"/>
                </a:cubicBezTo>
                <a:cubicBezTo>
                  <a:pt x="0" y="1141"/>
                  <a:pt x="53" y="1357"/>
                  <a:pt x="137" y="1519"/>
                </a:cubicBezTo>
                <a:lnTo>
                  <a:pt x="136" y="1521"/>
                </a:lnTo>
                <a:lnTo>
                  <a:pt x="10445" y="21321"/>
                </a:lnTo>
                <a:lnTo>
                  <a:pt x="10446" y="21319"/>
                </a:lnTo>
                <a:cubicBezTo>
                  <a:pt x="10536" y="21491"/>
                  <a:pt x="10660" y="21600"/>
                  <a:pt x="10800" y="21600"/>
                </a:cubicBezTo>
                <a:cubicBezTo>
                  <a:pt x="10940" y="21600"/>
                  <a:pt x="11064" y="21491"/>
                  <a:pt x="11154" y="21319"/>
                </a:cubicBezTo>
                <a:lnTo>
                  <a:pt x="11155" y="21321"/>
                </a:lnTo>
                <a:lnTo>
                  <a:pt x="21464" y="1521"/>
                </a:lnTo>
                <a:lnTo>
                  <a:pt x="21463" y="1519"/>
                </a:lnTo>
                <a:cubicBezTo>
                  <a:pt x="21547" y="1357"/>
                  <a:pt x="21600" y="1141"/>
                  <a:pt x="21600" y="9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7" name="Shape 2909"/>
          <p:cNvSpPr/>
          <p:nvPr/>
        </p:nvSpPr>
        <p:spPr>
          <a:xfrm>
            <a:off x="3060720" y="1522440"/>
            <a:ext cx="209520" cy="114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638" y="19800"/>
                </a:moveTo>
                <a:lnTo>
                  <a:pt x="10800" y="2203"/>
                </a:lnTo>
                <a:lnTo>
                  <a:pt x="19962" y="19800"/>
                </a:lnTo>
                <a:cubicBezTo>
                  <a:pt x="19962" y="19800"/>
                  <a:pt x="1638" y="19800"/>
                  <a:pt x="1638" y="19800"/>
                </a:cubicBezTo>
                <a:close/>
                <a:moveTo>
                  <a:pt x="21463" y="20081"/>
                </a:moveTo>
                <a:lnTo>
                  <a:pt x="21464" y="20079"/>
                </a:lnTo>
                <a:lnTo>
                  <a:pt x="11155" y="279"/>
                </a:lnTo>
                <a:lnTo>
                  <a:pt x="11154" y="282"/>
                </a:lnTo>
                <a:cubicBezTo>
                  <a:pt x="11064" y="109"/>
                  <a:pt x="10940" y="0"/>
                  <a:pt x="10800" y="0"/>
                </a:cubicBezTo>
                <a:cubicBezTo>
                  <a:pt x="10660" y="0"/>
                  <a:pt x="10536" y="109"/>
                  <a:pt x="10446" y="282"/>
                </a:cubicBezTo>
                <a:lnTo>
                  <a:pt x="10445" y="279"/>
                </a:lnTo>
                <a:lnTo>
                  <a:pt x="136" y="20079"/>
                </a:lnTo>
                <a:lnTo>
                  <a:pt x="137" y="20081"/>
                </a:lnTo>
                <a:cubicBezTo>
                  <a:pt x="54" y="20243"/>
                  <a:pt x="0" y="20459"/>
                  <a:pt x="0" y="20700"/>
                </a:cubicBezTo>
                <a:cubicBezTo>
                  <a:pt x="0" y="21197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197"/>
                  <a:pt x="21600" y="20700"/>
                </a:cubicBezTo>
                <a:cubicBezTo>
                  <a:pt x="21600" y="20459"/>
                  <a:pt x="21547" y="20243"/>
                  <a:pt x="21463" y="2008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8" name="Shape 2910"/>
          <p:cNvSpPr/>
          <p:nvPr/>
        </p:nvSpPr>
        <p:spPr>
          <a:xfrm>
            <a:off x="3508200" y="1474920"/>
            <a:ext cx="1144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9800" y="19962"/>
                </a:moveTo>
                <a:lnTo>
                  <a:pt x="2203" y="10800"/>
                </a:lnTo>
                <a:lnTo>
                  <a:pt x="19800" y="1638"/>
                </a:lnTo>
                <a:cubicBezTo>
                  <a:pt x="19800" y="1638"/>
                  <a:pt x="19800" y="19962"/>
                  <a:pt x="19800" y="19962"/>
                </a:cubicBezTo>
                <a:close/>
                <a:moveTo>
                  <a:pt x="20700" y="0"/>
                </a:moveTo>
                <a:cubicBezTo>
                  <a:pt x="20459" y="0"/>
                  <a:pt x="20243" y="53"/>
                  <a:pt x="20080" y="137"/>
                </a:cubicBezTo>
                <a:lnTo>
                  <a:pt x="20079" y="136"/>
                </a:lnTo>
                <a:lnTo>
                  <a:pt x="279" y="10445"/>
                </a:lnTo>
                <a:lnTo>
                  <a:pt x="281" y="10446"/>
                </a:lnTo>
                <a:cubicBezTo>
                  <a:pt x="109" y="10536"/>
                  <a:pt x="0" y="10660"/>
                  <a:pt x="0" y="10800"/>
                </a:cubicBezTo>
                <a:cubicBezTo>
                  <a:pt x="0" y="10940"/>
                  <a:pt x="109" y="11065"/>
                  <a:pt x="281" y="11154"/>
                </a:cubicBezTo>
                <a:lnTo>
                  <a:pt x="279" y="11155"/>
                </a:lnTo>
                <a:lnTo>
                  <a:pt x="20079" y="21465"/>
                </a:lnTo>
                <a:lnTo>
                  <a:pt x="20080" y="21463"/>
                </a:lnTo>
                <a:cubicBezTo>
                  <a:pt x="20243" y="21547"/>
                  <a:pt x="20459" y="21600"/>
                  <a:pt x="20700" y="21600"/>
                </a:cubicBezTo>
                <a:cubicBezTo>
                  <a:pt x="21197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197" y="0"/>
                  <a:pt x="207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9" name="Shape 2911"/>
          <p:cNvSpPr/>
          <p:nvPr/>
        </p:nvSpPr>
        <p:spPr>
          <a:xfrm>
            <a:off x="3908520" y="1474920"/>
            <a:ext cx="1141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800" y="19962"/>
                </a:moveTo>
                <a:lnTo>
                  <a:pt x="1800" y="1638"/>
                </a:lnTo>
                <a:lnTo>
                  <a:pt x="19397" y="10800"/>
                </a:lnTo>
                <a:cubicBezTo>
                  <a:pt x="19397" y="10800"/>
                  <a:pt x="1800" y="19962"/>
                  <a:pt x="1800" y="19962"/>
                </a:cubicBezTo>
                <a:close/>
                <a:moveTo>
                  <a:pt x="21600" y="10800"/>
                </a:moveTo>
                <a:cubicBezTo>
                  <a:pt x="21600" y="10660"/>
                  <a:pt x="21491" y="10536"/>
                  <a:pt x="21318" y="10446"/>
                </a:cubicBezTo>
                <a:lnTo>
                  <a:pt x="21321" y="10445"/>
                </a:lnTo>
                <a:lnTo>
                  <a:pt x="1521" y="136"/>
                </a:lnTo>
                <a:lnTo>
                  <a:pt x="1519" y="137"/>
                </a:lnTo>
                <a:cubicBezTo>
                  <a:pt x="1357" y="53"/>
                  <a:pt x="1141" y="0"/>
                  <a:pt x="900" y="0"/>
                </a:cubicBezTo>
                <a:cubicBezTo>
                  <a:pt x="403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403" y="21600"/>
                  <a:pt x="900" y="21600"/>
                </a:cubicBezTo>
                <a:cubicBezTo>
                  <a:pt x="1141" y="21600"/>
                  <a:pt x="1357" y="21547"/>
                  <a:pt x="1519" y="21463"/>
                </a:cubicBezTo>
                <a:lnTo>
                  <a:pt x="1521" y="21465"/>
                </a:lnTo>
                <a:lnTo>
                  <a:pt x="21321" y="11155"/>
                </a:lnTo>
                <a:lnTo>
                  <a:pt x="21318" y="11154"/>
                </a:lnTo>
                <a:cubicBezTo>
                  <a:pt x="21491" y="11065"/>
                  <a:pt x="21600" y="10940"/>
                  <a:pt x="21600" y="108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0" name="Shape 2912"/>
          <p:cNvSpPr/>
          <p:nvPr/>
        </p:nvSpPr>
        <p:spPr>
          <a:xfrm>
            <a:off x="4260960" y="14749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1456" y="10453"/>
                </a:moveTo>
                <a:lnTo>
                  <a:pt x="18511" y="7507"/>
                </a:lnTo>
                <a:cubicBezTo>
                  <a:pt x="18422" y="7419"/>
                  <a:pt x="18299" y="7364"/>
                  <a:pt x="18164" y="7364"/>
                </a:cubicBezTo>
                <a:cubicBezTo>
                  <a:pt x="17892" y="7364"/>
                  <a:pt x="17673" y="7584"/>
                  <a:pt x="17673" y="7855"/>
                </a:cubicBezTo>
                <a:cubicBezTo>
                  <a:pt x="17673" y="7990"/>
                  <a:pt x="17728" y="8113"/>
                  <a:pt x="17817" y="8202"/>
                </a:cubicBezTo>
                <a:lnTo>
                  <a:pt x="19924" y="10309"/>
                </a:lnTo>
                <a:lnTo>
                  <a:pt x="11291" y="10309"/>
                </a:lnTo>
                <a:lnTo>
                  <a:pt x="11291" y="1676"/>
                </a:lnTo>
                <a:lnTo>
                  <a:pt x="13398" y="3783"/>
                </a:lnTo>
                <a:cubicBezTo>
                  <a:pt x="13487" y="3873"/>
                  <a:pt x="13610" y="3927"/>
                  <a:pt x="13745" y="3927"/>
                </a:cubicBezTo>
                <a:cubicBezTo>
                  <a:pt x="14017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6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8" y="3178"/>
                  <a:pt x="7364" y="3301"/>
                  <a:pt x="7364" y="3436"/>
                </a:cubicBezTo>
                <a:cubicBezTo>
                  <a:pt x="7364" y="3708"/>
                  <a:pt x="7583" y="3927"/>
                  <a:pt x="7855" y="3927"/>
                </a:cubicBezTo>
                <a:cubicBezTo>
                  <a:pt x="7990" y="3927"/>
                  <a:pt x="8113" y="3873"/>
                  <a:pt x="8202" y="3783"/>
                </a:cubicBezTo>
                <a:lnTo>
                  <a:pt x="10309" y="1676"/>
                </a:lnTo>
                <a:lnTo>
                  <a:pt x="10309" y="10309"/>
                </a:lnTo>
                <a:lnTo>
                  <a:pt x="1676" y="10309"/>
                </a:lnTo>
                <a:lnTo>
                  <a:pt x="3783" y="8202"/>
                </a:lnTo>
                <a:cubicBezTo>
                  <a:pt x="3873" y="8113"/>
                  <a:pt x="3927" y="7990"/>
                  <a:pt x="3927" y="7855"/>
                </a:cubicBezTo>
                <a:cubicBezTo>
                  <a:pt x="3927" y="7584"/>
                  <a:pt x="3708" y="7364"/>
                  <a:pt x="3436" y="7364"/>
                </a:cubicBezTo>
                <a:cubicBezTo>
                  <a:pt x="3301" y="7364"/>
                  <a:pt x="3178" y="7419"/>
                  <a:pt x="3089" y="7507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0936"/>
                  <a:pt x="55" y="11058"/>
                  <a:pt x="144" y="11148"/>
                </a:cubicBezTo>
                <a:lnTo>
                  <a:pt x="3089" y="14093"/>
                </a:lnTo>
                <a:cubicBezTo>
                  <a:pt x="3178" y="14182"/>
                  <a:pt x="3301" y="14236"/>
                  <a:pt x="3436" y="14236"/>
                </a:cubicBezTo>
                <a:cubicBezTo>
                  <a:pt x="3708" y="14236"/>
                  <a:pt x="3927" y="14017"/>
                  <a:pt x="3927" y="13745"/>
                </a:cubicBezTo>
                <a:cubicBezTo>
                  <a:pt x="3927" y="13610"/>
                  <a:pt x="3873" y="13488"/>
                  <a:pt x="3783" y="13398"/>
                </a:cubicBezTo>
                <a:lnTo>
                  <a:pt x="1676" y="11291"/>
                </a:lnTo>
                <a:lnTo>
                  <a:pt x="10309" y="11291"/>
                </a:lnTo>
                <a:lnTo>
                  <a:pt x="10309" y="19924"/>
                </a:lnTo>
                <a:lnTo>
                  <a:pt x="8202" y="17817"/>
                </a:lnTo>
                <a:cubicBezTo>
                  <a:pt x="8113" y="17728"/>
                  <a:pt x="7990" y="17673"/>
                  <a:pt x="7855" y="17673"/>
                </a:cubicBezTo>
                <a:cubicBezTo>
                  <a:pt x="7583" y="17673"/>
                  <a:pt x="7364" y="17893"/>
                  <a:pt x="7364" y="18164"/>
                </a:cubicBezTo>
                <a:cubicBezTo>
                  <a:pt x="7364" y="18300"/>
                  <a:pt x="7418" y="18422"/>
                  <a:pt x="7507" y="18511"/>
                </a:cubicBezTo>
                <a:lnTo>
                  <a:pt x="10453" y="21456"/>
                </a:lnTo>
                <a:cubicBezTo>
                  <a:pt x="10542" y="21545"/>
                  <a:pt x="10665" y="21600"/>
                  <a:pt x="10800" y="21600"/>
                </a:cubicBezTo>
                <a:cubicBezTo>
                  <a:pt x="10936" y="21600"/>
                  <a:pt x="11058" y="21545"/>
                  <a:pt x="11147" y="21456"/>
                </a:cubicBezTo>
                <a:lnTo>
                  <a:pt x="14093" y="18511"/>
                </a:lnTo>
                <a:cubicBezTo>
                  <a:pt x="14182" y="18422"/>
                  <a:pt x="14236" y="18300"/>
                  <a:pt x="14236" y="18164"/>
                </a:cubicBezTo>
                <a:cubicBezTo>
                  <a:pt x="14236" y="17893"/>
                  <a:pt x="14017" y="17673"/>
                  <a:pt x="13745" y="17673"/>
                </a:cubicBezTo>
                <a:cubicBezTo>
                  <a:pt x="13610" y="17673"/>
                  <a:pt x="13487" y="17728"/>
                  <a:pt x="13398" y="17817"/>
                </a:cubicBezTo>
                <a:lnTo>
                  <a:pt x="11291" y="19924"/>
                </a:lnTo>
                <a:lnTo>
                  <a:pt x="11291" y="11291"/>
                </a:lnTo>
                <a:lnTo>
                  <a:pt x="19924" y="11291"/>
                </a:lnTo>
                <a:lnTo>
                  <a:pt x="17817" y="13398"/>
                </a:lnTo>
                <a:cubicBezTo>
                  <a:pt x="17728" y="13488"/>
                  <a:pt x="17673" y="13610"/>
                  <a:pt x="17673" y="13745"/>
                </a:cubicBezTo>
                <a:cubicBezTo>
                  <a:pt x="17673" y="14017"/>
                  <a:pt x="17892" y="14236"/>
                  <a:pt x="18164" y="14236"/>
                </a:cubicBezTo>
                <a:cubicBezTo>
                  <a:pt x="18299" y="14236"/>
                  <a:pt x="18422" y="14182"/>
                  <a:pt x="18511" y="14093"/>
                </a:cubicBezTo>
                <a:lnTo>
                  <a:pt x="21456" y="11148"/>
                </a:lnTo>
                <a:cubicBezTo>
                  <a:pt x="21545" y="11058"/>
                  <a:pt x="21600" y="10936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1" name="Shape 2913"/>
          <p:cNvSpPr/>
          <p:nvPr/>
        </p:nvSpPr>
        <p:spPr>
          <a:xfrm>
            <a:off x="4659480" y="10746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6200" y="7855"/>
                </a:moveTo>
                <a:cubicBezTo>
                  <a:pt x="16073" y="7855"/>
                  <a:pt x="15959" y="7905"/>
                  <a:pt x="15873" y="7985"/>
                </a:cubicBezTo>
                <a:lnTo>
                  <a:pt x="15870" y="7982"/>
                </a:lnTo>
                <a:lnTo>
                  <a:pt x="10800" y="12591"/>
                </a:lnTo>
                <a:lnTo>
                  <a:pt x="5730" y="7982"/>
                </a:lnTo>
                <a:lnTo>
                  <a:pt x="5727" y="7985"/>
                </a:lnTo>
                <a:cubicBezTo>
                  <a:pt x="5641" y="7905"/>
                  <a:pt x="5527" y="7855"/>
                  <a:pt x="5400" y="7855"/>
                </a:cubicBezTo>
                <a:cubicBezTo>
                  <a:pt x="5129" y="7855"/>
                  <a:pt x="4909" y="8074"/>
                  <a:pt x="4909" y="8345"/>
                </a:cubicBezTo>
                <a:cubicBezTo>
                  <a:pt x="4909" y="8489"/>
                  <a:pt x="4973" y="8616"/>
                  <a:pt x="5073" y="8706"/>
                </a:cubicBezTo>
                <a:lnTo>
                  <a:pt x="5070" y="8709"/>
                </a:lnTo>
                <a:lnTo>
                  <a:pt x="10470" y="13618"/>
                </a:lnTo>
                <a:lnTo>
                  <a:pt x="10473" y="13615"/>
                </a:lnTo>
                <a:cubicBezTo>
                  <a:pt x="10559" y="13695"/>
                  <a:pt x="10673" y="13745"/>
                  <a:pt x="10800" y="13745"/>
                </a:cubicBezTo>
                <a:cubicBezTo>
                  <a:pt x="10927" y="13745"/>
                  <a:pt x="11041" y="13695"/>
                  <a:pt x="11127" y="13615"/>
                </a:cubicBezTo>
                <a:lnTo>
                  <a:pt x="11130" y="13618"/>
                </a:lnTo>
                <a:lnTo>
                  <a:pt x="16530" y="8709"/>
                </a:lnTo>
                <a:lnTo>
                  <a:pt x="16527" y="8706"/>
                </a:lnTo>
                <a:cubicBezTo>
                  <a:pt x="16627" y="8616"/>
                  <a:pt x="16691" y="8489"/>
                  <a:pt x="16691" y="8345"/>
                </a:cubicBezTo>
                <a:cubicBezTo>
                  <a:pt x="16691" y="8074"/>
                  <a:pt x="16471" y="7855"/>
                  <a:pt x="16200" y="785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2" name="Shape 2914"/>
          <p:cNvSpPr/>
          <p:nvPr/>
        </p:nvSpPr>
        <p:spPr>
          <a:xfrm>
            <a:off x="5059440" y="10746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6530" y="12891"/>
                </a:moveTo>
                <a:lnTo>
                  <a:pt x="11130" y="7982"/>
                </a:lnTo>
                <a:lnTo>
                  <a:pt x="11128" y="7985"/>
                </a:lnTo>
                <a:cubicBezTo>
                  <a:pt x="11040" y="7906"/>
                  <a:pt x="10927" y="7855"/>
                  <a:pt x="10800" y="7855"/>
                </a:cubicBezTo>
                <a:cubicBezTo>
                  <a:pt x="10673" y="7855"/>
                  <a:pt x="10559" y="7906"/>
                  <a:pt x="10473" y="7985"/>
                </a:cubicBezTo>
                <a:lnTo>
                  <a:pt x="10469" y="7982"/>
                </a:lnTo>
                <a:lnTo>
                  <a:pt x="5069" y="12891"/>
                </a:lnTo>
                <a:lnTo>
                  <a:pt x="5073" y="12895"/>
                </a:lnTo>
                <a:cubicBezTo>
                  <a:pt x="4973" y="12984"/>
                  <a:pt x="4909" y="13111"/>
                  <a:pt x="4909" y="13255"/>
                </a:cubicBezTo>
                <a:cubicBezTo>
                  <a:pt x="4909" y="13526"/>
                  <a:pt x="5129" y="13745"/>
                  <a:pt x="5400" y="13745"/>
                </a:cubicBezTo>
                <a:cubicBezTo>
                  <a:pt x="5527" y="13745"/>
                  <a:pt x="5640" y="13694"/>
                  <a:pt x="5728" y="13615"/>
                </a:cubicBezTo>
                <a:lnTo>
                  <a:pt x="5730" y="13618"/>
                </a:lnTo>
                <a:lnTo>
                  <a:pt x="10800" y="9009"/>
                </a:lnTo>
                <a:lnTo>
                  <a:pt x="15869" y="13618"/>
                </a:lnTo>
                <a:lnTo>
                  <a:pt x="15873" y="13615"/>
                </a:lnTo>
                <a:cubicBezTo>
                  <a:pt x="15959" y="13694"/>
                  <a:pt x="16073" y="13745"/>
                  <a:pt x="16200" y="13745"/>
                </a:cubicBezTo>
                <a:cubicBezTo>
                  <a:pt x="16471" y="13745"/>
                  <a:pt x="16691" y="13526"/>
                  <a:pt x="16691" y="13255"/>
                </a:cubicBezTo>
                <a:cubicBezTo>
                  <a:pt x="16691" y="13111"/>
                  <a:pt x="16627" y="12984"/>
                  <a:pt x="16527" y="12895"/>
                </a:cubicBezTo>
                <a:cubicBezTo>
                  <a:pt x="16527" y="12895"/>
                  <a:pt x="16530" y="12891"/>
                  <a:pt x="16530" y="12891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3" name="Shape 2915"/>
          <p:cNvSpPr/>
          <p:nvPr/>
        </p:nvSpPr>
        <p:spPr>
          <a:xfrm>
            <a:off x="5459400" y="10746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2273" y="4909"/>
                </a:moveTo>
                <a:cubicBezTo>
                  <a:pt x="12128" y="4909"/>
                  <a:pt x="12002" y="4974"/>
                  <a:pt x="11912" y="5073"/>
                </a:cubicBezTo>
                <a:lnTo>
                  <a:pt x="11909" y="5070"/>
                </a:lnTo>
                <a:lnTo>
                  <a:pt x="7000" y="10470"/>
                </a:lnTo>
                <a:lnTo>
                  <a:pt x="7003" y="10473"/>
                </a:lnTo>
                <a:cubicBezTo>
                  <a:pt x="6924" y="10559"/>
                  <a:pt x="6873" y="10673"/>
                  <a:pt x="6873" y="10800"/>
                </a:cubicBezTo>
                <a:cubicBezTo>
                  <a:pt x="6873" y="10927"/>
                  <a:pt x="6924" y="11041"/>
                  <a:pt x="7003" y="11127"/>
                </a:cubicBezTo>
                <a:lnTo>
                  <a:pt x="7000" y="11130"/>
                </a:lnTo>
                <a:lnTo>
                  <a:pt x="11909" y="16530"/>
                </a:lnTo>
                <a:lnTo>
                  <a:pt x="11912" y="16527"/>
                </a:lnTo>
                <a:cubicBezTo>
                  <a:pt x="12002" y="16627"/>
                  <a:pt x="12128" y="16691"/>
                  <a:pt x="12273" y="16691"/>
                </a:cubicBezTo>
                <a:cubicBezTo>
                  <a:pt x="12544" y="16691"/>
                  <a:pt x="12764" y="16471"/>
                  <a:pt x="12764" y="16200"/>
                </a:cubicBezTo>
                <a:cubicBezTo>
                  <a:pt x="12764" y="16073"/>
                  <a:pt x="12713" y="15960"/>
                  <a:pt x="12633" y="15873"/>
                </a:cubicBezTo>
                <a:lnTo>
                  <a:pt x="12636" y="15870"/>
                </a:lnTo>
                <a:lnTo>
                  <a:pt x="8027" y="10800"/>
                </a:lnTo>
                <a:lnTo>
                  <a:pt x="12636" y="5730"/>
                </a:lnTo>
                <a:lnTo>
                  <a:pt x="12633" y="5728"/>
                </a:lnTo>
                <a:cubicBezTo>
                  <a:pt x="12713" y="5641"/>
                  <a:pt x="12764" y="5527"/>
                  <a:pt x="12764" y="5400"/>
                </a:cubicBezTo>
                <a:cubicBezTo>
                  <a:pt x="12764" y="5129"/>
                  <a:pt x="12544" y="4909"/>
                  <a:pt x="12273" y="4909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4" name="Shape 2916"/>
          <p:cNvSpPr/>
          <p:nvPr/>
        </p:nvSpPr>
        <p:spPr>
          <a:xfrm>
            <a:off x="5859360" y="107460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597" y="10473"/>
                </a:moveTo>
                <a:lnTo>
                  <a:pt x="14600" y="10470"/>
                </a:lnTo>
                <a:lnTo>
                  <a:pt x="9691" y="5070"/>
                </a:lnTo>
                <a:lnTo>
                  <a:pt x="9688" y="5073"/>
                </a:lnTo>
                <a:cubicBezTo>
                  <a:pt x="9598" y="4974"/>
                  <a:pt x="9471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27"/>
                  <a:pt x="8887" y="5641"/>
                  <a:pt x="8967" y="5728"/>
                </a:cubicBezTo>
                <a:lnTo>
                  <a:pt x="8964" y="5730"/>
                </a:lnTo>
                <a:lnTo>
                  <a:pt x="13573" y="10800"/>
                </a:lnTo>
                <a:lnTo>
                  <a:pt x="8964" y="15870"/>
                </a:lnTo>
                <a:lnTo>
                  <a:pt x="8967" y="15873"/>
                </a:lnTo>
                <a:cubicBezTo>
                  <a:pt x="8887" y="15960"/>
                  <a:pt x="8836" y="16073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71" y="16691"/>
                  <a:pt x="9598" y="16627"/>
                  <a:pt x="9688" y="16527"/>
                </a:cubicBezTo>
                <a:lnTo>
                  <a:pt x="9691" y="16530"/>
                </a:lnTo>
                <a:lnTo>
                  <a:pt x="14600" y="11130"/>
                </a:lnTo>
                <a:lnTo>
                  <a:pt x="14597" y="11127"/>
                </a:lnTo>
                <a:cubicBezTo>
                  <a:pt x="14676" y="11041"/>
                  <a:pt x="14727" y="10927"/>
                  <a:pt x="14727" y="10800"/>
                </a:cubicBezTo>
                <a:cubicBezTo>
                  <a:pt x="14727" y="10673"/>
                  <a:pt x="14676" y="10559"/>
                  <a:pt x="14597" y="1047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5" name="Shape 2917"/>
          <p:cNvSpPr/>
          <p:nvPr/>
        </p:nvSpPr>
        <p:spPr>
          <a:xfrm>
            <a:off x="6292800" y="1074600"/>
            <a:ext cx="1429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415"/>
                </a:moveTo>
                <a:lnTo>
                  <a:pt x="2459" y="14727"/>
                </a:lnTo>
                <a:lnTo>
                  <a:pt x="8640" y="14727"/>
                </a:lnTo>
                <a:lnTo>
                  <a:pt x="8640" y="1964"/>
                </a:lnTo>
                <a:cubicBezTo>
                  <a:pt x="8640" y="1422"/>
                  <a:pt x="9285" y="982"/>
                  <a:pt x="10080" y="982"/>
                </a:cubicBezTo>
                <a:lnTo>
                  <a:pt x="11520" y="982"/>
                </a:lnTo>
                <a:cubicBezTo>
                  <a:pt x="12315" y="982"/>
                  <a:pt x="12960" y="1422"/>
                  <a:pt x="12960" y="1964"/>
                </a:cubicBezTo>
                <a:lnTo>
                  <a:pt x="12960" y="14727"/>
                </a:lnTo>
                <a:lnTo>
                  <a:pt x="19142" y="14727"/>
                </a:lnTo>
                <a:cubicBezTo>
                  <a:pt x="19142" y="14727"/>
                  <a:pt x="10800" y="20415"/>
                  <a:pt x="10800" y="20415"/>
                </a:cubicBezTo>
                <a:close/>
                <a:moveTo>
                  <a:pt x="20880" y="13745"/>
                </a:moveTo>
                <a:lnTo>
                  <a:pt x="14400" y="13745"/>
                </a:lnTo>
                <a:lnTo>
                  <a:pt x="14400" y="1964"/>
                </a:lnTo>
                <a:cubicBezTo>
                  <a:pt x="14400" y="879"/>
                  <a:pt x="13110" y="0"/>
                  <a:pt x="11520" y="0"/>
                </a:cubicBezTo>
                <a:lnTo>
                  <a:pt x="10080" y="0"/>
                </a:lnTo>
                <a:cubicBezTo>
                  <a:pt x="8490" y="0"/>
                  <a:pt x="7200" y="879"/>
                  <a:pt x="7200" y="1964"/>
                </a:cubicBezTo>
                <a:lnTo>
                  <a:pt x="7200" y="13745"/>
                </a:lnTo>
                <a:lnTo>
                  <a:pt x="720" y="13745"/>
                </a:lnTo>
                <a:cubicBezTo>
                  <a:pt x="323" y="13745"/>
                  <a:pt x="0" y="13966"/>
                  <a:pt x="0" y="14236"/>
                </a:cubicBezTo>
                <a:cubicBezTo>
                  <a:pt x="0" y="14373"/>
                  <a:pt x="81" y="14495"/>
                  <a:pt x="212" y="14584"/>
                </a:cubicBezTo>
                <a:lnTo>
                  <a:pt x="10290" y="21456"/>
                </a:lnTo>
                <a:cubicBezTo>
                  <a:pt x="10421" y="21545"/>
                  <a:pt x="10601" y="21600"/>
                  <a:pt x="10800" y="21600"/>
                </a:cubicBezTo>
                <a:cubicBezTo>
                  <a:pt x="10999" y="21600"/>
                  <a:pt x="11179" y="21545"/>
                  <a:pt x="11310" y="21456"/>
                </a:cubicBezTo>
                <a:lnTo>
                  <a:pt x="21388" y="14584"/>
                </a:lnTo>
                <a:cubicBezTo>
                  <a:pt x="21519" y="14495"/>
                  <a:pt x="21600" y="14373"/>
                  <a:pt x="21600" y="14236"/>
                </a:cubicBezTo>
                <a:cubicBezTo>
                  <a:pt x="21600" y="13966"/>
                  <a:pt x="21277" y="13745"/>
                  <a:pt x="20880" y="1374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6" name="Shape 2918"/>
          <p:cNvSpPr/>
          <p:nvPr/>
        </p:nvSpPr>
        <p:spPr>
          <a:xfrm>
            <a:off x="6692760" y="1074600"/>
            <a:ext cx="1429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2960" y="6873"/>
                </a:moveTo>
                <a:lnTo>
                  <a:pt x="12960" y="19636"/>
                </a:lnTo>
                <a:cubicBezTo>
                  <a:pt x="12960" y="20178"/>
                  <a:pt x="12315" y="20618"/>
                  <a:pt x="11520" y="20618"/>
                </a:cubicBezTo>
                <a:lnTo>
                  <a:pt x="10080" y="20618"/>
                </a:lnTo>
                <a:cubicBezTo>
                  <a:pt x="9285" y="20618"/>
                  <a:pt x="8640" y="20178"/>
                  <a:pt x="8640" y="19636"/>
                </a:cubicBezTo>
                <a:lnTo>
                  <a:pt x="8640" y="6873"/>
                </a:lnTo>
                <a:lnTo>
                  <a:pt x="2458" y="6873"/>
                </a:lnTo>
                <a:lnTo>
                  <a:pt x="10800" y="1185"/>
                </a:lnTo>
                <a:lnTo>
                  <a:pt x="19142" y="6873"/>
                </a:lnTo>
                <a:cubicBezTo>
                  <a:pt x="19142" y="6873"/>
                  <a:pt x="12960" y="6873"/>
                  <a:pt x="12960" y="6873"/>
                </a:cubicBezTo>
                <a:close/>
                <a:moveTo>
                  <a:pt x="21389" y="7017"/>
                </a:moveTo>
                <a:lnTo>
                  <a:pt x="11309" y="144"/>
                </a:lnTo>
                <a:cubicBezTo>
                  <a:pt x="11179" y="55"/>
                  <a:pt x="10999" y="0"/>
                  <a:pt x="10800" y="0"/>
                </a:cubicBezTo>
                <a:cubicBezTo>
                  <a:pt x="10601" y="0"/>
                  <a:pt x="10422" y="55"/>
                  <a:pt x="10291" y="144"/>
                </a:cubicBezTo>
                <a:lnTo>
                  <a:pt x="211" y="7017"/>
                </a:lnTo>
                <a:cubicBezTo>
                  <a:pt x="81" y="7106"/>
                  <a:pt x="0" y="7228"/>
                  <a:pt x="0" y="7364"/>
                </a:cubicBezTo>
                <a:cubicBezTo>
                  <a:pt x="0" y="7635"/>
                  <a:pt x="322" y="7855"/>
                  <a:pt x="720" y="7855"/>
                </a:cubicBezTo>
                <a:lnTo>
                  <a:pt x="7200" y="7855"/>
                </a:lnTo>
                <a:lnTo>
                  <a:pt x="7200" y="19636"/>
                </a:lnTo>
                <a:cubicBezTo>
                  <a:pt x="7200" y="20721"/>
                  <a:pt x="8490" y="21600"/>
                  <a:pt x="10080" y="21600"/>
                </a:cubicBezTo>
                <a:lnTo>
                  <a:pt x="11520" y="21600"/>
                </a:lnTo>
                <a:cubicBezTo>
                  <a:pt x="13110" y="21600"/>
                  <a:pt x="14400" y="20721"/>
                  <a:pt x="14400" y="19636"/>
                </a:cubicBezTo>
                <a:lnTo>
                  <a:pt x="14400" y="7855"/>
                </a:lnTo>
                <a:lnTo>
                  <a:pt x="20880" y="7855"/>
                </a:lnTo>
                <a:cubicBezTo>
                  <a:pt x="21278" y="7855"/>
                  <a:pt x="21600" y="7635"/>
                  <a:pt x="21600" y="7364"/>
                </a:cubicBezTo>
                <a:cubicBezTo>
                  <a:pt x="21600" y="7228"/>
                  <a:pt x="21519" y="7106"/>
                  <a:pt x="21389" y="701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7" name="Shape 2919"/>
          <p:cNvSpPr/>
          <p:nvPr/>
        </p:nvSpPr>
        <p:spPr>
          <a:xfrm>
            <a:off x="7059600" y="1108080"/>
            <a:ext cx="209520" cy="142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1520"/>
                </a:moveTo>
                <a:cubicBezTo>
                  <a:pt x="20618" y="12315"/>
                  <a:pt x="20178" y="12960"/>
                  <a:pt x="19636" y="12960"/>
                </a:cubicBezTo>
                <a:lnTo>
                  <a:pt x="6873" y="12960"/>
                </a:lnTo>
                <a:lnTo>
                  <a:pt x="6873" y="19142"/>
                </a:lnTo>
                <a:lnTo>
                  <a:pt x="1185" y="10800"/>
                </a:lnTo>
                <a:lnTo>
                  <a:pt x="6873" y="2458"/>
                </a:lnTo>
                <a:lnTo>
                  <a:pt x="6873" y="8640"/>
                </a:lnTo>
                <a:lnTo>
                  <a:pt x="19636" y="8640"/>
                </a:lnTo>
                <a:cubicBezTo>
                  <a:pt x="20178" y="8640"/>
                  <a:pt x="20618" y="9285"/>
                  <a:pt x="20618" y="10080"/>
                </a:cubicBezTo>
                <a:cubicBezTo>
                  <a:pt x="20618" y="10080"/>
                  <a:pt x="20618" y="11520"/>
                  <a:pt x="20618" y="11520"/>
                </a:cubicBezTo>
                <a:close/>
                <a:moveTo>
                  <a:pt x="19636" y="7200"/>
                </a:moveTo>
                <a:lnTo>
                  <a:pt x="7855" y="7200"/>
                </a:lnTo>
                <a:lnTo>
                  <a:pt x="7855" y="720"/>
                </a:lnTo>
                <a:cubicBezTo>
                  <a:pt x="7855" y="322"/>
                  <a:pt x="7635" y="0"/>
                  <a:pt x="7364" y="0"/>
                </a:cubicBezTo>
                <a:cubicBezTo>
                  <a:pt x="7228" y="0"/>
                  <a:pt x="7105" y="81"/>
                  <a:pt x="7017" y="212"/>
                </a:cubicBezTo>
                <a:lnTo>
                  <a:pt x="144" y="10291"/>
                </a:lnTo>
                <a:cubicBezTo>
                  <a:pt x="55" y="10422"/>
                  <a:pt x="0" y="10602"/>
                  <a:pt x="0" y="10800"/>
                </a:cubicBezTo>
                <a:cubicBezTo>
                  <a:pt x="0" y="11000"/>
                  <a:pt x="55" y="11180"/>
                  <a:pt x="144" y="11310"/>
                </a:cubicBezTo>
                <a:lnTo>
                  <a:pt x="7017" y="21389"/>
                </a:lnTo>
                <a:cubicBezTo>
                  <a:pt x="7105" y="21520"/>
                  <a:pt x="7228" y="21600"/>
                  <a:pt x="7364" y="21600"/>
                </a:cubicBezTo>
                <a:cubicBezTo>
                  <a:pt x="7635" y="21600"/>
                  <a:pt x="7855" y="21278"/>
                  <a:pt x="7855" y="20880"/>
                </a:cubicBezTo>
                <a:lnTo>
                  <a:pt x="7855" y="14400"/>
                </a:lnTo>
                <a:lnTo>
                  <a:pt x="19636" y="14400"/>
                </a:lnTo>
                <a:cubicBezTo>
                  <a:pt x="20721" y="14400"/>
                  <a:pt x="21600" y="13110"/>
                  <a:pt x="21600" y="11520"/>
                </a:cubicBezTo>
                <a:lnTo>
                  <a:pt x="21600" y="10080"/>
                </a:lnTo>
                <a:cubicBezTo>
                  <a:pt x="21600" y="8490"/>
                  <a:pt x="20721" y="7200"/>
                  <a:pt x="19636" y="72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8" name="Shape 2920"/>
          <p:cNvSpPr/>
          <p:nvPr/>
        </p:nvSpPr>
        <p:spPr>
          <a:xfrm>
            <a:off x="7459560" y="1108080"/>
            <a:ext cx="209520" cy="142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4727" y="19142"/>
                </a:moveTo>
                <a:lnTo>
                  <a:pt x="14727" y="12960"/>
                </a:lnTo>
                <a:lnTo>
                  <a:pt x="1964" y="12960"/>
                </a:lnTo>
                <a:cubicBezTo>
                  <a:pt x="1421" y="12960"/>
                  <a:pt x="982" y="12316"/>
                  <a:pt x="982" y="11520"/>
                </a:cubicBezTo>
                <a:lnTo>
                  <a:pt x="982" y="10080"/>
                </a:lnTo>
                <a:cubicBezTo>
                  <a:pt x="982" y="9285"/>
                  <a:pt x="1421" y="8640"/>
                  <a:pt x="1964" y="8640"/>
                </a:cubicBezTo>
                <a:lnTo>
                  <a:pt x="14727" y="8640"/>
                </a:lnTo>
                <a:lnTo>
                  <a:pt x="14727" y="2458"/>
                </a:lnTo>
                <a:lnTo>
                  <a:pt x="20415" y="10800"/>
                </a:lnTo>
                <a:cubicBezTo>
                  <a:pt x="20415" y="10800"/>
                  <a:pt x="14727" y="19142"/>
                  <a:pt x="14727" y="19142"/>
                </a:cubicBezTo>
                <a:close/>
                <a:moveTo>
                  <a:pt x="21456" y="10291"/>
                </a:moveTo>
                <a:lnTo>
                  <a:pt x="14584" y="212"/>
                </a:lnTo>
                <a:cubicBezTo>
                  <a:pt x="14495" y="81"/>
                  <a:pt x="14372" y="0"/>
                  <a:pt x="14236" y="0"/>
                </a:cubicBezTo>
                <a:cubicBezTo>
                  <a:pt x="13965" y="0"/>
                  <a:pt x="13745" y="322"/>
                  <a:pt x="13745" y="720"/>
                </a:cubicBezTo>
                <a:lnTo>
                  <a:pt x="13745" y="7200"/>
                </a:lnTo>
                <a:lnTo>
                  <a:pt x="1964" y="7200"/>
                </a:lnTo>
                <a:cubicBezTo>
                  <a:pt x="879" y="7200"/>
                  <a:pt x="0" y="8490"/>
                  <a:pt x="0" y="10080"/>
                </a:cubicBezTo>
                <a:lnTo>
                  <a:pt x="0" y="11520"/>
                </a:lnTo>
                <a:cubicBezTo>
                  <a:pt x="0" y="13110"/>
                  <a:pt x="879" y="14400"/>
                  <a:pt x="1964" y="14400"/>
                </a:cubicBezTo>
                <a:lnTo>
                  <a:pt x="13745" y="14400"/>
                </a:lnTo>
                <a:lnTo>
                  <a:pt x="13745" y="20880"/>
                </a:lnTo>
                <a:cubicBezTo>
                  <a:pt x="13745" y="21278"/>
                  <a:pt x="13965" y="21600"/>
                  <a:pt x="14236" y="21600"/>
                </a:cubicBezTo>
                <a:cubicBezTo>
                  <a:pt x="14372" y="21600"/>
                  <a:pt x="14495" y="21520"/>
                  <a:pt x="14583" y="21389"/>
                </a:cubicBezTo>
                <a:lnTo>
                  <a:pt x="21456" y="11310"/>
                </a:lnTo>
                <a:cubicBezTo>
                  <a:pt x="21545" y="11180"/>
                  <a:pt x="21600" y="11000"/>
                  <a:pt x="21600" y="10800"/>
                </a:cubicBezTo>
                <a:cubicBezTo>
                  <a:pt x="21600" y="10601"/>
                  <a:pt x="21545" y="10421"/>
                  <a:pt x="21456" y="1029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9" name="Shape 2921"/>
          <p:cNvSpPr/>
          <p:nvPr/>
        </p:nvSpPr>
        <p:spPr>
          <a:xfrm>
            <a:off x="7888320" y="1074600"/>
            <a:ext cx="1522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1402" y="5052"/>
                </a:moveTo>
                <a:lnTo>
                  <a:pt x="14652" y="144"/>
                </a:lnTo>
                <a:cubicBezTo>
                  <a:pt x="14530" y="55"/>
                  <a:pt x="14362" y="0"/>
                  <a:pt x="14175" y="0"/>
                </a:cubicBezTo>
                <a:cubicBezTo>
                  <a:pt x="13802" y="0"/>
                  <a:pt x="13500" y="220"/>
                  <a:pt x="13500" y="491"/>
                </a:cubicBezTo>
                <a:cubicBezTo>
                  <a:pt x="13500" y="627"/>
                  <a:pt x="13576" y="749"/>
                  <a:pt x="13698" y="838"/>
                </a:cubicBezTo>
                <a:lnTo>
                  <a:pt x="19296" y="4909"/>
                </a:lnTo>
                <a:lnTo>
                  <a:pt x="675" y="4909"/>
                </a:lnTo>
                <a:cubicBezTo>
                  <a:pt x="302" y="4909"/>
                  <a:pt x="0" y="5129"/>
                  <a:pt x="0" y="5400"/>
                </a:cubicBezTo>
                <a:lnTo>
                  <a:pt x="0" y="21109"/>
                </a:lnTo>
                <a:cubicBezTo>
                  <a:pt x="0" y="21380"/>
                  <a:pt x="302" y="21600"/>
                  <a:pt x="675" y="21600"/>
                </a:cubicBezTo>
                <a:cubicBezTo>
                  <a:pt x="1048" y="21600"/>
                  <a:pt x="1350" y="21380"/>
                  <a:pt x="1350" y="21109"/>
                </a:cubicBezTo>
                <a:lnTo>
                  <a:pt x="1350" y="5891"/>
                </a:lnTo>
                <a:lnTo>
                  <a:pt x="19296" y="5891"/>
                </a:lnTo>
                <a:lnTo>
                  <a:pt x="13698" y="9962"/>
                </a:lnTo>
                <a:cubicBezTo>
                  <a:pt x="13575" y="10051"/>
                  <a:pt x="13500" y="10173"/>
                  <a:pt x="13500" y="10309"/>
                </a:cubicBezTo>
                <a:cubicBezTo>
                  <a:pt x="13500" y="10580"/>
                  <a:pt x="13802" y="10800"/>
                  <a:pt x="14175" y="10800"/>
                </a:cubicBezTo>
                <a:cubicBezTo>
                  <a:pt x="14362" y="10800"/>
                  <a:pt x="14531" y="10745"/>
                  <a:pt x="14653" y="10656"/>
                </a:cubicBezTo>
                <a:lnTo>
                  <a:pt x="21402" y="5747"/>
                </a:lnTo>
                <a:cubicBezTo>
                  <a:pt x="21525" y="5658"/>
                  <a:pt x="21600" y="5536"/>
                  <a:pt x="21600" y="5400"/>
                </a:cubicBezTo>
                <a:cubicBezTo>
                  <a:pt x="21600" y="5264"/>
                  <a:pt x="21524" y="5142"/>
                  <a:pt x="21402" y="505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0" name="Shape 2922"/>
          <p:cNvSpPr/>
          <p:nvPr/>
        </p:nvSpPr>
        <p:spPr>
          <a:xfrm>
            <a:off x="8259840" y="1103400"/>
            <a:ext cx="209520" cy="152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6691" y="12546"/>
                </a:moveTo>
                <a:lnTo>
                  <a:pt x="16691" y="2304"/>
                </a:lnTo>
                <a:lnTo>
                  <a:pt x="20415" y="7425"/>
                </a:lnTo>
                <a:cubicBezTo>
                  <a:pt x="20415" y="7425"/>
                  <a:pt x="16691" y="12546"/>
                  <a:pt x="16691" y="12546"/>
                </a:cubicBezTo>
                <a:close/>
                <a:moveTo>
                  <a:pt x="21456" y="6948"/>
                </a:moveTo>
                <a:lnTo>
                  <a:pt x="16548" y="198"/>
                </a:lnTo>
                <a:cubicBezTo>
                  <a:pt x="16458" y="76"/>
                  <a:pt x="16336" y="0"/>
                  <a:pt x="16200" y="0"/>
                </a:cubicBezTo>
                <a:cubicBezTo>
                  <a:pt x="15929" y="0"/>
                  <a:pt x="15709" y="302"/>
                  <a:pt x="15709" y="675"/>
                </a:cubicBezTo>
                <a:lnTo>
                  <a:pt x="15709" y="6750"/>
                </a:lnTo>
                <a:lnTo>
                  <a:pt x="491" y="6750"/>
                </a:lnTo>
                <a:cubicBezTo>
                  <a:pt x="220" y="6750"/>
                  <a:pt x="0" y="7052"/>
                  <a:pt x="0" y="7425"/>
                </a:cubicBezTo>
                <a:lnTo>
                  <a:pt x="0" y="20925"/>
                </a:lnTo>
                <a:cubicBezTo>
                  <a:pt x="0" y="21298"/>
                  <a:pt x="220" y="21600"/>
                  <a:pt x="491" y="21600"/>
                </a:cubicBezTo>
                <a:cubicBezTo>
                  <a:pt x="762" y="21600"/>
                  <a:pt x="982" y="21298"/>
                  <a:pt x="982" y="20925"/>
                </a:cubicBezTo>
                <a:lnTo>
                  <a:pt x="982" y="8100"/>
                </a:lnTo>
                <a:lnTo>
                  <a:pt x="15709" y="8100"/>
                </a:lnTo>
                <a:lnTo>
                  <a:pt x="15709" y="14175"/>
                </a:lnTo>
                <a:cubicBezTo>
                  <a:pt x="15709" y="14548"/>
                  <a:pt x="15929" y="14850"/>
                  <a:pt x="16200" y="14850"/>
                </a:cubicBezTo>
                <a:cubicBezTo>
                  <a:pt x="16336" y="14850"/>
                  <a:pt x="16458" y="14775"/>
                  <a:pt x="16547" y="14652"/>
                </a:cubicBezTo>
                <a:lnTo>
                  <a:pt x="21456" y="7903"/>
                </a:lnTo>
                <a:cubicBezTo>
                  <a:pt x="21545" y="7781"/>
                  <a:pt x="21600" y="7612"/>
                  <a:pt x="21600" y="7425"/>
                </a:cubicBezTo>
                <a:cubicBezTo>
                  <a:pt x="21600" y="7238"/>
                  <a:pt x="21545" y="7070"/>
                  <a:pt x="21456" y="694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1" name="Shape 2923"/>
          <p:cNvSpPr/>
          <p:nvPr/>
        </p:nvSpPr>
        <p:spPr>
          <a:xfrm>
            <a:off x="4659480" y="14749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1109" y="0"/>
                </a:moveTo>
                <a:lnTo>
                  <a:pt x="14236" y="0"/>
                </a:lnTo>
                <a:cubicBezTo>
                  <a:pt x="13966" y="0"/>
                  <a:pt x="13745" y="220"/>
                  <a:pt x="13745" y="491"/>
                </a:cubicBezTo>
                <a:cubicBezTo>
                  <a:pt x="13745" y="762"/>
                  <a:pt x="13966" y="982"/>
                  <a:pt x="14236" y="982"/>
                </a:cubicBezTo>
                <a:lnTo>
                  <a:pt x="19924" y="982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2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20618" y="1676"/>
                </a:lnTo>
                <a:lnTo>
                  <a:pt x="20618" y="7364"/>
                </a:lnTo>
                <a:cubicBezTo>
                  <a:pt x="20618" y="7635"/>
                  <a:pt x="20838" y="7855"/>
                  <a:pt x="21109" y="7855"/>
                </a:cubicBezTo>
                <a:cubicBezTo>
                  <a:pt x="21380" y="7855"/>
                  <a:pt x="21600" y="7635"/>
                  <a:pt x="21600" y="7364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  <a:moveTo>
                  <a:pt x="9327" y="11782"/>
                </a:moveTo>
                <a:cubicBezTo>
                  <a:pt x="9192" y="11782"/>
                  <a:pt x="9069" y="11837"/>
                  <a:pt x="8980" y="11926"/>
                </a:cubicBezTo>
                <a:lnTo>
                  <a:pt x="982" y="19924"/>
                </a:lnTo>
                <a:lnTo>
                  <a:pt x="982" y="14236"/>
                </a:lnTo>
                <a:cubicBezTo>
                  <a:pt x="982" y="13966"/>
                  <a:pt x="762" y="13745"/>
                  <a:pt x="491" y="13745"/>
                </a:cubicBezTo>
                <a:cubicBezTo>
                  <a:pt x="220" y="13745"/>
                  <a:pt x="0" y="13966"/>
                  <a:pt x="0" y="14236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7364" y="21600"/>
                </a:lnTo>
                <a:cubicBezTo>
                  <a:pt x="7634" y="21600"/>
                  <a:pt x="7855" y="21380"/>
                  <a:pt x="7855" y="21109"/>
                </a:cubicBezTo>
                <a:cubicBezTo>
                  <a:pt x="7855" y="20838"/>
                  <a:pt x="7634" y="20618"/>
                  <a:pt x="7364" y="20618"/>
                </a:cubicBezTo>
                <a:lnTo>
                  <a:pt x="1676" y="20618"/>
                </a:lnTo>
                <a:lnTo>
                  <a:pt x="9674" y="12620"/>
                </a:lnTo>
                <a:cubicBezTo>
                  <a:pt x="9763" y="12531"/>
                  <a:pt x="9818" y="12408"/>
                  <a:pt x="9818" y="12273"/>
                </a:cubicBezTo>
                <a:cubicBezTo>
                  <a:pt x="9818" y="12002"/>
                  <a:pt x="9598" y="11782"/>
                  <a:pt x="9327" y="1178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2" name="Shape 2924"/>
          <p:cNvSpPr/>
          <p:nvPr/>
        </p:nvSpPr>
        <p:spPr>
          <a:xfrm>
            <a:off x="5059440" y="14749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2764" y="8142"/>
                </a:lnTo>
                <a:lnTo>
                  <a:pt x="12764" y="2455"/>
                </a:lnTo>
                <a:cubicBezTo>
                  <a:pt x="12764" y="2184"/>
                  <a:pt x="12544" y="1964"/>
                  <a:pt x="12273" y="1964"/>
                </a:cubicBezTo>
                <a:cubicBezTo>
                  <a:pt x="12002" y="1964"/>
                  <a:pt x="11782" y="2184"/>
                  <a:pt x="11782" y="2455"/>
                </a:cubicBezTo>
                <a:lnTo>
                  <a:pt x="11782" y="9327"/>
                </a:lnTo>
                <a:cubicBezTo>
                  <a:pt x="11782" y="9599"/>
                  <a:pt x="12002" y="9818"/>
                  <a:pt x="12273" y="9818"/>
                </a:cubicBezTo>
                <a:lnTo>
                  <a:pt x="19145" y="9818"/>
                </a:lnTo>
                <a:cubicBezTo>
                  <a:pt x="19416" y="9818"/>
                  <a:pt x="19636" y="9599"/>
                  <a:pt x="19636" y="9327"/>
                </a:cubicBezTo>
                <a:cubicBezTo>
                  <a:pt x="19636" y="9056"/>
                  <a:pt x="19416" y="8836"/>
                  <a:pt x="19145" y="8836"/>
                </a:cubicBezTo>
                <a:lnTo>
                  <a:pt x="13458" y="8836"/>
                </a:lnTo>
                <a:lnTo>
                  <a:pt x="21456" y="838"/>
                </a:lnTo>
                <a:cubicBezTo>
                  <a:pt x="21545" y="750"/>
                  <a:pt x="21600" y="627"/>
                  <a:pt x="21600" y="491"/>
                </a:cubicBezTo>
                <a:moveTo>
                  <a:pt x="9327" y="11782"/>
                </a:moveTo>
                <a:lnTo>
                  <a:pt x="2455" y="11782"/>
                </a:lnTo>
                <a:cubicBezTo>
                  <a:pt x="2184" y="11782"/>
                  <a:pt x="1964" y="12002"/>
                  <a:pt x="1964" y="12273"/>
                </a:cubicBezTo>
                <a:cubicBezTo>
                  <a:pt x="1964" y="12544"/>
                  <a:pt x="2184" y="12764"/>
                  <a:pt x="2455" y="12764"/>
                </a:cubicBezTo>
                <a:lnTo>
                  <a:pt x="8142" y="12764"/>
                </a:lnTo>
                <a:lnTo>
                  <a:pt x="144" y="20762"/>
                </a:lnTo>
                <a:cubicBezTo>
                  <a:pt x="55" y="20851"/>
                  <a:pt x="0" y="20973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8836" y="13458"/>
                </a:lnTo>
                <a:lnTo>
                  <a:pt x="8836" y="19145"/>
                </a:lnTo>
                <a:cubicBezTo>
                  <a:pt x="8836" y="19417"/>
                  <a:pt x="9056" y="19636"/>
                  <a:pt x="9327" y="19636"/>
                </a:cubicBezTo>
                <a:cubicBezTo>
                  <a:pt x="9598" y="19636"/>
                  <a:pt x="9818" y="19417"/>
                  <a:pt x="9818" y="19145"/>
                </a:cubicBezTo>
                <a:lnTo>
                  <a:pt x="9818" y="12273"/>
                </a:lnTo>
                <a:cubicBezTo>
                  <a:pt x="9818" y="12002"/>
                  <a:pt x="9598" y="11782"/>
                  <a:pt x="9327" y="1178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3" name="Shape 2925"/>
          <p:cNvSpPr/>
          <p:nvPr/>
        </p:nvSpPr>
        <p:spPr>
          <a:xfrm>
            <a:off x="5459400" y="14749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1109" y="0"/>
                </a:moveTo>
                <a:lnTo>
                  <a:pt x="16200" y="0"/>
                </a:lnTo>
                <a:cubicBezTo>
                  <a:pt x="15929" y="0"/>
                  <a:pt x="15709" y="220"/>
                  <a:pt x="15709" y="491"/>
                </a:cubicBezTo>
                <a:cubicBezTo>
                  <a:pt x="15709" y="762"/>
                  <a:pt x="15929" y="982"/>
                  <a:pt x="16200" y="982"/>
                </a:cubicBezTo>
                <a:lnTo>
                  <a:pt x="19924" y="982"/>
                </a:lnTo>
                <a:lnTo>
                  <a:pt x="6035" y="14871"/>
                </a:lnTo>
                <a:cubicBezTo>
                  <a:pt x="5946" y="14960"/>
                  <a:pt x="5891" y="15083"/>
                  <a:pt x="5891" y="15218"/>
                </a:cubicBezTo>
                <a:cubicBezTo>
                  <a:pt x="5891" y="15489"/>
                  <a:pt x="6111" y="15709"/>
                  <a:pt x="6382" y="15709"/>
                </a:cubicBezTo>
                <a:cubicBezTo>
                  <a:pt x="6517" y="15709"/>
                  <a:pt x="6640" y="15654"/>
                  <a:pt x="6729" y="15565"/>
                </a:cubicBezTo>
                <a:lnTo>
                  <a:pt x="20618" y="1676"/>
                </a:lnTo>
                <a:lnTo>
                  <a:pt x="20618" y="5400"/>
                </a:lnTo>
                <a:cubicBezTo>
                  <a:pt x="20618" y="5671"/>
                  <a:pt x="20838" y="5890"/>
                  <a:pt x="21109" y="5890"/>
                </a:cubicBezTo>
                <a:cubicBezTo>
                  <a:pt x="21380" y="5890"/>
                  <a:pt x="21600" y="5671"/>
                  <a:pt x="21600" y="5400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  <a:moveTo>
                  <a:pt x="17182" y="6873"/>
                </a:moveTo>
                <a:cubicBezTo>
                  <a:pt x="16911" y="6873"/>
                  <a:pt x="16691" y="7092"/>
                  <a:pt x="16691" y="7364"/>
                </a:cubicBezTo>
                <a:lnTo>
                  <a:pt x="16691" y="20618"/>
                </a:lnTo>
                <a:lnTo>
                  <a:pt x="982" y="20618"/>
                </a:lnTo>
                <a:lnTo>
                  <a:pt x="982" y="4909"/>
                </a:lnTo>
                <a:lnTo>
                  <a:pt x="14236" y="4909"/>
                </a:lnTo>
                <a:cubicBezTo>
                  <a:pt x="14507" y="4909"/>
                  <a:pt x="14727" y="4689"/>
                  <a:pt x="14727" y="4418"/>
                </a:cubicBezTo>
                <a:cubicBezTo>
                  <a:pt x="14727" y="4147"/>
                  <a:pt x="14507" y="3927"/>
                  <a:pt x="14236" y="3927"/>
                </a:cubicBezTo>
                <a:lnTo>
                  <a:pt x="491" y="3927"/>
                </a:lnTo>
                <a:cubicBezTo>
                  <a:pt x="220" y="3927"/>
                  <a:pt x="0" y="4147"/>
                  <a:pt x="0" y="4418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17182" y="21600"/>
                </a:lnTo>
                <a:cubicBezTo>
                  <a:pt x="17453" y="21600"/>
                  <a:pt x="17673" y="21380"/>
                  <a:pt x="17673" y="21109"/>
                </a:cubicBezTo>
                <a:lnTo>
                  <a:pt x="17673" y="7364"/>
                </a:lnTo>
                <a:cubicBezTo>
                  <a:pt x="17673" y="7092"/>
                  <a:pt x="17453" y="6873"/>
                  <a:pt x="17182" y="687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4" name="Shape 2926"/>
          <p:cNvSpPr/>
          <p:nvPr/>
        </p:nvSpPr>
        <p:spPr>
          <a:xfrm>
            <a:off x="5859360" y="14749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5709" y="20383"/>
                </a:moveTo>
                <a:lnTo>
                  <a:pt x="11424" y="15709"/>
                </a:lnTo>
                <a:lnTo>
                  <a:pt x="13255" y="15709"/>
                </a:lnTo>
                <a:cubicBezTo>
                  <a:pt x="13525" y="15709"/>
                  <a:pt x="13745" y="15490"/>
                  <a:pt x="13745" y="15218"/>
                </a:cubicBezTo>
                <a:lnTo>
                  <a:pt x="13745" y="14727"/>
                </a:lnTo>
                <a:cubicBezTo>
                  <a:pt x="13635" y="12724"/>
                  <a:pt x="12844" y="5590"/>
                  <a:pt x="7448" y="1949"/>
                </a:cubicBezTo>
                <a:cubicBezTo>
                  <a:pt x="16407" y="4809"/>
                  <a:pt x="17536" y="12588"/>
                  <a:pt x="17673" y="14727"/>
                </a:cubicBezTo>
                <a:lnTo>
                  <a:pt x="17673" y="15218"/>
                </a:lnTo>
                <a:cubicBezTo>
                  <a:pt x="17673" y="15490"/>
                  <a:pt x="17893" y="15709"/>
                  <a:pt x="18164" y="15709"/>
                </a:cubicBezTo>
                <a:lnTo>
                  <a:pt x="19994" y="15709"/>
                </a:lnTo>
                <a:cubicBezTo>
                  <a:pt x="19994" y="15709"/>
                  <a:pt x="15709" y="20383"/>
                  <a:pt x="15709" y="20383"/>
                </a:cubicBezTo>
                <a:close/>
                <a:moveTo>
                  <a:pt x="21109" y="14727"/>
                </a:moveTo>
                <a:lnTo>
                  <a:pt x="18658" y="14727"/>
                </a:lnTo>
                <a:cubicBezTo>
                  <a:pt x="18450" y="12130"/>
                  <a:pt x="16610" y="0"/>
                  <a:pt x="491" y="0"/>
                </a:cubicBezTo>
                <a:cubicBezTo>
                  <a:pt x="219" y="0"/>
                  <a:pt x="0" y="220"/>
                  <a:pt x="0" y="491"/>
                </a:cubicBezTo>
                <a:cubicBezTo>
                  <a:pt x="0" y="762"/>
                  <a:pt x="219" y="982"/>
                  <a:pt x="491" y="982"/>
                </a:cubicBezTo>
                <a:cubicBezTo>
                  <a:pt x="5558" y="982"/>
                  <a:pt x="9160" y="3417"/>
                  <a:pt x="11196" y="8250"/>
                </a:cubicBezTo>
                <a:cubicBezTo>
                  <a:pt x="12394" y="11093"/>
                  <a:pt x="12657" y="13684"/>
                  <a:pt x="12715" y="14727"/>
                </a:cubicBezTo>
                <a:lnTo>
                  <a:pt x="10309" y="14727"/>
                </a:lnTo>
                <a:cubicBezTo>
                  <a:pt x="10038" y="14727"/>
                  <a:pt x="9818" y="14947"/>
                  <a:pt x="9818" y="15218"/>
                </a:cubicBezTo>
                <a:cubicBezTo>
                  <a:pt x="9818" y="15354"/>
                  <a:pt x="9873" y="15477"/>
                  <a:pt x="9962" y="15566"/>
                </a:cubicBezTo>
                <a:lnTo>
                  <a:pt x="15362" y="21456"/>
                </a:lnTo>
                <a:cubicBezTo>
                  <a:pt x="15450" y="21545"/>
                  <a:pt x="15574" y="21600"/>
                  <a:pt x="15709" y="21600"/>
                </a:cubicBezTo>
                <a:cubicBezTo>
                  <a:pt x="15845" y="21600"/>
                  <a:pt x="15967" y="21545"/>
                  <a:pt x="16056" y="21456"/>
                </a:cubicBezTo>
                <a:lnTo>
                  <a:pt x="21456" y="15566"/>
                </a:lnTo>
                <a:cubicBezTo>
                  <a:pt x="21545" y="15477"/>
                  <a:pt x="21600" y="15354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5" name="Shape 2927"/>
          <p:cNvSpPr/>
          <p:nvPr/>
        </p:nvSpPr>
        <p:spPr>
          <a:xfrm>
            <a:off x="6259680" y="14749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8164" y="5891"/>
                </a:moveTo>
                <a:cubicBezTo>
                  <a:pt x="17893" y="5891"/>
                  <a:pt x="17673" y="6111"/>
                  <a:pt x="17673" y="6382"/>
                </a:cubicBezTo>
                <a:lnTo>
                  <a:pt x="17673" y="6873"/>
                </a:lnTo>
                <a:cubicBezTo>
                  <a:pt x="17536" y="9012"/>
                  <a:pt x="16407" y="16791"/>
                  <a:pt x="7448" y="19651"/>
                </a:cubicBezTo>
                <a:cubicBezTo>
                  <a:pt x="12844" y="16010"/>
                  <a:pt x="13635" y="8876"/>
                  <a:pt x="13745" y="6873"/>
                </a:cubicBezTo>
                <a:lnTo>
                  <a:pt x="13745" y="6382"/>
                </a:lnTo>
                <a:cubicBezTo>
                  <a:pt x="13745" y="6111"/>
                  <a:pt x="13525" y="5891"/>
                  <a:pt x="13255" y="5891"/>
                </a:cubicBezTo>
                <a:lnTo>
                  <a:pt x="11424" y="5891"/>
                </a:lnTo>
                <a:lnTo>
                  <a:pt x="15709" y="1217"/>
                </a:lnTo>
                <a:lnTo>
                  <a:pt x="19994" y="5891"/>
                </a:lnTo>
                <a:cubicBezTo>
                  <a:pt x="19994" y="5891"/>
                  <a:pt x="18164" y="5891"/>
                  <a:pt x="18164" y="5891"/>
                </a:cubicBezTo>
                <a:close/>
                <a:moveTo>
                  <a:pt x="21456" y="6035"/>
                </a:moveTo>
                <a:lnTo>
                  <a:pt x="16056" y="144"/>
                </a:lnTo>
                <a:cubicBezTo>
                  <a:pt x="15967" y="55"/>
                  <a:pt x="15845" y="0"/>
                  <a:pt x="15709" y="0"/>
                </a:cubicBezTo>
                <a:cubicBezTo>
                  <a:pt x="15573" y="0"/>
                  <a:pt x="15450" y="55"/>
                  <a:pt x="15362" y="144"/>
                </a:cubicBezTo>
                <a:lnTo>
                  <a:pt x="9962" y="6035"/>
                </a:lnTo>
                <a:cubicBezTo>
                  <a:pt x="9873" y="6124"/>
                  <a:pt x="9818" y="6247"/>
                  <a:pt x="9818" y="6382"/>
                </a:cubicBezTo>
                <a:cubicBezTo>
                  <a:pt x="9818" y="6653"/>
                  <a:pt x="10038" y="6873"/>
                  <a:pt x="10309" y="6873"/>
                </a:cubicBezTo>
                <a:lnTo>
                  <a:pt x="12715" y="6873"/>
                </a:lnTo>
                <a:cubicBezTo>
                  <a:pt x="12657" y="7916"/>
                  <a:pt x="12394" y="10507"/>
                  <a:pt x="11196" y="13351"/>
                </a:cubicBezTo>
                <a:cubicBezTo>
                  <a:pt x="9160" y="18184"/>
                  <a:pt x="5558" y="20618"/>
                  <a:pt x="491" y="20618"/>
                </a:cubicBezTo>
                <a:cubicBezTo>
                  <a:pt x="219" y="20618"/>
                  <a:pt x="0" y="20838"/>
                  <a:pt x="0" y="21109"/>
                </a:cubicBezTo>
                <a:cubicBezTo>
                  <a:pt x="0" y="21380"/>
                  <a:pt x="219" y="21600"/>
                  <a:pt x="491" y="21600"/>
                </a:cubicBezTo>
                <a:cubicBezTo>
                  <a:pt x="16610" y="21600"/>
                  <a:pt x="18450" y="9470"/>
                  <a:pt x="18658" y="6873"/>
                </a:cubicBezTo>
                <a:lnTo>
                  <a:pt x="21109" y="6873"/>
                </a:lnTo>
                <a:cubicBezTo>
                  <a:pt x="21380" y="6873"/>
                  <a:pt x="21600" y="6653"/>
                  <a:pt x="21600" y="6382"/>
                </a:cubicBezTo>
                <a:cubicBezTo>
                  <a:pt x="21600" y="6247"/>
                  <a:pt x="21545" y="6124"/>
                  <a:pt x="21456" y="603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6" name="Shape 2928"/>
          <p:cNvSpPr/>
          <p:nvPr/>
        </p:nvSpPr>
        <p:spPr>
          <a:xfrm>
            <a:off x="6659640" y="14749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6873" y="7855"/>
                </a:moveTo>
                <a:lnTo>
                  <a:pt x="6382" y="7855"/>
                </a:lnTo>
                <a:cubicBezTo>
                  <a:pt x="6110" y="7855"/>
                  <a:pt x="5891" y="8075"/>
                  <a:pt x="5891" y="8345"/>
                </a:cubicBezTo>
                <a:lnTo>
                  <a:pt x="5891" y="10176"/>
                </a:lnTo>
                <a:lnTo>
                  <a:pt x="1216" y="5891"/>
                </a:lnTo>
                <a:lnTo>
                  <a:pt x="5891" y="1606"/>
                </a:lnTo>
                <a:lnTo>
                  <a:pt x="5891" y="3436"/>
                </a:lnTo>
                <a:cubicBezTo>
                  <a:pt x="5891" y="3708"/>
                  <a:pt x="6110" y="3927"/>
                  <a:pt x="6382" y="3927"/>
                </a:cubicBezTo>
                <a:lnTo>
                  <a:pt x="6873" y="3927"/>
                </a:lnTo>
                <a:cubicBezTo>
                  <a:pt x="9012" y="4064"/>
                  <a:pt x="16791" y="5193"/>
                  <a:pt x="19651" y="14152"/>
                </a:cubicBezTo>
                <a:cubicBezTo>
                  <a:pt x="16010" y="8756"/>
                  <a:pt x="8876" y="7965"/>
                  <a:pt x="6873" y="7855"/>
                </a:cubicBezTo>
                <a:moveTo>
                  <a:pt x="6873" y="2942"/>
                </a:moveTo>
                <a:lnTo>
                  <a:pt x="6873" y="491"/>
                </a:lnTo>
                <a:cubicBezTo>
                  <a:pt x="6873" y="220"/>
                  <a:pt x="6653" y="0"/>
                  <a:pt x="6382" y="0"/>
                </a:cubicBezTo>
                <a:cubicBezTo>
                  <a:pt x="6246" y="0"/>
                  <a:pt x="6123" y="55"/>
                  <a:pt x="6035" y="144"/>
                </a:cubicBezTo>
                <a:lnTo>
                  <a:pt x="144" y="5544"/>
                </a:lnTo>
                <a:cubicBezTo>
                  <a:pt x="55" y="5633"/>
                  <a:pt x="0" y="5756"/>
                  <a:pt x="0" y="5891"/>
                </a:cubicBezTo>
                <a:cubicBezTo>
                  <a:pt x="0" y="6027"/>
                  <a:pt x="55" y="6150"/>
                  <a:pt x="144" y="6238"/>
                </a:cubicBezTo>
                <a:lnTo>
                  <a:pt x="6035" y="11638"/>
                </a:lnTo>
                <a:cubicBezTo>
                  <a:pt x="6123" y="11727"/>
                  <a:pt x="6246" y="11782"/>
                  <a:pt x="6382" y="11782"/>
                </a:cubicBezTo>
                <a:cubicBezTo>
                  <a:pt x="6653" y="11782"/>
                  <a:pt x="6873" y="11562"/>
                  <a:pt x="6873" y="11291"/>
                </a:cubicBezTo>
                <a:lnTo>
                  <a:pt x="6873" y="8884"/>
                </a:lnTo>
                <a:cubicBezTo>
                  <a:pt x="7916" y="8943"/>
                  <a:pt x="10507" y="9206"/>
                  <a:pt x="13350" y="10404"/>
                </a:cubicBezTo>
                <a:cubicBezTo>
                  <a:pt x="18183" y="12440"/>
                  <a:pt x="20618" y="16042"/>
                  <a:pt x="20618" y="21109"/>
                </a:cubicBezTo>
                <a:cubicBezTo>
                  <a:pt x="20618" y="21380"/>
                  <a:pt x="20838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4990"/>
                  <a:pt x="9470" y="3150"/>
                  <a:pt x="6873" y="294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7" name="Shape 2929"/>
          <p:cNvSpPr/>
          <p:nvPr/>
        </p:nvSpPr>
        <p:spPr>
          <a:xfrm>
            <a:off x="7059600" y="14749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5709" y="10176"/>
                </a:moveTo>
                <a:lnTo>
                  <a:pt x="15709" y="8345"/>
                </a:lnTo>
                <a:cubicBezTo>
                  <a:pt x="15709" y="8075"/>
                  <a:pt x="15490" y="7855"/>
                  <a:pt x="15218" y="7855"/>
                </a:cubicBezTo>
                <a:lnTo>
                  <a:pt x="14727" y="7855"/>
                </a:lnTo>
                <a:cubicBezTo>
                  <a:pt x="12724" y="7965"/>
                  <a:pt x="5590" y="8756"/>
                  <a:pt x="1949" y="14152"/>
                </a:cubicBezTo>
                <a:cubicBezTo>
                  <a:pt x="4809" y="5193"/>
                  <a:pt x="12588" y="4064"/>
                  <a:pt x="14727" y="3927"/>
                </a:cubicBezTo>
                <a:lnTo>
                  <a:pt x="15218" y="3927"/>
                </a:lnTo>
                <a:cubicBezTo>
                  <a:pt x="15490" y="3927"/>
                  <a:pt x="15709" y="3708"/>
                  <a:pt x="15709" y="3436"/>
                </a:cubicBezTo>
                <a:lnTo>
                  <a:pt x="15709" y="1606"/>
                </a:lnTo>
                <a:lnTo>
                  <a:pt x="20383" y="5891"/>
                </a:lnTo>
                <a:cubicBezTo>
                  <a:pt x="20383" y="5891"/>
                  <a:pt x="15709" y="10176"/>
                  <a:pt x="15709" y="10176"/>
                </a:cubicBezTo>
                <a:close/>
                <a:moveTo>
                  <a:pt x="21456" y="5544"/>
                </a:moveTo>
                <a:lnTo>
                  <a:pt x="15565" y="144"/>
                </a:lnTo>
                <a:cubicBezTo>
                  <a:pt x="15477" y="55"/>
                  <a:pt x="15354" y="0"/>
                  <a:pt x="15218" y="0"/>
                </a:cubicBezTo>
                <a:cubicBezTo>
                  <a:pt x="14947" y="0"/>
                  <a:pt x="14727" y="220"/>
                  <a:pt x="14727" y="491"/>
                </a:cubicBezTo>
                <a:lnTo>
                  <a:pt x="14727" y="2942"/>
                </a:lnTo>
                <a:cubicBezTo>
                  <a:pt x="12130" y="3150"/>
                  <a:pt x="0" y="4991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762" y="21600"/>
                  <a:pt x="982" y="21380"/>
                  <a:pt x="982" y="21109"/>
                </a:cubicBezTo>
                <a:cubicBezTo>
                  <a:pt x="982" y="16042"/>
                  <a:pt x="3417" y="12440"/>
                  <a:pt x="8250" y="10404"/>
                </a:cubicBezTo>
                <a:cubicBezTo>
                  <a:pt x="11093" y="9206"/>
                  <a:pt x="13684" y="8943"/>
                  <a:pt x="14727" y="8884"/>
                </a:cubicBezTo>
                <a:lnTo>
                  <a:pt x="14727" y="11291"/>
                </a:lnTo>
                <a:cubicBezTo>
                  <a:pt x="14727" y="11562"/>
                  <a:pt x="14947" y="11782"/>
                  <a:pt x="15218" y="11782"/>
                </a:cubicBezTo>
                <a:cubicBezTo>
                  <a:pt x="15354" y="11782"/>
                  <a:pt x="15477" y="11727"/>
                  <a:pt x="15565" y="11638"/>
                </a:cubicBezTo>
                <a:lnTo>
                  <a:pt x="21456" y="6238"/>
                </a:lnTo>
                <a:cubicBezTo>
                  <a:pt x="21545" y="6150"/>
                  <a:pt x="21600" y="6027"/>
                  <a:pt x="21600" y="5891"/>
                </a:cubicBezTo>
                <a:cubicBezTo>
                  <a:pt x="21600" y="5756"/>
                  <a:pt x="21545" y="5633"/>
                  <a:pt x="21456" y="554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8" name="Shape 2930"/>
          <p:cNvSpPr/>
          <p:nvPr/>
        </p:nvSpPr>
        <p:spPr>
          <a:xfrm>
            <a:off x="7459560" y="1512720"/>
            <a:ext cx="209520" cy="133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5955" y="1543"/>
                </a:moveTo>
                <a:cubicBezTo>
                  <a:pt x="12837" y="1543"/>
                  <a:pt x="10309" y="5515"/>
                  <a:pt x="10309" y="10414"/>
                </a:cubicBezTo>
                <a:lnTo>
                  <a:pt x="10309" y="11186"/>
                </a:lnTo>
                <a:cubicBezTo>
                  <a:pt x="10309" y="15233"/>
                  <a:pt x="8221" y="18514"/>
                  <a:pt x="5645" y="18514"/>
                </a:cubicBezTo>
                <a:cubicBezTo>
                  <a:pt x="3070" y="18514"/>
                  <a:pt x="982" y="15233"/>
                  <a:pt x="982" y="11186"/>
                </a:cubicBezTo>
                <a:lnTo>
                  <a:pt x="982" y="10414"/>
                </a:lnTo>
                <a:cubicBezTo>
                  <a:pt x="982" y="6367"/>
                  <a:pt x="3070" y="3086"/>
                  <a:pt x="5645" y="3086"/>
                </a:cubicBezTo>
                <a:cubicBezTo>
                  <a:pt x="6670" y="3086"/>
                  <a:pt x="7575" y="3630"/>
                  <a:pt x="8321" y="4629"/>
                </a:cubicBezTo>
                <a:lnTo>
                  <a:pt x="6382" y="4629"/>
                </a:lnTo>
                <a:cubicBezTo>
                  <a:pt x="6110" y="4629"/>
                  <a:pt x="5891" y="4974"/>
                  <a:pt x="5891" y="5400"/>
                </a:cubicBezTo>
                <a:cubicBezTo>
                  <a:pt x="5891" y="5826"/>
                  <a:pt x="6110" y="6171"/>
                  <a:pt x="6382" y="6171"/>
                </a:cubicBezTo>
                <a:lnTo>
                  <a:pt x="9327" y="6171"/>
                </a:lnTo>
                <a:cubicBezTo>
                  <a:pt x="9599" y="6171"/>
                  <a:pt x="9818" y="5826"/>
                  <a:pt x="9818" y="5400"/>
                </a:cubicBezTo>
                <a:lnTo>
                  <a:pt x="9818" y="771"/>
                </a:lnTo>
                <a:cubicBezTo>
                  <a:pt x="9818" y="346"/>
                  <a:pt x="9599" y="0"/>
                  <a:pt x="9327" y="0"/>
                </a:cubicBezTo>
                <a:cubicBezTo>
                  <a:pt x="9056" y="0"/>
                  <a:pt x="8836" y="346"/>
                  <a:pt x="8836" y="771"/>
                </a:cubicBezTo>
                <a:lnTo>
                  <a:pt x="8836" y="3321"/>
                </a:lnTo>
                <a:cubicBezTo>
                  <a:pt x="7879" y="2160"/>
                  <a:pt x="6706" y="1543"/>
                  <a:pt x="5645" y="1543"/>
                </a:cubicBezTo>
                <a:cubicBezTo>
                  <a:pt x="2527" y="1543"/>
                  <a:pt x="0" y="5515"/>
                  <a:pt x="0" y="10414"/>
                </a:cubicBezTo>
                <a:lnTo>
                  <a:pt x="0" y="11186"/>
                </a:lnTo>
                <a:cubicBezTo>
                  <a:pt x="0" y="16085"/>
                  <a:pt x="2527" y="20057"/>
                  <a:pt x="5645" y="20057"/>
                </a:cubicBezTo>
                <a:cubicBezTo>
                  <a:pt x="8763" y="20057"/>
                  <a:pt x="11291" y="16085"/>
                  <a:pt x="11291" y="11186"/>
                </a:cubicBezTo>
                <a:lnTo>
                  <a:pt x="11291" y="10414"/>
                </a:lnTo>
                <a:cubicBezTo>
                  <a:pt x="11291" y="6367"/>
                  <a:pt x="13379" y="3086"/>
                  <a:pt x="15955" y="3086"/>
                </a:cubicBezTo>
                <a:cubicBezTo>
                  <a:pt x="18530" y="3086"/>
                  <a:pt x="20618" y="6367"/>
                  <a:pt x="20618" y="10414"/>
                </a:cubicBezTo>
                <a:lnTo>
                  <a:pt x="20618" y="11186"/>
                </a:lnTo>
                <a:cubicBezTo>
                  <a:pt x="20618" y="15233"/>
                  <a:pt x="18530" y="18514"/>
                  <a:pt x="15955" y="18514"/>
                </a:cubicBezTo>
                <a:cubicBezTo>
                  <a:pt x="14930" y="18514"/>
                  <a:pt x="14025" y="17970"/>
                  <a:pt x="13279" y="16971"/>
                </a:cubicBezTo>
                <a:lnTo>
                  <a:pt x="15218" y="16971"/>
                </a:lnTo>
                <a:cubicBezTo>
                  <a:pt x="15490" y="16971"/>
                  <a:pt x="15709" y="16626"/>
                  <a:pt x="15709" y="16200"/>
                </a:cubicBezTo>
                <a:cubicBezTo>
                  <a:pt x="15709" y="15774"/>
                  <a:pt x="15490" y="15429"/>
                  <a:pt x="15218" y="15429"/>
                </a:cubicBezTo>
                <a:lnTo>
                  <a:pt x="12273" y="15429"/>
                </a:lnTo>
                <a:cubicBezTo>
                  <a:pt x="12001" y="15429"/>
                  <a:pt x="11782" y="15774"/>
                  <a:pt x="11782" y="16200"/>
                </a:cubicBezTo>
                <a:lnTo>
                  <a:pt x="11782" y="20829"/>
                </a:lnTo>
                <a:cubicBezTo>
                  <a:pt x="11782" y="21255"/>
                  <a:pt x="12001" y="21600"/>
                  <a:pt x="12273" y="21600"/>
                </a:cubicBezTo>
                <a:cubicBezTo>
                  <a:pt x="12544" y="21600"/>
                  <a:pt x="12764" y="21255"/>
                  <a:pt x="12764" y="20829"/>
                </a:cubicBezTo>
                <a:lnTo>
                  <a:pt x="12764" y="18279"/>
                </a:lnTo>
                <a:cubicBezTo>
                  <a:pt x="13721" y="19441"/>
                  <a:pt x="14894" y="20057"/>
                  <a:pt x="15955" y="20057"/>
                </a:cubicBezTo>
                <a:cubicBezTo>
                  <a:pt x="19073" y="20057"/>
                  <a:pt x="21600" y="16085"/>
                  <a:pt x="21600" y="11186"/>
                </a:cubicBezTo>
                <a:lnTo>
                  <a:pt x="21600" y="10414"/>
                </a:lnTo>
                <a:cubicBezTo>
                  <a:pt x="21600" y="5515"/>
                  <a:pt x="19073" y="1543"/>
                  <a:pt x="15955" y="154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9" name="Shape 2931"/>
          <p:cNvSpPr/>
          <p:nvPr/>
        </p:nvSpPr>
        <p:spPr>
          <a:xfrm>
            <a:off x="7859880" y="1503360"/>
            <a:ext cx="209520" cy="152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9924" y="4050"/>
                </a:moveTo>
                <a:lnTo>
                  <a:pt x="18798" y="5598"/>
                </a:lnTo>
                <a:cubicBezTo>
                  <a:pt x="18709" y="5720"/>
                  <a:pt x="18655" y="5889"/>
                  <a:pt x="18655" y="6075"/>
                </a:cubicBezTo>
                <a:cubicBezTo>
                  <a:pt x="18655" y="6448"/>
                  <a:pt x="18874" y="6750"/>
                  <a:pt x="19145" y="6750"/>
                </a:cubicBezTo>
                <a:cubicBezTo>
                  <a:pt x="19281" y="6750"/>
                  <a:pt x="19404" y="6674"/>
                  <a:pt x="19493" y="6552"/>
                </a:cubicBezTo>
                <a:lnTo>
                  <a:pt x="21456" y="3853"/>
                </a:lnTo>
                <a:cubicBezTo>
                  <a:pt x="21545" y="3731"/>
                  <a:pt x="21600" y="3562"/>
                  <a:pt x="21600" y="3375"/>
                </a:cubicBezTo>
                <a:cubicBezTo>
                  <a:pt x="21600" y="3189"/>
                  <a:pt x="21545" y="3020"/>
                  <a:pt x="21456" y="2898"/>
                </a:cubicBezTo>
                <a:lnTo>
                  <a:pt x="19493" y="198"/>
                </a:lnTo>
                <a:cubicBezTo>
                  <a:pt x="19403" y="76"/>
                  <a:pt x="19281" y="0"/>
                  <a:pt x="19145" y="0"/>
                </a:cubicBezTo>
                <a:cubicBezTo>
                  <a:pt x="18874" y="0"/>
                  <a:pt x="18655" y="303"/>
                  <a:pt x="18655" y="675"/>
                </a:cubicBezTo>
                <a:cubicBezTo>
                  <a:pt x="18655" y="862"/>
                  <a:pt x="18709" y="1031"/>
                  <a:pt x="18799" y="1153"/>
                </a:cubicBezTo>
                <a:lnTo>
                  <a:pt x="19924" y="2700"/>
                </a:lnTo>
                <a:lnTo>
                  <a:pt x="15218" y="2700"/>
                </a:lnTo>
                <a:cubicBezTo>
                  <a:pt x="15065" y="2700"/>
                  <a:pt x="14933" y="2803"/>
                  <a:pt x="14843" y="2954"/>
                </a:cubicBezTo>
                <a:lnTo>
                  <a:pt x="14838" y="2948"/>
                </a:lnTo>
                <a:lnTo>
                  <a:pt x="6149" y="17550"/>
                </a:lnTo>
                <a:lnTo>
                  <a:pt x="491" y="17550"/>
                </a:lnTo>
                <a:cubicBezTo>
                  <a:pt x="220" y="17550"/>
                  <a:pt x="0" y="17853"/>
                  <a:pt x="0" y="18225"/>
                </a:cubicBezTo>
                <a:cubicBezTo>
                  <a:pt x="0" y="18598"/>
                  <a:pt x="220" y="18900"/>
                  <a:pt x="491" y="18900"/>
                </a:cubicBezTo>
                <a:lnTo>
                  <a:pt x="6382" y="18900"/>
                </a:lnTo>
                <a:cubicBezTo>
                  <a:pt x="6535" y="18900"/>
                  <a:pt x="6667" y="18798"/>
                  <a:pt x="6757" y="18647"/>
                </a:cubicBezTo>
                <a:lnTo>
                  <a:pt x="6762" y="18652"/>
                </a:lnTo>
                <a:lnTo>
                  <a:pt x="15451" y="4050"/>
                </a:lnTo>
                <a:cubicBezTo>
                  <a:pt x="15451" y="4050"/>
                  <a:pt x="19924" y="4050"/>
                  <a:pt x="19924" y="4050"/>
                </a:cubicBezTo>
                <a:close/>
                <a:moveTo>
                  <a:pt x="19493" y="15048"/>
                </a:moveTo>
                <a:cubicBezTo>
                  <a:pt x="19403" y="14926"/>
                  <a:pt x="19281" y="14850"/>
                  <a:pt x="19145" y="14850"/>
                </a:cubicBezTo>
                <a:cubicBezTo>
                  <a:pt x="18874" y="14850"/>
                  <a:pt x="18655" y="15153"/>
                  <a:pt x="18655" y="15525"/>
                </a:cubicBezTo>
                <a:cubicBezTo>
                  <a:pt x="18655" y="15712"/>
                  <a:pt x="18709" y="15880"/>
                  <a:pt x="18798" y="16002"/>
                </a:cubicBezTo>
                <a:lnTo>
                  <a:pt x="19924" y="17550"/>
                </a:lnTo>
                <a:lnTo>
                  <a:pt x="15451" y="17550"/>
                </a:lnTo>
                <a:lnTo>
                  <a:pt x="12386" y="12399"/>
                </a:lnTo>
                <a:lnTo>
                  <a:pt x="11751" y="13465"/>
                </a:lnTo>
                <a:lnTo>
                  <a:pt x="14838" y="18652"/>
                </a:lnTo>
                <a:lnTo>
                  <a:pt x="14843" y="18647"/>
                </a:lnTo>
                <a:cubicBezTo>
                  <a:pt x="14933" y="18798"/>
                  <a:pt x="15065" y="18900"/>
                  <a:pt x="15218" y="18900"/>
                </a:cubicBezTo>
                <a:lnTo>
                  <a:pt x="19924" y="18900"/>
                </a:lnTo>
                <a:lnTo>
                  <a:pt x="18798" y="20448"/>
                </a:lnTo>
                <a:cubicBezTo>
                  <a:pt x="18709" y="20570"/>
                  <a:pt x="18655" y="20739"/>
                  <a:pt x="18655" y="20925"/>
                </a:cubicBezTo>
                <a:cubicBezTo>
                  <a:pt x="18655" y="21298"/>
                  <a:pt x="18874" y="21600"/>
                  <a:pt x="19145" y="21600"/>
                </a:cubicBezTo>
                <a:cubicBezTo>
                  <a:pt x="19281" y="21600"/>
                  <a:pt x="19403" y="21525"/>
                  <a:pt x="19493" y="21402"/>
                </a:cubicBezTo>
                <a:lnTo>
                  <a:pt x="21456" y="18702"/>
                </a:lnTo>
                <a:cubicBezTo>
                  <a:pt x="21545" y="18580"/>
                  <a:pt x="21600" y="18412"/>
                  <a:pt x="21600" y="18225"/>
                </a:cubicBezTo>
                <a:cubicBezTo>
                  <a:pt x="21600" y="18039"/>
                  <a:pt x="21545" y="17870"/>
                  <a:pt x="21456" y="17748"/>
                </a:cubicBezTo>
                <a:cubicBezTo>
                  <a:pt x="21456" y="17748"/>
                  <a:pt x="19493" y="15048"/>
                  <a:pt x="19493" y="15048"/>
                </a:cubicBezTo>
                <a:close/>
                <a:moveTo>
                  <a:pt x="491" y="4050"/>
                </a:moveTo>
                <a:lnTo>
                  <a:pt x="6148" y="4050"/>
                </a:lnTo>
                <a:lnTo>
                  <a:pt x="9214" y="9201"/>
                </a:lnTo>
                <a:lnTo>
                  <a:pt x="9849" y="8136"/>
                </a:lnTo>
                <a:lnTo>
                  <a:pt x="6762" y="2948"/>
                </a:lnTo>
                <a:lnTo>
                  <a:pt x="6756" y="2954"/>
                </a:lnTo>
                <a:cubicBezTo>
                  <a:pt x="6667" y="2803"/>
                  <a:pt x="6535" y="2700"/>
                  <a:pt x="6382" y="2700"/>
                </a:cubicBezTo>
                <a:lnTo>
                  <a:pt x="491" y="2700"/>
                </a:lnTo>
                <a:cubicBezTo>
                  <a:pt x="220" y="2700"/>
                  <a:pt x="0" y="3003"/>
                  <a:pt x="0" y="3375"/>
                </a:cubicBezTo>
                <a:cubicBezTo>
                  <a:pt x="0" y="3748"/>
                  <a:pt x="220" y="4050"/>
                  <a:pt x="491" y="405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0" name="Shape 2932"/>
          <p:cNvSpPr/>
          <p:nvPr/>
        </p:nvSpPr>
        <p:spPr>
          <a:xfrm>
            <a:off x="8259840" y="1494000"/>
            <a:ext cx="209520" cy="171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964" y="12000"/>
                </a:moveTo>
                <a:cubicBezTo>
                  <a:pt x="1421" y="12000"/>
                  <a:pt x="982" y="11462"/>
                  <a:pt x="982" y="10800"/>
                </a:cubicBezTo>
                <a:cubicBezTo>
                  <a:pt x="982" y="10138"/>
                  <a:pt x="1421" y="9600"/>
                  <a:pt x="1964" y="9600"/>
                </a:cubicBezTo>
                <a:cubicBezTo>
                  <a:pt x="2505" y="9600"/>
                  <a:pt x="2945" y="10138"/>
                  <a:pt x="2945" y="10800"/>
                </a:cubicBezTo>
                <a:cubicBezTo>
                  <a:pt x="2945" y="11462"/>
                  <a:pt x="2505" y="12000"/>
                  <a:pt x="1964" y="12000"/>
                </a:cubicBezTo>
                <a:moveTo>
                  <a:pt x="21456" y="10376"/>
                </a:moveTo>
                <a:lnTo>
                  <a:pt x="18511" y="6776"/>
                </a:lnTo>
                <a:cubicBezTo>
                  <a:pt x="18422" y="6667"/>
                  <a:pt x="18299" y="6600"/>
                  <a:pt x="18164" y="6600"/>
                </a:cubicBezTo>
                <a:cubicBezTo>
                  <a:pt x="17892" y="6600"/>
                  <a:pt x="17673" y="6869"/>
                  <a:pt x="17673" y="7200"/>
                </a:cubicBezTo>
                <a:cubicBezTo>
                  <a:pt x="17673" y="7366"/>
                  <a:pt x="17728" y="7516"/>
                  <a:pt x="17817" y="7624"/>
                </a:cubicBezTo>
                <a:lnTo>
                  <a:pt x="19924" y="10200"/>
                </a:lnTo>
                <a:lnTo>
                  <a:pt x="8058" y="10200"/>
                </a:lnTo>
                <a:lnTo>
                  <a:pt x="14727" y="2048"/>
                </a:lnTo>
                <a:lnTo>
                  <a:pt x="14727" y="5400"/>
                </a:lnTo>
                <a:cubicBezTo>
                  <a:pt x="14727" y="5732"/>
                  <a:pt x="14947" y="6000"/>
                  <a:pt x="15218" y="6000"/>
                </a:cubicBezTo>
                <a:cubicBezTo>
                  <a:pt x="15489" y="6000"/>
                  <a:pt x="15709" y="5732"/>
                  <a:pt x="15709" y="5400"/>
                </a:cubicBezTo>
                <a:lnTo>
                  <a:pt x="15709" y="600"/>
                </a:lnTo>
                <a:cubicBezTo>
                  <a:pt x="15709" y="269"/>
                  <a:pt x="15489" y="0"/>
                  <a:pt x="15218" y="0"/>
                </a:cubicBezTo>
                <a:lnTo>
                  <a:pt x="11291" y="0"/>
                </a:lnTo>
                <a:cubicBezTo>
                  <a:pt x="11020" y="0"/>
                  <a:pt x="10800" y="269"/>
                  <a:pt x="10800" y="600"/>
                </a:cubicBezTo>
                <a:cubicBezTo>
                  <a:pt x="10800" y="932"/>
                  <a:pt x="11020" y="1200"/>
                  <a:pt x="11291" y="1200"/>
                </a:cubicBezTo>
                <a:lnTo>
                  <a:pt x="14033" y="1200"/>
                </a:lnTo>
                <a:lnTo>
                  <a:pt x="6669" y="10200"/>
                </a:lnTo>
                <a:lnTo>
                  <a:pt x="3858" y="10200"/>
                </a:lnTo>
                <a:cubicBezTo>
                  <a:pt x="3639" y="9167"/>
                  <a:pt x="2877" y="8400"/>
                  <a:pt x="1964" y="8400"/>
                </a:cubicBezTo>
                <a:cubicBezTo>
                  <a:pt x="879" y="8400"/>
                  <a:pt x="0" y="9475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cubicBezTo>
                  <a:pt x="2877" y="13200"/>
                  <a:pt x="3639" y="12434"/>
                  <a:pt x="3858" y="11400"/>
                </a:cubicBezTo>
                <a:lnTo>
                  <a:pt x="6669" y="11400"/>
                </a:lnTo>
                <a:lnTo>
                  <a:pt x="14033" y="20400"/>
                </a:lnTo>
                <a:lnTo>
                  <a:pt x="11291" y="20400"/>
                </a:lnTo>
                <a:cubicBezTo>
                  <a:pt x="11020" y="20400"/>
                  <a:pt x="10800" y="20669"/>
                  <a:pt x="10800" y="21000"/>
                </a:cubicBezTo>
                <a:cubicBezTo>
                  <a:pt x="10800" y="21332"/>
                  <a:pt x="11020" y="21600"/>
                  <a:pt x="11291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6200"/>
                </a:lnTo>
                <a:cubicBezTo>
                  <a:pt x="15709" y="15869"/>
                  <a:pt x="15489" y="15600"/>
                  <a:pt x="15218" y="15600"/>
                </a:cubicBezTo>
                <a:cubicBezTo>
                  <a:pt x="14947" y="15600"/>
                  <a:pt x="14727" y="15869"/>
                  <a:pt x="14727" y="16200"/>
                </a:cubicBezTo>
                <a:lnTo>
                  <a:pt x="14727" y="19552"/>
                </a:lnTo>
                <a:lnTo>
                  <a:pt x="8058" y="11400"/>
                </a:lnTo>
                <a:lnTo>
                  <a:pt x="19924" y="11400"/>
                </a:lnTo>
                <a:lnTo>
                  <a:pt x="17817" y="13976"/>
                </a:lnTo>
                <a:cubicBezTo>
                  <a:pt x="17728" y="14085"/>
                  <a:pt x="17673" y="14235"/>
                  <a:pt x="17673" y="14400"/>
                </a:cubicBezTo>
                <a:cubicBezTo>
                  <a:pt x="17673" y="14732"/>
                  <a:pt x="17892" y="15000"/>
                  <a:pt x="18164" y="15000"/>
                </a:cubicBezTo>
                <a:cubicBezTo>
                  <a:pt x="18299" y="15000"/>
                  <a:pt x="18422" y="14933"/>
                  <a:pt x="18511" y="14824"/>
                </a:cubicBezTo>
                <a:lnTo>
                  <a:pt x="21456" y="11224"/>
                </a:lnTo>
                <a:cubicBezTo>
                  <a:pt x="21545" y="11116"/>
                  <a:pt x="21600" y="10966"/>
                  <a:pt x="21600" y="10800"/>
                </a:cubicBezTo>
                <a:cubicBezTo>
                  <a:pt x="21600" y="10635"/>
                  <a:pt x="21545" y="10485"/>
                  <a:pt x="21456" y="1037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1" name="Shape 2933"/>
          <p:cNvSpPr/>
          <p:nvPr/>
        </p:nvSpPr>
        <p:spPr>
          <a:xfrm>
            <a:off x="4203000" y="676080"/>
            <a:ext cx="58428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4400" rIns="14400" tIns="14400" bIns="14400" anchor="ctr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Arrows</a:t>
            </a:r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2" name="Shape 2934"/>
          <p:cNvSpPr/>
          <p:nvPr/>
        </p:nvSpPr>
        <p:spPr>
          <a:xfrm>
            <a:off x="689040" y="2471760"/>
            <a:ext cx="1522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3" name="Shape 2935"/>
          <p:cNvSpPr/>
          <p:nvPr/>
        </p:nvSpPr>
        <p:spPr>
          <a:xfrm>
            <a:off x="1060560" y="2471760"/>
            <a:ext cx="209520" cy="209520"/>
          </a:xfrm>
          <a:custGeom>
            <a:avLst/>
            <a:gdLst/>
            <a:ahLst/>
            <a:rect l="l" t="t" r="r" b="b"/>
            <a:pathLst>
              <a:path w="21531" h="2160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4" name="Shape 2936"/>
          <p:cNvSpPr/>
          <p:nvPr/>
        </p:nvSpPr>
        <p:spPr>
          <a:xfrm>
            <a:off x="1517760" y="2471760"/>
            <a:ext cx="9504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5" name="Shape 2937"/>
          <p:cNvSpPr/>
          <p:nvPr/>
        </p:nvSpPr>
        <p:spPr>
          <a:xfrm>
            <a:off x="1860480" y="24717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6" name="Shape 2938"/>
          <p:cNvSpPr/>
          <p:nvPr/>
        </p:nvSpPr>
        <p:spPr>
          <a:xfrm>
            <a:off x="2260440" y="247176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20458"/>
                </a:moveTo>
                <a:lnTo>
                  <a:pt x="14727" y="18775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2" y="1990"/>
                </a:moveTo>
                <a:lnTo>
                  <a:pt x="21244" y="1983"/>
                </a:lnTo>
                <a:lnTo>
                  <a:pt x="14371" y="19"/>
                </a:lnTo>
                <a:lnTo>
                  <a:pt x="14369" y="27"/>
                </a:lnTo>
                <a:cubicBezTo>
                  <a:pt x="14326" y="14"/>
                  <a:pt x="14284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1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8" y="19610"/>
                </a:cubicBezTo>
                <a:lnTo>
                  <a:pt x="356" y="19618"/>
                </a:lnTo>
                <a:lnTo>
                  <a:pt x="7229" y="21581"/>
                </a:lnTo>
                <a:lnTo>
                  <a:pt x="7231" y="21573"/>
                </a:lnTo>
                <a:cubicBezTo>
                  <a:pt x="7274" y="21586"/>
                  <a:pt x="7316" y="21600"/>
                  <a:pt x="7364" y="21600"/>
                </a:cubicBezTo>
                <a:cubicBezTo>
                  <a:pt x="7411" y="21600"/>
                  <a:pt x="7454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2" y="199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7" name="Shape 2939"/>
          <p:cNvSpPr/>
          <p:nvPr/>
        </p:nvSpPr>
        <p:spPr>
          <a:xfrm>
            <a:off x="2660760" y="24717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7547" y="12509"/>
                </a:moveTo>
                <a:lnTo>
                  <a:pt x="18520" y="12645"/>
                </a:lnTo>
                <a:cubicBezTo>
                  <a:pt x="18572" y="12276"/>
                  <a:pt x="18589" y="11922"/>
                  <a:pt x="18572" y="11593"/>
                </a:cubicBezTo>
                <a:lnTo>
                  <a:pt x="17592" y="11644"/>
                </a:lnTo>
                <a:cubicBezTo>
                  <a:pt x="17606" y="11910"/>
                  <a:pt x="17591" y="12201"/>
                  <a:pt x="17547" y="12509"/>
                </a:cubicBezTo>
                <a:moveTo>
                  <a:pt x="17444" y="10833"/>
                </a:moveTo>
                <a:lnTo>
                  <a:pt x="18374" y="10520"/>
                </a:lnTo>
                <a:cubicBezTo>
                  <a:pt x="18262" y="10187"/>
                  <a:pt x="18104" y="9869"/>
                  <a:pt x="17890" y="9546"/>
                </a:cubicBezTo>
                <a:lnTo>
                  <a:pt x="17072" y="10089"/>
                </a:lnTo>
                <a:cubicBezTo>
                  <a:pt x="17237" y="10339"/>
                  <a:pt x="17359" y="10582"/>
                  <a:pt x="17444" y="10833"/>
                </a:cubicBezTo>
                <a:moveTo>
                  <a:pt x="17529" y="13890"/>
                </a:moveTo>
                <a:cubicBezTo>
                  <a:pt x="17440" y="13801"/>
                  <a:pt x="17317" y="13745"/>
                  <a:pt x="17182" y="13745"/>
                </a:cubicBezTo>
                <a:cubicBezTo>
                  <a:pt x="16910" y="13745"/>
                  <a:pt x="16691" y="13965"/>
                  <a:pt x="16691" y="14236"/>
                </a:cubicBezTo>
                <a:cubicBezTo>
                  <a:pt x="16691" y="14372"/>
                  <a:pt x="16746" y="14495"/>
                  <a:pt x="16835" y="14583"/>
                </a:cubicBezTo>
                <a:lnTo>
                  <a:pt x="17469" y="15218"/>
                </a:lnTo>
                <a:lnTo>
                  <a:pt x="16835" y="15853"/>
                </a:lnTo>
                <a:cubicBezTo>
                  <a:pt x="16746" y="15942"/>
                  <a:pt x="16691" y="16064"/>
                  <a:pt x="16691" y="16200"/>
                </a:cubicBezTo>
                <a:cubicBezTo>
                  <a:pt x="16691" y="16471"/>
                  <a:pt x="16910" y="16691"/>
                  <a:pt x="17182" y="16691"/>
                </a:cubicBezTo>
                <a:cubicBezTo>
                  <a:pt x="17317" y="16691"/>
                  <a:pt x="17440" y="16636"/>
                  <a:pt x="17529" y="16547"/>
                </a:cubicBezTo>
                <a:lnTo>
                  <a:pt x="18164" y="15912"/>
                </a:lnTo>
                <a:lnTo>
                  <a:pt x="18798" y="16547"/>
                </a:lnTo>
                <a:cubicBezTo>
                  <a:pt x="18887" y="16636"/>
                  <a:pt x="19010" y="16691"/>
                  <a:pt x="19145" y="16691"/>
                </a:cubicBezTo>
                <a:cubicBezTo>
                  <a:pt x="19417" y="16691"/>
                  <a:pt x="19636" y="16471"/>
                  <a:pt x="19636" y="16200"/>
                </a:cubicBezTo>
                <a:cubicBezTo>
                  <a:pt x="19636" y="16064"/>
                  <a:pt x="19582" y="15942"/>
                  <a:pt x="19493" y="15853"/>
                </a:cubicBezTo>
                <a:lnTo>
                  <a:pt x="18858" y="15218"/>
                </a:lnTo>
                <a:lnTo>
                  <a:pt x="19493" y="14583"/>
                </a:lnTo>
                <a:cubicBezTo>
                  <a:pt x="19582" y="14495"/>
                  <a:pt x="19636" y="14372"/>
                  <a:pt x="19636" y="14236"/>
                </a:cubicBezTo>
                <a:cubicBezTo>
                  <a:pt x="19636" y="13965"/>
                  <a:pt x="19417" y="13745"/>
                  <a:pt x="19145" y="13745"/>
                </a:cubicBezTo>
                <a:cubicBezTo>
                  <a:pt x="19009" y="13745"/>
                  <a:pt x="18887" y="13801"/>
                  <a:pt x="18798" y="13890"/>
                </a:cubicBezTo>
                <a:lnTo>
                  <a:pt x="18164" y="14524"/>
                </a:lnTo>
                <a:cubicBezTo>
                  <a:pt x="18164" y="14524"/>
                  <a:pt x="17529" y="13890"/>
                  <a:pt x="17529" y="13890"/>
                </a:cubicBezTo>
                <a:close/>
                <a:moveTo>
                  <a:pt x="20618" y="20458"/>
                </a:moveTo>
                <a:lnTo>
                  <a:pt x="14727" y="18775"/>
                </a:lnTo>
                <a:lnTo>
                  <a:pt x="14727" y="7698"/>
                </a:lnTo>
                <a:cubicBezTo>
                  <a:pt x="14950" y="7802"/>
                  <a:pt x="15155" y="7914"/>
                  <a:pt x="15324" y="8034"/>
                </a:cubicBezTo>
                <a:lnTo>
                  <a:pt x="15893" y="7234"/>
                </a:lnTo>
                <a:cubicBezTo>
                  <a:pt x="15627" y="7044"/>
                  <a:pt x="15313" y="6872"/>
                  <a:pt x="14959" y="6721"/>
                </a:cubicBezTo>
                <a:lnTo>
                  <a:pt x="14727" y="7263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9347"/>
                </a:lnTo>
                <a:lnTo>
                  <a:pt x="8249" y="10199"/>
                </a:lnTo>
                <a:cubicBezTo>
                  <a:pt x="8580" y="10045"/>
                  <a:pt x="8881" y="9843"/>
                  <a:pt x="9168" y="9581"/>
                </a:cubicBezTo>
                <a:lnTo>
                  <a:pt x="8505" y="8857"/>
                </a:lnTo>
                <a:cubicBezTo>
                  <a:pt x="8297" y="9048"/>
                  <a:pt x="8088" y="9187"/>
                  <a:pt x="7855" y="9299"/>
                </a:cubicBez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1" y="1990"/>
                </a:moveTo>
                <a:lnTo>
                  <a:pt x="21244" y="1983"/>
                </a:lnTo>
                <a:lnTo>
                  <a:pt x="14372" y="19"/>
                </a:lnTo>
                <a:lnTo>
                  <a:pt x="14369" y="27"/>
                </a:lnTo>
                <a:cubicBezTo>
                  <a:pt x="14326" y="14"/>
                  <a:pt x="14283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0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9" y="19610"/>
                </a:cubicBezTo>
                <a:lnTo>
                  <a:pt x="356" y="19618"/>
                </a:lnTo>
                <a:lnTo>
                  <a:pt x="7228" y="21581"/>
                </a:lnTo>
                <a:lnTo>
                  <a:pt x="7231" y="21573"/>
                </a:lnTo>
                <a:cubicBezTo>
                  <a:pt x="7274" y="21586"/>
                  <a:pt x="7317" y="21600"/>
                  <a:pt x="7364" y="21600"/>
                </a:cubicBezTo>
                <a:cubicBezTo>
                  <a:pt x="7411" y="21600"/>
                  <a:pt x="7453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1" y="1990"/>
                </a:cubicBezTo>
                <a:moveTo>
                  <a:pt x="16435" y="9275"/>
                </a:moveTo>
                <a:lnTo>
                  <a:pt x="16518" y="9374"/>
                </a:lnTo>
                <a:lnTo>
                  <a:pt x="17269" y="8740"/>
                </a:lnTo>
                <a:lnTo>
                  <a:pt x="17184" y="8640"/>
                </a:lnTo>
                <a:cubicBezTo>
                  <a:pt x="17013" y="8438"/>
                  <a:pt x="16840" y="8236"/>
                  <a:pt x="16677" y="8019"/>
                </a:cubicBezTo>
                <a:lnTo>
                  <a:pt x="15891" y="8606"/>
                </a:lnTo>
                <a:cubicBezTo>
                  <a:pt x="16066" y="8840"/>
                  <a:pt x="16251" y="9059"/>
                  <a:pt x="16435" y="9275"/>
                </a:cubicBezTo>
                <a:moveTo>
                  <a:pt x="6270" y="11022"/>
                </a:moveTo>
                <a:lnTo>
                  <a:pt x="5739" y="10196"/>
                </a:lnTo>
                <a:cubicBezTo>
                  <a:pt x="5432" y="10394"/>
                  <a:pt x="5153" y="10605"/>
                  <a:pt x="4909" y="10825"/>
                </a:cubicBezTo>
                <a:lnTo>
                  <a:pt x="5568" y="11554"/>
                </a:lnTo>
                <a:cubicBezTo>
                  <a:pt x="5772" y="11370"/>
                  <a:pt x="6008" y="11191"/>
                  <a:pt x="6270" y="11022"/>
                </a:cubicBezTo>
                <a:moveTo>
                  <a:pt x="5004" y="12185"/>
                </a:moveTo>
                <a:lnTo>
                  <a:pt x="4196" y="11628"/>
                </a:lnTo>
                <a:cubicBezTo>
                  <a:pt x="3975" y="11949"/>
                  <a:pt x="3812" y="12288"/>
                  <a:pt x="3713" y="12634"/>
                </a:cubicBezTo>
                <a:lnTo>
                  <a:pt x="4656" y="12906"/>
                </a:lnTo>
                <a:cubicBezTo>
                  <a:pt x="4727" y="12661"/>
                  <a:pt x="4844" y="12418"/>
                  <a:pt x="5004" y="12185"/>
                </a:cubicBezTo>
                <a:moveTo>
                  <a:pt x="10467" y="8318"/>
                </a:moveTo>
                <a:lnTo>
                  <a:pt x="9972" y="7470"/>
                </a:lnTo>
                <a:cubicBezTo>
                  <a:pt x="9623" y="7674"/>
                  <a:pt x="9362" y="7936"/>
                  <a:pt x="9132" y="8189"/>
                </a:cubicBezTo>
                <a:lnTo>
                  <a:pt x="9857" y="8850"/>
                </a:lnTo>
                <a:cubicBezTo>
                  <a:pt x="10063" y="8624"/>
                  <a:pt x="10245" y="8448"/>
                  <a:pt x="10467" y="8318"/>
                </a:cubicBezTo>
                <a:moveTo>
                  <a:pt x="3927" y="15709"/>
                </a:moveTo>
                <a:cubicBezTo>
                  <a:pt x="4469" y="15709"/>
                  <a:pt x="4909" y="15270"/>
                  <a:pt x="4909" y="14727"/>
                </a:cubicBezTo>
                <a:cubicBezTo>
                  <a:pt x="4909" y="14185"/>
                  <a:pt x="4469" y="13745"/>
                  <a:pt x="3927" y="13745"/>
                </a:cubicBezTo>
                <a:cubicBezTo>
                  <a:pt x="3385" y="13745"/>
                  <a:pt x="2945" y="14185"/>
                  <a:pt x="2945" y="14727"/>
                </a:cubicBezTo>
                <a:cubicBezTo>
                  <a:pt x="2945" y="15270"/>
                  <a:pt x="3385" y="15709"/>
                  <a:pt x="3927" y="15709"/>
                </a:cubicBezTo>
                <a:moveTo>
                  <a:pt x="12273" y="7855"/>
                </a:moveTo>
                <a:cubicBezTo>
                  <a:pt x="12815" y="7855"/>
                  <a:pt x="13255" y="7415"/>
                  <a:pt x="13255" y="6873"/>
                </a:cubicBezTo>
                <a:cubicBezTo>
                  <a:pt x="13255" y="6331"/>
                  <a:pt x="12815" y="5891"/>
                  <a:pt x="12273" y="5891"/>
                </a:cubicBezTo>
                <a:cubicBezTo>
                  <a:pt x="11730" y="5891"/>
                  <a:pt x="11291" y="6331"/>
                  <a:pt x="11291" y="6873"/>
                </a:cubicBezTo>
                <a:cubicBezTo>
                  <a:pt x="11291" y="7415"/>
                  <a:pt x="11730" y="7855"/>
                  <a:pt x="12273" y="785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8" name="Shape 2940"/>
          <p:cNvSpPr/>
          <p:nvPr/>
        </p:nvSpPr>
        <p:spPr>
          <a:xfrm>
            <a:off x="3060720" y="24717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8345"/>
                </a:moveTo>
                <a:cubicBezTo>
                  <a:pt x="9444" y="8345"/>
                  <a:pt x="8345" y="9444"/>
                  <a:pt x="8345" y="10800"/>
                </a:cubicBezTo>
                <a:cubicBezTo>
                  <a:pt x="8345" y="12156"/>
                  <a:pt x="9444" y="13255"/>
                  <a:pt x="10800" y="13255"/>
                </a:cubicBezTo>
                <a:cubicBezTo>
                  <a:pt x="12156" y="13255"/>
                  <a:pt x="13255" y="12156"/>
                  <a:pt x="13255" y="10800"/>
                </a:cubicBezTo>
                <a:cubicBezTo>
                  <a:pt x="13255" y="9444"/>
                  <a:pt x="12156" y="8345"/>
                  <a:pt x="10800" y="8345"/>
                </a:cubicBezTo>
                <a:moveTo>
                  <a:pt x="11291" y="20593"/>
                </a:moveTo>
                <a:lnTo>
                  <a:pt x="11291" y="17182"/>
                </a:lnTo>
                <a:cubicBezTo>
                  <a:pt x="11291" y="16910"/>
                  <a:pt x="11071" y="16691"/>
                  <a:pt x="10800" y="16691"/>
                </a:cubicBezTo>
                <a:cubicBezTo>
                  <a:pt x="10529" y="16691"/>
                  <a:pt x="10309" y="16910"/>
                  <a:pt x="10309" y="17182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4418" y="11291"/>
                </a:lnTo>
                <a:cubicBezTo>
                  <a:pt x="4690" y="11291"/>
                  <a:pt x="4909" y="11071"/>
                  <a:pt x="4909" y="10800"/>
                </a:cubicBezTo>
                <a:cubicBezTo>
                  <a:pt x="4909" y="10529"/>
                  <a:pt x="4690" y="10309"/>
                  <a:pt x="4418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4418"/>
                </a:ln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7182" y="10309"/>
                </a:lnTo>
                <a:cubicBezTo>
                  <a:pt x="16910" y="10309"/>
                  <a:pt x="16691" y="10529"/>
                  <a:pt x="16691" y="10800"/>
                </a:cubicBezTo>
                <a:cubicBezTo>
                  <a:pt x="16691" y="11071"/>
                  <a:pt x="16910" y="11291"/>
                  <a:pt x="17182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9" name="Shape 2941"/>
          <p:cNvSpPr/>
          <p:nvPr/>
        </p:nvSpPr>
        <p:spPr>
          <a:xfrm>
            <a:off x="3460680" y="24717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0" name="Shape 2942"/>
          <p:cNvSpPr/>
          <p:nvPr/>
        </p:nvSpPr>
        <p:spPr>
          <a:xfrm>
            <a:off x="3879720" y="2471760"/>
            <a:ext cx="1717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400" y="12524"/>
                </a:moveTo>
                <a:cubicBezTo>
                  <a:pt x="19362" y="12218"/>
                  <a:pt x="17455" y="11782"/>
                  <a:pt x="15000" y="11782"/>
                </a:cubicBezTo>
                <a:cubicBezTo>
                  <a:pt x="12625" y="11782"/>
                  <a:pt x="11514" y="12089"/>
                  <a:pt x="10534" y="12360"/>
                </a:cubicBezTo>
                <a:cubicBezTo>
                  <a:pt x="9751" y="12577"/>
                  <a:pt x="9076" y="12764"/>
                  <a:pt x="7800" y="12764"/>
                </a:cubicBezTo>
                <a:cubicBezTo>
                  <a:pt x="6097" y="12764"/>
                  <a:pt x="5268" y="12537"/>
                  <a:pt x="4390" y="12298"/>
                </a:cubicBezTo>
                <a:cubicBezTo>
                  <a:pt x="3564" y="12073"/>
                  <a:pt x="2709" y="11842"/>
                  <a:pt x="1200" y="11792"/>
                </a:cubicBezTo>
                <a:lnTo>
                  <a:pt x="1200" y="992"/>
                </a:lnTo>
                <a:cubicBezTo>
                  <a:pt x="2511" y="1038"/>
                  <a:pt x="3242" y="1238"/>
                  <a:pt x="4010" y="1448"/>
                </a:cubicBezTo>
                <a:cubicBezTo>
                  <a:pt x="4941" y="1701"/>
                  <a:pt x="5903" y="1964"/>
                  <a:pt x="7800" y="1964"/>
                </a:cubicBezTo>
                <a:cubicBezTo>
                  <a:pt x="9273" y="1964"/>
                  <a:pt x="10109" y="1733"/>
                  <a:pt x="10918" y="1508"/>
                </a:cubicBezTo>
                <a:cubicBezTo>
                  <a:pt x="11854" y="1250"/>
                  <a:pt x="12823" y="982"/>
                  <a:pt x="15000" y="982"/>
                </a:cubicBezTo>
                <a:cubicBezTo>
                  <a:pt x="17661" y="982"/>
                  <a:pt x="19648" y="1545"/>
                  <a:pt x="20400" y="1794"/>
                </a:cubicBezTo>
                <a:cubicBezTo>
                  <a:pt x="20400" y="1794"/>
                  <a:pt x="20400" y="12524"/>
                  <a:pt x="20400" y="12524"/>
                </a:cubicBezTo>
                <a:close/>
                <a:moveTo>
                  <a:pt x="21594" y="1473"/>
                </a:moveTo>
                <a:cubicBezTo>
                  <a:pt x="21594" y="1293"/>
                  <a:pt x="21478" y="1120"/>
                  <a:pt x="21268" y="1034"/>
                </a:cubicBezTo>
                <a:cubicBezTo>
                  <a:pt x="21165" y="991"/>
                  <a:pt x="18699" y="0"/>
                  <a:pt x="15000" y="0"/>
                </a:cubicBezTo>
                <a:cubicBezTo>
                  <a:pt x="12625" y="0"/>
                  <a:pt x="11514" y="308"/>
                  <a:pt x="10534" y="579"/>
                </a:cubicBezTo>
                <a:cubicBezTo>
                  <a:pt x="9751" y="795"/>
                  <a:pt x="9076" y="982"/>
                  <a:pt x="7800" y="982"/>
                </a:cubicBezTo>
                <a:cubicBezTo>
                  <a:pt x="6097" y="982"/>
                  <a:pt x="5268" y="756"/>
                  <a:pt x="4390" y="516"/>
                </a:cubicBezTo>
                <a:cubicBezTo>
                  <a:pt x="3459" y="263"/>
                  <a:pt x="2497" y="0"/>
                  <a:pt x="600" y="0"/>
                </a:cubicBez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2774"/>
                </a:lnTo>
                <a:cubicBezTo>
                  <a:pt x="2511" y="12820"/>
                  <a:pt x="3242" y="13020"/>
                  <a:pt x="4010" y="13230"/>
                </a:cubicBezTo>
                <a:cubicBezTo>
                  <a:pt x="4941" y="13483"/>
                  <a:pt x="5903" y="13745"/>
                  <a:pt x="7800" y="13745"/>
                </a:cubicBezTo>
                <a:cubicBezTo>
                  <a:pt x="9273" y="13745"/>
                  <a:pt x="10109" y="13514"/>
                  <a:pt x="10918" y="13291"/>
                </a:cubicBezTo>
                <a:cubicBezTo>
                  <a:pt x="11854" y="13031"/>
                  <a:pt x="12823" y="12764"/>
                  <a:pt x="15000" y="12764"/>
                </a:cubicBezTo>
                <a:cubicBezTo>
                  <a:pt x="18400" y="12764"/>
                  <a:pt x="20709" y="13685"/>
                  <a:pt x="20733" y="13694"/>
                </a:cubicBezTo>
                <a:cubicBezTo>
                  <a:pt x="21029" y="13814"/>
                  <a:pt x="21389" y="13716"/>
                  <a:pt x="21537" y="13473"/>
                </a:cubicBezTo>
                <a:cubicBezTo>
                  <a:pt x="21580" y="13403"/>
                  <a:pt x="21594" y="13328"/>
                  <a:pt x="21594" y="13255"/>
                </a:cubicBezTo>
                <a:lnTo>
                  <a:pt x="21600" y="13255"/>
                </a:lnTo>
                <a:lnTo>
                  <a:pt x="21600" y="1473"/>
                </a:lnTo>
                <a:cubicBezTo>
                  <a:pt x="21600" y="1473"/>
                  <a:pt x="21594" y="1473"/>
                  <a:pt x="21594" y="147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1" name="Shape 2943"/>
          <p:cNvSpPr/>
          <p:nvPr/>
        </p:nvSpPr>
        <p:spPr>
          <a:xfrm>
            <a:off x="4280040" y="2471760"/>
            <a:ext cx="17136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9600" y="11782"/>
                </a:moveTo>
                <a:lnTo>
                  <a:pt x="9600" y="10800"/>
                </a:lnTo>
                <a:lnTo>
                  <a:pt x="11400" y="10800"/>
                </a:lnTo>
                <a:cubicBezTo>
                  <a:pt x="11732" y="10800"/>
                  <a:pt x="12000" y="10580"/>
                  <a:pt x="12000" y="10309"/>
                </a:cubicBezTo>
                <a:lnTo>
                  <a:pt x="12000" y="2945"/>
                </a:lnTo>
                <a:lnTo>
                  <a:pt x="19940" y="2945"/>
                </a:lnTo>
                <a:lnTo>
                  <a:pt x="16886" y="7111"/>
                </a:lnTo>
                <a:lnTo>
                  <a:pt x="16894" y="7115"/>
                </a:lnTo>
                <a:cubicBezTo>
                  <a:pt x="16840" y="7189"/>
                  <a:pt x="16800" y="7272"/>
                  <a:pt x="16800" y="7364"/>
                </a:cubicBezTo>
                <a:cubicBezTo>
                  <a:pt x="16800" y="7457"/>
                  <a:pt x="16840" y="7538"/>
                  <a:pt x="16894" y="7612"/>
                </a:cubicBezTo>
                <a:lnTo>
                  <a:pt x="16886" y="7616"/>
                </a:lnTo>
                <a:lnTo>
                  <a:pt x="19940" y="11782"/>
                </a:lnTo>
                <a:cubicBezTo>
                  <a:pt x="19940" y="11782"/>
                  <a:pt x="9600" y="11782"/>
                  <a:pt x="9600" y="11782"/>
                </a:cubicBezTo>
                <a:close/>
                <a:moveTo>
                  <a:pt x="1200" y="982"/>
                </a:moveTo>
                <a:lnTo>
                  <a:pt x="10800" y="982"/>
                </a:lnTo>
                <a:lnTo>
                  <a:pt x="10800" y="9818"/>
                </a:lnTo>
                <a:lnTo>
                  <a:pt x="1200" y="9818"/>
                </a:lnTo>
                <a:cubicBezTo>
                  <a:pt x="1200" y="9818"/>
                  <a:pt x="1200" y="982"/>
                  <a:pt x="1200" y="982"/>
                </a:cubicBezTo>
                <a:close/>
                <a:moveTo>
                  <a:pt x="21514" y="12020"/>
                </a:moveTo>
                <a:lnTo>
                  <a:pt x="18100" y="7364"/>
                </a:lnTo>
                <a:lnTo>
                  <a:pt x="21514" y="2707"/>
                </a:lnTo>
                <a:lnTo>
                  <a:pt x="21506" y="2703"/>
                </a:lnTo>
                <a:cubicBezTo>
                  <a:pt x="21560" y="2629"/>
                  <a:pt x="21600" y="2547"/>
                  <a:pt x="21600" y="2455"/>
                </a:cubicBezTo>
                <a:cubicBezTo>
                  <a:pt x="21600" y="2183"/>
                  <a:pt x="21332" y="1964"/>
                  <a:pt x="21000" y="1964"/>
                </a:cubicBezTo>
                <a:lnTo>
                  <a:pt x="12000" y="1964"/>
                </a:lnTo>
                <a:lnTo>
                  <a:pt x="12000" y="491"/>
                </a:lnTo>
                <a:cubicBezTo>
                  <a:pt x="12000" y="220"/>
                  <a:pt x="11732" y="0"/>
                  <a:pt x="11400" y="0"/>
                </a:cubicBezTo>
                <a:lnTo>
                  <a:pt x="600" y="0"/>
                </a:ln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0800"/>
                </a:lnTo>
                <a:lnTo>
                  <a:pt x="8400" y="10800"/>
                </a:lnTo>
                <a:lnTo>
                  <a:pt x="8400" y="12273"/>
                </a:lnTo>
                <a:cubicBezTo>
                  <a:pt x="8400" y="12544"/>
                  <a:pt x="8668" y="12764"/>
                  <a:pt x="9000" y="12764"/>
                </a:cubicBezTo>
                <a:lnTo>
                  <a:pt x="21000" y="12764"/>
                </a:lnTo>
                <a:cubicBezTo>
                  <a:pt x="21332" y="12764"/>
                  <a:pt x="21600" y="12544"/>
                  <a:pt x="21600" y="12273"/>
                </a:cubicBezTo>
                <a:cubicBezTo>
                  <a:pt x="21600" y="12181"/>
                  <a:pt x="21560" y="12098"/>
                  <a:pt x="21506" y="12024"/>
                </a:cubicBezTo>
                <a:cubicBezTo>
                  <a:pt x="21506" y="12024"/>
                  <a:pt x="21514" y="12020"/>
                  <a:pt x="21514" y="120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2" name="Shape 2944"/>
          <p:cNvSpPr/>
          <p:nvPr/>
        </p:nvSpPr>
        <p:spPr>
          <a:xfrm>
            <a:off x="4687920" y="246708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3" name="Shape 2945"/>
          <p:cNvSpPr/>
          <p:nvPr/>
        </p:nvSpPr>
        <p:spPr>
          <a:xfrm>
            <a:off x="5087880" y="246708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7658" y="8342"/>
                </a:moveTo>
                <a:cubicBezTo>
                  <a:pt x="17614" y="6914"/>
                  <a:pt x="17383" y="5576"/>
                  <a:pt x="17008" y="4408"/>
                </a:cubicBezTo>
                <a:cubicBezTo>
                  <a:pt x="17543" y="4130"/>
                  <a:pt x="18018" y="3797"/>
                  <a:pt x="18435" y="3427"/>
                </a:cubicBezTo>
                <a:cubicBezTo>
                  <a:pt x="19673" y="4722"/>
                  <a:pt x="20474" y="6437"/>
                  <a:pt x="20593" y="8342"/>
                </a:cubicBezTo>
                <a:cubicBezTo>
                  <a:pt x="20593" y="8342"/>
                  <a:pt x="17658" y="8342"/>
                  <a:pt x="17658" y="8342"/>
                </a:cubicBezTo>
                <a:close/>
                <a:moveTo>
                  <a:pt x="15485" y="1482"/>
                </a:moveTo>
                <a:cubicBezTo>
                  <a:pt x="16306" y="1786"/>
                  <a:pt x="17058" y="2226"/>
                  <a:pt x="17723" y="2769"/>
                </a:cubicBezTo>
                <a:cubicBezTo>
                  <a:pt x="17412" y="3036"/>
                  <a:pt x="17056" y="3275"/>
                  <a:pt x="16666" y="3486"/>
                </a:cubicBezTo>
                <a:cubicBezTo>
                  <a:pt x="16337" y="2707"/>
                  <a:pt x="15939" y="2026"/>
                  <a:pt x="15485" y="1482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7"/>
                </a:cubicBezTo>
                <a:cubicBezTo>
                  <a:pt x="6514" y="3197"/>
                  <a:pt x="7287" y="3044"/>
                  <a:pt x="8086" y="2983"/>
                </a:cubicBezTo>
                <a:cubicBezTo>
                  <a:pt x="7991" y="2912"/>
                  <a:pt x="7892" y="2844"/>
                  <a:pt x="7804" y="2769"/>
                </a:cubicBezTo>
                <a:cubicBezTo>
                  <a:pt x="8469" y="2226"/>
                  <a:pt x="9222" y="1786"/>
                  <a:pt x="10042" y="1482"/>
                </a:cubicBezTo>
                <a:cubicBezTo>
                  <a:pt x="9694" y="1899"/>
                  <a:pt x="9380" y="2398"/>
                  <a:pt x="9104" y="2959"/>
                </a:cubicBezTo>
                <a:cubicBezTo>
                  <a:pt x="9451" y="2968"/>
                  <a:pt x="9793" y="2996"/>
                  <a:pt x="10131" y="3040"/>
                </a:cubicBezTo>
                <a:cubicBezTo>
                  <a:pt x="10712" y="1983"/>
                  <a:pt x="11449" y="1263"/>
                  <a:pt x="12269" y="1056"/>
                </a:cubicBezTo>
                <a:lnTo>
                  <a:pt x="12269" y="3575"/>
                </a:lnTo>
                <a:cubicBezTo>
                  <a:pt x="12608" y="3701"/>
                  <a:pt x="12938" y="3844"/>
                  <a:pt x="13258" y="4006"/>
                </a:cubicBezTo>
                <a:lnTo>
                  <a:pt x="13258" y="1056"/>
                </a:lnTo>
                <a:cubicBezTo>
                  <a:pt x="14282" y="1315"/>
                  <a:pt x="15181" y="2363"/>
                  <a:pt x="15801" y="3883"/>
                </a:cubicBezTo>
                <a:cubicBezTo>
                  <a:pt x="15207" y="4107"/>
                  <a:pt x="14555" y="4261"/>
                  <a:pt x="13865" y="4342"/>
                </a:cubicBezTo>
                <a:cubicBezTo>
                  <a:pt x="14263" y="4581"/>
                  <a:pt x="14647" y="4840"/>
                  <a:pt x="15006" y="5131"/>
                </a:cubicBezTo>
                <a:cubicBezTo>
                  <a:pt x="15391" y="5041"/>
                  <a:pt x="15767" y="4935"/>
                  <a:pt x="16122" y="4801"/>
                </a:cubicBezTo>
                <a:cubicBezTo>
                  <a:pt x="16296" y="5379"/>
                  <a:pt x="16430" y="6009"/>
                  <a:pt x="16526" y="6670"/>
                </a:cubicBezTo>
                <a:cubicBezTo>
                  <a:pt x="17157" y="7466"/>
                  <a:pt x="17663" y="8363"/>
                  <a:pt x="18025" y="9331"/>
                </a:cubicBezTo>
                <a:lnTo>
                  <a:pt x="20593" y="9331"/>
                </a:lnTo>
                <a:cubicBezTo>
                  <a:pt x="20478" y="11173"/>
                  <a:pt x="19721" y="12834"/>
                  <a:pt x="18551" y="14114"/>
                </a:cubicBezTo>
                <a:cubicBezTo>
                  <a:pt x="18470" y="14700"/>
                  <a:pt x="18342" y="15272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13731" y="12269"/>
                </a:moveTo>
                <a:cubicBezTo>
                  <a:pt x="13687" y="10842"/>
                  <a:pt x="13456" y="9504"/>
                  <a:pt x="13081" y="8335"/>
                </a:cubicBezTo>
                <a:cubicBezTo>
                  <a:pt x="13616" y="8057"/>
                  <a:pt x="14091" y="7725"/>
                  <a:pt x="14507" y="7354"/>
                </a:cubicBezTo>
                <a:cubicBezTo>
                  <a:pt x="15746" y="8649"/>
                  <a:pt x="16547" y="10365"/>
                  <a:pt x="16666" y="12269"/>
                </a:cubicBezTo>
                <a:cubicBezTo>
                  <a:pt x="16666" y="12269"/>
                  <a:pt x="13731" y="12269"/>
                  <a:pt x="13731" y="12269"/>
                </a:cubicBezTo>
                <a:close/>
                <a:moveTo>
                  <a:pt x="14507" y="18173"/>
                </a:moveTo>
                <a:cubicBezTo>
                  <a:pt x="14091" y="17803"/>
                  <a:pt x="13616" y="17470"/>
                  <a:pt x="13081" y="17192"/>
                </a:cubicBezTo>
                <a:cubicBezTo>
                  <a:pt x="13456" y="16024"/>
                  <a:pt x="13687" y="14686"/>
                  <a:pt x="13731" y="13258"/>
                </a:cubicBezTo>
                <a:lnTo>
                  <a:pt x="16666" y="13258"/>
                </a:lnTo>
                <a:cubicBezTo>
                  <a:pt x="16547" y="15163"/>
                  <a:pt x="15746" y="16878"/>
                  <a:pt x="14507" y="18173"/>
                </a:cubicBezTo>
                <a:moveTo>
                  <a:pt x="11558" y="20118"/>
                </a:moveTo>
                <a:cubicBezTo>
                  <a:pt x="12012" y="19574"/>
                  <a:pt x="12409" y="18893"/>
                  <a:pt x="12738" y="18114"/>
                </a:cubicBezTo>
                <a:cubicBezTo>
                  <a:pt x="13129" y="18325"/>
                  <a:pt x="13485" y="18564"/>
                  <a:pt x="13796" y="18831"/>
                </a:cubicBezTo>
                <a:cubicBezTo>
                  <a:pt x="13131" y="19374"/>
                  <a:pt x="12378" y="19814"/>
                  <a:pt x="11558" y="20118"/>
                </a:cubicBezTo>
                <a:moveTo>
                  <a:pt x="9331" y="20544"/>
                </a:moveTo>
                <a:lnTo>
                  <a:pt x="9331" y="17204"/>
                </a:lnTo>
                <a:cubicBezTo>
                  <a:pt x="10246" y="17253"/>
                  <a:pt x="11108" y="17428"/>
                  <a:pt x="11874" y="17717"/>
                </a:cubicBezTo>
                <a:cubicBezTo>
                  <a:pt x="11254" y="19237"/>
                  <a:pt x="10355" y="20286"/>
                  <a:pt x="9331" y="20544"/>
                </a:cubicBezTo>
                <a:moveTo>
                  <a:pt x="9331" y="13258"/>
                </a:moveTo>
                <a:lnTo>
                  <a:pt x="12749" y="13258"/>
                </a:lnTo>
                <a:cubicBezTo>
                  <a:pt x="12709" y="14550"/>
                  <a:pt x="12510" y="15752"/>
                  <a:pt x="12195" y="16799"/>
                </a:cubicBezTo>
                <a:cubicBezTo>
                  <a:pt x="11327" y="16471"/>
                  <a:pt x="10357" y="16273"/>
                  <a:pt x="9331" y="16223"/>
                </a:cubicBezTo>
                <a:cubicBezTo>
                  <a:pt x="9331" y="16223"/>
                  <a:pt x="9331" y="13258"/>
                  <a:pt x="9331" y="13258"/>
                </a:cubicBezTo>
                <a:close/>
                <a:moveTo>
                  <a:pt x="9331" y="9305"/>
                </a:moveTo>
                <a:cubicBezTo>
                  <a:pt x="10357" y="9254"/>
                  <a:pt x="11327" y="9056"/>
                  <a:pt x="12195" y="8728"/>
                </a:cubicBezTo>
                <a:cubicBezTo>
                  <a:pt x="12510" y="9775"/>
                  <a:pt x="12709" y="10977"/>
                  <a:pt x="12749" y="12269"/>
                </a:cubicBezTo>
                <a:lnTo>
                  <a:pt x="9331" y="12269"/>
                </a:lnTo>
                <a:cubicBezTo>
                  <a:pt x="9331" y="12269"/>
                  <a:pt x="9331" y="9305"/>
                  <a:pt x="9331" y="9305"/>
                </a:cubicBezTo>
                <a:close/>
                <a:moveTo>
                  <a:pt x="9331" y="4983"/>
                </a:moveTo>
                <a:cubicBezTo>
                  <a:pt x="10355" y="5242"/>
                  <a:pt x="11254" y="6290"/>
                  <a:pt x="11874" y="7810"/>
                </a:cubicBezTo>
                <a:cubicBezTo>
                  <a:pt x="11108" y="8099"/>
                  <a:pt x="10246" y="8275"/>
                  <a:pt x="9331" y="8323"/>
                </a:cubicBezTo>
                <a:cubicBezTo>
                  <a:pt x="9331" y="8323"/>
                  <a:pt x="9331" y="4983"/>
                  <a:pt x="9331" y="4983"/>
                </a:cubicBezTo>
                <a:close/>
                <a:moveTo>
                  <a:pt x="13796" y="6696"/>
                </a:moveTo>
                <a:cubicBezTo>
                  <a:pt x="13485" y="6963"/>
                  <a:pt x="13129" y="7203"/>
                  <a:pt x="12738" y="7413"/>
                </a:cubicBezTo>
                <a:cubicBezTo>
                  <a:pt x="12409" y="6634"/>
                  <a:pt x="12012" y="5954"/>
                  <a:pt x="11557" y="5410"/>
                </a:cubicBezTo>
                <a:cubicBezTo>
                  <a:pt x="12378" y="5714"/>
                  <a:pt x="13131" y="6153"/>
                  <a:pt x="13796" y="6696"/>
                </a:cubicBezTo>
                <a:moveTo>
                  <a:pt x="8342" y="8323"/>
                </a:moveTo>
                <a:cubicBezTo>
                  <a:pt x="7427" y="8275"/>
                  <a:pt x="6564" y="8099"/>
                  <a:pt x="5799" y="7810"/>
                </a:cubicBezTo>
                <a:cubicBezTo>
                  <a:pt x="6419" y="6290"/>
                  <a:pt x="7318" y="5242"/>
                  <a:pt x="8342" y="4983"/>
                </a:cubicBezTo>
                <a:cubicBezTo>
                  <a:pt x="8342" y="4983"/>
                  <a:pt x="8342" y="8323"/>
                  <a:pt x="8342" y="8323"/>
                </a:cubicBezTo>
                <a:close/>
                <a:moveTo>
                  <a:pt x="8342" y="12269"/>
                </a:moveTo>
                <a:lnTo>
                  <a:pt x="4923" y="12269"/>
                </a:lnTo>
                <a:cubicBezTo>
                  <a:pt x="4964" y="10977"/>
                  <a:pt x="5163" y="9775"/>
                  <a:pt x="5478" y="8728"/>
                </a:cubicBezTo>
                <a:cubicBezTo>
                  <a:pt x="6346" y="9056"/>
                  <a:pt x="7316" y="9254"/>
                  <a:pt x="8342" y="9305"/>
                </a:cubicBezTo>
                <a:cubicBezTo>
                  <a:pt x="8342" y="9305"/>
                  <a:pt x="8342" y="12269"/>
                  <a:pt x="8342" y="12269"/>
                </a:cubicBezTo>
                <a:close/>
                <a:moveTo>
                  <a:pt x="8342" y="16223"/>
                </a:moveTo>
                <a:cubicBezTo>
                  <a:pt x="7316" y="16273"/>
                  <a:pt x="6346" y="16471"/>
                  <a:pt x="5478" y="16799"/>
                </a:cubicBezTo>
                <a:cubicBezTo>
                  <a:pt x="5163" y="15752"/>
                  <a:pt x="4964" y="14550"/>
                  <a:pt x="4923" y="13258"/>
                </a:cubicBezTo>
                <a:lnTo>
                  <a:pt x="8342" y="13258"/>
                </a:lnTo>
                <a:cubicBezTo>
                  <a:pt x="8342" y="13258"/>
                  <a:pt x="8342" y="16223"/>
                  <a:pt x="8342" y="16223"/>
                </a:cubicBezTo>
                <a:close/>
                <a:moveTo>
                  <a:pt x="8342" y="20544"/>
                </a:moveTo>
                <a:cubicBezTo>
                  <a:pt x="7318" y="20286"/>
                  <a:pt x="6419" y="19237"/>
                  <a:pt x="5799" y="17717"/>
                </a:cubicBezTo>
                <a:cubicBezTo>
                  <a:pt x="6564" y="17428"/>
                  <a:pt x="7427" y="17253"/>
                  <a:pt x="8342" y="17204"/>
                </a:cubicBezTo>
                <a:cubicBezTo>
                  <a:pt x="8342" y="17204"/>
                  <a:pt x="8342" y="20544"/>
                  <a:pt x="8342" y="20544"/>
                </a:cubicBezTo>
                <a:close/>
                <a:moveTo>
                  <a:pt x="3877" y="18831"/>
                </a:moveTo>
                <a:cubicBezTo>
                  <a:pt x="4188" y="18564"/>
                  <a:pt x="4544" y="18325"/>
                  <a:pt x="4935" y="18114"/>
                </a:cubicBezTo>
                <a:cubicBezTo>
                  <a:pt x="5264" y="18893"/>
                  <a:pt x="5661" y="19574"/>
                  <a:pt x="6115" y="20118"/>
                </a:cubicBezTo>
                <a:cubicBezTo>
                  <a:pt x="5295" y="19814"/>
                  <a:pt x="4541" y="19374"/>
                  <a:pt x="3877" y="18831"/>
                </a:cubicBezTo>
                <a:moveTo>
                  <a:pt x="1007" y="13258"/>
                </a:moveTo>
                <a:lnTo>
                  <a:pt x="3942" y="13258"/>
                </a:lnTo>
                <a:cubicBezTo>
                  <a:pt x="3986" y="14686"/>
                  <a:pt x="4217" y="16024"/>
                  <a:pt x="4591" y="17192"/>
                </a:cubicBezTo>
                <a:cubicBezTo>
                  <a:pt x="4057" y="17470"/>
                  <a:pt x="3582" y="17803"/>
                  <a:pt x="3166" y="18173"/>
                </a:cubicBezTo>
                <a:cubicBezTo>
                  <a:pt x="1927" y="16878"/>
                  <a:pt x="1126" y="15163"/>
                  <a:pt x="1007" y="13258"/>
                </a:cubicBezTo>
                <a:moveTo>
                  <a:pt x="3166" y="7354"/>
                </a:moveTo>
                <a:cubicBezTo>
                  <a:pt x="3582" y="7725"/>
                  <a:pt x="4057" y="8057"/>
                  <a:pt x="4591" y="8335"/>
                </a:cubicBezTo>
                <a:cubicBezTo>
                  <a:pt x="4217" y="9504"/>
                  <a:pt x="3986" y="10842"/>
                  <a:pt x="3942" y="12269"/>
                </a:cubicBezTo>
                <a:lnTo>
                  <a:pt x="1007" y="12269"/>
                </a:lnTo>
                <a:cubicBezTo>
                  <a:pt x="1126" y="10365"/>
                  <a:pt x="1927" y="8649"/>
                  <a:pt x="3166" y="7354"/>
                </a:cubicBezTo>
                <a:moveTo>
                  <a:pt x="6115" y="5410"/>
                </a:moveTo>
                <a:cubicBezTo>
                  <a:pt x="5661" y="5954"/>
                  <a:pt x="5264" y="6634"/>
                  <a:pt x="4935" y="7413"/>
                </a:cubicBezTo>
                <a:cubicBezTo>
                  <a:pt x="4544" y="7203"/>
                  <a:pt x="4188" y="6963"/>
                  <a:pt x="3877" y="6696"/>
                </a:cubicBezTo>
                <a:cubicBezTo>
                  <a:pt x="4542" y="6153"/>
                  <a:pt x="5295" y="5714"/>
                  <a:pt x="6115" y="5410"/>
                </a:cubicBezTo>
                <a:moveTo>
                  <a:pt x="8836" y="3927"/>
                </a:moveTo>
                <a:cubicBezTo>
                  <a:pt x="3956" y="3927"/>
                  <a:pt x="0" y="7883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3"/>
                  <a:pt x="13717" y="3927"/>
                  <a:pt x="8836" y="392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4" name="Shape 2946"/>
          <p:cNvSpPr/>
          <p:nvPr/>
        </p:nvSpPr>
        <p:spPr>
          <a:xfrm>
            <a:off x="5487840" y="246708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9595" y="9980"/>
                </a:moveTo>
                <a:cubicBezTo>
                  <a:pt x="19587" y="9894"/>
                  <a:pt x="19575" y="9811"/>
                  <a:pt x="19565" y="9726"/>
                </a:cubicBezTo>
                <a:cubicBezTo>
                  <a:pt x="19542" y="9539"/>
                  <a:pt x="19514" y="9355"/>
                  <a:pt x="19480" y="9172"/>
                </a:cubicBezTo>
                <a:cubicBezTo>
                  <a:pt x="19463" y="9078"/>
                  <a:pt x="19444" y="8986"/>
                  <a:pt x="19424" y="8893"/>
                </a:cubicBezTo>
                <a:cubicBezTo>
                  <a:pt x="19384" y="8712"/>
                  <a:pt x="19337" y="8533"/>
                  <a:pt x="19286" y="8356"/>
                </a:cubicBezTo>
                <a:cubicBezTo>
                  <a:pt x="19263" y="8276"/>
                  <a:pt x="19244" y="8195"/>
                  <a:pt x="19218" y="8116"/>
                </a:cubicBezTo>
                <a:cubicBezTo>
                  <a:pt x="19143" y="7879"/>
                  <a:pt x="19057" y="7646"/>
                  <a:pt x="18963" y="7418"/>
                </a:cubicBezTo>
                <a:cubicBezTo>
                  <a:pt x="18923" y="7321"/>
                  <a:pt x="18876" y="7229"/>
                  <a:pt x="18833" y="7134"/>
                </a:cubicBezTo>
                <a:cubicBezTo>
                  <a:pt x="18771" y="6999"/>
                  <a:pt x="18708" y="6865"/>
                  <a:pt x="18640" y="6734"/>
                </a:cubicBezTo>
                <a:cubicBezTo>
                  <a:pt x="18580" y="6618"/>
                  <a:pt x="18516" y="6504"/>
                  <a:pt x="18450" y="6391"/>
                </a:cubicBezTo>
                <a:cubicBezTo>
                  <a:pt x="18392" y="6291"/>
                  <a:pt x="18331" y="6192"/>
                  <a:pt x="18269" y="6094"/>
                </a:cubicBezTo>
                <a:cubicBezTo>
                  <a:pt x="18192" y="5971"/>
                  <a:pt x="18114" y="5849"/>
                  <a:pt x="18031" y="5731"/>
                </a:cubicBezTo>
                <a:cubicBezTo>
                  <a:pt x="17986" y="5667"/>
                  <a:pt x="17936" y="5605"/>
                  <a:pt x="17889" y="5541"/>
                </a:cubicBezTo>
                <a:cubicBezTo>
                  <a:pt x="17544" y="5080"/>
                  <a:pt x="17159" y="4651"/>
                  <a:pt x="16732" y="4265"/>
                </a:cubicBezTo>
                <a:cubicBezTo>
                  <a:pt x="16705" y="4241"/>
                  <a:pt x="16679" y="4216"/>
                  <a:pt x="16652" y="4192"/>
                </a:cubicBezTo>
                <a:cubicBezTo>
                  <a:pt x="16499" y="4058"/>
                  <a:pt x="16343" y="3927"/>
                  <a:pt x="16181" y="3803"/>
                </a:cubicBezTo>
                <a:cubicBezTo>
                  <a:pt x="16173" y="3796"/>
                  <a:pt x="16165" y="3790"/>
                  <a:pt x="16156" y="3784"/>
                </a:cubicBezTo>
                <a:cubicBezTo>
                  <a:pt x="15459" y="3252"/>
                  <a:pt x="14680" y="2821"/>
                  <a:pt x="13842" y="2513"/>
                </a:cubicBezTo>
                <a:cubicBezTo>
                  <a:pt x="13592" y="2912"/>
                  <a:pt x="13337" y="3420"/>
                  <a:pt x="13040" y="3590"/>
                </a:cubicBezTo>
                <a:cubicBezTo>
                  <a:pt x="12610" y="3835"/>
                  <a:pt x="12641" y="4817"/>
                  <a:pt x="13469" y="4725"/>
                </a:cubicBezTo>
                <a:cubicBezTo>
                  <a:pt x="13469" y="4725"/>
                  <a:pt x="13224" y="4970"/>
                  <a:pt x="13469" y="5860"/>
                </a:cubicBezTo>
                <a:cubicBezTo>
                  <a:pt x="13715" y="6750"/>
                  <a:pt x="14126" y="6943"/>
                  <a:pt x="15341" y="6443"/>
                </a:cubicBezTo>
                <a:cubicBezTo>
                  <a:pt x="15862" y="6228"/>
                  <a:pt x="16258" y="6340"/>
                  <a:pt x="16200" y="6873"/>
                </a:cubicBezTo>
                <a:cubicBezTo>
                  <a:pt x="16077" y="8008"/>
                  <a:pt x="15202" y="7960"/>
                  <a:pt x="15862" y="9788"/>
                </a:cubicBezTo>
                <a:cubicBezTo>
                  <a:pt x="16261" y="10892"/>
                  <a:pt x="17243" y="11322"/>
                  <a:pt x="17611" y="12181"/>
                </a:cubicBezTo>
                <a:cubicBezTo>
                  <a:pt x="17814" y="12653"/>
                  <a:pt x="18591" y="13088"/>
                  <a:pt x="19250" y="13384"/>
                </a:cubicBezTo>
                <a:cubicBezTo>
                  <a:pt x="19321" y="13153"/>
                  <a:pt x="19380" y="12917"/>
                  <a:pt x="19432" y="12677"/>
                </a:cubicBezTo>
                <a:cubicBezTo>
                  <a:pt x="19452" y="12587"/>
                  <a:pt x="19467" y="12494"/>
                  <a:pt x="19484" y="12402"/>
                </a:cubicBezTo>
                <a:cubicBezTo>
                  <a:pt x="19517" y="12224"/>
                  <a:pt x="19545" y="12044"/>
                  <a:pt x="19566" y="11862"/>
                </a:cubicBezTo>
                <a:cubicBezTo>
                  <a:pt x="19576" y="11776"/>
                  <a:pt x="19588" y="11691"/>
                  <a:pt x="19596" y="11604"/>
                </a:cubicBezTo>
                <a:cubicBezTo>
                  <a:pt x="19620" y="11340"/>
                  <a:pt x="19636" y="11072"/>
                  <a:pt x="19636" y="10800"/>
                </a:cubicBezTo>
                <a:cubicBezTo>
                  <a:pt x="19636" y="10523"/>
                  <a:pt x="19620" y="10250"/>
                  <a:pt x="19595" y="998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8407" y="9726"/>
                </a:moveTo>
                <a:cubicBezTo>
                  <a:pt x="8468" y="9020"/>
                  <a:pt x="9603" y="8284"/>
                  <a:pt x="10370" y="7947"/>
                </a:cubicBezTo>
                <a:cubicBezTo>
                  <a:pt x="11137" y="7609"/>
                  <a:pt x="11843" y="7486"/>
                  <a:pt x="11751" y="6903"/>
                </a:cubicBezTo>
                <a:cubicBezTo>
                  <a:pt x="11659" y="6320"/>
                  <a:pt x="11444" y="5891"/>
                  <a:pt x="10248" y="5891"/>
                </a:cubicBezTo>
                <a:cubicBezTo>
                  <a:pt x="9051" y="5891"/>
                  <a:pt x="9573" y="7486"/>
                  <a:pt x="8591" y="6535"/>
                </a:cubicBezTo>
                <a:cubicBezTo>
                  <a:pt x="7609" y="5584"/>
                  <a:pt x="8805" y="5830"/>
                  <a:pt x="9296" y="5615"/>
                </a:cubicBezTo>
                <a:cubicBezTo>
                  <a:pt x="9787" y="5400"/>
                  <a:pt x="10278" y="4510"/>
                  <a:pt x="9419" y="4449"/>
                </a:cubicBezTo>
                <a:cubicBezTo>
                  <a:pt x="8560" y="4388"/>
                  <a:pt x="8744" y="4817"/>
                  <a:pt x="8069" y="4572"/>
                </a:cubicBezTo>
                <a:cubicBezTo>
                  <a:pt x="7394" y="4326"/>
                  <a:pt x="7087" y="5431"/>
                  <a:pt x="6658" y="5277"/>
                </a:cubicBezTo>
                <a:cubicBezTo>
                  <a:pt x="6373" y="5176"/>
                  <a:pt x="5613" y="4605"/>
                  <a:pt x="5110" y="4044"/>
                </a:cubicBezTo>
                <a:cubicBezTo>
                  <a:pt x="4094" y="4900"/>
                  <a:pt x="3277" y="5982"/>
                  <a:pt x="2729" y="7212"/>
                </a:cubicBezTo>
                <a:cubicBezTo>
                  <a:pt x="2875" y="8862"/>
                  <a:pt x="3774" y="9726"/>
                  <a:pt x="3774" y="9726"/>
                </a:cubicBezTo>
                <a:cubicBezTo>
                  <a:pt x="3774" y="9726"/>
                  <a:pt x="4234" y="10800"/>
                  <a:pt x="6995" y="12119"/>
                </a:cubicBezTo>
                <a:cubicBezTo>
                  <a:pt x="6995" y="12119"/>
                  <a:pt x="7517" y="12150"/>
                  <a:pt x="6903" y="11536"/>
                </a:cubicBezTo>
                <a:cubicBezTo>
                  <a:pt x="6290" y="10923"/>
                  <a:pt x="5615" y="10156"/>
                  <a:pt x="6382" y="9757"/>
                </a:cubicBezTo>
                <a:cubicBezTo>
                  <a:pt x="7149" y="9358"/>
                  <a:pt x="7364" y="9389"/>
                  <a:pt x="7548" y="10125"/>
                </a:cubicBezTo>
                <a:cubicBezTo>
                  <a:pt x="7732" y="10861"/>
                  <a:pt x="8345" y="10432"/>
                  <a:pt x="8407" y="9726"/>
                </a:cubicBezTo>
                <a:moveTo>
                  <a:pt x="16246" y="12871"/>
                </a:moveTo>
                <a:cubicBezTo>
                  <a:pt x="15893" y="13086"/>
                  <a:pt x="15908" y="13561"/>
                  <a:pt x="16200" y="13822"/>
                </a:cubicBezTo>
                <a:cubicBezTo>
                  <a:pt x="16491" y="14083"/>
                  <a:pt x="17074" y="14420"/>
                  <a:pt x="17258" y="13822"/>
                </a:cubicBezTo>
                <a:cubicBezTo>
                  <a:pt x="17442" y="13224"/>
                  <a:pt x="16599" y="12656"/>
                  <a:pt x="16246" y="12871"/>
                </a:cubicBezTo>
                <a:moveTo>
                  <a:pt x="12027" y="12948"/>
                </a:moveTo>
                <a:cubicBezTo>
                  <a:pt x="10984" y="12058"/>
                  <a:pt x="11107" y="11659"/>
                  <a:pt x="9787" y="11659"/>
                </a:cubicBezTo>
                <a:cubicBezTo>
                  <a:pt x="8468" y="11659"/>
                  <a:pt x="7640" y="11966"/>
                  <a:pt x="7977" y="13807"/>
                </a:cubicBezTo>
                <a:cubicBezTo>
                  <a:pt x="8315" y="15648"/>
                  <a:pt x="9296" y="14819"/>
                  <a:pt x="9205" y="16231"/>
                </a:cubicBezTo>
                <a:cubicBezTo>
                  <a:pt x="9112" y="17642"/>
                  <a:pt x="9450" y="17949"/>
                  <a:pt x="9665" y="18286"/>
                </a:cubicBezTo>
                <a:cubicBezTo>
                  <a:pt x="9880" y="18624"/>
                  <a:pt x="10524" y="19606"/>
                  <a:pt x="10769" y="18225"/>
                </a:cubicBezTo>
                <a:cubicBezTo>
                  <a:pt x="11015" y="16844"/>
                  <a:pt x="11475" y="16077"/>
                  <a:pt x="11996" y="15402"/>
                </a:cubicBezTo>
                <a:cubicBezTo>
                  <a:pt x="12518" y="14727"/>
                  <a:pt x="13070" y="13837"/>
                  <a:pt x="12027" y="1294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5" name="Shape 2947"/>
          <p:cNvSpPr/>
          <p:nvPr/>
        </p:nvSpPr>
        <p:spPr>
          <a:xfrm>
            <a:off x="5888160" y="246708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8367" y="17673"/>
                </a:moveTo>
                <a:lnTo>
                  <a:pt x="20127" y="17673"/>
                </a:lnTo>
                <a:cubicBezTo>
                  <a:pt x="20398" y="17673"/>
                  <a:pt x="20618" y="17453"/>
                  <a:pt x="20618" y="17182"/>
                </a:cubicBezTo>
                <a:cubicBezTo>
                  <a:pt x="20618" y="16910"/>
                  <a:pt x="20398" y="16691"/>
                  <a:pt x="20127" y="16691"/>
                </a:cubicBezTo>
                <a:lnTo>
                  <a:pt x="17182" y="16691"/>
                </a:lnTo>
                <a:cubicBezTo>
                  <a:pt x="16911" y="16691"/>
                  <a:pt x="16691" y="16910"/>
                  <a:pt x="16691" y="17182"/>
                </a:cubicBezTo>
                <a:lnTo>
                  <a:pt x="16691" y="20127"/>
                </a:lnTo>
                <a:cubicBezTo>
                  <a:pt x="16691" y="20399"/>
                  <a:pt x="16911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8367"/>
                </a:lnTo>
                <a:lnTo>
                  <a:pt x="20762" y="21456"/>
                </a:lnTo>
                <a:cubicBezTo>
                  <a:pt x="20851" y="21545"/>
                  <a:pt x="20974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8367" y="17673"/>
                  <a:pt x="18367" y="17673"/>
                </a:cubicBezTo>
                <a:close/>
                <a:moveTo>
                  <a:pt x="4418" y="16691"/>
                </a:moveTo>
                <a:lnTo>
                  <a:pt x="1473" y="16691"/>
                </a:lnTo>
                <a:cubicBezTo>
                  <a:pt x="1202" y="16691"/>
                  <a:pt x="982" y="16910"/>
                  <a:pt x="982" y="17182"/>
                </a:cubicBezTo>
                <a:cubicBezTo>
                  <a:pt x="982" y="17453"/>
                  <a:pt x="1202" y="17673"/>
                  <a:pt x="1473" y="17673"/>
                </a:cubicBezTo>
                <a:lnTo>
                  <a:pt x="3233" y="17673"/>
                </a:lnTo>
                <a:lnTo>
                  <a:pt x="144" y="20762"/>
                </a:lnTo>
                <a:cubicBezTo>
                  <a:pt x="55" y="20851"/>
                  <a:pt x="0" y="20974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3927" y="18367"/>
                </a:lnTo>
                <a:lnTo>
                  <a:pt x="3927" y="20127"/>
                </a:lnTo>
                <a:cubicBezTo>
                  <a:pt x="3927" y="20399"/>
                  <a:pt x="4147" y="20618"/>
                  <a:pt x="4418" y="20618"/>
                </a:cubicBezTo>
                <a:cubicBezTo>
                  <a:pt x="4689" y="20618"/>
                  <a:pt x="4909" y="20399"/>
                  <a:pt x="4909" y="20127"/>
                </a:cubicBezTo>
                <a:lnTo>
                  <a:pt x="4909" y="17182"/>
                </a:lnTo>
                <a:cubicBezTo>
                  <a:pt x="4909" y="16910"/>
                  <a:pt x="4689" y="16691"/>
                  <a:pt x="4418" y="16691"/>
                </a:cubicBezTo>
                <a:moveTo>
                  <a:pt x="14578" y="13923"/>
                </a:moveTo>
                <a:cubicBezTo>
                  <a:pt x="14366" y="13756"/>
                  <a:pt x="14123" y="13606"/>
                  <a:pt x="13863" y="13470"/>
                </a:cubicBezTo>
                <a:cubicBezTo>
                  <a:pt x="14060" y="12810"/>
                  <a:pt x="14189" y="12080"/>
                  <a:pt x="14228" y="11304"/>
                </a:cubicBezTo>
                <a:lnTo>
                  <a:pt x="15676" y="11304"/>
                </a:lnTo>
                <a:cubicBezTo>
                  <a:pt x="15574" y="12295"/>
                  <a:pt x="15177" y="13195"/>
                  <a:pt x="14578" y="13923"/>
                </a:cubicBezTo>
                <a:moveTo>
                  <a:pt x="13136" y="15120"/>
                </a:moveTo>
                <a:cubicBezTo>
                  <a:pt x="13280" y="14892"/>
                  <a:pt x="13410" y="14641"/>
                  <a:pt x="13529" y="14374"/>
                </a:cubicBezTo>
                <a:cubicBezTo>
                  <a:pt x="13660" y="14445"/>
                  <a:pt x="13781" y="14521"/>
                  <a:pt x="13893" y="14602"/>
                </a:cubicBezTo>
                <a:cubicBezTo>
                  <a:pt x="13656" y="14795"/>
                  <a:pt x="13407" y="14973"/>
                  <a:pt x="13136" y="15120"/>
                </a:cubicBezTo>
                <a:moveTo>
                  <a:pt x="11304" y="12785"/>
                </a:moveTo>
                <a:lnTo>
                  <a:pt x="11304" y="11304"/>
                </a:lnTo>
                <a:lnTo>
                  <a:pt x="13226" y="11304"/>
                </a:lnTo>
                <a:cubicBezTo>
                  <a:pt x="13193" y="11948"/>
                  <a:pt x="13093" y="12547"/>
                  <a:pt x="12949" y="13093"/>
                </a:cubicBezTo>
                <a:cubicBezTo>
                  <a:pt x="12443" y="12931"/>
                  <a:pt x="11890" y="12824"/>
                  <a:pt x="11304" y="12785"/>
                </a:cubicBezTo>
                <a:moveTo>
                  <a:pt x="11304" y="15605"/>
                </a:moveTo>
                <a:lnTo>
                  <a:pt x="11304" y="13766"/>
                </a:lnTo>
                <a:cubicBezTo>
                  <a:pt x="11784" y="13800"/>
                  <a:pt x="12233" y="13886"/>
                  <a:pt x="12642" y="14009"/>
                </a:cubicBezTo>
                <a:cubicBezTo>
                  <a:pt x="12301" y="14805"/>
                  <a:pt x="11837" y="15382"/>
                  <a:pt x="11304" y="15605"/>
                </a:cubicBezTo>
                <a:moveTo>
                  <a:pt x="11304" y="8815"/>
                </a:moveTo>
                <a:cubicBezTo>
                  <a:pt x="11890" y="8776"/>
                  <a:pt x="12443" y="8669"/>
                  <a:pt x="12949" y="8507"/>
                </a:cubicBezTo>
                <a:cubicBezTo>
                  <a:pt x="13093" y="9053"/>
                  <a:pt x="13193" y="9652"/>
                  <a:pt x="13226" y="10297"/>
                </a:cubicBezTo>
                <a:lnTo>
                  <a:pt x="11304" y="10297"/>
                </a:lnTo>
                <a:cubicBezTo>
                  <a:pt x="11304" y="10297"/>
                  <a:pt x="11304" y="8815"/>
                  <a:pt x="11304" y="8815"/>
                </a:cubicBezTo>
                <a:close/>
                <a:moveTo>
                  <a:pt x="11304" y="5995"/>
                </a:moveTo>
                <a:cubicBezTo>
                  <a:pt x="11837" y="6218"/>
                  <a:pt x="12301" y="6795"/>
                  <a:pt x="12642" y="7591"/>
                </a:cubicBezTo>
                <a:cubicBezTo>
                  <a:pt x="12233" y="7714"/>
                  <a:pt x="11784" y="7800"/>
                  <a:pt x="11304" y="7835"/>
                </a:cubicBezTo>
                <a:cubicBezTo>
                  <a:pt x="11304" y="7835"/>
                  <a:pt x="11304" y="5995"/>
                  <a:pt x="11304" y="5995"/>
                </a:cubicBezTo>
                <a:close/>
                <a:moveTo>
                  <a:pt x="13893" y="6998"/>
                </a:moveTo>
                <a:cubicBezTo>
                  <a:pt x="13781" y="7079"/>
                  <a:pt x="13660" y="7155"/>
                  <a:pt x="13529" y="7227"/>
                </a:cubicBezTo>
                <a:cubicBezTo>
                  <a:pt x="13410" y="6960"/>
                  <a:pt x="13280" y="6708"/>
                  <a:pt x="13136" y="6480"/>
                </a:cubicBezTo>
                <a:cubicBezTo>
                  <a:pt x="13407" y="6627"/>
                  <a:pt x="13656" y="6805"/>
                  <a:pt x="13893" y="6998"/>
                </a:cubicBezTo>
                <a:moveTo>
                  <a:pt x="15676" y="10297"/>
                </a:moveTo>
                <a:lnTo>
                  <a:pt x="14228" y="10297"/>
                </a:lnTo>
                <a:cubicBezTo>
                  <a:pt x="14189" y="9520"/>
                  <a:pt x="14060" y="8790"/>
                  <a:pt x="13863" y="8130"/>
                </a:cubicBezTo>
                <a:cubicBezTo>
                  <a:pt x="14123" y="7994"/>
                  <a:pt x="14366" y="7844"/>
                  <a:pt x="14578" y="7677"/>
                </a:cubicBezTo>
                <a:cubicBezTo>
                  <a:pt x="15177" y="8405"/>
                  <a:pt x="15574" y="9305"/>
                  <a:pt x="15676" y="10297"/>
                </a:cubicBezTo>
                <a:moveTo>
                  <a:pt x="10296" y="7835"/>
                </a:moveTo>
                <a:cubicBezTo>
                  <a:pt x="9816" y="7800"/>
                  <a:pt x="9367" y="7714"/>
                  <a:pt x="8958" y="7591"/>
                </a:cubicBezTo>
                <a:cubicBezTo>
                  <a:pt x="9299" y="6795"/>
                  <a:pt x="9764" y="6218"/>
                  <a:pt x="10296" y="5995"/>
                </a:cubicBezTo>
                <a:cubicBezTo>
                  <a:pt x="10296" y="5995"/>
                  <a:pt x="10296" y="7835"/>
                  <a:pt x="10296" y="7835"/>
                </a:cubicBezTo>
                <a:close/>
                <a:moveTo>
                  <a:pt x="10296" y="10297"/>
                </a:moveTo>
                <a:lnTo>
                  <a:pt x="8374" y="10297"/>
                </a:lnTo>
                <a:cubicBezTo>
                  <a:pt x="8407" y="9652"/>
                  <a:pt x="8507" y="9053"/>
                  <a:pt x="8651" y="8507"/>
                </a:cubicBezTo>
                <a:cubicBezTo>
                  <a:pt x="9158" y="8669"/>
                  <a:pt x="9710" y="8776"/>
                  <a:pt x="10296" y="8815"/>
                </a:cubicBezTo>
                <a:cubicBezTo>
                  <a:pt x="10296" y="8815"/>
                  <a:pt x="10296" y="10297"/>
                  <a:pt x="10296" y="10297"/>
                </a:cubicBezTo>
                <a:close/>
                <a:moveTo>
                  <a:pt x="10296" y="12785"/>
                </a:moveTo>
                <a:cubicBezTo>
                  <a:pt x="9710" y="12824"/>
                  <a:pt x="9158" y="12931"/>
                  <a:pt x="8651" y="13093"/>
                </a:cubicBezTo>
                <a:cubicBezTo>
                  <a:pt x="8507" y="12547"/>
                  <a:pt x="8407" y="11948"/>
                  <a:pt x="8374" y="11304"/>
                </a:cubicBezTo>
                <a:lnTo>
                  <a:pt x="10296" y="11304"/>
                </a:lnTo>
                <a:cubicBezTo>
                  <a:pt x="10296" y="11304"/>
                  <a:pt x="10296" y="12785"/>
                  <a:pt x="10296" y="12785"/>
                </a:cubicBezTo>
                <a:close/>
                <a:moveTo>
                  <a:pt x="10296" y="15605"/>
                </a:moveTo>
                <a:cubicBezTo>
                  <a:pt x="9764" y="15382"/>
                  <a:pt x="9299" y="14805"/>
                  <a:pt x="8958" y="14009"/>
                </a:cubicBezTo>
                <a:cubicBezTo>
                  <a:pt x="9367" y="13886"/>
                  <a:pt x="9816" y="13800"/>
                  <a:pt x="10296" y="13766"/>
                </a:cubicBezTo>
                <a:cubicBezTo>
                  <a:pt x="10296" y="13766"/>
                  <a:pt x="10296" y="15605"/>
                  <a:pt x="10296" y="15605"/>
                </a:cubicBezTo>
                <a:close/>
                <a:moveTo>
                  <a:pt x="7707" y="14602"/>
                </a:moveTo>
                <a:cubicBezTo>
                  <a:pt x="7819" y="14521"/>
                  <a:pt x="7941" y="14445"/>
                  <a:pt x="8071" y="14374"/>
                </a:cubicBezTo>
                <a:cubicBezTo>
                  <a:pt x="8190" y="14641"/>
                  <a:pt x="8321" y="14892"/>
                  <a:pt x="8464" y="15120"/>
                </a:cubicBezTo>
                <a:cubicBezTo>
                  <a:pt x="8193" y="14973"/>
                  <a:pt x="7944" y="14795"/>
                  <a:pt x="7707" y="14602"/>
                </a:cubicBezTo>
                <a:moveTo>
                  <a:pt x="5925" y="11304"/>
                </a:moveTo>
                <a:lnTo>
                  <a:pt x="7372" y="11304"/>
                </a:lnTo>
                <a:cubicBezTo>
                  <a:pt x="7411" y="12080"/>
                  <a:pt x="7540" y="12810"/>
                  <a:pt x="7737" y="13470"/>
                </a:cubicBezTo>
                <a:cubicBezTo>
                  <a:pt x="7477" y="13606"/>
                  <a:pt x="7235" y="13756"/>
                  <a:pt x="7022" y="13923"/>
                </a:cubicBezTo>
                <a:cubicBezTo>
                  <a:pt x="6423" y="13195"/>
                  <a:pt x="6026" y="12295"/>
                  <a:pt x="5925" y="11304"/>
                </a:cubicBezTo>
                <a:moveTo>
                  <a:pt x="7022" y="7677"/>
                </a:moveTo>
                <a:cubicBezTo>
                  <a:pt x="7235" y="7844"/>
                  <a:pt x="7477" y="7994"/>
                  <a:pt x="7737" y="8130"/>
                </a:cubicBezTo>
                <a:cubicBezTo>
                  <a:pt x="7540" y="8790"/>
                  <a:pt x="7411" y="9520"/>
                  <a:pt x="7372" y="10297"/>
                </a:cubicBezTo>
                <a:lnTo>
                  <a:pt x="5925" y="10297"/>
                </a:lnTo>
                <a:cubicBezTo>
                  <a:pt x="6026" y="9305"/>
                  <a:pt x="6423" y="8405"/>
                  <a:pt x="7022" y="7677"/>
                </a:cubicBezTo>
                <a:moveTo>
                  <a:pt x="8464" y="6480"/>
                </a:moveTo>
                <a:cubicBezTo>
                  <a:pt x="8321" y="6708"/>
                  <a:pt x="8190" y="6960"/>
                  <a:pt x="8071" y="7227"/>
                </a:cubicBezTo>
                <a:cubicBezTo>
                  <a:pt x="7941" y="7155"/>
                  <a:pt x="7819" y="7079"/>
                  <a:pt x="7707" y="6998"/>
                </a:cubicBezTo>
                <a:cubicBezTo>
                  <a:pt x="7944" y="6805"/>
                  <a:pt x="8193" y="6627"/>
                  <a:pt x="8464" y="6480"/>
                </a:cubicBezTo>
                <a:moveTo>
                  <a:pt x="10800" y="4909"/>
                </a:moveTo>
                <a:cubicBezTo>
                  <a:pt x="7546" y="4909"/>
                  <a:pt x="4909" y="7546"/>
                  <a:pt x="4909" y="10800"/>
                </a:cubicBezTo>
                <a:cubicBezTo>
                  <a:pt x="4909" y="14053"/>
                  <a:pt x="7546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6"/>
                  <a:pt x="14053" y="4909"/>
                  <a:pt x="10800" y="4909"/>
                </a:cubicBezTo>
                <a:moveTo>
                  <a:pt x="3233" y="3927"/>
                </a:moveTo>
                <a:lnTo>
                  <a:pt x="1473" y="3927"/>
                </a:lnTo>
                <a:cubicBezTo>
                  <a:pt x="1202" y="3927"/>
                  <a:pt x="982" y="4147"/>
                  <a:pt x="982" y="4418"/>
                </a:cubicBezTo>
                <a:cubicBezTo>
                  <a:pt x="982" y="4690"/>
                  <a:pt x="1202" y="4909"/>
                  <a:pt x="1473" y="4909"/>
                </a:cubicBezTo>
                <a:lnTo>
                  <a:pt x="4418" y="4909"/>
                </a:lnTo>
                <a:cubicBezTo>
                  <a:pt x="4689" y="4909"/>
                  <a:pt x="4909" y="4690"/>
                  <a:pt x="4909" y="4418"/>
                </a:cubicBezTo>
                <a:lnTo>
                  <a:pt x="4909" y="1473"/>
                </a:lnTo>
                <a:cubicBezTo>
                  <a:pt x="4909" y="1201"/>
                  <a:pt x="4689" y="982"/>
                  <a:pt x="4418" y="982"/>
                </a:cubicBezTo>
                <a:cubicBezTo>
                  <a:pt x="4147" y="982"/>
                  <a:pt x="3927" y="1201"/>
                  <a:pt x="3927" y="1473"/>
                </a:cubicBezTo>
                <a:lnTo>
                  <a:pt x="3927" y="3233"/>
                </a:lnTo>
                <a:lnTo>
                  <a:pt x="838" y="144"/>
                </a:lnTo>
                <a:cubicBezTo>
                  <a:pt x="749" y="55"/>
                  <a:pt x="626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cubicBezTo>
                  <a:pt x="0" y="627"/>
                  <a:pt x="55" y="749"/>
                  <a:pt x="144" y="838"/>
                </a:cubicBezTo>
                <a:cubicBezTo>
                  <a:pt x="144" y="838"/>
                  <a:pt x="3233" y="3927"/>
                  <a:pt x="3233" y="3927"/>
                </a:cubicBezTo>
                <a:close/>
                <a:moveTo>
                  <a:pt x="17182" y="4909"/>
                </a:moveTo>
                <a:lnTo>
                  <a:pt x="20127" y="4909"/>
                </a:lnTo>
                <a:cubicBezTo>
                  <a:pt x="20398" y="4909"/>
                  <a:pt x="20618" y="4690"/>
                  <a:pt x="20618" y="4418"/>
                </a:cubicBezTo>
                <a:cubicBezTo>
                  <a:pt x="20618" y="4147"/>
                  <a:pt x="20398" y="3927"/>
                  <a:pt x="20127" y="3927"/>
                </a:cubicBezTo>
                <a:lnTo>
                  <a:pt x="18367" y="3927"/>
                </a:lnTo>
                <a:lnTo>
                  <a:pt x="21456" y="838"/>
                </a:lnTo>
                <a:cubicBezTo>
                  <a:pt x="21545" y="749"/>
                  <a:pt x="21600" y="627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7673" y="3233"/>
                </a:lnTo>
                <a:lnTo>
                  <a:pt x="17673" y="1473"/>
                </a:lnTo>
                <a:cubicBezTo>
                  <a:pt x="17673" y="1201"/>
                  <a:pt x="17453" y="982"/>
                  <a:pt x="17182" y="982"/>
                </a:cubicBezTo>
                <a:cubicBezTo>
                  <a:pt x="16911" y="982"/>
                  <a:pt x="16691" y="1201"/>
                  <a:pt x="16691" y="1473"/>
                </a:cubicBezTo>
                <a:lnTo>
                  <a:pt x="16691" y="4418"/>
                </a:lnTo>
                <a:cubicBezTo>
                  <a:pt x="16691" y="4690"/>
                  <a:pt x="16911" y="4909"/>
                  <a:pt x="17182" y="4909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6" name="Shape 2948"/>
          <p:cNvSpPr/>
          <p:nvPr/>
        </p:nvSpPr>
        <p:spPr>
          <a:xfrm>
            <a:off x="6316560" y="2467080"/>
            <a:ext cx="15264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6275" y="6273"/>
                </a:moveTo>
                <a:cubicBezTo>
                  <a:pt x="6275" y="6273"/>
                  <a:pt x="6661" y="6914"/>
                  <a:pt x="8976" y="7703"/>
                </a:cubicBezTo>
                <a:cubicBezTo>
                  <a:pt x="8976" y="7703"/>
                  <a:pt x="9413" y="7721"/>
                  <a:pt x="8899" y="7354"/>
                </a:cubicBezTo>
                <a:cubicBezTo>
                  <a:pt x="8384" y="6987"/>
                  <a:pt x="7819" y="6529"/>
                  <a:pt x="8462" y="6291"/>
                </a:cubicBezTo>
                <a:cubicBezTo>
                  <a:pt x="9104" y="6052"/>
                  <a:pt x="9285" y="6071"/>
                  <a:pt x="9439" y="6511"/>
                </a:cubicBezTo>
                <a:cubicBezTo>
                  <a:pt x="9594" y="6950"/>
                  <a:pt x="10108" y="6694"/>
                  <a:pt x="10159" y="6273"/>
                </a:cubicBezTo>
                <a:cubicBezTo>
                  <a:pt x="10211" y="5851"/>
                  <a:pt x="11163" y="5411"/>
                  <a:pt x="11806" y="5209"/>
                </a:cubicBezTo>
                <a:cubicBezTo>
                  <a:pt x="12449" y="5007"/>
                  <a:pt x="13040" y="4934"/>
                  <a:pt x="12963" y="4585"/>
                </a:cubicBezTo>
                <a:cubicBezTo>
                  <a:pt x="12886" y="4237"/>
                  <a:pt x="12706" y="3980"/>
                  <a:pt x="11703" y="3980"/>
                </a:cubicBezTo>
                <a:cubicBezTo>
                  <a:pt x="10699" y="3980"/>
                  <a:pt x="11137" y="4934"/>
                  <a:pt x="10314" y="4365"/>
                </a:cubicBezTo>
                <a:cubicBezTo>
                  <a:pt x="9491" y="3797"/>
                  <a:pt x="10493" y="3944"/>
                  <a:pt x="10905" y="3816"/>
                </a:cubicBezTo>
                <a:cubicBezTo>
                  <a:pt x="11317" y="3687"/>
                  <a:pt x="11729" y="3155"/>
                  <a:pt x="11009" y="3119"/>
                </a:cubicBezTo>
                <a:cubicBezTo>
                  <a:pt x="10287" y="3082"/>
                  <a:pt x="10442" y="3339"/>
                  <a:pt x="9876" y="3192"/>
                </a:cubicBezTo>
                <a:cubicBezTo>
                  <a:pt x="9310" y="3045"/>
                  <a:pt x="9053" y="3706"/>
                  <a:pt x="8693" y="3614"/>
                </a:cubicBezTo>
                <a:cubicBezTo>
                  <a:pt x="8519" y="3570"/>
                  <a:pt x="8131" y="3374"/>
                  <a:pt x="7770" y="3142"/>
                </a:cubicBezTo>
                <a:cubicBezTo>
                  <a:pt x="6767" y="3765"/>
                  <a:pt x="6022" y="4597"/>
                  <a:pt x="5656" y="5546"/>
                </a:cubicBezTo>
                <a:cubicBezTo>
                  <a:pt x="5919" y="6021"/>
                  <a:pt x="6275" y="6273"/>
                  <a:pt x="6275" y="6273"/>
                </a:cubicBezTo>
                <a:moveTo>
                  <a:pt x="20588" y="12027"/>
                </a:moveTo>
                <a:cubicBezTo>
                  <a:pt x="20407" y="12027"/>
                  <a:pt x="20245" y="12080"/>
                  <a:pt x="20124" y="12164"/>
                </a:cubicBezTo>
                <a:lnTo>
                  <a:pt x="20119" y="12161"/>
                </a:lnTo>
                <a:cubicBezTo>
                  <a:pt x="18145" y="13734"/>
                  <a:pt x="15310" y="14727"/>
                  <a:pt x="12150" y="14727"/>
                </a:cubicBezTo>
                <a:cubicBezTo>
                  <a:pt x="6186" y="14727"/>
                  <a:pt x="1350" y="11211"/>
                  <a:pt x="1350" y="6873"/>
                </a:cubicBezTo>
                <a:cubicBezTo>
                  <a:pt x="1350" y="4606"/>
                  <a:pt x="2678" y="2571"/>
                  <a:pt x="4788" y="1137"/>
                </a:cubicBezTo>
                <a:lnTo>
                  <a:pt x="4777" y="1127"/>
                </a:lnTo>
                <a:cubicBezTo>
                  <a:pt x="4945" y="1037"/>
                  <a:pt x="5062" y="900"/>
                  <a:pt x="5062" y="736"/>
                </a:cubicBezTo>
                <a:cubicBezTo>
                  <a:pt x="5062" y="465"/>
                  <a:pt x="4760" y="245"/>
                  <a:pt x="4388" y="245"/>
                </a:cubicBezTo>
                <a:cubicBezTo>
                  <a:pt x="4192" y="245"/>
                  <a:pt x="4020" y="308"/>
                  <a:pt x="3897" y="405"/>
                </a:cubicBezTo>
                <a:lnTo>
                  <a:pt x="3895" y="403"/>
                </a:lnTo>
                <a:cubicBezTo>
                  <a:pt x="1505" y="2016"/>
                  <a:pt x="0" y="4314"/>
                  <a:pt x="0" y="6873"/>
                </a:cubicBezTo>
                <a:cubicBezTo>
                  <a:pt x="0" y="11587"/>
                  <a:pt x="5081" y="15428"/>
                  <a:pt x="11475" y="15684"/>
                </a:cubicBezTo>
                <a:lnTo>
                  <a:pt x="11475" y="20618"/>
                </a:lnTo>
                <a:lnTo>
                  <a:pt x="7425" y="20618"/>
                </a:lnTo>
                <a:cubicBezTo>
                  <a:pt x="7052" y="20618"/>
                  <a:pt x="6750" y="20838"/>
                  <a:pt x="6750" y="21109"/>
                </a:cubicBezTo>
                <a:cubicBezTo>
                  <a:pt x="6750" y="21380"/>
                  <a:pt x="7052" y="21600"/>
                  <a:pt x="7425" y="21600"/>
                </a:cubicBezTo>
                <a:lnTo>
                  <a:pt x="16875" y="21600"/>
                </a:lnTo>
                <a:cubicBezTo>
                  <a:pt x="17247" y="21600"/>
                  <a:pt x="17550" y="21380"/>
                  <a:pt x="17550" y="21109"/>
                </a:cubicBezTo>
                <a:cubicBezTo>
                  <a:pt x="17550" y="20838"/>
                  <a:pt x="17247" y="20618"/>
                  <a:pt x="16875" y="20618"/>
                </a:cubicBezTo>
                <a:lnTo>
                  <a:pt x="12825" y="20618"/>
                </a:lnTo>
                <a:lnTo>
                  <a:pt x="12825" y="15684"/>
                </a:lnTo>
                <a:cubicBezTo>
                  <a:pt x="16068" y="15554"/>
                  <a:pt x="18970" y="14500"/>
                  <a:pt x="21045" y="12880"/>
                </a:cubicBezTo>
                <a:lnTo>
                  <a:pt x="21041" y="12877"/>
                </a:lnTo>
                <a:cubicBezTo>
                  <a:pt x="21175" y="12788"/>
                  <a:pt x="21262" y="12661"/>
                  <a:pt x="21262" y="12518"/>
                </a:cubicBezTo>
                <a:cubicBezTo>
                  <a:pt x="21262" y="12247"/>
                  <a:pt x="20960" y="12027"/>
                  <a:pt x="20588" y="12027"/>
                </a:cubicBezTo>
                <a:moveTo>
                  <a:pt x="12150" y="982"/>
                </a:moveTo>
                <a:cubicBezTo>
                  <a:pt x="16623" y="982"/>
                  <a:pt x="20250" y="3619"/>
                  <a:pt x="20250" y="6873"/>
                </a:cubicBezTo>
                <a:cubicBezTo>
                  <a:pt x="20250" y="10127"/>
                  <a:pt x="16623" y="12764"/>
                  <a:pt x="12150" y="12764"/>
                </a:cubicBezTo>
                <a:cubicBezTo>
                  <a:pt x="7677" y="12764"/>
                  <a:pt x="4050" y="10127"/>
                  <a:pt x="4050" y="6873"/>
                </a:cubicBezTo>
                <a:cubicBezTo>
                  <a:pt x="4050" y="3619"/>
                  <a:pt x="7677" y="982"/>
                  <a:pt x="12150" y="982"/>
                </a:cubicBezTo>
                <a:moveTo>
                  <a:pt x="12150" y="13745"/>
                </a:moveTo>
                <a:cubicBezTo>
                  <a:pt x="17369" y="13745"/>
                  <a:pt x="21600" y="10669"/>
                  <a:pt x="21600" y="6873"/>
                </a:cubicBezTo>
                <a:cubicBezTo>
                  <a:pt x="21600" y="3077"/>
                  <a:pt x="17369" y="0"/>
                  <a:pt x="12150" y="0"/>
                </a:cubicBezTo>
                <a:cubicBezTo>
                  <a:pt x="6931" y="0"/>
                  <a:pt x="2700" y="3077"/>
                  <a:pt x="2700" y="6873"/>
                </a:cubicBezTo>
                <a:cubicBezTo>
                  <a:pt x="2700" y="10669"/>
                  <a:pt x="6931" y="13745"/>
                  <a:pt x="12150" y="13745"/>
                </a:cubicBezTo>
                <a:moveTo>
                  <a:pt x="16733" y="8152"/>
                </a:moveTo>
                <a:cubicBezTo>
                  <a:pt x="16437" y="8280"/>
                  <a:pt x="16449" y="8564"/>
                  <a:pt x="16693" y="8720"/>
                </a:cubicBezTo>
                <a:cubicBezTo>
                  <a:pt x="16938" y="8876"/>
                  <a:pt x="17427" y="9078"/>
                  <a:pt x="17581" y="8720"/>
                </a:cubicBezTo>
                <a:cubicBezTo>
                  <a:pt x="17736" y="8362"/>
                  <a:pt x="17028" y="8023"/>
                  <a:pt x="16733" y="8152"/>
                </a:cubicBezTo>
                <a:moveTo>
                  <a:pt x="11317" y="7428"/>
                </a:moveTo>
                <a:cubicBezTo>
                  <a:pt x="10211" y="7428"/>
                  <a:pt x="9516" y="7611"/>
                  <a:pt x="9800" y="8711"/>
                </a:cubicBezTo>
                <a:cubicBezTo>
                  <a:pt x="10082" y="9811"/>
                  <a:pt x="10905" y="9316"/>
                  <a:pt x="10828" y="10160"/>
                </a:cubicBezTo>
                <a:cubicBezTo>
                  <a:pt x="10751" y="11003"/>
                  <a:pt x="11034" y="11186"/>
                  <a:pt x="11214" y="11388"/>
                </a:cubicBezTo>
                <a:cubicBezTo>
                  <a:pt x="11315" y="11501"/>
                  <a:pt x="11532" y="11731"/>
                  <a:pt x="11738" y="11767"/>
                </a:cubicBezTo>
                <a:cubicBezTo>
                  <a:pt x="11768" y="11768"/>
                  <a:pt x="11798" y="11769"/>
                  <a:pt x="11828" y="11770"/>
                </a:cubicBezTo>
                <a:cubicBezTo>
                  <a:pt x="11954" y="11751"/>
                  <a:pt x="12068" y="11642"/>
                  <a:pt x="12140" y="11351"/>
                </a:cubicBezTo>
                <a:cubicBezTo>
                  <a:pt x="12346" y="10526"/>
                  <a:pt x="12732" y="10067"/>
                  <a:pt x="13169" y="9664"/>
                </a:cubicBezTo>
                <a:cubicBezTo>
                  <a:pt x="13606" y="9261"/>
                  <a:pt x="14070" y="8729"/>
                  <a:pt x="13195" y="8197"/>
                </a:cubicBezTo>
                <a:cubicBezTo>
                  <a:pt x="12320" y="7666"/>
                  <a:pt x="12423" y="7428"/>
                  <a:pt x="11317" y="7428"/>
                </a:cubicBezTo>
                <a:moveTo>
                  <a:pt x="14404" y="3284"/>
                </a:moveTo>
                <a:cubicBezTo>
                  <a:pt x="14404" y="3284"/>
                  <a:pt x="14198" y="3431"/>
                  <a:pt x="14404" y="3962"/>
                </a:cubicBezTo>
                <a:cubicBezTo>
                  <a:pt x="14610" y="4494"/>
                  <a:pt x="14955" y="4609"/>
                  <a:pt x="15974" y="4311"/>
                </a:cubicBezTo>
                <a:cubicBezTo>
                  <a:pt x="16411" y="4182"/>
                  <a:pt x="16742" y="4248"/>
                  <a:pt x="16693" y="4567"/>
                </a:cubicBezTo>
                <a:cubicBezTo>
                  <a:pt x="16591" y="5246"/>
                  <a:pt x="15858" y="5217"/>
                  <a:pt x="16411" y="6309"/>
                </a:cubicBezTo>
                <a:cubicBezTo>
                  <a:pt x="16745" y="6969"/>
                  <a:pt x="17568" y="7226"/>
                  <a:pt x="17877" y="7739"/>
                </a:cubicBezTo>
                <a:cubicBezTo>
                  <a:pt x="17984" y="7918"/>
                  <a:pt x="18288" y="8083"/>
                  <a:pt x="18633" y="8228"/>
                </a:cubicBezTo>
                <a:cubicBezTo>
                  <a:pt x="18803" y="7797"/>
                  <a:pt x="18900" y="7344"/>
                  <a:pt x="18900" y="6873"/>
                </a:cubicBezTo>
                <a:cubicBezTo>
                  <a:pt x="18900" y="4752"/>
                  <a:pt x="17047" y="2950"/>
                  <a:pt x="14457" y="2264"/>
                </a:cubicBezTo>
                <a:cubicBezTo>
                  <a:pt x="14328" y="2411"/>
                  <a:pt x="14192" y="2545"/>
                  <a:pt x="14044" y="2605"/>
                </a:cubicBezTo>
                <a:cubicBezTo>
                  <a:pt x="13684" y="2752"/>
                  <a:pt x="13710" y="3339"/>
                  <a:pt x="14404" y="328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7" name="Shape 2949"/>
          <p:cNvSpPr/>
          <p:nvPr/>
        </p:nvSpPr>
        <p:spPr>
          <a:xfrm>
            <a:off x="6707160" y="2467080"/>
            <a:ext cx="17136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7152" y="16691"/>
                </a:moveTo>
                <a:lnTo>
                  <a:pt x="3600" y="16691"/>
                </a:lnTo>
                <a:lnTo>
                  <a:pt x="3600" y="11782"/>
                </a:lnTo>
                <a:lnTo>
                  <a:pt x="17152" y="11782"/>
                </a:lnTo>
                <a:lnTo>
                  <a:pt x="20152" y="14236"/>
                </a:lnTo>
                <a:cubicBezTo>
                  <a:pt x="20152" y="14236"/>
                  <a:pt x="17152" y="16691"/>
                  <a:pt x="17152" y="16691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7673"/>
                </a:lnTo>
                <a:lnTo>
                  <a:pt x="11400" y="17673"/>
                </a:lnTo>
                <a:cubicBezTo>
                  <a:pt x="11400" y="17673"/>
                  <a:pt x="11400" y="20618"/>
                  <a:pt x="11400" y="20618"/>
                </a:cubicBezTo>
                <a:close/>
                <a:moveTo>
                  <a:pt x="11400" y="10800"/>
                </a:moveTo>
                <a:lnTo>
                  <a:pt x="10200" y="10800"/>
                </a:lnTo>
                <a:lnTo>
                  <a:pt x="10200" y="8836"/>
                </a:lnTo>
                <a:lnTo>
                  <a:pt x="11400" y="8836"/>
                </a:lnTo>
                <a:cubicBezTo>
                  <a:pt x="11400" y="8836"/>
                  <a:pt x="11400" y="10800"/>
                  <a:pt x="11400" y="10800"/>
                </a:cubicBezTo>
                <a:close/>
                <a:moveTo>
                  <a:pt x="4448" y="7855"/>
                </a:moveTo>
                <a:lnTo>
                  <a:pt x="1448" y="5400"/>
                </a:lnTo>
                <a:lnTo>
                  <a:pt x="4448" y="2945"/>
                </a:lnTo>
                <a:lnTo>
                  <a:pt x="18000" y="2945"/>
                </a:lnTo>
                <a:lnTo>
                  <a:pt x="18000" y="7855"/>
                </a:lnTo>
                <a:cubicBezTo>
                  <a:pt x="18000" y="7855"/>
                  <a:pt x="4448" y="7855"/>
                  <a:pt x="4448" y="7855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1424" y="13889"/>
                </a:moveTo>
                <a:lnTo>
                  <a:pt x="17824" y="10944"/>
                </a:lnTo>
                <a:cubicBezTo>
                  <a:pt x="17715" y="10855"/>
                  <a:pt x="17565" y="10800"/>
                  <a:pt x="17400" y="10800"/>
                </a:cubicBezTo>
                <a:lnTo>
                  <a:pt x="12600" y="10800"/>
                </a:lnTo>
                <a:lnTo>
                  <a:pt x="12600" y="8836"/>
                </a:lnTo>
                <a:lnTo>
                  <a:pt x="18600" y="8836"/>
                </a:lnTo>
                <a:cubicBezTo>
                  <a:pt x="18932" y="8836"/>
                  <a:pt x="19200" y="8616"/>
                  <a:pt x="19200" y="8345"/>
                </a:cubicBezTo>
                <a:lnTo>
                  <a:pt x="19200" y="2455"/>
                </a:lnTo>
                <a:cubicBezTo>
                  <a:pt x="19200" y="2184"/>
                  <a:pt x="18932" y="1964"/>
                  <a:pt x="18600" y="1964"/>
                </a:cubicBez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3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4200" y="1964"/>
                </a:lnTo>
                <a:cubicBezTo>
                  <a:pt x="4034" y="1964"/>
                  <a:pt x="3885" y="2019"/>
                  <a:pt x="3776" y="2107"/>
                </a:cubicBezTo>
                <a:lnTo>
                  <a:pt x="176" y="5053"/>
                </a:lnTo>
                <a:cubicBezTo>
                  <a:pt x="67" y="5142"/>
                  <a:pt x="0" y="5265"/>
                  <a:pt x="0" y="5400"/>
                </a:cubicBezTo>
                <a:cubicBezTo>
                  <a:pt x="0" y="5536"/>
                  <a:pt x="67" y="5658"/>
                  <a:pt x="176" y="5747"/>
                </a:cubicBezTo>
                <a:lnTo>
                  <a:pt x="3776" y="8693"/>
                </a:lnTo>
                <a:cubicBezTo>
                  <a:pt x="3885" y="8782"/>
                  <a:pt x="4034" y="8836"/>
                  <a:pt x="4200" y="8836"/>
                </a:cubicBezTo>
                <a:lnTo>
                  <a:pt x="9000" y="8836"/>
                </a:lnTo>
                <a:lnTo>
                  <a:pt x="9000" y="10800"/>
                </a:lnTo>
                <a:lnTo>
                  <a:pt x="3000" y="10800"/>
                </a:lnTo>
                <a:cubicBezTo>
                  <a:pt x="2668" y="10800"/>
                  <a:pt x="2400" y="11020"/>
                  <a:pt x="2400" y="11291"/>
                </a:cubicBezTo>
                <a:lnTo>
                  <a:pt x="2400" y="17182"/>
                </a:lnTo>
                <a:cubicBezTo>
                  <a:pt x="2400" y="17453"/>
                  <a:pt x="2668" y="17673"/>
                  <a:pt x="3000" y="17673"/>
                </a:cubicBezTo>
                <a:lnTo>
                  <a:pt x="9000" y="17673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3" y="21600"/>
                  <a:pt x="12600" y="21160"/>
                  <a:pt x="12600" y="20618"/>
                </a:cubicBezTo>
                <a:lnTo>
                  <a:pt x="12600" y="17673"/>
                </a:lnTo>
                <a:lnTo>
                  <a:pt x="17400" y="17673"/>
                </a:lnTo>
                <a:cubicBezTo>
                  <a:pt x="17565" y="17673"/>
                  <a:pt x="17715" y="17618"/>
                  <a:pt x="17824" y="17529"/>
                </a:cubicBezTo>
                <a:lnTo>
                  <a:pt x="21424" y="14583"/>
                </a:lnTo>
                <a:cubicBezTo>
                  <a:pt x="21533" y="14495"/>
                  <a:pt x="21600" y="14372"/>
                  <a:pt x="21600" y="14236"/>
                </a:cubicBezTo>
                <a:cubicBezTo>
                  <a:pt x="21600" y="14101"/>
                  <a:pt x="21533" y="13978"/>
                  <a:pt x="21424" y="13889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8" name="Shape 2950"/>
          <p:cNvSpPr/>
          <p:nvPr/>
        </p:nvSpPr>
        <p:spPr>
          <a:xfrm>
            <a:off x="7107120" y="2467080"/>
            <a:ext cx="1717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4200" y="7855"/>
                </a:moveTo>
                <a:lnTo>
                  <a:pt x="7800" y="7855"/>
                </a:lnTo>
                <a:cubicBezTo>
                  <a:pt x="8132" y="7855"/>
                  <a:pt x="8400" y="7635"/>
                  <a:pt x="8400" y="7364"/>
                </a:cubicBezTo>
                <a:cubicBezTo>
                  <a:pt x="8400" y="7092"/>
                  <a:pt x="8132" y="6873"/>
                  <a:pt x="7800" y="6873"/>
                </a:cubicBezTo>
                <a:lnTo>
                  <a:pt x="4200" y="6873"/>
                </a:lnTo>
                <a:cubicBezTo>
                  <a:pt x="3868" y="6873"/>
                  <a:pt x="3600" y="7092"/>
                  <a:pt x="3600" y="7364"/>
                </a:cubicBezTo>
                <a:cubicBezTo>
                  <a:pt x="3600" y="7635"/>
                  <a:pt x="3868" y="7855"/>
                  <a:pt x="4200" y="7855"/>
                </a:cubicBezTo>
                <a:moveTo>
                  <a:pt x="4200" y="11782"/>
                </a:moveTo>
                <a:lnTo>
                  <a:pt x="16200" y="11782"/>
                </a:lnTo>
                <a:cubicBezTo>
                  <a:pt x="16532" y="11782"/>
                  <a:pt x="16800" y="11562"/>
                  <a:pt x="16800" y="11291"/>
                </a:cubicBezTo>
                <a:cubicBezTo>
                  <a:pt x="16800" y="11020"/>
                  <a:pt x="16532" y="10800"/>
                  <a:pt x="16200" y="10800"/>
                </a:cubicBezTo>
                <a:lnTo>
                  <a:pt x="4200" y="10800"/>
                </a:lnTo>
                <a:cubicBezTo>
                  <a:pt x="3868" y="10800"/>
                  <a:pt x="3600" y="11020"/>
                  <a:pt x="3600" y="11291"/>
                </a:cubicBezTo>
                <a:cubicBezTo>
                  <a:pt x="3600" y="11562"/>
                  <a:pt x="3868" y="11782"/>
                  <a:pt x="4200" y="11782"/>
                </a:cubicBezTo>
                <a:moveTo>
                  <a:pt x="4200" y="9818"/>
                </a:moveTo>
                <a:lnTo>
                  <a:pt x="11400" y="9818"/>
                </a:lnTo>
                <a:cubicBezTo>
                  <a:pt x="11732" y="9818"/>
                  <a:pt x="12000" y="9599"/>
                  <a:pt x="12000" y="9327"/>
                </a:cubicBezTo>
                <a:cubicBezTo>
                  <a:pt x="12000" y="9056"/>
                  <a:pt x="11732" y="8836"/>
                  <a:pt x="114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4200" y="5891"/>
                </a:moveTo>
                <a:lnTo>
                  <a:pt x="15000" y="5891"/>
                </a:lnTo>
                <a:cubicBezTo>
                  <a:pt x="15332" y="5891"/>
                  <a:pt x="15600" y="5671"/>
                  <a:pt x="15600" y="5400"/>
                </a:cubicBezTo>
                <a:cubicBezTo>
                  <a:pt x="15600" y="5129"/>
                  <a:pt x="15332" y="4909"/>
                  <a:pt x="15000" y="4909"/>
                </a:cubicBezTo>
                <a:lnTo>
                  <a:pt x="4200" y="4909"/>
                </a:lnTo>
                <a:cubicBezTo>
                  <a:pt x="3868" y="4909"/>
                  <a:pt x="3600" y="5129"/>
                  <a:pt x="3600" y="5400"/>
                </a:cubicBezTo>
                <a:cubicBezTo>
                  <a:pt x="3600" y="5671"/>
                  <a:pt x="3868" y="5891"/>
                  <a:pt x="4200" y="5891"/>
                </a:cubicBezTo>
                <a:moveTo>
                  <a:pt x="20400" y="13745"/>
                </a:moveTo>
                <a:lnTo>
                  <a:pt x="1200" y="13745"/>
                </a:lnTo>
                <a:lnTo>
                  <a:pt x="1200" y="2945"/>
                </a:lnTo>
                <a:lnTo>
                  <a:pt x="20400" y="2945"/>
                </a:lnTo>
                <a:cubicBezTo>
                  <a:pt x="20400" y="2945"/>
                  <a:pt x="20400" y="13745"/>
                  <a:pt x="20400" y="13745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4727"/>
                </a:lnTo>
                <a:lnTo>
                  <a:pt x="11400" y="14727"/>
                </a:lnTo>
                <a:cubicBezTo>
                  <a:pt x="11400" y="14727"/>
                  <a:pt x="11400" y="20618"/>
                  <a:pt x="11400" y="20618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0400" y="1964"/>
                </a:move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2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1200" y="1964"/>
                </a:lnTo>
                <a:cubicBezTo>
                  <a:pt x="537" y="1964"/>
                  <a:pt x="0" y="2404"/>
                  <a:pt x="0" y="2945"/>
                </a:cubicBezTo>
                <a:lnTo>
                  <a:pt x="0" y="13745"/>
                </a:lnTo>
                <a:cubicBezTo>
                  <a:pt x="0" y="14287"/>
                  <a:pt x="537" y="14727"/>
                  <a:pt x="1200" y="14727"/>
                </a:cubicBezTo>
                <a:lnTo>
                  <a:pt x="9000" y="14727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2" y="21600"/>
                  <a:pt x="12600" y="21160"/>
                  <a:pt x="12600" y="20618"/>
                </a:cubicBezTo>
                <a:lnTo>
                  <a:pt x="12600" y="14727"/>
                </a:lnTo>
                <a:lnTo>
                  <a:pt x="20400" y="14727"/>
                </a:lnTo>
                <a:cubicBezTo>
                  <a:pt x="21062" y="14727"/>
                  <a:pt x="21600" y="14287"/>
                  <a:pt x="21600" y="13745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17400" y="8836"/>
                </a:moveTo>
                <a:lnTo>
                  <a:pt x="13800" y="8836"/>
                </a:lnTo>
                <a:cubicBezTo>
                  <a:pt x="13468" y="8836"/>
                  <a:pt x="13200" y="9056"/>
                  <a:pt x="13200" y="9327"/>
                </a:cubicBezTo>
                <a:cubicBezTo>
                  <a:pt x="13200" y="9599"/>
                  <a:pt x="13468" y="9818"/>
                  <a:pt x="13800" y="9818"/>
                </a:cubicBezTo>
                <a:lnTo>
                  <a:pt x="17400" y="9818"/>
                </a:lnTo>
                <a:cubicBezTo>
                  <a:pt x="17732" y="9818"/>
                  <a:pt x="18000" y="9599"/>
                  <a:pt x="18000" y="9327"/>
                </a:cubicBezTo>
                <a:cubicBezTo>
                  <a:pt x="18000" y="9056"/>
                  <a:pt x="17732" y="8836"/>
                  <a:pt x="17400" y="8836"/>
                </a:cubicBezTo>
                <a:moveTo>
                  <a:pt x="9600" y="7364"/>
                </a:moveTo>
                <a:cubicBezTo>
                  <a:pt x="9600" y="7635"/>
                  <a:pt x="9868" y="7855"/>
                  <a:pt x="10200" y="7855"/>
                </a:cubicBezTo>
                <a:lnTo>
                  <a:pt x="17400" y="7855"/>
                </a:lnTo>
                <a:cubicBezTo>
                  <a:pt x="17732" y="7855"/>
                  <a:pt x="18000" y="7635"/>
                  <a:pt x="18000" y="7364"/>
                </a:cubicBezTo>
                <a:cubicBezTo>
                  <a:pt x="18000" y="7092"/>
                  <a:pt x="17732" y="6873"/>
                  <a:pt x="17400" y="6873"/>
                </a:cubicBezTo>
                <a:lnTo>
                  <a:pt x="10200" y="6873"/>
                </a:lnTo>
                <a:cubicBezTo>
                  <a:pt x="9868" y="6873"/>
                  <a:pt x="9600" y="7092"/>
                  <a:pt x="9600" y="736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9" name="Shape 2951"/>
          <p:cNvSpPr/>
          <p:nvPr/>
        </p:nvSpPr>
        <p:spPr>
          <a:xfrm>
            <a:off x="7488360" y="2486160"/>
            <a:ext cx="209520" cy="171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6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5" y="1873"/>
                </a:lnTo>
                <a:cubicBezTo>
                  <a:pt x="9929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5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3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7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3255" y="8400"/>
                </a:moveTo>
                <a:lnTo>
                  <a:pt x="10309" y="8400"/>
                </a:lnTo>
                <a:cubicBezTo>
                  <a:pt x="10038" y="8400"/>
                  <a:pt x="9818" y="8668"/>
                  <a:pt x="9818" y="9000"/>
                </a:cubicBezTo>
                <a:cubicBezTo>
                  <a:pt x="9818" y="9332"/>
                  <a:pt x="10038" y="9600"/>
                  <a:pt x="10309" y="9600"/>
                </a:cubicBezTo>
                <a:lnTo>
                  <a:pt x="11821" y="9600"/>
                </a:lnTo>
                <a:cubicBezTo>
                  <a:pt x="10310" y="11177"/>
                  <a:pt x="7852" y="14224"/>
                  <a:pt x="7852" y="17384"/>
                </a:cubicBezTo>
                <a:lnTo>
                  <a:pt x="7857" y="17384"/>
                </a:lnTo>
                <a:cubicBezTo>
                  <a:pt x="7857" y="17389"/>
                  <a:pt x="7855" y="17394"/>
                  <a:pt x="7855" y="17400"/>
                </a:cubicBezTo>
                <a:cubicBezTo>
                  <a:pt x="7855" y="17732"/>
                  <a:pt x="8074" y="18000"/>
                  <a:pt x="8345" y="18000"/>
                </a:cubicBezTo>
                <a:cubicBezTo>
                  <a:pt x="8617" y="18000"/>
                  <a:pt x="8836" y="17732"/>
                  <a:pt x="8836" y="17400"/>
                </a:cubicBezTo>
                <a:cubicBezTo>
                  <a:pt x="8836" y="17394"/>
                  <a:pt x="8833" y="17389"/>
                  <a:pt x="8833" y="17384"/>
                </a:cubicBezTo>
                <a:cubicBezTo>
                  <a:pt x="8833" y="14516"/>
                  <a:pt x="11431" y="11542"/>
                  <a:pt x="12764" y="10204"/>
                </a:cubicBezTo>
                <a:lnTo>
                  <a:pt x="12764" y="12600"/>
                </a:lnTo>
                <a:cubicBezTo>
                  <a:pt x="12764" y="12932"/>
                  <a:pt x="12983" y="13200"/>
                  <a:pt x="13255" y="13200"/>
                </a:cubicBezTo>
                <a:cubicBezTo>
                  <a:pt x="13526" y="13200"/>
                  <a:pt x="13745" y="12932"/>
                  <a:pt x="13745" y="12600"/>
                </a:cubicBezTo>
                <a:lnTo>
                  <a:pt x="13745" y="9000"/>
                </a:lnTo>
                <a:cubicBezTo>
                  <a:pt x="13745" y="8668"/>
                  <a:pt x="13526" y="8400"/>
                  <a:pt x="13255" y="84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0" name="Shape 2952"/>
          <p:cNvSpPr/>
          <p:nvPr/>
        </p:nvSpPr>
        <p:spPr>
          <a:xfrm>
            <a:off x="7888320" y="246708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9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1" name="Shape 2953"/>
          <p:cNvSpPr/>
          <p:nvPr/>
        </p:nvSpPr>
        <p:spPr>
          <a:xfrm>
            <a:off x="8288280" y="246708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8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12620" y="4072"/>
                </a:moveTo>
                <a:cubicBezTo>
                  <a:pt x="12531" y="3982"/>
                  <a:pt x="12408" y="3927"/>
                  <a:pt x="12273" y="3927"/>
                </a:cubicBezTo>
                <a:cubicBezTo>
                  <a:pt x="12001" y="3927"/>
                  <a:pt x="11782" y="4147"/>
                  <a:pt x="11782" y="4418"/>
                </a:cubicBezTo>
                <a:cubicBezTo>
                  <a:pt x="11782" y="4554"/>
                  <a:pt x="11837" y="4677"/>
                  <a:pt x="11926" y="4765"/>
                </a:cubicBezTo>
                <a:lnTo>
                  <a:pt x="13542" y="6382"/>
                </a:lnTo>
                <a:lnTo>
                  <a:pt x="6873" y="6382"/>
                </a:lnTo>
                <a:cubicBezTo>
                  <a:pt x="6601" y="6382"/>
                  <a:pt x="6382" y="6602"/>
                  <a:pt x="6382" y="6873"/>
                </a:cubicBezTo>
                <a:cubicBezTo>
                  <a:pt x="6382" y="7144"/>
                  <a:pt x="6601" y="7364"/>
                  <a:pt x="6873" y="7364"/>
                </a:cubicBezTo>
                <a:lnTo>
                  <a:pt x="13542" y="7364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15074" y="7220"/>
                </a:lnTo>
                <a:cubicBezTo>
                  <a:pt x="15163" y="7131"/>
                  <a:pt x="15218" y="7008"/>
                  <a:pt x="15218" y="6873"/>
                </a:cubicBezTo>
                <a:cubicBezTo>
                  <a:pt x="15218" y="6738"/>
                  <a:pt x="15163" y="6614"/>
                  <a:pt x="15074" y="6526"/>
                </a:cubicBezTo>
                <a:cubicBezTo>
                  <a:pt x="15074" y="6526"/>
                  <a:pt x="12620" y="4072"/>
                  <a:pt x="12620" y="407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2" name="Shape 2954"/>
          <p:cNvSpPr/>
          <p:nvPr/>
        </p:nvSpPr>
        <p:spPr>
          <a:xfrm>
            <a:off x="4115880" y="2073240"/>
            <a:ext cx="70308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4400" rIns="14400" tIns="14400" bIns="14400" anchor="ctr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Location</a:t>
            </a:r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3" name="Shape 2955"/>
          <p:cNvSpPr/>
          <p:nvPr/>
        </p:nvSpPr>
        <p:spPr>
          <a:xfrm>
            <a:off x="660240" y="347976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17673"/>
                </a:moveTo>
                <a:cubicBezTo>
                  <a:pt x="10529" y="17673"/>
                  <a:pt x="10309" y="17892"/>
                  <a:pt x="10309" y="18164"/>
                </a:cubicBezTo>
                <a:lnTo>
                  <a:pt x="10309" y="21109"/>
                </a:lnTo>
                <a:cubicBezTo>
                  <a:pt x="10309" y="21380"/>
                  <a:pt x="10529" y="21600"/>
                  <a:pt x="10800" y="21600"/>
                </a:cubicBezTo>
                <a:cubicBezTo>
                  <a:pt x="11071" y="21600"/>
                  <a:pt x="11291" y="21380"/>
                  <a:pt x="11291" y="21109"/>
                </a:cubicBezTo>
                <a:lnTo>
                  <a:pt x="11291" y="18164"/>
                </a:lnTo>
                <a:cubicBezTo>
                  <a:pt x="11291" y="17892"/>
                  <a:pt x="11071" y="17673"/>
                  <a:pt x="10800" y="17673"/>
                </a:cubicBezTo>
                <a:moveTo>
                  <a:pt x="10800" y="15709"/>
                </a:moveTo>
                <a:cubicBezTo>
                  <a:pt x="8089" y="15709"/>
                  <a:pt x="5891" y="13511"/>
                  <a:pt x="5891" y="10800"/>
                </a:cubicBezTo>
                <a:cubicBezTo>
                  <a:pt x="5891" y="8088"/>
                  <a:pt x="8089" y="5891"/>
                  <a:pt x="10800" y="5891"/>
                </a:cubicBezTo>
                <a:cubicBezTo>
                  <a:pt x="13511" y="5891"/>
                  <a:pt x="15709" y="8088"/>
                  <a:pt x="15709" y="10800"/>
                </a:cubicBezTo>
                <a:cubicBezTo>
                  <a:pt x="15709" y="13511"/>
                  <a:pt x="13511" y="15709"/>
                  <a:pt x="10800" y="15709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  <a:moveTo>
                  <a:pt x="16354" y="15660"/>
                </a:moveTo>
                <a:cubicBezTo>
                  <a:pt x="16162" y="15468"/>
                  <a:pt x="15851" y="15468"/>
                  <a:pt x="15659" y="15660"/>
                </a:cubicBezTo>
                <a:cubicBezTo>
                  <a:pt x="15468" y="15851"/>
                  <a:pt x="15468" y="16163"/>
                  <a:pt x="15659" y="16354"/>
                </a:cubicBezTo>
                <a:lnTo>
                  <a:pt x="17742" y="18437"/>
                </a:lnTo>
                <a:cubicBezTo>
                  <a:pt x="17934" y="18629"/>
                  <a:pt x="18245" y="18629"/>
                  <a:pt x="18437" y="18437"/>
                </a:cubicBezTo>
                <a:cubicBezTo>
                  <a:pt x="18628" y="18245"/>
                  <a:pt x="18628" y="17934"/>
                  <a:pt x="18437" y="17743"/>
                </a:cubicBezTo>
                <a:cubicBezTo>
                  <a:pt x="18437" y="17743"/>
                  <a:pt x="16354" y="15660"/>
                  <a:pt x="16354" y="15660"/>
                </a:cubicBezTo>
                <a:close/>
                <a:moveTo>
                  <a:pt x="21109" y="10309"/>
                </a:moveTo>
                <a:lnTo>
                  <a:pt x="18164" y="10309"/>
                </a:lnTo>
                <a:cubicBezTo>
                  <a:pt x="17893" y="10309"/>
                  <a:pt x="17673" y="10529"/>
                  <a:pt x="17673" y="10800"/>
                </a:cubicBezTo>
                <a:cubicBezTo>
                  <a:pt x="17673" y="11071"/>
                  <a:pt x="17893" y="11291"/>
                  <a:pt x="18164" y="11291"/>
                </a:cubicBezTo>
                <a:lnTo>
                  <a:pt x="21109" y="11291"/>
                </a:lnTo>
                <a:cubicBezTo>
                  <a:pt x="21380" y="11291"/>
                  <a:pt x="21600" y="11071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  <a:moveTo>
                  <a:pt x="5246" y="15660"/>
                </a:moveTo>
                <a:lnTo>
                  <a:pt x="3163" y="17743"/>
                </a:lnTo>
                <a:cubicBezTo>
                  <a:pt x="2972" y="17934"/>
                  <a:pt x="2972" y="18245"/>
                  <a:pt x="3163" y="18437"/>
                </a:cubicBezTo>
                <a:cubicBezTo>
                  <a:pt x="3355" y="18629"/>
                  <a:pt x="3666" y="18629"/>
                  <a:pt x="3858" y="18437"/>
                </a:cubicBezTo>
                <a:lnTo>
                  <a:pt x="5941" y="16354"/>
                </a:lnTo>
                <a:cubicBezTo>
                  <a:pt x="6132" y="16163"/>
                  <a:pt x="6132" y="15851"/>
                  <a:pt x="5941" y="15660"/>
                </a:cubicBezTo>
                <a:cubicBezTo>
                  <a:pt x="5749" y="15468"/>
                  <a:pt x="5438" y="15468"/>
                  <a:pt x="5246" y="15660"/>
                </a:cubicBezTo>
                <a:moveTo>
                  <a:pt x="16354" y="5941"/>
                </a:moveTo>
                <a:lnTo>
                  <a:pt x="18437" y="3857"/>
                </a:lnTo>
                <a:cubicBezTo>
                  <a:pt x="18628" y="3666"/>
                  <a:pt x="18628" y="3355"/>
                  <a:pt x="18437" y="3163"/>
                </a:cubicBezTo>
                <a:cubicBezTo>
                  <a:pt x="18245" y="2971"/>
                  <a:pt x="17934" y="2971"/>
                  <a:pt x="17742" y="3163"/>
                </a:cubicBezTo>
                <a:lnTo>
                  <a:pt x="15659" y="5247"/>
                </a:lnTo>
                <a:cubicBezTo>
                  <a:pt x="15468" y="5437"/>
                  <a:pt x="15468" y="5749"/>
                  <a:pt x="15659" y="5941"/>
                </a:cubicBezTo>
                <a:cubicBezTo>
                  <a:pt x="15851" y="6132"/>
                  <a:pt x="16162" y="6132"/>
                  <a:pt x="16354" y="5941"/>
                </a:cubicBezTo>
                <a:moveTo>
                  <a:pt x="10800" y="3927"/>
                </a:moveTo>
                <a:cubicBezTo>
                  <a:pt x="11071" y="3927"/>
                  <a:pt x="11291" y="3708"/>
                  <a:pt x="11291" y="3436"/>
                </a:cubicBez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3436"/>
                </a:lnTo>
                <a:cubicBezTo>
                  <a:pt x="10309" y="3708"/>
                  <a:pt x="10529" y="3927"/>
                  <a:pt x="10800" y="3927"/>
                </a:cubicBezTo>
                <a:moveTo>
                  <a:pt x="3927" y="10800"/>
                </a:moveTo>
                <a:cubicBezTo>
                  <a:pt x="3927" y="10529"/>
                  <a:pt x="3707" y="10309"/>
                  <a:pt x="3436" y="10309"/>
                </a:cubicBezTo>
                <a:lnTo>
                  <a:pt x="491" y="10309"/>
                </a:lnTo>
                <a:cubicBezTo>
                  <a:pt x="220" y="10309"/>
                  <a:pt x="0" y="10529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lnTo>
                  <a:pt x="3436" y="11291"/>
                </a:lnTo>
                <a:cubicBezTo>
                  <a:pt x="3707" y="11291"/>
                  <a:pt x="3927" y="11071"/>
                  <a:pt x="3927" y="10800"/>
                </a:cubicBezTo>
                <a:moveTo>
                  <a:pt x="5246" y="5941"/>
                </a:moveTo>
                <a:cubicBezTo>
                  <a:pt x="5438" y="6132"/>
                  <a:pt x="5749" y="6132"/>
                  <a:pt x="5941" y="5941"/>
                </a:cubicBezTo>
                <a:cubicBezTo>
                  <a:pt x="6132" y="5749"/>
                  <a:pt x="6132" y="5437"/>
                  <a:pt x="5941" y="5247"/>
                </a:cubicBezTo>
                <a:lnTo>
                  <a:pt x="3858" y="3163"/>
                </a:lnTo>
                <a:cubicBezTo>
                  <a:pt x="3666" y="2971"/>
                  <a:pt x="3355" y="2971"/>
                  <a:pt x="3163" y="3163"/>
                </a:cubicBezTo>
                <a:cubicBezTo>
                  <a:pt x="2972" y="3355"/>
                  <a:pt x="2972" y="3666"/>
                  <a:pt x="3163" y="3857"/>
                </a:cubicBezTo>
                <a:cubicBezTo>
                  <a:pt x="3163" y="3857"/>
                  <a:pt x="5246" y="5941"/>
                  <a:pt x="5246" y="594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4" name="Shape 2956"/>
          <p:cNvSpPr/>
          <p:nvPr/>
        </p:nvSpPr>
        <p:spPr>
          <a:xfrm>
            <a:off x="1060560" y="34797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415"/>
                </a:moveTo>
                <a:lnTo>
                  <a:pt x="9040" y="18655"/>
                </a:lnTo>
                <a:lnTo>
                  <a:pt x="9327" y="18655"/>
                </a:lnTo>
                <a:cubicBezTo>
                  <a:pt x="9598" y="18655"/>
                  <a:pt x="9818" y="18435"/>
                  <a:pt x="9818" y="18164"/>
                </a:cubicBezTo>
                <a:lnTo>
                  <a:pt x="9818" y="15709"/>
                </a:lnTo>
                <a:lnTo>
                  <a:pt x="11782" y="15709"/>
                </a:lnTo>
                <a:lnTo>
                  <a:pt x="11782" y="18164"/>
                </a:lnTo>
                <a:cubicBezTo>
                  <a:pt x="11782" y="18435"/>
                  <a:pt x="12002" y="18655"/>
                  <a:pt x="12273" y="18655"/>
                </a:cubicBezTo>
                <a:lnTo>
                  <a:pt x="12560" y="18655"/>
                </a:lnTo>
                <a:cubicBezTo>
                  <a:pt x="12560" y="18655"/>
                  <a:pt x="10800" y="20415"/>
                  <a:pt x="10800" y="20415"/>
                </a:cubicBezTo>
                <a:close/>
                <a:moveTo>
                  <a:pt x="13745" y="17673"/>
                </a:moveTo>
                <a:lnTo>
                  <a:pt x="12764" y="17673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17673"/>
                </a:lnTo>
                <a:lnTo>
                  <a:pt x="7855" y="17673"/>
                </a:lnTo>
                <a:cubicBezTo>
                  <a:pt x="7584" y="17673"/>
                  <a:pt x="7364" y="17892"/>
                  <a:pt x="7364" y="18164"/>
                </a:cubicBezTo>
                <a:cubicBezTo>
                  <a:pt x="7364" y="18299"/>
                  <a:pt x="7419" y="18422"/>
                  <a:pt x="7507" y="18511"/>
                </a:cubicBezTo>
                <a:lnTo>
                  <a:pt x="10453" y="21456"/>
                </a:lnTo>
                <a:cubicBezTo>
                  <a:pt x="10542" y="21545"/>
                  <a:pt x="10665" y="21600"/>
                  <a:pt x="10800" y="21600"/>
                </a:cubicBezTo>
                <a:cubicBezTo>
                  <a:pt x="10935" y="21600"/>
                  <a:pt x="11058" y="21545"/>
                  <a:pt x="11147" y="21456"/>
                </a:cubicBezTo>
                <a:lnTo>
                  <a:pt x="14093" y="18511"/>
                </a:lnTo>
                <a:cubicBezTo>
                  <a:pt x="14181" y="18422"/>
                  <a:pt x="14236" y="18299"/>
                  <a:pt x="14236" y="18164"/>
                </a:cubicBezTo>
                <a:cubicBezTo>
                  <a:pt x="14236" y="17892"/>
                  <a:pt x="14016" y="17673"/>
                  <a:pt x="13745" y="17673"/>
                </a:cubicBezTo>
                <a:moveTo>
                  <a:pt x="5891" y="10800"/>
                </a:moveTo>
                <a:cubicBezTo>
                  <a:pt x="5891" y="8088"/>
                  <a:pt x="8089" y="5891"/>
                  <a:pt x="10800" y="5891"/>
                </a:cubicBezTo>
                <a:cubicBezTo>
                  <a:pt x="13511" y="5891"/>
                  <a:pt x="15709" y="8088"/>
                  <a:pt x="15709" y="10800"/>
                </a:cubicBezTo>
                <a:cubicBezTo>
                  <a:pt x="15709" y="10800"/>
                  <a:pt x="5891" y="10800"/>
                  <a:pt x="5891" y="10800"/>
                </a:cubicBezTo>
                <a:close/>
                <a:moveTo>
                  <a:pt x="21109" y="10800"/>
                </a:moveTo>
                <a:lnTo>
                  <a:pt x="16691" y="10800"/>
                </a:lnTo>
                <a:cubicBezTo>
                  <a:pt x="16691" y="7547"/>
                  <a:pt x="14053" y="4909"/>
                  <a:pt x="10800" y="4909"/>
                </a:cubicBezTo>
                <a:cubicBezTo>
                  <a:pt x="7547" y="4909"/>
                  <a:pt x="4909" y="7547"/>
                  <a:pt x="4909" y="10800"/>
                </a:cubicBezTo>
                <a:lnTo>
                  <a:pt x="491" y="10800"/>
                </a:lnTo>
                <a:cubicBezTo>
                  <a:pt x="220" y="10800"/>
                  <a:pt x="0" y="11020"/>
                  <a:pt x="0" y="11291"/>
                </a:cubicBezTo>
                <a:cubicBezTo>
                  <a:pt x="0" y="11562"/>
                  <a:pt x="220" y="11782"/>
                  <a:pt x="491" y="11782"/>
                </a:cubicBezTo>
                <a:lnTo>
                  <a:pt x="21109" y="11782"/>
                </a:lnTo>
                <a:cubicBezTo>
                  <a:pt x="21380" y="11782"/>
                  <a:pt x="21600" y="11562"/>
                  <a:pt x="21600" y="11291"/>
                </a:cubicBezTo>
                <a:cubicBezTo>
                  <a:pt x="21600" y="11020"/>
                  <a:pt x="21380" y="10800"/>
                  <a:pt x="21109" y="10800"/>
                </a:cubicBezTo>
                <a:moveTo>
                  <a:pt x="10800" y="3927"/>
                </a:moveTo>
                <a:cubicBezTo>
                  <a:pt x="11071" y="3927"/>
                  <a:pt x="11291" y="3708"/>
                  <a:pt x="11291" y="3436"/>
                </a:cubicBez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3436"/>
                </a:lnTo>
                <a:cubicBezTo>
                  <a:pt x="10309" y="3708"/>
                  <a:pt x="10529" y="3927"/>
                  <a:pt x="10800" y="3927"/>
                </a:cubicBezTo>
                <a:moveTo>
                  <a:pt x="16354" y="5940"/>
                </a:moveTo>
                <a:lnTo>
                  <a:pt x="18437" y="3857"/>
                </a:lnTo>
                <a:cubicBezTo>
                  <a:pt x="18628" y="3666"/>
                  <a:pt x="18628" y="3355"/>
                  <a:pt x="18437" y="3163"/>
                </a:cubicBezTo>
                <a:cubicBezTo>
                  <a:pt x="18245" y="2971"/>
                  <a:pt x="17934" y="2971"/>
                  <a:pt x="17742" y="3163"/>
                </a:cubicBezTo>
                <a:lnTo>
                  <a:pt x="15659" y="5247"/>
                </a:lnTo>
                <a:cubicBezTo>
                  <a:pt x="15468" y="5437"/>
                  <a:pt x="15468" y="5749"/>
                  <a:pt x="15659" y="5940"/>
                </a:cubicBezTo>
                <a:cubicBezTo>
                  <a:pt x="15851" y="6132"/>
                  <a:pt x="16162" y="6132"/>
                  <a:pt x="16354" y="5940"/>
                </a:cubicBezTo>
                <a:moveTo>
                  <a:pt x="5246" y="5940"/>
                </a:moveTo>
                <a:cubicBezTo>
                  <a:pt x="5438" y="6132"/>
                  <a:pt x="5749" y="6132"/>
                  <a:pt x="5941" y="5940"/>
                </a:cubicBezTo>
                <a:cubicBezTo>
                  <a:pt x="6132" y="5749"/>
                  <a:pt x="6132" y="5437"/>
                  <a:pt x="5941" y="5247"/>
                </a:cubicBezTo>
                <a:lnTo>
                  <a:pt x="3858" y="3163"/>
                </a:lnTo>
                <a:cubicBezTo>
                  <a:pt x="3666" y="2971"/>
                  <a:pt x="3355" y="2971"/>
                  <a:pt x="3163" y="3163"/>
                </a:cubicBezTo>
                <a:cubicBezTo>
                  <a:pt x="2972" y="3355"/>
                  <a:pt x="2972" y="3666"/>
                  <a:pt x="3163" y="3857"/>
                </a:cubicBezTo>
                <a:cubicBezTo>
                  <a:pt x="3163" y="3857"/>
                  <a:pt x="5246" y="5940"/>
                  <a:pt x="5246" y="594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5" name="Shape 2957"/>
          <p:cNvSpPr/>
          <p:nvPr/>
        </p:nvSpPr>
        <p:spPr>
          <a:xfrm>
            <a:off x="1460520" y="34797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1185"/>
                </a:moveTo>
                <a:lnTo>
                  <a:pt x="12560" y="2945"/>
                </a:lnTo>
                <a:lnTo>
                  <a:pt x="12273" y="2945"/>
                </a:lnTo>
                <a:cubicBezTo>
                  <a:pt x="12002" y="2945"/>
                  <a:pt x="11782" y="3165"/>
                  <a:pt x="11782" y="3436"/>
                </a:cubicBezTo>
                <a:lnTo>
                  <a:pt x="11782" y="5891"/>
                </a:lnTo>
                <a:lnTo>
                  <a:pt x="9818" y="5891"/>
                </a:lnTo>
                <a:lnTo>
                  <a:pt x="9818" y="3436"/>
                </a:lnTo>
                <a:cubicBezTo>
                  <a:pt x="9818" y="3165"/>
                  <a:pt x="9598" y="2945"/>
                  <a:pt x="9327" y="2945"/>
                </a:cubicBezTo>
                <a:lnTo>
                  <a:pt x="9040" y="2945"/>
                </a:lnTo>
                <a:cubicBezTo>
                  <a:pt x="9040" y="2945"/>
                  <a:pt x="10800" y="1185"/>
                  <a:pt x="10800" y="1185"/>
                </a:cubicBezTo>
                <a:close/>
                <a:moveTo>
                  <a:pt x="7855" y="3927"/>
                </a:moveTo>
                <a:lnTo>
                  <a:pt x="8836" y="3927"/>
                </a:lnTo>
                <a:lnTo>
                  <a:pt x="8836" y="6382"/>
                </a:lnTo>
                <a:cubicBezTo>
                  <a:pt x="8836" y="6653"/>
                  <a:pt x="9056" y="6873"/>
                  <a:pt x="9327" y="6873"/>
                </a:cubicBezTo>
                <a:lnTo>
                  <a:pt x="12273" y="6873"/>
                </a:lnTo>
                <a:cubicBezTo>
                  <a:pt x="12544" y="6873"/>
                  <a:pt x="12764" y="6653"/>
                  <a:pt x="12764" y="6382"/>
                </a:cubicBezTo>
                <a:lnTo>
                  <a:pt x="12764" y="3927"/>
                </a:lnTo>
                <a:lnTo>
                  <a:pt x="13745" y="3927"/>
                </a:ln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9" y="55"/>
                  <a:pt x="10935" y="0"/>
                  <a:pt x="10800" y="0"/>
                </a:cubicBezTo>
                <a:cubicBezTo>
                  <a:pt x="10665" y="0"/>
                  <a:pt x="10542" y="55"/>
                  <a:pt x="10452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  <a:moveTo>
                  <a:pt x="5246" y="15759"/>
                </a:moveTo>
                <a:cubicBezTo>
                  <a:pt x="5438" y="15950"/>
                  <a:pt x="5749" y="15950"/>
                  <a:pt x="5941" y="15759"/>
                </a:cubicBezTo>
                <a:cubicBezTo>
                  <a:pt x="6132" y="15567"/>
                  <a:pt x="6132" y="15256"/>
                  <a:pt x="5941" y="15064"/>
                </a:cubicBezTo>
                <a:lnTo>
                  <a:pt x="3858" y="12981"/>
                </a:lnTo>
                <a:cubicBezTo>
                  <a:pt x="3666" y="12790"/>
                  <a:pt x="3355" y="12790"/>
                  <a:pt x="3163" y="12981"/>
                </a:cubicBezTo>
                <a:cubicBezTo>
                  <a:pt x="2971" y="13173"/>
                  <a:pt x="2971" y="13484"/>
                  <a:pt x="3163" y="13675"/>
                </a:cubicBezTo>
                <a:cubicBezTo>
                  <a:pt x="3163" y="13675"/>
                  <a:pt x="5246" y="15759"/>
                  <a:pt x="5246" y="15759"/>
                </a:cubicBezTo>
                <a:close/>
                <a:moveTo>
                  <a:pt x="10309" y="10309"/>
                </a:moveTo>
                <a:lnTo>
                  <a:pt x="10309" y="13255"/>
                </a:lnTo>
                <a:cubicBezTo>
                  <a:pt x="10309" y="13526"/>
                  <a:pt x="10529" y="13745"/>
                  <a:pt x="10800" y="13745"/>
                </a:cubicBezTo>
                <a:cubicBezTo>
                  <a:pt x="11071" y="13745"/>
                  <a:pt x="11291" y="13526"/>
                  <a:pt x="11291" y="13255"/>
                </a:cubicBezTo>
                <a:lnTo>
                  <a:pt x="11291" y="10309"/>
                </a:lnTo>
                <a:cubicBezTo>
                  <a:pt x="11291" y="10038"/>
                  <a:pt x="11071" y="9818"/>
                  <a:pt x="10800" y="9818"/>
                </a:cubicBezTo>
                <a:cubicBezTo>
                  <a:pt x="10529" y="9818"/>
                  <a:pt x="10309" y="10038"/>
                  <a:pt x="10309" y="10309"/>
                </a:cubicBezTo>
                <a:moveTo>
                  <a:pt x="16354" y="15759"/>
                </a:moveTo>
                <a:lnTo>
                  <a:pt x="18437" y="13675"/>
                </a:lnTo>
                <a:cubicBezTo>
                  <a:pt x="18628" y="13484"/>
                  <a:pt x="18628" y="13173"/>
                  <a:pt x="18437" y="12981"/>
                </a:cubicBezTo>
                <a:cubicBezTo>
                  <a:pt x="18245" y="12790"/>
                  <a:pt x="17934" y="12790"/>
                  <a:pt x="17742" y="12981"/>
                </a:cubicBezTo>
                <a:lnTo>
                  <a:pt x="15659" y="15064"/>
                </a:lnTo>
                <a:cubicBezTo>
                  <a:pt x="15468" y="15256"/>
                  <a:pt x="15468" y="15567"/>
                  <a:pt x="15659" y="15759"/>
                </a:cubicBezTo>
                <a:cubicBezTo>
                  <a:pt x="15851" y="15950"/>
                  <a:pt x="16162" y="15950"/>
                  <a:pt x="16354" y="15759"/>
                </a:cubicBezTo>
                <a:moveTo>
                  <a:pt x="5891" y="20618"/>
                </a:moveTo>
                <a:cubicBezTo>
                  <a:pt x="5891" y="17907"/>
                  <a:pt x="8089" y="15709"/>
                  <a:pt x="10800" y="15709"/>
                </a:cubicBezTo>
                <a:cubicBezTo>
                  <a:pt x="13511" y="15709"/>
                  <a:pt x="15709" y="17907"/>
                  <a:pt x="15709" y="20618"/>
                </a:cubicBezTo>
                <a:cubicBezTo>
                  <a:pt x="15709" y="20618"/>
                  <a:pt x="5891" y="20618"/>
                  <a:pt x="5891" y="20618"/>
                </a:cubicBezTo>
                <a:close/>
                <a:moveTo>
                  <a:pt x="21109" y="20618"/>
                </a:moveTo>
                <a:lnTo>
                  <a:pt x="16691" y="20618"/>
                </a:lnTo>
                <a:cubicBezTo>
                  <a:pt x="16691" y="17365"/>
                  <a:pt x="14053" y="14727"/>
                  <a:pt x="10800" y="14727"/>
                </a:cubicBezTo>
                <a:cubicBezTo>
                  <a:pt x="7547" y="14727"/>
                  <a:pt x="4909" y="17365"/>
                  <a:pt x="4909" y="20618"/>
                </a:cubicBezTo>
                <a:lnTo>
                  <a:pt x="491" y="20618"/>
                </a:lnTo>
                <a:cubicBezTo>
                  <a:pt x="220" y="20618"/>
                  <a:pt x="0" y="20838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0"/>
                  <a:pt x="21600" y="21109"/>
                </a:cubicBezTo>
                <a:cubicBezTo>
                  <a:pt x="21600" y="20838"/>
                  <a:pt x="21380" y="20618"/>
                  <a:pt x="21109" y="2061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6" name="Shape 2958"/>
          <p:cNvSpPr/>
          <p:nvPr/>
        </p:nvSpPr>
        <p:spPr>
          <a:xfrm>
            <a:off x="1860480" y="34797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1600" y="1964"/>
                </a:moveTo>
                <a:lnTo>
                  <a:pt x="19636" y="1964"/>
                </a:lnTo>
                <a:lnTo>
                  <a:pt x="18900" y="0"/>
                </a:lnTo>
                <a:lnTo>
                  <a:pt x="18164" y="1964"/>
                </a:lnTo>
                <a:lnTo>
                  <a:pt x="16200" y="1964"/>
                </a:lnTo>
                <a:lnTo>
                  <a:pt x="17795" y="3191"/>
                </a:lnTo>
                <a:lnTo>
                  <a:pt x="17059" y="5400"/>
                </a:lnTo>
                <a:lnTo>
                  <a:pt x="18900" y="4050"/>
                </a:lnTo>
                <a:lnTo>
                  <a:pt x="20741" y="5400"/>
                </a:lnTo>
                <a:lnTo>
                  <a:pt x="20005" y="3191"/>
                </a:lnTo>
                <a:cubicBezTo>
                  <a:pt x="20005" y="3191"/>
                  <a:pt x="21600" y="1964"/>
                  <a:pt x="21600" y="1964"/>
                </a:cubicBezTo>
                <a:close/>
                <a:moveTo>
                  <a:pt x="10800" y="20616"/>
                </a:moveTo>
                <a:cubicBezTo>
                  <a:pt x="5386" y="20616"/>
                  <a:pt x="982" y="16203"/>
                  <a:pt x="982" y="10777"/>
                </a:cubicBezTo>
                <a:cubicBezTo>
                  <a:pt x="982" y="6434"/>
                  <a:pt x="3745" y="2741"/>
                  <a:pt x="7690" y="1441"/>
                </a:cubicBezTo>
                <a:cubicBezTo>
                  <a:pt x="6837" y="3102"/>
                  <a:pt x="6382" y="4957"/>
                  <a:pt x="6382" y="6841"/>
                </a:cubicBezTo>
                <a:cubicBezTo>
                  <a:pt x="6382" y="13004"/>
                  <a:pt x="11118" y="18079"/>
                  <a:pt x="17134" y="18604"/>
                </a:cubicBezTo>
                <a:cubicBezTo>
                  <a:pt x="15361" y="19863"/>
                  <a:pt x="13065" y="20616"/>
                  <a:pt x="10800" y="20616"/>
                </a:cubicBezTo>
                <a:moveTo>
                  <a:pt x="7364" y="6841"/>
                </a:moveTo>
                <a:cubicBezTo>
                  <a:pt x="7364" y="4248"/>
                  <a:pt x="8276" y="1870"/>
                  <a:pt x="9794" y="5"/>
                </a:cubicBezTo>
                <a:cubicBezTo>
                  <a:pt x="4302" y="514"/>
                  <a:pt x="0" y="5140"/>
                  <a:pt x="0" y="10777"/>
                </a:cubicBezTo>
                <a:cubicBezTo>
                  <a:pt x="0" y="16755"/>
                  <a:pt x="4836" y="21600"/>
                  <a:pt x="10800" y="21600"/>
                </a:cubicBezTo>
                <a:cubicBezTo>
                  <a:pt x="14176" y="21600"/>
                  <a:pt x="17656" y="20045"/>
                  <a:pt x="19636" y="17613"/>
                </a:cubicBezTo>
                <a:cubicBezTo>
                  <a:pt x="19305" y="17644"/>
                  <a:pt x="18503" y="17665"/>
                  <a:pt x="18164" y="17665"/>
                </a:cubicBezTo>
                <a:cubicBezTo>
                  <a:pt x="12199" y="17665"/>
                  <a:pt x="7364" y="12819"/>
                  <a:pt x="7364" y="6841"/>
                </a:cubicBezTo>
                <a:moveTo>
                  <a:pt x="17673" y="10309"/>
                </a:moveTo>
                <a:lnTo>
                  <a:pt x="17137" y="11737"/>
                </a:lnTo>
                <a:lnTo>
                  <a:pt x="15709" y="11737"/>
                </a:lnTo>
                <a:lnTo>
                  <a:pt x="16869" y="12629"/>
                </a:lnTo>
                <a:lnTo>
                  <a:pt x="16334" y="14236"/>
                </a:lnTo>
                <a:lnTo>
                  <a:pt x="17673" y="13255"/>
                </a:lnTo>
                <a:lnTo>
                  <a:pt x="19011" y="14236"/>
                </a:lnTo>
                <a:lnTo>
                  <a:pt x="18476" y="12629"/>
                </a:lnTo>
                <a:lnTo>
                  <a:pt x="19636" y="11737"/>
                </a:lnTo>
                <a:lnTo>
                  <a:pt x="18208" y="11737"/>
                </a:lnTo>
                <a:cubicBezTo>
                  <a:pt x="18208" y="11737"/>
                  <a:pt x="17673" y="10309"/>
                  <a:pt x="17673" y="10309"/>
                </a:cubicBezTo>
                <a:close/>
                <a:moveTo>
                  <a:pt x="11425" y="9327"/>
                </a:moveTo>
                <a:lnTo>
                  <a:pt x="12764" y="8345"/>
                </a:lnTo>
                <a:lnTo>
                  <a:pt x="14102" y="9327"/>
                </a:lnTo>
                <a:lnTo>
                  <a:pt x="13567" y="7721"/>
                </a:lnTo>
                <a:lnTo>
                  <a:pt x="14727" y="6828"/>
                </a:lnTo>
                <a:lnTo>
                  <a:pt x="13299" y="6828"/>
                </a:lnTo>
                <a:lnTo>
                  <a:pt x="12764" y="5400"/>
                </a:lnTo>
                <a:lnTo>
                  <a:pt x="12228" y="6828"/>
                </a:lnTo>
                <a:lnTo>
                  <a:pt x="10800" y="6828"/>
                </a:lnTo>
                <a:lnTo>
                  <a:pt x="11960" y="7721"/>
                </a:lnTo>
                <a:cubicBezTo>
                  <a:pt x="11960" y="7721"/>
                  <a:pt x="11425" y="9327"/>
                  <a:pt x="11425" y="932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7" name="Shape 2959"/>
          <p:cNvSpPr/>
          <p:nvPr/>
        </p:nvSpPr>
        <p:spPr>
          <a:xfrm>
            <a:off x="2260440" y="3479760"/>
            <a:ext cx="20988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7855" y="8836"/>
                </a:moveTo>
                <a:cubicBezTo>
                  <a:pt x="6770" y="8836"/>
                  <a:pt x="5891" y="7957"/>
                  <a:pt x="5891" y="6873"/>
                </a:cubicBezTo>
                <a:cubicBezTo>
                  <a:pt x="5891" y="5788"/>
                  <a:pt x="6770" y="4909"/>
                  <a:pt x="7855" y="4909"/>
                </a:cubicBezTo>
                <a:cubicBezTo>
                  <a:pt x="8939" y="4909"/>
                  <a:pt x="9818" y="5788"/>
                  <a:pt x="9818" y="6873"/>
                </a:cubicBezTo>
                <a:cubicBezTo>
                  <a:pt x="9818" y="7957"/>
                  <a:pt x="8939" y="8836"/>
                  <a:pt x="7855" y="8836"/>
                </a:cubicBezTo>
                <a:moveTo>
                  <a:pt x="7855" y="3927"/>
                </a:moveTo>
                <a:cubicBezTo>
                  <a:pt x="6228" y="3927"/>
                  <a:pt x="4909" y="5247"/>
                  <a:pt x="4909" y="6873"/>
                </a:cubicBezTo>
                <a:cubicBezTo>
                  <a:pt x="4909" y="8500"/>
                  <a:pt x="6228" y="9818"/>
                  <a:pt x="7855" y="9818"/>
                </a:cubicBezTo>
                <a:cubicBezTo>
                  <a:pt x="9481" y="9818"/>
                  <a:pt x="10800" y="8500"/>
                  <a:pt x="10800" y="6873"/>
                </a:cubicBezTo>
                <a:cubicBezTo>
                  <a:pt x="10800" y="5247"/>
                  <a:pt x="9481" y="3927"/>
                  <a:pt x="7855" y="3927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2273" y="10800"/>
                </a:moveTo>
                <a:cubicBezTo>
                  <a:pt x="12002" y="10800"/>
                  <a:pt x="11782" y="11020"/>
                  <a:pt x="11782" y="11291"/>
                </a:cubicBezTo>
                <a:cubicBezTo>
                  <a:pt x="11782" y="11562"/>
                  <a:pt x="12002" y="11782"/>
                  <a:pt x="12273" y="11782"/>
                </a:cubicBezTo>
                <a:cubicBezTo>
                  <a:pt x="12544" y="11782"/>
                  <a:pt x="12764" y="11562"/>
                  <a:pt x="12764" y="11291"/>
                </a:cubicBezTo>
                <a:cubicBezTo>
                  <a:pt x="12764" y="11020"/>
                  <a:pt x="12544" y="10800"/>
                  <a:pt x="12273" y="10800"/>
                </a:cubicBezTo>
                <a:moveTo>
                  <a:pt x="9327" y="15709"/>
                </a:moveTo>
                <a:cubicBezTo>
                  <a:pt x="9056" y="15709"/>
                  <a:pt x="8836" y="15490"/>
                  <a:pt x="8836" y="15218"/>
                </a:cubicBezTo>
                <a:cubicBezTo>
                  <a:pt x="8836" y="14947"/>
                  <a:pt x="9056" y="14727"/>
                  <a:pt x="9327" y="14727"/>
                </a:cubicBezTo>
                <a:cubicBezTo>
                  <a:pt x="9598" y="14727"/>
                  <a:pt x="9818" y="14947"/>
                  <a:pt x="9818" y="15218"/>
                </a:cubicBezTo>
                <a:cubicBezTo>
                  <a:pt x="9818" y="15490"/>
                  <a:pt x="9598" y="15709"/>
                  <a:pt x="9327" y="15709"/>
                </a:cubicBezTo>
                <a:moveTo>
                  <a:pt x="9327" y="13745"/>
                </a:moveTo>
                <a:cubicBezTo>
                  <a:pt x="8514" y="13745"/>
                  <a:pt x="7855" y="14405"/>
                  <a:pt x="7855" y="15218"/>
                </a:cubicBezTo>
                <a:cubicBezTo>
                  <a:pt x="7855" y="16032"/>
                  <a:pt x="8514" y="16691"/>
                  <a:pt x="9327" y="16691"/>
                </a:cubicBezTo>
                <a:cubicBezTo>
                  <a:pt x="10141" y="16691"/>
                  <a:pt x="10800" y="16032"/>
                  <a:pt x="10800" y="15218"/>
                </a:cubicBezTo>
                <a:cubicBezTo>
                  <a:pt x="10800" y="14405"/>
                  <a:pt x="10141" y="13745"/>
                  <a:pt x="9327" y="13745"/>
                </a:cubicBezTo>
                <a:moveTo>
                  <a:pt x="4909" y="11782"/>
                </a:moveTo>
                <a:cubicBezTo>
                  <a:pt x="4367" y="11782"/>
                  <a:pt x="3927" y="12222"/>
                  <a:pt x="3927" y="12764"/>
                </a:cubicBezTo>
                <a:cubicBezTo>
                  <a:pt x="3927" y="13305"/>
                  <a:pt x="4367" y="13745"/>
                  <a:pt x="4909" y="13745"/>
                </a:cubicBezTo>
                <a:cubicBezTo>
                  <a:pt x="5451" y="13745"/>
                  <a:pt x="5891" y="13305"/>
                  <a:pt x="5891" y="12764"/>
                </a:cubicBezTo>
                <a:cubicBezTo>
                  <a:pt x="5891" y="12222"/>
                  <a:pt x="5451" y="11782"/>
                  <a:pt x="4909" y="11782"/>
                </a:cubicBezTo>
                <a:moveTo>
                  <a:pt x="14236" y="16691"/>
                </a:moveTo>
                <a:cubicBezTo>
                  <a:pt x="13966" y="16691"/>
                  <a:pt x="13745" y="16911"/>
                  <a:pt x="13745" y="17182"/>
                </a:cubicBezTo>
                <a:cubicBezTo>
                  <a:pt x="13745" y="17453"/>
                  <a:pt x="13966" y="17673"/>
                  <a:pt x="14236" y="17673"/>
                </a:cubicBezTo>
                <a:cubicBezTo>
                  <a:pt x="14507" y="17673"/>
                  <a:pt x="14727" y="17453"/>
                  <a:pt x="14727" y="17182"/>
                </a:cubicBezTo>
                <a:cubicBezTo>
                  <a:pt x="14727" y="16911"/>
                  <a:pt x="14507" y="16691"/>
                  <a:pt x="14236" y="16691"/>
                </a:cubicBezTo>
                <a:moveTo>
                  <a:pt x="16691" y="11782"/>
                </a:moveTo>
                <a:cubicBezTo>
                  <a:pt x="16149" y="11782"/>
                  <a:pt x="15709" y="11342"/>
                  <a:pt x="15709" y="10800"/>
                </a:cubicBezTo>
                <a:cubicBezTo>
                  <a:pt x="15709" y="10258"/>
                  <a:pt x="16149" y="9818"/>
                  <a:pt x="16691" y="9818"/>
                </a:cubicBezTo>
                <a:cubicBezTo>
                  <a:pt x="17233" y="9818"/>
                  <a:pt x="17673" y="10258"/>
                  <a:pt x="17673" y="10800"/>
                </a:cubicBezTo>
                <a:cubicBezTo>
                  <a:pt x="17673" y="11342"/>
                  <a:pt x="17233" y="11782"/>
                  <a:pt x="16691" y="11782"/>
                </a:cubicBezTo>
                <a:moveTo>
                  <a:pt x="16691" y="8836"/>
                </a:moveTo>
                <a:cubicBezTo>
                  <a:pt x="15606" y="8836"/>
                  <a:pt x="14727" y="9716"/>
                  <a:pt x="14727" y="10800"/>
                </a:cubicBezTo>
                <a:cubicBezTo>
                  <a:pt x="14727" y="11884"/>
                  <a:pt x="15606" y="12764"/>
                  <a:pt x="16691" y="12764"/>
                </a:cubicBezTo>
                <a:cubicBezTo>
                  <a:pt x="17775" y="12764"/>
                  <a:pt x="18655" y="11884"/>
                  <a:pt x="18655" y="10800"/>
                </a:cubicBezTo>
                <a:cubicBezTo>
                  <a:pt x="18655" y="9716"/>
                  <a:pt x="17775" y="8836"/>
                  <a:pt x="16691" y="883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8" name="Shape 2960"/>
          <p:cNvSpPr/>
          <p:nvPr/>
        </p:nvSpPr>
        <p:spPr>
          <a:xfrm>
            <a:off x="2660760" y="3508200"/>
            <a:ext cx="209520" cy="152640"/>
          </a:xfrm>
          <a:custGeom>
            <a:avLst/>
            <a:gdLst/>
            <a:ahLst/>
            <a:rect l="l" t="t" r="r" b="b"/>
            <a:pathLst>
              <a:path w="21016" h="21600">
                <a:moveTo>
                  <a:pt x="17140" y="11946"/>
                </a:moveTo>
                <a:cubicBezTo>
                  <a:pt x="15736" y="13192"/>
                  <a:pt x="13853" y="14375"/>
                  <a:pt x="11542" y="15211"/>
                </a:cubicBezTo>
                <a:cubicBezTo>
                  <a:pt x="9755" y="15857"/>
                  <a:pt x="7947" y="16197"/>
                  <a:pt x="6315" y="16197"/>
                </a:cubicBezTo>
                <a:cubicBezTo>
                  <a:pt x="5843" y="16197"/>
                  <a:pt x="5401" y="16158"/>
                  <a:pt x="4974" y="16102"/>
                </a:cubicBezTo>
                <a:cubicBezTo>
                  <a:pt x="4247" y="14590"/>
                  <a:pt x="3822" y="12766"/>
                  <a:pt x="3822" y="10800"/>
                </a:cubicBezTo>
                <a:cubicBezTo>
                  <a:pt x="3822" y="5581"/>
                  <a:pt x="6815" y="1350"/>
                  <a:pt x="10508" y="1350"/>
                </a:cubicBezTo>
                <a:cubicBezTo>
                  <a:pt x="14201" y="1350"/>
                  <a:pt x="17194" y="5581"/>
                  <a:pt x="17194" y="10800"/>
                </a:cubicBezTo>
                <a:cubicBezTo>
                  <a:pt x="17194" y="11189"/>
                  <a:pt x="17172" y="11570"/>
                  <a:pt x="17140" y="11946"/>
                </a:cubicBezTo>
                <a:moveTo>
                  <a:pt x="10508" y="20250"/>
                </a:moveTo>
                <a:cubicBezTo>
                  <a:pt x="8681" y="20250"/>
                  <a:pt x="7028" y="19212"/>
                  <a:pt x="5821" y="17534"/>
                </a:cubicBezTo>
                <a:cubicBezTo>
                  <a:pt x="5984" y="17541"/>
                  <a:pt x="6147" y="17547"/>
                  <a:pt x="6315" y="17547"/>
                </a:cubicBezTo>
                <a:cubicBezTo>
                  <a:pt x="7976" y="17547"/>
                  <a:pt x="9848" y="17215"/>
                  <a:pt x="11778" y="16518"/>
                </a:cubicBezTo>
                <a:cubicBezTo>
                  <a:pt x="13697" y="15824"/>
                  <a:pt x="15425" y="14854"/>
                  <a:pt x="16859" y="13742"/>
                </a:cubicBezTo>
                <a:cubicBezTo>
                  <a:pt x="15984" y="17519"/>
                  <a:pt x="13473" y="20250"/>
                  <a:pt x="10508" y="20250"/>
                </a:cubicBezTo>
                <a:moveTo>
                  <a:pt x="20938" y="6356"/>
                </a:moveTo>
                <a:cubicBezTo>
                  <a:pt x="20592" y="4617"/>
                  <a:pt x="19141" y="3452"/>
                  <a:pt x="17072" y="2964"/>
                </a:cubicBezTo>
                <a:cubicBezTo>
                  <a:pt x="17380" y="3481"/>
                  <a:pt x="17660" y="4034"/>
                  <a:pt x="17905" y="4620"/>
                </a:cubicBezTo>
                <a:cubicBezTo>
                  <a:pt x="19058" y="5088"/>
                  <a:pt x="19838" y="5815"/>
                  <a:pt x="20018" y="6721"/>
                </a:cubicBezTo>
                <a:cubicBezTo>
                  <a:pt x="20123" y="7246"/>
                  <a:pt x="20033" y="7861"/>
                  <a:pt x="19752" y="8549"/>
                </a:cubicBezTo>
                <a:cubicBezTo>
                  <a:pt x="19449" y="9292"/>
                  <a:pt x="18904" y="10122"/>
                  <a:pt x="18143" y="10958"/>
                </a:cubicBezTo>
                <a:cubicBezTo>
                  <a:pt x="18144" y="10905"/>
                  <a:pt x="18149" y="10853"/>
                  <a:pt x="18149" y="10800"/>
                </a:cubicBezTo>
                <a:cubicBezTo>
                  <a:pt x="18149" y="4835"/>
                  <a:pt x="14728" y="0"/>
                  <a:pt x="10508" y="0"/>
                </a:cubicBezTo>
                <a:cubicBezTo>
                  <a:pt x="6288" y="0"/>
                  <a:pt x="2867" y="4835"/>
                  <a:pt x="2867" y="10800"/>
                </a:cubicBezTo>
                <a:cubicBezTo>
                  <a:pt x="2867" y="12627"/>
                  <a:pt x="3190" y="14345"/>
                  <a:pt x="3756" y="15853"/>
                </a:cubicBezTo>
                <a:cubicBezTo>
                  <a:pt x="2245" y="15418"/>
                  <a:pt x="1209" y="14595"/>
                  <a:pt x="997" y="13528"/>
                </a:cubicBezTo>
                <a:cubicBezTo>
                  <a:pt x="893" y="13003"/>
                  <a:pt x="982" y="12389"/>
                  <a:pt x="1263" y="11700"/>
                </a:cubicBezTo>
                <a:cubicBezTo>
                  <a:pt x="1416" y="11327"/>
                  <a:pt x="1650" y="10926"/>
                  <a:pt x="1922" y="10518"/>
                </a:cubicBezTo>
                <a:cubicBezTo>
                  <a:pt x="1933" y="9817"/>
                  <a:pt x="1982" y="9128"/>
                  <a:pt x="2074" y="8461"/>
                </a:cubicBezTo>
                <a:cubicBezTo>
                  <a:pt x="528" y="10248"/>
                  <a:pt x="-261" y="12188"/>
                  <a:pt x="78" y="13893"/>
                </a:cubicBezTo>
                <a:cubicBezTo>
                  <a:pt x="452" y="15777"/>
                  <a:pt x="2118" y="16988"/>
                  <a:pt x="4465" y="17394"/>
                </a:cubicBezTo>
                <a:cubicBezTo>
                  <a:pt x="5863" y="19948"/>
                  <a:pt x="8046" y="21600"/>
                  <a:pt x="10508" y="21600"/>
                </a:cubicBezTo>
                <a:cubicBezTo>
                  <a:pt x="14255" y="21600"/>
                  <a:pt x="17365" y="17785"/>
                  <a:pt x="18017" y="12755"/>
                </a:cubicBezTo>
                <a:cubicBezTo>
                  <a:pt x="20167" y="10724"/>
                  <a:pt x="21339" y="8374"/>
                  <a:pt x="20938" y="635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9" name="Shape 2961"/>
          <p:cNvSpPr/>
          <p:nvPr/>
        </p:nvSpPr>
        <p:spPr>
          <a:xfrm>
            <a:off x="3089160" y="3479760"/>
            <a:ext cx="15264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618"/>
                </a:moveTo>
                <a:cubicBezTo>
                  <a:pt x="5581" y="20618"/>
                  <a:pt x="1350" y="17422"/>
                  <a:pt x="1350" y="13478"/>
                </a:cubicBezTo>
                <a:cubicBezTo>
                  <a:pt x="1350" y="8836"/>
                  <a:pt x="10125" y="1166"/>
                  <a:pt x="10800" y="1166"/>
                </a:cubicBezTo>
                <a:cubicBezTo>
                  <a:pt x="11475" y="1166"/>
                  <a:pt x="20250" y="8836"/>
                  <a:pt x="20250" y="13478"/>
                </a:cubicBezTo>
                <a:cubicBezTo>
                  <a:pt x="20250" y="17422"/>
                  <a:pt x="16019" y="20618"/>
                  <a:pt x="10800" y="20618"/>
                </a:cubicBezTo>
                <a:moveTo>
                  <a:pt x="10800" y="0"/>
                </a:moveTo>
                <a:cubicBezTo>
                  <a:pt x="9450" y="0"/>
                  <a:pt x="0" y="8345"/>
                  <a:pt x="0" y="13745"/>
                </a:cubicBezTo>
                <a:cubicBezTo>
                  <a:pt x="0" y="18083"/>
                  <a:pt x="4836" y="21600"/>
                  <a:pt x="10800" y="21600"/>
                </a:cubicBezTo>
                <a:cubicBezTo>
                  <a:pt x="16765" y="21600"/>
                  <a:pt x="21600" y="18083"/>
                  <a:pt x="21600" y="13745"/>
                </a:cubicBezTo>
                <a:cubicBezTo>
                  <a:pt x="21600" y="8345"/>
                  <a:pt x="12150" y="0"/>
                  <a:pt x="10800" y="0"/>
                </a:cubicBezTo>
                <a:moveTo>
                  <a:pt x="10800" y="18655"/>
                </a:moveTo>
                <a:cubicBezTo>
                  <a:pt x="7072" y="18655"/>
                  <a:pt x="4050" y="16456"/>
                  <a:pt x="4050" y="13745"/>
                </a:cubicBezTo>
                <a:cubicBezTo>
                  <a:pt x="4050" y="13474"/>
                  <a:pt x="3748" y="13255"/>
                  <a:pt x="3375" y="13255"/>
                </a:cubicBezTo>
                <a:cubicBezTo>
                  <a:pt x="3002" y="13255"/>
                  <a:pt x="2700" y="13474"/>
                  <a:pt x="2700" y="13745"/>
                </a:cubicBezTo>
                <a:cubicBezTo>
                  <a:pt x="2700" y="16999"/>
                  <a:pt x="6327" y="19636"/>
                  <a:pt x="10800" y="19636"/>
                </a:cubicBezTo>
                <a:cubicBezTo>
                  <a:pt x="11173" y="19636"/>
                  <a:pt x="11475" y="19417"/>
                  <a:pt x="11475" y="19145"/>
                </a:cubicBezTo>
                <a:cubicBezTo>
                  <a:pt x="11475" y="18875"/>
                  <a:pt x="11173" y="18655"/>
                  <a:pt x="10800" y="1865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0" name="Shape 2962"/>
          <p:cNvSpPr/>
          <p:nvPr/>
        </p:nvSpPr>
        <p:spPr>
          <a:xfrm>
            <a:off x="3460680" y="347976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3745" y="3927"/>
                </a:moveTo>
                <a:cubicBezTo>
                  <a:pt x="13204" y="3927"/>
                  <a:pt x="12764" y="4367"/>
                  <a:pt x="12764" y="4909"/>
                </a:cubicBezTo>
                <a:cubicBezTo>
                  <a:pt x="12764" y="5451"/>
                  <a:pt x="13204" y="5891"/>
                  <a:pt x="13745" y="5891"/>
                </a:cubicBezTo>
                <a:cubicBezTo>
                  <a:pt x="14287" y="5891"/>
                  <a:pt x="14727" y="5451"/>
                  <a:pt x="14727" y="4909"/>
                </a:cubicBezTo>
                <a:cubicBezTo>
                  <a:pt x="14727" y="4367"/>
                  <a:pt x="14287" y="3927"/>
                  <a:pt x="13745" y="3927"/>
                </a:cubicBezTo>
                <a:moveTo>
                  <a:pt x="16691" y="7855"/>
                </a:moveTo>
                <a:cubicBezTo>
                  <a:pt x="16149" y="7855"/>
                  <a:pt x="15709" y="8295"/>
                  <a:pt x="15709" y="8836"/>
                </a:cubicBezTo>
                <a:cubicBezTo>
                  <a:pt x="15709" y="9378"/>
                  <a:pt x="16149" y="9818"/>
                  <a:pt x="16691" y="9818"/>
                </a:cubicBezTo>
                <a:cubicBezTo>
                  <a:pt x="17233" y="9818"/>
                  <a:pt x="17673" y="9378"/>
                  <a:pt x="17673" y="8836"/>
                </a:cubicBezTo>
                <a:cubicBezTo>
                  <a:pt x="17673" y="8295"/>
                  <a:pt x="17233" y="7855"/>
                  <a:pt x="16691" y="7855"/>
                </a:cubicBezTo>
                <a:moveTo>
                  <a:pt x="7855" y="4909"/>
                </a:moveTo>
                <a:cubicBezTo>
                  <a:pt x="7313" y="4909"/>
                  <a:pt x="6873" y="5349"/>
                  <a:pt x="6873" y="5891"/>
                </a:cubicBezTo>
                <a:cubicBezTo>
                  <a:pt x="6873" y="6433"/>
                  <a:pt x="7313" y="6873"/>
                  <a:pt x="7855" y="6873"/>
                </a:cubicBezTo>
                <a:cubicBezTo>
                  <a:pt x="8396" y="6873"/>
                  <a:pt x="8836" y="6433"/>
                  <a:pt x="8836" y="5891"/>
                </a:cubicBezTo>
                <a:cubicBezTo>
                  <a:pt x="8836" y="5349"/>
                  <a:pt x="8396" y="4909"/>
                  <a:pt x="7855" y="4909"/>
                </a:cubicBezTo>
                <a:moveTo>
                  <a:pt x="3927" y="7855"/>
                </a:moveTo>
                <a:cubicBezTo>
                  <a:pt x="3385" y="7855"/>
                  <a:pt x="2945" y="8295"/>
                  <a:pt x="2945" y="8836"/>
                </a:cubicBezTo>
                <a:cubicBezTo>
                  <a:pt x="2945" y="9378"/>
                  <a:pt x="3385" y="9818"/>
                  <a:pt x="3927" y="9818"/>
                </a:cubicBezTo>
                <a:cubicBezTo>
                  <a:pt x="4469" y="9818"/>
                  <a:pt x="4909" y="9378"/>
                  <a:pt x="4909" y="8836"/>
                </a:cubicBezTo>
                <a:cubicBezTo>
                  <a:pt x="4909" y="8295"/>
                  <a:pt x="4469" y="7855"/>
                  <a:pt x="3927" y="7855"/>
                </a:cubicBezTo>
                <a:moveTo>
                  <a:pt x="1008" y="10800"/>
                </a:moveTo>
                <a:cubicBezTo>
                  <a:pt x="1278" y="5878"/>
                  <a:pt x="5552" y="1964"/>
                  <a:pt x="10800" y="1964"/>
                </a:cubicBezTo>
                <a:cubicBezTo>
                  <a:pt x="16048" y="1964"/>
                  <a:pt x="20322" y="5878"/>
                  <a:pt x="20592" y="10800"/>
                </a:cubicBezTo>
                <a:cubicBezTo>
                  <a:pt x="20592" y="10800"/>
                  <a:pt x="1008" y="10800"/>
                  <a:pt x="1008" y="10800"/>
                </a:cubicBezTo>
                <a:close/>
                <a:moveTo>
                  <a:pt x="11291" y="1005"/>
                </a:move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005"/>
                </a:lnTo>
                <a:cubicBezTo>
                  <a:pt x="4574" y="1252"/>
                  <a:pt x="0" y="5756"/>
                  <a:pt x="0" y="11291"/>
                </a:cubicBezTo>
                <a:cubicBezTo>
                  <a:pt x="0" y="11562"/>
                  <a:pt x="220" y="11782"/>
                  <a:pt x="491" y="11782"/>
                </a:cubicBezTo>
                <a:lnTo>
                  <a:pt x="10309" y="11782"/>
                </a:lnTo>
                <a:lnTo>
                  <a:pt x="10309" y="18655"/>
                </a:lnTo>
                <a:cubicBezTo>
                  <a:pt x="10309" y="19739"/>
                  <a:pt x="9430" y="20618"/>
                  <a:pt x="8345" y="20618"/>
                </a:cubicBezTo>
                <a:cubicBezTo>
                  <a:pt x="7261" y="20618"/>
                  <a:pt x="6382" y="19739"/>
                  <a:pt x="6382" y="18655"/>
                </a:cubicBezTo>
                <a:cubicBezTo>
                  <a:pt x="6382" y="18383"/>
                  <a:pt x="6162" y="18164"/>
                  <a:pt x="5891" y="18164"/>
                </a:cubicBezTo>
                <a:cubicBezTo>
                  <a:pt x="5620" y="18164"/>
                  <a:pt x="5400" y="18383"/>
                  <a:pt x="5400" y="18655"/>
                </a:cubicBezTo>
                <a:cubicBezTo>
                  <a:pt x="5400" y="20281"/>
                  <a:pt x="6719" y="21600"/>
                  <a:pt x="8345" y="21600"/>
                </a:cubicBezTo>
                <a:cubicBezTo>
                  <a:pt x="9804" y="21600"/>
                  <a:pt x="11007" y="20537"/>
                  <a:pt x="11242" y="19145"/>
                </a:cubicBezTo>
                <a:lnTo>
                  <a:pt x="11291" y="19145"/>
                </a:lnTo>
                <a:lnTo>
                  <a:pt x="11291" y="11782"/>
                </a:lnTo>
                <a:lnTo>
                  <a:pt x="21109" y="11782"/>
                </a:lnTo>
                <a:cubicBezTo>
                  <a:pt x="21380" y="11782"/>
                  <a:pt x="21600" y="11562"/>
                  <a:pt x="21600" y="11291"/>
                </a:cubicBezTo>
                <a:cubicBezTo>
                  <a:pt x="21600" y="5756"/>
                  <a:pt x="17026" y="1252"/>
                  <a:pt x="11291" y="1005"/>
                </a:cubicBezTo>
                <a:moveTo>
                  <a:pt x="10800" y="6873"/>
                </a:moveTo>
                <a:cubicBezTo>
                  <a:pt x="10258" y="6873"/>
                  <a:pt x="9818" y="7313"/>
                  <a:pt x="9818" y="7855"/>
                </a:cubicBezTo>
                <a:cubicBezTo>
                  <a:pt x="9818" y="8396"/>
                  <a:pt x="10258" y="8836"/>
                  <a:pt x="10800" y="8836"/>
                </a:cubicBezTo>
                <a:cubicBezTo>
                  <a:pt x="11342" y="8836"/>
                  <a:pt x="11782" y="8396"/>
                  <a:pt x="11782" y="7855"/>
                </a:cubicBezTo>
                <a:cubicBezTo>
                  <a:pt x="11782" y="7313"/>
                  <a:pt x="11342" y="6873"/>
                  <a:pt x="10800" y="687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1" name="Shape 2963"/>
          <p:cNvSpPr/>
          <p:nvPr/>
        </p:nvSpPr>
        <p:spPr>
          <a:xfrm>
            <a:off x="3860640" y="3527280"/>
            <a:ext cx="209880" cy="114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8632" y="19800"/>
                </a:moveTo>
                <a:cubicBezTo>
                  <a:pt x="18391" y="11772"/>
                  <a:pt x="14982" y="5400"/>
                  <a:pt x="10800" y="5400"/>
                </a:cubicBezTo>
                <a:cubicBezTo>
                  <a:pt x="6618" y="5400"/>
                  <a:pt x="3209" y="11772"/>
                  <a:pt x="2968" y="19800"/>
                </a:cubicBezTo>
                <a:lnTo>
                  <a:pt x="1005" y="19800"/>
                </a:lnTo>
                <a:cubicBezTo>
                  <a:pt x="1251" y="9783"/>
                  <a:pt x="5535" y="1800"/>
                  <a:pt x="10800" y="1800"/>
                </a:cubicBezTo>
                <a:cubicBezTo>
                  <a:pt x="16065" y="1800"/>
                  <a:pt x="20349" y="9783"/>
                  <a:pt x="20595" y="19800"/>
                </a:cubicBezTo>
                <a:cubicBezTo>
                  <a:pt x="20595" y="19800"/>
                  <a:pt x="18632" y="19800"/>
                  <a:pt x="18632" y="19800"/>
                </a:cubicBezTo>
                <a:close/>
                <a:moveTo>
                  <a:pt x="15687" y="19800"/>
                </a:moveTo>
                <a:cubicBezTo>
                  <a:pt x="15461" y="14755"/>
                  <a:pt x="13360" y="10800"/>
                  <a:pt x="10800" y="10800"/>
                </a:cubicBezTo>
                <a:cubicBezTo>
                  <a:pt x="8240" y="10800"/>
                  <a:pt x="6139" y="14755"/>
                  <a:pt x="5913" y="19800"/>
                </a:cubicBezTo>
                <a:lnTo>
                  <a:pt x="3950" y="19800"/>
                </a:lnTo>
                <a:cubicBezTo>
                  <a:pt x="4187" y="12767"/>
                  <a:pt x="7159" y="7200"/>
                  <a:pt x="10800" y="7200"/>
                </a:cubicBezTo>
                <a:cubicBezTo>
                  <a:pt x="14441" y="7200"/>
                  <a:pt x="17413" y="12767"/>
                  <a:pt x="17650" y="19800"/>
                </a:cubicBezTo>
                <a:cubicBezTo>
                  <a:pt x="17650" y="19800"/>
                  <a:pt x="15687" y="19800"/>
                  <a:pt x="15687" y="19800"/>
                </a:cubicBezTo>
                <a:close/>
                <a:moveTo>
                  <a:pt x="12724" y="19800"/>
                </a:moveTo>
                <a:cubicBezTo>
                  <a:pt x="12542" y="17747"/>
                  <a:pt x="11750" y="16200"/>
                  <a:pt x="10800" y="16200"/>
                </a:cubicBezTo>
                <a:cubicBezTo>
                  <a:pt x="9850" y="16200"/>
                  <a:pt x="9058" y="17747"/>
                  <a:pt x="8876" y="19800"/>
                </a:cubicBezTo>
                <a:lnTo>
                  <a:pt x="6899" y="19800"/>
                </a:lnTo>
                <a:cubicBezTo>
                  <a:pt x="7115" y="15751"/>
                  <a:pt x="8779" y="12600"/>
                  <a:pt x="10800" y="12600"/>
                </a:cubicBezTo>
                <a:cubicBezTo>
                  <a:pt x="12821" y="12600"/>
                  <a:pt x="14485" y="15751"/>
                  <a:pt x="14701" y="19800"/>
                </a:cubicBezTo>
                <a:cubicBezTo>
                  <a:pt x="14701" y="19800"/>
                  <a:pt x="12724" y="19800"/>
                  <a:pt x="12724" y="19800"/>
                </a:cubicBezTo>
                <a:close/>
                <a:moveTo>
                  <a:pt x="10800" y="0"/>
                </a:moveTo>
                <a:cubicBezTo>
                  <a:pt x="4835" y="0"/>
                  <a:pt x="0" y="9268"/>
                  <a:pt x="0" y="20700"/>
                </a:cubicBezTo>
                <a:cubicBezTo>
                  <a:pt x="0" y="21197"/>
                  <a:pt x="220" y="21600"/>
                  <a:pt x="491" y="21600"/>
                </a:cubicBezTo>
                <a:lnTo>
                  <a:pt x="9327" y="21600"/>
                </a:lnTo>
                <a:cubicBezTo>
                  <a:pt x="9599" y="21600"/>
                  <a:pt x="9818" y="21197"/>
                  <a:pt x="9818" y="20700"/>
                </a:cubicBezTo>
                <a:cubicBezTo>
                  <a:pt x="9818" y="19209"/>
                  <a:pt x="10258" y="18000"/>
                  <a:pt x="10800" y="18000"/>
                </a:cubicBezTo>
                <a:cubicBezTo>
                  <a:pt x="11342" y="18000"/>
                  <a:pt x="11782" y="19209"/>
                  <a:pt x="11782" y="20700"/>
                </a:cubicBezTo>
                <a:cubicBezTo>
                  <a:pt x="11782" y="21197"/>
                  <a:pt x="12001" y="21600"/>
                  <a:pt x="12273" y="21600"/>
                </a:cubicBezTo>
                <a:lnTo>
                  <a:pt x="21109" y="21600"/>
                </a:lnTo>
                <a:cubicBezTo>
                  <a:pt x="21380" y="21600"/>
                  <a:pt x="21600" y="21197"/>
                  <a:pt x="21600" y="20700"/>
                </a:cubicBezTo>
                <a:cubicBezTo>
                  <a:pt x="21600" y="9268"/>
                  <a:pt x="16765" y="0"/>
                  <a:pt x="108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2" name="Shape 2964"/>
          <p:cNvSpPr/>
          <p:nvPr/>
        </p:nvSpPr>
        <p:spPr>
          <a:xfrm>
            <a:off x="4260960" y="3508200"/>
            <a:ext cx="209520" cy="152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6691" y="20250"/>
                </a:moveTo>
                <a:lnTo>
                  <a:pt x="4418" y="20250"/>
                </a:lnTo>
                <a:cubicBezTo>
                  <a:pt x="2524" y="20250"/>
                  <a:pt x="982" y="18130"/>
                  <a:pt x="982" y="15525"/>
                </a:cubicBezTo>
                <a:cubicBezTo>
                  <a:pt x="982" y="13489"/>
                  <a:pt x="1926" y="11690"/>
                  <a:pt x="3333" y="11045"/>
                </a:cubicBezTo>
                <a:lnTo>
                  <a:pt x="4165" y="10664"/>
                </a:lnTo>
                <a:lnTo>
                  <a:pt x="3982" y="9484"/>
                </a:lnTo>
                <a:cubicBezTo>
                  <a:pt x="3946" y="9247"/>
                  <a:pt x="3927" y="9008"/>
                  <a:pt x="3927" y="8775"/>
                </a:cubicBezTo>
                <a:cubicBezTo>
                  <a:pt x="3927" y="6914"/>
                  <a:pt x="5028" y="5400"/>
                  <a:pt x="6382" y="5400"/>
                </a:cubicBezTo>
                <a:cubicBezTo>
                  <a:pt x="6662" y="5400"/>
                  <a:pt x="6942" y="5470"/>
                  <a:pt x="7215" y="5605"/>
                </a:cubicBezTo>
                <a:lnTo>
                  <a:pt x="8019" y="6006"/>
                </a:lnTo>
                <a:lnTo>
                  <a:pt x="8418" y="4965"/>
                </a:lnTo>
                <a:cubicBezTo>
                  <a:pt x="9272" y="2735"/>
                  <a:pt x="10937" y="1350"/>
                  <a:pt x="12764" y="1350"/>
                </a:cubicBezTo>
                <a:cubicBezTo>
                  <a:pt x="15470" y="1350"/>
                  <a:pt x="17673" y="4378"/>
                  <a:pt x="17673" y="8100"/>
                </a:cubicBezTo>
                <a:cubicBezTo>
                  <a:pt x="17673" y="8218"/>
                  <a:pt x="17666" y="8333"/>
                  <a:pt x="17660" y="8449"/>
                </a:cubicBezTo>
                <a:lnTo>
                  <a:pt x="17655" y="8565"/>
                </a:lnTo>
                <a:lnTo>
                  <a:pt x="17610" y="9515"/>
                </a:lnTo>
                <a:lnTo>
                  <a:pt x="18245" y="9892"/>
                </a:lnTo>
                <a:cubicBezTo>
                  <a:pt x="19687" y="10747"/>
                  <a:pt x="20618" y="12693"/>
                  <a:pt x="20618" y="14850"/>
                </a:cubicBezTo>
                <a:cubicBezTo>
                  <a:pt x="20618" y="17828"/>
                  <a:pt x="18856" y="20250"/>
                  <a:pt x="16691" y="20250"/>
                </a:cubicBezTo>
                <a:moveTo>
                  <a:pt x="18634" y="8652"/>
                </a:moveTo>
                <a:cubicBezTo>
                  <a:pt x="18643" y="8469"/>
                  <a:pt x="18655" y="8287"/>
                  <a:pt x="18655" y="8100"/>
                </a:cubicBezTo>
                <a:cubicBezTo>
                  <a:pt x="18655" y="3627"/>
                  <a:pt x="16017" y="0"/>
                  <a:pt x="12764" y="0"/>
                </a:cubicBezTo>
                <a:cubicBezTo>
                  <a:pt x="10499" y="0"/>
                  <a:pt x="8536" y="1759"/>
                  <a:pt x="7550" y="4336"/>
                </a:cubicBezTo>
                <a:cubicBezTo>
                  <a:pt x="7185" y="4154"/>
                  <a:pt x="6793" y="4050"/>
                  <a:pt x="6382" y="4050"/>
                </a:cubicBezTo>
                <a:cubicBezTo>
                  <a:pt x="4484" y="4050"/>
                  <a:pt x="2945" y="6165"/>
                  <a:pt x="2945" y="8775"/>
                </a:cubicBezTo>
                <a:cubicBezTo>
                  <a:pt x="2945" y="9114"/>
                  <a:pt x="2973" y="9445"/>
                  <a:pt x="3022" y="9764"/>
                </a:cubicBezTo>
                <a:cubicBezTo>
                  <a:pt x="1267" y="10569"/>
                  <a:pt x="0" y="12841"/>
                  <a:pt x="0" y="15525"/>
                </a:cubicBezTo>
                <a:cubicBezTo>
                  <a:pt x="0" y="18880"/>
                  <a:pt x="1978" y="21600"/>
                  <a:pt x="4418" y="21600"/>
                </a:cubicBezTo>
                <a:lnTo>
                  <a:pt x="16691" y="21600"/>
                </a:lnTo>
                <a:cubicBezTo>
                  <a:pt x="19401" y="21600"/>
                  <a:pt x="21600" y="18578"/>
                  <a:pt x="21600" y="14850"/>
                </a:cubicBezTo>
                <a:cubicBezTo>
                  <a:pt x="21600" y="12072"/>
                  <a:pt x="20378" y="9687"/>
                  <a:pt x="18634" y="865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3" name="Shape 2965"/>
          <p:cNvSpPr/>
          <p:nvPr/>
        </p:nvSpPr>
        <p:spPr>
          <a:xfrm>
            <a:off x="660240" y="3927600"/>
            <a:ext cx="209880" cy="123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7673" y="19938"/>
                </a:moveTo>
                <a:lnTo>
                  <a:pt x="3927" y="19938"/>
                </a:lnTo>
                <a:cubicBezTo>
                  <a:pt x="2303" y="19938"/>
                  <a:pt x="982" y="17703"/>
                  <a:pt x="982" y="14954"/>
                </a:cubicBezTo>
                <a:cubicBezTo>
                  <a:pt x="982" y="12638"/>
                  <a:pt x="1912" y="10647"/>
                  <a:pt x="3244" y="10110"/>
                </a:cubicBezTo>
                <a:cubicBezTo>
                  <a:pt x="3634" y="9954"/>
                  <a:pt x="3929" y="9410"/>
                  <a:pt x="3988" y="8739"/>
                </a:cubicBezTo>
                <a:cubicBezTo>
                  <a:pt x="4343" y="4704"/>
                  <a:pt x="6427" y="1662"/>
                  <a:pt x="8836" y="1662"/>
                </a:cubicBezTo>
                <a:cubicBezTo>
                  <a:pt x="10501" y="1662"/>
                  <a:pt x="12038" y="3081"/>
                  <a:pt x="12948" y="5461"/>
                </a:cubicBezTo>
                <a:cubicBezTo>
                  <a:pt x="13103" y="5866"/>
                  <a:pt x="13354" y="6137"/>
                  <a:pt x="13636" y="6203"/>
                </a:cubicBezTo>
                <a:cubicBezTo>
                  <a:pt x="13682" y="6215"/>
                  <a:pt x="13727" y="6219"/>
                  <a:pt x="13773" y="6219"/>
                </a:cubicBezTo>
                <a:cubicBezTo>
                  <a:pt x="14009" y="6219"/>
                  <a:pt x="14238" y="6076"/>
                  <a:pt x="14419" y="5809"/>
                </a:cubicBezTo>
                <a:cubicBezTo>
                  <a:pt x="14777" y="5278"/>
                  <a:pt x="15236" y="4985"/>
                  <a:pt x="15709" y="4985"/>
                </a:cubicBezTo>
                <a:cubicBezTo>
                  <a:pt x="16792" y="4985"/>
                  <a:pt x="17673" y="6476"/>
                  <a:pt x="17671" y="8326"/>
                </a:cubicBezTo>
                <a:lnTo>
                  <a:pt x="17667" y="8447"/>
                </a:lnTo>
                <a:cubicBezTo>
                  <a:pt x="17646" y="9234"/>
                  <a:pt x="17953" y="9937"/>
                  <a:pt x="18404" y="10132"/>
                </a:cubicBezTo>
                <a:cubicBezTo>
                  <a:pt x="19708" y="10697"/>
                  <a:pt x="20618" y="12680"/>
                  <a:pt x="20618" y="14954"/>
                </a:cubicBezTo>
                <a:cubicBezTo>
                  <a:pt x="20618" y="17703"/>
                  <a:pt x="19297" y="19938"/>
                  <a:pt x="17673" y="19938"/>
                </a:cubicBezTo>
                <a:moveTo>
                  <a:pt x="18648" y="8523"/>
                </a:moveTo>
                <a:cubicBezTo>
                  <a:pt x="18650" y="8451"/>
                  <a:pt x="18655" y="8381"/>
                  <a:pt x="18655" y="8308"/>
                </a:cubicBezTo>
                <a:cubicBezTo>
                  <a:pt x="18655" y="5556"/>
                  <a:pt x="17335" y="3323"/>
                  <a:pt x="15709" y="3323"/>
                </a:cubicBezTo>
                <a:cubicBezTo>
                  <a:pt x="14967" y="3323"/>
                  <a:pt x="14290" y="3791"/>
                  <a:pt x="13773" y="4558"/>
                </a:cubicBezTo>
                <a:cubicBezTo>
                  <a:pt x="12724" y="1819"/>
                  <a:pt x="10909" y="0"/>
                  <a:pt x="8836" y="0"/>
                </a:cubicBezTo>
                <a:cubicBezTo>
                  <a:pt x="5880" y="0"/>
                  <a:pt x="3439" y="3690"/>
                  <a:pt x="3017" y="8494"/>
                </a:cubicBezTo>
                <a:cubicBezTo>
                  <a:pt x="1288" y="9190"/>
                  <a:pt x="0" y="11814"/>
                  <a:pt x="0" y="14954"/>
                </a:cubicBezTo>
                <a:cubicBezTo>
                  <a:pt x="0" y="18624"/>
                  <a:pt x="1758" y="21600"/>
                  <a:pt x="3927" y="21600"/>
                </a:cubicBezTo>
                <a:lnTo>
                  <a:pt x="17673" y="21600"/>
                </a:lnTo>
                <a:cubicBezTo>
                  <a:pt x="19842" y="21600"/>
                  <a:pt x="21600" y="18624"/>
                  <a:pt x="21600" y="14954"/>
                </a:cubicBezTo>
                <a:cubicBezTo>
                  <a:pt x="21600" y="11855"/>
                  <a:pt x="20344" y="9259"/>
                  <a:pt x="18648" y="852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4" name="Shape 2966"/>
          <p:cNvSpPr/>
          <p:nvPr/>
        </p:nvSpPr>
        <p:spPr>
          <a:xfrm>
            <a:off x="1060560" y="3898800"/>
            <a:ext cx="209520" cy="171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7673" y="20400"/>
                </a:moveTo>
                <a:lnTo>
                  <a:pt x="3927" y="20400"/>
                </a:lnTo>
                <a:cubicBezTo>
                  <a:pt x="2303" y="20400"/>
                  <a:pt x="982" y="18785"/>
                  <a:pt x="982" y="16800"/>
                </a:cubicBezTo>
                <a:cubicBezTo>
                  <a:pt x="982" y="15128"/>
                  <a:pt x="1912" y="13690"/>
                  <a:pt x="3244" y="13302"/>
                </a:cubicBezTo>
                <a:cubicBezTo>
                  <a:pt x="3634" y="13189"/>
                  <a:pt x="3929" y="12796"/>
                  <a:pt x="3988" y="12312"/>
                </a:cubicBezTo>
                <a:cubicBezTo>
                  <a:pt x="4343" y="9397"/>
                  <a:pt x="6427" y="7200"/>
                  <a:pt x="8836" y="7200"/>
                </a:cubicBezTo>
                <a:cubicBezTo>
                  <a:pt x="10501" y="7200"/>
                  <a:pt x="11547" y="7626"/>
                  <a:pt x="12457" y="9344"/>
                </a:cubicBezTo>
                <a:cubicBezTo>
                  <a:pt x="12612" y="9636"/>
                  <a:pt x="13354" y="10432"/>
                  <a:pt x="13636" y="10480"/>
                </a:cubicBezTo>
                <a:cubicBezTo>
                  <a:pt x="13682" y="10488"/>
                  <a:pt x="13773" y="10492"/>
                  <a:pt x="13773" y="10492"/>
                </a:cubicBezTo>
                <a:cubicBezTo>
                  <a:pt x="14009" y="10492"/>
                  <a:pt x="14238" y="10388"/>
                  <a:pt x="14419" y="10195"/>
                </a:cubicBezTo>
                <a:cubicBezTo>
                  <a:pt x="14777" y="9812"/>
                  <a:pt x="15236" y="9600"/>
                  <a:pt x="15709" y="9600"/>
                </a:cubicBezTo>
                <a:cubicBezTo>
                  <a:pt x="16792" y="9600"/>
                  <a:pt x="17673" y="10677"/>
                  <a:pt x="17671" y="12013"/>
                </a:cubicBezTo>
                <a:lnTo>
                  <a:pt x="17667" y="12101"/>
                </a:lnTo>
                <a:cubicBezTo>
                  <a:pt x="17646" y="12669"/>
                  <a:pt x="17953" y="13177"/>
                  <a:pt x="18404" y="13318"/>
                </a:cubicBezTo>
                <a:cubicBezTo>
                  <a:pt x="19708" y="13726"/>
                  <a:pt x="20618" y="15158"/>
                  <a:pt x="20618" y="16800"/>
                </a:cubicBezTo>
                <a:cubicBezTo>
                  <a:pt x="20618" y="18785"/>
                  <a:pt x="19297" y="20400"/>
                  <a:pt x="17673" y="20400"/>
                </a:cubicBezTo>
                <a:moveTo>
                  <a:pt x="15709" y="1200"/>
                </a:moveTo>
                <a:cubicBezTo>
                  <a:pt x="18420" y="1200"/>
                  <a:pt x="20618" y="3887"/>
                  <a:pt x="20618" y="7200"/>
                </a:cubicBezTo>
                <a:cubicBezTo>
                  <a:pt x="20618" y="9162"/>
                  <a:pt x="19844" y="10898"/>
                  <a:pt x="18654" y="11992"/>
                </a:cubicBezTo>
                <a:cubicBezTo>
                  <a:pt x="18651" y="10008"/>
                  <a:pt x="17334" y="8400"/>
                  <a:pt x="15709" y="8400"/>
                </a:cubicBezTo>
                <a:cubicBezTo>
                  <a:pt x="14967" y="8400"/>
                  <a:pt x="14290" y="8738"/>
                  <a:pt x="13773" y="9292"/>
                </a:cubicBezTo>
                <a:cubicBezTo>
                  <a:pt x="13082" y="7989"/>
                  <a:pt x="12054" y="6984"/>
                  <a:pt x="10843" y="6443"/>
                </a:cubicBezTo>
                <a:cubicBezTo>
                  <a:pt x="11149" y="3488"/>
                  <a:pt x="13208" y="1200"/>
                  <a:pt x="15709" y="1200"/>
                </a:cubicBezTo>
                <a:moveTo>
                  <a:pt x="19575" y="12625"/>
                </a:moveTo>
                <a:cubicBezTo>
                  <a:pt x="20814" y="11304"/>
                  <a:pt x="21600" y="9367"/>
                  <a:pt x="21600" y="7200"/>
                </a:cubicBezTo>
                <a:cubicBezTo>
                  <a:pt x="21600" y="3224"/>
                  <a:pt x="18962" y="0"/>
                  <a:pt x="15709" y="0"/>
                </a:cubicBezTo>
                <a:cubicBezTo>
                  <a:pt x="12754" y="0"/>
                  <a:pt x="10314" y="2663"/>
                  <a:pt x="9890" y="6130"/>
                </a:cubicBezTo>
                <a:cubicBezTo>
                  <a:pt x="9547" y="6053"/>
                  <a:pt x="9198" y="6000"/>
                  <a:pt x="8836" y="6000"/>
                </a:cubicBezTo>
                <a:cubicBezTo>
                  <a:pt x="5880" y="6000"/>
                  <a:pt x="3439" y="8665"/>
                  <a:pt x="3017" y="12135"/>
                </a:cubicBezTo>
                <a:cubicBezTo>
                  <a:pt x="1288" y="12638"/>
                  <a:pt x="0" y="14532"/>
                  <a:pt x="0" y="16800"/>
                </a:cubicBezTo>
                <a:cubicBezTo>
                  <a:pt x="0" y="19451"/>
                  <a:pt x="1758" y="21600"/>
                  <a:pt x="3927" y="21600"/>
                </a:cubicBezTo>
                <a:lnTo>
                  <a:pt x="17673" y="21600"/>
                </a:lnTo>
                <a:cubicBezTo>
                  <a:pt x="19842" y="21600"/>
                  <a:pt x="21600" y="19451"/>
                  <a:pt x="21600" y="16800"/>
                </a:cubicBezTo>
                <a:cubicBezTo>
                  <a:pt x="21600" y="14997"/>
                  <a:pt x="20778" y="13443"/>
                  <a:pt x="19575" y="1262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5" name="Shape 2967"/>
          <p:cNvSpPr/>
          <p:nvPr/>
        </p:nvSpPr>
        <p:spPr>
          <a:xfrm>
            <a:off x="1460520" y="3889440"/>
            <a:ext cx="209520" cy="19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4727" y="19440"/>
                </a:moveTo>
                <a:cubicBezTo>
                  <a:pt x="14727" y="20036"/>
                  <a:pt x="15167" y="20520"/>
                  <a:pt x="15709" y="20520"/>
                </a:cubicBezTo>
                <a:cubicBezTo>
                  <a:pt x="16251" y="20520"/>
                  <a:pt x="16691" y="20036"/>
                  <a:pt x="16691" y="19440"/>
                </a:cubicBezTo>
                <a:cubicBezTo>
                  <a:pt x="16691" y="18360"/>
                  <a:pt x="15709" y="17280"/>
                  <a:pt x="15709" y="17280"/>
                </a:cubicBezTo>
                <a:cubicBezTo>
                  <a:pt x="15709" y="17280"/>
                  <a:pt x="14727" y="18360"/>
                  <a:pt x="14727" y="19440"/>
                </a:cubicBezTo>
                <a:moveTo>
                  <a:pt x="4909" y="20520"/>
                </a:moveTo>
                <a:cubicBezTo>
                  <a:pt x="4909" y="21117"/>
                  <a:pt x="5349" y="21600"/>
                  <a:pt x="5891" y="21600"/>
                </a:cubicBezTo>
                <a:cubicBezTo>
                  <a:pt x="6433" y="21600"/>
                  <a:pt x="6873" y="21117"/>
                  <a:pt x="6873" y="20520"/>
                </a:cubicBezTo>
                <a:cubicBezTo>
                  <a:pt x="6873" y="19440"/>
                  <a:pt x="5891" y="18360"/>
                  <a:pt x="5891" y="18360"/>
                </a:cubicBezTo>
                <a:cubicBezTo>
                  <a:pt x="5891" y="18360"/>
                  <a:pt x="4909" y="19440"/>
                  <a:pt x="4909" y="20520"/>
                </a:cubicBezTo>
                <a:moveTo>
                  <a:pt x="9818" y="17280"/>
                </a:moveTo>
                <a:cubicBezTo>
                  <a:pt x="9818" y="17876"/>
                  <a:pt x="10258" y="18360"/>
                  <a:pt x="10800" y="18360"/>
                </a:cubicBezTo>
                <a:cubicBezTo>
                  <a:pt x="11342" y="18360"/>
                  <a:pt x="11782" y="17876"/>
                  <a:pt x="11782" y="17280"/>
                </a:cubicBezTo>
                <a:cubicBezTo>
                  <a:pt x="11782" y="16200"/>
                  <a:pt x="10800" y="15120"/>
                  <a:pt x="10800" y="15120"/>
                </a:cubicBezTo>
                <a:cubicBezTo>
                  <a:pt x="10800" y="15120"/>
                  <a:pt x="9818" y="16200"/>
                  <a:pt x="9818" y="17280"/>
                </a:cubicBezTo>
                <a:moveTo>
                  <a:pt x="17673" y="12960"/>
                </a:moveTo>
                <a:lnTo>
                  <a:pt x="3927" y="12960"/>
                </a:lnTo>
                <a:cubicBezTo>
                  <a:pt x="2303" y="12960"/>
                  <a:pt x="982" y="11507"/>
                  <a:pt x="982" y="9720"/>
                </a:cubicBezTo>
                <a:cubicBezTo>
                  <a:pt x="982" y="8215"/>
                  <a:pt x="1912" y="6920"/>
                  <a:pt x="3244" y="6572"/>
                </a:cubicBezTo>
                <a:cubicBezTo>
                  <a:pt x="3634" y="6470"/>
                  <a:pt x="3929" y="6117"/>
                  <a:pt x="3988" y="5681"/>
                </a:cubicBezTo>
                <a:cubicBezTo>
                  <a:pt x="4343" y="3058"/>
                  <a:pt x="6427" y="1080"/>
                  <a:pt x="8836" y="1080"/>
                </a:cubicBezTo>
                <a:cubicBezTo>
                  <a:pt x="10501" y="1080"/>
                  <a:pt x="11547" y="1463"/>
                  <a:pt x="12457" y="3010"/>
                </a:cubicBezTo>
                <a:cubicBezTo>
                  <a:pt x="12612" y="3273"/>
                  <a:pt x="13354" y="3989"/>
                  <a:pt x="13636" y="4032"/>
                </a:cubicBezTo>
                <a:cubicBezTo>
                  <a:pt x="13682" y="4039"/>
                  <a:pt x="13773" y="4043"/>
                  <a:pt x="13773" y="4043"/>
                </a:cubicBezTo>
                <a:cubicBezTo>
                  <a:pt x="14009" y="4043"/>
                  <a:pt x="14238" y="3949"/>
                  <a:pt x="14419" y="3776"/>
                </a:cubicBezTo>
                <a:cubicBezTo>
                  <a:pt x="14777" y="3431"/>
                  <a:pt x="15236" y="3240"/>
                  <a:pt x="15709" y="3240"/>
                </a:cubicBezTo>
                <a:cubicBezTo>
                  <a:pt x="16792" y="3240"/>
                  <a:pt x="17673" y="4209"/>
                  <a:pt x="17671" y="5412"/>
                </a:cubicBezTo>
                <a:lnTo>
                  <a:pt x="17667" y="5491"/>
                </a:lnTo>
                <a:cubicBezTo>
                  <a:pt x="17646" y="6002"/>
                  <a:pt x="17953" y="6459"/>
                  <a:pt x="18404" y="6586"/>
                </a:cubicBezTo>
                <a:cubicBezTo>
                  <a:pt x="19708" y="6954"/>
                  <a:pt x="20618" y="8242"/>
                  <a:pt x="20618" y="9720"/>
                </a:cubicBezTo>
                <a:cubicBezTo>
                  <a:pt x="20618" y="11507"/>
                  <a:pt x="19297" y="12960"/>
                  <a:pt x="17673" y="12960"/>
                </a:cubicBezTo>
                <a:moveTo>
                  <a:pt x="18648" y="5540"/>
                </a:moveTo>
                <a:cubicBezTo>
                  <a:pt x="18650" y="5493"/>
                  <a:pt x="18655" y="5447"/>
                  <a:pt x="18655" y="5400"/>
                </a:cubicBezTo>
                <a:cubicBezTo>
                  <a:pt x="18655" y="3611"/>
                  <a:pt x="17335" y="2160"/>
                  <a:pt x="15709" y="2160"/>
                </a:cubicBezTo>
                <a:cubicBezTo>
                  <a:pt x="14967" y="2160"/>
                  <a:pt x="14290" y="2464"/>
                  <a:pt x="13773" y="2963"/>
                </a:cubicBezTo>
                <a:cubicBezTo>
                  <a:pt x="12724" y="1182"/>
                  <a:pt x="10909" y="0"/>
                  <a:pt x="8836" y="0"/>
                </a:cubicBezTo>
                <a:cubicBezTo>
                  <a:pt x="5880" y="0"/>
                  <a:pt x="3439" y="2398"/>
                  <a:pt x="3017" y="5521"/>
                </a:cubicBezTo>
                <a:cubicBezTo>
                  <a:pt x="1288" y="5974"/>
                  <a:pt x="0" y="7679"/>
                  <a:pt x="0" y="9720"/>
                </a:cubicBezTo>
                <a:cubicBezTo>
                  <a:pt x="0" y="12106"/>
                  <a:pt x="1758" y="14040"/>
                  <a:pt x="3927" y="14040"/>
                </a:cubicBezTo>
                <a:lnTo>
                  <a:pt x="17673" y="14040"/>
                </a:lnTo>
                <a:cubicBezTo>
                  <a:pt x="19842" y="14040"/>
                  <a:pt x="21600" y="12106"/>
                  <a:pt x="21600" y="9720"/>
                </a:cubicBezTo>
                <a:cubicBezTo>
                  <a:pt x="21600" y="7706"/>
                  <a:pt x="20344" y="6018"/>
                  <a:pt x="18648" y="554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6" name="Shape 2968"/>
          <p:cNvSpPr/>
          <p:nvPr/>
        </p:nvSpPr>
        <p:spPr>
          <a:xfrm>
            <a:off x="1860480" y="3898800"/>
            <a:ext cx="209520" cy="171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7673" y="14400"/>
                </a:moveTo>
                <a:lnTo>
                  <a:pt x="3927" y="14400"/>
                </a:lnTo>
                <a:cubicBezTo>
                  <a:pt x="2303" y="14400"/>
                  <a:pt x="982" y="12785"/>
                  <a:pt x="982" y="10800"/>
                </a:cubicBezTo>
                <a:cubicBezTo>
                  <a:pt x="982" y="9128"/>
                  <a:pt x="1912" y="7690"/>
                  <a:pt x="3244" y="7302"/>
                </a:cubicBezTo>
                <a:cubicBezTo>
                  <a:pt x="3634" y="7189"/>
                  <a:pt x="3929" y="6796"/>
                  <a:pt x="3988" y="6312"/>
                </a:cubicBezTo>
                <a:cubicBezTo>
                  <a:pt x="4343" y="3397"/>
                  <a:pt x="6427" y="1200"/>
                  <a:pt x="8836" y="1200"/>
                </a:cubicBezTo>
                <a:cubicBezTo>
                  <a:pt x="10501" y="1200"/>
                  <a:pt x="11547" y="1626"/>
                  <a:pt x="12457" y="3344"/>
                </a:cubicBezTo>
                <a:cubicBezTo>
                  <a:pt x="12612" y="3636"/>
                  <a:pt x="13354" y="4432"/>
                  <a:pt x="13636" y="4480"/>
                </a:cubicBezTo>
                <a:cubicBezTo>
                  <a:pt x="13682" y="4488"/>
                  <a:pt x="13773" y="4492"/>
                  <a:pt x="13773" y="4492"/>
                </a:cubicBezTo>
                <a:cubicBezTo>
                  <a:pt x="14009" y="4492"/>
                  <a:pt x="14238" y="4388"/>
                  <a:pt x="14419" y="4195"/>
                </a:cubicBezTo>
                <a:cubicBezTo>
                  <a:pt x="14777" y="3812"/>
                  <a:pt x="15236" y="3600"/>
                  <a:pt x="15709" y="3600"/>
                </a:cubicBezTo>
                <a:cubicBezTo>
                  <a:pt x="16792" y="3600"/>
                  <a:pt x="17673" y="4676"/>
                  <a:pt x="17671" y="6013"/>
                </a:cubicBezTo>
                <a:lnTo>
                  <a:pt x="17667" y="6101"/>
                </a:lnTo>
                <a:cubicBezTo>
                  <a:pt x="17646" y="6669"/>
                  <a:pt x="17953" y="7177"/>
                  <a:pt x="18404" y="7318"/>
                </a:cubicBezTo>
                <a:cubicBezTo>
                  <a:pt x="19708" y="7726"/>
                  <a:pt x="20618" y="9158"/>
                  <a:pt x="20618" y="10800"/>
                </a:cubicBezTo>
                <a:cubicBezTo>
                  <a:pt x="20618" y="12785"/>
                  <a:pt x="19297" y="14400"/>
                  <a:pt x="17673" y="14400"/>
                </a:cubicBezTo>
                <a:moveTo>
                  <a:pt x="18648" y="6156"/>
                </a:moveTo>
                <a:cubicBezTo>
                  <a:pt x="18650" y="6104"/>
                  <a:pt x="18655" y="6053"/>
                  <a:pt x="18655" y="6000"/>
                </a:cubicBezTo>
                <a:cubicBezTo>
                  <a:pt x="18655" y="4012"/>
                  <a:pt x="17335" y="2400"/>
                  <a:pt x="15709" y="2400"/>
                </a:cubicBezTo>
                <a:cubicBezTo>
                  <a:pt x="14967" y="2400"/>
                  <a:pt x="14290" y="2738"/>
                  <a:pt x="13773" y="3292"/>
                </a:cubicBezTo>
                <a:cubicBezTo>
                  <a:pt x="12724" y="1314"/>
                  <a:pt x="10909" y="0"/>
                  <a:pt x="8836" y="0"/>
                </a:cubicBezTo>
                <a:cubicBezTo>
                  <a:pt x="5880" y="0"/>
                  <a:pt x="3439" y="2665"/>
                  <a:pt x="3017" y="6135"/>
                </a:cubicBezTo>
                <a:cubicBezTo>
                  <a:pt x="1288" y="6638"/>
                  <a:pt x="0" y="8532"/>
                  <a:pt x="0" y="10800"/>
                </a:cubicBezTo>
                <a:cubicBezTo>
                  <a:pt x="0" y="13451"/>
                  <a:pt x="1758" y="15600"/>
                  <a:pt x="3927" y="15600"/>
                </a:cubicBezTo>
                <a:lnTo>
                  <a:pt x="17673" y="15600"/>
                </a:lnTo>
                <a:cubicBezTo>
                  <a:pt x="19842" y="15600"/>
                  <a:pt x="21600" y="13451"/>
                  <a:pt x="21600" y="10800"/>
                </a:cubicBezTo>
                <a:cubicBezTo>
                  <a:pt x="21600" y="8562"/>
                  <a:pt x="20344" y="6687"/>
                  <a:pt x="18648" y="6156"/>
                </a:cubicBezTo>
                <a:moveTo>
                  <a:pt x="15218" y="16800"/>
                </a:moveTo>
                <a:cubicBezTo>
                  <a:pt x="15083" y="16800"/>
                  <a:pt x="14960" y="16867"/>
                  <a:pt x="14871" y="16976"/>
                </a:cubicBezTo>
                <a:lnTo>
                  <a:pt x="11926" y="20575"/>
                </a:lnTo>
                <a:cubicBezTo>
                  <a:pt x="11837" y="20685"/>
                  <a:pt x="11782" y="20835"/>
                  <a:pt x="11782" y="21000"/>
                </a:cubicBezTo>
                <a:cubicBezTo>
                  <a:pt x="11782" y="21332"/>
                  <a:pt x="12002" y="21600"/>
                  <a:pt x="12273" y="21600"/>
                </a:cubicBezTo>
                <a:cubicBezTo>
                  <a:pt x="12408" y="21600"/>
                  <a:pt x="12531" y="21533"/>
                  <a:pt x="12620" y="21424"/>
                </a:cubicBezTo>
                <a:lnTo>
                  <a:pt x="15565" y="17824"/>
                </a:lnTo>
                <a:cubicBezTo>
                  <a:pt x="15654" y="17716"/>
                  <a:pt x="15709" y="17566"/>
                  <a:pt x="15709" y="17400"/>
                </a:cubicBezTo>
                <a:cubicBezTo>
                  <a:pt x="15709" y="17069"/>
                  <a:pt x="15489" y="16800"/>
                  <a:pt x="15218" y="16800"/>
                </a:cubicBezTo>
                <a:moveTo>
                  <a:pt x="12764" y="17400"/>
                </a:moveTo>
                <a:cubicBezTo>
                  <a:pt x="12764" y="17069"/>
                  <a:pt x="12544" y="16800"/>
                  <a:pt x="12273" y="16800"/>
                </a:cubicBezTo>
                <a:cubicBezTo>
                  <a:pt x="12137" y="16800"/>
                  <a:pt x="12015" y="16867"/>
                  <a:pt x="11925" y="16976"/>
                </a:cubicBezTo>
                <a:lnTo>
                  <a:pt x="8981" y="20575"/>
                </a:lnTo>
                <a:cubicBezTo>
                  <a:pt x="8891" y="20685"/>
                  <a:pt x="8836" y="20835"/>
                  <a:pt x="8836" y="21000"/>
                </a:cubicBezTo>
                <a:cubicBezTo>
                  <a:pt x="8836" y="21332"/>
                  <a:pt x="9056" y="21600"/>
                  <a:pt x="9327" y="21600"/>
                </a:cubicBezTo>
                <a:cubicBezTo>
                  <a:pt x="9463" y="21600"/>
                  <a:pt x="9585" y="21533"/>
                  <a:pt x="9674" y="21424"/>
                </a:cubicBezTo>
                <a:lnTo>
                  <a:pt x="12620" y="17824"/>
                </a:lnTo>
                <a:cubicBezTo>
                  <a:pt x="12709" y="17716"/>
                  <a:pt x="12764" y="17566"/>
                  <a:pt x="12764" y="17400"/>
                </a:cubicBezTo>
                <a:moveTo>
                  <a:pt x="6873" y="17400"/>
                </a:moveTo>
                <a:cubicBezTo>
                  <a:pt x="6873" y="17069"/>
                  <a:pt x="6653" y="16800"/>
                  <a:pt x="6382" y="16800"/>
                </a:cubicBezTo>
                <a:cubicBezTo>
                  <a:pt x="6246" y="16800"/>
                  <a:pt x="6124" y="16867"/>
                  <a:pt x="6034" y="16976"/>
                </a:cubicBezTo>
                <a:lnTo>
                  <a:pt x="3090" y="20575"/>
                </a:lnTo>
                <a:cubicBezTo>
                  <a:pt x="3000" y="20685"/>
                  <a:pt x="2945" y="20835"/>
                  <a:pt x="2945" y="21000"/>
                </a:cubicBezTo>
                <a:cubicBezTo>
                  <a:pt x="2945" y="21332"/>
                  <a:pt x="3166" y="21600"/>
                  <a:pt x="3436" y="21600"/>
                </a:cubicBezTo>
                <a:cubicBezTo>
                  <a:pt x="3572" y="21600"/>
                  <a:pt x="3695" y="21533"/>
                  <a:pt x="3783" y="21424"/>
                </a:cubicBezTo>
                <a:lnTo>
                  <a:pt x="6729" y="17824"/>
                </a:lnTo>
                <a:cubicBezTo>
                  <a:pt x="6818" y="17716"/>
                  <a:pt x="6873" y="17566"/>
                  <a:pt x="6873" y="17400"/>
                </a:cubicBezTo>
                <a:moveTo>
                  <a:pt x="9818" y="17400"/>
                </a:moveTo>
                <a:cubicBezTo>
                  <a:pt x="9818" y="17069"/>
                  <a:pt x="9598" y="16800"/>
                  <a:pt x="9327" y="16800"/>
                </a:cubicBezTo>
                <a:cubicBezTo>
                  <a:pt x="9192" y="16800"/>
                  <a:pt x="9069" y="16867"/>
                  <a:pt x="8980" y="16976"/>
                </a:cubicBezTo>
                <a:lnTo>
                  <a:pt x="6035" y="20575"/>
                </a:lnTo>
                <a:cubicBezTo>
                  <a:pt x="5946" y="20685"/>
                  <a:pt x="5891" y="20835"/>
                  <a:pt x="5891" y="21000"/>
                </a:cubicBezTo>
                <a:cubicBezTo>
                  <a:pt x="5891" y="21332"/>
                  <a:pt x="6111" y="21600"/>
                  <a:pt x="6382" y="21600"/>
                </a:cubicBezTo>
                <a:cubicBezTo>
                  <a:pt x="6517" y="21600"/>
                  <a:pt x="6640" y="21533"/>
                  <a:pt x="6729" y="21424"/>
                </a:cubicBezTo>
                <a:lnTo>
                  <a:pt x="9674" y="17824"/>
                </a:lnTo>
                <a:cubicBezTo>
                  <a:pt x="9763" y="17716"/>
                  <a:pt x="9818" y="17566"/>
                  <a:pt x="9818" y="174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7" name="Shape 2969"/>
          <p:cNvSpPr/>
          <p:nvPr/>
        </p:nvSpPr>
        <p:spPr>
          <a:xfrm>
            <a:off x="2260440" y="3889440"/>
            <a:ext cx="209880" cy="19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8164" y="15120"/>
                </a:moveTo>
                <a:cubicBezTo>
                  <a:pt x="17893" y="15120"/>
                  <a:pt x="17673" y="15362"/>
                  <a:pt x="17673" y="15660"/>
                </a:cubicBezTo>
                <a:lnTo>
                  <a:pt x="17673" y="17820"/>
                </a:lnTo>
                <a:cubicBezTo>
                  <a:pt x="17673" y="18118"/>
                  <a:pt x="17893" y="18360"/>
                  <a:pt x="18164" y="18360"/>
                </a:cubicBezTo>
                <a:cubicBezTo>
                  <a:pt x="18434" y="18360"/>
                  <a:pt x="18655" y="18118"/>
                  <a:pt x="18655" y="17820"/>
                </a:cubicBezTo>
                <a:lnTo>
                  <a:pt x="18655" y="15660"/>
                </a:lnTo>
                <a:cubicBezTo>
                  <a:pt x="18655" y="15362"/>
                  <a:pt x="18434" y="15120"/>
                  <a:pt x="18164" y="15120"/>
                </a:cubicBezTo>
                <a:moveTo>
                  <a:pt x="15218" y="15120"/>
                </a:moveTo>
                <a:cubicBezTo>
                  <a:pt x="14947" y="15120"/>
                  <a:pt x="14727" y="15362"/>
                  <a:pt x="14727" y="15660"/>
                </a:cubicBezTo>
                <a:lnTo>
                  <a:pt x="14727" y="18900"/>
                </a:lnTo>
                <a:cubicBezTo>
                  <a:pt x="14727" y="19198"/>
                  <a:pt x="14947" y="19440"/>
                  <a:pt x="15218" y="19440"/>
                </a:cubicBezTo>
                <a:cubicBezTo>
                  <a:pt x="15489" y="19440"/>
                  <a:pt x="15709" y="19198"/>
                  <a:pt x="15709" y="18900"/>
                </a:cubicBezTo>
                <a:lnTo>
                  <a:pt x="15709" y="15660"/>
                </a:lnTo>
                <a:cubicBezTo>
                  <a:pt x="15709" y="15362"/>
                  <a:pt x="15489" y="15120"/>
                  <a:pt x="15218" y="15120"/>
                </a:cubicBezTo>
                <a:moveTo>
                  <a:pt x="17673" y="12960"/>
                </a:moveTo>
                <a:lnTo>
                  <a:pt x="3927" y="12960"/>
                </a:lnTo>
                <a:cubicBezTo>
                  <a:pt x="2303" y="12960"/>
                  <a:pt x="982" y="11507"/>
                  <a:pt x="982" y="9720"/>
                </a:cubicBezTo>
                <a:cubicBezTo>
                  <a:pt x="982" y="8215"/>
                  <a:pt x="1912" y="6920"/>
                  <a:pt x="3244" y="6572"/>
                </a:cubicBezTo>
                <a:cubicBezTo>
                  <a:pt x="3634" y="6470"/>
                  <a:pt x="3929" y="6117"/>
                  <a:pt x="3988" y="5681"/>
                </a:cubicBezTo>
                <a:cubicBezTo>
                  <a:pt x="4343" y="3058"/>
                  <a:pt x="6427" y="1080"/>
                  <a:pt x="8836" y="1080"/>
                </a:cubicBezTo>
                <a:cubicBezTo>
                  <a:pt x="10501" y="1080"/>
                  <a:pt x="11547" y="1463"/>
                  <a:pt x="12457" y="3010"/>
                </a:cubicBezTo>
                <a:cubicBezTo>
                  <a:pt x="12612" y="3273"/>
                  <a:pt x="13354" y="3989"/>
                  <a:pt x="13636" y="4032"/>
                </a:cubicBezTo>
                <a:cubicBezTo>
                  <a:pt x="13682" y="4039"/>
                  <a:pt x="13773" y="4043"/>
                  <a:pt x="13773" y="4043"/>
                </a:cubicBezTo>
                <a:cubicBezTo>
                  <a:pt x="14009" y="4043"/>
                  <a:pt x="14238" y="3949"/>
                  <a:pt x="14419" y="3776"/>
                </a:cubicBezTo>
                <a:cubicBezTo>
                  <a:pt x="14777" y="3431"/>
                  <a:pt x="15236" y="3240"/>
                  <a:pt x="15709" y="3240"/>
                </a:cubicBezTo>
                <a:cubicBezTo>
                  <a:pt x="16792" y="3240"/>
                  <a:pt x="17673" y="4209"/>
                  <a:pt x="17671" y="5412"/>
                </a:cubicBezTo>
                <a:lnTo>
                  <a:pt x="17667" y="5491"/>
                </a:lnTo>
                <a:cubicBezTo>
                  <a:pt x="17646" y="6002"/>
                  <a:pt x="17953" y="6459"/>
                  <a:pt x="18404" y="6586"/>
                </a:cubicBezTo>
                <a:cubicBezTo>
                  <a:pt x="19708" y="6954"/>
                  <a:pt x="20618" y="8242"/>
                  <a:pt x="20618" y="9720"/>
                </a:cubicBezTo>
                <a:cubicBezTo>
                  <a:pt x="20618" y="11507"/>
                  <a:pt x="19297" y="12960"/>
                  <a:pt x="17673" y="12960"/>
                </a:cubicBezTo>
                <a:moveTo>
                  <a:pt x="18648" y="5540"/>
                </a:moveTo>
                <a:cubicBezTo>
                  <a:pt x="18650" y="5493"/>
                  <a:pt x="18655" y="5447"/>
                  <a:pt x="18655" y="5400"/>
                </a:cubicBezTo>
                <a:cubicBezTo>
                  <a:pt x="18655" y="3611"/>
                  <a:pt x="17335" y="2160"/>
                  <a:pt x="15709" y="2160"/>
                </a:cubicBezTo>
                <a:cubicBezTo>
                  <a:pt x="14967" y="2160"/>
                  <a:pt x="14290" y="2464"/>
                  <a:pt x="13773" y="2963"/>
                </a:cubicBezTo>
                <a:cubicBezTo>
                  <a:pt x="12724" y="1182"/>
                  <a:pt x="10909" y="0"/>
                  <a:pt x="8836" y="0"/>
                </a:cubicBezTo>
                <a:cubicBezTo>
                  <a:pt x="5880" y="0"/>
                  <a:pt x="3439" y="2398"/>
                  <a:pt x="3017" y="5521"/>
                </a:cubicBezTo>
                <a:cubicBezTo>
                  <a:pt x="1288" y="5974"/>
                  <a:pt x="0" y="7679"/>
                  <a:pt x="0" y="9720"/>
                </a:cubicBezTo>
                <a:cubicBezTo>
                  <a:pt x="0" y="12106"/>
                  <a:pt x="1758" y="14040"/>
                  <a:pt x="3927" y="14040"/>
                </a:cubicBezTo>
                <a:lnTo>
                  <a:pt x="17673" y="14040"/>
                </a:lnTo>
                <a:cubicBezTo>
                  <a:pt x="19842" y="14040"/>
                  <a:pt x="21600" y="12106"/>
                  <a:pt x="21600" y="9720"/>
                </a:cubicBezTo>
                <a:cubicBezTo>
                  <a:pt x="21600" y="7706"/>
                  <a:pt x="20344" y="6018"/>
                  <a:pt x="18648" y="5540"/>
                </a:cubicBezTo>
                <a:moveTo>
                  <a:pt x="6382" y="16200"/>
                </a:moveTo>
                <a:cubicBezTo>
                  <a:pt x="6111" y="16200"/>
                  <a:pt x="5891" y="16442"/>
                  <a:pt x="5891" y="16740"/>
                </a:cubicBezTo>
                <a:lnTo>
                  <a:pt x="5891" y="18900"/>
                </a:lnTo>
                <a:cubicBezTo>
                  <a:pt x="5891" y="19198"/>
                  <a:pt x="6111" y="19440"/>
                  <a:pt x="6382" y="19440"/>
                </a:cubicBezTo>
                <a:cubicBezTo>
                  <a:pt x="6653" y="19440"/>
                  <a:pt x="6873" y="19198"/>
                  <a:pt x="6873" y="18900"/>
                </a:cubicBezTo>
                <a:lnTo>
                  <a:pt x="6873" y="16740"/>
                </a:lnTo>
                <a:cubicBezTo>
                  <a:pt x="6873" y="16442"/>
                  <a:pt x="6653" y="16200"/>
                  <a:pt x="6382" y="16200"/>
                </a:cubicBezTo>
                <a:moveTo>
                  <a:pt x="3436" y="15120"/>
                </a:moveTo>
                <a:cubicBezTo>
                  <a:pt x="3166" y="15120"/>
                  <a:pt x="2945" y="15362"/>
                  <a:pt x="2945" y="15660"/>
                </a:cubicBezTo>
                <a:lnTo>
                  <a:pt x="2945" y="18900"/>
                </a:lnTo>
                <a:cubicBezTo>
                  <a:pt x="2945" y="19198"/>
                  <a:pt x="3166" y="19440"/>
                  <a:pt x="3436" y="19440"/>
                </a:cubicBezTo>
                <a:cubicBezTo>
                  <a:pt x="3707" y="19440"/>
                  <a:pt x="3927" y="19198"/>
                  <a:pt x="3927" y="18900"/>
                </a:cubicBezTo>
                <a:lnTo>
                  <a:pt x="3927" y="15660"/>
                </a:lnTo>
                <a:cubicBezTo>
                  <a:pt x="3927" y="15362"/>
                  <a:pt x="3707" y="15120"/>
                  <a:pt x="3436" y="15120"/>
                </a:cubicBezTo>
                <a:moveTo>
                  <a:pt x="12273" y="16200"/>
                </a:moveTo>
                <a:cubicBezTo>
                  <a:pt x="12002" y="16200"/>
                  <a:pt x="11782" y="16442"/>
                  <a:pt x="11782" y="16740"/>
                </a:cubicBezTo>
                <a:lnTo>
                  <a:pt x="11782" y="19980"/>
                </a:lnTo>
                <a:cubicBezTo>
                  <a:pt x="11782" y="20278"/>
                  <a:pt x="12002" y="20520"/>
                  <a:pt x="12273" y="20520"/>
                </a:cubicBezTo>
                <a:cubicBezTo>
                  <a:pt x="12544" y="20520"/>
                  <a:pt x="12764" y="20278"/>
                  <a:pt x="12764" y="19980"/>
                </a:cubicBezTo>
                <a:lnTo>
                  <a:pt x="12764" y="16740"/>
                </a:lnTo>
                <a:cubicBezTo>
                  <a:pt x="12764" y="16442"/>
                  <a:pt x="12544" y="16200"/>
                  <a:pt x="12273" y="16200"/>
                </a:cubicBezTo>
                <a:moveTo>
                  <a:pt x="9327" y="17280"/>
                </a:moveTo>
                <a:cubicBezTo>
                  <a:pt x="9056" y="17280"/>
                  <a:pt x="8836" y="17522"/>
                  <a:pt x="8836" y="17820"/>
                </a:cubicBezTo>
                <a:lnTo>
                  <a:pt x="8836" y="21060"/>
                </a:lnTo>
                <a:cubicBezTo>
                  <a:pt x="8836" y="21358"/>
                  <a:pt x="9056" y="21600"/>
                  <a:pt x="9327" y="21600"/>
                </a:cubicBezTo>
                <a:cubicBezTo>
                  <a:pt x="9598" y="21600"/>
                  <a:pt x="9818" y="21358"/>
                  <a:pt x="9818" y="21060"/>
                </a:cubicBezTo>
                <a:lnTo>
                  <a:pt x="9818" y="17820"/>
                </a:lnTo>
                <a:cubicBezTo>
                  <a:pt x="9818" y="17522"/>
                  <a:pt x="9598" y="17280"/>
                  <a:pt x="9327" y="1728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8" name="Shape 2970"/>
          <p:cNvSpPr/>
          <p:nvPr/>
        </p:nvSpPr>
        <p:spPr>
          <a:xfrm>
            <a:off x="2660760" y="38797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5709" y="19636"/>
                </a:moveTo>
                <a:cubicBezTo>
                  <a:pt x="15167" y="19636"/>
                  <a:pt x="14727" y="20076"/>
                  <a:pt x="14727" y="20618"/>
                </a:cubicBezTo>
                <a:cubicBezTo>
                  <a:pt x="14727" y="21160"/>
                  <a:pt x="15167" y="21600"/>
                  <a:pt x="15709" y="21600"/>
                </a:cubicBezTo>
                <a:cubicBezTo>
                  <a:pt x="16251" y="21600"/>
                  <a:pt x="16691" y="21160"/>
                  <a:pt x="16691" y="20618"/>
                </a:cubicBezTo>
                <a:cubicBezTo>
                  <a:pt x="16691" y="20076"/>
                  <a:pt x="16251" y="19636"/>
                  <a:pt x="15709" y="19636"/>
                </a:cubicBezTo>
                <a:moveTo>
                  <a:pt x="18655" y="16691"/>
                </a:moveTo>
                <a:cubicBezTo>
                  <a:pt x="18113" y="16691"/>
                  <a:pt x="17673" y="17131"/>
                  <a:pt x="17673" y="17673"/>
                </a:cubicBezTo>
                <a:cubicBezTo>
                  <a:pt x="17673" y="18215"/>
                  <a:pt x="18113" y="18655"/>
                  <a:pt x="18655" y="18655"/>
                </a:cubicBezTo>
                <a:cubicBezTo>
                  <a:pt x="19196" y="18655"/>
                  <a:pt x="19636" y="18215"/>
                  <a:pt x="19636" y="17673"/>
                </a:cubicBezTo>
                <a:cubicBezTo>
                  <a:pt x="19636" y="17131"/>
                  <a:pt x="19196" y="16691"/>
                  <a:pt x="18655" y="16691"/>
                </a:cubicBezTo>
                <a:moveTo>
                  <a:pt x="17673" y="11782"/>
                </a:moveTo>
                <a:lnTo>
                  <a:pt x="3927" y="11782"/>
                </a:lnTo>
                <a:cubicBezTo>
                  <a:pt x="2303" y="11782"/>
                  <a:pt x="982" y="10461"/>
                  <a:pt x="982" y="8836"/>
                </a:cubicBezTo>
                <a:cubicBezTo>
                  <a:pt x="982" y="7468"/>
                  <a:pt x="1911" y="6292"/>
                  <a:pt x="3244" y="5975"/>
                </a:cubicBezTo>
                <a:cubicBezTo>
                  <a:pt x="3634" y="5882"/>
                  <a:pt x="3929" y="5561"/>
                  <a:pt x="3988" y="5164"/>
                </a:cubicBezTo>
                <a:cubicBezTo>
                  <a:pt x="4342" y="2780"/>
                  <a:pt x="6427" y="982"/>
                  <a:pt x="8836" y="982"/>
                </a:cubicBezTo>
                <a:cubicBezTo>
                  <a:pt x="10501" y="982"/>
                  <a:pt x="11547" y="1330"/>
                  <a:pt x="12457" y="2736"/>
                </a:cubicBezTo>
                <a:cubicBezTo>
                  <a:pt x="12612" y="2975"/>
                  <a:pt x="13354" y="3626"/>
                  <a:pt x="13636" y="3666"/>
                </a:cubicBezTo>
                <a:cubicBezTo>
                  <a:pt x="13682" y="3672"/>
                  <a:pt x="13772" y="3675"/>
                  <a:pt x="13772" y="3675"/>
                </a:cubicBezTo>
                <a:cubicBezTo>
                  <a:pt x="14009" y="3675"/>
                  <a:pt x="14238" y="3590"/>
                  <a:pt x="14419" y="3433"/>
                </a:cubicBezTo>
                <a:cubicBezTo>
                  <a:pt x="14777" y="3119"/>
                  <a:pt x="15236" y="2945"/>
                  <a:pt x="15709" y="2945"/>
                </a:cubicBezTo>
                <a:cubicBezTo>
                  <a:pt x="16792" y="2945"/>
                  <a:pt x="17673" y="3826"/>
                  <a:pt x="17671" y="4920"/>
                </a:cubicBezTo>
                <a:lnTo>
                  <a:pt x="17667" y="4992"/>
                </a:lnTo>
                <a:cubicBezTo>
                  <a:pt x="17646" y="5457"/>
                  <a:pt x="17954" y="5872"/>
                  <a:pt x="18404" y="5987"/>
                </a:cubicBezTo>
                <a:cubicBezTo>
                  <a:pt x="19708" y="6321"/>
                  <a:pt x="20618" y="7493"/>
                  <a:pt x="20618" y="8836"/>
                </a:cubicBezTo>
                <a:cubicBezTo>
                  <a:pt x="20618" y="10461"/>
                  <a:pt x="19297" y="11782"/>
                  <a:pt x="17673" y="11782"/>
                </a:cubicBezTo>
                <a:moveTo>
                  <a:pt x="18648" y="5036"/>
                </a:moveTo>
                <a:cubicBezTo>
                  <a:pt x="18650" y="4994"/>
                  <a:pt x="18655" y="4952"/>
                  <a:pt x="18655" y="4909"/>
                </a:cubicBezTo>
                <a:cubicBezTo>
                  <a:pt x="18655" y="3283"/>
                  <a:pt x="17335" y="1964"/>
                  <a:pt x="15709" y="1964"/>
                </a:cubicBezTo>
                <a:cubicBezTo>
                  <a:pt x="14967" y="1964"/>
                  <a:pt x="14291" y="2240"/>
                  <a:pt x="13772" y="2693"/>
                </a:cubicBezTo>
                <a:cubicBezTo>
                  <a:pt x="12724" y="1075"/>
                  <a:pt x="10909" y="0"/>
                  <a:pt x="8836" y="0"/>
                </a:cubicBezTo>
                <a:cubicBezTo>
                  <a:pt x="5879" y="0"/>
                  <a:pt x="3439" y="2180"/>
                  <a:pt x="3017" y="5019"/>
                </a:cubicBezTo>
                <a:cubicBezTo>
                  <a:pt x="1288" y="5431"/>
                  <a:pt x="0" y="6981"/>
                  <a:pt x="0" y="8836"/>
                </a:cubicBezTo>
                <a:cubicBezTo>
                  <a:pt x="0" y="11005"/>
                  <a:pt x="1758" y="12764"/>
                  <a:pt x="3927" y="12764"/>
                </a:cubicBezTo>
                <a:lnTo>
                  <a:pt x="17673" y="12764"/>
                </a:lnTo>
                <a:cubicBezTo>
                  <a:pt x="19842" y="12764"/>
                  <a:pt x="21600" y="11005"/>
                  <a:pt x="21600" y="8836"/>
                </a:cubicBezTo>
                <a:cubicBezTo>
                  <a:pt x="21600" y="7005"/>
                  <a:pt x="20344" y="5471"/>
                  <a:pt x="18648" y="5036"/>
                </a:cubicBezTo>
                <a:moveTo>
                  <a:pt x="15709" y="15709"/>
                </a:moveTo>
                <a:cubicBezTo>
                  <a:pt x="15709" y="15167"/>
                  <a:pt x="15269" y="14727"/>
                  <a:pt x="14727" y="14727"/>
                </a:cubicBezTo>
                <a:cubicBezTo>
                  <a:pt x="14186" y="14727"/>
                  <a:pt x="13745" y="15167"/>
                  <a:pt x="13745" y="15709"/>
                </a:cubicBezTo>
                <a:cubicBezTo>
                  <a:pt x="13745" y="16252"/>
                  <a:pt x="14186" y="16691"/>
                  <a:pt x="14727" y="16691"/>
                </a:cubicBezTo>
                <a:cubicBezTo>
                  <a:pt x="15269" y="16691"/>
                  <a:pt x="15709" y="16252"/>
                  <a:pt x="15709" y="15709"/>
                </a:cubicBezTo>
                <a:moveTo>
                  <a:pt x="10800" y="17673"/>
                </a:moveTo>
                <a:cubicBezTo>
                  <a:pt x="10258" y="17673"/>
                  <a:pt x="9818" y="18113"/>
                  <a:pt x="9818" y="18655"/>
                </a:cubicBezTo>
                <a:cubicBezTo>
                  <a:pt x="9818" y="19196"/>
                  <a:pt x="10258" y="19636"/>
                  <a:pt x="10800" y="19636"/>
                </a:cubicBezTo>
                <a:cubicBezTo>
                  <a:pt x="11342" y="19636"/>
                  <a:pt x="11782" y="19196"/>
                  <a:pt x="11782" y="18655"/>
                </a:cubicBezTo>
                <a:cubicBezTo>
                  <a:pt x="11782" y="18113"/>
                  <a:pt x="11342" y="17673"/>
                  <a:pt x="10800" y="17673"/>
                </a:cubicBezTo>
                <a:moveTo>
                  <a:pt x="2945" y="15709"/>
                </a:moveTo>
                <a:cubicBezTo>
                  <a:pt x="2404" y="15709"/>
                  <a:pt x="1964" y="16149"/>
                  <a:pt x="1964" y="16691"/>
                </a:cubicBezTo>
                <a:cubicBezTo>
                  <a:pt x="1964" y="17233"/>
                  <a:pt x="2404" y="17673"/>
                  <a:pt x="2945" y="17673"/>
                </a:cubicBezTo>
                <a:cubicBezTo>
                  <a:pt x="3487" y="17673"/>
                  <a:pt x="3927" y="17233"/>
                  <a:pt x="3927" y="16691"/>
                </a:cubicBezTo>
                <a:cubicBezTo>
                  <a:pt x="3927" y="16149"/>
                  <a:pt x="3487" y="15709"/>
                  <a:pt x="2945" y="15709"/>
                </a:cubicBezTo>
                <a:moveTo>
                  <a:pt x="4909" y="18655"/>
                </a:moveTo>
                <a:cubicBezTo>
                  <a:pt x="4367" y="18655"/>
                  <a:pt x="3927" y="19095"/>
                  <a:pt x="3927" y="19636"/>
                </a:cubicBezTo>
                <a:cubicBezTo>
                  <a:pt x="3927" y="20179"/>
                  <a:pt x="4367" y="20618"/>
                  <a:pt x="4909" y="20618"/>
                </a:cubicBezTo>
                <a:cubicBezTo>
                  <a:pt x="5451" y="20618"/>
                  <a:pt x="5891" y="20179"/>
                  <a:pt x="5891" y="19636"/>
                </a:cubicBezTo>
                <a:cubicBezTo>
                  <a:pt x="5891" y="19095"/>
                  <a:pt x="5451" y="18655"/>
                  <a:pt x="4909" y="18655"/>
                </a:cubicBezTo>
                <a:moveTo>
                  <a:pt x="7855" y="13745"/>
                </a:moveTo>
                <a:cubicBezTo>
                  <a:pt x="7313" y="13745"/>
                  <a:pt x="6873" y="14186"/>
                  <a:pt x="6873" y="14727"/>
                </a:cubicBezTo>
                <a:cubicBezTo>
                  <a:pt x="6873" y="15270"/>
                  <a:pt x="7313" y="15709"/>
                  <a:pt x="7855" y="15709"/>
                </a:cubicBezTo>
                <a:cubicBezTo>
                  <a:pt x="8396" y="15709"/>
                  <a:pt x="8836" y="15270"/>
                  <a:pt x="8836" y="14727"/>
                </a:cubicBezTo>
                <a:cubicBezTo>
                  <a:pt x="8836" y="14186"/>
                  <a:pt x="8396" y="13745"/>
                  <a:pt x="7855" y="1374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9" name="Shape 2971"/>
          <p:cNvSpPr/>
          <p:nvPr/>
        </p:nvSpPr>
        <p:spPr>
          <a:xfrm>
            <a:off x="3060720" y="38797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6691" y="15709"/>
                </a:moveTo>
                <a:cubicBezTo>
                  <a:pt x="16555" y="15709"/>
                  <a:pt x="16433" y="15764"/>
                  <a:pt x="16344" y="15853"/>
                </a:cubicBezTo>
                <a:lnTo>
                  <a:pt x="13399" y="18798"/>
                </a:lnTo>
                <a:cubicBezTo>
                  <a:pt x="13310" y="18888"/>
                  <a:pt x="13255" y="19010"/>
                  <a:pt x="13255" y="19145"/>
                </a:cubicBezTo>
                <a:cubicBezTo>
                  <a:pt x="13255" y="19417"/>
                  <a:pt x="13474" y="19636"/>
                  <a:pt x="13745" y="19636"/>
                </a:cubicBezTo>
                <a:cubicBezTo>
                  <a:pt x="13881" y="19636"/>
                  <a:pt x="14003" y="19582"/>
                  <a:pt x="14093" y="19493"/>
                </a:cubicBezTo>
                <a:lnTo>
                  <a:pt x="17038" y="16547"/>
                </a:lnTo>
                <a:cubicBezTo>
                  <a:pt x="17127" y="16458"/>
                  <a:pt x="17182" y="16336"/>
                  <a:pt x="17182" y="16200"/>
                </a:cubicBezTo>
                <a:cubicBezTo>
                  <a:pt x="17182" y="15929"/>
                  <a:pt x="16962" y="15709"/>
                  <a:pt x="16691" y="15709"/>
                </a:cubicBezTo>
                <a:moveTo>
                  <a:pt x="17673" y="11782"/>
                </a:moveTo>
                <a:lnTo>
                  <a:pt x="3927" y="11782"/>
                </a:lnTo>
                <a:cubicBezTo>
                  <a:pt x="2303" y="11782"/>
                  <a:pt x="982" y="10461"/>
                  <a:pt x="982" y="8836"/>
                </a:cubicBezTo>
                <a:cubicBezTo>
                  <a:pt x="982" y="7468"/>
                  <a:pt x="1911" y="6292"/>
                  <a:pt x="3244" y="5975"/>
                </a:cubicBezTo>
                <a:cubicBezTo>
                  <a:pt x="3634" y="5882"/>
                  <a:pt x="3929" y="5561"/>
                  <a:pt x="3988" y="5164"/>
                </a:cubicBezTo>
                <a:cubicBezTo>
                  <a:pt x="4342" y="2780"/>
                  <a:pt x="6427" y="982"/>
                  <a:pt x="8836" y="982"/>
                </a:cubicBezTo>
                <a:cubicBezTo>
                  <a:pt x="10501" y="982"/>
                  <a:pt x="11547" y="1330"/>
                  <a:pt x="12457" y="2736"/>
                </a:cubicBezTo>
                <a:cubicBezTo>
                  <a:pt x="12612" y="2975"/>
                  <a:pt x="13354" y="3626"/>
                  <a:pt x="13636" y="3666"/>
                </a:cubicBezTo>
                <a:cubicBezTo>
                  <a:pt x="13682" y="3672"/>
                  <a:pt x="13772" y="3675"/>
                  <a:pt x="13772" y="3675"/>
                </a:cubicBezTo>
                <a:cubicBezTo>
                  <a:pt x="14009" y="3675"/>
                  <a:pt x="14238" y="3590"/>
                  <a:pt x="14419" y="3433"/>
                </a:cubicBezTo>
                <a:cubicBezTo>
                  <a:pt x="14777" y="3119"/>
                  <a:pt x="15236" y="2945"/>
                  <a:pt x="15709" y="2945"/>
                </a:cubicBezTo>
                <a:cubicBezTo>
                  <a:pt x="16792" y="2945"/>
                  <a:pt x="17673" y="3826"/>
                  <a:pt x="17671" y="4920"/>
                </a:cubicBezTo>
                <a:lnTo>
                  <a:pt x="17667" y="4992"/>
                </a:lnTo>
                <a:cubicBezTo>
                  <a:pt x="17646" y="5457"/>
                  <a:pt x="17954" y="5872"/>
                  <a:pt x="18404" y="5987"/>
                </a:cubicBezTo>
                <a:cubicBezTo>
                  <a:pt x="19707" y="6321"/>
                  <a:pt x="20618" y="7493"/>
                  <a:pt x="20618" y="8836"/>
                </a:cubicBezTo>
                <a:cubicBezTo>
                  <a:pt x="20618" y="10461"/>
                  <a:pt x="19297" y="11782"/>
                  <a:pt x="17673" y="11782"/>
                </a:cubicBezTo>
                <a:moveTo>
                  <a:pt x="18648" y="5037"/>
                </a:moveTo>
                <a:cubicBezTo>
                  <a:pt x="18650" y="4994"/>
                  <a:pt x="18655" y="4952"/>
                  <a:pt x="18655" y="4909"/>
                </a:cubicBezTo>
                <a:cubicBezTo>
                  <a:pt x="18655" y="3283"/>
                  <a:pt x="17335" y="1964"/>
                  <a:pt x="15709" y="1964"/>
                </a:cubicBezTo>
                <a:cubicBezTo>
                  <a:pt x="14967" y="1964"/>
                  <a:pt x="14291" y="2240"/>
                  <a:pt x="13772" y="2693"/>
                </a:cubicBezTo>
                <a:cubicBezTo>
                  <a:pt x="12724" y="1075"/>
                  <a:pt x="10909" y="0"/>
                  <a:pt x="8836" y="0"/>
                </a:cubicBezTo>
                <a:cubicBezTo>
                  <a:pt x="5879" y="0"/>
                  <a:pt x="3439" y="2180"/>
                  <a:pt x="3016" y="5019"/>
                </a:cubicBezTo>
                <a:cubicBezTo>
                  <a:pt x="1288" y="5431"/>
                  <a:pt x="0" y="6981"/>
                  <a:pt x="0" y="8836"/>
                </a:cubicBezTo>
                <a:cubicBezTo>
                  <a:pt x="0" y="11005"/>
                  <a:pt x="1758" y="12764"/>
                  <a:pt x="3927" y="12764"/>
                </a:cubicBezTo>
                <a:lnTo>
                  <a:pt x="17673" y="12764"/>
                </a:lnTo>
                <a:cubicBezTo>
                  <a:pt x="19842" y="12764"/>
                  <a:pt x="21600" y="11005"/>
                  <a:pt x="21600" y="8836"/>
                </a:cubicBezTo>
                <a:cubicBezTo>
                  <a:pt x="21600" y="7005"/>
                  <a:pt x="20344" y="5471"/>
                  <a:pt x="18648" y="5037"/>
                </a:cubicBezTo>
                <a:moveTo>
                  <a:pt x="6382" y="15709"/>
                </a:moveTo>
                <a:cubicBezTo>
                  <a:pt x="6246" y="15709"/>
                  <a:pt x="6123" y="15764"/>
                  <a:pt x="6035" y="15853"/>
                </a:cubicBezTo>
                <a:lnTo>
                  <a:pt x="3090" y="18798"/>
                </a:lnTo>
                <a:cubicBezTo>
                  <a:pt x="3001" y="18888"/>
                  <a:pt x="2945" y="19010"/>
                  <a:pt x="2945" y="19145"/>
                </a:cubicBezTo>
                <a:cubicBezTo>
                  <a:pt x="2945" y="19417"/>
                  <a:pt x="3165" y="19636"/>
                  <a:pt x="3436" y="19636"/>
                </a:cubicBezTo>
                <a:cubicBezTo>
                  <a:pt x="3572" y="19636"/>
                  <a:pt x="3695" y="19582"/>
                  <a:pt x="3783" y="19493"/>
                </a:cubicBezTo>
                <a:lnTo>
                  <a:pt x="6729" y="16547"/>
                </a:lnTo>
                <a:cubicBezTo>
                  <a:pt x="6818" y="16458"/>
                  <a:pt x="6873" y="16336"/>
                  <a:pt x="6873" y="16200"/>
                </a:cubicBezTo>
                <a:cubicBezTo>
                  <a:pt x="6873" y="15929"/>
                  <a:pt x="6653" y="15709"/>
                  <a:pt x="6382" y="15709"/>
                </a:cubicBezTo>
                <a:moveTo>
                  <a:pt x="11782" y="15218"/>
                </a:moveTo>
                <a:cubicBezTo>
                  <a:pt x="11782" y="14947"/>
                  <a:pt x="11562" y="14727"/>
                  <a:pt x="11291" y="14727"/>
                </a:cubicBezTo>
                <a:cubicBezTo>
                  <a:pt x="11155" y="14727"/>
                  <a:pt x="11032" y="14782"/>
                  <a:pt x="10944" y="14872"/>
                </a:cubicBezTo>
                <a:lnTo>
                  <a:pt x="7999" y="17816"/>
                </a:lnTo>
                <a:cubicBezTo>
                  <a:pt x="7910" y="17906"/>
                  <a:pt x="7855" y="18028"/>
                  <a:pt x="7855" y="18164"/>
                </a:cubicBezTo>
                <a:cubicBezTo>
                  <a:pt x="7855" y="18435"/>
                  <a:pt x="8074" y="18655"/>
                  <a:pt x="8345" y="18655"/>
                </a:cubicBezTo>
                <a:lnTo>
                  <a:pt x="10106" y="18655"/>
                </a:lnTo>
                <a:lnTo>
                  <a:pt x="7998" y="20762"/>
                </a:lnTo>
                <a:cubicBezTo>
                  <a:pt x="7910" y="20851"/>
                  <a:pt x="7855" y="20974"/>
                  <a:pt x="7855" y="21109"/>
                </a:cubicBezTo>
                <a:cubicBezTo>
                  <a:pt x="7855" y="21380"/>
                  <a:pt x="8074" y="21600"/>
                  <a:pt x="8345" y="21600"/>
                </a:cubicBezTo>
                <a:cubicBezTo>
                  <a:pt x="8481" y="21600"/>
                  <a:pt x="8604" y="21545"/>
                  <a:pt x="8693" y="21456"/>
                </a:cubicBezTo>
                <a:lnTo>
                  <a:pt x="11638" y="18511"/>
                </a:lnTo>
                <a:cubicBezTo>
                  <a:pt x="11727" y="18422"/>
                  <a:pt x="11782" y="18299"/>
                  <a:pt x="11782" y="18164"/>
                </a:cubicBezTo>
                <a:cubicBezTo>
                  <a:pt x="11782" y="17892"/>
                  <a:pt x="11562" y="17673"/>
                  <a:pt x="11291" y="17673"/>
                </a:cubicBezTo>
                <a:lnTo>
                  <a:pt x="11290" y="17673"/>
                </a:lnTo>
                <a:lnTo>
                  <a:pt x="9531" y="17673"/>
                </a:lnTo>
                <a:lnTo>
                  <a:pt x="11638" y="15565"/>
                </a:lnTo>
                <a:cubicBezTo>
                  <a:pt x="11727" y="15477"/>
                  <a:pt x="11782" y="15354"/>
                  <a:pt x="11782" y="1521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0" name="Shape 2972"/>
          <p:cNvSpPr/>
          <p:nvPr/>
        </p:nvSpPr>
        <p:spPr>
          <a:xfrm>
            <a:off x="3460680" y="38797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7673" y="11782"/>
                </a:moveTo>
                <a:lnTo>
                  <a:pt x="3927" y="11782"/>
                </a:lnTo>
                <a:cubicBezTo>
                  <a:pt x="2303" y="11782"/>
                  <a:pt x="982" y="10461"/>
                  <a:pt x="982" y="8836"/>
                </a:cubicBezTo>
                <a:cubicBezTo>
                  <a:pt x="982" y="7468"/>
                  <a:pt x="1911" y="6292"/>
                  <a:pt x="3244" y="5975"/>
                </a:cubicBezTo>
                <a:cubicBezTo>
                  <a:pt x="3634" y="5882"/>
                  <a:pt x="3929" y="5561"/>
                  <a:pt x="3988" y="5164"/>
                </a:cubicBezTo>
                <a:cubicBezTo>
                  <a:pt x="4342" y="2780"/>
                  <a:pt x="6427" y="982"/>
                  <a:pt x="8836" y="982"/>
                </a:cubicBezTo>
                <a:cubicBezTo>
                  <a:pt x="10501" y="982"/>
                  <a:pt x="11547" y="1330"/>
                  <a:pt x="12457" y="2736"/>
                </a:cubicBezTo>
                <a:cubicBezTo>
                  <a:pt x="12612" y="2975"/>
                  <a:pt x="13354" y="3626"/>
                  <a:pt x="13636" y="3666"/>
                </a:cubicBezTo>
                <a:cubicBezTo>
                  <a:pt x="13682" y="3672"/>
                  <a:pt x="13772" y="3675"/>
                  <a:pt x="13772" y="3675"/>
                </a:cubicBezTo>
                <a:cubicBezTo>
                  <a:pt x="14009" y="3675"/>
                  <a:pt x="14238" y="3590"/>
                  <a:pt x="14419" y="3433"/>
                </a:cubicBezTo>
                <a:cubicBezTo>
                  <a:pt x="14777" y="3119"/>
                  <a:pt x="15236" y="2945"/>
                  <a:pt x="15709" y="2945"/>
                </a:cubicBezTo>
                <a:cubicBezTo>
                  <a:pt x="16792" y="2945"/>
                  <a:pt x="17673" y="3826"/>
                  <a:pt x="17671" y="4920"/>
                </a:cubicBezTo>
                <a:lnTo>
                  <a:pt x="17667" y="4992"/>
                </a:lnTo>
                <a:cubicBezTo>
                  <a:pt x="17646" y="5457"/>
                  <a:pt x="17954" y="5872"/>
                  <a:pt x="18404" y="5987"/>
                </a:cubicBezTo>
                <a:cubicBezTo>
                  <a:pt x="19708" y="6321"/>
                  <a:pt x="20618" y="7493"/>
                  <a:pt x="20618" y="8836"/>
                </a:cubicBezTo>
                <a:cubicBezTo>
                  <a:pt x="20618" y="10461"/>
                  <a:pt x="19297" y="11782"/>
                  <a:pt x="17673" y="11782"/>
                </a:cubicBezTo>
                <a:moveTo>
                  <a:pt x="18648" y="5037"/>
                </a:moveTo>
                <a:cubicBezTo>
                  <a:pt x="18650" y="4994"/>
                  <a:pt x="18655" y="4952"/>
                  <a:pt x="18655" y="4909"/>
                </a:cubicBezTo>
                <a:cubicBezTo>
                  <a:pt x="18655" y="3283"/>
                  <a:pt x="17335" y="1964"/>
                  <a:pt x="15709" y="1964"/>
                </a:cubicBezTo>
                <a:cubicBezTo>
                  <a:pt x="14967" y="1964"/>
                  <a:pt x="14291" y="2240"/>
                  <a:pt x="13772" y="2693"/>
                </a:cubicBezTo>
                <a:cubicBezTo>
                  <a:pt x="12724" y="1075"/>
                  <a:pt x="10909" y="0"/>
                  <a:pt x="8836" y="0"/>
                </a:cubicBezTo>
                <a:cubicBezTo>
                  <a:pt x="5879" y="0"/>
                  <a:pt x="3439" y="2180"/>
                  <a:pt x="3016" y="5019"/>
                </a:cubicBezTo>
                <a:cubicBezTo>
                  <a:pt x="1288" y="5431"/>
                  <a:pt x="0" y="6981"/>
                  <a:pt x="0" y="8836"/>
                </a:cubicBezTo>
                <a:cubicBezTo>
                  <a:pt x="0" y="11005"/>
                  <a:pt x="1758" y="12764"/>
                  <a:pt x="3927" y="12764"/>
                </a:cubicBezTo>
                <a:lnTo>
                  <a:pt x="17673" y="12764"/>
                </a:lnTo>
                <a:cubicBezTo>
                  <a:pt x="19842" y="12764"/>
                  <a:pt x="21600" y="11005"/>
                  <a:pt x="21600" y="8836"/>
                </a:cubicBezTo>
                <a:cubicBezTo>
                  <a:pt x="21600" y="7005"/>
                  <a:pt x="20344" y="5471"/>
                  <a:pt x="18648" y="5037"/>
                </a:cubicBezTo>
                <a:moveTo>
                  <a:pt x="11782" y="15218"/>
                </a:moveTo>
                <a:cubicBezTo>
                  <a:pt x="11782" y="14947"/>
                  <a:pt x="11562" y="14727"/>
                  <a:pt x="11291" y="14727"/>
                </a:cubicBezTo>
                <a:cubicBezTo>
                  <a:pt x="11155" y="14727"/>
                  <a:pt x="11032" y="14782"/>
                  <a:pt x="10944" y="14872"/>
                </a:cubicBezTo>
                <a:lnTo>
                  <a:pt x="7999" y="17816"/>
                </a:lnTo>
                <a:cubicBezTo>
                  <a:pt x="7910" y="17906"/>
                  <a:pt x="7855" y="18028"/>
                  <a:pt x="7855" y="18164"/>
                </a:cubicBezTo>
                <a:cubicBezTo>
                  <a:pt x="7855" y="18435"/>
                  <a:pt x="8074" y="18655"/>
                  <a:pt x="8345" y="18655"/>
                </a:cubicBezTo>
                <a:lnTo>
                  <a:pt x="10106" y="18655"/>
                </a:lnTo>
                <a:lnTo>
                  <a:pt x="7998" y="20762"/>
                </a:lnTo>
                <a:cubicBezTo>
                  <a:pt x="7909" y="20851"/>
                  <a:pt x="7855" y="20974"/>
                  <a:pt x="7855" y="21109"/>
                </a:cubicBezTo>
                <a:cubicBezTo>
                  <a:pt x="7855" y="21380"/>
                  <a:pt x="8074" y="21600"/>
                  <a:pt x="8345" y="21600"/>
                </a:cubicBezTo>
                <a:cubicBezTo>
                  <a:pt x="8481" y="21600"/>
                  <a:pt x="8603" y="21545"/>
                  <a:pt x="8693" y="21456"/>
                </a:cubicBezTo>
                <a:lnTo>
                  <a:pt x="11638" y="18511"/>
                </a:lnTo>
                <a:cubicBezTo>
                  <a:pt x="11727" y="18422"/>
                  <a:pt x="11782" y="18299"/>
                  <a:pt x="11782" y="18164"/>
                </a:cubicBezTo>
                <a:cubicBezTo>
                  <a:pt x="11782" y="17892"/>
                  <a:pt x="11562" y="17673"/>
                  <a:pt x="11291" y="17673"/>
                </a:cubicBezTo>
                <a:lnTo>
                  <a:pt x="11290" y="17673"/>
                </a:lnTo>
                <a:lnTo>
                  <a:pt x="9531" y="17673"/>
                </a:lnTo>
                <a:lnTo>
                  <a:pt x="11638" y="15565"/>
                </a:lnTo>
                <a:cubicBezTo>
                  <a:pt x="11727" y="15477"/>
                  <a:pt x="11782" y="15354"/>
                  <a:pt x="11782" y="1521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1" name="Shape 2973"/>
          <p:cNvSpPr/>
          <p:nvPr/>
        </p:nvSpPr>
        <p:spPr>
          <a:xfrm>
            <a:off x="3860640" y="3894120"/>
            <a:ext cx="209880" cy="181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1782" y="12505"/>
                </a:moveTo>
                <a:lnTo>
                  <a:pt x="4418" y="12505"/>
                </a:lnTo>
                <a:cubicBezTo>
                  <a:pt x="4147" y="12505"/>
                  <a:pt x="3927" y="12759"/>
                  <a:pt x="3927" y="13074"/>
                </a:cubicBezTo>
                <a:cubicBezTo>
                  <a:pt x="3927" y="13388"/>
                  <a:pt x="4147" y="13642"/>
                  <a:pt x="4418" y="13642"/>
                </a:cubicBezTo>
                <a:lnTo>
                  <a:pt x="11782" y="13642"/>
                </a:lnTo>
                <a:cubicBezTo>
                  <a:pt x="13408" y="13642"/>
                  <a:pt x="14727" y="15170"/>
                  <a:pt x="14727" y="17053"/>
                </a:cubicBezTo>
                <a:cubicBezTo>
                  <a:pt x="14727" y="18937"/>
                  <a:pt x="13408" y="20463"/>
                  <a:pt x="11782" y="20463"/>
                </a:cubicBezTo>
                <a:lnTo>
                  <a:pt x="11291" y="20463"/>
                </a:lnTo>
                <a:cubicBezTo>
                  <a:pt x="11020" y="20463"/>
                  <a:pt x="10800" y="20717"/>
                  <a:pt x="10800" y="21032"/>
                </a:cubicBezTo>
                <a:cubicBezTo>
                  <a:pt x="10800" y="21346"/>
                  <a:pt x="11020" y="21600"/>
                  <a:pt x="11291" y="21600"/>
                </a:cubicBezTo>
                <a:lnTo>
                  <a:pt x="11782" y="21600"/>
                </a:lnTo>
                <a:cubicBezTo>
                  <a:pt x="13951" y="21600"/>
                  <a:pt x="15709" y="19564"/>
                  <a:pt x="15709" y="17053"/>
                </a:cubicBezTo>
                <a:cubicBezTo>
                  <a:pt x="15709" y="14541"/>
                  <a:pt x="13951" y="12505"/>
                  <a:pt x="11782" y="12505"/>
                </a:cubicBezTo>
                <a:moveTo>
                  <a:pt x="18655" y="10232"/>
                </a:moveTo>
                <a:lnTo>
                  <a:pt x="2455" y="10232"/>
                </a:lnTo>
                <a:cubicBezTo>
                  <a:pt x="2183" y="10232"/>
                  <a:pt x="1964" y="10486"/>
                  <a:pt x="1964" y="10800"/>
                </a:cubicBezTo>
                <a:cubicBezTo>
                  <a:pt x="1964" y="11114"/>
                  <a:pt x="2183" y="11368"/>
                  <a:pt x="2455" y="11368"/>
                </a:cubicBezTo>
                <a:lnTo>
                  <a:pt x="18655" y="11368"/>
                </a:lnTo>
                <a:cubicBezTo>
                  <a:pt x="19739" y="11368"/>
                  <a:pt x="20618" y="12386"/>
                  <a:pt x="20618" y="13642"/>
                </a:cubicBezTo>
                <a:cubicBezTo>
                  <a:pt x="20618" y="14898"/>
                  <a:pt x="19739" y="15916"/>
                  <a:pt x="18655" y="15916"/>
                </a:cubicBezTo>
                <a:lnTo>
                  <a:pt x="18164" y="15916"/>
                </a:lnTo>
                <a:cubicBezTo>
                  <a:pt x="17892" y="15916"/>
                  <a:pt x="17673" y="16170"/>
                  <a:pt x="17673" y="16484"/>
                </a:cubicBezTo>
                <a:cubicBezTo>
                  <a:pt x="17673" y="16798"/>
                  <a:pt x="17892" y="17053"/>
                  <a:pt x="18164" y="17053"/>
                </a:cubicBezTo>
                <a:lnTo>
                  <a:pt x="18655" y="17053"/>
                </a:lnTo>
                <a:cubicBezTo>
                  <a:pt x="20281" y="17053"/>
                  <a:pt x="21600" y="15526"/>
                  <a:pt x="21600" y="13642"/>
                </a:cubicBezTo>
                <a:cubicBezTo>
                  <a:pt x="21600" y="11759"/>
                  <a:pt x="20281" y="10232"/>
                  <a:pt x="18655" y="10232"/>
                </a:cubicBezTo>
                <a:moveTo>
                  <a:pt x="17673" y="6821"/>
                </a:moveTo>
                <a:cubicBezTo>
                  <a:pt x="17673" y="5565"/>
                  <a:pt x="16794" y="4547"/>
                  <a:pt x="15709" y="4547"/>
                </a:cubicBezTo>
                <a:lnTo>
                  <a:pt x="15218" y="4547"/>
                </a:lnTo>
                <a:cubicBezTo>
                  <a:pt x="14947" y="4547"/>
                  <a:pt x="14727" y="4802"/>
                  <a:pt x="14727" y="5116"/>
                </a:cubicBezTo>
                <a:cubicBezTo>
                  <a:pt x="14727" y="5430"/>
                  <a:pt x="14947" y="5684"/>
                  <a:pt x="15218" y="5684"/>
                </a:cubicBezTo>
                <a:lnTo>
                  <a:pt x="15709" y="5684"/>
                </a:lnTo>
                <a:cubicBezTo>
                  <a:pt x="16251" y="5684"/>
                  <a:pt x="16691" y="6194"/>
                  <a:pt x="16691" y="6821"/>
                </a:cubicBezTo>
                <a:cubicBezTo>
                  <a:pt x="16691" y="7448"/>
                  <a:pt x="16251" y="7958"/>
                  <a:pt x="15709" y="7958"/>
                </a:cubicBezTo>
                <a:lnTo>
                  <a:pt x="491" y="7958"/>
                </a:lnTo>
                <a:cubicBezTo>
                  <a:pt x="220" y="7958"/>
                  <a:pt x="0" y="8212"/>
                  <a:pt x="0" y="8526"/>
                </a:cubicBezTo>
                <a:cubicBezTo>
                  <a:pt x="0" y="8841"/>
                  <a:pt x="220" y="9095"/>
                  <a:pt x="491" y="9095"/>
                </a:cubicBezTo>
                <a:lnTo>
                  <a:pt x="15709" y="9095"/>
                </a:lnTo>
                <a:cubicBezTo>
                  <a:pt x="16794" y="9095"/>
                  <a:pt x="17673" y="8077"/>
                  <a:pt x="17673" y="6821"/>
                </a:cubicBezTo>
                <a:moveTo>
                  <a:pt x="2455" y="6821"/>
                </a:moveTo>
                <a:lnTo>
                  <a:pt x="9818" y="6821"/>
                </a:lnTo>
                <a:cubicBezTo>
                  <a:pt x="11444" y="6821"/>
                  <a:pt x="12764" y="5294"/>
                  <a:pt x="12764" y="3411"/>
                </a:cubicBezTo>
                <a:cubicBezTo>
                  <a:pt x="12764" y="1528"/>
                  <a:pt x="11444" y="0"/>
                  <a:pt x="9818" y="0"/>
                </a:cubicBezTo>
                <a:lnTo>
                  <a:pt x="9327" y="0"/>
                </a:lnTo>
                <a:cubicBezTo>
                  <a:pt x="9056" y="0"/>
                  <a:pt x="8836" y="254"/>
                  <a:pt x="8836" y="568"/>
                </a:cubicBezTo>
                <a:cubicBezTo>
                  <a:pt x="8836" y="883"/>
                  <a:pt x="9056" y="1137"/>
                  <a:pt x="9327" y="1137"/>
                </a:cubicBezTo>
                <a:lnTo>
                  <a:pt x="9818" y="1137"/>
                </a:lnTo>
                <a:cubicBezTo>
                  <a:pt x="10903" y="1137"/>
                  <a:pt x="11782" y="2155"/>
                  <a:pt x="11782" y="3411"/>
                </a:cubicBezTo>
                <a:cubicBezTo>
                  <a:pt x="11782" y="4666"/>
                  <a:pt x="10903" y="5684"/>
                  <a:pt x="9818" y="5684"/>
                </a:cubicBezTo>
                <a:lnTo>
                  <a:pt x="2455" y="5684"/>
                </a:lnTo>
                <a:cubicBezTo>
                  <a:pt x="2183" y="5684"/>
                  <a:pt x="1964" y="5938"/>
                  <a:pt x="1964" y="6253"/>
                </a:cubicBezTo>
                <a:cubicBezTo>
                  <a:pt x="1964" y="6567"/>
                  <a:pt x="2183" y="6821"/>
                  <a:pt x="2455" y="682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2" name="Shape 2974"/>
          <p:cNvSpPr/>
          <p:nvPr/>
        </p:nvSpPr>
        <p:spPr>
          <a:xfrm>
            <a:off x="4260960" y="3879720"/>
            <a:ext cx="209520" cy="209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480" y="13937"/>
                </a:moveTo>
                <a:cubicBezTo>
                  <a:pt x="14147" y="14117"/>
                  <a:pt x="13804" y="14208"/>
                  <a:pt x="13451" y="14208"/>
                </a:cubicBezTo>
                <a:cubicBezTo>
                  <a:pt x="12999" y="14208"/>
                  <a:pt x="12590" y="14119"/>
                  <a:pt x="12225" y="13943"/>
                </a:cubicBezTo>
                <a:cubicBezTo>
                  <a:pt x="11859" y="13768"/>
                  <a:pt x="11545" y="13525"/>
                  <a:pt x="11282" y="13217"/>
                </a:cubicBezTo>
                <a:cubicBezTo>
                  <a:pt x="11020" y="12909"/>
                  <a:pt x="10816" y="12544"/>
                  <a:pt x="10672" y="12121"/>
                </a:cubicBezTo>
                <a:cubicBezTo>
                  <a:pt x="10529" y="11698"/>
                  <a:pt x="10457" y="11236"/>
                  <a:pt x="10457" y="10734"/>
                </a:cubicBezTo>
                <a:cubicBezTo>
                  <a:pt x="10457" y="10268"/>
                  <a:pt x="10529" y="9832"/>
                  <a:pt x="10672" y="9427"/>
                </a:cubicBezTo>
                <a:cubicBezTo>
                  <a:pt x="10816" y="9022"/>
                  <a:pt x="11020" y="8668"/>
                  <a:pt x="11282" y="8364"/>
                </a:cubicBezTo>
                <a:cubicBezTo>
                  <a:pt x="11545" y="8060"/>
                  <a:pt x="11859" y="7823"/>
                  <a:pt x="12225" y="7651"/>
                </a:cubicBezTo>
                <a:cubicBezTo>
                  <a:pt x="12590" y="7479"/>
                  <a:pt x="12999" y="7393"/>
                  <a:pt x="13451" y="7393"/>
                </a:cubicBezTo>
                <a:cubicBezTo>
                  <a:pt x="13755" y="7393"/>
                  <a:pt x="14057" y="7456"/>
                  <a:pt x="14357" y="7579"/>
                </a:cubicBezTo>
                <a:cubicBezTo>
                  <a:pt x="14656" y="7702"/>
                  <a:pt x="14966" y="7948"/>
                  <a:pt x="15287" y="8318"/>
                </a:cubicBezTo>
                <a:lnTo>
                  <a:pt x="16494" y="7367"/>
                </a:lnTo>
                <a:cubicBezTo>
                  <a:pt x="16059" y="6830"/>
                  <a:pt x="15589" y="6449"/>
                  <a:pt x="15083" y="6225"/>
                </a:cubicBezTo>
                <a:cubicBezTo>
                  <a:pt x="14578" y="6000"/>
                  <a:pt x="14030" y="5888"/>
                  <a:pt x="13439" y="5888"/>
                </a:cubicBezTo>
                <a:cubicBezTo>
                  <a:pt x="12765" y="5888"/>
                  <a:pt x="12147" y="6005"/>
                  <a:pt x="11584" y="6238"/>
                </a:cubicBezTo>
                <a:cubicBezTo>
                  <a:pt x="11021" y="6471"/>
                  <a:pt x="10537" y="6804"/>
                  <a:pt x="10131" y="7235"/>
                </a:cubicBezTo>
                <a:cubicBezTo>
                  <a:pt x="9724" y="7666"/>
                  <a:pt x="9405" y="8188"/>
                  <a:pt x="9176" y="8800"/>
                </a:cubicBezTo>
                <a:cubicBezTo>
                  <a:pt x="8946" y="9412"/>
                  <a:pt x="8831" y="10092"/>
                  <a:pt x="8831" y="10840"/>
                </a:cubicBezTo>
                <a:cubicBezTo>
                  <a:pt x="8831" y="11571"/>
                  <a:pt x="8946" y="12235"/>
                  <a:pt x="9176" y="12835"/>
                </a:cubicBezTo>
                <a:cubicBezTo>
                  <a:pt x="9405" y="13433"/>
                  <a:pt x="9724" y="13946"/>
                  <a:pt x="10131" y="14373"/>
                </a:cubicBezTo>
                <a:cubicBezTo>
                  <a:pt x="10537" y="14800"/>
                  <a:pt x="11021" y="15130"/>
                  <a:pt x="11584" y="15363"/>
                </a:cubicBezTo>
                <a:cubicBezTo>
                  <a:pt x="12147" y="15597"/>
                  <a:pt x="12765" y="15713"/>
                  <a:pt x="13439" y="15713"/>
                </a:cubicBezTo>
                <a:cubicBezTo>
                  <a:pt x="14079" y="15713"/>
                  <a:pt x="14683" y="15581"/>
                  <a:pt x="15250" y="15317"/>
                </a:cubicBezTo>
                <a:cubicBezTo>
                  <a:pt x="15816" y="15053"/>
                  <a:pt x="16297" y="14630"/>
                  <a:pt x="16691" y="14049"/>
                </a:cubicBezTo>
                <a:lnTo>
                  <a:pt x="15410" y="13072"/>
                </a:lnTo>
                <a:cubicBezTo>
                  <a:pt x="15122" y="13468"/>
                  <a:pt x="14813" y="13756"/>
                  <a:pt x="14480" y="13937"/>
                </a:cubicBezTo>
                <a:moveTo>
                  <a:pt x="5891" y="6873"/>
                </a:moveTo>
                <a:cubicBezTo>
                  <a:pt x="5349" y="6873"/>
                  <a:pt x="4909" y="6433"/>
                  <a:pt x="4909" y="5891"/>
                </a:cubicBezTo>
                <a:cubicBezTo>
                  <a:pt x="4909" y="5349"/>
                  <a:pt x="5349" y="4909"/>
                  <a:pt x="5891" y="4909"/>
                </a:cubicBezTo>
                <a:cubicBezTo>
                  <a:pt x="6433" y="4909"/>
                  <a:pt x="6873" y="5349"/>
                  <a:pt x="6873" y="5891"/>
                </a:cubicBezTo>
                <a:cubicBezTo>
                  <a:pt x="6873" y="6433"/>
                  <a:pt x="6433" y="6873"/>
                  <a:pt x="5891" y="6873"/>
                </a:cubicBezTo>
                <a:moveTo>
                  <a:pt x="5891" y="3927"/>
                </a:moveTo>
                <a:cubicBezTo>
                  <a:pt x="4806" y="3927"/>
                  <a:pt x="3927" y="4806"/>
                  <a:pt x="3927" y="5891"/>
                </a:cubicBezTo>
                <a:cubicBezTo>
                  <a:pt x="3927" y="6975"/>
                  <a:pt x="4806" y="7855"/>
                  <a:pt x="5891" y="7855"/>
                </a:cubicBezTo>
                <a:cubicBezTo>
                  <a:pt x="6975" y="7855"/>
                  <a:pt x="7855" y="6975"/>
                  <a:pt x="7855" y="5891"/>
                </a:cubicBezTo>
                <a:cubicBezTo>
                  <a:pt x="7855" y="4806"/>
                  <a:pt x="6975" y="3927"/>
                  <a:pt x="5891" y="392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3" name="Shape 2975"/>
          <p:cNvSpPr/>
          <p:nvPr/>
        </p:nvSpPr>
        <p:spPr>
          <a:xfrm>
            <a:off x="4716360" y="3508200"/>
            <a:ext cx="209520" cy="209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9825" y="15704"/>
                </a:moveTo>
                <a:lnTo>
                  <a:pt x="11291" y="15709"/>
                </a:lnTo>
                <a:lnTo>
                  <a:pt x="11291" y="11782"/>
                </a:lnTo>
                <a:lnTo>
                  <a:pt x="15218" y="11782"/>
                </a:lnTo>
                <a:lnTo>
                  <a:pt x="15218" y="10309"/>
                </a:lnTo>
                <a:lnTo>
                  <a:pt x="11291" y="10309"/>
                </a:lnTo>
                <a:lnTo>
                  <a:pt x="11291" y="7364"/>
                </a:lnTo>
                <a:lnTo>
                  <a:pt x="15709" y="7364"/>
                </a:lnTo>
                <a:lnTo>
                  <a:pt x="15711" y="5897"/>
                </a:lnTo>
                <a:lnTo>
                  <a:pt x="9825" y="5897"/>
                </a:lnTo>
                <a:cubicBezTo>
                  <a:pt x="9825" y="5897"/>
                  <a:pt x="9825" y="15704"/>
                  <a:pt x="9825" y="15704"/>
                </a:cubicBezTo>
                <a:close/>
                <a:moveTo>
                  <a:pt x="5891" y="6873"/>
                </a:moveTo>
                <a:cubicBezTo>
                  <a:pt x="5349" y="6873"/>
                  <a:pt x="4909" y="6434"/>
                  <a:pt x="4909" y="5891"/>
                </a:cubicBezTo>
                <a:cubicBezTo>
                  <a:pt x="4909" y="5349"/>
                  <a:pt x="5349" y="4909"/>
                  <a:pt x="5891" y="4909"/>
                </a:cubicBezTo>
                <a:cubicBezTo>
                  <a:pt x="6433" y="4909"/>
                  <a:pt x="6873" y="5349"/>
                  <a:pt x="6873" y="5891"/>
                </a:cubicBezTo>
                <a:cubicBezTo>
                  <a:pt x="6873" y="6434"/>
                  <a:pt x="6433" y="6873"/>
                  <a:pt x="5891" y="6873"/>
                </a:cubicBezTo>
                <a:moveTo>
                  <a:pt x="5891" y="3927"/>
                </a:moveTo>
                <a:cubicBezTo>
                  <a:pt x="4806" y="3927"/>
                  <a:pt x="3927" y="4806"/>
                  <a:pt x="3927" y="5891"/>
                </a:cubicBezTo>
                <a:cubicBezTo>
                  <a:pt x="3927" y="6975"/>
                  <a:pt x="4806" y="7855"/>
                  <a:pt x="5891" y="7855"/>
                </a:cubicBezTo>
                <a:cubicBezTo>
                  <a:pt x="6975" y="7855"/>
                  <a:pt x="7855" y="6975"/>
                  <a:pt x="7855" y="5891"/>
                </a:cubicBezTo>
                <a:cubicBezTo>
                  <a:pt x="7855" y="4806"/>
                  <a:pt x="6975" y="3927"/>
                  <a:pt x="5891" y="392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4" name="Shape 2976"/>
          <p:cNvSpPr/>
          <p:nvPr/>
        </p:nvSpPr>
        <p:spPr>
          <a:xfrm>
            <a:off x="5116680" y="3508200"/>
            <a:ext cx="209520" cy="209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5" name="Shape 2977"/>
          <p:cNvSpPr/>
          <p:nvPr/>
        </p:nvSpPr>
        <p:spPr>
          <a:xfrm>
            <a:off x="5516640" y="3508200"/>
            <a:ext cx="209520" cy="209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2086" y="20524"/>
                </a:moveTo>
                <a:cubicBezTo>
                  <a:pt x="11664" y="20580"/>
                  <a:pt x="11237" y="20618"/>
                  <a:pt x="10800" y="20618"/>
                </a:cubicBez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1237" y="982"/>
                  <a:pt x="11665" y="1020"/>
                  <a:pt x="12086" y="1076"/>
                </a:cubicBezTo>
                <a:cubicBezTo>
                  <a:pt x="14339" y="3664"/>
                  <a:pt x="15709" y="7100"/>
                  <a:pt x="15709" y="10800"/>
                </a:cubicBezTo>
                <a:cubicBezTo>
                  <a:pt x="15709" y="14500"/>
                  <a:pt x="14339" y="17936"/>
                  <a:pt x="12086" y="20524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6" name="Shape 2978"/>
          <p:cNvSpPr/>
          <p:nvPr/>
        </p:nvSpPr>
        <p:spPr>
          <a:xfrm>
            <a:off x="5916600" y="3508200"/>
            <a:ext cx="209520" cy="209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0800" y="982"/>
                  <a:pt x="10800" y="20618"/>
                  <a:pt x="10800" y="20618"/>
                </a:cubicBezTo>
                <a:close/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7" name="Shape 2979"/>
          <p:cNvSpPr/>
          <p:nvPr/>
        </p:nvSpPr>
        <p:spPr>
          <a:xfrm>
            <a:off x="6316560" y="3508200"/>
            <a:ext cx="209520" cy="209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9570" y="20533"/>
                </a:moveTo>
                <a:cubicBezTo>
                  <a:pt x="4730" y="19927"/>
                  <a:pt x="982" y="15805"/>
                  <a:pt x="982" y="10800"/>
                </a:cubicBezTo>
                <a:cubicBezTo>
                  <a:pt x="982" y="5795"/>
                  <a:pt x="4730" y="1673"/>
                  <a:pt x="9570" y="1067"/>
                </a:cubicBezTo>
                <a:cubicBezTo>
                  <a:pt x="7282" y="3663"/>
                  <a:pt x="5891" y="7068"/>
                  <a:pt x="5891" y="10800"/>
                </a:cubicBezTo>
                <a:cubicBezTo>
                  <a:pt x="5891" y="14532"/>
                  <a:pt x="7282" y="17937"/>
                  <a:pt x="9570" y="2053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8" name="Shape 2980"/>
          <p:cNvSpPr/>
          <p:nvPr/>
        </p:nvSpPr>
        <p:spPr>
          <a:xfrm>
            <a:off x="6716880" y="3508200"/>
            <a:ext cx="209520" cy="2098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0" rIns="14400" tIns="14400" bIns="14400" anchor="ctr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169920"/>
                <a:tab algn="l" pos="339840"/>
                <a:tab algn="l" pos="509760"/>
                <a:tab algn="l" pos="679320"/>
                <a:tab algn="l" pos="849240"/>
                <a:tab algn="l" pos="1019160"/>
                <a:tab algn="l" pos="1189080"/>
                <a:tab algn="l" pos="1359000"/>
                <a:tab algn="l" pos="1528920"/>
                <a:tab algn="l" pos="1698480"/>
                <a:tab algn="l" pos="1868400"/>
                <a:tab algn="l" pos="2038320"/>
                <a:tab algn="l" pos="2208240"/>
                <a:tab algn="l" pos="2378160"/>
                <a:tab algn="l" pos="2548080"/>
                <a:tab algn="l" pos="2717640"/>
                <a:tab algn="l" pos="2887560"/>
                <a:tab algn="l" pos="3057480"/>
                <a:tab algn="l" pos="3227400"/>
                <a:tab algn="l" pos="339732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9" name="Shape 2981"/>
          <p:cNvSpPr/>
          <p:nvPr/>
        </p:nvSpPr>
        <p:spPr>
          <a:xfrm>
            <a:off x="7116840" y="3508200"/>
            <a:ext cx="209520" cy="209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2030" y="20533"/>
                </a:moveTo>
                <a:cubicBezTo>
                  <a:pt x="14318" y="17937"/>
                  <a:pt x="15709" y="14532"/>
                  <a:pt x="15709" y="10800"/>
                </a:cubicBezTo>
                <a:cubicBezTo>
                  <a:pt x="15709" y="7068"/>
                  <a:pt x="14318" y="3663"/>
                  <a:pt x="12030" y="1067"/>
                </a:cubicBezTo>
                <a:cubicBezTo>
                  <a:pt x="16870" y="1673"/>
                  <a:pt x="20618" y="5795"/>
                  <a:pt x="20618" y="10800"/>
                </a:cubicBezTo>
                <a:cubicBezTo>
                  <a:pt x="20618" y="15805"/>
                  <a:pt x="16870" y="19927"/>
                  <a:pt x="12030" y="20533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0" name="Shape 2982"/>
          <p:cNvSpPr/>
          <p:nvPr/>
        </p:nvSpPr>
        <p:spPr>
          <a:xfrm>
            <a:off x="7516800" y="3508200"/>
            <a:ext cx="209520" cy="209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618"/>
                </a:moveTo>
                <a:lnTo>
                  <a:pt x="10800" y="982"/>
                </a:ln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1" name="Shape 2983"/>
          <p:cNvSpPr/>
          <p:nvPr/>
        </p:nvSpPr>
        <p:spPr>
          <a:xfrm>
            <a:off x="7916760" y="3508200"/>
            <a:ext cx="209520" cy="209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618"/>
                </a:moveTo>
                <a:cubicBezTo>
                  <a:pt x="10378" y="20618"/>
                  <a:pt x="9964" y="20583"/>
                  <a:pt x="9556" y="20531"/>
                </a:cubicBezTo>
                <a:cubicBezTo>
                  <a:pt x="7276" y="17937"/>
                  <a:pt x="5891" y="14524"/>
                  <a:pt x="5891" y="10800"/>
                </a:cubicBezTo>
                <a:cubicBezTo>
                  <a:pt x="5891" y="7076"/>
                  <a:pt x="7276" y="3663"/>
                  <a:pt x="9556" y="1069"/>
                </a:cubicBezTo>
                <a:cubicBezTo>
                  <a:pt x="9964" y="1017"/>
                  <a:pt x="10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2" name="Shape 2984"/>
          <p:cNvSpPr/>
          <p:nvPr/>
        </p:nvSpPr>
        <p:spPr>
          <a:xfrm>
            <a:off x="8373960" y="3508200"/>
            <a:ext cx="95400" cy="209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10800" y="20618"/>
                </a:moveTo>
                <a:cubicBezTo>
                  <a:pt x="6029" y="20618"/>
                  <a:pt x="2160" y="18860"/>
                  <a:pt x="2160" y="16691"/>
                </a:cubicBezTo>
                <a:cubicBezTo>
                  <a:pt x="2160" y="15238"/>
                  <a:pt x="3900" y="13973"/>
                  <a:pt x="6480" y="13293"/>
                </a:cubicBezTo>
                <a:lnTo>
                  <a:pt x="6480" y="2945"/>
                </a:lnTo>
                <a:cubicBezTo>
                  <a:pt x="6480" y="1861"/>
                  <a:pt x="8414" y="982"/>
                  <a:pt x="10800" y="982"/>
                </a:cubicBezTo>
                <a:cubicBezTo>
                  <a:pt x="13186" y="982"/>
                  <a:pt x="15120" y="1861"/>
                  <a:pt x="15120" y="2945"/>
                </a:cubicBezTo>
                <a:lnTo>
                  <a:pt x="15120" y="13293"/>
                </a:lnTo>
                <a:cubicBezTo>
                  <a:pt x="17700" y="13973"/>
                  <a:pt x="19440" y="15238"/>
                  <a:pt x="19440" y="16691"/>
                </a:cubicBezTo>
                <a:cubicBezTo>
                  <a:pt x="19440" y="18860"/>
                  <a:pt x="15571" y="20618"/>
                  <a:pt x="10800" y="20618"/>
                </a:cubicBezTo>
                <a:moveTo>
                  <a:pt x="17280" y="12770"/>
                </a:moveTo>
                <a:lnTo>
                  <a:pt x="17280" y="2945"/>
                </a:lnTo>
                <a:cubicBezTo>
                  <a:pt x="17280" y="1318"/>
                  <a:pt x="14378" y="0"/>
                  <a:pt x="10800" y="0"/>
                </a:cubicBezTo>
                <a:cubicBezTo>
                  <a:pt x="7221" y="0"/>
                  <a:pt x="4320" y="1318"/>
                  <a:pt x="4320" y="2945"/>
                </a:cubicBezTo>
                <a:lnTo>
                  <a:pt x="4320" y="12770"/>
                </a:lnTo>
                <a:cubicBezTo>
                  <a:pt x="1701" y="13666"/>
                  <a:pt x="0" y="15087"/>
                  <a:pt x="0" y="16691"/>
                </a:cubicBezTo>
                <a:cubicBezTo>
                  <a:pt x="0" y="19402"/>
                  <a:pt x="4835" y="21600"/>
                  <a:pt x="10800" y="21600"/>
                </a:cubicBezTo>
                <a:cubicBezTo>
                  <a:pt x="16763" y="21600"/>
                  <a:pt x="21600" y="19402"/>
                  <a:pt x="21600" y="16691"/>
                </a:cubicBezTo>
                <a:cubicBezTo>
                  <a:pt x="21600" y="15087"/>
                  <a:pt x="19899" y="13666"/>
                  <a:pt x="17280" y="12770"/>
                </a:cubicBezTo>
                <a:moveTo>
                  <a:pt x="12960" y="13917"/>
                </a:moveTo>
                <a:lnTo>
                  <a:pt x="12960" y="7855"/>
                </a:lnTo>
                <a:cubicBezTo>
                  <a:pt x="12960" y="7313"/>
                  <a:pt x="11992" y="6873"/>
                  <a:pt x="10800" y="6873"/>
                </a:cubicBezTo>
                <a:cubicBezTo>
                  <a:pt x="9608" y="6873"/>
                  <a:pt x="8640" y="7313"/>
                  <a:pt x="8640" y="7855"/>
                </a:cubicBezTo>
                <a:lnTo>
                  <a:pt x="8640" y="13917"/>
                </a:lnTo>
                <a:cubicBezTo>
                  <a:pt x="6126" y="14322"/>
                  <a:pt x="4320" y="15409"/>
                  <a:pt x="4320" y="16691"/>
                </a:cubicBezTo>
                <a:cubicBezTo>
                  <a:pt x="4320" y="18318"/>
                  <a:pt x="7221" y="19636"/>
                  <a:pt x="10800" y="19636"/>
                </a:cubicBezTo>
                <a:cubicBezTo>
                  <a:pt x="14378" y="19636"/>
                  <a:pt x="17280" y="18318"/>
                  <a:pt x="17280" y="16691"/>
                </a:cubicBezTo>
                <a:cubicBezTo>
                  <a:pt x="17280" y="15409"/>
                  <a:pt x="15475" y="14322"/>
                  <a:pt x="12960" y="1391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3" name="Shape 2985"/>
          <p:cNvSpPr/>
          <p:nvPr/>
        </p:nvSpPr>
        <p:spPr>
          <a:xfrm>
            <a:off x="4134240" y="3080160"/>
            <a:ext cx="70452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4400" rIns="14400" tIns="14400" bIns="14400" anchor="ctr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Weather</a:t>
            </a:r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Freeform 7"/>
          <p:cNvSpPr/>
          <p:nvPr/>
        </p:nvSpPr>
        <p:spPr>
          <a:xfrm>
            <a:off x="7684920" y="2716200"/>
            <a:ext cx="249480" cy="246240"/>
          </a:xfrm>
          <a:custGeom>
            <a:avLst/>
            <a:gdLst/>
            <a:ahLst/>
            <a:rect l="l" t="t" r="r" b="b"/>
            <a:pathLst>
              <a:path w="461" h="453">
                <a:moveTo>
                  <a:pt x="275" y="0"/>
                </a:moveTo>
                <a:lnTo>
                  <a:pt x="275" y="0"/>
                </a:lnTo>
                <a:cubicBezTo>
                  <a:pt x="185" y="0"/>
                  <a:pt x="106" y="71"/>
                  <a:pt x="97" y="159"/>
                </a:cubicBezTo>
                <a:cubicBezTo>
                  <a:pt x="44" y="187"/>
                  <a:pt x="0" y="240"/>
                  <a:pt x="0" y="302"/>
                </a:cubicBezTo>
                <a:cubicBezTo>
                  <a:pt x="0" y="390"/>
                  <a:pt x="71" y="452"/>
                  <a:pt x="150" y="452"/>
                </a:cubicBezTo>
                <a:cubicBezTo>
                  <a:pt x="212" y="452"/>
                  <a:pt x="275" y="417"/>
                  <a:pt x="292" y="355"/>
                </a:cubicBezTo>
                <a:cubicBezTo>
                  <a:pt x="390" y="346"/>
                  <a:pt x="460" y="275"/>
                  <a:pt x="460" y="177"/>
                </a:cubicBezTo>
                <a:cubicBezTo>
                  <a:pt x="460" y="80"/>
                  <a:pt x="381" y="0"/>
                  <a:pt x="275" y="0"/>
                </a:cubicBezTo>
                <a:close/>
                <a:moveTo>
                  <a:pt x="150" y="408"/>
                </a:moveTo>
                <a:lnTo>
                  <a:pt x="150" y="408"/>
                </a:lnTo>
                <a:cubicBezTo>
                  <a:pt x="97" y="408"/>
                  <a:pt x="53" y="355"/>
                  <a:pt x="53" y="302"/>
                </a:cubicBezTo>
                <a:cubicBezTo>
                  <a:pt x="53" y="266"/>
                  <a:pt x="71" y="231"/>
                  <a:pt x="106" y="212"/>
                </a:cubicBezTo>
                <a:cubicBezTo>
                  <a:pt x="115" y="284"/>
                  <a:pt x="168" y="337"/>
                  <a:pt x="239" y="355"/>
                </a:cubicBezTo>
                <a:cubicBezTo>
                  <a:pt x="221" y="381"/>
                  <a:pt x="185" y="408"/>
                  <a:pt x="150" y="408"/>
                </a:cubicBezTo>
                <a:close/>
                <a:moveTo>
                  <a:pt x="150" y="204"/>
                </a:moveTo>
                <a:lnTo>
                  <a:pt x="150" y="204"/>
                </a:lnTo>
                <a:cubicBezTo>
                  <a:pt x="212" y="204"/>
                  <a:pt x="248" y="248"/>
                  <a:pt x="256" y="302"/>
                </a:cubicBezTo>
                <a:cubicBezTo>
                  <a:pt x="203" y="293"/>
                  <a:pt x="168" y="248"/>
                  <a:pt x="150" y="204"/>
                </a:cubicBezTo>
                <a:close/>
                <a:moveTo>
                  <a:pt x="301" y="302"/>
                </a:moveTo>
                <a:lnTo>
                  <a:pt x="301" y="302"/>
                </a:lnTo>
                <a:cubicBezTo>
                  <a:pt x="301" y="222"/>
                  <a:pt x="239" y="151"/>
                  <a:pt x="150" y="151"/>
                </a:cubicBezTo>
                <a:cubicBezTo>
                  <a:pt x="168" y="98"/>
                  <a:pt x="221" y="53"/>
                  <a:pt x="275" y="53"/>
                </a:cubicBezTo>
                <a:cubicBezTo>
                  <a:pt x="345" y="53"/>
                  <a:pt x="407" y="106"/>
                  <a:pt x="407" y="177"/>
                </a:cubicBezTo>
                <a:cubicBezTo>
                  <a:pt x="407" y="240"/>
                  <a:pt x="363" y="293"/>
                  <a:pt x="301" y="302"/>
                </a:cubicBezTo>
                <a:close/>
                <a:moveTo>
                  <a:pt x="53" y="106"/>
                </a:moveTo>
                <a:lnTo>
                  <a:pt x="53" y="106"/>
                </a:lnTo>
                <a:cubicBezTo>
                  <a:pt x="79" y="106"/>
                  <a:pt x="106" y="80"/>
                  <a:pt x="106" y="53"/>
                </a:cubicBezTo>
                <a:cubicBezTo>
                  <a:pt x="106" y="27"/>
                  <a:pt x="79" y="0"/>
                  <a:pt x="53" y="0"/>
                </a:cubicBezTo>
                <a:cubicBezTo>
                  <a:pt x="26" y="0"/>
                  <a:pt x="0" y="27"/>
                  <a:pt x="0" y="53"/>
                </a:cubicBezTo>
                <a:cubicBezTo>
                  <a:pt x="0" y="80"/>
                  <a:pt x="26" y="106"/>
                  <a:pt x="53" y="106"/>
                </a:cubicBezTo>
                <a:close/>
                <a:moveTo>
                  <a:pt x="53" y="27"/>
                </a:moveTo>
                <a:lnTo>
                  <a:pt x="53" y="27"/>
                </a:lnTo>
                <a:cubicBezTo>
                  <a:pt x="71" y="27"/>
                  <a:pt x="79" y="36"/>
                  <a:pt x="79" y="53"/>
                </a:cubicBezTo>
                <a:cubicBezTo>
                  <a:pt x="79" y="71"/>
                  <a:pt x="71" y="80"/>
                  <a:pt x="53" y="80"/>
                </a:cubicBezTo>
                <a:cubicBezTo>
                  <a:pt x="35" y="80"/>
                  <a:pt x="26" y="71"/>
                  <a:pt x="26" y="53"/>
                </a:cubicBezTo>
                <a:cubicBezTo>
                  <a:pt x="26" y="36"/>
                  <a:pt x="35" y="27"/>
                  <a:pt x="53" y="2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5" name="Freeform 45"/>
          <p:cNvSpPr/>
          <p:nvPr/>
        </p:nvSpPr>
        <p:spPr>
          <a:xfrm>
            <a:off x="2846520" y="1630440"/>
            <a:ext cx="255600" cy="252360"/>
          </a:xfrm>
          <a:custGeom>
            <a:avLst/>
            <a:gdLst/>
            <a:ahLst/>
            <a:rect l="l" t="t" r="r" b="b"/>
            <a:pathLst>
              <a:path w="470" h="463">
                <a:moveTo>
                  <a:pt x="443" y="143"/>
                </a:moveTo>
                <a:lnTo>
                  <a:pt x="443" y="143"/>
                </a:lnTo>
                <a:cubicBezTo>
                  <a:pt x="416" y="284"/>
                  <a:pt x="275" y="408"/>
                  <a:pt x="239" y="435"/>
                </a:cubicBezTo>
                <a:cubicBezTo>
                  <a:pt x="194" y="462"/>
                  <a:pt x="159" y="417"/>
                  <a:pt x="141" y="391"/>
                </a:cubicBezTo>
                <a:cubicBezTo>
                  <a:pt x="124" y="355"/>
                  <a:pt x="79" y="178"/>
                  <a:pt x="62" y="160"/>
                </a:cubicBezTo>
                <a:cubicBezTo>
                  <a:pt x="53" y="151"/>
                  <a:pt x="18" y="178"/>
                  <a:pt x="18" y="178"/>
                </a:cubicBezTo>
                <a:cubicBezTo>
                  <a:pt x="0" y="151"/>
                  <a:pt x="0" y="151"/>
                  <a:pt x="0" y="151"/>
                </a:cubicBezTo>
                <a:cubicBezTo>
                  <a:pt x="0" y="151"/>
                  <a:pt x="71" y="63"/>
                  <a:pt x="132" y="45"/>
                </a:cubicBezTo>
                <a:cubicBezTo>
                  <a:pt x="194" y="36"/>
                  <a:pt x="194" y="143"/>
                  <a:pt x="203" y="204"/>
                </a:cubicBezTo>
                <a:cubicBezTo>
                  <a:pt x="222" y="266"/>
                  <a:pt x="230" y="293"/>
                  <a:pt x="247" y="293"/>
                </a:cubicBezTo>
                <a:cubicBezTo>
                  <a:pt x="256" y="293"/>
                  <a:pt x="283" y="266"/>
                  <a:pt x="310" y="213"/>
                </a:cubicBezTo>
                <a:cubicBezTo>
                  <a:pt x="328" y="160"/>
                  <a:pt x="301" y="125"/>
                  <a:pt x="256" y="151"/>
                </a:cubicBezTo>
                <a:cubicBezTo>
                  <a:pt x="275" y="27"/>
                  <a:pt x="469" y="0"/>
                  <a:pt x="443" y="14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6" name="Freeform 46"/>
          <p:cNvSpPr/>
          <p:nvPr/>
        </p:nvSpPr>
        <p:spPr>
          <a:xfrm>
            <a:off x="1771560" y="1709640"/>
            <a:ext cx="241560" cy="109800"/>
          </a:xfrm>
          <a:custGeom>
            <a:avLst/>
            <a:gdLst/>
            <a:ahLst/>
            <a:rect l="l" t="t" r="r" b="b"/>
            <a:pathLst>
              <a:path w="444" h="205">
                <a:moveTo>
                  <a:pt x="98" y="204"/>
                </a:moveTo>
                <a:lnTo>
                  <a:pt x="98" y="204"/>
                </a:lnTo>
                <a:cubicBezTo>
                  <a:pt x="45" y="204"/>
                  <a:pt x="0" y="159"/>
                  <a:pt x="0" y="97"/>
                </a:cubicBezTo>
                <a:cubicBezTo>
                  <a:pt x="0" y="44"/>
                  <a:pt x="45" y="0"/>
                  <a:pt x="98" y="0"/>
                </a:cubicBezTo>
                <a:cubicBezTo>
                  <a:pt x="151" y="0"/>
                  <a:pt x="195" y="44"/>
                  <a:pt x="195" y="97"/>
                </a:cubicBezTo>
                <a:cubicBezTo>
                  <a:pt x="195" y="159"/>
                  <a:pt x="151" y="204"/>
                  <a:pt x="98" y="204"/>
                </a:cubicBezTo>
                <a:close/>
                <a:moveTo>
                  <a:pt x="345" y="204"/>
                </a:moveTo>
                <a:lnTo>
                  <a:pt x="345" y="204"/>
                </a:lnTo>
                <a:cubicBezTo>
                  <a:pt x="292" y="204"/>
                  <a:pt x="248" y="159"/>
                  <a:pt x="248" y="97"/>
                </a:cubicBezTo>
                <a:cubicBezTo>
                  <a:pt x="248" y="44"/>
                  <a:pt x="292" y="0"/>
                  <a:pt x="345" y="0"/>
                </a:cubicBezTo>
                <a:cubicBezTo>
                  <a:pt x="399" y="0"/>
                  <a:pt x="443" y="44"/>
                  <a:pt x="443" y="97"/>
                </a:cubicBezTo>
                <a:cubicBezTo>
                  <a:pt x="443" y="159"/>
                  <a:pt x="399" y="204"/>
                  <a:pt x="345" y="20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7" name="Freeform 47"/>
          <p:cNvSpPr/>
          <p:nvPr/>
        </p:nvSpPr>
        <p:spPr>
          <a:xfrm>
            <a:off x="1771560" y="2182680"/>
            <a:ext cx="52560" cy="236520"/>
          </a:xfrm>
          <a:custGeom>
            <a:avLst/>
            <a:gdLst/>
            <a:ahLst/>
            <a:rect l="l" t="t" r="r" b="b"/>
            <a:pathLst>
              <a:path w="99" h="435">
                <a:moveTo>
                  <a:pt x="98" y="44"/>
                </a:moveTo>
                <a:lnTo>
                  <a:pt x="98" y="44"/>
                </a:lnTo>
                <a:cubicBezTo>
                  <a:pt x="98" y="71"/>
                  <a:pt x="80" y="88"/>
                  <a:pt x="45" y="88"/>
                </a:cubicBezTo>
                <a:cubicBezTo>
                  <a:pt x="17" y="88"/>
                  <a:pt x="0" y="71"/>
                  <a:pt x="0" y="44"/>
                </a:cubicBezTo>
                <a:cubicBezTo>
                  <a:pt x="0" y="18"/>
                  <a:pt x="17" y="0"/>
                  <a:pt x="45" y="0"/>
                </a:cubicBezTo>
                <a:cubicBezTo>
                  <a:pt x="80" y="0"/>
                  <a:pt x="98" y="18"/>
                  <a:pt x="98" y="44"/>
                </a:cubicBezTo>
                <a:close/>
                <a:moveTo>
                  <a:pt x="0" y="434"/>
                </a:moveTo>
                <a:lnTo>
                  <a:pt x="0" y="434"/>
                </a:lnTo>
                <a:cubicBezTo>
                  <a:pt x="0" y="132"/>
                  <a:pt x="0" y="132"/>
                  <a:pt x="0" y="132"/>
                </a:cubicBezTo>
                <a:cubicBezTo>
                  <a:pt x="98" y="132"/>
                  <a:pt x="98" y="132"/>
                  <a:pt x="98" y="132"/>
                </a:cubicBezTo>
                <a:cubicBezTo>
                  <a:pt x="98" y="434"/>
                  <a:pt x="98" y="434"/>
                  <a:pt x="98" y="434"/>
                </a:cubicBezTo>
                <a:lnTo>
                  <a:pt x="0" y="43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8" name="Freeform 48"/>
          <p:cNvSpPr/>
          <p:nvPr/>
        </p:nvSpPr>
        <p:spPr>
          <a:xfrm>
            <a:off x="1852560" y="2252520"/>
            <a:ext cx="157320" cy="169920"/>
          </a:xfrm>
          <a:custGeom>
            <a:avLst/>
            <a:gdLst/>
            <a:ahLst/>
            <a:rect l="l" t="t" r="r" b="b"/>
            <a:pathLst>
              <a:path w="293" h="311">
                <a:moveTo>
                  <a:pt x="0" y="106"/>
                </a:moveTo>
                <a:lnTo>
                  <a:pt x="0" y="106"/>
                </a:lnTo>
                <a:cubicBezTo>
                  <a:pt x="0" y="62"/>
                  <a:pt x="0" y="35"/>
                  <a:pt x="0" y="8"/>
                </a:cubicBezTo>
                <a:cubicBezTo>
                  <a:pt x="79" y="8"/>
                  <a:pt x="79" y="8"/>
                  <a:pt x="79" y="8"/>
                </a:cubicBezTo>
                <a:cubicBezTo>
                  <a:pt x="88" y="44"/>
                  <a:pt x="88" y="44"/>
                  <a:pt x="88" y="44"/>
                </a:cubicBezTo>
                <a:lnTo>
                  <a:pt x="88" y="44"/>
                </a:lnTo>
                <a:cubicBezTo>
                  <a:pt x="97" y="26"/>
                  <a:pt x="132" y="0"/>
                  <a:pt x="186" y="0"/>
                </a:cubicBezTo>
                <a:cubicBezTo>
                  <a:pt x="248" y="0"/>
                  <a:pt x="292" y="44"/>
                  <a:pt x="292" y="132"/>
                </a:cubicBezTo>
                <a:cubicBezTo>
                  <a:pt x="292" y="310"/>
                  <a:pt x="292" y="310"/>
                  <a:pt x="292" y="310"/>
                </a:cubicBezTo>
                <a:cubicBezTo>
                  <a:pt x="194" y="310"/>
                  <a:pt x="194" y="310"/>
                  <a:pt x="194" y="310"/>
                </a:cubicBezTo>
                <a:cubicBezTo>
                  <a:pt x="194" y="141"/>
                  <a:pt x="194" y="141"/>
                  <a:pt x="194" y="141"/>
                </a:cubicBezTo>
                <a:cubicBezTo>
                  <a:pt x="194" y="106"/>
                  <a:pt x="186" y="79"/>
                  <a:pt x="150" y="79"/>
                </a:cubicBezTo>
                <a:cubicBezTo>
                  <a:pt x="123" y="79"/>
                  <a:pt x="106" y="97"/>
                  <a:pt x="97" y="115"/>
                </a:cubicBezTo>
                <a:cubicBezTo>
                  <a:pt x="97" y="115"/>
                  <a:pt x="97" y="124"/>
                  <a:pt x="97" y="132"/>
                </a:cubicBezTo>
                <a:cubicBezTo>
                  <a:pt x="97" y="310"/>
                  <a:pt x="97" y="310"/>
                  <a:pt x="97" y="310"/>
                </a:cubicBezTo>
                <a:cubicBezTo>
                  <a:pt x="0" y="310"/>
                  <a:pt x="0" y="310"/>
                  <a:pt x="0" y="310"/>
                </a:cubicBezTo>
                <a:lnTo>
                  <a:pt x="0" y="106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9" name="Freeform 49"/>
          <p:cNvSpPr/>
          <p:nvPr/>
        </p:nvSpPr>
        <p:spPr>
          <a:xfrm>
            <a:off x="2298600" y="2173320"/>
            <a:ext cx="262080" cy="255600"/>
          </a:xfrm>
          <a:custGeom>
            <a:avLst/>
            <a:gdLst/>
            <a:ahLst/>
            <a:rect l="l" t="t" r="r" b="b"/>
            <a:pathLst>
              <a:path w="479" h="471">
                <a:moveTo>
                  <a:pt x="239" y="0"/>
                </a:moveTo>
                <a:lnTo>
                  <a:pt x="239" y="0"/>
                </a:lnTo>
                <a:cubicBezTo>
                  <a:pt x="106" y="0"/>
                  <a:pt x="0" y="107"/>
                  <a:pt x="0" y="231"/>
                </a:cubicBezTo>
                <a:cubicBezTo>
                  <a:pt x="0" y="364"/>
                  <a:pt x="106" y="470"/>
                  <a:pt x="239" y="470"/>
                </a:cubicBezTo>
                <a:cubicBezTo>
                  <a:pt x="372" y="470"/>
                  <a:pt x="478" y="364"/>
                  <a:pt x="478" y="231"/>
                </a:cubicBezTo>
                <a:cubicBezTo>
                  <a:pt x="478" y="107"/>
                  <a:pt x="372" y="0"/>
                  <a:pt x="239" y="0"/>
                </a:cubicBezTo>
                <a:close/>
                <a:moveTo>
                  <a:pt x="177" y="338"/>
                </a:moveTo>
                <a:lnTo>
                  <a:pt x="177" y="338"/>
                </a:lnTo>
                <a:cubicBezTo>
                  <a:pt x="133" y="338"/>
                  <a:pt x="133" y="338"/>
                  <a:pt x="133" y="338"/>
                </a:cubicBezTo>
                <a:cubicBezTo>
                  <a:pt x="133" y="178"/>
                  <a:pt x="133" y="178"/>
                  <a:pt x="133" y="178"/>
                </a:cubicBezTo>
                <a:cubicBezTo>
                  <a:pt x="177" y="178"/>
                  <a:pt x="177" y="178"/>
                  <a:pt x="177" y="178"/>
                </a:cubicBezTo>
                <a:lnTo>
                  <a:pt x="177" y="338"/>
                </a:lnTo>
                <a:close/>
                <a:moveTo>
                  <a:pt x="159" y="160"/>
                </a:moveTo>
                <a:lnTo>
                  <a:pt x="159" y="160"/>
                </a:lnTo>
                <a:cubicBezTo>
                  <a:pt x="141" y="160"/>
                  <a:pt x="133" y="151"/>
                  <a:pt x="133" y="134"/>
                </a:cubicBezTo>
                <a:cubicBezTo>
                  <a:pt x="133" y="125"/>
                  <a:pt x="141" y="107"/>
                  <a:pt x="159" y="107"/>
                </a:cubicBezTo>
                <a:cubicBezTo>
                  <a:pt x="168" y="107"/>
                  <a:pt x="177" y="125"/>
                  <a:pt x="186" y="134"/>
                </a:cubicBezTo>
                <a:cubicBezTo>
                  <a:pt x="186" y="151"/>
                  <a:pt x="168" y="160"/>
                  <a:pt x="159" y="160"/>
                </a:cubicBezTo>
                <a:close/>
                <a:moveTo>
                  <a:pt x="354" y="338"/>
                </a:moveTo>
                <a:lnTo>
                  <a:pt x="354" y="338"/>
                </a:lnTo>
                <a:cubicBezTo>
                  <a:pt x="310" y="338"/>
                  <a:pt x="310" y="338"/>
                  <a:pt x="310" y="338"/>
                </a:cubicBezTo>
                <a:cubicBezTo>
                  <a:pt x="310" y="249"/>
                  <a:pt x="310" y="249"/>
                  <a:pt x="310" y="249"/>
                </a:cubicBezTo>
                <a:cubicBezTo>
                  <a:pt x="310" y="231"/>
                  <a:pt x="300" y="213"/>
                  <a:pt x="284" y="213"/>
                </a:cubicBezTo>
                <a:cubicBezTo>
                  <a:pt x="275" y="213"/>
                  <a:pt x="265" y="222"/>
                  <a:pt x="256" y="231"/>
                </a:cubicBezTo>
                <a:lnTo>
                  <a:pt x="256" y="240"/>
                </a:lnTo>
                <a:cubicBezTo>
                  <a:pt x="256" y="338"/>
                  <a:pt x="256" y="338"/>
                  <a:pt x="256" y="338"/>
                </a:cubicBezTo>
                <a:cubicBezTo>
                  <a:pt x="212" y="338"/>
                  <a:pt x="212" y="338"/>
                  <a:pt x="212" y="338"/>
                </a:cubicBezTo>
                <a:cubicBezTo>
                  <a:pt x="212" y="231"/>
                  <a:pt x="212" y="231"/>
                  <a:pt x="212" y="231"/>
                </a:cubicBezTo>
                <a:cubicBezTo>
                  <a:pt x="212" y="205"/>
                  <a:pt x="212" y="196"/>
                  <a:pt x="203" y="178"/>
                </a:cubicBezTo>
                <a:cubicBezTo>
                  <a:pt x="247" y="178"/>
                  <a:pt x="247" y="178"/>
                  <a:pt x="247" y="178"/>
                </a:cubicBezTo>
                <a:cubicBezTo>
                  <a:pt x="247" y="196"/>
                  <a:pt x="247" y="196"/>
                  <a:pt x="247" y="196"/>
                </a:cubicBezTo>
                <a:cubicBezTo>
                  <a:pt x="256" y="196"/>
                  <a:pt x="256" y="196"/>
                  <a:pt x="256" y="196"/>
                </a:cubicBezTo>
                <a:cubicBezTo>
                  <a:pt x="256" y="187"/>
                  <a:pt x="275" y="178"/>
                  <a:pt x="300" y="178"/>
                </a:cubicBezTo>
                <a:cubicBezTo>
                  <a:pt x="337" y="178"/>
                  <a:pt x="354" y="196"/>
                  <a:pt x="354" y="240"/>
                </a:cubicBezTo>
                <a:lnTo>
                  <a:pt x="354" y="33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0" name="Freeform 50"/>
          <p:cNvSpPr/>
          <p:nvPr/>
        </p:nvSpPr>
        <p:spPr>
          <a:xfrm>
            <a:off x="1224000" y="2716200"/>
            <a:ext cx="262080" cy="246240"/>
          </a:xfrm>
          <a:custGeom>
            <a:avLst/>
            <a:gdLst/>
            <a:ahLst/>
            <a:rect l="l" t="t" r="r" b="b"/>
            <a:pathLst>
              <a:path w="480" h="453">
                <a:moveTo>
                  <a:pt x="142" y="0"/>
                </a:moveTo>
                <a:lnTo>
                  <a:pt x="142" y="0"/>
                </a:lnTo>
                <a:cubicBezTo>
                  <a:pt x="0" y="89"/>
                  <a:pt x="0" y="89"/>
                  <a:pt x="0" y="89"/>
                </a:cubicBezTo>
                <a:cubicBezTo>
                  <a:pt x="98" y="168"/>
                  <a:pt x="98" y="168"/>
                  <a:pt x="98" y="168"/>
                </a:cubicBezTo>
                <a:cubicBezTo>
                  <a:pt x="239" y="80"/>
                  <a:pt x="239" y="80"/>
                  <a:pt x="239" y="80"/>
                </a:cubicBezTo>
                <a:lnTo>
                  <a:pt x="142" y="0"/>
                </a:lnTo>
                <a:close/>
                <a:moveTo>
                  <a:pt x="327" y="372"/>
                </a:moveTo>
                <a:lnTo>
                  <a:pt x="327" y="372"/>
                </a:lnTo>
                <a:cubicBezTo>
                  <a:pt x="319" y="372"/>
                  <a:pt x="319" y="372"/>
                  <a:pt x="319" y="372"/>
                </a:cubicBezTo>
                <a:cubicBezTo>
                  <a:pt x="239" y="310"/>
                  <a:pt x="239" y="310"/>
                  <a:pt x="239" y="310"/>
                </a:cubicBezTo>
                <a:cubicBezTo>
                  <a:pt x="159" y="372"/>
                  <a:pt x="159" y="372"/>
                  <a:pt x="159" y="372"/>
                </a:cubicBezTo>
                <a:cubicBezTo>
                  <a:pt x="159" y="372"/>
                  <a:pt x="159" y="372"/>
                  <a:pt x="151" y="372"/>
                </a:cubicBezTo>
                <a:lnTo>
                  <a:pt x="151" y="372"/>
                </a:lnTo>
                <a:cubicBezTo>
                  <a:pt x="88" y="337"/>
                  <a:pt x="88" y="337"/>
                  <a:pt x="88" y="337"/>
                </a:cubicBezTo>
                <a:cubicBezTo>
                  <a:pt x="88" y="355"/>
                  <a:pt x="88" y="355"/>
                  <a:pt x="88" y="355"/>
                </a:cubicBezTo>
                <a:cubicBezTo>
                  <a:pt x="239" y="452"/>
                  <a:pt x="239" y="452"/>
                  <a:pt x="239" y="452"/>
                </a:cubicBezTo>
                <a:cubicBezTo>
                  <a:pt x="389" y="355"/>
                  <a:pt x="389" y="355"/>
                  <a:pt x="389" y="355"/>
                </a:cubicBezTo>
                <a:cubicBezTo>
                  <a:pt x="389" y="337"/>
                  <a:pt x="389" y="337"/>
                  <a:pt x="389" y="337"/>
                </a:cubicBezTo>
                <a:cubicBezTo>
                  <a:pt x="327" y="372"/>
                  <a:pt x="327" y="372"/>
                  <a:pt x="327" y="372"/>
                </a:cubicBezTo>
                <a:close/>
                <a:moveTo>
                  <a:pt x="479" y="89"/>
                </a:moveTo>
                <a:lnTo>
                  <a:pt x="479" y="89"/>
                </a:lnTo>
                <a:cubicBezTo>
                  <a:pt x="336" y="0"/>
                  <a:pt x="336" y="0"/>
                  <a:pt x="336" y="0"/>
                </a:cubicBezTo>
                <a:cubicBezTo>
                  <a:pt x="239" y="80"/>
                  <a:pt x="239" y="80"/>
                  <a:pt x="239" y="80"/>
                </a:cubicBezTo>
                <a:cubicBezTo>
                  <a:pt x="380" y="168"/>
                  <a:pt x="380" y="168"/>
                  <a:pt x="380" y="168"/>
                </a:cubicBezTo>
                <a:lnTo>
                  <a:pt x="479" y="89"/>
                </a:lnTo>
                <a:close/>
                <a:moveTo>
                  <a:pt x="239" y="257"/>
                </a:moveTo>
                <a:lnTo>
                  <a:pt x="239" y="257"/>
                </a:lnTo>
                <a:cubicBezTo>
                  <a:pt x="327" y="328"/>
                  <a:pt x="327" y="328"/>
                  <a:pt x="327" y="328"/>
                </a:cubicBezTo>
                <a:cubicBezTo>
                  <a:pt x="470" y="240"/>
                  <a:pt x="470" y="240"/>
                  <a:pt x="470" y="240"/>
                </a:cubicBezTo>
                <a:cubicBezTo>
                  <a:pt x="380" y="168"/>
                  <a:pt x="380" y="168"/>
                  <a:pt x="380" y="168"/>
                </a:cubicBezTo>
                <a:lnTo>
                  <a:pt x="239" y="257"/>
                </a:lnTo>
                <a:close/>
                <a:moveTo>
                  <a:pt x="151" y="328"/>
                </a:moveTo>
                <a:lnTo>
                  <a:pt x="151" y="328"/>
                </a:lnTo>
                <a:cubicBezTo>
                  <a:pt x="239" y="257"/>
                  <a:pt x="239" y="257"/>
                  <a:pt x="239" y="257"/>
                </a:cubicBezTo>
                <a:cubicBezTo>
                  <a:pt x="98" y="168"/>
                  <a:pt x="98" y="168"/>
                  <a:pt x="98" y="168"/>
                </a:cubicBezTo>
                <a:cubicBezTo>
                  <a:pt x="8" y="240"/>
                  <a:pt x="8" y="240"/>
                  <a:pt x="8" y="240"/>
                </a:cubicBezTo>
                <a:lnTo>
                  <a:pt x="151" y="32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1" name="Freeform 51"/>
          <p:cNvSpPr/>
          <p:nvPr/>
        </p:nvSpPr>
        <p:spPr>
          <a:xfrm>
            <a:off x="7704000" y="1620720"/>
            <a:ext cx="216000" cy="276480"/>
          </a:xfrm>
          <a:custGeom>
            <a:avLst/>
            <a:gdLst/>
            <a:ahLst/>
            <a:rect l="l" t="t" r="r" b="b"/>
            <a:pathLst>
              <a:path w="400" h="506">
                <a:moveTo>
                  <a:pt x="160" y="336"/>
                </a:moveTo>
                <a:lnTo>
                  <a:pt x="160" y="336"/>
                </a:lnTo>
                <a:cubicBezTo>
                  <a:pt x="150" y="408"/>
                  <a:pt x="133" y="479"/>
                  <a:pt x="89" y="505"/>
                </a:cubicBezTo>
                <a:cubicBezTo>
                  <a:pt x="71" y="408"/>
                  <a:pt x="106" y="327"/>
                  <a:pt x="124" y="248"/>
                </a:cubicBezTo>
                <a:cubicBezTo>
                  <a:pt x="97" y="195"/>
                  <a:pt x="124" y="97"/>
                  <a:pt x="186" y="124"/>
                </a:cubicBezTo>
                <a:cubicBezTo>
                  <a:pt x="257" y="151"/>
                  <a:pt x="124" y="301"/>
                  <a:pt x="213" y="319"/>
                </a:cubicBezTo>
                <a:cubicBezTo>
                  <a:pt x="310" y="336"/>
                  <a:pt x="355" y="151"/>
                  <a:pt x="293" y="97"/>
                </a:cubicBezTo>
                <a:cubicBezTo>
                  <a:pt x="204" y="8"/>
                  <a:pt x="36" y="89"/>
                  <a:pt x="62" y="213"/>
                </a:cubicBezTo>
                <a:cubicBezTo>
                  <a:pt x="62" y="248"/>
                  <a:pt x="97" y="257"/>
                  <a:pt x="71" y="301"/>
                </a:cubicBezTo>
                <a:cubicBezTo>
                  <a:pt x="18" y="283"/>
                  <a:pt x="0" y="239"/>
                  <a:pt x="0" y="186"/>
                </a:cubicBezTo>
                <a:cubicBezTo>
                  <a:pt x="9" y="89"/>
                  <a:pt x="89" y="26"/>
                  <a:pt x="168" y="17"/>
                </a:cubicBezTo>
                <a:cubicBezTo>
                  <a:pt x="275" y="0"/>
                  <a:pt x="372" y="53"/>
                  <a:pt x="390" y="151"/>
                </a:cubicBezTo>
                <a:cubicBezTo>
                  <a:pt x="399" y="257"/>
                  <a:pt x="337" y="380"/>
                  <a:pt x="231" y="372"/>
                </a:cubicBezTo>
                <a:cubicBezTo>
                  <a:pt x="195" y="372"/>
                  <a:pt x="186" y="354"/>
                  <a:pt x="160" y="33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2" name="Freeform 52"/>
          <p:cNvSpPr/>
          <p:nvPr/>
        </p:nvSpPr>
        <p:spPr>
          <a:xfrm>
            <a:off x="8218440" y="1635120"/>
            <a:ext cx="258840" cy="257040"/>
          </a:xfrm>
          <a:custGeom>
            <a:avLst/>
            <a:gdLst/>
            <a:ahLst/>
            <a:rect l="l" t="t" r="r" b="b"/>
            <a:pathLst>
              <a:path w="479" h="471">
                <a:moveTo>
                  <a:pt x="240" y="0"/>
                </a:moveTo>
                <a:lnTo>
                  <a:pt x="240" y="0"/>
                </a:lnTo>
                <a:cubicBezTo>
                  <a:pt x="106" y="0"/>
                  <a:pt x="0" y="107"/>
                  <a:pt x="0" y="231"/>
                </a:cubicBezTo>
                <a:cubicBezTo>
                  <a:pt x="0" y="363"/>
                  <a:pt x="106" y="470"/>
                  <a:pt x="240" y="470"/>
                </a:cubicBezTo>
                <a:cubicBezTo>
                  <a:pt x="372" y="470"/>
                  <a:pt x="478" y="363"/>
                  <a:pt x="478" y="231"/>
                </a:cubicBezTo>
                <a:cubicBezTo>
                  <a:pt x="478" y="107"/>
                  <a:pt x="372" y="0"/>
                  <a:pt x="240" y="0"/>
                </a:cubicBezTo>
                <a:close/>
                <a:moveTo>
                  <a:pt x="257" y="293"/>
                </a:moveTo>
                <a:lnTo>
                  <a:pt x="257" y="293"/>
                </a:lnTo>
                <a:cubicBezTo>
                  <a:pt x="240" y="293"/>
                  <a:pt x="231" y="284"/>
                  <a:pt x="222" y="275"/>
                </a:cubicBezTo>
                <a:cubicBezTo>
                  <a:pt x="213" y="310"/>
                  <a:pt x="204" y="346"/>
                  <a:pt x="186" y="363"/>
                </a:cubicBezTo>
                <a:cubicBezTo>
                  <a:pt x="178" y="310"/>
                  <a:pt x="195" y="266"/>
                  <a:pt x="204" y="231"/>
                </a:cubicBezTo>
                <a:cubicBezTo>
                  <a:pt x="186" y="204"/>
                  <a:pt x="204" y="151"/>
                  <a:pt x="240" y="169"/>
                </a:cubicBezTo>
                <a:cubicBezTo>
                  <a:pt x="275" y="178"/>
                  <a:pt x="204" y="257"/>
                  <a:pt x="249" y="266"/>
                </a:cubicBezTo>
                <a:cubicBezTo>
                  <a:pt x="302" y="275"/>
                  <a:pt x="319" y="178"/>
                  <a:pt x="284" y="151"/>
                </a:cubicBezTo>
                <a:cubicBezTo>
                  <a:pt x="249" y="107"/>
                  <a:pt x="159" y="151"/>
                  <a:pt x="169" y="213"/>
                </a:cubicBezTo>
                <a:cubicBezTo>
                  <a:pt x="178" y="231"/>
                  <a:pt x="186" y="231"/>
                  <a:pt x="178" y="257"/>
                </a:cubicBezTo>
                <a:cubicBezTo>
                  <a:pt x="151" y="248"/>
                  <a:pt x="142" y="222"/>
                  <a:pt x="142" y="195"/>
                </a:cubicBezTo>
                <a:cubicBezTo>
                  <a:pt x="142" y="151"/>
                  <a:pt x="186" y="116"/>
                  <a:pt x="231" y="107"/>
                </a:cubicBezTo>
                <a:cubicBezTo>
                  <a:pt x="284" y="107"/>
                  <a:pt x="328" y="134"/>
                  <a:pt x="337" y="178"/>
                </a:cubicBezTo>
                <a:cubicBezTo>
                  <a:pt x="346" y="231"/>
                  <a:pt x="310" y="293"/>
                  <a:pt x="257" y="29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3" name="Freeform 53"/>
          <p:cNvSpPr/>
          <p:nvPr/>
        </p:nvSpPr>
        <p:spPr>
          <a:xfrm>
            <a:off x="3917880" y="2716200"/>
            <a:ext cx="250920" cy="246240"/>
          </a:xfrm>
          <a:custGeom>
            <a:avLst/>
            <a:gdLst/>
            <a:ahLst/>
            <a:rect l="l" t="t" r="r" b="b"/>
            <a:pathLst>
              <a:path w="462" h="453">
                <a:moveTo>
                  <a:pt x="195" y="0"/>
                </a:moveTo>
                <a:lnTo>
                  <a:pt x="195" y="0"/>
                </a:lnTo>
                <a:cubicBezTo>
                  <a:pt x="79" y="18"/>
                  <a:pt x="0" y="106"/>
                  <a:pt x="0" y="222"/>
                </a:cubicBezTo>
                <a:cubicBezTo>
                  <a:pt x="0" y="284"/>
                  <a:pt x="26" y="328"/>
                  <a:pt x="53" y="372"/>
                </a:cubicBezTo>
                <a:cubicBezTo>
                  <a:pt x="133" y="337"/>
                  <a:pt x="195" y="248"/>
                  <a:pt x="195" y="142"/>
                </a:cubicBezTo>
                <a:lnTo>
                  <a:pt x="195" y="0"/>
                </a:lnTo>
                <a:close/>
                <a:moveTo>
                  <a:pt x="230" y="284"/>
                </a:moveTo>
                <a:lnTo>
                  <a:pt x="230" y="284"/>
                </a:lnTo>
                <a:cubicBezTo>
                  <a:pt x="212" y="337"/>
                  <a:pt x="177" y="390"/>
                  <a:pt x="124" y="425"/>
                </a:cubicBezTo>
                <a:cubicBezTo>
                  <a:pt x="151" y="443"/>
                  <a:pt x="186" y="452"/>
                  <a:pt x="230" y="452"/>
                </a:cubicBezTo>
                <a:cubicBezTo>
                  <a:pt x="265" y="452"/>
                  <a:pt x="310" y="443"/>
                  <a:pt x="336" y="425"/>
                </a:cubicBezTo>
                <a:cubicBezTo>
                  <a:pt x="283" y="390"/>
                  <a:pt x="248" y="337"/>
                  <a:pt x="230" y="284"/>
                </a:cubicBezTo>
                <a:close/>
                <a:moveTo>
                  <a:pt x="265" y="142"/>
                </a:moveTo>
                <a:lnTo>
                  <a:pt x="265" y="142"/>
                </a:lnTo>
                <a:cubicBezTo>
                  <a:pt x="265" y="248"/>
                  <a:pt x="327" y="328"/>
                  <a:pt x="408" y="372"/>
                </a:cubicBezTo>
                <a:cubicBezTo>
                  <a:pt x="434" y="328"/>
                  <a:pt x="461" y="284"/>
                  <a:pt x="461" y="222"/>
                </a:cubicBezTo>
                <a:cubicBezTo>
                  <a:pt x="461" y="106"/>
                  <a:pt x="372" y="18"/>
                  <a:pt x="265" y="0"/>
                </a:cubicBezTo>
                <a:lnTo>
                  <a:pt x="265" y="14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4" name="Freeform 54"/>
          <p:cNvSpPr/>
          <p:nvPr/>
        </p:nvSpPr>
        <p:spPr>
          <a:xfrm>
            <a:off x="6070680" y="2197080"/>
            <a:ext cx="260280" cy="208080"/>
          </a:xfrm>
          <a:custGeom>
            <a:avLst/>
            <a:gdLst/>
            <a:ahLst/>
            <a:rect l="l" t="t" r="r" b="b"/>
            <a:pathLst>
              <a:path w="480" h="382">
                <a:moveTo>
                  <a:pt x="381" y="168"/>
                </a:moveTo>
                <a:lnTo>
                  <a:pt x="381" y="168"/>
                </a:lnTo>
                <a:cubicBezTo>
                  <a:pt x="443" y="151"/>
                  <a:pt x="479" y="89"/>
                  <a:pt x="453" y="80"/>
                </a:cubicBezTo>
                <a:cubicBezTo>
                  <a:pt x="390" y="80"/>
                  <a:pt x="337" y="53"/>
                  <a:pt x="302" y="27"/>
                </a:cubicBezTo>
                <a:cubicBezTo>
                  <a:pt x="293" y="27"/>
                  <a:pt x="293" y="27"/>
                  <a:pt x="284" y="18"/>
                </a:cubicBezTo>
                <a:cubicBezTo>
                  <a:pt x="284" y="160"/>
                  <a:pt x="284" y="160"/>
                  <a:pt x="284" y="160"/>
                </a:cubicBezTo>
                <a:cubicBezTo>
                  <a:pt x="284" y="213"/>
                  <a:pt x="257" y="248"/>
                  <a:pt x="222" y="266"/>
                </a:cubicBezTo>
                <a:cubicBezTo>
                  <a:pt x="178" y="283"/>
                  <a:pt x="124" y="275"/>
                  <a:pt x="106" y="230"/>
                </a:cubicBezTo>
                <a:cubicBezTo>
                  <a:pt x="90" y="195"/>
                  <a:pt x="115" y="142"/>
                  <a:pt x="160" y="115"/>
                </a:cubicBezTo>
                <a:cubicBezTo>
                  <a:pt x="187" y="106"/>
                  <a:pt x="213" y="106"/>
                  <a:pt x="240" y="115"/>
                </a:cubicBezTo>
                <a:cubicBezTo>
                  <a:pt x="240" y="0"/>
                  <a:pt x="240" y="0"/>
                  <a:pt x="240" y="0"/>
                </a:cubicBezTo>
                <a:cubicBezTo>
                  <a:pt x="222" y="0"/>
                  <a:pt x="213" y="0"/>
                  <a:pt x="196" y="0"/>
                </a:cubicBezTo>
                <a:cubicBezTo>
                  <a:pt x="90" y="0"/>
                  <a:pt x="0" y="80"/>
                  <a:pt x="0" y="186"/>
                </a:cubicBezTo>
                <a:cubicBezTo>
                  <a:pt x="0" y="293"/>
                  <a:pt x="90" y="381"/>
                  <a:pt x="196" y="381"/>
                </a:cubicBezTo>
                <a:cubicBezTo>
                  <a:pt x="302" y="381"/>
                  <a:pt x="381" y="293"/>
                  <a:pt x="381" y="186"/>
                </a:cubicBezTo>
                <a:cubicBezTo>
                  <a:pt x="381" y="177"/>
                  <a:pt x="381" y="168"/>
                  <a:pt x="381" y="16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5" name="Freeform 55"/>
          <p:cNvSpPr/>
          <p:nvPr/>
        </p:nvSpPr>
        <p:spPr>
          <a:xfrm>
            <a:off x="6602400" y="2173320"/>
            <a:ext cx="262080" cy="255600"/>
          </a:xfrm>
          <a:custGeom>
            <a:avLst/>
            <a:gdLst/>
            <a:ahLst/>
            <a:rect l="l" t="t" r="r" b="b"/>
            <a:pathLst>
              <a:path w="480" h="471">
                <a:moveTo>
                  <a:pt x="239" y="0"/>
                </a:moveTo>
                <a:lnTo>
                  <a:pt x="239" y="0"/>
                </a:lnTo>
                <a:cubicBezTo>
                  <a:pt x="107" y="0"/>
                  <a:pt x="0" y="107"/>
                  <a:pt x="0" y="231"/>
                </a:cubicBezTo>
                <a:cubicBezTo>
                  <a:pt x="0" y="364"/>
                  <a:pt x="107" y="470"/>
                  <a:pt x="239" y="470"/>
                </a:cubicBezTo>
                <a:cubicBezTo>
                  <a:pt x="372" y="470"/>
                  <a:pt x="479" y="364"/>
                  <a:pt x="479" y="231"/>
                </a:cubicBezTo>
                <a:cubicBezTo>
                  <a:pt x="479" y="107"/>
                  <a:pt x="372" y="0"/>
                  <a:pt x="239" y="0"/>
                </a:cubicBezTo>
                <a:close/>
                <a:moveTo>
                  <a:pt x="328" y="222"/>
                </a:moveTo>
                <a:lnTo>
                  <a:pt x="328" y="222"/>
                </a:lnTo>
                <a:lnTo>
                  <a:pt x="328" y="231"/>
                </a:lnTo>
                <a:cubicBezTo>
                  <a:pt x="328" y="293"/>
                  <a:pt x="283" y="328"/>
                  <a:pt x="230" y="328"/>
                </a:cubicBezTo>
                <a:cubicBezTo>
                  <a:pt x="177" y="328"/>
                  <a:pt x="133" y="293"/>
                  <a:pt x="133" y="231"/>
                </a:cubicBezTo>
                <a:cubicBezTo>
                  <a:pt x="133" y="178"/>
                  <a:pt x="177" y="134"/>
                  <a:pt x="230" y="134"/>
                </a:cubicBezTo>
                <a:cubicBezTo>
                  <a:pt x="239" y="134"/>
                  <a:pt x="248" y="134"/>
                  <a:pt x="248" y="143"/>
                </a:cubicBezTo>
                <a:cubicBezTo>
                  <a:pt x="248" y="196"/>
                  <a:pt x="248" y="196"/>
                  <a:pt x="248" y="196"/>
                </a:cubicBezTo>
                <a:cubicBezTo>
                  <a:pt x="239" y="187"/>
                  <a:pt x="222" y="196"/>
                  <a:pt x="213" y="196"/>
                </a:cubicBezTo>
                <a:cubicBezTo>
                  <a:pt x="186" y="213"/>
                  <a:pt x="177" y="231"/>
                  <a:pt x="186" y="258"/>
                </a:cubicBezTo>
                <a:cubicBezTo>
                  <a:pt x="195" y="275"/>
                  <a:pt x="222" y="284"/>
                  <a:pt x="248" y="275"/>
                </a:cubicBezTo>
                <a:cubicBezTo>
                  <a:pt x="257" y="267"/>
                  <a:pt x="275" y="249"/>
                  <a:pt x="275" y="222"/>
                </a:cubicBezTo>
                <a:cubicBezTo>
                  <a:pt x="275" y="151"/>
                  <a:pt x="275" y="151"/>
                  <a:pt x="275" y="151"/>
                </a:cubicBezTo>
                <a:lnTo>
                  <a:pt x="283" y="151"/>
                </a:lnTo>
                <a:cubicBezTo>
                  <a:pt x="301" y="160"/>
                  <a:pt x="328" y="178"/>
                  <a:pt x="354" y="178"/>
                </a:cubicBezTo>
                <a:cubicBezTo>
                  <a:pt x="372" y="178"/>
                  <a:pt x="354" y="213"/>
                  <a:pt x="328" y="22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6" name="Freeform 56"/>
          <p:cNvSpPr/>
          <p:nvPr/>
        </p:nvSpPr>
        <p:spPr>
          <a:xfrm>
            <a:off x="1790640" y="2716200"/>
            <a:ext cx="222480" cy="246240"/>
          </a:xfrm>
          <a:custGeom>
            <a:avLst/>
            <a:gdLst/>
            <a:ahLst/>
            <a:rect l="l" t="t" r="r" b="b"/>
            <a:pathLst>
              <a:path w="409" h="453">
                <a:moveTo>
                  <a:pt x="364" y="80"/>
                </a:moveTo>
                <a:lnTo>
                  <a:pt x="364" y="80"/>
                </a:lnTo>
                <a:cubicBezTo>
                  <a:pt x="364" y="53"/>
                  <a:pt x="329" y="53"/>
                  <a:pt x="329" y="53"/>
                </a:cubicBezTo>
                <a:cubicBezTo>
                  <a:pt x="222" y="45"/>
                  <a:pt x="222" y="45"/>
                  <a:pt x="222" y="45"/>
                </a:cubicBezTo>
                <a:cubicBezTo>
                  <a:pt x="222" y="45"/>
                  <a:pt x="222" y="18"/>
                  <a:pt x="204" y="9"/>
                </a:cubicBezTo>
                <a:cubicBezTo>
                  <a:pt x="177" y="0"/>
                  <a:pt x="160" y="0"/>
                  <a:pt x="142" y="0"/>
                </a:cubicBezTo>
                <a:cubicBezTo>
                  <a:pt x="124" y="0"/>
                  <a:pt x="124" y="27"/>
                  <a:pt x="124" y="45"/>
                </a:cubicBezTo>
                <a:cubicBezTo>
                  <a:pt x="124" y="62"/>
                  <a:pt x="124" y="89"/>
                  <a:pt x="124" y="98"/>
                </a:cubicBezTo>
                <a:cubicBezTo>
                  <a:pt x="124" y="124"/>
                  <a:pt x="116" y="133"/>
                  <a:pt x="80" y="133"/>
                </a:cubicBezTo>
                <a:cubicBezTo>
                  <a:pt x="27" y="133"/>
                  <a:pt x="27" y="133"/>
                  <a:pt x="27" y="133"/>
                </a:cubicBezTo>
                <a:cubicBezTo>
                  <a:pt x="10" y="133"/>
                  <a:pt x="0" y="133"/>
                  <a:pt x="0" y="151"/>
                </a:cubicBezTo>
                <a:cubicBezTo>
                  <a:pt x="0" y="159"/>
                  <a:pt x="18" y="275"/>
                  <a:pt x="45" y="302"/>
                </a:cubicBezTo>
                <a:cubicBezTo>
                  <a:pt x="63" y="310"/>
                  <a:pt x="151" y="319"/>
                  <a:pt x="169" y="319"/>
                </a:cubicBezTo>
                <a:cubicBezTo>
                  <a:pt x="186" y="319"/>
                  <a:pt x="177" y="266"/>
                  <a:pt x="186" y="266"/>
                </a:cubicBezTo>
                <a:cubicBezTo>
                  <a:pt x="195" y="266"/>
                  <a:pt x="195" y="302"/>
                  <a:pt x="231" y="310"/>
                </a:cubicBezTo>
                <a:cubicBezTo>
                  <a:pt x="257" y="310"/>
                  <a:pt x="302" y="310"/>
                  <a:pt x="302" y="337"/>
                </a:cubicBezTo>
                <a:cubicBezTo>
                  <a:pt x="302" y="363"/>
                  <a:pt x="310" y="399"/>
                  <a:pt x="293" y="399"/>
                </a:cubicBezTo>
                <a:cubicBezTo>
                  <a:pt x="248" y="408"/>
                  <a:pt x="248" y="408"/>
                  <a:pt x="248" y="408"/>
                </a:cubicBezTo>
                <a:cubicBezTo>
                  <a:pt x="213" y="399"/>
                  <a:pt x="222" y="372"/>
                  <a:pt x="239" y="372"/>
                </a:cubicBezTo>
                <a:cubicBezTo>
                  <a:pt x="248" y="372"/>
                  <a:pt x="257" y="372"/>
                  <a:pt x="257" y="372"/>
                </a:cubicBezTo>
                <a:cubicBezTo>
                  <a:pt x="257" y="337"/>
                  <a:pt x="257" y="337"/>
                  <a:pt x="257" y="337"/>
                </a:cubicBezTo>
                <a:cubicBezTo>
                  <a:pt x="257" y="337"/>
                  <a:pt x="195" y="328"/>
                  <a:pt x="186" y="372"/>
                </a:cubicBezTo>
                <a:cubicBezTo>
                  <a:pt x="186" y="417"/>
                  <a:pt x="195" y="434"/>
                  <a:pt x="195" y="434"/>
                </a:cubicBezTo>
                <a:cubicBezTo>
                  <a:pt x="204" y="443"/>
                  <a:pt x="213" y="452"/>
                  <a:pt x="293" y="452"/>
                </a:cubicBezTo>
                <a:cubicBezTo>
                  <a:pt x="408" y="452"/>
                  <a:pt x="364" y="115"/>
                  <a:pt x="364" y="80"/>
                </a:cubicBezTo>
                <a:close/>
                <a:moveTo>
                  <a:pt x="319" y="231"/>
                </a:moveTo>
                <a:lnTo>
                  <a:pt x="319" y="231"/>
                </a:lnTo>
                <a:cubicBezTo>
                  <a:pt x="319" y="240"/>
                  <a:pt x="302" y="222"/>
                  <a:pt x="284" y="222"/>
                </a:cubicBezTo>
                <a:cubicBezTo>
                  <a:pt x="266" y="222"/>
                  <a:pt x="248" y="231"/>
                  <a:pt x="248" y="231"/>
                </a:cubicBezTo>
                <a:cubicBezTo>
                  <a:pt x="239" y="222"/>
                  <a:pt x="248" y="177"/>
                  <a:pt x="284" y="177"/>
                </a:cubicBezTo>
                <a:cubicBezTo>
                  <a:pt x="310" y="177"/>
                  <a:pt x="329" y="231"/>
                  <a:pt x="319" y="23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7" name="Freeform 57"/>
          <p:cNvSpPr/>
          <p:nvPr/>
        </p:nvSpPr>
        <p:spPr>
          <a:xfrm>
            <a:off x="1790640" y="2720880"/>
            <a:ext cx="42840" cy="42840"/>
          </a:xfrm>
          <a:custGeom>
            <a:avLst/>
            <a:gdLst/>
            <a:ahLst/>
            <a:rect l="l" t="t" r="r" b="b"/>
            <a:pathLst>
              <a:path w="81" h="81">
                <a:moveTo>
                  <a:pt x="80" y="71"/>
                </a:moveTo>
                <a:lnTo>
                  <a:pt x="80" y="71"/>
                </a:lnTo>
                <a:cubicBezTo>
                  <a:pt x="80" y="62"/>
                  <a:pt x="80" y="0"/>
                  <a:pt x="80" y="0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80"/>
                  <a:pt x="54" y="80"/>
                  <a:pt x="71" y="80"/>
                </a:cubicBezTo>
                <a:cubicBezTo>
                  <a:pt x="80" y="80"/>
                  <a:pt x="80" y="80"/>
                  <a:pt x="80" y="7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8" name="Freeform 58"/>
          <p:cNvSpPr/>
          <p:nvPr/>
        </p:nvSpPr>
        <p:spPr>
          <a:xfrm>
            <a:off x="3375000" y="1635120"/>
            <a:ext cx="260280" cy="257040"/>
          </a:xfrm>
          <a:custGeom>
            <a:avLst/>
            <a:gdLst/>
            <a:ahLst/>
            <a:rect l="l" t="t" r="r" b="b"/>
            <a:pathLst>
              <a:path w="480" h="471">
                <a:moveTo>
                  <a:pt x="240" y="0"/>
                </a:moveTo>
                <a:lnTo>
                  <a:pt x="240" y="0"/>
                </a:lnTo>
                <a:cubicBezTo>
                  <a:pt x="107" y="0"/>
                  <a:pt x="0" y="107"/>
                  <a:pt x="0" y="231"/>
                </a:cubicBezTo>
                <a:cubicBezTo>
                  <a:pt x="0" y="363"/>
                  <a:pt x="107" y="470"/>
                  <a:pt x="240" y="470"/>
                </a:cubicBezTo>
                <a:cubicBezTo>
                  <a:pt x="372" y="470"/>
                  <a:pt x="479" y="363"/>
                  <a:pt x="479" y="231"/>
                </a:cubicBezTo>
                <a:cubicBezTo>
                  <a:pt x="479" y="107"/>
                  <a:pt x="372" y="0"/>
                  <a:pt x="240" y="0"/>
                </a:cubicBezTo>
                <a:close/>
                <a:moveTo>
                  <a:pt x="346" y="187"/>
                </a:moveTo>
                <a:lnTo>
                  <a:pt x="346" y="187"/>
                </a:lnTo>
                <a:cubicBezTo>
                  <a:pt x="337" y="257"/>
                  <a:pt x="266" y="319"/>
                  <a:pt x="249" y="338"/>
                </a:cubicBezTo>
                <a:cubicBezTo>
                  <a:pt x="222" y="346"/>
                  <a:pt x="205" y="328"/>
                  <a:pt x="195" y="319"/>
                </a:cubicBezTo>
                <a:cubicBezTo>
                  <a:pt x="187" y="301"/>
                  <a:pt x="169" y="204"/>
                  <a:pt x="160" y="195"/>
                </a:cubicBezTo>
                <a:cubicBezTo>
                  <a:pt x="151" y="195"/>
                  <a:pt x="134" y="204"/>
                  <a:pt x="134" y="204"/>
                </a:cubicBezTo>
                <a:cubicBezTo>
                  <a:pt x="124" y="195"/>
                  <a:pt x="124" y="195"/>
                  <a:pt x="124" y="195"/>
                </a:cubicBezTo>
                <a:cubicBezTo>
                  <a:pt x="124" y="195"/>
                  <a:pt x="160" y="151"/>
                  <a:pt x="195" y="142"/>
                </a:cubicBezTo>
                <a:cubicBezTo>
                  <a:pt x="222" y="134"/>
                  <a:pt x="222" y="187"/>
                  <a:pt x="231" y="222"/>
                </a:cubicBezTo>
                <a:cubicBezTo>
                  <a:pt x="240" y="248"/>
                  <a:pt x="240" y="266"/>
                  <a:pt x="249" y="266"/>
                </a:cubicBezTo>
                <a:cubicBezTo>
                  <a:pt x="258" y="266"/>
                  <a:pt x="266" y="248"/>
                  <a:pt x="284" y="222"/>
                </a:cubicBezTo>
                <a:cubicBezTo>
                  <a:pt x="293" y="204"/>
                  <a:pt x="275" y="178"/>
                  <a:pt x="258" y="195"/>
                </a:cubicBezTo>
                <a:cubicBezTo>
                  <a:pt x="266" y="134"/>
                  <a:pt x="364" y="116"/>
                  <a:pt x="346" y="18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9" name="Freeform 59"/>
          <p:cNvSpPr/>
          <p:nvPr/>
        </p:nvSpPr>
        <p:spPr>
          <a:xfrm>
            <a:off x="2298600" y="1635120"/>
            <a:ext cx="262080" cy="257040"/>
          </a:xfrm>
          <a:custGeom>
            <a:avLst/>
            <a:gdLst/>
            <a:ahLst/>
            <a:rect l="l" t="t" r="r" b="b"/>
            <a:pathLst>
              <a:path w="479" h="471">
                <a:moveTo>
                  <a:pt x="239" y="0"/>
                </a:moveTo>
                <a:lnTo>
                  <a:pt x="239" y="0"/>
                </a:lnTo>
                <a:cubicBezTo>
                  <a:pt x="106" y="0"/>
                  <a:pt x="0" y="107"/>
                  <a:pt x="0" y="231"/>
                </a:cubicBezTo>
                <a:cubicBezTo>
                  <a:pt x="0" y="363"/>
                  <a:pt x="106" y="470"/>
                  <a:pt x="239" y="470"/>
                </a:cubicBezTo>
                <a:cubicBezTo>
                  <a:pt x="372" y="470"/>
                  <a:pt x="478" y="363"/>
                  <a:pt x="478" y="231"/>
                </a:cubicBezTo>
                <a:cubicBezTo>
                  <a:pt x="478" y="107"/>
                  <a:pt x="372" y="0"/>
                  <a:pt x="239" y="0"/>
                </a:cubicBezTo>
                <a:close/>
                <a:moveTo>
                  <a:pt x="177" y="284"/>
                </a:moveTo>
                <a:lnTo>
                  <a:pt x="177" y="284"/>
                </a:lnTo>
                <a:cubicBezTo>
                  <a:pt x="150" y="284"/>
                  <a:pt x="124" y="266"/>
                  <a:pt x="124" y="231"/>
                </a:cubicBezTo>
                <a:cubicBezTo>
                  <a:pt x="124" y="204"/>
                  <a:pt x="150" y="187"/>
                  <a:pt x="177" y="187"/>
                </a:cubicBezTo>
                <a:cubicBezTo>
                  <a:pt x="203" y="187"/>
                  <a:pt x="221" y="204"/>
                  <a:pt x="221" y="231"/>
                </a:cubicBezTo>
                <a:cubicBezTo>
                  <a:pt x="221" y="266"/>
                  <a:pt x="203" y="284"/>
                  <a:pt x="177" y="284"/>
                </a:cubicBezTo>
                <a:close/>
                <a:moveTo>
                  <a:pt x="300" y="284"/>
                </a:moveTo>
                <a:lnTo>
                  <a:pt x="300" y="284"/>
                </a:lnTo>
                <a:cubicBezTo>
                  <a:pt x="275" y="284"/>
                  <a:pt x="256" y="266"/>
                  <a:pt x="256" y="231"/>
                </a:cubicBezTo>
                <a:cubicBezTo>
                  <a:pt x="256" y="204"/>
                  <a:pt x="275" y="187"/>
                  <a:pt x="300" y="187"/>
                </a:cubicBezTo>
                <a:cubicBezTo>
                  <a:pt x="328" y="187"/>
                  <a:pt x="354" y="204"/>
                  <a:pt x="354" y="231"/>
                </a:cubicBezTo>
                <a:cubicBezTo>
                  <a:pt x="354" y="266"/>
                  <a:pt x="328" y="284"/>
                  <a:pt x="300" y="28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0" name="Freeform 60"/>
          <p:cNvSpPr/>
          <p:nvPr/>
        </p:nvSpPr>
        <p:spPr>
          <a:xfrm>
            <a:off x="2322360" y="2730600"/>
            <a:ext cx="214560" cy="214200"/>
          </a:xfrm>
          <a:custGeom>
            <a:avLst/>
            <a:gdLst/>
            <a:ahLst/>
            <a:rect l="l" t="t" r="r" b="b"/>
            <a:pathLst>
              <a:path w="391" h="399">
                <a:moveTo>
                  <a:pt x="89" y="160"/>
                </a:moveTo>
                <a:lnTo>
                  <a:pt x="89" y="160"/>
                </a:lnTo>
                <a:cubicBezTo>
                  <a:pt x="89" y="124"/>
                  <a:pt x="97" y="97"/>
                  <a:pt x="133" y="88"/>
                </a:cubicBezTo>
                <a:cubicBezTo>
                  <a:pt x="142" y="88"/>
                  <a:pt x="168" y="88"/>
                  <a:pt x="186" y="88"/>
                </a:cubicBezTo>
                <a:cubicBezTo>
                  <a:pt x="186" y="150"/>
                  <a:pt x="186" y="150"/>
                  <a:pt x="186" y="150"/>
                </a:cubicBezTo>
                <a:lnTo>
                  <a:pt x="186" y="150"/>
                </a:lnTo>
                <a:cubicBezTo>
                  <a:pt x="186" y="160"/>
                  <a:pt x="195" y="160"/>
                  <a:pt x="195" y="160"/>
                </a:cubicBezTo>
                <a:cubicBezTo>
                  <a:pt x="195" y="160"/>
                  <a:pt x="195" y="160"/>
                  <a:pt x="195" y="150"/>
                </a:cubicBezTo>
                <a:cubicBezTo>
                  <a:pt x="354" y="0"/>
                  <a:pt x="354" y="0"/>
                  <a:pt x="354" y="0"/>
                </a:cubicBezTo>
                <a:cubicBezTo>
                  <a:pt x="248" y="0"/>
                  <a:pt x="248" y="0"/>
                  <a:pt x="248" y="0"/>
                </a:cubicBezTo>
                <a:cubicBezTo>
                  <a:pt x="133" y="0"/>
                  <a:pt x="133" y="0"/>
                  <a:pt x="133" y="0"/>
                </a:cubicBezTo>
                <a:cubicBezTo>
                  <a:pt x="44" y="0"/>
                  <a:pt x="0" y="53"/>
                  <a:pt x="0" y="150"/>
                </a:cubicBezTo>
                <a:cubicBezTo>
                  <a:pt x="0" y="354"/>
                  <a:pt x="0" y="354"/>
                  <a:pt x="0" y="354"/>
                </a:cubicBezTo>
                <a:cubicBezTo>
                  <a:pt x="89" y="266"/>
                  <a:pt x="89" y="266"/>
                  <a:pt x="89" y="266"/>
                </a:cubicBezTo>
                <a:lnTo>
                  <a:pt x="89" y="160"/>
                </a:lnTo>
                <a:close/>
                <a:moveTo>
                  <a:pt x="301" y="132"/>
                </a:moveTo>
                <a:lnTo>
                  <a:pt x="301" y="132"/>
                </a:lnTo>
                <a:cubicBezTo>
                  <a:pt x="301" y="239"/>
                  <a:pt x="301" y="239"/>
                  <a:pt x="301" y="239"/>
                </a:cubicBezTo>
                <a:cubicBezTo>
                  <a:pt x="301" y="275"/>
                  <a:pt x="293" y="301"/>
                  <a:pt x="256" y="310"/>
                </a:cubicBezTo>
                <a:cubicBezTo>
                  <a:pt x="248" y="310"/>
                  <a:pt x="221" y="310"/>
                  <a:pt x="203" y="310"/>
                </a:cubicBezTo>
                <a:cubicBezTo>
                  <a:pt x="203" y="248"/>
                  <a:pt x="203" y="248"/>
                  <a:pt x="203" y="248"/>
                </a:cubicBezTo>
                <a:lnTo>
                  <a:pt x="203" y="248"/>
                </a:lnTo>
                <a:cubicBezTo>
                  <a:pt x="203" y="239"/>
                  <a:pt x="195" y="239"/>
                  <a:pt x="195" y="239"/>
                </a:cubicBezTo>
                <a:lnTo>
                  <a:pt x="195" y="239"/>
                </a:lnTo>
                <a:cubicBezTo>
                  <a:pt x="35" y="398"/>
                  <a:pt x="35" y="398"/>
                  <a:pt x="35" y="398"/>
                </a:cubicBezTo>
                <a:cubicBezTo>
                  <a:pt x="142" y="398"/>
                  <a:pt x="142" y="398"/>
                  <a:pt x="142" y="398"/>
                </a:cubicBezTo>
                <a:cubicBezTo>
                  <a:pt x="256" y="398"/>
                  <a:pt x="256" y="398"/>
                  <a:pt x="256" y="398"/>
                </a:cubicBezTo>
                <a:cubicBezTo>
                  <a:pt x="346" y="398"/>
                  <a:pt x="390" y="345"/>
                  <a:pt x="390" y="248"/>
                </a:cubicBezTo>
                <a:cubicBezTo>
                  <a:pt x="390" y="44"/>
                  <a:pt x="390" y="44"/>
                  <a:pt x="390" y="44"/>
                </a:cubicBezTo>
                <a:lnTo>
                  <a:pt x="301" y="13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1" name="Freeform 61"/>
          <p:cNvSpPr/>
          <p:nvPr/>
        </p:nvSpPr>
        <p:spPr>
          <a:xfrm>
            <a:off x="8209080" y="2173320"/>
            <a:ext cx="266760" cy="270000"/>
          </a:xfrm>
          <a:custGeom>
            <a:avLst/>
            <a:gdLst/>
            <a:ahLst/>
            <a:rect l="l" t="t" r="r" b="b"/>
            <a:pathLst>
              <a:path w="496" h="498">
                <a:moveTo>
                  <a:pt x="433" y="311"/>
                </a:moveTo>
                <a:lnTo>
                  <a:pt x="433" y="311"/>
                </a:lnTo>
                <a:cubicBezTo>
                  <a:pt x="416" y="293"/>
                  <a:pt x="389" y="293"/>
                  <a:pt x="372" y="320"/>
                </a:cubicBezTo>
                <a:cubicBezTo>
                  <a:pt x="363" y="338"/>
                  <a:pt x="266" y="453"/>
                  <a:pt x="106" y="409"/>
                </a:cubicBezTo>
                <a:cubicBezTo>
                  <a:pt x="115" y="409"/>
                  <a:pt x="123" y="417"/>
                  <a:pt x="123" y="417"/>
                </a:cubicBezTo>
                <a:cubicBezTo>
                  <a:pt x="230" y="497"/>
                  <a:pt x="372" y="470"/>
                  <a:pt x="442" y="364"/>
                </a:cubicBezTo>
                <a:cubicBezTo>
                  <a:pt x="460" y="347"/>
                  <a:pt x="451" y="320"/>
                  <a:pt x="433" y="311"/>
                </a:cubicBezTo>
                <a:close/>
                <a:moveTo>
                  <a:pt x="132" y="293"/>
                </a:moveTo>
                <a:lnTo>
                  <a:pt x="132" y="293"/>
                </a:lnTo>
                <a:cubicBezTo>
                  <a:pt x="115" y="275"/>
                  <a:pt x="62" y="134"/>
                  <a:pt x="186" y="19"/>
                </a:cubicBezTo>
                <a:cubicBezTo>
                  <a:pt x="176" y="19"/>
                  <a:pt x="168" y="28"/>
                  <a:pt x="159" y="28"/>
                </a:cubicBezTo>
                <a:cubicBezTo>
                  <a:pt x="44" y="81"/>
                  <a:pt x="0" y="213"/>
                  <a:pt x="53" y="328"/>
                </a:cubicBezTo>
                <a:cubicBezTo>
                  <a:pt x="62" y="356"/>
                  <a:pt x="88" y="356"/>
                  <a:pt x="106" y="347"/>
                </a:cubicBezTo>
                <a:cubicBezTo>
                  <a:pt x="123" y="338"/>
                  <a:pt x="141" y="320"/>
                  <a:pt x="132" y="293"/>
                </a:cubicBezTo>
                <a:close/>
                <a:moveTo>
                  <a:pt x="274" y="9"/>
                </a:moveTo>
                <a:lnTo>
                  <a:pt x="274" y="9"/>
                </a:lnTo>
                <a:cubicBezTo>
                  <a:pt x="257" y="0"/>
                  <a:pt x="239" y="19"/>
                  <a:pt x="239" y="45"/>
                </a:cubicBezTo>
                <a:cubicBezTo>
                  <a:pt x="230" y="72"/>
                  <a:pt x="248" y="90"/>
                  <a:pt x="274" y="90"/>
                </a:cubicBezTo>
                <a:cubicBezTo>
                  <a:pt x="292" y="98"/>
                  <a:pt x="442" y="116"/>
                  <a:pt x="478" y="275"/>
                </a:cubicBezTo>
                <a:cubicBezTo>
                  <a:pt x="487" y="267"/>
                  <a:pt x="487" y="267"/>
                  <a:pt x="487" y="258"/>
                </a:cubicBezTo>
                <a:cubicBezTo>
                  <a:pt x="495" y="134"/>
                  <a:pt x="407" y="19"/>
                  <a:pt x="274" y="9"/>
                </a:cubicBezTo>
                <a:close/>
                <a:moveTo>
                  <a:pt x="176" y="249"/>
                </a:moveTo>
                <a:lnTo>
                  <a:pt x="176" y="249"/>
                </a:lnTo>
                <a:cubicBezTo>
                  <a:pt x="176" y="267"/>
                  <a:pt x="176" y="275"/>
                  <a:pt x="176" y="284"/>
                </a:cubicBezTo>
                <a:cubicBezTo>
                  <a:pt x="186" y="284"/>
                  <a:pt x="186" y="275"/>
                  <a:pt x="195" y="267"/>
                </a:cubicBezTo>
                <a:cubicBezTo>
                  <a:pt x="195" y="275"/>
                  <a:pt x="203" y="284"/>
                  <a:pt x="203" y="293"/>
                </a:cubicBezTo>
                <a:lnTo>
                  <a:pt x="195" y="303"/>
                </a:lnTo>
                <a:cubicBezTo>
                  <a:pt x="195" y="311"/>
                  <a:pt x="212" y="320"/>
                  <a:pt x="221" y="320"/>
                </a:cubicBezTo>
                <a:cubicBezTo>
                  <a:pt x="239" y="320"/>
                  <a:pt x="257" y="320"/>
                  <a:pt x="257" y="311"/>
                </a:cubicBezTo>
                <a:lnTo>
                  <a:pt x="257" y="311"/>
                </a:lnTo>
                <a:cubicBezTo>
                  <a:pt x="266" y="320"/>
                  <a:pt x="274" y="320"/>
                  <a:pt x="292" y="320"/>
                </a:cubicBezTo>
                <a:cubicBezTo>
                  <a:pt x="310" y="320"/>
                  <a:pt x="319" y="311"/>
                  <a:pt x="319" y="303"/>
                </a:cubicBezTo>
                <a:cubicBezTo>
                  <a:pt x="319" y="303"/>
                  <a:pt x="319" y="293"/>
                  <a:pt x="310" y="293"/>
                </a:cubicBezTo>
                <a:cubicBezTo>
                  <a:pt x="319" y="284"/>
                  <a:pt x="319" y="275"/>
                  <a:pt x="319" y="267"/>
                </a:cubicBezTo>
                <a:cubicBezTo>
                  <a:pt x="327" y="275"/>
                  <a:pt x="336" y="284"/>
                  <a:pt x="336" y="284"/>
                </a:cubicBezTo>
                <a:cubicBezTo>
                  <a:pt x="345" y="275"/>
                  <a:pt x="345" y="267"/>
                  <a:pt x="336" y="249"/>
                </a:cubicBezTo>
                <a:cubicBezTo>
                  <a:pt x="327" y="240"/>
                  <a:pt x="319" y="231"/>
                  <a:pt x="319" y="222"/>
                </a:cubicBezTo>
                <a:lnTo>
                  <a:pt x="319" y="222"/>
                </a:lnTo>
                <a:cubicBezTo>
                  <a:pt x="319" y="222"/>
                  <a:pt x="319" y="213"/>
                  <a:pt x="310" y="213"/>
                </a:cubicBezTo>
                <a:lnTo>
                  <a:pt x="310" y="213"/>
                </a:lnTo>
                <a:cubicBezTo>
                  <a:pt x="310" y="205"/>
                  <a:pt x="310" y="205"/>
                  <a:pt x="310" y="205"/>
                </a:cubicBezTo>
                <a:cubicBezTo>
                  <a:pt x="310" y="169"/>
                  <a:pt x="292" y="151"/>
                  <a:pt x="257" y="151"/>
                </a:cubicBezTo>
                <a:cubicBezTo>
                  <a:pt x="221" y="151"/>
                  <a:pt x="203" y="169"/>
                  <a:pt x="203" y="205"/>
                </a:cubicBezTo>
                <a:cubicBezTo>
                  <a:pt x="203" y="205"/>
                  <a:pt x="203" y="205"/>
                  <a:pt x="203" y="213"/>
                </a:cubicBezTo>
                <a:lnTo>
                  <a:pt x="203" y="213"/>
                </a:lnTo>
                <a:lnTo>
                  <a:pt x="195" y="222"/>
                </a:lnTo>
                <a:lnTo>
                  <a:pt x="195" y="222"/>
                </a:lnTo>
                <a:cubicBezTo>
                  <a:pt x="195" y="231"/>
                  <a:pt x="186" y="240"/>
                  <a:pt x="176" y="24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2" name="Freeform 62"/>
          <p:cNvSpPr/>
          <p:nvPr/>
        </p:nvSpPr>
        <p:spPr>
          <a:xfrm>
            <a:off x="6593040" y="2701800"/>
            <a:ext cx="280800" cy="265320"/>
          </a:xfrm>
          <a:custGeom>
            <a:avLst/>
            <a:gdLst/>
            <a:ahLst/>
            <a:rect l="l" t="t" r="r" b="b"/>
            <a:pathLst>
              <a:path w="515" h="488">
                <a:moveTo>
                  <a:pt x="248" y="434"/>
                </a:moveTo>
                <a:lnTo>
                  <a:pt x="248" y="434"/>
                </a:lnTo>
                <a:cubicBezTo>
                  <a:pt x="266" y="434"/>
                  <a:pt x="266" y="434"/>
                  <a:pt x="266" y="434"/>
                </a:cubicBezTo>
                <a:cubicBezTo>
                  <a:pt x="266" y="487"/>
                  <a:pt x="266" y="487"/>
                  <a:pt x="266" y="487"/>
                </a:cubicBezTo>
                <a:cubicBezTo>
                  <a:pt x="435" y="469"/>
                  <a:pt x="514" y="310"/>
                  <a:pt x="505" y="194"/>
                </a:cubicBezTo>
                <a:cubicBezTo>
                  <a:pt x="488" y="79"/>
                  <a:pt x="372" y="0"/>
                  <a:pt x="231" y="17"/>
                </a:cubicBezTo>
                <a:cubicBezTo>
                  <a:pt x="97" y="35"/>
                  <a:pt x="0" y="141"/>
                  <a:pt x="9" y="257"/>
                </a:cubicBezTo>
                <a:cubicBezTo>
                  <a:pt x="27" y="354"/>
                  <a:pt x="125" y="434"/>
                  <a:pt x="248" y="434"/>
                </a:cubicBezTo>
                <a:close/>
                <a:moveTo>
                  <a:pt x="399" y="319"/>
                </a:moveTo>
                <a:lnTo>
                  <a:pt x="399" y="319"/>
                </a:lnTo>
                <a:cubicBezTo>
                  <a:pt x="354" y="319"/>
                  <a:pt x="354" y="319"/>
                  <a:pt x="354" y="319"/>
                </a:cubicBezTo>
                <a:cubicBezTo>
                  <a:pt x="354" y="203"/>
                  <a:pt x="354" y="203"/>
                  <a:pt x="354" y="203"/>
                </a:cubicBezTo>
                <a:cubicBezTo>
                  <a:pt x="354" y="194"/>
                  <a:pt x="354" y="185"/>
                  <a:pt x="354" y="185"/>
                </a:cubicBezTo>
                <a:lnTo>
                  <a:pt x="346" y="177"/>
                </a:lnTo>
                <a:cubicBezTo>
                  <a:pt x="346" y="177"/>
                  <a:pt x="346" y="168"/>
                  <a:pt x="337" y="168"/>
                </a:cubicBezTo>
                <a:lnTo>
                  <a:pt x="328" y="168"/>
                </a:lnTo>
                <a:cubicBezTo>
                  <a:pt x="310" y="168"/>
                  <a:pt x="301" y="168"/>
                  <a:pt x="293" y="177"/>
                </a:cubicBezTo>
                <a:cubicBezTo>
                  <a:pt x="284" y="185"/>
                  <a:pt x="284" y="194"/>
                  <a:pt x="284" y="203"/>
                </a:cubicBezTo>
                <a:cubicBezTo>
                  <a:pt x="284" y="319"/>
                  <a:pt x="284" y="319"/>
                  <a:pt x="284" y="319"/>
                </a:cubicBezTo>
                <a:cubicBezTo>
                  <a:pt x="240" y="319"/>
                  <a:pt x="240" y="319"/>
                  <a:pt x="240" y="319"/>
                </a:cubicBezTo>
                <a:cubicBezTo>
                  <a:pt x="240" y="203"/>
                  <a:pt x="240" y="203"/>
                  <a:pt x="240" y="203"/>
                </a:cubicBezTo>
                <a:cubicBezTo>
                  <a:pt x="240" y="194"/>
                  <a:pt x="240" y="185"/>
                  <a:pt x="240" y="185"/>
                </a:cubicBezTo>
                <a:cubicBezTo>
                  <a:pt x="231" y="185"/>
                  <a:pt x="231" y="177"/>
                  <a:pt x="231" y="177"/>
                </a:cubicBezTo>
                <a:cubicBezTo>
                  <a:pt x="231" y="177"/>
                  <a:pt x="231" y="168"/>
                  <a:pt x="222" y="168"/>
                </a:cubicBezTo>
                <a:lnTo>
                  <a:pt x="213" y="168"/>
                </a:lnTo>
                <a:cubicBezTo>
                  <a:pt x="204" y="168"/>
                  <a:pt x="195" y="168"/>
                  <a:pt x="186" y="168"/>
                </a:cubicBezTo>
                <a:cubicBezTo>
                  <a:pt x="186" y="177"/>
                  <a:pt x="178" y="177"/>
                  <a:pt x="178" y="185"/>
                </a:cubicBezTo>
                <a:cubicBezTo>
                  <a:pt x="169" y="185"/>
                  <a:pt x="169" y="194"/>
                  <a:pt x="169" y="194"/>
                </a:cubicBezTo>
                <a:cubicBezTo>
                  <a:pt x="169" y="203"/>
                  <a:pt x="169" y="203"/>
                  <a:pt x="169" y="203"/>
                </a:cubicBezTo>
                <a:cubicBezTo>
                  <a:pt x="169" y="319"/>
                  <a:pt x="169" y="319"/>
                  <a:pt x="169" y="319"/>
                </a:cubicBezTo>
                <a:cubicBezTo>
                  <a:pt x="125" y="319"/>
                  <a:pt x="125" y="319"/>
                  <a:pt x="125" y="319"/>
                </a:cubicBezTo>
                <a:cubicBezTo>
                  <a:pt x="125" y="132"/>
                  <a:pt x="125" y="132"/>
                  <a:pt x="125" y="132"/>
                </a:cubicBezTo>
                <a:cubicBezTo>
                  <a:pt x="169" y="132"/>
                  <a:pt x="169" y="132"/>
                  <a:pt x="169" y="132"/>
                </a:cubicBezTo>
                <a:cubicBezTo>
                  <a:pt x="169" y="150"/>
                  <a:pt x="169" y="150"/>
                  <a:pt x="169" y="150"/>
                </a:cubicBezTo>
                <a:cubicBezTo>
                  <a:pt x="178" y="132"/>
                  <a:pt x="195" y="124"/>
                  <a:pt x="222" y="124"/>
                </a:cubicBezTo>
                <a:cubicBezTo>
                  <a:pt x="231" y="124"/>
                  <a:pt x="240" y="132"/>
                  <a:pt x="257" y="132"/>
                </a:cubicBezTo>
                <a:cubicBezTo>
                  <a:pt x="257" y="141"/>
                  <a:pt x="266" y="141"/>
                  <a:pt x="275" y="150"/>
                </a:cubicBezTo>
                <a:cubicBezTo>
                  <a:pt x="275" y="141"/>
                  <a:pt x="284" y="141"/>
                  <a:pt x="293" y="132"/>
                </a:cubicBezTo>
                <a:cubicBezTo>
                  <a:pt x="301" y="132"/>
                  <a:pt x="319" y="124"/>
                  <a:pt x="328" y="124"/>
                </a:cubicBezTo>
                <a:cubicBezTo>
                  <a:pt x="337" y="124"/>
                  <a:pt x="346" y="132"/>
                  <a:pt x="354" y="132"/>
                </a:cubicBezTo>
                <a:cubicBezTo>
                  <a:pt x="363" y="132"/>
                  <a:pt x="372" y="132"/>
                  <a:pt x="381" y="141"/>
                </a:cubicBezTo>
                <a:cubicBezTo>
                  <a:pt x="381" y="141"/>
                  <a:pt x="390" y="150"/>
                  <a:pt x="390" y="159"/>
                </a:cubicBezTo>
                <a:cubicBezTo>
                  <a:pt x="399" y="168"/>
                  <a:pt x="399" y="177"/>
                  <a:pt x="399" y="185"/>
                </a:cubicBezTo>
                <a:lnTo>
                  <a:pt x="399" y="31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3" name="Freeform 63"/>
          <p:cNvSpPr/>
          <p:nvPr/>
        </p:nvSpPr>
        <p:spPr>
          <a:xfrm>
            <a:off x="2841480" y="2711520"/>
            <a:ext cx="250920" cy="255600"/>
          </a:xfrm>
          <a:custGeom>
            <a:avLst/>
            <a:gdLst/>
            <a:ahLst/>
            <a:rect l="l" t="t" r="r" b="b"/>
            <a:pathLst>
              <a:path w="461" h="471">
                <a:moveTo>
                  <a:pt x="443" y="284"/>
                </a:moveTo>
                <a:lnTo>
                  <a:pt x="443" y="284"/>
                </a:lnTo>
                <a:cubicBezTo>
                  <a:pt x="452" y="266"/>
                  <a:pt x="452" y="257"/>
                  <a:pt x="452" y="240"/>
                </a:cubicBezTo>
                <a:cubicBezTo>
                  <a:pt x="452" y="115"/>
                  <a:pt x="354" y="9"/>
                  <a:pt x="231" y="9"/>
                </a:cubicBezTo>
                <a:cubicBezTo>
                  <a:pt x="221" y="9"/>
                  <a:pt x="203" y="18"/>
                  <a:pt x="194" y="18"/>
                </a:cubicBezTo>
                <a:cubicBezTo>
                  <a:pt x="177" y="0"/>
                  <a:pt x="150" y="0"/>
                  <a:pt x="124" y="0"/>
                </a:cubicBezTo>
                <a:cubicBezTo>
                  <a:pt x="62" y="0"/>
                  <a:pt x="0" y="54"/>
                  <a:pt x="0" y="124"/>
                </a:cubicBezTo>
                <a:cubicBezTo>
                  <a:pt x="0" y="151"/>
                  <a:pt x="9" y="168"/>
                  <a:pt x="18" y="196"/>
                </a:cubicBezTo>
                <a:cubicBezTo>
                  <a:pt x="18" y="204"/>
                  <a:pt x="18" y="221"/>
                  <a:pt x="18" y="240"/>
                </a:cubicBezTo>
                <a:cubicBezTo>
                  <a:pt x="18" y="364"/>
                  <a:pt x="115" y="461"/>
                  <a:pt x="231" y="461"/>
                </a:cubicBezTo>
                <a:cubicBezTo>
                  <a:pt x="248" y="461"/>
                  <a:pt x="256" y="461"/>
                  <a:pt x="275" y="461"/>
                </a:cubicBezTo>
                <a:cubicBezTo>
                  <a:pt x="292" y="470"/>
                  <a:pt x="310" y="470"/>
                  <a:pt x="328" y="470"/>
                </a:cubicBezTo>
                <a:cubicBezTo>
                  <a:pt x="399" y="470"/>
                  <a:pt x="460" y="417"/>
                  <a:pt x="460" y="346"/>
                </a:cubicBezTo>
                <a:cubicBezTo>
                  <a:pt x="460" y="319"/>
                  <a:pt x="452" y="302"/>
                  <a:pt x="443" y="284"/>
                </a:cubicBezTo>
                <a:close/>
                <a:moveTo>
                  <a:pt x="346" y="346"/>
                </a:moveTo>
                <a:lnTo>
                  <a:pt x="346" y="346"/>
                </a:lnTo>
                <a:cubicBezTo>
                  <a:pt x="337" y="355"/>
                  <a:pt x="319" y="372"/>
                  <a:pt x="301" y="381"/>
                </a:cubicBezTo>
                <a:cubicBezTo>
                  <a:pt x="284" y="390"/>
                  <a:pt x="256" y="390"/>
                  <a:pt x="231" y="390"/>
                </a:cubicBezTo>
                <a:cubicBezTo>
                  <a:pt x="203" y="390"/>
                  <a:pt x="177" y="381"/>
                  <a:pt x="150" y="372"/>
                </a:cubicBezTo>
                <a:cubicBezTo>
                  <a:pt x="141" y="364"/>
                  <a:pt x="124" y="355"/>
                  <a:pt x="115" y="337"/>
                </a:cubicBezTo>
                <a:cubicBezTo>
                  <a:pt x="106" y="328"/>
                  <a:pt x="106" y="311"/>
                  <a:pt x="106" y="302"/>
                </a:cubicBezTo>
                <a:cubicBezTo>
                  <a:pt x="106" y="293"/>
                  <a:pt x="106" y="284"/>
                  <a:pt x="115" y="284"/>
                </a:cubicBezTo>
                <a:cubicBezTo>
                  <a:pt x="115" y="275"/>
                  <a:pt x="124" y="275"/>
                  <a:pt x="133" y="275"/>
                </a:cubicBezTo>
                <a:cubicBezTo>
                  <a:pt x="141" y="275"/>
                  <a:pt x="150" y="275"/>
                  <a:pt x="150" y="275"/>
                </a:cubicBezTo>
                <a:cubicBezTo>
                  <a:pt x="159" y="284"/>
                  <a:pt x="168" y="293"/>
                  <a:pt x="168" y="293"/>
                </a:cubicBezTo>
                <a:cubicBezTo>
                  <a:pt x="168" y="311"/>
                  <a:pt x="177" y="311"/>
                  <a:pt x="177" y="319"/>
                </a:cubicBezTo>
                <a:cubicBezTo>
                  <a:pt x="186" y="328"/>
                  <a:pt x="194" y="328"/>
                  <a:pt x="194" y="337"/>
                </a:cubicBezTo>
                <a:cubicBezTo>
                  <a:pt x="203" y="337"/>
                  <a:pt x="212" y="337"/>
                  <a:pt x="231" y="337"/>
                </a:cubicBezTo>
                <a:cubicBezTo>
                  <a:pt x="248" y="337"/>
                  <a:pt x="265" y="337"/>
                  <a:pt x="275" y="328"/>
                </a:cubicBezTo>
                <a:cubicBezTo>
                  <a:pt x="284" y="319"/>
                  <a:pt x="292" y="311"/>
                  <a:pt x="292" y="302"/>
                </a:cubicBezTo>
                <a:cubicBezTo>
                  <a:pt x="292" y="293"/>
                  <a:pt x="284" y="284"/>
                  <a:pt x="284" y="275"/>
                </a:cubicBezTo>
                <a:cubicBezTo>
                  <a:pt x="275" y="275"/>
                  <a:pt x="265" y="266"/>
                  <a:pt x="256" y="266"/>
                </a:cubicBezTo>
                <a:cubicBezTo>
                  <a:pt x="248" y="266"/>
                  <a:pt x="239" y="257"/>
                  <a:pt x="221" y="257"/>
                </a:cubicBezTo>
                <a:cubicBezTo>
                  <a:pt x="194" y="249"/>
                  <a:pt x="177" y="249"/>
                  <a:pt x="159" y="240"/>
                </a:cubicBezTo>
                <a:cubicBezTo>
                  <a:pt x="141" y="231"/>
                  <a:pt x="133" y="221"/>
                  <a:pt x="124" y="213"/>
                </a:cubicBezTo>
                <a:cubicBezTo>
                  <a:pt x="115" y="196"/>
                  <a:pt x="106" y="186"/>
                  <a:pt x="106" y="168"/>
                </a:cubicBezTo>
                <a:cubicBezTo>
                  <a:pt x="106" y="151"/>
                  <a:pt x="115" y="133"/>
                  <a:pt x="124" y="115"/>
                </a:cubicBezTo>
                <a:cubicBezTo>
                  <a:pt x="133" y="107"/>
                  <a:pt x="150" y="98"/>
                  <a:pt x="168" y="89"/>
                </a:cubicBezTo>
                <a:cubicBezTo>
                  <a:pt x="186" y="80"/>
                  <a:pt x="203" y="80"/>
                  <a:pt x="231" y="80"/>
                </a:cubicBezTo>
                <a:cubicBezTo>
                  <a:pt x="248" y="80"/>
                  <a:pt x="265" y="80"/>
                  <a:pt x="284" y="89"/>
                </a:cubicBezTo>
                <a:cubicBezTo>
                  <a:pt x="292" y="89"/>
                  <a:pt x="310" y="98"/>
                  <a:pt x="319" y="107"/>
                </a:cubicBezTo>
                <a:cubicBezTo>
                  <a:pt x="328" y="115"/>
                  <a:pt x="337" y="124"/>
                  <a:pt x="337" y="133"/>
                </a:cubicBezTo>
                <a:cubicBezTo>
                  <a:pt x="346" y="142"/>
                  <a:pt x="346" y="142"/>
                  <a:pt x="346" y="151"/>
                </a:cubicBezTo>
                <a:cubicBezTo>
                  <a:pt x="346" y="160"/>
                  <a:pt x="346" y="168"/>
                  <a:pt x="337" y="177"/>
                </a:cubicBezTo>
                <a:cubicBezTo>
                  <a:pt x="328" y="186"/>
                  <a:pt x="319" y="186"/>
                  <a:pt x="310" y="186"/>
                </a:cubicBezTo>
                <a:cubicBezTo>
                  <a:pt x="310" y="186"/>
                  <a:pt x="301" y="186"/>
                  <a:pt x="292" y="177"/>
                </a:cubicBezTo>
                <a:cubicBezTo>
                  <a:pt x="292" y="177"/>
                  <a:pt x="284" y="168"/>
                  <a:pt x="284" y="160"/>
                </a:cubicBezTo>
                <a:cubicBezTo>
                  <a:pt x="275" y="151"/>
                  <a:pt x="275" y="142"/>
                  <a:pt x="265" y="133"/>
                </a:cubicBezTo>
                <a:cubicBezTo>
                  <a:pt x="256" y="133"/>
                  <a:pt x="239" y="124"/>
                  <a:pt x="231" y="124"/>
                </a:cubicBezTo>
                <a:cubicBezTo>
                  <a:pt x="212" y="124"/>
                  <a:pt x="194" y="133"/>
                  <a:pt x="186" y="142"/>
                </a:cubicBezTo>
                <a:cubicBezTo>
                  <a:pt x="177" y="142"/>
                  <a:pt x="177" y="151"/>
                  <a:pt x="177" y="160"/>
                </a:cubicBezTo>
                <a:cubicBezTo>
                  <a:pt x="177" y="168"/>
                  <a:pt x="177" y="168"/>
                  <a:pt x="177" y="168"/>
                </a:cubicBezTo>
                <a:cubicBezTo>
                  <a:pt x="186" y="177"/>
                  <a:pt x="186" y="177"/>
                  <a:pt x="194" y="186"/>
                </a:cubicBezTo>
                <a:cubicBezTo>
                  <a:pt x="194" y="186"/>
                  <a:pt x="203" y="186"/>
                  <a:pt x="212" y="186"/>
                </a:cubicBezTo>
                <a:cubicBezTo>
                  <a:pt x="212" y="196"/>
                  <a:pt x="231" y="196"/>
                  <a:pt x="239" y="196"/>
                </a:cubicBezTo>
                <a:cubicBezTo>
                  <a:pt x="256" y="204"/>
                  <a:pt x="275" y="204"/>
                  <a:pt x="292" y="213"/>
                </a:cubicBezTo>
                <a:cubicBezTo>
                  <a:pt x="301" y="213"/>
                  <a:pt x="319" y="221"/>
                  <a:pt x="328" y="231"/>
                </a:cubicBezTo>
                <a:cubicBezTo>
                  <a:pt x="337" y="231"/>
                  <a:pt x="346" y="240"/>
                  <a:pt x="354" y="257"/>
                </a:cubicBezTo>
                <a:cubicBezTo>
                  <a:pt x="354" y="266"/>
                  <a:pt x="363" y="275"/>
                  <a:pt x="363" y="293"/>
                </a:cubicBezTo>
                <a:cubicBezTo>
                  <a:pt x="363" y="311"/>
                  <a:pt x="354" y="328"/>
                  <a:pt x="346" y="34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4" name="Freeform 64"/>
          <p:cNvSpPr/>
          <p:nvPr/>
        </p:nvSpPr>
        <p:spPr>
          <a:xfrm>
            <a:off x="5533920" y="2716200"/>
            <a:ext cx="250920" cy="246240"/>
          </a:xfrm>
          <a:custGeom>
            <a:avLst/>
            <a:gdLst/>
            <a:ahLst/>
            <a:rect l="l" t="t" r="r" b="b"/>
            <a:pathLst>
              <a:path w="461" h="453">
                <a:moveTo>
                  <a:pt x="124" y="27"/>
                </a:moveTo>
                <a:lnTo>
                  <a:pt x="124" y="27"/>
                </a:lnTo>
                <a:cubicBezTo>
                  <a:pt x="53" y="62"/>
                  <a:pt x="0" y="142"/>
                  <a:pt x="0" y="222"/>
                </a:cubicBezTo>
                <a:cubicBezTo>
                  <a:pt x="0" y="240"/>
                  <a:pt x="0" y="257"/>
                  <a:pt x="9" y="275"/>
                </a:cubicBezTo>
                <a:cubicBezTo>
                  <a:pt x="204" y="98"/>
                  <a:pt x="204" y="98"/>
                  <a:pt x="204" y="98"/>
                </a:cubicBezTo>
                <a:cubicBezTo>
                  <a:pt x="186" y="71"/>
                  <a:pt x="124" y="27"/>
                  <a:pt x="124" y="27"/>
                </a:cubicBezTo>
                <a:close/>
                <a:moveTo>
                  <a:pt x="328" y="18"/>
                </a:moveTo>
                <a:lnTo>
                  <a:pt x="328" y="18"/>
                </a:lnTo>
                <a:cubicBezTo>
                  <a:pt x="293" y="0"/>
                  <a:pt x="266" y="0"/>
                  <a:pt x="231" y="0"/>
                </a:cubicBezTo>
                <a:cubicBezTo>
                  <a:pt x="204" y="0"/>
                  <a:pt x="186" y="0"/>
                  <a:pt x="160" y="9"/>
                </a:cubicBezTo>
                <a:cubicBezTo>
                  <a:pt x="328" y="159"/>
                  <a:pt x="328" y="159"/>
                  <a:pt x="328" y="159"/>
                </a:cubicBezTo>
                <a:lnTo>
                  <a:pt x="328" y="18"/>
                </a:lnTo>
                <a:close/>
                <a:moveTo>
                  <a:pt x="363" y="36"/>
                </a:moveTo>
                <a:lnTo>
                  <a:pt x="363" y="36"/>
                </a:lnTo>
                <a:cubicBezTo>
                  <a:pt x="363" y="302"/>
                  <a:pt x="363" y="302"/>
                  <a:pt x="363" y="302"/>
                </a:cubicBezTo>
                <a:cubicBezTo>
                  <a:pt x="443" y="302"/>
                  <a:pt x="443" y="302"/>
                  <a:pt x="443" y="302"/>
                </a:cubicBezTo>
                <a:cubicBezTo>
                  <a:pt x="452" y="275"/>
                  <a:pt x="460" y="248"/>
                  <a:pt x="460" y="222"/>
                </a:cubicBezTo>
                <a:cubicBezTo>
                  <a:pt x="460" y="151"/>
                  <a:pt x="416" y="80"/>
                  <a:pt x="363" y="36"/>
                </a:cubicBezTo>
                <a:close/>
                <a:moveTo>
                  <a:pt x="18" y="310"/>
                </a:moveTo>
                <a:lnTo>
                  <a:pt x="18" y="310"/>
                </a:lnTo>
                <a:cubicBezTo>
                  <a:pt x="35" y="355"/>
                  <a:pt x="62" y="390"/>
                  <a:pt x="106" y="417"/>
                </a:cubicBezTo>
                <a:cubicBezTo>
                  <a:pt x="106" y="231"/>
                  <a:pt x="106" y="231"/>
                  <a:pt x="106" y="231"/>
                </a:cubicBezTo>
                <a:cubicBezTo>
                  <a:pt x="53" y="284"/>
                  <a:pt x="53" y="284"/>
                  <a:pt x="53" y="284"/>
                </a:cubicBezTo>
                <a:cubicBezTo>
                  <a:pt x="35" y="293"/>
                  <a:pt x="18" y="310"/>
                  <a:pt x="18" y="310"/>
                </a:cubicBezTo>
                <a:close/>
                <a:moveTo>
                  <a:pt x="133" y="434"/>
                </a:moveTo>
                <a:lnTo>
                  <a:pt x="133" y="434"/>
                </a:lnTo>
                <a:cubicBezTo>
                  <a:pt x="160" y="443"/>
                  <a:pt x="186" y="452"/>
                  <a:pt x="213" y="452"/>
                </a:cubicBezTo>
                <a:cubicBezTo>
                  <a:pt x="248" y="452"/>
                  <a:pt x="248" y="452"/>
                  <a:pt x="248" y="452"/>
                </a:cubicBezTo>
                <a:cubicBezTo>
                  <a:pt x="328" y="443"/>
                  <a:pt x="390" y="399"/>
                  <a:pt x="434" y="337"/>
                </a:cubicBezTo>
                <a:cubicBezTo>
                  <a:pt x="133" y="337"/>
                  <a:pt x="133" y="337"/>
                  <a:pt x="133" y="337"/>
                </a:cubicBezTo>
                <a:lnTo>
                  <a:pt x="133" y="43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5" name="Freeform 65"/>
          <p:cNvSpPr/>
          <p:nvPr/>
        </p:nvSpPr>
        <p:spPr>
          <a:xfrm>
            <a:off x="4986360" y="2225520"/>
            <a:ext cx="270000" cy="150840"/>
          </a:xfrm>
          <a:custGeom>
            <a:avLst/>
            <a:gdLst/>
            <a:ahLst/>
            <a:rect l="l" t="t" r="r" b="b"/>
            <a:pathLst>
              <a:path w="497" h="276">
                <a:moveTo>
                  <a:pt x="195" y="205"/>
                </a:moveTo>
                <a:lnTo>
                  <a:pt x="195" y="205"/>
                </a:lnTo>
                <a:cubicBezTo>
                  <a:pt x="186" y="213"/>
                  <a:pt x="168" y="230"/>
                  <a:pt x="133" y="230"/>
                </a:cubicBezTo>
                <a:cubicBezTo>
                  <a:pt x="89" y="230"/>
                  <a:pt x="53" y="195"/>
                  <a:pt x="53" y="142"/>
                </a:cubicBezTo>
                <a:cubicBezTo>
                  <a:pt x="53" y="71"/>
                  <a:pt x="97" y="45"/>
                  <a:pt x="133" y="45"/>
                </a:cubicBezTo>
                <a:cubicBezTo>
                  <a:pt x="186" y="45"/>
                  <a:pt x="195" y="80"/>
                  <a:pt x="212" y="115"/>
                </a:cubicBezTo>
                <a:cubicBezTo>
                  <a:pt x="230" y="177"/>
                  <a:pt x="230" y="177"/>
                  <a:pt x="230" y="177"/>
                </a:cubicBezTo>
                <a:cubicBezTo>
                  <a:pt x="248" y="230"/>
                  <a:pt x="284" y="275"/>
                  <a:pt x="381" y="275"/>
                </a:cubicBezTo>
                <a:cubicBezTo>
                  <a:pt x="452" y="275"/>
                  <a:pt x="496" y="258"/>
                  <a:pt x="496" y="195"/>
                </a:cubicBezTo>
                <a:cubicBezTo>
                  <a:pt x="496" y="151"/>
                  <a:pt x="469" y="124"/>
                  <a:pt x="425" y="115"/>
                </a:cubicBezTo>
                <a:cubicBezTo>
                  <a:pt x="381" y="107"/>
                  <a:pt x="381" y="107"/>
                  <a:pt x="381" y="107"/>
                </a:cubicBezTo>
                <a:cubicBezTo>
                  <a:pt x="363" y="98"/>
                  <a:pt x="354" y="89"/>
                  <a:pt x="354" y="71"/>
                </a:cubicBezTo>
                <a:cubicBezTo>
                  <a:pt x="354" y="53"/>
                  <a:pt x="363" y="45"/>
                  <a:pt x="390" y="45"/>
                </a:cubicBezTo>
                <a:cubicBezTo>
                  <a:pt x="416" y="45"/>
                  <a:pt x="434" y="53"/>
                  <a:pt x="434" y="80"/>
                </a:cubicBezTo>
                <a:cubicBezTo>
                  <a:pt x="496" y="71"/>
                  <a:pt x="496" y="71"/>
                  <a:pt x="496" y="71"/>
                </a:cubicBezTo>
                <a:cubicBezTo>
                  <a:pt x="487" y="18"/>
                  <a:pt x="452" y="0"/>
                  <a:pt x="399" y="0"/>
                </a:cubicBezTo>
                <a:cubicBezTo>
                  <a:pt x="346" y="0"/>
                  <a:pt x="293" y="18"/>
                  <a:pt x="293" y="80"/>
                </a:cubicBezTo>
                <a:cubicBezTo>
                  <a:pt x="293" y="115"/>
                  <a:pt x="309" y="142"/>
                  <a:pt x="363" y="151"/>
                </a:cubicBezTo>
                <a:cubicBezTo>
                  <a:pt x="399" y="160"/>
                  <a:pt x="399" y="160"/>
                  <a:pt x="399" y="160"/>
                </a:cubicBezTo>
                <a:cubicBezTo>
                  <a:pt x="425" y="169"/>
                  <a:pt x="434" y="186"/>
                  <a:pt x="434" y="195"/>
                </a:cubicBezTo>
                <a:cubicBezTo>
                  <a:pt x="434" y="222"/>
                  <a:pt x="416" y="230"/>
                  <a:pt x="381" y="230"/>
                </a:cubicBezTo>
                <a:cubicBezTo>
                  <a:pt x="319" y="230"/>
                  <a:pt x="293" y="195"/>
                  <a:pt x="284" y="160"/>
                </a:cubicBezTo>
                <a:cubicBezTo>
                  <a:pt x="256" y="98"/>
                  <a:pt x="256" y="98"/>
                  <a:pt x="256" y="98"/>
                </a:cubicBezTo>
                <a:cubicBezTo>
                  <a:pt x="239" y="27"/>
                  <a:pt x="212" y="0"/>
                  <a:pt x="133" y="0"/>
                </a:cubicBezTo>
                <a:cubicBezTo>
                  <a:pt x="62" y="0"/>
                  <a:pt x="0" y="53"/>
                  <a:pt x="0" y="142"/>
                </a:cubicBezTo>
                <a:cubicBezTo>
                  <a:pt x="0" y="230"/>
                  <a:pt x="62" y="275"/>
                  <a:pt x="133" y="275"/>
                </a:cubicBezTo>
                <a:cubicBezTo>
                  <a:pt x="177" y="275"/>
                  <a:pt x="203" y="258"/>
                  <a:pt x="212" y="249"/>
                </a:cubicBezTo>
                <a:lnTo>
                  <a:pt x="195" y="205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6" name="Freeform 66"/>
          <p:cNvSpPr/>
          <p:nvPr/>
        </p:nvSpPr>
        <p:spPr>
          <a:xfrm>
            <a:off x="5529240" y="2173320"/>
            <a:ext cx="260280" cy="255600"/>
          </a:xfrm>
          <a:custGeom>
            <a:avLst/>
            <a:gdLst/>
            <a:ahLst/>
            <a:rect l="l" t="t" r="r" b="b"/>
            <a:pathLst>
              <a:path w="479" h="471">
                <a:moveTo>
                  <a:pt x="240" y="0"/>
                </a:moveTo>
                <a:lnTo>
                  <a:pt x="240" y="0"/>
                </a:lnTo>
                <a:cubicBezTo>
                  <a:pt x="106" y="0"/>
                  <a:pt x="0" y="107"/>
                  <a:pt x="0" y="231"/>
                </a:cubicBezTo>
                <a:cubicBezTo>
                  <a:pt x="0" y="364"/>
                  <a:pt x="106" y="470"/>
                  <a:pt x="240" y="470"/>
                </a:cubicBezTo>
                <a:cubicBezTo>
                  <a:pt x="372" y="470"/>
                  <a:pt x="478" y="364"/>
                  <a:pt x="478" y="231"/>
                </a:cubicBezTo>
                <a:cubicBezTo>
                  <a:pt x="478" y="107"/>
                  <a:pt x="372" y="0"/>
                  <a:pt x="240" y="0"/>
                </a:cubicBezTo>
                <a:close/>
                <a:moveTo>
                  <a:pt x="302" y="303"/>
                </a:moveTo>
                <a:lnTo>
                  <a:pt x="302" y="303"/>
                </a:lnTo>
                <a:cubicBezTo>
                  <a:pt x="257" y="303"/>
                  <a:pt x="240" y="284"/>
                  <a:pt x="230" y="258"/>
                </a:cubicBezTo>
                <a:cubicBezTo>
                  <a:pt x="222" y="222"/>
                  <a:pt x="222" y="222"/>
                  <a:pt x="222" y="222"/>
                </a:cubicBezTo>
                <a:cubicBezTo>
                  <a:pt x="213" y="205"/>
                  <a:pt x="204" y="187"/>
                  <a:pt x="186" y="187"/>
                </a:cubicBezTo>
                <a:cubicBezTo>
                  <a:pt x="169" y="187"/>
                  <a:pt x="142" y="205"/>
                  <a:pt x="142" y="240"/>
                </a:cubicBezTo>
                <a:cubicBezTo>
                  <a:pt x="142" y="267"/>
                  <a:pt x="159" y="284"/>
                  <a:pt x="177" y="284"/>
                </a:cubicBezTo>
                <a:cubicBezTo>
                  <a:pt x="195" y="284"/>
                  <a:pt x="204" y="275"/>
                  <a:pt x="213" y="267"/>
                </a:cubicBezTo>
                <a:cubicBezTo>
                  <a:pt x="222" y="293"/>
                  <a:pt x="222" y="293"/>
                  <a:pt x="222" y="293"/>
                </a:cubicBezTo>
                <a:cubicBezTo>
                  <a:pt x="213" y="293"/>
                  <a:pt x="204" y="303"/>
                  <a:pt x="177" y="303"/>
                </a:cubicBezTo>
                <a:cubicBezTo>
                  <a:pt x="151" y="303"/>
                  <a:pt x="115" y="284"/>
                  <a:pt x="115" y="240"/>
                </a:cubicBezTo>
                <a:cubicBezTo>
                  <a:pt x="115" y="196"/>
                  <a:pt x="151" y="160"/>
                  <a:pt x="177" y="160"/>
                </a:cubicBezTo>
                <a:cubicBezTo>
                  <a:pt x="222" y="160"/>
                  <a:pt x="230" y="178"/>
                  <a:pt x="249" y="213"/>
                </a:cubicBezTo>
                <a:cubicBezTo>
                  <a:pt x="257" y="249"/>
                  <a:pt x="257" y="249"/>
                  <a:pt x="257" y="249"/>
                </a:cubicBezTo>
                <a:cubicBezTo>
                  <a:pt x="266" y="267"/>
                  <a:pt x="275" y="284"/>
                  <a:pt x="310" y="284"/>
                </a:cubicBezTo>
                <a:cubicBezTo>
                  <a:pt x="328" y="284"/>
                  <a:pt x="337" y="275"/>
                  <a:pt x="337" y="267"/>
                </a:cubicBezTo>
                <a:cubicBezTo>
                  <a:pt x="337" y="258"/>
                  <a:pt x="328" y="249"/>
                  <a:pt x="319" y="249"/>
                </a:cubicBezTo>
                <a:cubicBezTo>
                  <a:pt x="293" y="240"/>
                  <a:pt x="293" y="240"/>
                  <a:pt x="293" y="240"/>
                </a:cubicBezTo>
                <a:cubicBezTo>
                  <a:pt x="275" y="240"/>
                  <a:pt x="266" y="222"/>
                  <a:pt x="266" y="205"/>
                </a:cubicBezTo>
                <a:cubicBezTo>
                  <a:pt x="266" y="178"/>
                  <a:pt x="293" y="160"/>
                  <a:pt x="319" y="160"/>
                </a:cubicBezTo>
                <a:cubicBezTo>
                  <a:pt x="346" y="160"/>
                  <a:pt x="363" y="178"/>
                  <a:pt x="363" y="205"/>
                </a:cubicBezTo>
                <a:cubicBezTo>
                  <a:pt x="337" y="205"/>
                  <a:pt x="337" y="205"/>
                  <a:pt x="337" y="205"/>
                </a:cubicBezTo>
                <a:cubicBezTo>
                  <a:pt x="337" y="196"/>
                  <a:pt x="328" y="187"/>
                  <a:pt x="310" y="187"/>
                </a:cubicBezTo>
                <a:cubicBezTo>
                  <a:pt x="302" y="187"/>
                  <a:pt x="293" y="196"/>
                  <a:pt x="293" y="205"/>
                </a:cubicBezTo>
                <a:cubicBezTo>
                  <a:pt x="293" y="213"/>
                  <a:pt x="293" y="213"/>
                  <a:pt x="310" y="222"/>
                </a:cubicBezTo>
                <a:cubicBezTo>
                  <a:pt x="328" y="222"/>
                  <a:pt x="328" y="222"/>
                  <a:pt x="328" y="222"/>
                </a:cubicBezTo>
                <a:cubicBezTo>
                  <a:pt x="355" y="231"/>
                  <a:pt x="363" y="240"/>
                  <a:pt x="363" y="267"/>
                </a:cubicBezTo>
                <a:cubicBezTo>
                  <a:pt x="363" y="293"/>
                  <a:pt x="337" y="303"/>
                  <a:pt x="302" y="30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7" name="Freeform 67"/>
          <p:cNvSpPr/>
          <p:nvPr/>
        </p:nvSpPr>
        <p:spPr>
          <a:xfrm>
            <a:off x="3908520" y="2197080"/>
            <a:ext cx="269640" cy="208080"/>
          </a:xfrm>
          <a:custGeom>
            <a:avLst/>
            <a:gdLst/>
            <a:ahLst/>
            <a:rect l="l" t="t" r="r" b="b"/>
            <a:pathLst>
              <a:path w="497" h="382">
                <a:moveTo>
                  <a:pt x="275" y="142"/>
                </a:moveTo>
                <a:lnTo>
                  <a:pt x="275" y="142"/>
                </a:lnTo>
                <a:cubicBezTo>
                  <a:pt x="310" y="160"/>
                  <a:pt x="310" y="160"/>
                  <a:pt x="310" y="160"/>
                </a:cubicBezTo>
                <a:cubicBezTo>
                  <a:pt x="354" y="142"/>
                  <a:pt x="354" y="142"/>
                  <a:pt x="354" y="142"/>
                </a:cubicBezTo>
                <a:cubicBezTo>
                  <a:pt x="354" y="115"/>
                  <a:pt x="354" y="115"/>
                  <a:pt x="354" y="115"/>
                </a:cubicBezTo>
                <a:cubicBezTo>
                  <a:pt x="354" y="53"/>
                  <a:pt x="310" y="0"/>
                  <a:pt x="248" y="0"/>
                </a:cubicBezTo>
                <a:cubicBezTo>
                  <a:pt x="186" y="0"/>
                  <a:pt x="132" y="53"/>
                  <a:pt x="132" y="115"/>
                </a:cubicBezTo>
                <a:cubicBezTo>
                  <a:pt x="132" y="266"/>
                  <a:pt x="132" y="266"/>
                  <a:pt x="132" y="266"/>
                </a:cubicBezTo>
                <a:cubicBezTo>
                  <a:pt x="132" y="283"/>
                  <a:pt x="124" y="293"/>
                  <a:pt x="107" y="293"/>
                </a:cubicBezTo>
                <a:cubicBezTo>
                  <a:pt x="97" y="293"/>
                  <a:pt x="88" y="283"/>
                  <a:pt x="88" y="266"/>
                </a:cubicBezTo>
                <a:cubicBezTo>
                  <a:pt x="88" y="204"/>
                  <a:pt x="88" y="204"/>
                  <a:pt x="88" y="204"/>
                </a:cubicBezTo>
                <a:cubicBezTo>
                  <a:pt x="0" y="204"/>
                  <a:pt x="0" y="204"/>
                  <a:pt x="0" y="204"/>
                </a:cubicBezTo>
                <a:cubicBezTo>
                  <a:pt x="0" y="266"/>
                  <a:pt x="0" y="266"/>
                  <a:pt x="0" y="266"/>
                </a:cubicBezTo>
                <a:cubicBezTo>
                  <a:pt x="0" y="328"/>
                  <a:pt x="53" y="381"/>
                  <a:pt x="107" y="381"/>
                </a:cubicBezTo>
                <a:cubicBezTo>
                  <a:pt x="169" y="381"/>
                  <a:pt x="222" y="328"/>
                  <a:pt x="222" y="266"/>
                </a:cubicBezTo>
                <a:cubicBezTo>
                  <a:pt x="222" y="115"/>
                  <a:pt x="222" y="115"/>
                  <a:pt x="222" y="115"/>
                </a:cubicBezTo>
                <a:cubicBezTo>
                  <a:pt x="222" y="98"/>
                  <a:pt x="230" y="89"/>
                  <a:pt x="248" y="89"/>
                </a:cubicBezTo>
                <a:cubicBezTo>
                  <a:pt x="266" y="89"/>
                  <a:pt x="275" y="98"/>
                  <a:pt x="275" y="115"/>
                </a:cubicBezTo>
                <a:lnTo>
                  <a:pt x="275" y="142"/>
                </a:lnTo>
                <a:close/>
                <a:moveTo>
                  <a:pt x="407" y="204"/>
                </a:moveTo>
                <a:lnTo>
                  <a:pt x="407" y="204"/>
                </a:lnTo>
                <a:cubicBezTo>
                  <a:pt x="407" y="266"/>
                  <a:pt x="407" y="266"/>
                  <a:pt x="407" y="266"/>
                </a:cubicBezTo>
                <a:cubicBezTo>
                  <a:pt x="407" y="283"/>
                  <a:pt x="399" y="293"/>
                  <a:pt x="381" y="293"/>
                </a:cubicBezTo>
                <a:cubicBezTo>
                  <a:pt x="372" y="293"/>
                  <a:pt x="354" y="283"/>
                  <a:pt x="354" y="266"/>
                </a:cubicBezTo>
                <a:cubicBezTo>
                  <a:pt x="354" y="204"/>
                  <a:pt x="354" y="204"/>
                  <a:pt x="354" y="204"/>
                </a:cubicBezTo>
                <a:cubicBezTo>
                  <a:pt x="310" y="222"/>
                  <a:pt x="310" y="222"/>
                  <a:pt x="310" y="222"/>
                </a:cubicBezTo>
                <a:cubicBezTo>
                  <a:pt x="275" y="204"/>
                  <a:pt x="275" y="204"/>
                  <a:pt x="275" y="204"/>
                </a:cubicBezTo>
                <a:cubicBezTo>
                  <a:pt x="275" y="266"/>
                  <a:pt x="275" y="266"/>
                  <a:pt x="275" y="266"/>
                </a:cubicBezTo>
                <a:cubicBezTo>
                  <a:pt x="275" y="328"/>
                  <a:pt x="328" y="381"/>
                  <a:pt x="381" y="381"/>
                </a:cubicBezTo>
                <a:cubicBezTo>
                  <a:pt x="443" y="381"/>
                  <a:pt x="496" y="328"/>
                  <a:pt x="496" y="266"/>
                </a:cubicBezTo>
                <a:cubicBezTo>
                  <a:pt x="496" y="204"/>
                  <a:pt x="496" y="204"/>
                  <a:pt x="496" y="204"/>
                </a:cubicBezTo>
                <a:lnTo>
                  <a:pt x="407" y="20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8" name="Freeform 68"/>
          <p:cNvSpPr/>
          <p:nvPr/>
        </p:nvSpPr>
        <p:spPr>
          <a:xfrm>
            <a:off x="2841480" y="2178000"/>
            <a:ext cx="250920" cy="246240"/>
          </a:xfrm>
          <a:custGeom>
            <a:avLst/>
            <a:gdLst/>
            <a:ahLst/>
            <a:rect l="l" t="t" r="r" b="b"/>
            <a:pathLst>
              <a:path w="461" h="454">
                <a:moveTo>
                  <a:pt x="221" y="160"/>
                </a:moveTo>
                <a:lnTo>
                  <a:pt x="221" y="160"/>
                </a:lnTo>
                <a:cubicBezTo>
                  <a:pt x="186" y="98"/>
                  <a:pt x="150" y="54"/>
                  <a:pt x="150" y="54"/>
                </a:cubicBezTo>
                <a:cubicBezTo>
                  <a:pt x="88" y="72"/>
                  <a:pt x="53" y="125"/>
                  <a:pt x="35" y="187"/>
                </a:cubicBezTo>
                <a:cubicBezTo>
                  <a:pt x="44" y="187"/>
                  <a:pt x="124" y="187"/>
                  <a:pt x="221" y="160"/>
                </a:cubicBezTo>
                <a:close/>
                <a:moveTo>
                  <a:pt x="239" y="231"/>
                </a:moveTo>
                <a:lnTo>
                  <a:pt x="239" y="231"/>
                </a:lnTo>
                <a:cubicBezTo>
                  <a:pt x="248" y="222"/>
                  <a:pt x="248" y="222"/>
                  <a:pt x="248" y="222"/>
                </a:cubicBezTo>
                <a:cubicBezTo>
                  <a:pt x="248" y="213"/>
                  <a:pt x="239" y="204"/>
                  <a:pt x="239" y="196"/>
                </a:cubicBezTo>
                <a:cubicBezTo>
                  <a:pt x="133" y="222"/>
                  <a:pt x="35" y="222"/>
                  <a:pt x="35" y="222"/>
                </a:cubicBezTo>
                <a:lnTo>
                  <a:pt x="35" y="222"/>
                </a:lnTo>
                <a:cubicBezTo>
                  <a:pt x="35" y="275"/>
                  <a:pt x="53" y="319"/>
                  <a:pt x="88" y="355"/>
                </a:cubicBezTo>
                <a:lnTo>
                  <a:pt x="88" y="355"/>
                </a:lnTo>
                <a:cubicBezTo>
                  <a:pt x="88" y="355"/>
                  <a:pt x="141" y="258"/>
                  <a:pt x="239" y="231"/>
                </a:cubicBezTo>
                <a:close/>
                <a:moveTo>
                  <a:pt x="106" y="382"/>
                </a:moveTo>
                <a:lnTo>
                  <a:pt x="106" y="382"/>
                </a:lnTo>
                <a:lnTo>
                  <a:pt x="106" y="382"/>
                </a:lnTo>
                <a:cubicBezTo>
                  <a:pt x="106" y="382"/>
                  <a:pt x="106" y="382"/>
                  <a:pt x="106" y="373"/>
                </a:cubicBezTo>
                <a:cubicBezTo>
                  <a:pt x="106" y="382"/>
                  <a:pt x="106" y="382"/>
                  <a:pt x="106" y="382"/>
                </a:cubicBezTo>
                <a:close/>
                <a:moveTo>
                  <a:pt x="186" y="36"/>
                </a:moveTo>
                <a:lnTo>
                  <a:pt x="186" y="36"/>
                </a:lnTo>
                <a:close/>
                <a:moveTo>
                  <a:pt x="354" y="81"/>
                </a:moveTo>
                <a:lnTo>
                  <a:pt x="354" y="81"/>
                </a:lnTo>
                <a:cubicBezTo>
                  <a:pt x="328" y="45"/>
                  <a:pt x="284" y="28"/>
                  <a:pt x="231" y="28"/>
                </a:cubicBezTo>
                <a:cubicBezTo>
                  <a:pt x="212" y="28"/>
                  <a:pt x="194" y="36"/>
                  <a:pt x="186" y="36"/>
                </a:cubicBezTo>
                <a:cubicBezTo>
                  <a:pt x="186" y="36"/>
                  <a:pt x="221" y="89"/>
                  <a:pt x="256" y="151"/>
                </a:cubicBezTo>
                <a:cubicBezTo>
                  <a:pt x="328" y="125"/>
                  <a:pt x="354" y="81"/>
                  <a:pt x="354" y="81"/>
                </a:cubicBezTo>
                <a:close/>
                <a:moveTo>
                  <a:pt x="231" y="453"/>
                </a:moveTo>
                <a:lnTo>
                  <a:pt x="231" y="453"/>
                </a:lnTo>
                <a:cubicBezTo>
                  <a:pt x="106" y="453"/>
                  <a:pt x="0" y="355"/>
                  <a:pt x="0" y="222"/>
                </a:cubicBezTo>
                <a:cubicBezTo>
                  <a:pt x="0" y="98"/>
                  <a:pt x="106" y="0"/>
                  <a:pt x="231" y="0"/>
                </a:cubicBezTo>
                <a:cubicBezTo>
                  <a:pt x="354" y="0"/>
                  <a:pt x="460" y="98"/>
                  <a:pt x="460" y="222"/>
                </a:cubicBezTo>
                <a:cubicBezTo>
                  <a:pt x="460" y="355"/>
                  <a:pt x="354" y="453"/>
                  <a:pt x="231" y="453"/>
                </a:cubicBezTo>
                <a:close/>
                <a:moveTo>
                  <a:pt x="265" y="258"/>
                </a:moveTo>
                <a:lnTo>
                  <a:pt x="265" y="258"/>
                </a:lnTo>
                <a:cubicBezTo>
                  <a:pt x="150" y="302"/>
                  <a:pt x="115" y="382"/>
                  <a:pt x="106" y="382"/>
                </a:cubicBezTo>
                <a:cubicBezTo>
                  <a:pt x="141" y="408"/>
                  <a:pt x="186" y="417"/>
                  <a:pt x="231" y="417"/>
                </a:cubicBezTo>
                <a:cubicBezTo>
                  <a:pt x="256" y="417"/>
                  <a:pt x="284" y="417"/>
                  <a:pt x="310" y="408"/>
                </a:cubicBezTo>
                <a:cubicBezTo>
                  <a:pt x="301" y="391"/>
                  <a:pt x="292" y="329"/>
                  <a:pt x="265" y="258"/>
                </a:cubicBezTo>
                <a:close/>
                <a:moveTo>
                  <a:pt x="275" y="178"/>
                </a:moveTo>
                <a:lnTo>
                  <a:pt x="275" y="178"/>
                </a:lnTo>
                <a:cubicBezTo>
                  <a:pt x="275" y="187"/>
                  <a:pt x="284" y="196"/>
                  <a:pt x="284" y="204"/>
                </a:cubicBezTo>
                <a:cubicBezTo>
                  <a:pt x="284" y="213"/>
                  <a:pt x="284" y="213"/>
                  <a:pt x="292" y="213"/>
                </a:cubicBezTo>
                <a:cubicBezTo>
                  <a:pt x="354" y="213"/>
                  <a:pt x="425" y="222"/>
                  <a:pt x="425" y="222"/>
                </a:cubicBezTo>
                <a:cubicBezTo>
                  <a:pt x="425" y="178"/>
                  <a:pt x="407" y="134"/>
                  <a:pt x="381" y="98"/>
                </a:cubicBezTo>
                <a:cubicBezTo>
                  <a:pt x="381" y="107"/>
                  <a:pt x="346" y="151"/>
                  <a:pt x="275" y="178"/>
                </a:cubicBezTo>
                <a:close/>
                <a:moveTo>
                  <a:pt x="301" y="249"/>
                </a:moveTo>
                <a:lnTo>
                  <a:pt x="301" y="249"/>
                </a:lnTo>
                <a:cubicBezTo>
                  <a:pt x="328" y="319"/>
                  <a:pt x="337" y="373"/>
                  <a:pt x="337" y="391"/>
                </a:cubicBezTo>
                <a:cubicBezTo>
                  <a:pt x="381" y="355"/>
                  <a:pt x="416" y="311"/>
                  <a:pt x="425" y="258"/>
                </a:cubicBezTo>
                <a:cubicBezTo>
                  <a:pt x="416" y="258"/>
                  <a:pt x="363" y="240"/>
                  <a:pt x="301" y="24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9" name="Freeform 69"/>
          <p:cNvSpPr/>
          <p:nvPr/>
        </p:nvSpPr>
        <p:spPr>
          <a:xfrm>
            <a:off x="7135920" y="2749680"/>
            <a:ext cx="279360" cy="183960"/>
          </a:xfrm>
          <a:custGeom>
            <a:avLst/>
            <a:gdLst/>
            <a:ahLst/>
            <a:rect l="l" t="t" r="r" b="b"/>
            <a:pathLst>
              <a:path w="514" h="338">
                <a:moveTo>
                  <a:pt x="203" y="142"/>
                </a:moveTo>
                <a:lnTo>
                  <a:pt x="203" y="142"/>
                </a:lnTo>
                <a:cubicBezTo>
                  <a:pt x="203" y="142"/>
                  <a:pt x="247" y="142"/>
                  <a:pt x="247" y="89"/>
                </a:cubicBezTo>
                <a:cubicBezTo>
                  <a:pt x="247" y="27"/>
                  <a:pt x="212" y="0"/>
                  <a:pt x="159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19"/>
                  <a:pt x="0" y="319"/>
                  <a:pt x="0" y="319"/>
                </a:cubicBezTo>
                <a:cubicBezTo>
                  <a:pt x="159" y="319"/>
                  <a:pt x="159" y="319"/>
                  <a:pt x="159" y="319"/>
                </a:cubicBezTo>
                <a:cubicBezTo>
                  <a:pt x="159" y="319"/>
                  <a:pt x="256" y="328"/>
                  <a:pt x="256" y="222"/>
                </a:cubicBezTo>
                <a:cubicBezTo>
                  <a:pt x="256" y="222"/>
                  <a:pt x="265" y="142"/>
                  <a:pt x="203" y="142"/>
                </a:cubicBezTo>
                <a:close/>
                <a:moveTo>
                  <a:pt x="71" y="53"/>
                </a:moveTo>
                <a:lnTo>
                  <a:pt x="71" y="53"/>
                </a:lnTo>
                <a:cubicBezTo>
                  <a:pt x="159" y="53"/>
                  <a:pt x="159" y="53"/>
                  <a:pt x="159" y="53"/>
                </a:cubicBezTo>
                <a:cubicBezTo>
                  <a:pt x="159" y="53"/>
                  <a:pt x="186" y="53"/>
                  <a:pt x="186" y="89"/>
                </a:cubicBezTo>
                <a:cubicBezTo>
                  <a:pt x="186" y="125"/>
                  <a:pt x="168" y="125"/>
                  <a:pt x="150" y="125"/>
                </a:cubicBezTo>
                <a:cubicBezTo>
                  <a:pt x="71" y="125"/>
                  <a:pt x="71" y="125"/>
                  <a:pt x="71" y="125"/>
                </a:cubicBezTo>
                <a:lnTo>
                  <a:pt x="71" y="53"/>
                </a:lnTo>
                <a:close/>
                <a:moveTo>
                  <a:pt x="159" y="266"/>
                </a:moveTo>
                <a:lnTo>
                  <a:pt x="159" y="266"/>
                </a:lnTo>
                <a:cubicBezTo>
                  <a:pt x="71" y="266"/>
                  <a:pt x="71" y="266"/>
                  <a:pt x="71" y="266"/>
                </a:cubicBezTo>
                <a:cubicBezTo>
                  <a:pt x="71" y="178"/>
                  <a:pt x="71" y="178"/>
                  <a:pt x="71" y="178"/>
                </a:cubicBezTo>
                <a:cubicBezTo>
                  <a:pt x="159" y="178"/>
                  <a:pt x="159" y="178"/>
                  <a:pt x="159" y="178"/>
                </a:cubicBezTo>
                <a:cubicBezTo>
                  <a:pt x="159" y="178"/>
                  <a:pt x="194" y="178"/>
                  <a:pt x="194" y="222"/>
                </a:cubicBezTo>
                <a:cubicBezTo>
                  <a:pt x="194" y="257"/>
                  <a:pt x="168" y="266"/>
                  <a:pt x="159" y="266"/>
                </a:cubicBezTo>
                <a:close/>
                <a:moveTo>
                  <a:pt x="390" y="80"/>
                </a:moveTo>
                <a:lnTo>
                  <a:pt x="390" y="80"/>
                </a:lnTo>
                <a:cubicBezTo>
                  <a:pt x="265" y="80"/>
                  <a:pt x="265" y="204"/>
                  <a:pt x="265" y="204"/>
                </a:cubicBezTo>
                <a:cubicBezTo>
                  <a:pt x="265" y="204"/>
                  <a:pt x="265" y="328"/>
                  <a:pt x="390" y="328"/>
                </a:cubicBezTo>
                <a:cubicBezTo>
                  <a:pt x="390" y="328"/>
                  <a:pt x="496" y="337"/>
                  <a:pt x="496" y="240"/>
                </a:cubicBezTo>
                <a:cubicBezTo>
                  <a:pt x="443" y="240"/>
                  <a:pt x="443" y="240"/>
                  <a:pt x="443" y="240"/>
                </a:cubicBezTo>
                <a:cubicBezTo>
                  <a:pt x="443" y="240"/>
                  <a:pt x="443" y="275"/>
                  <a:pt x="390" y="275"/>
                </a:cubicBezTo>
                <a:cubicBezTo>
                  <a:pt x="390" y="275"/>
                  <a:pt x="337" y="284"/>
                  <a:pt x="337" y="222"/>
                </a:cubicBezTo>
                <a:cubicBezTo>
                  <a:pt x="496" y="222"/>
                  <a:pt x="496" y="222"/>
                  <a:pt x="496" y="222"/>
                </a:cubicBezTo>
                <a:cubicBezTo>
                  <a:pt x="496" y="222"/>
                  <a:pt x="513" y="80"/>
                  <a:pt x="390" y="80"/>
                </a:cubicBezTo>
                <a:close/>
                <a:moveTo>
                  <a:pt x="434" y="178"/>
                </a:moveTo>
                <a:lnTo>
                  <a:pt x="434" y="178"/>
                </a:lnTo>
                <a:cubicBezTo>
                  <a:pt x="337" y="178"/>
                  <a:pt x="337" y="178"/>
                  <a:pt x="337" y="178"/>
                </a:cubicBezTo>
                <a:cubicBezTo>
                  <a:pt x="337" y="178"/>
                  <a:pt x="345" y="125"/>
                  <a:pt x="390" y="125"/>
                </a:cubicBezTo>
                <a:cubicBezTo>
                  <a:pt x="434" y="125"/>
                  <a:pt x="434" y="178"/>
                  <a:pt x="434" y="178"/>
                </a:cubicBezTo>
                <a:close/>
                <a:moveTo>
                  <a:pt x="452" y="18"/>
                </a:moveTo>
                <a:lnTo>
                  <a:pt x="452" y="18"/>
                </a:lnTo>
                <a:cubicBezTo>
                  <a:pt x="319" y="18"/>
                  <a:pt x="319" y="18"/>
                  <a:pt x="319" y="18"/>
                </a:cubicBezTo>
                <a:cubicBezTo>
                  <a:pt x="319" y="62"/>
                  <a:pt x="319" y="62"/>
                  <a:pt x="319" y="62"/>
                </a:cubicBezTo>
                <a:cubicBezTo>
                  <a:pt x="452" y="62"/>
                  <a:pt x="452" y="62"/>
                  <a:pt x="452" y="62"/>
                </a:cubicBezTo>
                <a:lnTo>
                  <a:pt x="452" y="1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0" name="Freeform 70"/>
          <p:cNvSpPr/>
          <p:nvPr/>
        </p:nvSpPr>
        <p:spPr>
          <a:xfrm>
            <a:off x="739800" y="2178000"/>
            <a:ext cx="152280" cy="246240"/>
          </a:xfrm>
          <a:custGeom>
            <a:avLst/>
            <a:gdLst/>
            <a:ahLst/>
            <a:rect l="l" t="t" r="r" b="b"/>
            <a:pathLst>
              <a:path w="284" h="454">
                <a:moveTo>
                  <a:pt x="283" y="426"/>
                </a:moveTo>
                <a:lnTo>
                  <a:pt x="283" y="426"/>
                </a:lnTo>
                <a:cubicBezTo>
                  <a:pt x="257" y="435"/>
                  <a:pt x="239" y="444"/>
                  <a:pt x="230" y="453"/>
                </a:cubicBezTo>
                <a:cubicBezTo>
                  <a:pt x="213" y="453"/>
                  <a:pt x="195" y="453"/>
                  <a:pt x="177" y="453"/>
                </a:cubicBezTo>
                <a:cubicBezTo>
                  <a:pt x="160" y="453"/>
                  <a:pt x="142" y="453"/>
                  <a:pt x="124" y="444"/>
                </a:cubicBezTo>
                <a:cubicBezTo>
                  <a:pt x="106" y="444"/>
                  <a:pt x="88" y="435"/>
                  <a:pt x="80" y="426"/>
                </a:cubicBezTo>
                <a:cubicBezTo>
                  <a:pt x="71" y="417"/>
                  <a:pt x="61" y="400"/>
                  <a:pt x="61" y="391"/>
                </a:cubicBezTo>
                <a:cubicBezTo>
                  <a:pt x="53" y="382"/>
                  <a:pt x="53" y="364"/>
                  <a:pt x="53" y="347"/>
                </a:cubicBezTo>
                <a:cubicBezTo>
                  <a:pt x="53" y="187"/>
                  <a:pt x="53" y="187"/>
                  <a:pt x="53" y="187"/>
                </a:cubicBezTo>
                <a:cubicBezTo>
                  <a:pt x="0" y="187"/>
                  <a:pt x="0" y="187"/>
                  <a:pt x="0" y="187"/>
                </a:cubicBezTo>
                <a:cubicBezTo>
                  <a:pt x="0" y="116"/>
                  <a:pt x="0" y="116"/>
                  <a:pt x="0" y="116"/>
                </a:cubicBezTo>
                <a:cubicBezTo>
                  <a:pt x="17" y="116"/>
                  <a:pt x="35" y="107"/>
                  <a:pt x="44" y="98"/>
                </a:cubicBezTo>
                <a:cubicBezTo>
                  <a:pt x="61" y="81"/>
                  <a:pt x="71" y="72"/>
                  <a:pt x="80" y="54"/>
                </a:cubicBezTo>
                <a:cubicBezTo>
                  <a:pt x="88" y="36"/>
                  <a:pt x="88" y="19"/>
                  <a:pt x="97" y="0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116"/>
                  <a:pt x="160" y="116"/>
                  <a:pt x="160" y="116"/>
                </a:cubicBezTo>
                <a:cubicBezTo>
                  <a:pt x="266" y="116"/>
                  <a:pt x="266" y="116"/>
                  <a:pt x="266" y="116"/>
                </a:cubicBezTo>
                <a:cubicBezTo>
                  <a:pt x="266" y="187"/>
                  <a:pt x="266" y="187"/>
                  <a:pt x="266" y="187"/>
                </a:cubicBezTo>
                <a:cubicBezTo>
                  <a:pt x="160" y="187"/>
                  <a:pt x="160" y="187"/>
                  <a:pt x="160" y="187"/>
                </a:cubicBezTo>
                <a:cubicBezTo>
                  <a:pt x="160" y="302"/>
                  <a:pt x="160" y="302"/>
                  <a:pt x="160" y="302"/>
                </a:cubicBezTo>
                <a:cubicBezTo>
                  <a:pt x="160" y="329"/>
                  <a:pt x="160" y="347"/>
                  <a:pt x="160" y="355"/>
                </a:cubicBezTo>
                <a:cubicBezTo>
                  <a:pt x="168" y="364"/>
                  <a:pt x="168" y="364"/>
                  <a:pt x="177" y="373"/>
                </a:cubicBezTo>
                <a:cubicBezTo>
                  <a:pt x="186" y="373"/>
                  <a:pt x="195" y="382"/>
                  <a:pt x="213" y="382"/>
                </a:cubicBezTo>
                <a:cubicBezTo>
                  <a:pt x="230" y="382"/>
                  <a:pt x="257" y="373"/>
                  <a:pt x="283" y="355"/>
                </a:cubicBezTo>
                <a:lnTo>
                  <a:pt x="283" y="426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1" name="Freeform 71"/>
          <p:cNvSpPr/>
          <p:nvPr/>
        </p:nvSpPr>
        <p:spPr>
          <a:xfrm>
            <a:off x="1224000" y="2173320"/>
            <a:ext cx="262080" cy="255600"/>
          </a:xfrm>
          <a:custGeom>
            <a:avLst/>
            <a:gdLst/>
            <a:ahLst/>
            <a:rect l="l" t="t" r="r" b="b"/>
            <a:pathLst>
              <a:path w="480" h="471">
                <a:moveTo>
                  <a:pt x="239" y="0"/>
                </a:moveTo>
                <a:lnTo>
                  <a:pt x="239" y="0"/>
                </a:lnTo>
                <a:cubicBezTo>
                  <a:pt x="107" y="0"/>
                  <a:pt x="0" y="107"/>
                  <a:pt x="0" y="231"/>
                </a:cubicBezTo>
                <a:cubicBezTo>
                  <a:pt x="0" y="364"/>
                  <a:pt x="107" y="470"/>
                  <a:pt x="239" y="470"/>
                </a:cubicBezTo>
                <a:cubicBezTo>
                  <a:pt x="372" y="470"/>
                  <a:pt x="479" y="364"/>
                  <a:pt x="479" y="231"/>
                </a:cubicBezTo>
                <a:cubicBezTo>
                  <a:pt x="479" y="107"/>
                  <a:pt x="372" y="0"/>
                  <a:pt x="239" y="0"/>
                </a:cubicBezTo>
                <a:close/>
                <a:moveTo>
                  <a:pt x="301" y="338"/>
                </a:moveTo>
                <a:lnTo>
                  <a:pt x="301" y="338"/>
                </a:lnTo>
                <a:cubicBezTo>
                  <a:pt x="292" y="347"/>
                  <a:pt x="283" y="347"/>
                  <a:pt x="274" y="347"/>
                </a:cubicBezTo>
                <a:cubicBezTo>
                  <a:pt x="266" y="347"/>
                  <a:pt x="257" y="347"/>
                  <a:pt x="248" y="347"/>
                </a:cubicBezTo>
                <a:cubicBezTo>
                  <a:pt x="239" y="347"/>
                  <a:pt x="230" y="347"/>
                  <a:pt x="221" y="347"/>
                </a:cubicBezTo>
                <a:cubicBezTo>
                  <a:pt x="213" y="347"/>
                  <a:pt x="204" y="338"/>
                  <a:pt x="204" y="338"/>
                </a:cubicBezTo>
                <a:cubicBezTo>
                  <a:pt x="195" y="328"/>
                  <a:pt x="195" y="328"/>
                  <a:pt x="186" y="320"/>
                </a:cubicBezTo>
                <a:cubicBezTo>
                  <a:pt x="186" y="311"/>
                  <a:pt x="186" y="303"/>
                  <a:pt x="186" y="293"/>
                </a:cubicBezTo>
                <a:cubicBezTo>
                  <a:pt x="186" y="213"/>
                  <a:pt x="186" y="213"/>
                  <a:pt x="186" y="213"/>
                </a:cubicBezTo>
                <a:cubicBezTo>
                  <a:pt x="159" y="213"/>
                  <a:pt x="159" y="213"/>
                  <a:pt x="159" y="213"/>
                </a:cubicBezTo>
                <a:cubicBezTo>
                  <a:pt x="159" y="178"/>
                  <a:pt x="159" y="178"/>
                  <a:pt x="159" y="178"/>
                </a:cubicBezTo>
                <a:cubicBezTo>
                  <a:pt x="168" y="178"/>
                  <a:pt x="177" y="178"/>
                  <a:pt x="186" y="169"/>
                </a:cubicBezTo>
                <a:cubicBezTo>
                  <a:pt x="195" y="160"/>
                  <a:pt x="195" y="160"/>
                  <a:pt x="204" y="151"/>
                </a:cubicBezTo>
                <a:cubicBezTo>
                  <a:pt x="204" y="143"/>
                  <a:pt x="204" y="134"/>
                  <a:pt x="213" y="116"/>
                </a:cubicBezTo>
                <a:cubicBezTo>
                  <a:pt x="239" y="116"/>
                  <a:pt x="239" y="116"/>
                  <a:pt x="239" y="116"/>
                </a:cubicBezTo>
                <a:cubicBezTo>
                  <a:pt x="239" y="178"/>
                  <a:pt x="239" y="178"/>
                  <a:pt x="239" y="178"/>
                </a:cubicBezTo>
                <a:cubicBezTo>
                  <a:pt x="292" y="178"/>
                  <a:pt x="292" y="178"/>
                  <a:pt x="292" y="178"/>
                </a:cubicBezTo>
                <a:cubicBezTo>
                  <a:pt x="292" y="213"/>
                  <a:pt x="292" y="213"/>
                  <a:pt x="292" y="213"/>
                </a:cubicBezTo>
                <a:cubicBezTo>
                  <a:pt x="239" y="213"/>
                  <a:pt x="239" y="213"/>
                  <a:pt x="239" y="213"/>
                </a:cubicBezTo>
                <a:cubicBezTo>
                  <a:pt x="239" y="275"/>
                  <a:pt x="239" y="275"/>
                  <a:pt x="239" y="275"/>
                </a:cubicBezTo>
                <a:cubicBezTo>
                  <a:pt x="239" y="284"/>
                  <a:pt x="239" y="293"/>
                  <a:pt x="239" y="303"/>
                </a:cubicBezTo>
                <a:cubicBezTo>
                  <a:pt x="248" y="303"/>
                  <a:pt x="248" y="303"/>
                  <a:pt x="248" y="311"/>
                </a:cubicBezTo>
                <a:cubicBezTo>
                  <a:pt x="257" y="311"/>
                  <a:pt x="266" y="311"/>
                  <a:pt x="266" y="311"/>
                </a:cubicBezTo>
                <a:cubicBezTo>
                  <a:pt x="283" y="311"/>
                  <a:pt x="292" y="311"/>
                  <a:pt x="301" y="303"/>
                </a:cubicBezTo>
                <a:lnTo>
                  <a:pt x="301" y="33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2" name="Freeform 72"/>
          <p:cNvSpPr/>
          <p:nvPr/>
        </p:nvSpPr>
        <p:spPr>
          <a:xfrm>
            <a:off x="692280" y="1660680"/>
            <a:ext cx="250560" cy="206280"/>
          </a:xfrm>
          <a:custGeom>
            <a:avLst/>
            <a:gdLst/>
            <a:ahLst/>
            <a:rect l="l" t="t" r="r" b="b"/>
            <a:pathLst>
              <a:path w="462" h="383">
                <a:moveTo>
                  <a:pt x="310" y="222"/>
                </a:moveTo>
                <a:lnTo>
                  <a:pt x="310" y="222"/>
                </a:lnTo>
                <a:cubicBezTo>
                  <a:pt x="293" y="222"/>
                  <a:pt x="275" y="240"/>
                  <a:pt x="275" y="266"/>
                </a:cubicBezTo>
                <a:cubicBezTo>
                  <a:pt x="275" y="294"/>
                  <a:pt x="293" y="310"/>
                  <a:pt x="310" y="310"/>
                </a:cubicBezTo>
                <a:cubicBezTo>
                  <a:pt x="328" y="310"/>
                  <a:pt x="337" y="294"/>
                  <a:pt x="337" y="266"/>
                </a:cubicBezTo>
                <a:cubicBezTo>
                  <a:pt x="337" y="240"/>
                  <a:pt x="328" y="222"/>
                  <a:pt x="310" y="222"/>
                </a:cubicBezTo>
                <a:close/>
                <a:moveTo>
                  <a:pt x="416" y="107"/>
                </a:moveTo>
                <a:lnTo>
                  <a:pt x="416" y="107"/>
                </a:lnTo>
                <a:cubicBezTo>
                  <a:pt x="425" y="98"/>
                  <a:pt x="425" y="45"/>
                  <a:pt x="408" y="0"/>
                </a:cubicBezTo>
                <a:cubicBezTo>
                  <a:pt x="408" y="0"/>
                  <a:pt x="363" y="0"/>
                  <a:pt x="293" y="45"/>
                </a:cubicBezTo>
                <a:cubicBezTo>
                  <a:pt x="275" y="45"/>
                  <a:pt x="257" y="45"/>
                  <a:pt x="231" y="45"/>
                </a:cubicBezTo>
                <a:cubicBezTo>
                  <a:pt x="204" y="45"/>
                  <a:pt x="177" y="45"/>
                  <a:pt x="169" y="45"/>
                </a:cubicBezTo>
                <a:cubicBezTo>
                  <a:pt x="97" y="0"/>
                  <a:pt x="53" y="0"/>
                  <a:pt x="53" y="0"/>
                </a:cubicBezTo>
                <a:cubicBezTo>
                  <a:pt x="36" y="45"/>
                  <a:pt x="36" y="98"/>
                  <a:pt x="36" y="107"/>
                </a:cubicBezTo>
                <a:cubicBezTo>
                  <a:pt x="18" y="134"/>
                  <a:pt x="0" y="160"/>
                  <a:pt x="0" y="204"/>
                </a:cubicBezTo>
                <a:cubicBezTo>
                  <a:pt x="0" y="382"/>
                  <a:pt x="150" y="382"/>
                  <a:pt x="186" y="382"/>
                </a:cubicBezTo>
                <a:cubicBezTo>
                  <a:pt x="195" y="382"/>
                  <a:pt x="213" y="382"/>
                  <a:pt x="231" y="382"/>
                </a:cubicBezTo>
                <a:cubicBezTo>
                  <a:pt x="249" y="382"/>
                  <a:pt x="266" y="382"/>
                  <a:pt x="275" y="382"/>
                </a:cubicBezTo>
                <a:cubicBezTo>
                  <a:pt x="310" y="382"/>
                  <a:pt x="461" y="382"/>
                  <a:pt x="461" y="204"/>
                </a:cubicBezTo>
                <a:cubicBezTo>
                  <a:pt x="461" y="160"/>
                  <a:pt x="443" y="134"/>
                  <a:pt x="416" y="107"/>
                </a:cubicBezTo>
                <a:close/>
                <a:moveTo>
                  <a:pt x="231" y="364"/>
                </a:moveTo>
                <a:lnTo>
                  <a:pt x="231" y="364"/>
                </a:lnTo>
                <a:lnTo>
                  <a:pt x="231" y="364"/>
                </a:lnTo>
                <a:cubicBezTo>
                  <a:pt x="133" y="364"/>
                  <a:pt x="62" y="355"/>
                  <a:pt x="62" y="257"/>
                </a:cubicBezTo>
                <a:cubicBezTo>
                  <a:pt x="62" y="240"/>
                  <a:pt x="71" y="213"/>
                  <a:pt x="89" y="204"/>
                </a:cubicBezTo>
                <a:cubicBezTo>
                  <a:pt x="115" y="169"/>
                  <a:pt x="169" y="187"/>
                  <a:pt x="231" y="187"/>
                </a:cubicBezTo>
                <a:lnTo>
                  <a:pt x="231" y="187"/>
                </a:lnTo>
                <a:lnTo>
                  <a:pt x="231" y="187"/>
                </a:lnTo>
                <a:cubicBezTo>
                  <a:pt x="293" y="187"/>
                  <a:pt x="337" y="169"/>
                  <a:pt x="372" y="204"/>
                </a:cubicBezTo>
                <a:cubicBezTo>
                  <a:pt x="390" y="213"/>
                  <a:pt x="399" y="240"/>
                  <a:pt x="399" y="257"/>
                </a:cubicBezTo>
                <a:cubicBezTo>
                  <a:pt x="399" y="355"/>
                  <a:pt x="328" y="364"/>
                  <a:pt x="231" y="364"/>
                </a:cubicBezTo>
                <a:close/>
                <a:moveTo>
                  <a:pt x="150" y="222"/>
                </a:moveTo>
                <a:lnTo>
                  <a:pt x="150" y="222"/>
                </a:lnTo>
                <a:cubicBezTo>
                  <a:pt x="133" y="222"/>
                  <a:pt x="115" y="240"/>
                  <a:pt x="115" y="266"/>
                </a:cubicBezTo>
                <a:cubicBezTo>
                  <a:pt x="115" y="294"/>
                  <a:pt x="133" y="310"/>
                  <a:pt x="150" y="310"/>
                </a:cubicBezTo>
                <a:cubicBezTo>
                  <a:pt x="169" y="310"/>
                  <a:pt x="186" y="294"/>
                  <a:pt x="186" y="266"/>
                </a:cubicBezTo>
                <a:cubicBezTo>
                  <a:pt x="186" y="240"/>
                  <a:pt x="169" y="222"/>
                  <a:pt x="150" y="22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3" name="Freeform 73"/>
          <p:cNvSpPr/>
          <p:nvPr/>
        </p:nvSpPr>
        <p:spPr>
          <a:xfrm>
            <a:off x="1224000" y="1635120"/>
            <a:ext cx="262080" cy="257040"/>
          </a:xfrm>
          <a:custGeom>
            <a:avLst/>
            <a:gdLst/>
            <a:ahLst/>
            <a:rect l="l" t="t" r="r" b="b"/>
            <a:pathLst>
              <a:path w="480" h="471">
                <a:moveTo>
                  <a:pt x="239" y="231"/>
                </a:moveTo>
                <a:lnTo>
                  <a:pt x="239" y="231"/>
                </a:lnTo>
                <a:lnTo>
                  <a:pt x="239" y="231"/>
                </a:lnTo>
                <a:lnTo>
                  <a:pt x="239" y="231"/>
                </a:lnTo>
                <a:cubicBezTo>
                  <a:pt x="213" y="231"/>
                  <a:pt x="186" y="222"/>
                  <a:pt x="168" y="240"/>
                </a:cubicBezTo>
                <a:cubicBezTo>
                  <a:pt x="159" y="248"/>
                  <a:pt x="151" y="257"/>
                  <a:pt x="151" y="266"/>
                </a:cubicBezTo>
                <a:cubicBezTo>
                  <a:pt x="151" y="319"/>
                  <a:pt x="195" y="319"/>
                  <a:pt x="239" y="319"/>
                </a:cubicBezTo>
                <a:lnTo>
                  <a:pt x="239" y="319"/>
                </a:lnTo>
                <a:cubicBezTo>
                  <a:pt x="283" y="319"/>
                  <a:pt x="319" y="319"/>
                  <a:pt x="319" y="266"/>
                </a:cubicBezTo>
                <a:cubicBezTo>
                  <a:pt x="319" y="257"/>
                  <a:pt x="319" y="248"/>
                  <a:pt x="310" y="240"/>
                </a:cubicBezTo>
                <a:cubicBezTo>
                  <a:pt x="292" y="222"/>
                  <a:pt x="266" y="231"/>
                  <a:pt x="239" y="231"/>
                </a:cubicBezTo>
                <a:close/>
                <a:moveTo>
                  <a:pt x="195" y="293"/>
                </a:moveTo>
                <a:lnTo>
                  <a:pt x="195" y="293"/>
                </a:lnTo>
                <a:cubicBezTo>
                  <a:pt x="186" y="293"/>
                  <a:pt x="186" y="284"/>
                  <a:pt x="186" y="275"/>
                </a:cubicBezTo>
                <a:cubicBezTo>
                  <a:pt x="186" y="257"/>
                  <a:pt x="186" y="248"/>
                  <a:pt x="195" y="248"/>
                </a:cubicBezTo>
                <a:cubicBezTo>
                  <a:pt x="204" y="248"/>
                  <a:pt x="213" y="257"/>
                  <a:pt x="213" y="275"/>
                </a:cubicBezTo>
                <a:cubicBezTo>
                  <a:pt x="213" y="284"/>
                  <a:pt x="204" y="293"/>
                  <a:pt x="195" y="293"/>
                </a:cubicBezTo>
                <a:close/>
                <a:moveTo>
                  <a:pt x="274" y="293"/>
                </a:moveTo>
                <a:lnTo>
                  <a:pt x="274" y="293"/>
                </a:lnTo>
                <a:cubicBezTo>
                  <a:pt x="266" y="293"/>
                  <a:pt x="266" y="284"/>
                  <a:pt x="266" y="275"/>
                </a:cubicBezTo>
                <a:cubicBezTo>
                  <a:pt x="266" y="257"/>
                  <a:pt x="266" y="248"/>
                  <a:pt x="274" y="248"/>
                </a:cubicBezTo>
                <a:cubicBezTo>
                  <a:pt x="283" y="248"/>
                  <a:pt x="292" y="257"/>
                  <a:pt x="292" y="275"/>
                </a:cubicBezTo>
                <a:cubicBezTo>
                  <a:pt x="292" y="284"/>
                  <a:pt x="283" y="293"/>
                  <a:pt x="274" y="293"/>
                </a:cubicBezTo>
                <a:close/>
                <a:moveTo>
                  <a:pt x="239" y="0"/>
                </a:moveTo>
                <a:lnTo>
                  <a:pt x="239" y="0"/>
                </a:lnTo>
                <a:cubicBezTo>
                  <a:pt x="107" y="0"/>
                  <a:pt x="0" y="107"/>
                  <a:pt x="0" y="231"/>
                </a:cubicBezTo>
                <a:cubicBezTo>
                  <a:pt x="0" y="363"/>
                  <a:pt x="107" y="470"/>
                  <a:pt x="239" y="470"/>
                </a:cubicBezTo>
                <a:cubicBezTo>
                  <a:pt x="372" y="470"/>
                  <a:pt x="479" y="363"/>
                  <a:pt x="479" y="231"/>
                </a:cubicBezTo>
                <a:cubicBezTo>
                  <a:pt x="479" y="107"/>
                  <a:pt x="372" y="0"/>
                  <a:pt x="239" y="0"/>
                </a:cubicBezTo>
                <a:close/>
                <a:moveTo>
                  <a:pt x="257" y="328"/>
                </a:moveTo>
                <a:lnTo>
                  <a:pt x="257" y="328"/>
                </a:lnTo>
                <a:cubicBezTo>
                  <a:pt x="257" y="328"/>
                  <a:pt x="248" y="328"/>
                  <a:pt x="239" y="328"/>
                </a:cubicBezTo>
                <a:cubicBezTo>
                  <a:pt x="230" y="328"/>
                  <a:pt x="221" y="328"/>
                  <a:pt x="213" y="328"/>
                </a:cubicBezTo>
                <a:cubicBezTo>
                  <a:pt x="195" y="328"/>
                  <a:pt x="123" y="328"/>
                  <a:pt x="123" y="240"/>
                </a:cubicBezTo>
                <a:cubicBezTo>
                  <a:pt x="123" y="222"/>
                  <a:pt x="133" y="204"/>
                  <a:pt x="142" y="195"/>
                </a:cubicBezTo>
                <a:cubicBezTo>
                  <a:pt x="142" y="187"/>
                  <a:pt x="142" y="160"/>
                  <a:pt x="151" y="134"/>
                </a:cubicBezTo>
                <a:cubicBezTo>
                  <a:pt x="151" y="134"/>
                  <a:pt x="168" y="142"/>
                  <a:pt x="204" y="160"/>
                </a:cubicBezTo>
                <a:cubicBezTo>
                  <a:pt x="213" y="160"/>
                  <a:pt x="230" y="160"/>
                  <a:pt x="239" y="160"/>
                </a:cubicBezTo>
                <a:cubicBezTo>
                  <a:pt x="248" y="160"/>
                  <a:pt x="266" y="160"/>
                  <a:pt x="266" y="160"/>
                </a:cubicBezTo>
                <a:cubicBezTo>
                  <a:pt x="301" y="142"/>
                  <a:pt x="327" y="134"/>
                  <a:pt x="327" y="134"/>
                </a:cubicBezTo>
                <a:cubicBezTo>
                  <a:pt x="336" y="160"/>
                  <a:pt x="336" y="187"/>
                  <a:pt x="336" y="195"/>
                </a:cubicBezTo>
                <a:cubicBezTo>
                  <a:pt x="345" y="204"/>
                  <a:pt x="354" y="222"/>
                  <a:pt x="354" y="240"/>
                </a:cubicBezTo>
                <a:cubicBezTo>
                  <a:pt x="354" y="328"/>
                  <a:pt x="274" y="328"/>
                  <a:pt x="257" y="32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4" name="Freeform 74"/>
          <p:cNvSpPr/>
          <p:nvPr/>
        </p:nvSpPr>
        <p:spPr>
          <a:xfrm>
            <a:off x="6611760" y="1644480"/>
            <a:ext cx="243000" cy="238320"/>
          </a:xfrm>
          <a:custGeom>
            <a:avLst/>
            <a:gdLst/>
            <a:ahLst/>
            <a:rect l="l" t="t" r="r" b="b"/>
            <a:pathLst>
              <a:path w="445" h="436">
                <a:moveTo>
                  <a:pt x="27" y="107"/>
                </a:moveTo>
                <a:lnTo>
                  <a:pt x="27" y="107"/>
                </a:lnTo>
                <a:cubicBezTo>
                  <a:pt x="27" y="142"/>
                  <a:pt x="36" y="169"/>
                  <a:pt x="62" y="186"/>
                </a:cubicBezTo>
                <a:cubicBezTo>
                  <a:pt x="81" y="195"/>
                  <a:pt x="107" y="204"/>
                  <a:pt x="116" y="204"/>
                </a:cubicBezTo>
                <a:lnTo>
                  <a:pt x="125" y="204"/>
                </a:lnTo>
                <a:cubicBezTo>
                  <a:pt x="125" y="204"/>
                  <a:pt x="116" y="222"/>
                  <a:pt x="134" y="248"/>
                </a:cubicBezTo>
                <a:lnTo>
                  <a:pt x="134" y="248"/>
                </a:lnTo>
                <a:cubicBezTo>
                  <a:pt x="107" y="248"/>
                  <a:pt x="0" y="257"/>
                  <a:pt x="0" y="345"/>
                </a:cubicBezTo>
                <a:cubicBezTo>
                  <a:pt x="0" y="435"/>
                  <a:pt x="98" y="435"/>
                  <a:pt x="116" y="435"/>
                </a:cubicBezTo>
                <a:lnTo>
                  <a:pt x="116" y="435"/>
                </a:lnTo>
                <a:cubicBezTo>
                  <a:pt x="116" y="435"/>
                  <a:pt x="116" y="435"/>
                  <a:pt x="125" y="435"/>
                </a:cubicBezTo>
                <a:cubicBezTo>
                  <a:pt x="134" y="435"/>
                  <a:pt x="169" y="435"/>
                  <a:pt x="196" y="417"/>
                </a:cubicBezTo>
                <a:cubicBezTo>
                  <a:pt x="231" y="399"/>
                  <a:pt x="249" y="364"/>
                  <a:pt x="249" y="320"/>
                </a:cubicBezTo>
                <a:cubicBezTo>
                  <a:pt x="249" y="275"/>
                  <a:pt x="222" y="248"/>
                  <a:pt x="205" y="230"/>
                </a:cubicBezTo>
                <a:cubicBezTo>
                  <a:pt x="187" y="222"/>
                  <a:pt x="178" y="213"/>
                  <a:pt x="178" y="204"/>
                </a:cubicBezTo>
                <a:cubicBezTo>
                  <a:pt x="178" y="195"/>
                  <a:pt x="187" y="186"/>
                  <a:pt x="196" y="177"/>
                </a:cubicBezTo>
                <a:cubicBezTo>
                  <a:pt x="213" y="160"/>
                  <a:pt x="231" y="142"/>
                  <a:pt x="231" y="98"/>
                </a:cubicBezTo>
                <a:cubicBezTo>
                  <a:pt x="231" y="62"/>
                  <a:pt x="222" y="36"/>
                  <a:pt x="196" y="18"/>
                </a:cubicBezTo>
                <a:lnTo>
                  <a:pt x="213" y="18"/>
                </a:lnTo>
                <a:cubicBezTo>
                  <a:pt x="231" y="18"/>
                  <a:pt x="249" y="9"/>
                  <a:pt x="249" y="0"/>
                </a:cubicBezTo>
                <a:lnTo>
                  <a:pt x="249" y="0"/>
                </a:lnTo>
                <a:cubicBezTo>
                  <a:pt x="143" y="0"/>
                  <a:pt x="143" y="0"/>
                  <a:pt x="143" y="0"/>
                </a:cubicBezTo>
                <a:cubicBezTo>
                  <a:pt x="134" y="0"/>
                  <a:pt x="27" y="0"/>
                  <a:pt x="27" y="107"/>
                </a:cubicBezTo>
                <a:close/>
                <a:moveTo>
                  <a:pt x="205" y="328"/>
                </a:moveTo>
                <a:lnTo>
                  <a:pt x="205" y="328"/>
                </a:lnTo>
                <a:cubicBezTo>
                  <a:pt x="213" y="364"/>
                  <a:pt x="178" y="390"/>
                  <a:pt x="134" y="390"/>
                </a:cubicBezTo>
                <a:cubicBezTo>
                  <a:pt x="90" y="399"/>
                  <a:pt x="54" y="381"/>
                  <a:pt x="54" y="345"/>
                </a:cubicBezTo>
                <a:cubicBezTo>
                  <a:pt x="45" y="328"/>
                  <a:pt x="54" y="310"/>
                  <a:pt x="71" y="292"/>
                </a:cubicBezTo>
                <a:cubicBezTo>
                  <a:pt x="90" y="283"/>
                  <a:pt x="107" y="275"/>
                  <a:pt x="125" y="275"/>
                </a:cubicBezTo>
                <a:cubicBezTo>
                  <a:pt x="134" y="275"/>
                  <a:pt x="134" y="275"/>
                  <a:pt x="134" y="275"/>
                </a:cubicBezTo>
                <a:cubicBezTo>
                  <a:pt x="178" y="275"/>
                  <a:pt x="205" y="301"/>
                  <a:pt x="205" y="328"/>
                </a:cubicBezTo>
                <a:close/>
                <a:moveTo>
                  <a:pt x="178" y="80"/>
                </a:moveTo>
                <a:lnTo>
                  <a:pt x="178" y="80"/>
                </a:lnTo>
                <a:cubicBezTo>
                  <a:pt x="187" y="124"/>
                  <a:pt x="169" y="160"/>
                  <a:pt x="143" y="169"/>
                </a:cubicBezTo>
                <a:cubicBezTo>
                  <a:pt x="143" y="169"/>
                  <a:pt x="143" y="169"/>
                  <a:pt x="134" y="169"/>
                </a:cubicBezTo>
                <a:cubicBezTo>
                  <a:pt x="107" y="169"/>
                  <a:pt x="90" y="151"/>
                  <a:pt x="81" y="116"/>
                </a:cubicBezTo>
                <a:cubicBezTo>
                  <a:pt x="71" y="98"/>
                  <a:pt x="71" y="80"/>
                  <a:pt x="81" y="62"/>
                </a:cubicBezTo>
                <a:cubicBezTo>
                  <a:pt x="81" y="45"/>
                  <a:pt x="98" y="36"/>
                  <a:pt x="107" y="26"/>
                </a:cubicBezTo>
                <a:lnTo>
                  <a:pt x="116" y="26"/>
                </a:lnTo>
                <a:cubicBezTo>
                  <a:pt x="151" y="26"/>
                  <a:pt x="169" y="45"/>
                  <a:pt x="178" y="80"/>
                </a:cubicBezTo>
                <a:close/>
                <a:moveTo>
                  <a:pt x="373" y="169"/>
                </a:moveTo>
                <a:lnTo>
                  <a:pt x="373" y="169"/>
                </a:lnTo>
                <a:cubicBezTo>
                  <a:pt x="373" y="98"/>
                  <a:pt x="373" y="98"/>
                  <a:pt x="373" y="98"/>
                </a:cubicBezTo>
                <a:cubicBezTo>
                  <a:pt x="319" y="98"/>
                  <a:pt x="319" y="98"/>
                  <a:pt x="319" y="98"/>
                </a:cubicBezTo>
                <a:cubicBezTo>
                  <a:pt x="319" y="169"/>
                  <a:pt x="319" y="169"/>
                  <a:pt x="319" y="169"/>
                </a:cubicBezTo>
                <a:cubicBezTo>
                  <a:pt x="249" y="169"/>
                  <a:pt x="249" y="169"/>
                  <a:pt x="249" y="169"/>
                </a:cubicBezTo>
                <a:cubicBezTo>
                  <a:pt x="249" y="213"/>
                  <a:pt x="249" y="213"/>
                  <a:pt x="249" y="213"/>
                </a:cubicBezTo>
                <a:cubicBezTo>
                  <a:pt x="319" y="213"/>
                  <a:pt x="319" y="213"/>
                  <a:pt x="319" y="213"/>
                </a:cubicBezTo>
                <a:cubicBezTo>
                  <a:pt x="319" y="292"/>
                  <a:pt x="319" y="292"/>
                  <a:pt x="319" y="292"/>
                </a:cubicBezTo>
                <a:cubicBezTo>
                  <a:pt x="373" y="292"/>
                  <a:pt x="373" y="292"/>
                  <a:pt x="373" y="292"/>
                </a:cubicBezTo>
                <a:cubicBezTo>
                  <a:pt x="373" y="213"/>
                  <a:pt x="373" y="213"/>
                  <a:pt x="373" y="213"/>
                </a:cubicBezTo>
                <a:cubicBezTo>
                  <a:pt x="444" y="213"/>
                  <a:pt x="444" y="213"/>
                  <a:pt x="444" y="213"/>
                </a:cubicBezTo>
                <a:cubicBezTo>
                  <a:pt x="444" y="169"/>
                  <a:pt x="444" y="169"/>
                  <a:pt x="444" y="169"/>
                </a:cubicBezTo>
                <a:lnTo>
                  <a:pt x="373" y="16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5" name="Freeform 75"/>
          <p:cNvSpPr/>
          <p:nvPr/>
        </p:nvSpPr>
        <p:spPr>
          <a:xfrm>
            <a:off x="5052960" y="1639800"/>
            <a:ext cx="133560" cy="247680"/>
          </a:xfrm>
          <a:custGeom>
            <a:avLst/>
            <a:gdLst/>
            <a:ahLst/>
            <a:rect l="l" t="t" r="r" b="b"/>
            <a:pathLst>
              <a:path w="249" h="453">
                <a:moveTo>
                  <a:pt x="248" y="80"/>
                </a:moveTo>
                <a:lnTo>
                  <a:pt x="248" y="80"/>
                </a:lnTo>
                <a:cubicBezTo>
                  <a:pt x="177" y="80"/>
                  <a:pt x="177" y="80"/>
                  <a:pt x="177" y="80"/>
                </a:cubicBezTo>
                <a:cubicBezTo>
                  <a:pt x="169" y="80"/>
                  <a:pt x="160" y="89"/>
                  <a:pt x="160" y="107"/>
                </a:cubicBezTo>
                <a:cubicBezTo>
                  <a:pt x="160" y="160"/>
                  <a:pt x="160" y="160"/>
                  <a:pt x="160" y="160"/>
                </a:cubicBezTo>
                <a:cubicBezTo>
                  <a:pt x="248" y="160"/>
                  <a:pt x="248" y="160"/>
                  <a:pt x="248" y="160"/>
                </a:cubicBezTo>
                <a:cubicBezTo>
                  <a:pt x="248" y="231"/>
                  <a:pt x="248" y="231"/>
                  <a:pt x="248" y="231"/>
                </a:cubicBezTo>
                <a:cubicBezTo>
                  <a:pt x="160" y="231"/>
                  <a:pt x="160" y="231"/>
                  <a:pt x="160" y="231"/>
                </a:cubicBezTo>
                <a:cubicBezTo>
                  <a:pt x="160" y="452"/>
                  <a:pt x="160" y="452"/>
                  <a:pt x="160" y="452"/>
                </a:cubicBezTo>
                <a:cubicBezTo>
                  <a:pt x="79" y="452"/>
                  <a:pt x="79" y="452"/>
                  <a:pt x="79" y="452"/>
                </a:cubicBezTo>
                <a:cubicBezTo>
                  <a:pt x="79" y="231"/>
                  <a:pt x="79" y="231"/>
                  <a:pt x="79" y="231"/>
                </a:cubicBezTo>
                <a:cubicBezTo>
                  <a:pt x="0" y="231"/>
                  <a:pt x="0" y="231"/>
                  <a:pt x="0" y="231"/>
                </a:cubicBezTo>
                <a:cubicBezTo>
                  <a:pt x="0" y="160"/>
                  <a:pt x="0" y="160"/>
                  <a:pt x="0" y="160"/>
                </a:cubicBezTo>
                <a:cubicBezTo>
                  <a:pt x="79" y="160"/>
                  <a:pt x="79" y="160"/>
                  <a:pt x="79" y="160"/>
                </a:cubicBezTo>
                <a:cubicBezTo>
                  <a:pt x="79" y="116"/>
                  <a:pt x="79" y="116"/>
                  <a:pt x="79" y="116"/>
                </a:cubicBezTo>
                <a:cubicBezTo>
                  <a:pt x="79" y="54"/>
                  <a:pt x="115" y="0"/>
                  <a:pt x="177" y="0"/>
                </a:cubicBezTo>
                <a:cubicBezTo>
                  <a:pt x="248" y="0"/>
                  <a:pt x="248" y="0"/>
                  <a:pt x="248" y="0"/>
                </a:cubicBezTo>
                <a:lnTo>
                  <a:pt x="248" y="80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6" name="Freeform 76"/>
          <p:cNvSpPr/>
          <p:nvPr/>
        </p:nvSpPr>
        <p:spPr>
          <a:xfrm>
            <a:off x="4449600" y="2173320"/>
            <a:ext cx="262080" cy="255600"/>
          </a:xfrm>
          <a:custGeom>
            <a:avLst/>
            <a:gdLst/>
            <a:ahLst/>
            <a:rect l="l" t="t" r="r" b="b"/>
            <a:pathLst>
              <a:path w="480" h="471">
                <a:moveTo>
                  <a:pt x="239" y="0"/>
                </a:moveTo>
                <a:lnTo>
                  <a:pt x="239" y="0"/>
                </a:lnTo>
                <a:cubicBezTo>
                  <a:pt x="107" y="0"/>
                  <a:pt x="0" y="107"/>
                  <a:pt x="0" y="231"/>
                </a:cubicBezTo>
                <a:cubicBezTo>
                  <a:pt x="0" y="364"/>
                  <a:pt x="107" y="470"/>
                  <a:pt x="239" y="470"/>
                </a:cubicBezTo>
                <a:cubicBezTo>
                  <a:pt x="372" y="470"/>
                  <a:pt x="479" y="364"/>
                  <a:pt x="479" y="231"/>
                </a:cubicBezTo>
                <a:cubicBezTo>
                  <a:pt x="479" y="107"/>
                  <a:pt x="372" y="0"/>
                  <a:pt x="239" y="0"/>
                </a:cubicBezTo>
                <a:close/>
                <a:moveTo>
                  <a:pt x="239" y="178"/>
                </a:moveTo>
                <a:lnTo>
                  <a:pt x="239" y="178"/>
                </a:lnTo>
                <a:cubicBezTo>
                  <a:pt x="231" y="178"/>
                  <a:pt x="231" y="187"/>
                  <a:pt x="231" y="196"/>
                </a:cubicBezTo>
                <a:cubicBezTo>
                  <a:pt x="231" y="275"/>
                  <a:pt x="231" y="275"/>
                  <a:pt x="231" y="275"/>
                </a:cubicBezTo>
                <a:cubicBezTo>
                  <a:pt x="231" y="303"/>
                  <a:pt x="204" y="328"/>
                  <a:pt x="169" y="328"/>
                </a:cubicBezTo>
                <a:cubicBezTo>
                  <a:pt x="142" y="328"/>
                  <a:pt x="116" y="303"/>
                  <a:pt x="116" y="275"/>
                </a:cubicBezTo>
                <a:cubicBezTo>
                  <a:pt x="116" y="240"/>
                  <a:pt x="116" y="240"/>
                  <a:pt x="116" y="240"/>
                </a:cubicBezTo>
                <a:cubicBezTo>
                  <a:pt x="160" y="240"/>
                  <a:pt x="160" y="240"/>
                  <a:pt x="160" y="240"/>
                </a:cubicBezTo>
                <a:cubicBezTo>
                  <a:pt x="160" y="275"/>
                  <a:pt x="160" y="275"/>
                  <a:pt x="160" y="275"/>
                </a:cubicBezTo>
                <a:cubicBezTo>
                  <a:pt x="160" y="275"/>
                  <a:pt x="160" y="284"/>
                  <a:pt x="169" y="284"/>
                </a:cubicBezTo>
                <a:cubicBezTo>
                  <a:pt x="178" y="284"/>
                  <a:pt x="186" y="275"/>
                  <a:pt x="186" y="275"/>
                </a:cubicBezTo>
                <a:cubicBezTo>
                  <a:pt x="186" y="196"/>
                  <a:pt x="186" y="196"/>
                  <a:pt x="186" y="196"/>
                </a:cubicBezTo>
                <a:cubicBezTo>
                  <a:pt x="186" y="160"/>
                  <a:pt x="213" y="134"/>
                  <a:pt x="239" y="134"/>
                </a:cubicBezTo>
                <a:cubicBezTo>
                  <a:pt x="275" y="134"/>
                  <a:pt x="292" y="160"/>
                  <a:pt x="292" y="196"/>
                </a:cubicBezTo>
                <a:cubicBezTo>
                  <a:pt x="292" y="205"/>
                  <a:pt x="292" y="205"/>
                  <a:pt x="292" y="205"/>
                </a:cubicBezTo>
                <a:cubicBezTo>
                  <a:pt x="266" y="213"/>
                  <a:pt x="266" y="213"/>
                  <a:pt x="266" y="213"/>
                </a:cubicBezTo>
                <a:cubicBezTo>
                  <a:pt x="257" y="205"/>
                  <a:pt x="257" y="205"/>
                  <a:pt x="257" y="205"/>
                </a:cubicBezTo>
                <a:cubicBezTo>
                  <a:pt x="257" y="196"/>
                  <a:pt x="257" y="196"/>
                  <a:pt x="257" y="196"/>
                </a:cubicBezTo>
                <a:cubicBezTo>
                  <a:pt x="257" y="187"/>
                  <a:pt x="248" y="178"/>
                  <a:pt x="239" y="178"/>
                </a:cubicBezTo>
                <a:close/>
                <a:moveTo>
                  <a:pt x="364" y="275"/>
                </a:moveTo>
                <a:lnTo>
                  <a:pt x="364" y="275"/>
                </a:lnTo>
                <a:cubicBezTo>
                  <a:pt x="364" y="303"/>
                  <a:pt x="337" y="328"/>
                  <a:pt x="311" y="328"/>
                </a:cubicBezTo>
                <a:cubicBezTo>
                  <a:pt x="275" y="328"/>
                  <a:pt x="257" y="303"/>
                  <a:pt x="257" y="275"/>
                </a:cubicBezTo>
                <a:cubicBezTo>
                  <a:pt x="257" y="240"/>
                  <a:pt x="257" y="240"/>
                  <a:pt x="257" y="240"/>
                </a:cubicBezTo>
                <a:cubicBezTo>
                  <a:pt x="266" y="249"/>
                  <a:pt x="266" y="249"/>
                  <a:pt x="266" y="249"/>
                </a:cubicBezTo>
                <a:cubicBezTo>
                  <a:pt x="292" y="240"/>
                  <a:pt x="292" y="240"/>
                  <a:pt x="292" y="240"/>
                </a:cubicBezTo>
                <a:cubicBezTo>
                  <a:pt x="292" y="275"/>
                  <a:pt x="292" y="275"/>
                  <a:pt x="292" y="275"/>
                </a:cubicBezTo>
                <a:cubicBezTo>
                  <a:pt x="292" y="275"/>
                  <a:pt x="301" y="284"/>
                  <a:pt x="311" y="284"/>
                </a:cubicBezTo>
                <a:cubicBezTo>
                  <a:pt x="319" y="284"/>
                  <a:pt x="319" y="275"/>
                  <a:pt x="319" y="275"/>
                </a:cubicBezTo>
                <a:cubicBezTo>
                  <a:pt x="319" y="240"/>
                  <a:pt x="319" y="240"/>
                  <a:pt x="319" y="240"/>
                </a:cubicBezTo>
                <a:cubicBezTo>
                  <a:pt x="364" y="240"/>
                  <a:pt x="364" y="240"/>
                  <a:pt x="364" y="240"/>
                </a:cubicBezTo>
                <a:lnTo>
                  <a:pt x="364" y="27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7" name="Freeform 77"/>
          <p:cNvSpPr/>
          <p:nvPr/>
        </p:nvSpPr>
        <p:spPr>
          <a:xfrm>
            <a:off x="3375000" y="2173320"/>
            <a:ext cx="260280" cy="255600"/>
          </a:xfrm>
          <a:custGeom>
            <a:avLst/>
            <a:gdLst/>
            <a:ahLst/>
            <a:rect l="l" t="t" r="r" b="b"/>
            <a:pathLst>
              <a:path w="480" h="471">
                <a:moveTo>
                  <a:pt x="249" y="231"/>
                </a:moveTo>
                <a:lnTo>
                  <a:pt x="249" y="231"/>
                </a:lnTo>
                <a:lnTo>
                  <a:pt x="249" y="231"/>
                </a:lnTo>
                <a:lnTo>
                  <a:pt x="240" y="222"/>
                </a:lnTo>
                <a:cubicBezTo>
                  <a:pt x="195" y="231"/>
                  <a:pt x="151" y="231"/>
                  <a:pt x="142" y="231"/>
                </a:cubicBezTo>
                <a:lnTo>
                  <a:pt x="142" y="231"/>
                </a:lnTo>
                <a:cubicBezTo>
                  <a:pt x="142" y="258"/>
                  <a:pt x="151" y="284"/>
                  <a:pt x="169" y="303"/>
                </a:cubicBezTo>
                <a:cubicBezTo>
                  <a:pt x="169" y="293"/>
                  <a:pt x="195" y="249"/>
                  <a:pt x="249" y="231"/>
                </a:cubicBezTo>
                <a:close/>
                <a:moveTo>
                  <a:pt x="302" y="160"/>
                </a:moveTo>
                <a:lnTo>
                  <a:pt x="302" y="160"/>
                </a:lnTo>
                <a:cubicBezTo>
                  <a:pt x="284" y="143"/>
                  <a:pt x="266" y="134"/>
                  <a:pt x="240" y="134"/>
                </a:cubicBezTo>
                <a:cubicBezTo>
                  <a:pt x="231" y="134"/>
                  <a:pt x="222" y="143"/>
                  <a:pt x="222" y="143"/>
                </a:cubicBezTo>
                <a:cubicBezTo>
                  <a:pt x="222" y="143"/>
                  <a:pt x="240" y="169"/>
                  <a:pt x="258" y="196"/>
                </a:cubicBezTo>
                <a:cubicBezTo>
                  <a:pt x="284" y="187"/>
                  <a:pt x="302" y="169"/>
                  <a:pt x="302" y="160"/>
                </a:cubicBezTo>
                <a:close/>
                <a:moveTo>
                  <a:pt x="178" y="311"/>
                </a:moveTo>
                <a:lnTo>
                  <a:pt x="178" y="311"/>
                </a:lnTo>
                <a:cubicBezTo>
                  <a:pt x="195" y="328"/>
                  <a:pt x="222" y="328"/>
                  <a:pt x="240" y="328"/>
                </a:cubicBezTo>
                <a:cubicBezTo>
                  <a:pt x="249" y="328"/>
                  <a:pt x="266" y="328"/>
                  <a:pt x="275" y="328"/>
                </a:cubicBezTo>
                <a:cubicBezTo>
                  <a:pt x="275" y="311"/>
                  <a:pt x="266" y="284"/>
                  <a:pt x="258" y="249"/>
                </a:cubicBezTo>
                <a:cubicBezTo>
                  <a:pt x="205" y="267"/>
                  <a:pt x="187" y="303"/>
                  <a:pt x="178" y="311"/>
                </a:cubicBezTo>
                <a:close/>
                <a:moveTo>
                  <a:pt x="231" y="205"/>
                </a:moveTo>
                <a:lnTo>
                  <a:pt x="231" y="205"/>
                </a:lnTo>
                <a:cubicBezTo>
                  <a:pt x="213" y="178"/>
                  <a:pt x="205" y="151"/>
                  <a:pt x="195" y="151"/>
                </a:cubicBezTo>
                <a:cubicBezTo>
                  <a:pt x="169" y="160"/>
                  <a:pt x="151" y="187"/>
                  <a:pt x="142" y="213"/>
                </a:cubicBezTo>
                <a:lnTo>
                  <a:pt x="142" y="213"/>
                </a:lnTo>
                <a:cubicBezTo>
                  <a:pt x="151" y="213"/>
                  <a:pt x="187" y="213"/>
                  <a:pt x="231" y="205"/>
                </a:cubicBezTo>
                <a:close/>
                <a:moveTo>
                  <a:pt x="275" y="249"/>
                </a:moveTo>
                <a:lnTo>
                  <a:pt x="275" y="249"/>
                </a:lnTo>
                <a:cubicBezTo>
                  <a:pt x="284" y="275"/>
                  <a:pt x="293" y="303"/>
                  <a:pt x="293" y="311"/>
                </a:cubicBezTo>
                <a:cubicBezTo>
                  <a:pt x="319" y="303"/>
                  <a:pt x="328" y="275"/>
                  <a:pt x="337" y="249"/>
                </a:cubicBezTo>
                <a:cubicBezTo>
                  <a:pt x="328" y="249"/>
                  <a:pt x="319" y="249"/>
                  <a:pt x="293" y="249"/>
                </a:cubicBezTo>
                <a:cubicBezTo>
                  <a:pt x="293" y="249"/>
                  <a:pt x="284" y="249"/>
                  <a:pt x="275" y="249"/>
                </a:cubicBezTo>
                <a:close/>
                <a:moveTo>
                  <a:pt x="240" y="0"/>
                </a:moveTo>
                <a:lnTo>
                  <a:pt x="240" y="0"/>
                </a:lnTo>
                <a:cubicBezTo>
                  <a:pt x="107" y="0"/>
                  <a:pt x="0" y="107"/>
                  <a:pt x="0" y="231"/>
                </a:cubicBezTo>
                <a:cubicBezTo>
                  <a:pt x="0" y="364"/>
                  <a:pt x="107" y="470"/>
                  <a:pt x="240" y="470"/>
                </a:cubicBezTo>
                <a:cubicBezTo>
                  <a:pt x="372" y="470"/>
                  <a:pt x="479" y="364"/>
                  <a:pt x="479" y="231"/>
                </a:cubicBezTo>
                <a:cubicBezTo>
                  <a:pt x="479" y="107"/>
                  <a:pt x="372" y="0"/>
                  <a:pt x="240" y="0"/>
                </a:cubicBezTo>
                <a:close/>
                <a:moveTo>
                  <a:pt x="240" y="356"/>
                </a:moveTo>
                <a:lnTo>
                  <a:pt x="240" y="356"/>
                </a:lnTo>
                <a:cubicBezTo>
                  <a:pt x="178" y="356"/>
                  <a:pt x="124" y="303"/>
                  <a:pt x="124" y="231"/>
                </a:cubicBezTo>
                <a:cubicBezTo>
                  <a:pt x="124" y="169"/>
                  <a:pt x="178" y="116"/>
                  <a:pt x="240" y="116"/>
                </a:cubicBezTo>
                <a:cubicBezTo>
                  <a:pt x="302" y="116"/>
                  <a:pt x="355" y="169"/>
                  <a:pt x="355" y="231"/>
                </a:cubicBezTo>
                <a:cubicBezTo>
                  <a:pt x="355" y="303"/>
                  <a:pt x="302" y="356"/>
                  <a:pt x="240" y="356"/>
                </a:cubicBezTo>
                <a:close/>
                <a:moveTo>
                  <a:pt x="266" y="213"/>
                </a:moveTo>
                <a:lnTo>
                  <a:pt x="266" y="213"/>
                </a:lnTo>
                <a:lnTo>
                  <a:pt x="266" y="222"/>
                </a:lnTo>
                <a:lnTo>
                  <a:pt x="266" y="231"/>
                </a:lnTo>
                <a:cubicBezTo>
                  <a:pt x="275" y="231"/>
                  <a:pt x="284" y="231"/>
                  <a:pt x="293" y="231"/>
                </a:cubicBezTo>
                <a:cubicBezTo>
                  <a:pt x="311" y="231"/>
                  <a:pt x="328" y="231"/>
                  <a:pt x="337" y="231"/>
                </a:cubicBezTo>
                <a:cubicBezTo>
                  <a:pt x="337" y="213"/>
                  <a:pt x="328" y="187"/>
                  <a:pt x="319" y="178"/>
                </a:cubicBezTo>
                <a:cubicBezTo>
                  <a:pt x="311" y="178"/>
                  <a:pt x="293" y="196"/>
                  <a:pt x="266" y="21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8" name="Freeform 78"/>
          <p:cNvSpPr/>
          <p:nvPr/>
        </p:nvSpPr>
        <p:spPr>
          <a:xfrm>
            <a:off x="7142040" y="1635120"/>
            <a:ext cx="258840" cy="257040"/>
          </a:xfrm>
          <a:custGeom>
            <a:avLst/>
            <a:gdLst/>
            <a:ahLst/>
            <a:rect l="l" t="t" r="r" b="b"/>
            <a:pathLst>
              <a:path w="479" h="471">
                <a:moveTo>
                  <a:pt x="212" y="169"/>
                </a:moveTo>
                <a:lnTo>
                  <a:pt x="212" y="169"/>
                </a:lnTo>
                <a:cubicBezTo>
                  <a:pt x="212" y="142"/>
                  <a:pt x="203" y="142"/>
                  <a:pt x="185" y="142"/>
                </a:cubicBezTo>
                <a:cubicBezTo>
                  <a:pt x="185" y="142"/>
                  <a:pt x="185" y="142"/>
                  <a:pt x="177" y="142"/>
                </a:cubicBezTo>
                <a:cubicBezTo>
                  <a:pt x="177" y="142"/>
                  <a:pt x="168" y="151"/>
                  <a:pt x="168" y="160"/>
                </a:cubicBezTo>
                <a:cubicBezTo>
                  <a:pt x="159" y="160"/>
                  <a:pt x="159" y="169"/>
                  <a:pt x="168" y="187"/>
                </a:cubicBezTo>
                <a:cubicBezTo>
                  <a:pt x="168" y="195"/>
                  <a:pt x="185" y="213"/>
                  <a:pt x="194" y="213"/>
                </a:cubicBezTo>
                <a:cubicBezTo>
                  <a:pt x="194" y="213"/>
                  <a:pt x="194" y="213"/>
                  <a:pt x="203" y="213"/>
                </a:cubicBezTo>
                <a:cubicBezTo>
                  <a:pt x="212" y="204"/>
                  <a:pt x="221" y="187"/>
                  <a:pt x="212" y="169"/>
                </a:cubicBezTo>
                <a:close/>
                <a:moveTo>
                  <a:pt x="238" y="0"/>
                </a:moveTo>
                <a:lnTo>
                  <a:pt x="238" y="0"/>
                </a:lnTo>
                <a:cubicBezTo>
                  <a:pt x="106" y="0"/>
                  <a:pt x="0" y="107"/>
                  <a:pt x="0" y="231"/>
                </a:cubicBezTo>
                <a:cubicBezTo>
                  <a:pt x="0" y="363"/>
                  <a:pt x="106" y="470"/>
                  <a:pt x="238" y="470"/>
                </a:cubicBezTo>
                <a:cubicBezTo>
                  <a:pt x="372" y="470"/>
                  <a:pt x="478" y="363"/>
                  <a:pt x="478" y="231"/>
                </a:cubicBezTo>
                <a:cubicBezTo>
                  <a:pt x="478" y="107"/>
                  <a:pt x="372" y="0"/>
                  <a:pt x="238" y="0"/>
                </a:cubicBezTo>
                <a:close/>
                <a:moveTo>
                  <a:pt x="221" y="338"/>
                </a:moveTo>
                <a:lnTo>
                  <a:pt x="221" y="338"/>
                </a:lnTo>
                <a:cubicBezTo>
                  <a:pt x="212" y="346"/>
                  <a:pt x="194" y="346"/>
                  <a:pt x="185" y="346"/>
                </a:cubicBezTo>
                <a:lnTo>
                  <a:pt x="185" y="346"/>
                </a:lnTo>
                <a:lnTo>
                  <a:pt x="185" y="346"/>
                </a:lnTo>
                <a:cubicBezTo>
                  <a:pt x="177" y="346"/>
                  <a:pt x="124" y="346"/>
                  <a:pt x="124" y="301"/>
                </a:cubicBezTo>
                <a:cubicBezTo>
                  <a:pt x="124" y="257"/>
                  <a:pt x="177" y="248"/>
                  <a:pt x="194" y="248"/>
                </a:cubicBezTo>
                <a:lnTo>
                  <a:pt x="194" y="248"/>
                </a:lnTo>
                <a:cubicBezTo>
                  <a:pt x="185" y="240"/>
                  <a:pt x="185" y="231"/>
                  <a:pt x="185" y="231"/>
                </a:cubicBezTo>
                <a:lnTo>
                  <a:pt x="185" y="231"/>
                </a:lnTo>
                <a:cubicBezTo>
                  <a:pt x="177" y="231"/>
                  <a:pt x="168" y="222"/>
                  <a:pt x="159" y="222"/>
                </a:cubicBezTo>
                <a:cubicBezTo>
                  <a:pt x="141" y="213"/>
                  <a:pt x="141" y="195"/>
                  <a:pt x="141" y="178"/>
                </a:cubicBezTo>
                <a:cubicBezTo>
                  <a:pt x="141" y="125"/>
                  <a:pt x="194" y="125"/>
                  <a:pt x="194" y="125"/>
                </a:cubicBezTo>
                <a:cubicBezTo>
                  <a:pt x="256" y="125"/>
                  <a:pt x="256" y="125"/>
                  <a:pt x="256" y="125"/>
                </a:cubicBezTo>
                <a:lnTo>
                  <a:pt x="256" y="125"/>
                </a:lnTo>
                <a:cubicBezTo>
                  <a:pt x="256" y="134"/>
                  <a:pt x="238" y="134"/>
                  <a:pt x="238" y="134"/>
                </a:cubicBezTo>
                <a:cubicBezTo>
                  <a:pt x="230" y="134"/>
                  <a:pt x="230" y="134"/>
                  <a:pt x="221" y="134"/>
                </a:cubicBezTo>
                <a:cubicBezTo>
                  <a:pt x="238" y="142"/>
                  <a:pt x="238" y="160"/>
                  <a:pt x="238" y="178"/>
                </a:cubicBezTo>
                <a:cubicBezTo>
                  <a:pt x="238" y="195"/>
                  <a:pt x="230" y="204"/>
                  <a:pt x="230" y="213"/>
                </a:cubicBezTo>
                <a:cubicBezTo>
                  <a:pt x="221" y="222"/>
                  <a:pt x="212" y="222"/>
                  <a:pt x="212" y="231"/>
                </a:cubicBezTo>
                <a:cubicBezTo>
                  <a:pt x="212" y="231"/>
                  <a:pt x="221" y="240"/>
                  <a:pt x="230" y="240"/>
                </a:cubicBezTo>
                <a:cubicBezTo>
                  <a:pt x="238" y="248"/>
                  <a:pt x="256" y="266"/>
                  <a:pt x="256" y="284"/>
                </a:cubicBezTo>
                <a:cubicBezTo>
                  <a:pt x="256" y="310"/>
                  <a:pt x="247" y="328"/>
                  <a:pt x="221" y="338"/>
                </a:cubicBezTo>
                <a:close/>
                <a:moveTo>
                  <a:pt x="354" y="231"/>
                </a:moveTo>
                <a:lnTo>
                  <a:pt x="354" y="231"/>
                </a:lnTo>
                <a:cubicBezTo>
                  <a:pt x="310" y="231"/>
                  <a:pt x="310" y="231"/>
                  <a:pt x="310" y="231"/>
                </a:cubicBezTo>
                <a:cubicBezTo>
                  <a:pt x="310" y="275"/>
                  <a:pt x="310" y="275"/>
                  <a:pt x="310" y="275"/>
                </a:cubicBezTo>
                <a:cubicBezTo>
                  <a:pt x="291" y="275"/>
                  <a:pt x="291" y="275"/>
                  <a:pt x="291" y="275"/>
                </a:cubicBezTo>
                <a:cubicBezTo>
                  <a:pt x="291" y="231"/>
                  <a:pt x="291" y="231"/>
                  <a:pt x="291" y="231"/>
                </a:cubicBezTo>
                <a:cubicBezTo>
                  <a:pt x="256" y="231"/>
                  <a:pt x="256" y="231"/>
                  <a:pt x="256" y="231"/>
                </a:cubicBezTo>
                <a:cubicBezTo>
                  <a:pt x="256" y="213"/>
                  <a:pt x="256" y="213"/>
                  <a:pt x="256" y="213"/>
                </a:cubicBezTo>
                <a:cubicBezTo>
                  <a:pt x="291" y="213"/>
                  <a:pt x="291" y="213"/>
                  <a:pt x="291" y="213"/>
                </a:cubicBezTo>
                <a:cubicBezTo>
                  <a:pt x="291" y="169"/>
                  <a:pt x="291" y="169"/>
                  <a:pt x="291" y="169"/>
                </a:cubicBezTo>
                <a:cubicBezTo>
                  <a:pt x="310" y="169"/>
                  <a:pt x="310" y="169"/>
                  <a:pt x="310" y="169"/>
                </a:cubicBezTo>
                <a:cubicBezTo>
                  <a:pt x="310" y="213"/>
                  <a:pt x="310" y="213"/>
                  <a:pt x="310" y="213"/>
                </a:cubicBezTo>
                <a:cubicBezTo>
                  <a:pt x="354" y="213"/>
                  <a:pt x="354" y="213"/>
                  <a:pt x="354" y="213"/>
                </a:cubicBezTo>
                <a:lnTo>
                  <a:pt x="354" y="231"/>
                </a:lnTo>
                <a:close/>
                <a:moveTo>
                  <a:pt x="194" y="266"/>
                </a:moveTo>
                <a:lnTo>
                  <a:pt x="194" y="266"/>
                </a:lnTo>
                <a:lnTo>
                  <a:pt x="194" y="266"/>
                </a:lnTo>
                <a:cubicBezTo>
                  <a:pt x="177" y="266"/>
                  <a:pt x="168" y="266"/>
                  <a:pt x="159" y="275"/>
                </a:cubicBezTo>
                <a:cubicBezTo>
                  <a:pt x="159" y="284"/>
                  <a:pt x="150" y="293"/>
                  <a:pt x="150" y="301"/>
                </a:cubicBezTo>
                <a:cubicBezTo>
                  <a:pt x="150" y="319"/>
                  <a:pt x="168" y="328"/>
                  <a:pt x="194" y="328"/>
                </a:cubicBezTo>
                <a:cubicBezTo>
                  <a:pt x="221" y="319"/>
                  <a:pt x="230" y="310"/>
                  <a:pt x="230" y="293"/>
                </a:cubicBezTo>
                <a:cubicBezTo>
                  <a:pt x="230" y="275"/>
                  <a:pt x="212" y="266"/>
                  <a:pt x="194" y="26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9" name="Freeform 79"/>
          <p:cNvSpPr/>
          <p:nvPr/>
        </p:nvSpPr>
        <p:spPr>
          <a:xfrm>
            <a:off x="5529240" y="1635120"/>
            <a:ext cx="260280" cy="257040"/>
          </a:xfrm>
          <a:custGeom>
            <a:avLst/>
            <a:gdLst/>
            <a:ahLst/>
            <a:rect l="l" t="t" r="r" b="b"/>
            <a:pathLst>
              <a:path w="479" h="471">
                <a:moveTo>
                  <a:pt x="240" y="0"/>
                </a:moveTo>
                <a:lnTo>
                  <a:pt x="240" y="0"/>
                </a:lnTo>
                <a:cubicBezTo>
                  <a:pt x="106" y="0"/>
                  <a:pt x="0" y="107"/>
                  <a:pt x="0" y="231"/>
                </a:cubicBezTo>
                <a:cubicBezTo>
                  <a:pt x="0" y="363"/>
                  <a:pt x="106" y="470"/>
                  <a:pt x="240" y="470"/>
                </a:cubicBezTo>
                <a:cubicBezTo>
                  <a:pt x="372" y="470"/>
                  <a:pt x="478" y="363"/>
                  <a:pt x="478" y="231"/>
                </a:cubicBezTo>
                <a:cubicBezTo>
                  <a:pt x="478" y="107"/>
                  <a:pt x="372" y="0"/>
                  <a:pt x="240" y="0"/>
                </a:cubicBezTo>
                <a:close/>
                <a:moveTo>
                  <a:pt x="293" y="160"/>
                </a:moveTo>
                <a:lnTo>
                  <a:pt x="293" y="160"/>
                </a:lnTo>
                <a:cubicBezTo>
                  <a:pt x="257" y="160"/>
                  <a:pt x="257" y="160"/>
                  <a:pt x="257" y="160"/>
                </a:cubicBezTo>
                <a:cubicBezTo>
                  <a:pt x="257" y="160"/>
                  <a:pt x="249" y="169"/>
                  <a:pt x="249" y="178"/>
                </a:cubicBezTo>
                <a:cubicBezTo>
                  <a:pt x="249" y="195"/>
                  <a:pt x="249" y="195"/>
                  <a:pt x="249" y="195"/>
                </a:cubicBezTo>
                <a:cubicBezTo>
                  <a:pt x="293" y="195"/>
                  <a:pt x="293" y="195"/>
                  <a:pt x="293" y="195"/>
                </a:cubicBezTo>
                <a:cubicBezTo>
                  <a:pt x="293" y="240"/>
                  <a:pt x="293" y="240"/>
                  <a:pt x="293" y="240"/>
                </a:cubicBezTo>
                <a:cubicBezTo>
                  <a:pt x="249" y="240"/>
                  <a:pt x="249" y="240"/>
                  <a:pt x="249" y="240"/>
                </a:cubicBezTo>
                <a:cubicBezTo>
                  <a:pt x="249" y="346"/>
                  <a:pt x="249" y="346"/>
                  <a:pt x="249" y="346"/>
                </a:cubicBezTo>
                <a:cubicBezTo>
                  <a:pt x="213" y="346"/>
                  <a:pt x="213" y="346"/>
                  <a:pt x="213" y="346"/>
                </a:cubicBezTo>
                <a:cubicBezTo>
                  <a:pt x="213" y="240"/>
                  <a:pt x="213" y="240"/>
                  <a:pt x="213" y="240"/>
                </a:cubicBezTo>
                <a:cubicBezTo>
                  <a:pt x="169" y="240"/>
                  <a:pt x="169" y="240"/>
                  <a:pt x="169" y="240"/>
                </a:cubicBezTo>
                <a:cubicBezTo>
                  <a:pt x="169" y="195"/>
                  <a:pt x="169" y="195"/>
                  <a:pt x="169" y="195"/>
                </a:cubicBezTo>
                <a:cubicBezTo>
                  <a:pt x="213" y="195"/>
                  <a:pt x="213" y="195"/>
                  <a:pt x="213" y="195"/>
                </a:cubicBezTo>
                <a:cubicBezTo>
                  <a:pt x="213" y="178"/>
                  <a:pt x="213" y="178"/>
                  <a:pt x="213" y="178"/>
                </a:cubicBezTo>
                <a:cubicBezTo>
                  <a:pt x="213" y="151"/>
                  <a:pt x="230" y="125"/>
                  <a:pt x="257" y="125"/>
                </a:cubicBezTo>
                <a:cubicBezTo>
                  <a:pt x="293" y="125"/>
                  <a:pt x="293" y="125"/>
                  <a:pt x="293" y="125"/>
                </a:cubicBezTo>
                <a:lnTo>
                  <a:pt x="293" y="16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0" name="Freeform 80"/>
          <p:cNvSpPr/>
          <p:nvPr/>
        </p:nvSpPr>
        <p:spPr>
          <a:xfrm>
            <a:off x="7151760" y="2182680"/>
            <a:ext cx="239760" cy="236520"/>
          </a:xfrm>
          <a:custGeom>
            <a:avLst/>
            <a:gdLst/>
            <a:ahLst/>
            <a:rect l="l" t="t" r="r" b="b"/>
            <a:pathLst>
              <a:path w="444" h="435">
                <a:moveTo>
                  <a:pt x="221" y="0"/>
                </a:moveTo>
                <a:lnTo>
                  <a:pt x="221" y="0"/>
                </a:lnTo>
                <a:cubicBezTo>
                  <a:pt x="98" y="0"/>
                  <a:pt x="0" y="97"/>
                  <a:pt x="0" y="212"/>
                </a:cubicBezTo>
                <a:cubicBezTo>
                  <a:pt x="0" y="274"/>
                  <a:pt x="27" y="319"/>
                  <a:pt x="62" y="363"/>
                </a:cubicBezTo>
                <a:cubicBezTo>
                  <a:pt x="89" y="328"/>
                  <a:pt x="142" y="309"/>
                  <a:pt x="195" y="309"/>
                </a:cubicBezTo>
                <a:cubicBezTo>
                  <a:pt x="258" y="309"/>
                  <a:pt x="319" y="345"/>
                  <a:pt x="346" y="398"/>
                </a:cubicBezTo>
                <a:cubicBezTo>
                  <a:pt x="408" y="354"/>
                  <a:pt x="443" y="292"/>
                  <a:pt x="443" y="212"/>
                </a:cubicBezTo>
                <a:cubicBezTo>
                  <a:pt x="443" y="97"/>
                  <a:pt x="346" y="0"/>
                  <a:pt x="221" y="0"/>
                </a:cubicBezTo>
                <a:close/>
                <a:moveTo>
                  <a:pt x="328" y="292"/>
                </a:moveTo>
                <a:lnTo>
                  <a:pt x="328" y="292"/>
                </a:lnTo>
                <a:cubicBezTo>
                  <a:pt x="328" y="301"/>
                  <a:pt x="319" y="301"/>
                  <a:pt x="311" y="301"/>
                </a:cubicBezTo>
                <a:cubicBezTo>
                  <a:pt x="258" y="265"/>
                  <a:pt x="195" y="256"/>
                  <a:pt x="124" y="274"/>
                </a:cubicBezTo>
                <a:cubicBezTo>
                  <a:pt x="115" y="284"/>
                  <a:pt x="107" y="274"/>
                  <a:pt x="107" y="265"/>
                </a:cubicBezTo>
                <a:cubicBezTo>
                  <a:pt x="107" y="256"/>
                  <a:pt x="107" y="256"/>
                  <a:pt x="115" y="248"/>
                </a:cubicBezTo>
                <a:cubicBezTo>
                  <a:pt x="195" y="230"/>
                  <a:pt x="266" y="239"/>
                  <a:pt x="328" y="274"/>
                </a:cubicBezTo>
                <a:cubicBezTo>
                  <a:pt x="328" y="284"/>
                  <a:pt x="337" y="284"/>
                  <a:pt x="328" y="292"/>
                </a:cubicBezTo>
                <a:close/>
                <a:moveTo>
                  <a:pt x="355" y="230"/>
                </a:moveTo>
                <a:lnTo>
                  <a:pt x="355" y="230"/>
                </a:lnTo>
                <a:cubicBezTo>
                  <a:pt x="355" y="239"/>
                  <a:pt x="337" y="239"/>
                  <a:pt x="337" y="239"/>
                </a:cubicBezTo>
                <a:cubicBezTo>
                  <a:pt x="274" y="203"/>
                  <a:pt x="186" y="194"/>
                  <a:pt x="115" y="212"/>
                </a:cubicBezTo>
                <a:cubicBezTo>
                  <a:pt x="107" y="212"/>
                  <a:pt x="98" y="212"/>
                  <a:pt x="98" y="203"/>
                </a:cubicBezTo>
                <a:cubicBezTo>
                  <a:pt x="98" y="194"/>
                  <a:pt x="98" y="186"/>
                  <a:pt x="107" y="177"/>
                </a:cubicBezTo>
                <a:cubicBezTo>
                  <a:pt x="186" y="159"/>
                  <a:pt x="283" y="168"/>
                  <a:pt x="346" y="212"/>
                </a:cubicBezTo>
                <a:cubicBezTo>
                  <a:pt x="355" y="212"/>
                  <a:pt x="364" y="221"/>
                  <a:pt x="355" y="230"/>
                </a:cubicBezTo>
                <a:close/>
                <a:moveTo>
                  <a:pt x="355" y="168"/>
                </a:moveTo>
                <a:lnTo>
                  <a:pt x="355" y="168"/>
                </a:lnTo>
                <a:cubicBezTo>
                  <a:pt x="293" y="124"/>
                  <a:pt x="177" y="124"/>
                  <a:pt x="107" y="141"/>
                </a:cubicBezTo>
                <a:cubicBezTo>
                  <a:pt x="98" y="150"/>
                  <a:pt x="89" y="141"/>
                  <a:pt x="80" y="132"/>
                </a:cubicBezTo>
                <a:cubicBezTo>
                  <a:pt x="80" y="115"/>
                  <a:pt x="89" y="106"/>
                  <a:pt x="98" y="106"/>
                </a:cubicBezTo>
                <a:cubicBezTo>
                  <a:pt x="168" y="79"/>
                  <a:pt x="302" y="88"/>
                  <a:pt x="381" y="132"/>
                </a:cubicBezTo>
                <a:cubicBezTo>
                  <a:pt x="390" y="141"/>
                  <a:pt x="390" y="150"/>
                  <a:pt x="381" y="159"/>
                </a:cubicBezTo>
                <a:cubicBezTo>
                  <a:pt x="381" y="168"/>
                  <a:pt x="364" y="177"/>
                  <a:pt x="355" y="168"/>
                </a:cubicBezTo>
                <a:close/>
                <a:moveTo>
                  <a:pt x="195" y="372"/>
                </a:moveTo>
                <a:lnTo>
                  <a:pt x="195" y="372"/>
                </a:lnTo>
                <a:cubicBezTo>
                  <a:pt x="160" y="372"/>
                  <a:pt x="133" y="381"/>
                  <a:pt x="115" y="407"/>
                </a:cubicBezTo>
                <a:cubicBezTo>
                  <a:pt x="151" y="425"/>
                  <a:pt x="186" y="434"/>
                  <a:pt x="221" y="434"/>
                </a:cubicBezTo>
                <a:cubicBezTo>
                  <a:pt x="239" y="434"/>
                  <a:pt x="258" y="434"/>
                  <a:pt x="274" y="425"/>
                </a:cubicBezTo>
                <a:cubicBezTo>
                  <a:pt x="258" y="390"/>
                  <a:pt x="230" y="372"/>
                  <a:pt x="195" y="37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1" name="Freeform 81"/>
          <p:cNvSpPr/>
          <p:nvPr/>
        </p:nvSpPr>
        <p:spPr>
          <a:xfrm>
            <a:off x="7678800" y="2173320"/>
            <a:ext cx="260280" cy="255600"/>
          </a:xfrm>
          <a:custGeom>
            <a:avLst/>
            <a:gdLst/>
            <a:ahLst/>
            <a:rect l="l" t="t" r="r" b="b"/>
            <a:pathLst>
              <a:path w="479" h="471">
                <a:moveTo>
                  <a:pt x="239" y="0"/>
                </a:moveTo>
                <a:lnTo>
                  <a:pt x="239" y="0"/>
                </a:lnTo>
                <a:cubicBezTo>
                  <a:pt x="106" y="0"/>
                  <a:pt x="0" y="107"/>
                  <a:pt x="0" y="231"/>
                </a:cubicBezTo>
                <a:cubicBezTo>
                  <a:pt x="0" y="293"/>
                  <a:pt x="27" y="347"/>
                  <a:pt x="62" y="391"/>
                </a:cubicBezTo>
                <a:cubicBezTo>
                  <a:pt x="97" y="356"/>
                  <a:pt x="150" y="338"/>
                  <a:pt x="204" y="338"/>
                </a:cubicBezTo>
                <a:cubicBezTo>
                  <a:pt x="284" y="338"/>
                  <a:pt x="346" y="373"/>
                  <a:pt x="372" y="435"/>
                </a:cubicBezTo>
                <a:cubicBezTo>
                  <a:pt x="434" y="391"/>
                  <a:pt x="478" y="320"/>
                  <a:pt x="478" y="231"/>
                </a:cubicBezTo>
                <a:cubicBezTo>
                  <a:pt x="478" y="107"/>
                  <a:pt x="372" y="0"/>
                  <a:pt x="239" y="0"/>
                </a:cubicBezTo>
                <a:close/>
                <a:moveTo>
                  <a:pt x="354" y="320"/>
                </a:moveTo>
                <a:lnTo>
                  <a:pt x="354" y="320"/>
                </a:lnTo>
                <a:cubicBezTo>
                  <a:pt x="354" y="328"/>
                  <a:pt x="346" y="328"/>
                  <a:pt x="337" y="328"/>
                </a:cubicBezTo>
                <a:cubicBezTo>
                  <a:pt x="284" y="293"/>
                  <a:pt x="212" y="284"/>
                  <a:pt x="133" y="303"/>
                </a:cubicBezTo>
                <a:cubicBezTo>
                  <a:pt x="124" y="303"/>
                  <a:pt x="115" y="303"/>
                  <a:pt x="115" y="293"/>
                </a:cubicBezTo>
                <a:cubicBezTo>
                  <a:pt x="115" y="284"/>
                  <a:pt x="115" y="275"/>
                  <a:pt x="124" y="275"/>
                </a:cubicBezTo>
                <a:cubicBezTo>
                  <a:pt x="212" y="249"/>
                  <a:pt x="293" y="258"/>
                  <a:pt x="354" y="303"/>
                </a:cubicBezTo>
                <a:cubicBezTo>
                  <a:pt x="354" y="303"/>
                  <a:pt x="363" y="311"/>
                  <a:pt x="354" y="320"/>
                </a:cubicBezTo>
                <a:close/>
                <a:moveTo>
                  <a:pt x="381" y="249"/>
                </a:moveTo>
                <a:lnTo>
                  <a:pt x="381" y="249"/>
                </a:lnTo>
                <a:cubicBezTo>
                  <a:pt x="381" y="258"/>
                  <a:pt x="372" y="267"/>
                  <a:pt x="363" y="258"/>
                </a:cubicBezTo>
                <a:cubicBezTo>
                  <a:pt x="301" y="222"/>
                  <a:pt x="204" y="205"/>
                  <a:pt x="124" y="231"/>
                </a:cubicBezTo>
                <a:cubicBezTo>
                  <a:pt x="115" y="231"/>
                  <a:pt x="106" y="231"/>
                  <a:pt x="106" y="222"/>
                </a:cubicBezTo>
                <a:cubicBezTo>
                  <a:pt x="97" y="205"/>
                  <a:pt x="106" y="196"/>
                  <a:pt x="115" y="196"/>
                </a:cubicBezTo>
                <a:cubicBezTo>
                  <a:pt x="204" y="169"/>
                  <a:pt x="310" y="187"/>
                  <a:pt x="381" y="231"/>
                </a:cubicBezTo>
                <a:cubicBezTo>
                  <a:pt x="390" y="231"/>
                  <a:pt x="390" y="240"/>
                  <a:pt x="381" y="249"/>
                </a:cubicBezTo>
                <a:close/>
                <a:moveTo>
                  <a:pt x="390" y="178"/>
                </a:moveTo>
                <a:lnTo>
                  <a:pt x="390" y="178"/>
                </a:lnTo>
                <a:cubicBezTo>
                  <a:pt x="310" y="134"/>
                  <a:pt x="186" y="134"/>
                  <a:pt x="115" y="151"/>
                </a:cubicBezTo>
                <a:cubicBezTo>
                  <a:pt x="106" y="160"/>
                  <a:pt x="88" y="151"/>
                  <a:pt x="88" y="143"/>
                </a:cubicBezTo>
                <a:cubicBezTo>
                  <a:pt x="80" y="125"/>
                  <a:pt x="88" y="116"/>
                  <a:pt x="106" y="116"/>
                </a:cubicBezTo>
                <a:cubicBezTo>
                  <a:pt x="186" y="90"/>
                  <a:pt x="319" y="90"/>
                  <a:pt x="407" y="143"/>
                </a:cubicBezTo>
                <a:cubicBezTo>
                  <a:pt x="416" y="151"/>
                  <a:pt x="425" y="160"/>
                  <a:pt x="416" y="178"/>
                </a:cubicBezTo>
                <a:cubicBezTo>
                  <a:pt x="407" y="187"/>
                  <a:pt x="399" y="187"/>
                  <a:pt x="390" y="178"/>
                </a:cubicBezTo>
                <a:close/>
                <a:moveTo>
                  <a:pt x="204" y="409"/>
                </a:moveTo>
                <a:lnTo>
                  <a:pt x="204" y="409"/>
                </a:lnTo>
                <a:cubicBezTo>
                  <a:pt x="177" y="409"/>
                  <a:pt x="141" y="417"/>
                  <a:pt x="124" y="444"/>
                </a:cubicBezTo>
                <a:cubicBezTo>
                  <a:pt x="159" y="462"/>
                  <a:pt x="194" y="470"/>
                  <a:pt x="239" y="470"/>
                </a:cubicBezTo>
                <a:cubicBezTo>
                  <a:pt x="257" y="470"/>
                  <a:pt x="284" y="470"/>
                  <a:pt x="301" y="462"/>
                </a:cubicBezTo>
                <a:cubicBezTo>
                  <a:pt x="284" y="426"/>
                  <a:pt x="248" y="409"/>
                  <a:pt x="204" y="40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2" name="Freeform 82"/>
          <p:cNvSpPr/>
          <p:nvPr/>
        </p:nvSpPr>
        <p:spPr>
          <a:xfrm>
            <a:off x="5005440" y="2720880"/>
            <a:ext cx="231840" cy="236520"/>
          </a:xfrm>
          <a:custGeom>
            <a:avLst/>
            <a:gdLst/>
            <a:ahLst/>
            <a:rect l="l" t="t" r="r" b="b"/>
            <a:pathLst>
              <a:path w="426" h="435">
                <a:moveTo>
                  <a:pt x="380" y="89"/>
                </a:moveTo>
                <a:lnTo>
                  <a:pt x="380" y="89"/>
                </a:lnTo>
                <a:cubicBezTo>
                  <a:pt x="389" y="97"/>
                  <a:pt x="389" y="115"/>
                  <a:pt x="389" y="133"/>
                </a:cubicBezTo>
                <a:cubicBezTo>
                  <a:pt x="389" y="178"/>
                  <a:pt x="372" y="213"/>
                  <a:pt x="336" y="239"/>
                </a:cubicBezTo>
                <a:cubicBezTo>
                  <a:pt x="301" y="266"/>
                  <a:pt x="248" y="284"/>
                  <a:pt x="185" y="284"/>
                </a:cubicBezTo>
                <a:cubicBezTo>
                  <a:pt x="167" y="284"/>
                  <a:pt x="167" y="284"/>
                  <a:pt x="167" y="284"/>
                </a:cubicBezTo>
                <a:cubicBezTo>
                  <a:pt x="159" y="284"/>
                  <a:pt x="150" y="293"/>
                  <a:pt x="141" y="301"/>
                </a:cubicBezTo>
                <a:cubicBezTo>
                  <a:pt x="123" y="381"/>
                  <a:pt x="123" y="381"/>
                  <a:pt x="123" y="381"/>
                </a:cubicBezTo>
                <a:cubicBezTo>
                  <a:pt x="123" y="390"/>
                  <a:pt x="114" y="399"/>
                  <a:pt x="106" y="399"/>
                </a:cubicBezTo>
                <a:cubicBezTo>
                  <a:pt x="70" y="399"/>
                  <a:pt x="70" y="399"/>
                  <a:pt x="70" y="399"/>
                </a:cubicBezTo>
                <a:cubicBezTo>
                  <a:pt x="61" y="408"/>
                  <a:pt x="61" y="408"/>
                  <a:pt x="61" y="408"/>
                </a:cubicBezTo>
                <a:cubicBezTo>
                  <a:pt x="61" y="416"/>
                  <a:pt x="70" y="434"/>
                  <a:pt x="79" y="434"/>
                </a:cubicBezTo>
                <a:cubicBezTo>
                  <a:pt x="132" y="434"/>
                  <a:pt x="132" y="434"/>
                  <a:pt x="132" y="434"/>
                </a:cubicBezTo>
                <a:cubicBezTo>
                  <a:pt x="150" y="434"/>
                  <a:pt x="159" y="416"/>
                  <a:pt x="159" y="408"/>
                </a:cubicBezTo>
                <a:cubicBezTo>
                  <a:pt x="176" y="328"/>
                  <a:pt x="176" y="328"/>
                  <a:pt x="176" y="328"/>
                </a:cubicBezTo>
                <a:cubicBezTo>
                  <a:pt x="185" y="319"/>
                  <a:pt x="194" y="310"/>
                  <a:pt x="203" y="310"/>
                </a:cubicBezTo>
                <a:cubicBezTo>
                  <a:pt x="220" y="310"/>
                  <a:pt x="220" y="310"/>
                  <a:pt x="220" y="310"/>
                </a:cubicBezTo>
                <a:cubicBezTo>
                  <a:pt x="283" y="310"/>
                  <a:pt x="336" y="301"/>
                  <a:pt x="372" y="275"/>
                </a:cubicBezTo>
                <a:cubicBezTo>
                  <a:pt x="407" y="248"/>
                  <a:pt x="425" y="213"/>
                  <a:pt x="425" y="168"/>
                </a:cubicBezTo>
                <a:cubicBezTo>
                  <a:pt x="425" y="150"/>
                  <a:pt x="425" y="133"/>
                  <a:pt x="416" y="124"/>
                </a:cubicBezTo>
                <a:cubicBezTo>
                  <a:pt x="407" y="106"/>
                  <a:pt x="398" y="97"/>
                  <a:pt x="389" y="89"/>
                </a:cubicBezTo>
                <a:cubicBezTo>
                  <a:pt x="380" y="89"/>
                  <a:pt x="380" y="89"/>
                  <a:pt x="380" y="89"/>
                </a:cubicBezTo>
                <a:close/>
                <a:moveTo>
                  <a:pt x="97" y="346"/>
                </a:moveTo>
                <a:lnTo>
                  <a:pt x="97" y="346"/>
                </a:lnTo>
                <a:cubicBezTo>
                  <a:pt x="114" y="266"/>
                  <a:pt x="114" y="266"/>
                  <a:pt x="114" y="266"/>
                </a:cubicBezTo>
                <a:cubicBezTo>
                  <a:pt x="114" y="257"/>
                  <a:pt x="123" y="248"/>
                  <a:pt x="141" y="248"/>
                </a:cubicBezTo>
                <a:cubicBezTo>
                  <a:pt x="150" y="248"/>
                  <a:pt x="150" y="248"/>
                  <a:pt x="150" y="248"/>
                </a:cubicBezTo>
                <a:cubicBezTo>
                  <a:pt x="220" y="248"/>
                  <a:pt x="265" y="231"/>
                  <a:pt x="301" y="203"/>
                </a:cubicBezTo>
                <a:cubicBezTo>
                  <a:pt x="345" y="178"/>
                  <a:pt x="363" y="142"/>
                  <a:pt x="363" y="106"/>
                </a:cubicBezTo>
                <a:cubicBezTo>
                  <a:pt x="363" y="80"/>
                  <a:pt x="354" y="71"/>
                  <a:pt x="345" y="53"/>
                </a:cubicBezTo>
                <a:cubicBezTo>
                  <a:pt x="345" y="44"/>
                  <a:pt x="336" y="36"/>
                  <a:pt x="318" y="27"/>
                </a:cubicBezTo>
                <a:cubicBezTo>
                  <a:pt x="310" y="18"/>
                  <a:pt x="292" y="9"/>
                  <a:pt x="273" y="9"/>
                </a:cubicBezTo>
                <a:cubicBezTo>
                  <a:pt x="257" y="9"/>
                  <a:pt x="238" y="0"/>
                  <a:pt x="212" y="0"/>
                </a:cubicBezTo>
                <a:cubicBezTo>
                  <a:pt x="97" y="0"/>
                  <a:pt x="97" y="0"/>
                  <a:pt x="97" y="0"/>
                </a:cubicBezTo>
                <a:cubicBezTo>
                  <a:pt x="88" y="0"/>
                  <a:pt x="79" y="9"/>
                  <a:pt x="70" y="27"/>
                </a:cubicBezTo>
                <a:cubicBezTo>
                  <a:pt x="0" y="346"/>
                  <a:pt x="0" y="346"/>
                  <a:pt x="0" y="346"/>
                </a:cubicBezTo>
                <a:cubicBezTo>
                  <a:pt x="0" y="354"/>
                  <a:pt x="0" y="363"/>
                  <a:pt x="17" y="363"/>
                </a:cubicBezTo>
                <a:cubicBezTo>
                  <a:pt x="70" y="363"/>
                  <a:pt x="70" y="363"/>
                  <a:pt x="70" y="363"/>
                </a:cubicBezTo>
                <a:cubicBezTo>
                  <a:pt x="79" y="363"/>
                  <a:pt x="88" y="354"/>
                  <a:pt x="97" y="346"/>
                </a:cubicBezTo>
                <a:close/>
                <a:moveTo>
                  <a:pt x="141" y="159"/>
                </a:moveTo>
                <a:lnTo>
                  <a:pt x="141" y="159"/>
                </a:lnTo>
                <a:cubicBezTo>
                  <a:pt x="150" y="89"/>
                  <a:pt x="150" y="89"/>
                  <a:pt x="150" y="89"/>
                </a:cubicBezTo>
                <a:cubicBezTo>
                  <a:pt x="159" y="80"/>
                  <a:pt x="167" y="71"/>
                  <a:pt x="176" y="71"/>
                </a:cubicBezTo>
                <a:cubicBezTo>
                  <a:pt x="194" y="71"/>
                  <a:pt x="194" y="71"/>
                  <a:pt x="194" y="71"/>
                </a:cubicBezTo>
                <a:cubicBezTo>
                  <a:pt x="220" y="71"/>
                  <a:pt x="229" y="71"/>
                  <a:pt x="238" y="80"/>
                </a:cubicBezTo>
                <a:cubicBezTo>
                  <a:pt x="257" y="89"/>
                  <a:pt x="257" y="97"/>
                  <a:pt x="257" y="115"/>
                </a:cubicBezTo>
                <a:cubicBezTo>
                  <a:pt x="257" y="133"/>
                  <a:pt x="248" y="150"/>
                  <a:pt x="229" y="159"/>
                </a:cubicBezTo>
                <a:cubicBezTo>
                  <a:pt x="220" y="168"/>
                  <a:pt x="194" y="178"/>
                  <a:pt x="167" y="178"/>
                </a:cubicBezTo>
                <a:cubicBezTo>
                  <a:pt x="150" y="178"/>
                  <a:pt x="150" y="178"/>
                  <a:pt x="150" y="178"/>
                </a:cubicBezTo>
                <a:cubicBezTo>
                  <a:pt x="141" y="178"/>
                  <a:pt x="132" y="168"/>
                  <a:pt x="141" y="15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3" name="Freeform 83"/>
          <p:cNvSpPr/>
          <p:nvPr/>
        </p:nvSpPr>
        <p:spPr>
          <a:xfrm>
            <a:off x="6060960" y="2778120"/>
            <a:ext cx="270000" cy="122400"/>
          </a:xfrm>
          <a:custGeom>
            <a:avLst/>
            <a:gdLst/>
            <a:ahLst/>
            <a:rect l="l" t="t" r="r" b="b"/>
            <a:pathLst>
              <a:path w="497" h="223">
                <a:moveTo>
                  <a:pt x="17" y="195"/>
                </a:moveTo>
                <a:lnTo>
                  <a:pt x="17" y="195"/>
                </a:lnTo>
                <a:cubicBezTo>
                  <a:pt x="26" y="160"/>
                  <a:pt x="26" y="160"/>
                  <a:pt x="26" y="160"/>
                </a:cubicBezTo>
                <a:cubicBezTo>
                  <a:pt x="17" y="125"/>
                  <a:pt x="17" y="125"/>
                  <a:pt x="17" y="125"/>
                </a:cubicBezTo>
                <a:cubicBezTo>
                  <a:pt x="17" y="125"/>
                  <a:pt x="17" y="125"/>
                  <a:pt x="9" y="125"/>
                </a:cubicBezTo>
                <a:lnTo>
                  <a:pt x="9" y="125"/>
                </a:lnTo>
                <a:cubicBezTo>
                  <a:pt x="0" y="160"/>
                  <a:pt x="0" y="160"/>
                  <a:pt x="0" y="160"/>
                </a:cubicBezTo>
                <a:cubicBezTo>
                  <a:pt x="9" y="195"/>
                  <a:pt x="9" y="195"/>
                  <a:pt x="9" y="195"/>
                </a:cubicBezTo>
                <a:lnTo>
                  <a:pt x="9" y="195"/>
                </a:lnTo>
                <a:cubicBezTo>
                  <a:pt x="17" y="195"/>
                  <a:pt x="17" y="195"/>
                  <a:pt x="17" y="195"/>
                </a:cubicBezTo>
                <a:close/>
                <a:moveTo>
                  <a:pt x="70" y="213"/>
                </a:moveTo>
                <a:lnTo>
                  <a:pt x="70" y="213"/>
                </a:lnTo>
                <a:cubicBezTo>
                  <a:pt x="70" y="160"/>
                  <a:pt x="70" y="160"/>
                  <a:pt x="70" y="160"/>
                </a:cubicBezTo>
                <a:cubicBezTo>
                  <a:pt x="70" y="80"/>
                  <a:pt x="70" y="80"/>
                  <a:pt x="70" y="80"/>
                </a:cubicBezTo>
                <a:lnTo>
                  <a:pt x="62" y="72"/>
                </a:lnTo>
                <a:lnTo>
                  <a:pt x="53" y="80"/>
                </a:lnTo>
                <a:cubicBezTo>
                  <a:pt x="53" y="160"/>
                  <a:pt x="53" y="160"/>
                  <a:pt x="53" y="160"/>
                </a:cubicBezTo>
                <a:cubicBezTo>
                  <a:pt x="53" y="213"/>
                  <a:pt x="53" y="213"/>
                  <a:pt x="53" y="213"/>
                </a:cubicBezTo>
                <a:cubicBezTo>
                  <a:pt x="53" y="222"/>
                  <a:pt x="62" y="222"/>
                  <a:pt x="62" y="222"/>
                </a:cubicBezTo>
                <a:cubicBezTo>
                  <a:pt x="62" y="222"/>
                  <a:pt x="70" y="222"/>
                  <a:pt x="70" y="213"/>
                </a:cubicBezTo>
                <a:close/>
                <a:moveTo>
                  <a:pt x="115" y="213"/>
                </a:moveTo>
                <a:lnTo>
                  <a:pt x="115" y="213"/>
                </a:lnTo>
                <a:cubicBezTo>
                  <a:pt x="123" y="160"/>
                  <a:pt x="123" y="160"/>
                  <a:pt x="123" y="160"/>
                </a:cubicBezTo>
                <a:cubicBezTo>
                  <a:pt x="115" y="53"/>
                  <a:pt x="115" y="53"/>
                  <a:pt x="115" y="53"/>
                </a:cubicBezTo>
                <a:cubicBezTo>
                  <a:pt x="115" y="44"/>
                  <a:pt x="115" y="44"/>
                  <a:pt x="115" y="44"/>
                </a:cubicBezTo>
                <a:cubicBezTo>
                  <a:pt x="107" y="44"/>
                  <a:pt x="107" y="44"/>
                  <a:pt x="107" y="53"/>
                </a:cubicBezTo>
                <a:cubicBezTo>
                  <a:pt x="97" y="160"/>
                  <a:pt x="97" y="160"/>
                  <a:pt x="97" y="160"/>
                </a:cubicBezTo>
                <a:cubicBezTo>
                  <a:pt x="107" y="213"/>
                  <a:pt x="107" y="213"/>
                  <a:pt x="107" y="213"/>
                </a:cubicBezTo>
                <a:cubicBezTo>
                  <a:pt x="107" y="213"/>
                  <a:pt x="107" y="222"/>
                  <a:pt x="115" y="222"/>
                </a:cubicBezTo>
                <a:lnTo>
                  <a:pt x="115" y="213"/>
                </a:lnTo>
                <a:close/>
                <a:moveTo>
                  <a:pt x="168" y="213"/>
                </a:moveTo>
                <a:lnTo>
                  <a:pt x="168" y="213"/>
                </a:lnTo>
                <a:cubicBezTo>
                  <a:pt x="177" y="160"/>
                  <a:pt x="177" y="160"/>
                  <a:pt x="177" y="160"/>
                </a:cubicBezTo>
                <a:cubicBezTo>
                  <a:pt x="168" y="53"/>
                  <a:pt x="168" y="53"/>
                  <a:pt x="168" y="53"/>
                </a:cubicBezTo>
                <a:cubicBezTo>
                  <a:pt x="168" y="44"/>
                  <a:pt x="168" y="44"/>
                  <a:pt x="160" y="44"/>
                </a:cubicBezTo>
                <a:cubicBezTo>
                  <a:pt x="160" y="44"/>
                  <a:pt x="151" y="44"/>
                  <a:pt x="151" y="53"/>
                </a:cubicBezTo>
                <a:cubicBezTo>
                  <a:pt x="151" y="160"/>
                  <a:pt x="151" y="160"/>
                  <a:pt x="151" y="160"/>
                </a:cubicBezTo>
                <a:cubicBezTo>
                  <a:pt x="151" y="213"/>
                  <a:pt x="151" y="213"/>
                  <a:pt x="151" y="213"/>
                </a:cubicBezTo>
                <a:lnTo>
                  <a:pt x="160" y="222"/>
                </a:lnTo>
                <a:cubicBezTo>
                  <a:pt x="168" y="222"/>
                  <a:pt x="168" y="213"/>
                  <a:pt x="168" y="213"/>
                </a:cubicBezTo>
                <a:close/>
                <a:moveTo>
                  <a:pt x="221" y="213"/>
                </a:moveTo>
                <a:lnTo>
                  <a:pt x="221" y="213"/>
                </a:lnTo>
                <a:cubicBezTo>
                  <a:pt x="221" y="160"/>
                  <a:pt x="221" y="160"/>
                  <a:pt x="221" y="160"/>
                </a:cubicBezTo>
                <a:cubicBezTo>
                  <a:pt x="221" y="36"/>
                  <a:pt x="221" y="36"/>
                  <a:pt x="221" y="36"/>
                </a:cubicBezTo>
                <a:cubicBezTo>
                  <a:pt x="221" y="27"/>
                  <a:pt x="213" y="27"/>
                  <a:pt x="213" y="27"/>
                </a:cubicBezTo>
                <a:cubicBezTo>
                  <a:pt x="204" y="27"/>
                  <a:pt x="204" y="27"/>
                  <a:pt x="204" y="36"/>
                </a:cubicBezTo>
                <a:cubicBezTo>
                  <a:pt x="195" y="160"/>
                  <a:pt x="195" y="160"/>
                  <a:pt x="195" y="160"/>
                </a:cubicBezTo>
                <a:lnTo>
                  <a:pt x="204" y="213"/>
                </a:lnTo>
                <a:cubicBezTo>
                  <a:pt x="204" y="213"/>
                  <a:pt x="204" y="222"/>
                  <a:pt x="213" y="222"/>
                </a:cubicBezTo>
                <a:lnTo>
                  <a:pt x="221" y="213"/>
                </a:lnTo>
                <a:close/>
                <a:moveTo>
                  <a:pt x="257" y="222"/>
                </a:moveTo>
                <a:lnTo>
                  <a:pt x="257" y="222"/>
                </a:lnTo>
                <a:lnTo>
                  <a:pt x="434" y="222"/>
                </a:lnTo>
                <a:cubicBezTo>
                  <a:pt x="470" y="222"/>
                  <a:pt x="496" y="195"/>
                  <a:pt x="496" y="160"/>
                </a:cubicBezTo>
                <a:cubicBezTo>
                  <a:pt x="496" y="125"/>
                  <a:pt x="470" y="97"/>
                  <a:pt x="434" y="97"/>
                </a:cubicBezTo>
                <a:cubicBezTo>
                  <a:pt x="425" y="97"/>
                  <a:pt x="416" y="97"/>
                  <a:pt x="407" y="97"/>
                </a:cubicBezTo>
                <a:cubicBezTo>
                  <a:pt x="398" y="44"/>
                  <a:pt x="354" y="0"/>
                  <a:pt x="292" y="0"/>
                </a:cubicBezTo>
                <a:cubicBezTo>
                  <a:pt x="283" y="0"/>
                  <a:pt x="266" y="0"/>
                  <a:pt x="257" y="9"/>
                </a:cubicBezTo>
                <a:cubicBezTo>
                  <a:pt x="248" y="9"/>
                  <a:pt x="248" y="9"/>
                  <a:pt x="248" y="18"/>
                </a:cubicBezTo>
                <a:cubicBezTo>
                  <a:pt x="248" y="213"/>
                  <a:pt x="248" y="213"/>
                  <a:pt x="248" y="213"/>
                </a:cubicBezTo>
                <a:cubicBezTo>
                  <a:pt x="248" y="213"/>
                  <a:pt x="248" y="222"/>
                  <a:pt x="257" y="22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4" name="Freeform 84"/>
          <p:cNvSpPr/>
          <p:nvPr/>
        </p:nvSpPr>
        <p:spPr>
          <a:xfrm>
            <a:off x="8218440" y="2711520"/>
            <a:ext cx="258840" cy="255600"/>
          </a:xfrm>
          <a:custGeom>
            <a:avLst/>
            <a:gdLst/>
            <a:ahLst/>
            <a:rect l="l" t="t" r="r" b="b"/>
            <a:pathLst>
              <a:path w="479" h="471">
                <a:moveTo>
                  <a:pt x="266" y="257"/>
                </a:moveTo>
                <a:lnTo>
                  <a:pt x="266" y="257"/>
                </a:lnTo>
                <a:cubicBezTo>
                  <a:pt x="257" y="257"/>
                  <a:pt x="249" y="257"/>
                  <a:pt x="240" y="257"/>
                </a:cubicBezTo>
                <a:cubicBezTo>
                  <a:pt x="213" y="257"/>
                  <a:pt x="213" y="257"/>
                  <a:pt x="213" y="257"/>
                </a:cubicBezTo>
                <a:cubicBezTo>
                  <a:pt x="213" y="311"/>
                  <a:pt x="213" y="311"/>
                  <a:pt x="213" y="311"/>
                </a:cubicBezTo>
                <a:cubicBezTo>
                  <a:pt x="240" y="311"/>
                  <a:pt x="240" y="311"/>
                  <a:pt x="240" y="311"/>
                </a:cubicBezTo>
                <a:cubicBezTo>
                  <a:pt x="249" y="311"/>
                  <a:pt x="257" y="311"/>
                  <a:pt x="266" y="311"/>
                </a:cubicBezTo>
                <a:cubicBezTo>
                  <a:pt x="275" y="302"/>
                  <a:pt x="275" y="293"/>
                  <a:pt x="275" y="284"/>
                </a:cubicBezTo>
                <a:cubicBezTo>
                  <a:pt x="275" y="275"/>
                  <a:pt x="275" y="266"/>
                  <a:pt x="266" y="257"/>
                </a:cubicBezTo>
                <a:close/>
                <a:moveTo>
                  <a:pt x="257" y="213"/>
                </a:moveTo>
                <a:lnTo>
                  <a:pt x="257" y="213"/>
                </a:lnTo>
                <a:cubicBezTo>
                  <a:pt x="257" y="204"/>
                  <a:pt x="266" y="196"/>
                  <a:pt x="266" y="186"/>
                </a:cubicBezTo>
                <a:cubicBezTo>
                  <a:pt x="266" y="177"/>
                  <a:pt x="257" y="168"/>
                  <a:pt x="257" y="168"/>
                </a:cubicBezTo>
                <a:cubicBezTo>
                  <a:pt x="249" y="160"/>
                  <a:pt x="231" y="160"/>
                  <a:pt x="222" y="160"/>
                </a:cubicBezTo>
                <a:cubicBezTo>
                  <a:pt x="213" y="160"/>
                  <a:pt x="213" y="160"/>
                  <a:pt x="213" y="160"/>
                </a:cubicBezTo>
                <a:cubicBezTo>
                  <a:pt x="213" y="213"/>
                  <a:pt x="213" y="213"/>
                  <a:pt x="213" y="213"/>
                </a:cubicBezTo>
                <a:cubicBezTo>
                  <a:pt x="231" y="213"/>
                  <a:pt x="231" y="213"/>
                  <a:pt x="231" y="213"/>
                </a:cubicBezTo>
                <a:cubicBezTo>
                  <a:pt x="240" y="213"/>
                  <a:pt x="249" y="213"/>
                  <a:pt x="257" y="213"/>
                </a:cubicBezTo>
                <a:close/>
                <a:moveTo>
                  <a:pt x="390" y="0"/>
                </a:moveTo>
                <a:lnTo>
                  <a:pt x="390" y="0"/>
                </a:lnTo>
                <a:cubicBezTo>
                  <a:pt x="89" y="0"/>
                  <a:pt x="89" y="0"/>
                  <a:pt x="89" y="0"/>
                </a:cubicBezTo>
                <a:cubicBezTo>
                  <a:pt x="36" y="0"/>
                  <a:pt x="0" y="36"/>
                  <a:pt x="0" y="80"/>
                </a:cubicBezTo>
                <a:cubicBezTo>
                  <a:pt x="0" y="390"/>
                  <a:pt x="0" y="390"/>
                  <a:pt x="0" y="390"/>
                </a:cubicBezTo>
                <a:cubicBezTo>
                  <a:pt x="0" y="434"/>
                  <a:pt x="36" y="470"/>
                  <a:pt x="89" y="470"/>
                </a:cubicBezTo>
                <a:cubicBezTo>
                  <a:pt x="390" y="470"/>
                  <a:pt x="390" y="470"/>
                  <a:pt x="390" y="470"/>
                </a:cubicBezTo>
                <a:cubicBezTo>
                  <a:pt x="443" y="470"/>
                  <a:pt x="478" y="434"/>
                  <a:pt x="478" y="390"/>
                </a:cubicBezTo>
                <a:cubicBezTo>
                  <a:pt x="478" y="80"/>
                  <a:pt x="478" y="80"/>
                  <a:pt x="478" y="80"/>
                </a:cubicBezTo>
                <a:cubicBezTo>
                  <a:pt x="478" y="36"/>
                  <a:pt x="443" y="0"/>
                  <a:pt x="390" y="0"/>
                </a:cubicBezTo>
                <a:close/>
                <a:moveTo>
                  <a:pt x="249" y="355"/>
                </a:moveTo>
                <a:lnTo>
                  <a:pt x="249" y="355"/>
                </a:lnTo>
                <a:cubicBezTo>
                  <a:pt x="159" y="355"/>
                  <a:pt x="159" y="355"/>
                  <a:pt x="159" y="355"/>
                </a:cubicBezTo>
                <a:cubicBezTo>
                  <a:pt x="159" y="124"/>
                  <a:pt x="159" y="124"/>
                  <a:pt x="159" y="124"/>
                </a:cubicBezTo>
                <a:cubicBezTo>
                  <a:pt x="266" y="124"/>
                  <a:pt x="266" y="124"/>
                  <a:pt x="266" y="124"/>
                </a:cubicBezTo>
                <a:cubicBezTo>
                  <a:pt x="293" y="124"/>
                  <a:pt x="319" y="142"/>
                  <a:pt x="319" y="177"/>
                </a:cubicBezTo>
                <a:cubicBezTo>
                  <a:pt x="319" y="204"/>
                  <a:pt x="310" y="221"/>
                  <a:pt x="284" y="221"/>
                </a:cubicBezTo>
                <a:cubicBezTo>
                  <a:pt x="284" y="231"/>
                  <a:pt x="284" y="231"/>
                  <a:pt x="284" y="231"/>
                </a:cubicBezTo>
                <a:cubicBezTo>
                  <a:pt x="319" y="231"/>
                  <a:pt x="337" y="249"/>
                  <a:pt x="337" y="284"/>
                </a:cubicBezTo>
                <a:cubicBezTo>
                  <a:pt x="337" y="319"/>
                  <a:pt x="310" y="355"/>
                  <a:pt x="249" y="3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5" name="Freeform 85"/>
          <p:cNvSpPr/>
          <p:nvPr/>
        </p:nvSpPr>
        <p:spPr>
          <a:xfrm>
            <a:off x="3917880" y="1660680"/>
            <a:ext cx="250920" cy="201600"/>
          </a:xfrm>
          <a:custGeom>
            <a:avLst/>
            <a:gdLst/>
            <a:ahLst/>
            <a:rect l="l" t="t" r="r" b="b"/>
            <a:pathLst>
              <a:path w="462" h="374">
                <a:moveTo>
                  <a:pt x="461" y="45"/>
                </a:moveTo>
                <a:lnTo>
                  <a:pt x="461" y="45"/>
                </a:lnTo>
                <a:cubicBezTo>
                  <a:pt x="443" y="54"/>
                  <a:pt x="425" y="63"/>
                  <a:pt x="408" y="63"/>
                </a:cubicBezTo>
                <a:cubicBezTo>
                  <a:pt x="425" y="54"/>
                  <a:pt x="443" y="36"/>
                  <a:pt x="443" y="10"/>
                </a:cubicBezTo>
                <a:cubicBezTo>
                  <a:pt x="425" y="19"/>
                  <a:pt x="408" y="27"/>
                  <a:pt x="389" y="36"/>
                </a:cubicBezTo>
                <a:cubicBezTo>
                  <a:pt x="372" y="19"/>
                  <a:pt x="345" y="0"/>
                  <a:pt x="319" y="0"/>
                </a:cubicBezTo>
                <a:cubicBezTo>
                  <a:pt x="265" y="0"/>
                  <a:pt x="221" y="45"/>
                  <a:pt x="221" y="98"/>
                </a:cubicBezTo>
                <a:cubicBezTo>
                  <a:pt x="221" y="107"/>
                  <a:pt x="221" y="116"/>
                  <a:pt x="230" y="116"/>
                </a:cubicBezTo>
                <a:cubicBezTo>
                  <a:pt x="151" y="116"/>
                  <a:pt x="79" y="81"/>
                  <a:pt x="35" y="19"/>
                </a:cubicBezTo>
                <a:cubicBezTo>
                  <a:pt x="26" y="36"/>
                  <a:pt x="17" y="54"/>
                  <a:pt x="17" y="72"/>
                </a:cubicBezTo>
                <a:cubicBezTo>
                  <a:pt x="17" y="98"/>
                  <a:pt x="35" y="134"/>
                  <a:pt x="61" y="151"/>
                </a:cubicBezTo>
                <a:cubicBezTo>
                  <a:pt x="44" y="143"/>
                  <a:pt x="35" y="143"/>
                  <a:pt x="17" y="134"/>
                </a:cubicBezTo>
                <a:lnTo>
                  <a:pt x="17" y="134"/>
                </a:lnTo>
                <a:cubicBezTo>
                  <a:pt x="17" y="178"/>
                  <a:pt x="53" y="222"/>
                  <a:pt x="98" y="231"/>
                </a:cubicBezTo>
                <a:cubicBezTo>
                  <a:pt x="89" y="231"/>
                  <a:pt x="79" y="231"/>
                  <a:pt x="70" y="231"/>
                </a:cubicBezTo>
                <a:cubicBezTo>
                  <a:pt x="61" y="231"/>
                  <a:pt x="61" y="231"/>
                  <a:pt x="53" y="231"/>
                </a:cubicBezTo>
                <a:cubicBezTo>
                  <a:pt x="61" y="266"/>
                  <a:pt x="98" y="294"/>
                  <a:pt x="142" y="294"/>
                </a:cubicBezTo>
                <a:cubicBezTo>
                  <a:pt x="106" y="319"/>
                  <a:pt x="70" y="338"/>
                  <a:pt x="26" y="338"/>
                </a:cubicBezTo>
                <a:cubicBezTo>
                  <a:pt x="17" y="338"/>
                  <a:pt x="8" y="338"/>
                  <a:pt x="0" y="338"/>
                </a:cubicBezTo>
                <a:cubicBezTo>
                  <a:pt x="44" y="364"/>
                  <a:pt x="89" y="373"/>
                  <a:pt x="142" y="373"/>
                </a:cubicBezTo>
                <a:cubicBezTo>
                  <a:pt x="319" y="373"/>
                  <a:pt x="408" y="231"/>
                  <a:pt x="408" y="107"/>
                </a:cubicBezTo>
                <a:lnTo>
                  <a:pt x="408" y="98"/>
                </a:lnTo>
                <a:cubicBezTo>
                  <a:pt x="434" y="81"/>
                  <a:pt x="443" y="72"/>
                  <a:pt x="461" y="4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6" name="Freeform 86"/>
          <p:cNvSpPr/>
          <p:nvPr/>
        </p:nvSpPr>
        <p:spPr>
          <a:xfrm>
            <a:off x="4449600" y="1635120"/>
            <a:ext cx="262080" cy="257040"/>
          </a:xfrm>
          <a:custGeom>
            <a:avLst/>
            <a:gdLst/>
            <a:ahLst/>
            <a:rect l="l" t="t" r="r" b="b"/>
            <a:pathLst>
              <a:path w="480" h="471">
                <a:moveTo>
                  <a:pt x="239" y="0"/>
                </a:moveTo>
                <a:lnTo>
                  <a:pt x="239" y="0"/>
                </a:lnTo>
                <a:cubicBezTo>
                  <a:pt x="107" y="0"/>
                  <a:pt x="0" y="107"/>
                  <a:pt x="0" y="231"/>
                </a:cubicBezTo>
                <a:cubicBezTo>
                  <a:pt x="0" y="363"/>
                  <a:pt x="107" y="470"/>
                  <a:pt x="239" y="470"/>
                </a:cubicBezTo>
                <a:cubicBezTo>
                  <a:pt x="372" y="470"/>
                  <a:pt x="479" y="363"/>
                  <a:pt x="479" y="231"/>
                </a:cubicBezTo>
                <a:cubicBezTo>
                  <a:pt x="479" y="107"/>
                  <a:pt x="372" y="0"/>
                  <a:pt x="239" y="0"/>
                </a:cubicBezTo>
                <a:close/>
                <a:moveTo>
                  <a:pt x="337" y="195"/>
                </a:moveTo>
                <a:lnTo>
                  <a:pt x="337" y="195"/>
                </a:lnTo>
                <a:lnTo>
                  <a:pt x="337" y="195"/>
                </a:lnTo>
                <a:cubicBezTo>
                  <a:pt x="337" y="257"/>
                  <a:pt x="292" y="328"/>
                  <a:pt x="204" y="328"/>
                </a:cubicBezTo>
                <a:cubicBezTo>
                  <a:pt x="178" y="328"/>
                  <a:pt x="151" y="319"/>
                  <a:pt x="133" y="310"/>
                </a:cubicBezTo>
                <a:lnTo>
                  <a:pt x="142" y="310"/>
                </a:lnTo>
                <a:cubicBezTo>
                  <a:pt x="160" y="310"/>
                  <a:pt x="186" y="301"/>
                  <a:pt x="204" y="293"/>
                </a:cubicBezTo>
                <a:cubicBezTo>
                  <a:pt x="178" y="293"/>
                  <a:pt x="160" y="275"/>
                  <a:pt x="160" y="257"/>
                </a:cubicBezTo>
                <a:cubicBezTo>
                  <a:pt x="160" y="257"/>
                  <a:pt x="160" y="257"/>
                  <a:pt x="169" y="257"/>
                </a:cubicBezTo>
                <a:lnTo>
                  <a:pt x="178" y="257"/>
                </a:lnTo>
                <a:cubicBezTo>
                  <a:pt x="160" y="248"/>
                  <a:pt x="142" y="231"/>
                  <a:pt x="142" y="213"/>
                </a:cubicBezTo>
                <a:lnTo>
                  <a:pt x="142" y="213"/>
                </a:lnTo>
                <a:cubicBezTo>
                  <a:pt x="142" y="213"/>
                  <a:pt x="151" y="213"/>
                  <a:pt x="160" y="213"/>
                </a:cubicBezTo>
                <a:cubicBezTo>
                  <a:pt x="151" y="204"/>
                  <a:pt x="142" y="195"/>
                  <a:pt x="142" y="178"/>
                </a:cubicBezTo>
                <a:cubicBezTo>
                  <a:pt x="142" y="169"/>
                  <a:pt x="142" y="160"/>
                  <a:pt x="151" y="151"/>
                </a:cubicBezTo>
                <a:cubicBezTo>
                  <a:pt x="169" y="178"/>
                  <a:pt x="204" y="204"/>
                  <a:pt x="239" y="204"/>
                </a:cubicBezTo>
                <a:cubicBezTo>
                  <a:pt x="239" y="195"/>
                  <a:pt x="239" y="195"/>
                  <a:pt x="239" y="195"/>
                </a:cubicBezTo>
                <a:cubicBezTo>
                  <a:pt x="239" y="169"/>
                  <a:pt x="266" y="142"/>
                  <a:pt x="292" y="142"/>
                </a:cubicBezTo>
                <a:cubicBezTo>
                  <a:pt x="301" y="142"/>
                  <a:pt x="319" y="151"/>
                  <a:pt x="319" y="160"/>
                </a:cubicBezTo>
                <a:cubicBezTo>
                  <a:pt x="337" y="160"/>
                  <a:pt x="346" y="151"/>
                  <a:pt x="355" y="151"/>
                </a:cubicBezTo>
                <a:cubicBezTo>
                  <a:pt x="346" y="160"/>
                  <a:pt x="346" y="169"/>
                  <a:pt x="337" y="178"/>
                </a:cubicBezTo>
                <a:cubicBezTo>
                  <a:pt x="346" y="178"/>
                  <a:pt x="355" y="169"/>
                  <a:pt x="364" y="169"/>
                </a:cubicBezTo>
                <a:cubicBezTo>
                  <a:pt x="355" y="178"/>
                  <a:pt x="346" y="187"/>
                  <a:pt x="337" y="19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7" name="Freeform 87"/>
          <p:cNvSpPr/>
          <p:nvPr/>
        </p:nvSpPr>
        <p:spPr>
          <a:xfrm>
            <a:off x="701640" y="2720880"/>
            <a:ext cx="231840" cy="236520"/>
          </a:xfrm>
          <a:custGeom>
            <a:avLst/>
            <a:gdLst/>
            <a:ahLst/>
            <a:rect l="l" t="t" r="r" b="b"/>
            <a:pathLst>
              <a:path w="426" h="435">
                <a:moveTo>
                  <a:pt x="345" y="213"/>
                </a:moveTo>
                <a:lnTo>
                  <a:pt x="345" y="213"/>
                </a:lnTo>
                <a:cubicBezTo>
                  <a:pt x="345" y="284"/>
                  <a:pt x="284" y="346"/>
                  <a:pt x="213" y="346"/>
                </a:cubicBezTo>
                <a:cubicBezTo>
                  <a:pt x="142" y="346"/>
                  <a:pt x="79" y="284"/>
                  <a:pt x="79" y="213"/>
                </a:cubicBezTo>
                <a:cubicBezTo>
                  <a:pt x="79" y="203"/>
                  <a:pt x="88" y="203"/>
                  <a:pt x="88" y="195"/>
                </a:cubicBezTo>
                <a:cubicBezTo>
                  <a:pt x="0" y="195"/>
                  <a:pt x="0" y="195"/>
                  <a:pt x="0" y="195"/>
                </a:cubicBezTo>
                <a:cubicBezTo>
                  <a:pt x="0" y="363"/>
                  <a:pt x="0" y="363"/>
                  <a:pt x="0" y="363"/>
                </a:cubicBezTo>
                <a:cubicBezTo>
                  <a:pt x="0" y="399"/>
                  <a:pt x="26" y="434"/>
                  <a:pt x="62" y="434"/>
                </a:cubicBezTo>
                <a:cubicBezTo>
                  <a:pt x="363" y="434"/>
                  <a:pt x="363" y="434"/>
                  <a:pt x="363" y="434"/>
                </a:cubicBezTo>
                <a:cubicBezTo>
                  <a:pt x="398" y="434"/>
                  <a:pt x="425" y="399"/>
                  <a:pt x="425" y="363"/>
                </a:cubicBezTo>
                <a:cubicBezTo>
                  <a:pt x="425" y="195"/>
                  <a:pt x="425" y="195"/>
                  <a:pt x="425" y="195"/>
                </a:cubicBezTo>
                <a:cubicBezTo>
                  <a:pt x="337" y="195"/>
                  <a:pt x="337" y="195"/>
                  <a:pt x="337" y="195"/>
                </a:cubicBezTo>
                <a:cubicBezTo>
                  <a:pt x="337" y="203"/>
                  <a:pt x="345" y="203"/>
                  <a:pt x="345" y="213"/>
                </a:cubicBezTo>
                <a:close/>
                <a:moveTo>
                  <a:pt x="363" y="0"/>
                </a:moveTo>
                <a:lnTo>
                  <a:pt x="363" y="0"/>
                </a:lnTo>
                <a:cubicBezTo>
                  <a:pt x="62" y="0"/>
                  <a:pt x="62" y="0"/>
                  <a:pt x="62" y="0"/>
                </a:cubicBezTo>
                <a:cubicBezTo>
                  <a:pt x="26" y="0"/>
                  <a:pt x="0" y="36"/>
                  <a:pt x="0" y="71"/>
                </a:cubicBezTo>
                <a:cubicBezTo>
                  <a:pt x="0" y="142"/>
                  <a:pt x="0" y="142"/>
                  <a:pt x="0" y="142"/>
                </a:cubicBezTo>
                <a:cubicBezTo>
                  <a:pt x="106" y="142"/>
                  <a:pt x="106" y="142"/>
                  <a:pt x="106" y="142"/>
                </a:cubicBezTo>
                <a:cubicBezTo>
                  <a:pt x="132" y="106"/>
                  <a:pt x="168" y="89"/>
                  <a:pt x="213" y="89"/>
                </a:cubicBezTo>
                <a:cubicBezTo>
                  <a:pt x="257" y="89"/>
                  <a:pt x="292" y="106"/>
                  <a:pt x="319" y="142"/>
                </a:cubicBezTo>
                <a:cubicBezTo>
                  <a:pt x="425" y="142"/>
                  <a:pt x="425" y="142"/>
                  <a:pt x="425" y="142"/>
                </a:cubicBezTo>
                <a:cubicBezTo>
                  <a:pt x="425" y="71"/>
                  <a:pt x="425" y="71"/>
                  <a:pt x="425" y="71"/>
                </a:cubicBezTo>
                <a:cubicBezTo>
                  <a:pt x="425" y="36"/>
                  <a:pt x="398" y="0"/>
                  <a:pt x="363" y="0"/>
                </a:cubicBezTo>
                <a:close/>
                <a:moveTo>
                  <a:pt x="390" y="89"/>
                </a:moveTo>
                <a:lnTo>
                  <a:pt x="390" y="89"/>
                </a:lnTo>
                <a:cubicBezTo>
                  <a:pt x="390" y="89"/>
                  <a:pt x="390" y="97"/>
                  <a:pt x="381" y="97"/>
                </a:cubicBezTo>
                <a:cubicBezTo>
                  <a:pt x="345" y="97"/>
                  <a:pt x="345" y="97"/>
                  <a:pt x="345" y="97"/>
                </a:cubicBezTo>
                <a:cubicBezTo>
                  <a:pt x="337" y="97"/>
                  <a:pt x="328" y="89"/>
                  <a:pt x="328" y="89"/>
                </a:cubicBezTo>
                <a:cubicBezTo>
                  <a:pt x="328" y="53"/>
                  <a:pt x="328" y="53"/>
                  <a:pt x="328" y="53"/>
                </a:cubicBezTo>
                <a:cubicBezTo>
                  <a:pt x="328" y="44"/>
                  <a:pt x="337" y="36"/>
                  <a:pt x="345" y="36"/>
                </a:cubicBezTo>
                <a:cubicBezTo>
                  <a:pt x="381" y="36"/>
                  <a:pt x="381" y="36"/>
                  <a:pt x="381" y="36"/>
                </a:cubicBezTo>
                <a:cubicBezTo>
                  <a:pt x="390" y="36"/>
                  <a:pt x="390" y="44"/>
                  <a:pt x="390" y="53"/>
                </a:cubicBezTo>
                <a:lnTo>
                  <a:pt x="390" y="89"/>
                </a:lnTo>
                <a:close/>
                <a:moveTo>
                  <a:pt x="292" y="213"/>
                </a:moveTo>
                <a:lnTo>
                  <a:pt x="292" y="213"/>
                </a:lnTo>
                <a:cubicBezTo>
                  <a:pt x="292" y="168"/>
                  <a:pt x="257" y="133"/>
                  <a:pt x="213" y="133"/>
                </a:cubicBezTo>
                <a:cubicBezTo>
                  <a:pt x="168" y="133"/>
                  <a:pt x="132" y="168"/>
                  <a:pt x="132" y="213"/>
                </a:cubicBezTo>
                <a:cubicBezTo>
                  <a:pt x="132" y="257"/>
                  <a:pt x="168" y="293"/>
                  <a:pt x="213" y="293"/>
                </a:cubicBezTo>
                <a:cubicBezTo>
                  <a:pt x="257" y="293"/>
                  <a:pt x="292" y="257"/>
                  <a:pt x="292" y="21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8" name="Freeform 106"/>
          <p:cNvSpPr/>
          <p:nvPr/>
        </p:nvSpPr>
        <p:spPr>
          <a:xfrm>
            <a:off x="6080040" y="1649520"/>
            <a:ext cx="231840" cy="233280"/>
          </a:xfrm>
          <a:custGeom>
            <a:avLst/>
            <a:gdLst/>
            <a:ahLst/>
            <a:rect l="l" t="t" r="r" b="b"/>
            <a:pathLst>
              <a:path w="426" h="427">
                <a:moveTo>
                  <a:pt x="372" y="0"/>
                </a:moveTo>
                <a:lnTo>
                  <a:pt x="372" y="0"/>
                </a:lnTo>
                <a:cubicBezTo>
                  <a:pt x="53" y="0"/>
                  <a:pt x="53" y="0"/>
                  <a:pt x="53" y="0"/>
                </a:cubicBezTo>
                <a:cubicBezTo>
                  <a:pt x="27" y="0"/>
                  <a:pt x="0" y="27"/>
                  <a:pt x="0" y="53"/>
                </a:cubicBezTo>
                <a:cubicBezTo>
                  <a:pt x="0" y="372"/>
                  <a:pt x="0" y="372"/>
                  <a:pt x="0" y="372"/>
                </a:cubicBezTo>
                <a:cubicBezTo>
                  <a:pt x="0" y="399"/>
                  <a:pt x="27" y="426"/>
                  <a:pt x="53" y="426"/>
                </a:cubicBezTo>
                <a:cubicBezTo>
                  <a:pt x="213" y="426"/>
                  <a:pt x="213" y="426"/>
                  <a:pt x="213" y="426"/>
                </a:cubicBezTo>
                <a:cubicBezTo>
                  <a:pt x="213" y="274"/>
                  <a:pt x="213" y="274"/>
                  <a:pt x="213" y="274"/>
                </a:cubicBezTo>
                <a:cubicBezTo>
                  <a:pt x="160" y="274"/>
                  <a:pt x="160" y="274"/>
                  <a:pt x="160" y="274"/>
                </a:cubicBezTo>
                <a:cubicBezTo>
                  <a:pt x="160" y="204"/>
                  <a:pt x="160" y="204"/>
                  <a:pt x="160" y="204"/>
                </a:cubicBezTo>
                <a:cubicBezTo>
                  <a:pt x="213" y="204"/>
                  <a:pt x="213" y="204"/>
                  <a:pt x="213" y="204"/>
                </a:cubicBezTo>
                <a:cubicBezTo>
                  <a:pt x="213" y="168"/>
                  <a:pt x="213" y="168"/>
                  <a:pt x="213" y="168"/>
                </a:cubicBezTo>
                <a:cubicBezTo>
                  <a:pt x="213" y="124"/>
                  <a:pt x="257" y="80"/>
                  <a:pt x="301" y="80"/>
                </a:cubicBezTo>
                <a:cubicBezTo>
                  <a:pt x="346" y="80"/>
                  <a:pt x="346" y="80"/>
                  <a:pt x="346" y="80"/>
                </a:cubicBezTo>
                <a:cubicBezTo>
                  <a:pt x="346" y="160"/>
                  <a:pt x="346" y="160"/>
                  <a:pt x="346" y="160"/>
                </a:cubicBezTo>
                <a:cubicBezTo>
                  <a:pt x="310" y="160"/>
                  <a:pt x="310" y="160"/>
                  <a:pt x="310" y="160"/>
                </a:cubicBezTo>
                <a:cubicBezTo>
                  <a:pt x="292" y="160"/>
                  <a:pt x="292" y="160"/>
                  <a:pt x="292" y="168"/>
                </a:cubicBezTo>
                <a:cubicBezTo>
                  <a:pt x="292" y="204"/>
                  <a:pt x="292" y="204"/>
                  <a:pt x="292" y="204"/>
                </a:cubicBezTo>
                <a:cubicBezTo>
                  <a:pt x="346" y="204"/>
                  <a:pt x="346" y="204"/>
                  <a:pt x="346" y="204"/>
                </a:cubicBezTo>
                <a:cubicBezTo>
                  <a:pt x="346" y="274"/>
                  <a:pt x="346" y="274"/>
                  <a:pt x="346" y="274"/>
                </a:cubicBezTo>
                <a:cubicBezTo>
                  <a:pt x="292" y="274"/>
                  <a:pt x="292" y="274"/>
                  <a:pt x="292" y="274"/>
                </a:cubicBezTo>
                <a:cubicBezTo>
                  <a:pt x="292" y="426"/>
                  <a:pt x="292" y="426"/>
                  <a:pt x="292" y="426"/>
                </a:cubicBezTo>
                <a:cubicBezTo>
                  <a:pt x="372" y="426"/>
                  <a:pt x="372" y="426"/>
                  <a:pt x="372" y="426"/>
                </a:cubicBezTo>
                <a:cubicBezTo>
                  <a:pt x="399" y="426"/>
                  <a:pt x="425" y="399"/>
                  <a:pt x="425" y="372"/>
                </a:cubicBezTo>
                <a:cubicBezTo>
                  <a:pt x="425" y="53"/>
                  <a:pt x="425" y="53"/>
                  <a:pt x="425" y="53"/>
                </a:cubicBezTo>
                <a:cubicBezTo>
                  <a:pt x="425" y="27"/>
                  <a:pt x="399" y="0"/>
                  <a:pt x="372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9" name="Freeform 119"/>
          <p:cNvSpPr/>
          <p:nvPr/>
        </p:nvSpPr>
        <p:spPr>
          <a:xfrm>
            <a:off x="3375000" y="2711520"/>
            <a:ext cx="260280" cy="255600"/>
          </a:xfrm>
          <a:custGeom>
            <a:avLst/>
            <a:gdLst/>
            <a:ahLst/>
            <a:rect l="l" t="t" r="r" b="b"/>
            <a:pathLst>
              <a:path w="480" h="471">
                <a:moveTo>
                  <a:pt x="293" y="231"/>
                </a:moveTo>
                <a:lnTo>
                  <a:pt x="293" y="231"/>
                </a:lnTo>
                <a:cubicBezTo>
                  <a:pt x="284" y="231"/>
                  <a:pt x="284" y="221"/>
                  <a:pt x="275" y="221"/>
                </a:cubicBezTo>
                <a:cubicBezTo>
                  <a:pt x="266" y="221"/>
                  <a:pt x="258" y="213"/>
                  <a:pt x="249" y="213"/>
                </a:cubicBezTo>
                <a:cubicBezTo>
                  <a:pt x="240" y="213"/>
                  <a:pt x="231" y="213"/>
                  <a:pt x="231" y="213"/>
                </a:cubicBezTo>
                <a:cubicBezTo>
                  <a:pt x="222" y="204"/>
                  <a:pt x="222" y="204"/>
                  <a:pt x="222" y="204"/>
                </a:cubicBezTo>
                <a:cubicBezTo>
                  <a:pt x="213" y="204"/>
                  <a:pt x="213" y="204"/>
                  <a:pt x="213" y="204"/>
                </a:cubicBezTo>
                <a:cubicBezTo>
                  <a:pt x="213" y="196"/>
                  <a:pt x="213" y="196"/>
                  <a:pt x="213" y="196"/>
                </a:cubicBezTo>
                <a:cubicBezTo>
                  <a:pt x="213" y="186"/>
                  <a:pt x="213" y="186"/>
                  <a:pt x="213" y="177"/>
                </a:cubicBezTo>
                <a:cubicBezTo>
                  <a:pt x="222" y="177"/>
                  <a:pt x="231" y="177"/>
                  <a:pt x="240" y="177"/>
                </a:cubicBezTo>
                <a:cubicBezTo>
                  <a:pt x="249" y="177"/>
                  <a:pt x="258" y="177"/>
                  <a:pt x="258" y="177"/>
                </a:cubicBezTo>
                <a:cubicBezTo>
                  <a:pt x="266" y="186"/>
                  <a:pt x="266" y="186"/>
                  <a:pt x="266" y="196"/>
                </a:cubicBezTo>
                <a:cubicBezTo>
                  <a:pt x="275" y="196"/>
                  <a:pt x="275" y="204"/>
                  <a:pt x="275" y="204"/>
                </a:cubicBezTo>
                <a:lnTo>
                  <a:pt x="284" y="204"/>
                </a:lnTo>
                <a:cubicBezTo>
                  <a:pt x="293" y="204"/>
                  <a:pt x="293" y="204"/>
                  <a:pt x="302" y="204"/>
                </a:cubicBezTo>
                <a:cubicBezTo>
                  <a:pt x="302" y="196"/>
                  <a:pt x="302" y="196"/>
                  <a:pt x="302" y="186"/>
                </a:cubicBezTo>
                <a:lnTo>
                  <a:pt x="302" y="177"/>
                </a:lnTo>
                <a:cubicBezTo>
                  <a:pt x="302" y="168"/>
                  <a:pt x="293" y="168"/>
                  <a:pt x="293" y="160"/>
                </a:cubicBezTo>
                <a:cubicBezTo>
                  <a:pt x="284" y="160"/>
                  <a:pt x="275" y="151"/>
                  <a:pt x="266" y="151"/>
                </a:cubicBezTo>
                <a:cubicBezTo>
                  <a:pt x="258" y="151"/>
                  <a:pt x="249" y="151"/>
                  <a:pt x="240" y="151"/>
                </a:cubicBezTo>
                <a:cubicBezTo>
                  <a:pt x="222" y="151"/>
                  <a:pt x="213" y="151"/>
                  <a:pt x="205" y="151"/>
                </a:cubicBezTo>
                <a:cubicBezTo>
                  <a:pt x="195" y="160"/>
                  <a:pt x="187" y="160"/>
                  <a:pt x="178" y="168"/>
                </a:cubicBezTo>
                <a:cubicBezTo>
                  <a:pt x="178" y="177"/>
                  <a:pt x="169" y="186"/>
                  <a:pt x="169" y="196"/>
                </a:cubicBezTo>
                <a:cubicBezTo>
                  <a:pt x="169" y="204"/>
                  <a:pt x="178" y="213"/>
                  <a:pt x="178" y="221"/>
                </a:cubicBezTo>
                <a:cubicBezTo>
                  <a:pt x="187" y="231"/>
                  <a:pt x="195" y="231"/>
                  <a:pt x="205" y="240"/>
                </a:cubicBezTo>
                <a:cubicBezTo>
                  <a:pt x="213" y="240"/>
                  <a:pt x="222" y="240"/>
                  <a:pt x="231" y="249"/>
                </a:cubicBezTo>
                <a:cubicBezTo>
                  <a:pt x="240" y="249"/>
                  <a:pt x="249" y="249"/>
                  <a:pt x="258" y="249"/>
                </a:cubicBezTo>
                <a:cubicBezTo>
                  <a:pt x="258" y="257"/>
                  <a:pt x="266" y="257"/>
                  <a:pt x="266" y="257"/>
                </a:cubicBezTo>
                <a:cubicBezTo>
                  <a:pt x="275" y="266"/>
                  <a:pt x="275" y="266"/>
                  <a:pt x="275" y="275"/>
                </a:cubicBezTo>
                <a:lnTo>
                  <a:pt x="266" y="284"/>
                </a:lnTo>
                <a:cubicBezTo>
                  <a:pt x="258" y="293"/>
                  <a:pt x="249" y="293"/>
                  <a:pt x="240" y="293"/>
                </a:cubicBezTo>
                <a:cubicBezTo>
                  <a:pt x="231" y="293"/>
                  <a:pt x="222" y="293"/>
                  <a:pt x="222" y="293"/>
                </a:cubicBezTo>
                <a:cubicBezTo>
                  <a:pt x="213" y="284"/>
                  <a:pt x="213" y="284"/>
                  <a:pt x="213" y="284"/>
                </a:cubicBezTo>
                <a:cubicBezTo>
                  <a:pt x="213" y="275"/>
                  <a:pt x="205" y="275"/>
                  <a:pt x="205" y="266"/>
                </a:cubicBezTo>
                <a:cubicBezTo>
                  <a:pt x="205" y="266"/>
                  <a:pt x="205" y="257"/>
                  <a:pt x="195" y="257"/>
                </a:cubicBezTo>
                <a:lnTo>
                  <a:pt x="187" y="257"/>
                </a:lnTo>
                <a:cubicBezTo>
                  <a:pt x="178" y="257"/>
                  <a:pt x="178" y="257"/>
                  <a:pt x="178" y="257"/>
                </a:cubicBezTo>
                <a:cubicBezTo>
                  <a:pt x="169" y="266"/>
                  <a:pt x="169" y="266"/>
                  <a:pt x="169" y="275"/>
                </a:cubicBezTo>
                <a:cubicBezTo>
                  <a:pt x="169" y="275"/>
                  <a:pt x="169" y="284"/>
                  <a:pt x="178" y="293"/>
                </a:cubicBezTo>
                <a:cubicBezTo>
                  <a:pt x="178" y="302"/>
                  <a:pt x="187" y="311"/>
                  <a:pt x="195" y="311"/>
                </a:cubicBezTo>
                <a:cubicBezTo>
                  <a:pt x="205" y="319"/>
                  <a:pt x="222" y="319"/>
                  <a:pt x="240" y="319"/>
                </a:cubicBezTo>
                <a:cubicBezTo>
                  <a:pt x="258" y="319"/>
                  <a:pt x="266" y="319"/>
                  <a:pt x="275" y="319"/>
                </a:cubicBezTo>
                <a:cubicBezTo>
                  <a:pt x="293" y="311"/>
                  <a:pt x="302" y="302"/>
                  <a:pt x="302" y="293"/>
                </a:cubicBezTo>
                <a:cubicBezTo>
                  <a:pt x="311" y="284"/>
                  <a:pt x="311" y="275"/>
                  <a:pt x="311" y="266"/>
                </a:cubicBezTo>
                <a:cubicBezTo>
                  <a:pt x="311" y="257"/>
                  <a:pt x="311" y="249"/>
                  <a:pt x="311" y="249"/>
                </a:cubicBezTo>
                <a:cubicBezTo>
                  <a:pt x="302" y="240"/>
                  <a:pt x="302" y="231"/>
                  <a:pt x="293" y="231"/>
                </a:cubicBezTo>
                <a:close/>
                <a:moveTo>
                  <a:pt x="240" y="0"/>
                </a:moveTo>
                <a:lnTo>
                  <a:pt x="240" y="0"/>
                </a:lnTo>
                <a:cubicBezTo>
                  <a:pt x="107" y="0"/>
                  <a:pt x="0" y="107"/>
                  <a:pt x="0" y="231"/>
                </a:cubicBezTo>
                <a:cubicBezTo>
                  <a:pt x="0" y="364"/>
                  <a:pt x="107" y="470"/>
                  <a:pt x="240" y="470"/>
                </a:cubicBezTo>
                <a:cubicBezTo>
                  <a:pt x="372" y="470"/>
                  <a:pt x="479" y="364"/>
                  <a:pt x="479" y="231"/>
                </a:cubicBezTo>
                <a:cubicBezTo>
                  <a:pt x="479" y="107"/>
                  <a:pt x="372" y="0"/>
                  <a:pt x="240" y="0"/>
                </a:cubicBezTo>
                <a:close/>
                <a:moveTo>
                  <a:pt x="293" y="364"/>
                </a:moveTo>
                <a:lnTo>
                  <a:pt x="293" y="364"/>
                </a:lnTo>
                <a:cubicBezTo>
                  <a:pt x="284" y="364"/>
                  <a:pt x="275" y="364"/>
                  <a:pt x="266" y="364"/>
                </a:cubicBezTo>
                <a:cubicBezTo>
                  <a:pt x="258" y="364"/>
                  <a:pt x="249" y="364"/>
                  <a:pt x="240" y="364"/>
                </a:cubicBezTo>
                <a:cubicBezTo>
                  <a:pt x="178" y="364"/>
                  <a:pt x="115" y="302"/>
                  <a:pt x="115" y="240"/>
                </a:cubicBezTo>
                <a:cubicBezTo>
                  <a:pt x="115" y="231"/>
                  <a:pt x="115" y="221"/>
                  <a:pt x="124" y="213"/>
                </a:cubicBezTo>
                <a:cubicBezTo>
                  <a:pt x="115" y="204"/>
                  <a:pt x="115" y="186"/>
                  <a:pt x="115" y="177"/>
                </a:cubicBezTo>
                <a:cubicBezTo>
                  <a:pt x="115" y="133"/>
                  <a:pt x="142" y="98"/>
                  <a:pt x="187" y="98"/>
                </a:cubicBezTo>
                <a:cubicBezTo>
                  <a:pt x="195" y="98"/>
                  <a:pt x="213" y="107"/>
                  <a:pt x="222" y="115"/>
                </a:cubicBezTo>
                <a:cubicBezTo>
                  <a:pt x="231" y="107"/>
                  <a:pt x="231" y="107"/>
                  <a:pt x="240" y="107"/>
                </a:cubicBezTo>
                <a:cubicBezTo>
                  <a:pt x="311" y="107"/>
                  <a:pt x="364" y="168"/>
                  <a:pt x="364" y="240"/>
                </a:cubicBezTo>
                <a:cubicBezTo>
                  <a:pt x="364" y="249"/>
                  <a:pt x="364" y="257"/>
                  <a:pt x="364" y="266"/>
                </a:cubicBezTo>
                <a:cubicBezTo>
                  <a:pt x="364" y="275"/>
                  <a:pt x="364" y="284"/>
                  <a:pt x="364" y="293"/>
                </a:cubicBezTo>
                <a:cubicBezTo>
                  <a:pt x="364" y="337"/>
                  <a:pt x="337" y="364"/>
                  <a:pt x="293" y="36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0" name="Freeform 120"/>
          <p:cNvSpPr/>
          <p:nvPr/>
        </p:nvSpPr>
        <p:spPr>
          <a:xfrm>
            <a:off x="4448160" y="2720880"/>
            <a:ext cx="270000" cy="236520"/>
          </a:xfrm>
          <a:custGeom>
            <a:avLst/>
            <a:gdLst/>
            <a:ahLst/>
            <a:rect l="l" t="t" r="r" b="b"/>
            <a:pathLst>
              <a:path w="497" h="435">
                <a:moveTo>
                  <a:pt x="363" y="222"/>
                </a:moveTo>
                <a:lnTo>
                  <a:pt x="363" y="222"/>
                </a:lnTo>
                <a:cubicBezTo>
                  <a:pt x="354" y="213"/>
                  <a:pt x="354" y="213"/>
                  <a:pt x="354" y="203"/>
                </a:cubicBezTo>
                <a:cubicBezTo>
                  <a:pt x="363" y="186"/>
                  <a:pt x="363" y="168"/>
                  <a:pt x="354" y="159"/>
                </a:cubicBezTo>
                <a:cubicBezTo>
                  <a:pt x="336" y="133"/>
                  <a:pt x="300" y="133"/>
                  <a:pt x="247" y="159"/>
                </a:cubicBezTo>
                <a:cubicBezTo>
                  <a:pt x="247" y="159"/>
                  <a:pt x="230" y="159"/>
                  <a:pt x="239" y="150"/>
                </a:cubicBezTo>
                <a:cubicBezTo>
                  <a:pt x="247" y="124"/>
                  <a:pt x="239" y="106"/>
                  <a:pt x="230" y="89"/>
                </a:cubicBezTo>
                <a:cubicBezTo>
                  <a:pt x="203" y="62"/>
                  <a:pt x="132" y="97"/>
                  <a:pt x="71" y="159"/>
                </a:cubicBezTo>
                <a:cubicBezTo>
                  <a:pt x="26" y="203"/>
                  <a:pt x="0" y="248"/>
                  <a:pt x="0" y="293"/>
                </a:cubicBezTo>
                <a:cubicBezTo>
                  <a:pt x="0" y="372"/>
                  <a:pt x="106" y="434"/>
                  <a:pt x="203" y="434"/>
                </a:cubicBezTo>
                <a:cubicBezTo>
                  <a:pt x="336" y="434"/>
                  <a:pt x="425" y="346"/>
                  <a:pt x="425" y="284"/>
                </a:cubicBezTo>
                <a:cubicBezTo>
                  <a:pt x="425" y="248"/>
                  <a:pt x="390" y="231"/>
                  <a:pt x="363" y="222"/>
                </a:cubicBezTo>
                <a:close/>
                <a:moveTo>
                  <a:pt x="203" y="390"/>
                </a:moveTo>
                <a:lnTo>
                  <a:pt x="203" y="390"/>
                </a:lnTo>
                <a:cubicBezTo>
                  <a:pt x="124" y="399"/>
                  <a:pt x="53" y="363"/>
                  <a:pt x="53" y="310"/>
                </a:cubicBezTo>
                <a:cubicBezTo>
                  <a:pt x="44" y="257"/>
                  <a:pt x="106" y="213"/>
                  <a:pt x="186" y="203"/>
                </a:cubicBezTo>
                <a:cubicBezTo>
                  <a:pt x="265" y="195"/>
                  <a:pt x="336" y="231"/>
                  <a:pt x="336" y="284"/>
                </a:cubicBezTo>
                <a:cubicBezTo>
                  <a:pt x="345" y="337"/>
                  <a:pt x="283" y="381"/>
                  <a:pt x="203" y="390"/>
                </a:cubicBezTo>
                <a:close/>
                <a:moveTo>
                  <a:pt x="496" y="150"/>
                </a:moveTo>
                <a:lnTo>
                  <a:pt x="496" y="150"/>
                </a:lnTo>
                <a:cubicBezTo>
                  <a:pt x="496" y="71"/>
                  <a:pt x="425" y="0"/>
                  <a:pt x="345" y="0"/>
                </a:cubicBezTo>
                <a:cubicBezTo>
                  <a:pt x="336" y="0"/>
                  <a:pt x="327" y="9"/>
                  <a:pt x="327" y="18"/>
                </a:cubicBezTo>
                <a:cubicBezTo>
                  <a:pt x="327" y="27"/>
                  <a:pt x="336" y="36"/>
                  <a:pt x="345" y="36"/>
                </a:cubicBezTo>
                <a:cubicBezTo>
                  <a:pt x="407" y="36"/>
                  <a:pt x="460" y="89"/>
                  <a:pt x="460" y="150"/>
                </a:cubicBezTo>
                <a:cubicBezTo>
                  <a:pt x="460" y="159"/>
                  <a:pt x="469" y="168"/>
                  <a:pt x="478" y="168"/>
                </a:cubicBezTo>
                <a:cubicBezTo>
                  <a:pt x="487" y="168"/>
                  <a:pt x="496" y="159"/>
                  <a:pt x="496" y="150"/>
                </a:cubicBezTo>
                <a:close/>
                <a:moveTo>
                  <a:pt x="425" y="150"/>
                </a:moveTo>
                <a:lnTo>
                  <a:pt x="425" y="150"/>
                </a:lnTo>
                <a:cubicBezTo>
                  <a:pt x="416" y="106"/>
                  <a:pt x="390" y="80"/>
                  <a:pt x="345" y="71"/>
                </a:cubicBezTo>
                <a:cubicBezTo>
                  <a:pt x="336" y="71"/>
                  <a:pt x="327" y="80"/>
                  <a:pt x="327" y="89"/>
                </a:cubicBezTo>
                <a:cubicBezTo>
                  <a:pt x="327" y="97"/>
                  <a:pt x="327" y="106"/>
                  <a:pt x="345" y="106"/>
                </a:cubicBezTo>
                <a:cubicBezTo>
                  <a:pt x="363" y="115"/>
                  <a:pt x="390" y="133"/>
                  <a:pt x="390" y="159"/>
                </a:cubicBezTo>
                <a:cubicBezTo>
                  <a:pt x="390" y="168"/>
                  <a:pt x="398" y="168"/>
                  <a:pt x="416" y="168"/>
                </a:cubicBezTo>
                <a:cubicBezTo>
                  <a:pt x="425" y="168"/>
                  <a:pt x="425" y="159"/>
                  <a:pt x="425" y="150"/>
                </a:cubicBezTo>
                <a:close/>
                <a:moveTo>
                  <a:pt x="159" y="257"/>
                </a:moveTo>
                <a:lnTo>
                  <a:pt x="159" y="257"/>
                </a:lnTo>
                <a:cubicBezTo>
                  <a:pt x="132" y="257"/>
                  <a:pt x="106" y="284"/>
                  <a:pt x="115" y="310"/>
                </a:cubicBezTo>
                <a:cubicBezTo>
                  <a:pt x="124" y="337"/>
                  <a:pt x="150" y="354"/>
                  <a:pt x="186" y="354"/>
                </a:cubicBezTo>
                <a:cubicBezTo>
                  <a:pt x="212" y="346"/>
                  <a:pt x="239" y="319"/>
                  <a:pt x="230" y="293"/>
                </a:cubicBezTo>
                <a:cubicBezTo>
                  <a:pt x="221" y="266"/>
                  <a:pt x="194" y="248"/>
                  <a:pt x="159" y="25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1" name="Freeform 121"/>
          <p:cNvSpPr/>
          <p:nvPr/>
        </p:nvSpPr>
        <p:spPr>
          <a:xfrm>
            <a:off x="687240" y="3284640"/>
            <a:ext cx="179640" cy="226800"/>
          </a:xfrm>
          <a:custGeom>
            <a:avLst/>
            <a:gdLst/>
            <a:ahLst/>
            <a:rect l="l" t="t" r="r" b="b"/>
            <a:pathLst>
              <a:path w="329" h="418">
                <a:moveTo>
                  <a:pt x="213" y="213"/>
                </a:moveTo>
                <a:lnTo>
                  <a:pt x="213" y="213"/>
                </a:lnTo>
                <a:cubicBezTo>
                  <a:pt x="151" y="186"/>
                  <a:pt x="98" y="151"/>
                  <a:pt x="98" y="88"/>
                </a:cubicBezTo>
                <a:cubicBezTo>
                  <a:pt x="98" y="61"/>
                  <a:pt x="98" y="26"/>
                  <a:pt x="124" y="0"/>
                </a:cubicBezTo>
                <a:cubicBezTo>
                  <a:pt x="36" y="26"/>
                  <a:pt x="36" y="26"/>
                  <a:pt x="36" y="26"/>
                </a:cubicBezTo>
                <a:cubicBezTo>
                  <a:pt x="18" y="26"/>
                  <a:pt x="0" y="44"/>
                  <a:pt x="9" y="61"/>
                </a:cubicBezTo>
                <a:cubicBezTo>
                  <a:pt x="80" y="389"/>
                  <a:pt x="80" y="389"/>
                  <a:pt x="80" y="389"/>
                </a:cubicBezTo>
                <a:cubicBezTo>
                  <a:pt x="89" y="407"/>
                  <a:pt x="106" y="417"/>
                  <a:pt x="124" y="407"/>
                </a:cubicBezTo>
                <a:cubicBezTo>
                  <a:pt x="169" y="398"/>
                  <a:pt x="169" y="398"/>
                  <a:pt x="169" y="398"/>
                </a:cubicBezTo>
                <a:cubicBezTo>
                  <a:pt x="151" y="398"/>
                  <a:pt x="124" y="389"/>
                  <a:pt x="98" y="372"/>
                </a:cubicBezTo>
                <a:cubicBezTo>
                  <a:pt x="133" y="292"/>
                  <a:pt x="133" y="292"/>
                  <a:pt x="133" y="292"/>
                </a:cubicBezTo>
                <a:cubicBezTo>
                  <a:pt x="133" y="292"/>
                  <a:pt x="178" y="327"/>
                  <a:pt x="240" y="327"/>
                </a:cubicBezTo>
                <a:cubicBezTo>
                  <a:pt x="302" y="327"/>
                  <a:pt x="328" y="257"/>
                  <a:pt x="213" y="21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2" name="Freeform 122"/>
          <p:cNvSpPr/>
          <p:nvPr/>
        </p:nvSpPr>
        <p:spPr>
          <a:xfrm>
            <a:off x="773280" y="3255840"/>
            <a:ext cx="174600" cy="222480"/>
          </a:xfrm>
          <a:custGeom>
            <a:avLst/>
            <a:gdLst/>
            <a:ahLst/>
            <a:rect l="l" t="t" r="r" b="b"/>
            <a:pathLst>
              <a:path w="320" h="408">
                <a:moveTo>
                  <a:pt x="311" y="345"/>
                </a:moveTo>
                <a:lnTo>
                  <a:pt x="311" y="345"/>
                </a:lnTo>
                <a:cubicBezTo>
                  <a:pt x="240" y="26"/>
                  <a:pt x="240" y="26"/>
                  <a:pt x="240" y="26"/>
                </a:cubicBezTo>
                <a:cubicBezTo>
                  <a:pt x="231" y="8"/>
                  <a:pt x="213" y="0"/>
                  <a:pt x="196" y="0"/>
                </a:cubicBezTo>
                <a:cubicBezTo>
                  <a:pt x="125" y="17"/>
                  <a:pt x="125" y="17"/>
                  <a:pt x="125" y="17"/>
                </a:cubicBezTo>
                <a:cubicBezTo>
                  <a:pt x="143" y="17"/>
                  <a:pt x="178" y="26"/>
                  <a:pt x="213" y="44"/>
                </a:cubicBezTo>
                <a:cubicBezTo>
                  <a:pt x="187" y="123"/>
                  <a:pt x="187" y="123"/>
                  <a:pt x="187" y="123"/>
                </a:cubicBezTo>
                <a:cubicBezTo>
                  <a:pt x="187" y="123"/>
                  <a:pt x="160" y="97"/>
                  <a:pt x="99" y="97"/>
                </a:cubicBezTo>
                <a:cubicBezTo>
                  <a:pt x="36" y="88"/>
                  <a:pt x="0" y="159"/>
                  <a:pt x="125" y="195"/>
                </a:cubicBezTo>
                <a:cubicBezTo>
                  <a:pt x="213" y="230"/>
                  <a:pt x="240" y="283"/>
                  <a:pt x="240" y="336"/>
                </a:cubicBezTo>
                <a:cubicBezTo>
                  <a:pt x="240" y="363"/>
                  <a:pt x="231" y="389"/>
                  <a:pt x="222" y="407"/>
                </a:cubicBezTo>
                <a:cubicBezTo>
                  <a:pt x="284" y="389"/>
                  <a:pt x="284" y="389"/>
                  <a:pt x="284" y="389"/>
                </a:cubicBezTo>
                <a:cubicBezTo>
                  <a:pt x="302" y="380"/>
                  <a:pt x="319" y="363"/>
                  <a:pt x="311" y="34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Freeform 2"/>
          <p:cNvSpPr/>
          <p:nvPr/>
        </p:nvSpPr>
        <p:spPr>
          <a:xfrm>
            <a:off x="8705880" y="4064040"/>
            <a:ext cx="204840" cy="114120"/>
          </a:xfrm>
          <a:custGeom>
            <a:avLst/>
            <a:gdLst/>
            <a:ahLst/>
            <a:rect l="l" t="t" r="r" b="b"/>
            <a:pathLst>
              <a:path w="472" h="266">
                <a:moveTo>
                  <a:pt x="471" y="0"/>
                </a:moveTo>
                <a:lnTo>
                  <a:pt x="471" y="0"/>
                </a:lnTo>
                <a:cubicBezTo>
                  <a:pt x="456" y="0"/>
                  <a:pt x="441" y="0"/>
                  <a:pt x="441" y="0"/>
                </a:cubicBezTo>
                <a:cubicBezTo>
                  <a:pt x="235" y="221"/>
                  <a:pt x="235" y="221"/>
                  <a:pt x="235" y="221"/>
                </a:cubicBezTo>
                <a:cubicBezTo>
                  <a:pt x="29" y="0"/>
                  <a:pt x="29" y="0"/>
                  <a:pt x="29" y="0"/>
                </a:cubicBezTo>
                <a:cubicBezTo>
                  <a:pt x="29" y="0"/>
                  <a:pt x="14" y="0"/>
                  <a:pt x="0" y="0"/>
                </a:cubicBezTo>
                <a:cubicBezTo>
                  <a:pt x="0" y="14"/>
                  <a:pt x="0" y="14"/>
                  <a:pt x="0" y="29"/>
                </a:cubicBezTo>
                <a:cubicBezTo>
                  <a:pt x="220" y="265"/>
                  <a:pt x="220" y="265"/>
                  <a:pt x="220" y="265"/>
                </a:cubicBezTo>
                <a:lnTo>
                  <a:pt x="235" y="265"/>
                </a:lnTo>
                <a:lnTo>
                  <a:pt x="250" y="265"/>
                </a:lnTo>
                <a:cubicBezTo>
                  <a:pt x="471" y="29"/>
                  <a:pt x="471" y="29"/>
                  <a:pt x="471" y="29"/>
                </a:cubicBezTo>
                <a:cubicBezTo>
                  <a:pt x="471" y="14"/>
                  <a:pt x="471" y="14"/>
                  <a:pt x="471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4" name="Freeform 3"/>
          <p:cNvSpPr/>
          <p:nvPr/>
        </p:nvSpPr>
        <p:spPr>
          <a:xfrm>
            <a:off x="8253360" y="4064040"/>
            <a:ext cx="204840" cy="114120"/>
          </a:xfrm>
          <a:custGeom>
            <a:avLst/>
            <a:gdLst/>
            <a:ahLst/>
            <a:rect l="l" t="t" r="r" b="b"/>
            <a:pathLst>
              <a:path w="472" h="266">
                <a:moveTo>
                  <a:pt x="471" y="235"/>
                </a:moveTo>
                <a:lnTo>
                  <a:pt x="471" y="235"/>
                </a:lnTo>
                <a:cubicBezTo>
                  <a:pt x="251" y="0"/>
                  <a:pt x="251" y="0"/>
                  <a:pt x="251" y="0"/>
                </a:cubicBezTo>
                <a:cubicBezTo>
                  <a:pt x="251" y="0"/>
                  <a:pt x="251" y="0"/>
                  <a:pt x="236" y="0"/>
                </a:cubicBezTo>
                <a:cubicBezTo>
                  <a:pt x="236" y="0"/>
                  <a:pt x="236" y="0"/>
                  <a:pt x="221" y="0"/>
                </a:cubicBezTo>
                <a:cubicBezTo>
                  <a:pt x="15" y="235"/>
                  <a:pt x="15" y="235"/>
                  <a:pt x="15" y="235"/>
                </a:cubicBezTo>
                <a:cubicBezTo>
                  <a:pt x="0" y="250"/>
                  <a:pt x="0" y="250"/>
                  <a:pt x="15" y="265"/>
                </a:cubicBezTo>
                <a:cubicBezTo>
                  <a:pt x="15" y="265"/>
                  <a:pt x="30" y="265"/>
                  <a:pt x="44" y="265"/>
                </a:cubicBezTo>
                <a:cubicBezTo>
                  <a:pt x="236" y="44"/>
                  <a:pt x="236" y="44"/>
                  <a:pt x="236" y="44"/>
                </a:cubicBezTo>
                <a:cubicBezTo>
                  <a:pt x="442" y="265"/>
                  <a:pt x="442" y="265"/>
                  <a:pt x="442" y="265"/>
                </a:cubicBezTo>
                <a:cubicBezTo>
                  <a:pt x="457" y="265"/>
                  <a:pt x="457" y="265"/>
                  <a:pt x="471" y="265"/>
                </a:cubicBezTo>
                <a:cubicBezTo>
                  <a:pt x="471" y="250"/>
                  <a:pt x="471" y="250"/>
                  <a:pt x="471" y="23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5" name="Freeform 4"/>
          <p:cNvSpPr/>
          <p:nvPr/>
        </p:nvSpPr>
        <p:spPr>
          <a:xfrm>
            <a:off x="7864560" y="4017960"/>
            <a:ext cx="122040" cy="204840"/>
          </a:xfrm>
          <a:custGeom>
            <a:avLst/>
            <a:gdLst/>
            <a:ahLst/>
            <a:rect l="l" t="t" r="r" b="b"/>
            <a:pathLst>
              <a:path w="281" h="472">
                <a:moveTo>
                  <a:pt x="266" y="221"/>
                </a:moveTo>
                <a:lnTo>
                  <a:pt x="266" y="221"/>
                </a:lnTo>
                <a:cubicBezTo>
                  <a:pt x="30" y="0"/>
                  <a:pt x="30" y="0"/>
                  <a:pt x="30" y="0"/>
                </a:cubicBezTo>
                <a:cubicBezTo>
                  <a:pt x="30" y="0"/>
                  <a:pt x="15" y="0"/>
                  <a:pt x="0" y="0"/>
                </a:cubicBezTo>
                <a:cubicBezTo>
                  <a:pt x="0" y="14"/>
                  <a:pt x="0" y="29"/>
                  <a:pt x="0" y="29"/>
                </a:cubicBezTo>
                <a:cubicBezTo>
                  <a:pt x="221" y="235"/>
                  <a:pt x="221" y="235"/>
                  <a:pt x="221" y="235"/>
                </a:cubicBezTo>
                <a:cubicBezTo>
                  <a:pt x="0" y="442"/>
                  <a:pt x="0" y="442"/>
                  <a:pt x="0" y="442"/>
                </a:cubicBezTo>
                <a:cubicBezTo>
                  <a:pt x="0" y="442"/>
                  <a:pt x="0" y="456"/>
                  <a:pt x="0" y="471"/>
                </a:cubicBezTo>
                <a:cubicBezTo>
                  <a:pt x="15" y="471"/>
                  <a:pt x="30" y="471"/>
                  <a:pt x="30" y="471"/>
                </a:cubicBezTo>
                <a:cubicBezTo>
                  <a:pt x="266" y="250"/>
                  <a:pt x="266" y="250"/>
                  <a:pt x="266" y="250"/>
                </a:cubicBezTo>
                <a:cubicBezTo>
                  <a:pt x="280" y="250"/>
                  <a:pt x="280" y="235"/>
                  <a:pt x="280" y="235"/>
                </a:cubicBezTo>
                <a:cubicBezTo>
                  <a:pt x="280" y="235"/>
                  <a:pt x="280" y="221"/>
                  <a:pt x="266" y="22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6" name="Freeform 5"/>
          <p:cNvSpPr/>
          <p:nvPr/>
        </p:nvSpPr>
        <p:spPr>
          <a:xfrm>
            <a:off x="7426440" y="4017960"/>
            <a:ext cx="114120" cy="204840"/>
          </a:xfrm>
          <a:custGeom>
            <a:avLst/>
            <a:gdLst/>
            <a:ahLst/>
            <a:rect l="l" t="t" r="r" b="b"/>
            <a:pathLst>
              <a:path w="265" h="472">
                <a:moveTo>
                  <a:pt x="44" y="235"/>
                </a:moveTo>
                <a:lnTo>
                  <a:pt x="44" y="235"/>
                </a:lnTo>
                <a:cubicBezTo>
                  <a:pt x="264" y="29"/>
                  <a:pt x="264" y="29"/>
                  <a:pt x="264" y="29"/>
                </a:cubicBezTo>
                <a:cubicBezTo>
                  <a:pt x="264" y="29"/>
                  <a:pt x="264" y="14"/>
                  <a:pt x="264" y="0"/>
                </a:cubicBezTo>
                <a:cubicBezTo>
                  <a:pt x="250" y="0"/>
                  <a:pt x="250" y="0"/>
                  <a:pt x="235" y="0"/>
                </a:cubicBezTo>
                <a:cubicBezTo>
                  <a:pt x="0" y="221"/>
                  <a:pt x="0" y="221"/>
                  <a:pt x="0" y="221"/>
                </a:cubicBezTo>
                <a:lnTo>
                  <a:pt x="0" y="235"/>
                </a:lnTo>
                <a:lnTo>
                  <a:pt x="0" y="250"/>
                </a:lnTo>
                <a:cubicBezTo>
                  <a:pt x="235" y="471"/>
                  <a:pt x="235" y="471"/>
                  <a:pt x="235" y="471"/>
                </a:cubicBezTo>
                <a:cubicBezTo>
                  <a:pt x="250" y="471"/>
                  <a:pt x="250" y="471"/>
                  <a:pt x="264" y="471"/>
                </a:cubicBezTo>
                <a:cubicBezTo>
                  <a:pt x="264" y="456"/>
                  <a:pt x="264" y="442"/>
                  <a:pt x="264" y="442"/>
                </a:cubicBezTo>
                <a:lnTo>
                  <a:pt x="44" y="235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7" name="Freeform 6"/>
          <p:cNvSpPr/>
          <p:nvPr/>
        </p:nvSpPr>
        <p:spPr>
          <a:xfrm>
            <a:off x="6904080" y="3987720"/>
            <a:ext cx="274680" cy="266760"/>
          </a:xfrm>
          <a:custGeom>
            <a:avLst/>
            <a:gdLst/>
            <a:ahLst/>
            <a:rect l="l" t="t" r="r" b="b"/>
            <a:pathLst>
              <a:path w="634" h="619">
                <a:moveTo>
                  <a:pt x="265" y="353"/>
                </a:moveTo>
                <a:lnTo>
                  <a:pt x="265" y="353"/>
                </a:lnTo>
                <a:cubicBezTo>
                  <a:pt x="89" y="353"/>
                  <a:pt x="89" y="353"/>
                  <a:pt x="89" y="353"/>
                </a:cubicBezTo>
                <a:cubicBezTo>
                  <a:pt x="74" y="353"/>
                  <a:pt x="59" y="353"/>
                  <a:pt x="59" y="368"/>
                </a:cubicBezTo>
                <a:cubicBezTo>
                  <a:pt x="59" y="383"/>
                  <a:pt x="74" y="383"/>
                  <a:pt x="89" y="383"/>
                </a:cubicBezTo>
                <a:cubicBezTo>
                  <a:pt x="221" y="383"/>
                  <a:pt x="221" y="383"/>
                  <a:pt x="221" y="383"/>
                </a:cubicBezTo>
                <a:cubicBezTo>
                  <a:pt x="0" y="589"/>
                  <a:pt x="0" y="589"/>
                  <a:pt x="0" y="589"/>
                </a:cubicBezTo>
                <a:cubicBezTo>
                  <a:pt x="30" y="618"/>
                  <a:pt x="30" y="618"/>
                  <a:pt x="30" y="618"/>
                </a:cubicBezTo>
                <a:cubicBezTo>
                  <a:pt x="236" y="412"/>
                  <a:pt x="236" y="412"/>
                  <a:pt x="236" y="412"/>
                </a:cubicBezTo>
                <a:cubicBezTo>
                  <a:pt x="236" y="545"/>
                  <a:pt x="236" y="545"/>
                  <a:pt x="236" y="545"/>
                </a:cubicBezTo>
                <a:cubicBezTo>
                  <a:pt x="236" y="559"/>
                  <a:pt x="251" y="559"/>
                  <a:pt x="265" y="559"/>
                </a:cubicBezTo>
                <a:cubicBezTo>
                  <a:pt x="265" y="559"/>
                  <a:pt x="280" y="559"/>
                  <a:pt x="280" y="545"/>
                </a:cubicBezTo>
                <a:cubicBezTo>
                  <a:pt x="280" y="368"/>
                  <a:pt x="280" y="368"/>
                  <a:pt x="280" y="368"/>
                </a:cubicBezTo>
                <a:lnTo>
                  <a:pt x="280" y="353"/>
                </a:lnTo>
                <a:cubicBezTo>
                  <a:pt x="265" y="353"/>
                  <a:pt x="265" y="353"/>
                  <a:pt x="265" y="353"/>
                </a:cubicBezTo>
                <a:close/>
                <a:moveTo>
                  <a:pt x="560" y="236"/>
                </a:moveTo>
                <a:lnTo>
                  <a:pt x="560" y="236"/>
                </a:lnTo>
                <a:cubicBezTo>
                  <a:pt x="428" y="236"/>
                  <a:pt x="428" y="236"/>
                  <a:pt x="428" y="236"/>
                </a:cubicBezTo>
                <a:cubicBezTo>
                  <a:pt x="633" y="29"/>
                  <a:pt x="633" y="29"/>
                  <a:pt x="633" y="29"/>
                </a:cubicBezTo>
                <a:cubicBezTo>
                  <a:pt x="604" y="0"/>
                  <a:pt x="604" y="0"/>
                  <a:pt x="604" y="0"/>
                </a:cubicBezTo>
                <a:cubicBezTo>
                  <a:pt x="398" y="206"/>
                  <a:pt x="398" y="206"/>
                  <a:pt x="398" y="206"/>
                </a:cubicBezTo>
                <a:cubicBezTo>
                  <a:pt x="398" y="74"/>
                  <a:pt x="398" y="74"/>
                  <a:pt x="398" y="74"/>
                </a:cubicBezTo>
                <a:cubicBezTo>
                  <a:pt x="398" y="59"/>
                  <a:pt x="383" y="59"/>
                  <a:pt x="383" y="59"/>
                </a:cubicBezTo>
                <a:cubicBezTo>
                  <a:pt x="369" y="59"/>
                  <a:pt x="354" y="59"/>
                  <a:pt x="354" y="74"/>
                </a:cubicBezTo>
                <a:cubicBezTo>
                  <a:pt x="354" y="250"/>
                  <a:pt x="354" y="250"/>
                  <a:pt x="354" y="250"/>
                </a:cubicBezTo>
                <a:cubicBezTo>
                  <a:pt x="354" y="250"/>
                  <a:pt x="354" y="265"/>
                  <a:pt x="369" y="265"/>
                </a:cubicBezTo>
                <a:cubicBezTo>
                  <a:pt x="369" y="265"/>
                  <a:pt x="369" y="265"/>
                  <a:pt x="383" y="265"/>
                </a:cubicBezTo>
                <a:cubicBezTo>
                  <a:pt x="560" y="265"/>
                  <a:pt x="560" y="265"/>
                  <a:pt x="560" y="265"/>
                </a:cubicBezTo>
                <a:cubicBezTo>
                  <a:pt x="560" y="265"/>
                  <a:pt x="575" y="265"/>
                  <a:pt x="575" y="250"/>
                </a:cubicBezTo>
                <a:cubicBezTo>
                  <a:pt x="575" y="236"/>
                  <a:pt x="560" y="236"/>
                  <a:pt x="560" y="23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8" name="Freeform 7"/>
          <p:cNvSpPr/>
          <p:nvPr/>
        </p:nvSpPr>
        <p:spPr>
          <a:xfrm>
            <a:off x="6464160" y="3987720"/>
            <a:ext cx="274680" cy="266760"/>
          </a:xfrm>
          <a:custGeom>
            <a:avLst/>
            <a:gdLst/>
            <a:ahLst/>
            <a:rect l="l" t="t" r="r" b="b"/>
            <a:pathLst>
              <a:path w="634" h="619">
                <a:moveTo>
                  <a:pt x="250" y="339"/>
                </a:moveTo>
                <a:lnTo>
                  <a:pt x="250" y="339"/>
                </a:lnTo>
                <a:cubicBezTo>
                  <a:pt x="44" y="559"/>
                  <a:pt x="44" y="559"/>
                  <a:pt x="44" y="559"/>
                </a:cubicBezTo>
                <a:cubicBezTo>
                  <a:pt x="44" y="427"/>
                  <a:pt x="44" y="427"/>
                  <a:pt x="44" y="427"/>
                </a:cubicBezTo>
                <a:cubicBezTo>
                  <a:pt x="44" y="412"/>
                  <a:pt x="29" y="412"/>
                  <a:pt x="14" y="412"/>
                </a:cubicBezTo>
                <a:cubicBezTo>
                  <a:pt x="14" y="412"/>
                  <a:pt x="0" y="412"/>
                  <a:pt x="0" y="427"/>
                </a:cubicBezTo>
                <a:cubicBezTo>
                  <a:pt x="0" y="604"/>
                  <a:pt x="0" y="604"/>
                  <a:pt x="0" y="604"/>
                </a:cubicBezTo>
                <a:lnTo>
                  <a:pt x="0" y="618"/>
                </a:lnTo>
                <a:cubicBezTo>
                  <a:pt x="14" y="618"/>
                  <a:pt x="14" y="618"/>
                  <a:pt x="14" y="618"/>
                </a:cubicBezTo>
                <a:cubicBezTo>
                  <a:pt x="191" y="618"/>
                  <a:pt x="191" y="618"/>
                  <a:pt x="191" y="618"/>
                </a:cubicBezTo>
                <a:cubicBezTo>
                  <a:pt x="206" y="618"/>
                  <a:pt x="221" y="618"/>
                  <a:pt x="221" y="604"/>
                </a:cubicBezTo>
                <a:cubicBezTo>
                  <a:pt x="221" y="589"/>
                  <a:pt x="206" y="589"/>
                  <a:pt x="191" y="589"/>
                </a:cubicBezTo>
                <a:cubicBezTo>
                  <a:pt x="58" y="589"/>
                  <a:pt x="58" y="589"/>
                  <a:pt x="58" y="589"/>
                </a:cubicBezTo>
                <a:cubicBezTo>
                  <a:pt x="279" y="368"/>
                  <a:pt x="279" y="368"/>
                  <a:pt x="279" y="368"/>
                </a:cubicBezTo>
                <a:lnTo>
                  <a:pt x="250" y="339"/>
                </a:lnTo>
                <a:close/>
                <a:moveTo>
                  <a:pt x="618" y="0"/>
                </a:moveTo>
                <a:lnTo>
                  <a:pt x="618" y="0"/>
                </a:lnTo>
                <a:cubicBezTo>
                  <a:pt x="618" y="0"/>
                  <a:pt x="618" y="0"/>
                  <a:pt x="603" y="0"/>
                </a:cubicBezTo>
                <a:cubicBezTo>
                  <a:pt x="426" y="0"/>
                  <a:pt x="426" y="0"/>
                  <a:pt x="426" y="0"/>
                </a:cubicBezTo>
                <a:cubicBezTo>
                  <a:pt x="426" y="0"/>
                  <a:pt x="412" y="0"/>
                  <a:pt x="412" y="15"/>
                </a:cubicBezTo>
                <a:cubicBezTo>
                  <a:pt x="412" y="29"/>
                  <a:pt x="426" y="29"/>
                  <a:pt x="426" y="29"/>
                </a:cubicBezTo>
                <a:cubicBezTo>
                  <a:pt x="559" y="29"/>
                  <a:pt x="559" y="29"/>
                  <a:pt x="559" y="29"/>
                </a:cubicBezTo>
                <a:cubicBezTo>
                  <a:pt x="353" y="250"/>
                  <a:pt x="353" y="250"/>
                  <a:pt x="353" y="250"/>
                </a:cubicBezTo>
                <a:cubicBezTo>
                  <a:pt x="383" y="280"/>
                  <a:pt x="383" y="280"/>
                  <a:pt x="383" y="280"/>
                </a:cubicBezTo>
                <a:cubicBezTo>
                  <a:pt x="588" y="59"/>
                  <a:pt x="588" y="59"/>
                  <a:pt x="588" y="59"/>
                </a:cubicBezTo>
                <a:cubicBezTo>
                  <a:pt x="588" y="191"/>
                  <a:pt x="588" y="191"/>
                  <a:pt x="588" y="191"/>
                </a:cubicBezTo>
                <a:cubicBezTo>
                  <a:pt x="588" y="206"/>
                  <a:pt x="603" y="206"/>
                  <a:pt x="603" y="206"/>
                </a:cubicBezTo>
                <a:cubicBezTo>
                  <a:pt x="618" y="206"/>
                  <a:pt x="633" y="206"/>
                  <a:pt x="633" y="191"/>
                </a:cubicBezTo>
                <a:cubicBezTo>
                  <a:pt x="633" y="15"/>
                  <a:pt x="633" y="15"/>
                  <a:pt x="633" y="15"/>
                </a:cubicBezTo>
                <a:cubicBezTo>
                  <a:pt x="633" y="15"/>
                  <a:pt x="633" y="0"/>
                  <a:pt x="618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9" name="Freeform 8"/>
          <p:cNvSpPr/>
          <p:nvPr/>
        </p:nvSpPr>
        <p:spPr>
          <a:xfrm>
            <a:off x="6026040" y="4064040"/>
            <a:ext cx="266760" cy="114120"/>
          </a:xfrm>
          <a:custGeom>
            <a:avLst/>
            <a:gdLst/>
            <a:ahLst/>
            <a:rect l="l" t="t" r="r" b="b"/>
            <a:pathLst>
              <a:path w="619" h="266">
                <a:moveTo>
                  <a:pt x="618" y="118"/>
                </a:moveTo>
                <a:lnTo>
                  <a:pt x="618" y="118"/>
                </a:lnTo>
                <a:cubicBezTo>
                  <a:pt x="500" y="0"/>
                  <a:pt x="500" y="0"/>
                  <a:pt x="500" y="0"/>
                </a:cubicBezTo>
                <a:cubicBezTo>
                  <a:pt x="500" y="0"/>
                  <a:pt x="486" y="0"/>
                  <a:pt x="471" y="0"/>
                </a:cubicBezTo>
                <a:cubicBezTo>
                  <a:pt x="471" y="14"/>
                  <a:pt x="471" y="14"/>
                  <a:pt x="471" y="29"/>
                </a:cubicBezTo>
                <a:cubicBezTo>
                  <a:pt x="559" y="118"/>
                  <a:pt x="559" y="118"/>
                  <a:pt x="559" y="118"/>
                </a:cubicBezTo>
                <a:cubicBezTo>
                  <a:pt x="59" y="118"/>
                  <a:pt x="59" y="118"/>
                  <a:pt x="59" y="118"/>
                </a:cubicBezTo>
                <a:cubicBezTo>
                  <a:pt x="147" y="29"/>
                  <a:pt x="147" y="29"/>
                  <a:pt x="147" y="29"/>
                </a:cubicBezTo>
                <a:cubicBezTo>
                  <a:pt x="147" y="14"/>
                  <a:pt x="147" y="14"/>
                  <a:pt x="147" y="0"/>
                </a:cubicBezTo>
                <a:cubicBezTo>
                  <a:pt x="132" y="0"/>
                  <a:pt x="118" y="0"/>
                  <a:pt x="118" y="0"/>
                </a:cubicBezTo>
                <a:cubicBezTo>
                  <a:pt x="0" y="118"/>
                  <a:pt x="0" y="118"/>
                  <a:pt x="0" y="118"/>
                </a:cubicBezTo>
                <a:lnTo>
                  <a:pt x="0" y="132"/>
                </a:lnTo>
                <a:lnTo>
                  <a:pt x="0" y="147"/>
                </a:lnTo>
                <a:cubicBezTo>
                  <a:pt x="118" y="265"/>
                  <a:pt x="118" y="265"/>
                  <a:pt x="118" y="265"/>
                </a:cubicBezTo>
                <a:cubicBezTo>
                  <a:pt x="118" y="265"/>
                  <a:pt x="132" y="265"/>
                  <a:pt x="147" y="265"/>
                </a:cubicBezTo>
                <a:cubicBezTo>
                  <a:pt x="147" y="250"/>
                  <a:pt x="147" y="250"/>
                  <a:pt x="147" y="235"/>
                </a:cubicBezTo>
                <a:cubicBezTo>
                  <a:pt x="59" y="147"/>
                  <a:pt x="59" y="147"/>
                  <a:pt x="59" y="147"/>
                </a:cubicBezTo>
                <a:cubicBezTo>
                  <a:pt x="559" y="147"/>
                  <a:pt x="559" y="147"/>
                  <a:pt x="559" y="147"/>
                </a:cubicBezTo>
                <a:cubicBezTo>
                  <a:pt x="471" y="235"/>
                  <a:pt x="471" y="235"/>
                  <a:pt x="471" y="235"/>
                </a:cubicBezTo>
                <a:cubicBezTo>
                  <a:pt x="471" y="250"/>
                  <a:pt x="471" y="250"/>
                  <a:pt x="471" y="265"/>
                </a:cubicBezTo>
                <a:cubicBezTo>
                  <a:pt x="486" y="265"/>
                  <a:pt x="500" y="265"/>
                  <a:pt x="500" y="265"/>
                </a:cubicBezTo>
                <a:cubicBezTo>
                  <a:pt x="618" y="147"/>
                  <a:pt x="618" y="147"/>
                  <a:pt x="618" y="147"/>
                </a:cubicBezTo>
                <a:lnTo>
                  <a:pt x="618" y="132"/>
                </a:lnTo>
                <a:lnTo>
                  <a:pt x="618" y="118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0" name="Freeform 9"/>
          <p:cNvSpPr/>
          <p:nvPr/>
        </p:nvSpPr>
        <p:spPr>
          <a:xfrm>
            <a:off x="5645160" y="3987720"/>
            <a:ext cx="114120" cy="266760"/>
          </a:xfrm>
          <a:custGeom>
            <a:avLst/>
            <a:gdLst/>
            <a:ahLst/>
            <a:rect l="l" t="t" r="r" b="b"/>
            <a:pathLst>
              <a:path w="265" h="619">
                <a:moveTo>
                  <a:pt x="235" y="471"/>
                </a:moveTo>
                <a:lnTo>
                  <a:pt x="235" y="471"/>
                </a:lnTo>
                <a:cubicBezTo>
                  <a:pt x="147" y="559"/>
                  <a:pt x="147" y="559"/>
                  <a:pt x="147" y="559"/>
                </a:cubicBezTo>
                <a:cubicBezTo>
                  <a:pt x="147" y="59"/>
                  <a:pt x="147" y="59"/>
                  <a:pt x="147" y="59"/>
                </a:cubicBezTo>
                <a:cubicBezTo>
                  <a:pt x="235" y="147"/>
                  <a:pt x="235" y="147"/>
                  <a:pt x="235" y="147"/>
                </a:cubicBezTo>
                <a:cubicBezTo>
                  <a:pt x="250" y="147"/>
                  <a:pt x="250" y="147"/>
                  <a:pt x="264" y="147"/>
                </a:cubicBezTo>
                <a:cubicBezTo>
                  <a:pt x="264" y="133"/>
                  <a:pt x="264" y="118"/>
                  <a:pt x="264" y="118"/>
                </a:cubicBezTo>
                <a:cubicBezTo>
                  <a:pt x="147" y="0"/>
                  <a:pt x="147" y="0"/>
                  <a:pt x="147" y="0"/>
                </a:cubicBezTo>
                <a:lnTo>
                  <a:pt x="132" y="0"/>
                </a:lnTo>
                <a:lnTo>
                  <a:pt x="117" y="0"/>
                </a:lnTo>
                <a:cubicBezTo>
                  <a:pt x="0" y="118"/>
                  <a:pt x="0" y="118"/>
                  <a:pt x="0" y="118"/>
                </a:cubicBezTo>
                <a:cubicBezTo>
                  <a:pt x="0" y="118"/>
                  <a:pt x="0" y="133"/>
                  <a:pt x="0" y="147"/>
                </a:cubicBezTo>
                <a:cubicBezTo>
                  <a:pt x="14" y="147"/>
                  <a:pt x="14" y="147"/>
                  <a:pt x="29" y="147"/>
                </a:cubicBezTo>
                <a:cubicBezTo>
                  <a:pt x="117" y="59"/>
                  <a:pt x="117" y="59"/>
                  <a:pt x="117" y="59"/>
                </a:cubicBezTo>
                <a:cubicBezTo>
                  <a:pt x="117" y="559"/>
                  <a:pt x="117" y="559"/>
                  <a:pt x="117" y="559"/>
                </a:cubicBezTo>
                <a:cubicBezTo>
                  <a:pt x="29" y="471"/>
                  <a:pt x="29" y="471"/>
                  <a:pt x="29" y="471"/>
                </a:cubicBezTo>
                <a:cubicBezTo>
                  <a:pt x="14" y="471"/>
                  <a:pt x="14" y="471"/>
                  <a:pt x="0" y="471"/>
                </a:cubicBezTo>
                <a:cubicBezTo>
                  <a:pt x="0" y="486"/>
                  <a:pt x="0" y="500"/>
                  <a:pt x="0" y="500"/>
                </a:cubicBezTo>
                <a:cubicBezTo>
                  <a:pt x="117" y="618"/>
                  <a:pt x="117" y="618"/>
                  <a:pt x="117" y="618"/>
                </a:cubicBezTo>
                <a:lnTo>
                  <a:pt x="132" y="618"/>
                </a:lnTo>
                <a:lnTo>
                  <a:pt x="147" y="618"/>
                </a:lnTo>
                <a:cubicBezTo>
                  <a:pt x="264" y="500"/>
                  <a:pt x="264" y="500"/>
                  <a:pt x="264" y="500"/>
                </a:cubicBezTo>
                <a:cubicBezTo>
                  <a:pt x="264" y="500"/>
                  <a:pt x="264" y="486"/>
                  <a:pt x="264" y="471"/>
                </a:cubicBezTo>
                <a:cubicBezTo>
                  <a:pt x="250" y="471"/>
                  <a:pt x="250" y="471"/>
                  <a:pt x="235" y="47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1" name="Freeform 10"/>
          <p:cNvSpPr/>
          <p:nvPr/>
        </p:nvSpPr>
        <p:spPr>
          <a:xfrm>
            <a:off x="5146560" y="3998880"/>
            <a:ext cx="228600" cy="243000"/>
          </a:xfrm>
          <a:custGeom>
            <a:avLst/>
            <a:gdLst/>
            <a:ahLst/>
            <a:rect l="l" t="t" r="r" b="b"/>
            <a:pathLst>
              <a:path w="531" h="561">
                <a:moveTo>
                  <a:pt x="530" y="221"/>
                </a:moveTo>
                <a:lnTo>
                  <a:pt x="530" y="221"/>
                </a:lnTo>
                <a:cubicBezTo>
                  <a:pt x="339" y="15"/>
                  <a:pt x="339" y="15"/>
                  <a:pt x="339" y="15"/>
                </a:cubicBezTo>
                <a:cubicBezTo>
                  <a:pt x="324" y="0"/>
                  <a:pt x="310" y="0"/>
                  <a:pt x="310" y="15"/>
                </a:cubicBezTo>
                <a:cubicBezTo>
                  <a:pt x="295" y="15"/>
                  <a:pt x="295" y="15"/>
                  <a:pt x="295" y="30"/>
                </a:cubicBezTo>
                <a:cubicBezTo>
                  <a:pt x="295" y="148"/>
                  <a:pt x="295" y="148"/>
                  <a:pt x="295" y="148"/>
                </a:cubicBezTo>
                <a:cubicBezTo>
                  <a:pt x="133" y="148"/>
                  <a:pt x="0" y="280"/>
                  <a:pt x="0" y="442"/>
                </a:cubicBezTo>
                <a:cubicBezTo>
                  <a:pt x="0" y="487"/>
                  <a:pt x="15" y="516"/>
                  <a:pt x="30" y="560"/>
                </a:cubicBezTo>
                <a:cubicBezTo>
                  <a:pt x="59" y="428"/>
                  <a:pt x="177" y="339"/>
                  <a:pt x="295" y="339"/>
                </a:cubicBezTo>
                <a:lnTo>
                  <a:pt x="295" y="457"/>
                </a:lnTo>
                <a:cubicBezTo>
                  <a:pt x="295" y="457"/>
                  <a:pt x="295" y="471"/>
                  <a:pt x="310" y="471"/>
                </a:cubicBezTo>
                <a:lnTo>
                  <a:pt x="310" y="471"/>
                </a:lnTo>
                <a:cubicBezTo>
                  <a:pt x="310" y="471"/>
                  <a:pt x="310" y="471"/>
                  <a:pt x="324" y="471"/>
                </a:cubicBezTo>
                <a:cubicBezTo>
                  <a:pt x="324" y="471"/>
                  <a:pt x="324" y="471"/>
                  <a:pt x="339" y="471"/>
                </a:cubicBezTo>
                <a:cubicBezTo>
                  <a:pt x="530" y="251"/>
                  <a:pt x="530" y="251"/>
                  <a:pt x="530" y="251"/>
                </a:cubicBezTo>
                <a:cubicBezTo>
                  <a:pt x="530" y="251"/>
                  <a:pt x="530" y="251"/>
                  <a:pt x="530" y="236"/>
                </a:cubicBezTo>
                <a:cubicBezTo>
                  <a:pt x="530" y="236"/>
                  <a:pt x="530" y="236"/>
                  <a:pt x="530" y="221"/>
                </a:cubicBezTo>
                <a:close/>
                <a:moveTo>
                  <a:pt x="339" y="413"/>
                </a:moveTo>
                <a:lnTo>
                  <a:pt x="339" y="413"/>
                </a:lnTo>
                <a:cubicBezTo>
                  <a:pt x="339" y="295"/>
                  <a:pt x="339" y="295"/>
                  <a:pt x="339" y="295"/>
                </a:cubicBezTo>
                <a:cubicBezTo>
                  <a:pt x="339" y="295"/>
                  <a:pt x="295" y="295"/>
                  <a:pt x="280" y="295"/>
                </a:cubicBezTo>
                <a:cubicBezTo>
                  <a:pt x="192" y="295"/>
                  <a:pt x="89" y="369"/>
                  <a:pt x="44" y="413"/>
                </a:cubicBezTo>
                <a:cubicBezTo>
                  <a:pt x="44" y="339"/>
                  <a:pt x="148" y="192"/>
                  <a:pt x="280" y="177"/>
                </a:cubicBezTo>
                <a:cubicBezTo>
                  <a:pt x="295" y="177"/>
                  <a:pt x="339" y="177"/>
                  <a:pt x="339" y="177"/>
                </a:cubicBezTo>
                <a:cubicBezTo>
                  <a:pt x="339" y="74"/>
                  <a:pt x="339" y="74"/>
                  <a:pt x="339" y="74"/>
                </a:cubicBezTo>
                <a:cubicBezTo>
                  <a:pt x="486" y="236"/>
                  <a:pt x="486" y="236"/>
                  <a:pt x="486" y="236"/>
                </a:cubicBezTo>
                <a:lnTo>
                  <a:pt x="339" y="41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2" name="Freeform 11"/>
          <p:cNvSpPr/>
          <p:nvPr/>
        </p:nvSpPr>
        <p:spPr>
          <a:xfrm>
            <a:off x="4700520" y="3998880"/>
            <a:ext cx="228600" cy="243000"/>
          </a:xfrm>
          <a:custGeom>
            <a:avLst/>
            <a:gdLst/>
            <a:ahLst/>
            <a:rect l="l" t="t" r="r" b="b"/>
            <a:pathLst>
              <a:path w="531" h="561">
                <a:moveTo>
                  <a:pt x="235" y="148"/>
                </a:moveTo>
                <a:lnTo>
                  <a:pt x="235" y="148"/>
                </a:lnTo>
                <a:cubicBezTo>
                  <a:pt x="235" y="30"/>
                  <a:pt x="235" y="30"/>
                  <a:pt x="235" y="30"/>
                </a:cubicBezTo>
                <a:cubicBezTo>
                  <a:pt x="235" y="15"/>
                  <a:pt x="235" y="15"/>
                  <a:pt x="221" y="15"/>
                </a:cubicBezTo>
                <a:cubicBezTo>
                  <a:pt x="221" y="0"/>
                  <a:pt x="206" y="0"/>
                  <a:pt x="191" y="15"/>
                </a:cubicBezTo>
                <a:cubicBezTo>
                  <a:pt x="0" y="221"/>
                  <a:pt x="0" y="221"/>
                  <a:pt x="0" y="221"/>
                </a:cubicBezTo>
                <a:cubicBezTo>
                  <a:pt x="0" y="236"/>
                  <a:pt x="0" y="236"/>
                  <a:pt x="0" y="236"/>
                </a:cubicBezTo>
                <a:cubicBezTo>
                  <a:pt x="0" y="251"/>
                  <a:pt x="0" y="251"/>
                  <a:pt x="0" y="251"/>
                </a:cubicBezTo>
                <a:cubicBezTo>
                  <a:pt x="191" y="471"/>
                  <a:pt x="191" y="471"/>
                  <a:pt x="191" y="471"/>
                </a:cubicBezTo>
                <a:cubicBezTo>
                  <a:pt x="206" y="471"/>
                  <a:pt x="206" y="471"/>
                  <a:pt x="206" y="471"/>
                </a:cubicBezTo>
                <a:cubicBezTo>
                  <a:pt x="221" y="471"/>
                  <a:pt x="221" y="471"/>
                  <a:pt x="221" y="471"/>
                </a:cubicBezTo>
                <a:lnTo>
                  <a:pt x="221" y="471"/>
                </a:lnTo>
                <a:cubicBezTo>
                  <a:pt x="235" y="471"/>
                  <a:pt x="235" y="457"/>
                  <a:pt x="235" y="457"/>
                </a:cubicBezTo>
                <a:lnTo>
                  <a:pt x="235" y="339"/>
                </a:lnTo>
                <a:cubicBezTo>
                  <a:pt x="353" y="339"/>
                  <a:pt x="471" y="428"/>
                  <a:pt x="500" y="560"/>
                </a:cubicBezTo>
                <a:cubicBezTo>
                  <a:pt x="515" y="516"/>
                  <a:pt x="530" y="487"/>
                  <a:pt x="530" y="442"/>
                </a:cubicBezTo>
                <a:cubicBezTo>
                  <a:pt x="530" y="280"/>
                  <a:pt x="397" y="148"/>
                  <a:pt x="235" y="148"/>
                </a:cubicBezTo>
                <a:close/>
                <a:moveTo>
                  <a:pt x="250" y="295"/>
                </a:moveTo>
                <a:lnTo>
                  <a:pt x="250" y="295"/>
                </a:lnTo>
                <a:cubicBezTo>
                  <a:pt x="235" y="295"/>
                  <a:pt x="191" y="295"/>
                  <a:pt x="191" y="295"/>
                </a:cubicBezTo>
                <a:cubicBezTo>
                  <a:pt x="191" y="413"/>
                  <a:pt x="191" y="413"/>
                  <a:pt x="191" y="413"/>
                </a:cubicBezTo>
                <a:cubicBezTo>
                  <a:pt x="44" y="236"/>
                  <a:pt x="44" y="236"/>
                  <a:pt x="44" y="236"/>
                </a:cubicBezTo>
                <a:cubicBezTo>
                  <a:pt x="191" y="74"/>
                  <a:pt x="191" y="74"/>
                  <a:pt x="191" y="74"/>
                </a:cubicBezTo>
                <a:cubicBezTo>
                  <a:pt x="191" y="177"/>
                  <a:pt x="191" y="177"/>
                  <a:pt x="191" y="177"/>
                </a:cubicBezTo>
                <a:cubicBezTo>
                  <a:pt x="191" y="177"/>
                  <a:pt x="235" y="177"/>
                  <a:pt x="250" y="177"/>
                </a:cubicBezTo>
                <a:cubicBezTo>
                  <a:pt x="382" y="192"/>
                  <a:pt x="486" y="339"/>
                  <a:pt x="486" y="413"/>
                </a:cubicBezTo>
                <a:cubicBezTo>
                  <a:pt x="441" y="369"/>
                  <a:pt x="339" y="295"/>
                  <a:pt x="250" y="29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3" name="Freeform 12"/>
          <p:cNvSpPr/>
          <p:nvPr/>
        </p:nvSpPr>
        <p:spPr>
          <a:xfrm>
            <a:off x="8674200" y="3584520"/>
            <a:ext cx="266760" cy="185760"/>
          </a:xfrm>
          <a:custGeom>
            <a:avLst/>
            <a:gdLst/>
            <a:ahLst/>
            <a:rect l="l" t="t" r="r" b="b"/>
            <a:pathLst>
              <a:path w="619" h="427">
                <a:moveTo>
                  <a:pt x="545" y="0"/>
                </a:moveTo>
                <a:lnTo>
                  <a:pt x="545" y="0"/>
                </a:lnTo>
                <a:cubicBezTo>
                  <a:pt x="191" y="0"/>
                  <a:pt x="191" y="0"/>
                  <a:pt x="191" y="0"/>
                </a:cubicBezTo>
                <a:lnTo>
                  <a:pt x="177" y="0"/>
                </a:lnTo>
                <a:cubicBezTo>
                  <a:pt x="0" y="206"/>
                  <a:pt x="0" y="206"/>
                  <a:pt x="0" y="206"/>
                </a:cubicBezTo>
                <a:cubicBezTo>
                  <a:pt x="0" y="206"/>
                  <a:pt x="0" y="206"/>
                  <a:pt x="0" y="221"/>
                </a:cubicBezTo>
                <a:cubicBezTo>
                  <a:pt x="0" y="221"/>
                  <a:pt x="0" y="221"/>
                  <a:pt x="0" y="235"/>
                </a:cubicBezTo>
                <a:cubicBezTo>
                  <a:pt x="177" y="426"/>
                  <a:pt x="177" y="426"/>
                  <a:pt x="177" y="426"/>
                </a:cubicBezTo>
                <a:lnTo>
                  <a:pt x="191" y="426"/>
                </a:lnTo>
                <a:lnTo>
                  <a:pt x="191" y="426"/>
                </a:lnTo>
                <a:cubicBezTo>
                  <a:pt x="545" y="426"/>
                  <a:pt x="545" y="426"/>
                  <a:pt x="545" y="426"/>
                </a:cubicBezTo>
                <a:cubicBezTo>
                  <a:pt x="589" y="426"/>
                  <a:pt x="618" y="397"/>
                  <a:pt x="618" y="353"/>
                </a:cubicBezTo>
                <a:cubicBezTo>
                  <a:pt x="618" y="73"/>
                  <a:pt x="618" y="73"/>
                  <a:pt x="618" y="73"/>
                </a:cubicBezTo>
                <a:cubicBezTo>
                  <a:pt x="618" y="29"/>
                  <a:pt x="589" y="0"/>
                  <a:pt x="545" y="0"/>
                </a:cubicBezTo>
                <a:close/>
                <a:moveTo>
                  <a:pt x="589" y="353"/>
                </a:moveTo>
                <a:lnTo>
                  <a:pt x="589" y="353"/>
                </a:lnTo>
                <a:cubicBezTo>
                  <a:pt x="589" y="368"/>
                  <a:pt x="559" y="397"/>
                  <a:pt x="545" y="397"/>
                </a:cubicBezTo>
                <a:cubicBezTo>
                  <a:pt x="206" y="397"/>
                  <a:pt x="206" y="397"/>
                  <a:pt x="206" y="397"/>
                </a:cubicBezTo>
                <a:cubicBezTo>
                  <a:pt x="44" y="221"/>
                  <a:pt x="44" y="221"/>
                  <a:pt x="44" y="221"/>
                </a:cubicBezTo>
                <a:cubicBezTo>
                  <a:pt x="206" y="44"/>
                  <a:pt x="206" y="44"/>
                  <a:pt x="206" y="44"/>
                </a:cubicBezTo>
                <a:cubicBezTo>
                  <a:pt x="545" y="44"/>
                  <a:pt x="545" y="44"/>
                  <a:pt x="545" y="44"/>
                </a:cubicBezTo>
                <a:cubicBezTo>
                  <a:pt x="559" y="44"/>
                  <a:pt x="589" y="58"/>
                  <a:pt x="589" y="73"/>
                </a:cubicBezTo>
                <a:lnTo>
                  <a:pt x="589" y="35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4" name="Freeform 13"/>
          <p:cNvSpPr/>
          <p:nvPr/>
        </p:nvSpPr>
        <p:spPr>
          <a:xfrm>
            <a:off x="8229600" y="3584520"/>
            <a:ext cx="274680" cy="185760"/>
          </a:xfrm>
          <a:custGeom>
            <a:avLst/>
            <a:gdLst/>
            <a:ahLst/>
            <a:rect l="l" t="t" r="r" b="b"/>
            <a:pathLst>
              <a:path w="634" h="427">
                <a:moveTo>
                  <a:pt x="560" y="0"/>
                </a:moveTo>
                <a:lnTo>
                  <a:pt x="560" y="0"/>
                </a:lnTo>
                <a:cubicBezTo>
                  <a:pt x="207" y="0"/>
                  <a:pt x="207" y="0"/>
                  <a:pt x="207" y="0"/>
                </a:cubicBezTo>
                <a:cubicBezTo>
                  <a:pt x="192" y="0"/>
                  <a:pt x="192" y="0"/>
                  <a:pt x="192" y="0"/>
                </a:cubicBezTo>
                <a:cubicBezTo>
                  <a:pt x="15" y="206"/>
                  <a:pt x="15" y="206"/>
                  <a:pt x="15" y="206"/>
                </a:cubicBezTo>
                <a:cubicBezTo>
                  <a:pt x="0" y="206"/>
                  <a:pt x="0" y="206"/>
                  <a:pt x="0" y="221"/>
                </a:cubicBezTo>
                <a:cubicBezTo>
                  <a:pt x="0" y="221"/>
                  <a:pt x="0" y="221"/>
                  <a:pt x="15" y="235"/>
                </a:cubicBezTo>
                <a:cubicBezTo>
                  <a:pt x="192" y="426"/>
                  <a:pt x="192" y="426"/>
                  <a:pt x="192" y="426"/>
                </a:cubicBezTo>
                <a:cubicBezTo>
                  <a:pt x="192" y="426"/>
                  <a:pt x="192" y="426"/>
                  <a:pt x="207" y="426"/>
                </a:cubicBezTo>
                <a:lnTo>
                  <a:pt x="207" y="426"/>
                </a:lnTo>
                <a:cubicBezTo>
                  <a:pt x="560" y="426"/>
                  <a:pt x="560" y="426"/>
                  <a:pt x="560" y="426"/>
                </a:cubicBezTo>
                <a:cubicBezTo>
                  <a:pt x="604" y="426"/>
                  <a:pt x="633" y="397"/>
                  <a:pt x="633" y="353"/>
                </a:cubicBezTo>
                <a:cubicBezTo>
                  <a:pt x="633" y="73"/>
                  <a:pt x="633" y="73"/>
                  <a:pt x="633" y="73"/>
                </a:cubicBezTo>
                <a:cubicBezTo>
                  <a:pt x="633" y="29"/>
                  <a:pt x="604" y="0"/>
                  <a:pt x="560" y="0"/>
                </a:cubicBezTo>
                <a:close/>
                <a:moveTo>
                  <a:pt x="589" y="353"/>
                </a:moveTo>
                <a:lnTo>
                  <a:pt x="589" y="353"/>
                </a:lnTo>
                <a:cubicBezTo>
                  <a:pt x="589" y="368"/>
                  <a:pt x="575" y="397"/>
                  <a:pt x="560" y="397"/>
                </a:cubicBezTo>
                <a:cubicBezTo>
                  <a:pt x="207" y="397"/>
                  <a:pt x="207" y="397"/>
                  <a:pt x="207" y="397"/>
                </a:cubicBezTo>
                <a:cubicBezTo>
                  <a:pt x="45" y="221"/>
                  <a:pt x="45" y="221"/>
                  <a:pt x="45" y="221"/>
                </a:cubicBezTo>
                <a:cubicBezTo>
                  <a:pt x="207" y="44"/>
                  <a:pt x="207" y="44"/>
                  <a:pt x="207" y="44"/>
                </a:cubicBezTo>
                <a:cubicBezTo>
                  <a:pt x="560" y="44"/>
                  <a:pt x="560" y="44"/>
                  <a:pt x="560" y="44"/>
                </a:cubicBezTo>
                <a:cubicBezTo>
                  <a:pt x="575" y="44"/>
                  <a:pt x="589" y="58"/>
                  <a:pt x="589" y="73"/>
                </a:cubicBezTo>
                <a:lnTo>
                  <a:pt x="589" y="353"/>
                </a:lnTo>
                <a:close/>
                <a:moveTo>
                  <a:pt x="457" y="147"/>
                </a:moveTo>
                <a:lnTo>
                  <a:pt x="457" y="147"/>
                </a:lnTo>
                <a:cubicBezTo>
                  <a:pt x="442" y="132"/>
                  <a:pt x="428" y="132"/>
                  <a:pt x="428" y="147"/>
                </a:cubicBezTo>
                <a:cubicBezTo>
                  <a:pt x="383" y="191"/>
                  <a:pt x="383" y="191"/>
                  <a:pt x="383" y="191"/>
                </a:cubicBezTo>
                <a:cubicBezTo>
                  <a:pt x="339" y="147"/>
                  <a:pt x="339" y="147"/>
                  <a:pt x="339" y="147"/>
                </a:cubicBezTo>
                <a:cubicBezTo>
                  <a:pt x="324" y="132"/>
                  <a:pt x="310" y="132"/>
                  <a:pt x="310" y="147"/>
                </a:cubicBezTo>
                <a:cubicBezTo>
                  <a:pt x="295" y="147"/>
                  <a:pt x="295" y="162"/>
                  <a:pt x="310" y="176"/>
                </a:cubicBezTo>
                <a:cubicBezTo>
                  <a:pt x="354" y="221"/>
                  <a:pt x="354" y="221"/>
                  <a:pt x="354" y="221"/>
                </a:cubicBezTo>
                <a:cubicBezTo>
                  <a:pt x="310" y="265"/>
                  <a:pt x="310" y="265"/>
                  <a:pt x="310" y="265"/>
                </a:cubicBezTo>
                <a:cubicBezTo>
                  <a:pt x="295" y="265"/>
                  <a:pt x="295" y="279"/>
                  <a:pt x="310" y="294"/>
                </a:cubicBezTo>
                <a:cubicBezTo>
                  <a:pt x="310" y="294"/>
                  <a:pt x="324" y="294"/>
                  <a:pt x="339" y="294"/>
                </a:cubicBezTo>
                <a:cubicBezTo>
                  <a:pt x="383" y="250"/>
                  <a:pt x="383" y="250"/>
                  <a:pt x="383" y="250"/>
                </a:cubicBezTo>
                <a:cubicBezTo>
                  <a:pt x="428" y="294"/>
                  <a:pt x="428" y="294"/>
                  <a:pt x="428" y="294"/>
                </a:cubicBezTo>
                <a:cubicBezTo>
                  <a:pt x="428" y="294"/>
                  <a:pt x="442" y="294"/>
                  <a:pt x="457" y="294"/>
                </a:cubicBezTo>
                <a:cubicBezTo>
                  <a:pt x="457" y="279"/>
                  <a:pt x="457" y="265"/>
                  <a:pt x="457" y="265"/>
                </a:cubicBezTo>
                <a:cubicBezTo>
                  <a:pt x="412" y="221"/>
                  <a:pt x="412" y="221"/>
                  <a:pt x="412" y="221"/>
                </a:cubicBezTo>
                <a:cubicBezTo>
                  <a:pt x="457" y="176"/>
                  <a:pt x="457" y="176"/>
                  <a:pt x="457" y="176"/>
                </a:cubicBezTo>
                <a:cubicBezTo>
                  <a:pt x="457" y="162"/>
                  <a:pt x="457" y="147"/>
                  <a:pt x="457" y="14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5" name="Freeform 14"/>
          <p:cNvSpPr/>
          <p:nvPr/>
        </p:nvSpPr>
        <p:spPr>
          <a:xfrm>
            <a:off x="7788240" y="3540240"/>
            <a:ext cx="274680" cy="204840"/>
          </a:xfrm>
          <a:custGeom>
            <a:avLst/>
            <a:gdLst/>
            <a:ahLst/>
            <a:rect l="l" t="t" r="r" b="b"/>
            <a:pathLst>
              <a:path w="634" h="473">
                <a:moveTo>
                  <a:pt x="324" y="133"/>
                </a:moveTo>
                <a:lnTo>
                  <a:pt x="324" y="133"/>
                </a:lnTo>
                <a:cubicBezTo>
                  <a:pt x="324" y="118"/>
                  <a:pt x="324" y="118"/>
                  <a:pt x="309" y="118"/>
                </a:cubicBezTo>
                <a:cubicBezTo>
                  <a:pt x="309" y="118"/>
                  <a:pt x="309" y="118"/>
                  <a:pt x="294" y="133"/>
                </a:cubicBezTo>
                <a:cubicBezTo>
                  <a:pt x="176" y="251"/>
                  <a:pt x="176" y="251"/>
                  <a:pt x="176" y="251"/>
                </a:cubicBezTo>
                <a:lnTo>
                  <a:pt x="176" y="266"/>
                </a:lnTo>
                <a:cubicBezTo>
                  <a:pt x="191" y="280"/>
                  <a:pt x="206" y="280"/>
                  <a:pt x="206" y="266"/>
                </a:cubicBezTo>
                <a:cubicBezTo>
                  <a:pt x="294" y="192"/>
                  <a:pt x="294" y="192"/>
                  <a:pt x="294" y="192"/>
                </a:cubicBezTo>
                <a:cubicBezTo>
                  <a:pt x="294" y="383"/>
                  <a:pt x="294" y="383"/>
                  <a:pt x="294" y="383"/>
                </a:cubicBezTo>
                <a:lnTo>
                  <a:pt x="309" y="398"/>
                </a:lnTo>
                <a:cubicBezTo>
                  <a:pt x="324" y="398"/>
                  <a:pt x="338" y="383"/>
                  <a:pt x="338" y="383"/>
                </a:cubicBezTo>
                <a:cubicBezTo>
                  <a:pt x="338" y="192"/>
                  <a:pt x="338" y="192"/>
                  <a:pt x="338" y="192"/>
                </a:cubicBezTo>
                <a:cubicBezTo>
                  <a:pt x="412" y="266"/>
                  <a:pt x="412" y="266"/>
                  <a:pt x="412" y="266"/>
                </a:cubicBezTo>
                <a:cubicBezTo>
                  <a:pt x="426" y="280"/>
                  <a:pt x="442" y="280"/>
                  <a:pt x="442" y="266"/>
                </a:cubicBezTo>
                <a:cubicBezTo>
                  <a:pt x="456" y="266"/>
                  <a:pt x="456" y="251"/>
                  <a:pt x="442" y="251"/>
                </a:cubicBezTo>
                <a:lnTo>
                  <a:pt x="324" y="133"/>
                </a:lnTo>
                <a:close/>
                <a:moveTo>
                  <a:pt x="456" y="104"/>
                </a:moveTo>
                <a:lnTo>
                  <a:pt x="456" y="104"/>
                </a:lnTo>
                <a:cubicBezTo>
                  <a:pt x="426" y="45"/>
                  <a:pt x="368" y="0"/>
                  <a:pt x="294" y="0"/>
                </a:cubicBezTo>
                <a:cubicBezTo>
                  <a:pt x="206" y="0"/>
                  <a:pt x="117" y="74"/>
                  <a:pt x="117" y="162"/>
                </a:cubicBezTo>
                <a:cubicBezTo>
                  <a:pt x="44" y="192"/>
                  <a:pt x="0" y="251"/>
                  <a:pt x="0" y="325"/>
                </a:cubicBezTo>
                <a:cubicBezTo>
                  <a:pt x="0" y="398"/>
                  <a:pt x="73" y="472"/>
                  <a:pt x="162" y="472"/>
                </a:cubicBezTo>
                <a:cubicBezTo>
                  <a:pt x="485" y="472"/>
                  <a:pt x="485" y="472"/>
                  <a:pt x="485" y="472"/>
                </a:cubicBezTo>
                <a:cubicBezTo>
                  <a:pt x="559" y="442"/>
                  <a:pt x="633" y="369"/>
                  <a:pt x="633" y="295"/>
                </a:cubicBezTo>
                <a:cubicBezTo>
                  <a:pt x="633" y="192"/>
                  <a:pt x="544" y="104"/>
                  <a:pt x="456" y="104"/>
                </a:cubicBezTo>
                <a:close/>
                <a:moveTo>
                  <a:pt x="485" y="442"/>
                </a:moveTo>
                <a:lnTo>
                  <a:pt x="485" y="442"/>
                </a:lnTo>
                <a:cubicBezTo>
                  <a:pt x="162" y="442"/>
                  <a:pt x="162" y="442"/>
                  <a:pt x="162" y="442"/>
                </a:cubicBezTo>
                <a:cubicBezTo>
                  <a:pt x="162" y="442"/>
                  <a:pt x="44" y="428"/>
                  <a:pt x="44" y="325"/>
                </a:cubicBezTo>
                <a:cubicBezTo>
                  <a:pt x="44" y="266"/>
                  <a:pt x="88" y="207"/>
                  <a:pt x="162" y="207"/>
                </a:cubicBezTo>
                <a:cubicBezTo>
                  <a:pt x="162" y="118"/>
                  <a:pt x="206" y="45"/>
                  <a:pt x="294" y="45"/>
                </a:cubicBezTo>
                <a:cubicBezTo>
                  <a:pt x="368" y="45"/>
                  <a:pt x="412" y="89"/>
                  <a:pt x="426" y="148"/>
                </a:cubicBezTo>
                <a:cubicBezTo>
                  <a:pt x="515" y="133"/>
                  <a:pt x="588" y="221"/>
                  <a:pt x="588" y="280"/>
                </a:cubicBezTo>
                <a:cubicBezTo>
                  <a:pt x="588" y="339"/>
                  <a:pt x="544" y="413"/>
                  <a:pt x="485" y="44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6" name="Freeform 15"/>
          <p:cNvSpPr/>
          <p:nvPr/>
        </p:nvSpPr>
        <p:spPr>
          <a:xfrm>
            <a:off x="7350120" y="3540240"/>
            <a:ext cx="266760" cy="204840"/>
          </a:xfrm>
          <a:custGeom>
            <a:avLst/>
            <a:gdLst/>
            <a:ahLst/>
            <a:rect l="l" t="t" r="r" b="b"/>
            <a:pathLst>
              <a:path w="619" h="473">
                <a:moveTo>
                  <a:pt x="412" y="251"/>
                </a:moveTo>
                <a:lnTo>
                  <a:pt x="412" y="251"/>
                </a:lnTo>
                <a:cubicBezTo>
                  <a:pt x="324" y="339"/>
                  <a:pt x="324" y="339"/>
                  <a:pt x="324" y="339"/>
                </a:cubicBezTo>
                <a:cubicBezTo>
                  <a:pt x="324" y="148"/>
                  <a:pt x="324" y="148"/>
                  <a:pt x="324" y="148"/>
                </a:cubicBezTo>
                <a:cubicBezTo>
                  <a:pt x="324" y="133"/>
                  <a:pt x="324" y="118"/>
                  <a:pt x="309" y="118"/>
                </a:cubicBezTo>
                <a:cubicBezTo>
                  <a:pt x="294" y="118"/>
                  <a:pt x="294" y="133"/>
                  <a:pt x="294" y="148"/>
                </a:cubicBezTo>
                <a:cubicBezTo>
                  <a:pt x="294" y="339"/>
                  <a:pt x="294" y="339"/>
                  <a:pt x="294" y="339"/>
                </a:cubicBezTo>
                <a:cubicBezTo>
                  <a:pt x="206" y="251"/>
                  <a:pt x="206" y="251"/>
                  <a:pt x="206" y="251"/>
                </a:cubicBezTo>
                <a:cubicBezTo>
                  <a:pt x="191" y="236"/>
                  <a:pt x="191" y="236"/>
                  <a:pt x="177" y="251"/>
                </a:cubicBezTo>
                <a:cubicBezTo>
                  <a:pt x="177" y="251"/>
                  <a:pt x="177" y="266"/>
                  <a:pt x="177" y="280"/>
                </a:cubicBezTo>
                <a:cubicBezTo>
                  <a:pt x="294" y="398"/>
                  <a:pt x="294" y="398"/>
                  <a:pt x="294" y="398"/>
                </a:cubicBezTo>
                <a:lnTo>
                  <a:pt x="309" y="398"/>
                </a:lnTo>
                <a:lnTo>
                  <a:pt x="324" y="398"/>
                </a:lnTo>
                <a:cubicBezTo>
                  <a:pt x="441" y="280"/>
                  <a:pt x="441" y="280"/>
                  <a:pt x="441" y="280"/>
                </a:cubicBezTo>
                <a:cubicBezTo>
                  <a:pt x="441" y="266"/>
                  <a:pt x="441" y="251"/>
                  <a:pt x="441" y="251"/>
                </a:cubicBezTo>
                <a:cubicBezTo>
                  <a:pt x="427" y="236"/>
                  <a:pt x="427" y="236"/>
                  <a:pt x="412" y="251"/>
                </a:cubicBezTo>
                <a:close/>
                <a:moveTo>
                  <a:pt x="441" y="104"/>
                </a:moveTo>
                <a:lnTo>
                  <a:pt x="441" y="104"/>
                </a:lnTo>
                <a:cubicBezTo>
                  <a:pt x="412" y="45"/>
                  <a:pt x="353" y="0"/>
                  <a:pt x="294" y="0"/>
                </a:cubicBezTo>
                <a:cubicBezTo>
                  <a:pt x="191" y="0"/>
                  <a:pt x="118" y="74"/>
                  <a:pt x="118" y="162"/>
                </a:cubicBezTo>
                <a:cubicBezTo>
                  <a:pt x="44" y="192"/>
                  <a:pt x="0" y="251"/>
                  <a:pt x="0" y="325"/>
                </a:cubicBezTo>
                <a:cubicBezTo>
                  <a:pt x="0" y="398"/>
                  <a:pt x="59" y="472"/>
                  <a:pt x="147" y="472"/>
                </a:cubicBezTo>
                <a:cubicBezTo>
                  <a:pt x="486" y="472"/>
                  <a:pt x="486" y="472"/>
                  <a:pt x="486" y="472"/>
                </a:cubicBezTo>
                <a:cubicBezTo>
                  <a:pt x="559" y="442"/>
                  <a:pt x="618" y="369"/>
                  <a:pt x="618" y="295"/>
                </a:cubicBezTo>
                <a:cubicBezTo>
                  <a:pt x="618" y="192"/>
                  <a:pt x="545" y="104"/>
                  <a:pt x="441" y="104"/>
                </a:cubicBezTo>
                <a:close/>
                <a:moveTo>
                  <a:pt x="486" y="442"/>
                </a:moveTo>
                <a:lnTo>
                  <a:pt x="486" y="442"/>
                </a:lnTo>
                <a:cubicBezTo>
                  <a:pt x="147" y="442"/>
                  <a:pt x="147" y="442"/>
                  <a:pt x="147" y="442"/>
                </a:cubicBezTo>
                <a:cubicBezTo>
                  <a:pt x="147" y="442"/>
                  <a:pt x="29" y="428"/>
                  <a:pt x="29" y="325"/>
                </a:cubicBezTo>
                <a:cubicBezTo>
                  <a:pt x="29" y="266"/>
                  <a:pt x="88" y="207"/>
                  <a:pt x="147" y="207"/>
                </a:cubicBezTo>
                <a:cubicBezTo>
                  <a:pt x="147" y="118"/>
                  <a:pt x="206" y="45"/>
                  <a:pt x="294" y="45"/>
                </a:cubicBezTo>
                <a:cubicBezTo>
                  <a:pt x="353" y="45"/>
                  <a:pt x="398" y="89"/>
                  <a:pt x="412" y="148"/>
                </a:cubicBezTo>
                <a:cubicBezTo>
                  <a:pt x="515" y="133"/>
                  <a:pt x="574" y="221"/>
                  <a:pt x="589" y="280"/>
                </a:cubicBezTo>
                <a:cubicBezTo>
                  <a:pt x="589" y="339"/>
                  <a:pt x="545" y="413"/>
                  <a:pt x="486" y="44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7" name="Freeform 16"/>
          <p:cNvSpPr/>
          <p:nvPr/>
        </p:nvSpPr>
        <p:spPr>
          <a:xfrm>
            <a:off x="6904080" y="3540240"/>
            <a:ext cx="274680" cy="276120"/>
          </a:xfrm>
          <a:custGeom>
            <a:avLst/>
            <a:gdLst/>
            <a:ahLst/>
            <a:rect l="l" t="t" r="r" b="b"/>
            <a:pathLst>
              <a:path w="634" h="635">
                <a:moveTo>
                  <a:pt x="369" y="251"/>
                </a:moveTo>
                <a:lnTo>
                  <a:pt x="369" y="251"/>
                </a:lnTo>
                <a:cubicBezTo>
                  <a:pt x="177" y="251"/>
                  <a:pt x="177" y="251"/>
                  <a:pt x="177" y="251"/>
                </a:cubicBezTo>
                <a:cubicBezTo>
                  <a:pt x="162" y="251"/>
                  <a:pt x="162" y="251"/>
                  <a:pt x="162" y="266"/>
                </a:cubicBezTo>
                <a:cubicBezTo>
                  <a:pt x="162" y="280"/>
                  <a:pt x="162" y="280"/>
                  <a:pt x="177" y="280"/>
                </a:cubicBezTo>
                <a:cubicBezTo>
                  <a:pt x="369" y="280"/>
                  <a:pt x="369" y="280"/>
                  <a:pt x="369" y="280"/>
                </a:cubicBezTo>
                <a:cubicBezTo>
                  <a:pt x="383" y="280"/>
                  <a:pt x="398" y="280"/>
                  <a:pt x="398" y="266"/>
                </a:cubicBezTo>
                <a:cubicBezTo>
                  <a:pt x="398" y="251"/>
                  <a:pt x="383" y="251"/>
                  <a:pt x="369" y="251"/>
                </a:cubicBezTo>
                <a:close/>
                <a:moveTo>
                  <a:pt x="633" y="604"/>
                </a:moveTo>
                <a:lnTo>
                  <a:pt x="633" y="604"/>
                </a:lnTo>
                <a:cubicBezTo>
                  <a:pt x="471" y="442"/>
                  <a:pt x="471" y="442"/>
                  <a:pt x="471" y="442"/>
                </a:cubicBezTo>
                <a:cubicBezTo>
                  <a:pt x="501" y="398"/>
                  <a:pt x="530" y="339"/>
                  <a:pt x="530" y="266"/>
                </a:cubicBezTo>
                <a:cubicBezTo>
                  <a:pt x="530" y="118"/>
                  <a:pt x="412" y="0"/>
                  <a:pt x="265" y="0"/>
                </a:cubicBezTo>
                <a:cubicBezTo>
                  <a:pt x="118" y="0"/>
                  <a:pt x="0" y="118"/>
                  <a:pt x="0" y="266"/>
                </a:cubicBezTo>
                <a:cubicBezTo>
                  <a:pt x="0" y="413"/>
                  <a:pt x="118" y="530"/>
                  <a:pt x="265" y="530"/>
                </a:cubicBezTo>
                <a:cubicBezTo>
                  <a:pt x="339" y="530"/>
                  <a:pt x="383" y="501"/>
                  <a:pt x="442" y="472"/>
                </a:cubicBezTo>
                <a:cubicBezTo>
                  <a:pt x="604" y="634"/>
                  <a:pt x="604" y="634"/>
                  <a:pt x="604" y="634"/>
                </a:cubicBezTo>
                <a:cubicBezTo>
                  <a:pt x="604" y="634"/>
                  <a:pt x="619" y="634"/>
                  <a:pt x="633" y="634"/>
                </a:cubicBezTo>
                <a:cubicBezTo>
                  <a:pt x="633" y="619"/>
                  <a:pt x="633" y="604"/>
                  <a:pt x="633" y="604"/>
                </a:cubicBezTo>
                <a:close/>
                <a:moveTo>
                  <a:pt x="265" y="487"/>
                </a:moveTo>
                <a:lnTo>
                  <a:pt x="265" y="487"/>
                </a:lnTo>
                <a:cubicBezTo>
                  <a:pt x="148" y="487"/>
                  <a:pt x="45" y="383"/>
                  <a:pt x="45" y="266"/>
                </a:cubicBezTo>
                <a:cubicBezTo>
                  <a:pt x="45" y="148"/>
                  <a:pt x="148" y="45"/>
                  <a:pt x="265" y="45"/>
                </a:cubicBezTo>
                <a:cubicBezTo>
                  <a:pt x="398" y="45"/>
                  <a:pt x="486" y="148"/>
                  <a:pt x="486" y="266"/>
                </a:cubicBezTo>
                <a:cubicBezTo>
                  <a:pt x="486" y="383"/>
                  <a:pt x="398" y="487"/>
                  <a:pt x="265" y="48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8" name="Freeform 17"/>
          <p:cNvSpPr/>
          <p:nvPr/>
        </p:nvSpPr>
        <p:spPr>
          <a:xfrm>
            <a:off x="6464160" y="3540240"/>
            <a:ext cx="274680" cy="276120"/>
          </a:xfrm>
          <a:custGeom>
            <a:avLst/>
            <a:gdLst/>
            <a:ahLst/>
            <a:rect l="l" t="t" r="r" b="b"/>
            <a:pathLst>
              <a:path w="634" h="635">
                <a:moveTo>
                  <a:pt x="368" y="251"/>
                </a:moveTo>
                <a:lnTo>
                  <a:pt x="368" y="251"/>
                </a:lnTo>
                <a:cubicBezTo>
                  <a:pt x="279" y="251"/>
                  <a:pt x="279" y="251"/>
                  <a:pt x="279" y="251"/>
                </a:cubicBezTo>
                <a:cubicBezTo>
                  <a:pt x="279" y="177"/>
                  <a:pt x="279" y="177"/>
                  <a:pt x="279" y="177"/>
                </a:cubicBezTo>
                <a:cubicBezTo>
                  <a:pt x="279" y="162"/>
                  <a:pt x="279" y="148"/>
                  <a:pt x="265" y="148"/>
                </a:cubicBezTo>
                <a:cubicBezTo>
                  <a:pt x="250" y="148"/>
                  <a:pt x="250" y="162"/>
                  <a:pt x="250" y="177"/>
                </a:cubicBezTo>
                <a:cubicBezTo>
                  <a:pt x="250" y="251"/>
                  <a:pt x="250" y="251"/>
                  <a:pt x="250" y="251"/>
                </a:cubicBezTo>
                <a:cubicBezTo>
                  <a:pt x="162" y="251"/>
                  <a:pt x="162" y="251"/>
                  <a:pt x="162" y="251"/>
                </a:cubicBezTo>
                <a:cubicBezTo>
                  <a:pt x="162" y="251"/>
                  <a:pt x="147" y="251"/>
                  <a:pt x="147" y="266"/>
                </a:cubicBezTo>
                <a:cubicBezTo>
                  <a:pt x="147" y="280"/>
                  <a:pt x="162" y="295"/>
                  <a:pt x="162" y="295"/>
                </a:cubicBezTo>
                <a:cubicBezTo>
                  <a:pt x="250" y="295"/>
                  <a:pt x="250" y="295"/>
                  <a:pt x="250" y="295"/>
                </a:cubicBezTo>
                <a:cubicBezTo>
                  <a:pt x="250" y="369"/>
                  <a:pt x="250" y="369"/>
                  <a:pt x="250" y="369"/>
                </a:cubicBezTo>
                <a:cubicBezTo>
                  <a:pt x="250" y="383"/>
                  <a:pt x="250" y="383"/>
                  <a:pt x="265" y="383"/>
                </a:cubicBezTo>
                <a:cubicBezTo>
                  <a:pt x="279" y="383"/>
                  <a:pt x="279" y="383"/>
                  <a:pt x="279" y="369"/>
                </a:cubicBezTo>
                <a:cubicBezTo>
                  <a:pt x="279" y="295"/>
                  <a:pt x="279" y="295"/>
                  <a:pt x="279" y="295"/>
                </a:cubicBezTo>
                <a:cubicBezTo>
                  <a:pt x="368" y="295"/>
                  <a:pt x="368" y="295"/>
                  <a:pt x="368" y="295"/>
                </a:cubicBezTo>
                <a:cubicBezTo>
                  <a:pt x="368" y="295"/>
                  <a:pt x="383" y="280"/>
                  <a:pt x="383" y="266"/>
                </a:cubicBezTo>
                <a:cubicBezTo>
                  <a:pt x="383" y="251"/>
                  <a:pt x="368" y="251"/>
                  <a:pt x="368" y="251"/>
                </a:cubicBezTo>
                <a:close/>
                <a:moveTo>
                  <a:pt x="618" y="604"/>
                </a:moveTo>
                <a:lnTo>
                  <a:pt x="618" y="604"/>
                </a:lnTo>
                <a:cubicBezTo>
                  <a:pt x="456" y="442"/>
                  <a:pt x="456" y="442"/>
                  <a:pt x="456" y="442"/>
                </a:cubicBezTo>
                <a:cubicBezTo>
                  <a:pt x="500" y="398"/>
                  <a:pt x="530" y="339"/>
                  <a:pt x="530" y="266"/>
                </a:cubicBezTo>
                <a:cubicBezTo>
                  <a:pt x="530" y="118"/>
                  <a:pt x="412" y="0"/>
                  <a:pt x="265" y="0"/>
                </a:cubicBezTo>
                <a:cubicBezTo>
                  <a:pt x="117" y="0"/>
                  <a:pt x="0" y="118"/>
                  <a:pt x="0" y="266"/>
                </a:cubicBezTo>
                <a:cubicBezTo>
                  <a:pt x="0" y="413"/>
                  <a:pt x="117" y="530"/>
                  <a:pt x="265" y="530"/>
                </a:cubicBezTo>
                <a:cubicBezTo>
                  <a:pt x="324" y="530"/>
                  <a:pt x="383" y="501"/>
                  <a:pt x="426" y="472"/>
                </a:cubicBezTo>
                <a:cubicBezTo>
                  <a:pt x="588" y="634"/>
                  <a:pt x="588" y="634"/>
                  <a:pt x="588" y="634"/>
                </a:cubicBezTo>
                <a:cubicBezTo>
                  <a:pt x="603" y="634"/>
                  <a:pt x="618" y="634"/>
                  <a:pt x="618" y="634"/>
                </a:cubicBezTo>
                <a:cubicBezTo>
                  <a:pt x="633" y="619"/>
                  <a:pt x="633" y="604"/>
                  <a:pt x="618" y="604"/>
                </a:cubicBezTo>
                <a:close/>
                <a:moveTo>
                  <a:pt x="265" y="487"/>
                </a:moveTo>
                <a:lnTo>
                  <a:pt x="265" y="487"/>
                </a:lnTo>
                <a:cubicBezTo>
                  <a:pt x="147" y="487"/>
                  <a:pt x="44" y="383"/>
                  <a:pt x="44" y="266"/>
                </a:cubicBezTo>
                <a:cubicBezTo>
                  <a:pt x="44" y="148"/>
                  <a:pt x="147" y="45"/>
                  <a:pt x="265" y="45"/>
                </a:cubicBezTo>
                <a:cubicBezTo>
                  <a:pt x="383" y="45"/>
                  <a:pt x="485" y="148"/>
                  <a:pt x="485" y="266"/>
                </a:cubicBezTo>
                <a:cubicBezTo>
                  <a:pt x="485" y="383"/>
                  <a:pt x="383" y="487"/>
                  <a:pt x="265" y="48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9" name="Freeform 18"/>
          <p:cNvSpPr/>
          <p:nvPr/>
        </p:nvSpPr>
        <p:spPr>
          <a:xfrm>
            <a:off x="6026040" y="3540240"/>
            <a:ext cx="266760" cy="276120"/>
          </a:xfrm>
          <a:custGeom>
            <a:avLst/>
            <a:gdLst/>
            <a:ahLst/>
            <a:rect l="l" t="t" r="r" b="b"/>
            <a:pathLst>
              <a:path w="619" h="635">
                <a:moveTo>
                  <a:pt x="618" y="604"/>
                </a:moveTo>
                <a:lnTo>
                  <a:pt x="618" y="604"/>
                </a:lnTo>
                <a:cubicBezTo>
                  <a:pt x="456" y="442"/>
                  <a:pt x="456" y="442"/>
                  <a:pt x="456" y="442"/>
                </a:cubicBezTo>
                <a:cubicBezTo>
                  <a:pt x="500" y="398"/>
                  <a:pt x="530" y="339"/>
                  <a:pt x="530" y="266"/>
                </a:cubicBezTo>
                <a:cubicBezTo>
                  <a:pt x="530" y="118"/>
                  <a:pt x="412" y="0"/>
                  <a:pt x="265" y="0"/>
                </a:cubicBezTo>
                <a:cubicBezTo>
                  <a:pt x="118" y="0"/>
                  <a:pt x="0" y="118"/>
                  <a:pt x="0" y="266"/>
                </a:cubicBezTo>
                <a:cubicBezTo>
                  <a:pt x="0" y="413"/>
                  <a:pt x="118" y="530"/>
                  <a:pt x="265" y="530"/>
                </a:cubicBezTo>
                <a:cubicBezTo>
                  <a:pt x="324" y="530"/>
                  <a:pt x="382" y="501"/>
                  <a:pt x="427" y="472"/>
                </a:cubicBezTo>
                <a:cubicBezTo>
                  <a:pt x="589" y="634"/>
                  <a:pt x="589" y="634"/>
                  <a:pt x="589" y="634"/>
                </a:cubicBezTo>
                <a:cubicBezTo>
                  <a:pt x="603" y="634"/>
                  <a:pt x="603" y="634"/>
                  <a:pt x="618" y="634"/>
                </a:cubicBezTo>
                <a:cubicBezTo>
                  <a:pt x="618" y="619"/>
                  <a:pt x="618" y="604"/>
                  <a:pt x="618" y="604"/>
                </a:cubicBezTo>
                <a:close/>
                <a:moveTo>
                  <a:pt x="265" y="487"/>
                </a:moveTo>
                <a:lnTo>
                  <a:pt x="265" y="487"/>
                </a:lnTo>
                <a:cubicBezTo>
                  <a:pt x="132" y="487"/>
                  <a:pt x="29" y="383"/>
                  <a:pt x="29" y="266"/>
                </a:cubicBezTo>
                <a:cubicBezTo>
                  <a:pt x="29" y="148"/>
                  <a:pt x="132" y="45"/>
                  <a:pt x="265" y="45"/>
                </a:cubicBezTo>
                <a:cubicBezTo>
                  <a:pt x="382" y="45"/>
                  <a:pt x="486" y="148"/>
                  <a:pt x="486" y="266"/>
                </a:cubicBezTo>
                <a:cubicBezTo>
                  <a:pt x="486" y="383"/>
                  <a:pt x="382" y="487"/>
                  <a:pt x="265" y="48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0" name="Freeform 19"/>
          <p:cNvSpPr/>
          <p:nvPr/>
        </p:nvSpPr>
        <p:spPr>
          <a:xfrm>
            <a:off x="5580000" y="3540240"/>
            <a:ext cx="274680" cy="276120"/>
          </a:xfrm>
          <a:custGeom>
            <a:avLst/>
            <a:gdLst/>
            <a:ahLst/>
            <a:rect l="l" t="t" r="r" b="b"/>
            <a:pathLst>
              <a:path w="634" h="635">
                <a:moveTo>
                  <a:pt x="30" y="236"/>
                </a:moveTo>
                <a:lnTo>
                  <a:pt x="30" y="236"/>
                </a:lnTo>
                <a:cubicBezTo>
                  <a:pt x="221" y="236"/>
                  <a:pt x="221" y="236"/>
                  <a:pt x="221" y="236"/>
                </a:cubicBezTo>
                <a:cubicBezTo>
                  <a:pt x="236" y="236"/>
                  <a:pt x="236" y="236"/>
                  <a:pt x="236" y="221"/>
                </a:cubicBezTo>
                <a:cubicBezTo>
                  <a:pt x="236" y="207"/>
                  <a:pt x="236" y="207"/>
                  <a:pt x="221" y="207"/>
                </a:cubicBezTo>
                <a:cubicBezTo>
                  <a:pt x="74" y="207"/>
                  <a:pt x="74" y="207"/>
                  <a:pt x="74" y="207"/>
                </a:cubicBezTo>
                <a:cubicBezTo>
                  <a:pt x="118" y="104"/>
                  <a:pt x="207" y="45"/>
                  <a:pt x="324" y="45"/>
                </a:cubicBezTo>
                <a:cubicBezTo>
                  <a:pt x="457" y="45"/>
                  <a:pt x="574" y="148"/>
                  <a:pt x="589" y="280"/>
                </a:cubicBezTo>
                <a:cubicBezTo>
                  <a:pt x="633" y="280"/>
                  <a:pt x="633" y="280"/>
                  <a:pt x="633" y="280"/>
                </a:cubicBezTo>
                <a:cubicBezTo>
                  <a:pt x="619" y="118"/>
                  <a:pt x="486" y="0"/>
                  <a:pt x="324" y="0"/>
                </a:cubicBezTo>
                <a:cubicBezTo>
                  <a:pt x="207" y="0"/>
                  <a:pt x="103" y="74"/>
                  <a:pt x="44" y="162"/>
                </a:cubicBezTo>
                <a:cubicBezTo>
                  <a:pt x="44" y="30"/>
                  <a:pt x="44" y="30"/>
                  <a:pt x="44" y="30"/>
                </a:cubicBezTo>
                <a:cubicBezTo>
                  <a:pt x="44" y="15"/>
                  <a:pt x="30" y="0"/>
                  <a:pt x="30" y="0"/>
                </a:cubicBezTo>
                <a:cubicBezTo>
                  <a:pt x="15" y="0"/>
                  <a:pt x="0" y="15"/>
                  <a:pt x="0" y="30"/>
                </a:cubicBezTo>
                <a:cubicBezTo>
                  <a:pt x="0" y="221"/>
                  <a:pt x="0" y="221"/>
                  <a:pt x="0" y="221"/>
                </a:cubicBezTo>
                <a:cubicBezTo>
                  <a:pt x="0" y="236"/>
                  <a:pt x="30" y="236"/>
                  <a:pt x="30" y="236"/>
                </a:cubicBezTo>
                <a:close/>
                <a:moveTo>
                  <a:pt x="619" y="398"/>
                </a:moveTo>
                <a:lnTo>
                  <a:pt x="619" y="398"/>
                </a:lnTo>
                <a:cubicBezTo>
                  <a:pt x="412" y="398"/>
                  <a:pt x="412" y="398"/>
                  <a:pt x="412" y="398"/>
                </a:cubicBezTo>
                <a:lnTo>
                  <a:pt x="398" y="413"/>
                </a:lnTo>
                <a:cubicBezTo>
                  <a:pt x="398" y="428"/>
                  <a:pt x="412" y="442"/>
                  <a:pt x="412" y="442"/>
                </a:cubicBezTo>
                <a:cubicBezTo>
                  <a:pt x="574" y="442"/>
                  <a:pt x="574" y="442"/>
                  <a:pt x="574" y="442"/>
                </a:cubicBezTo>
                <a:cubicBezTo>
                  <a:pt x="530" y="530"/>
                  <a:pt x="427" y="589"/>
                  <a:pt x="324" y="589"/>
                </a:cubicBezTo>
                <a:cubicBezTo>
                  <a:pt x="177" y="589"/>
                  <a:pt x="74" y="487"/>
                  <a:pt x="44" y="354"/>
                </a:cubicBezTo>
                <a:cubicBezTo>
                  <a:pt x="15" y="354"/>
                  <a:pt x="15" y="354"/>
                  <a:pt x="15" y="354"/>
                </a:cubicBezTo>
                <a:cubicBezTo>
                  <a:pt x="30" y="516"/>
                  <a:pt x="162" y="634"/>
                  <a:pt x="324" y="634"/>
                </a:cubicBezTo>
                <a:cubicBezTo>
                  <a:pt x="442" y="634"/>
                  <a:pt x="545" y="575"/>
                  <a:pt x="589" y="472"/>
                </a:cubicBezTo>
                <a:cubicBezTo>
                  <a:pt x="589" y="619"/>
                  <a:pt x="589" y="619"/>
                  <a:pt x="589" y="619"/>
                </a:cubicBezTo>
                <a:cubicBezTo>
                  <a:pt x="589" y="619"/>
                  <a:pt x="604" y="634"/>
                  <a:pt x="619" y="634"/>
                </a:cubicBezTo>
                <a:lnTo>
                  <a:pt x="633" y="619"/>
                </a:lnTo>
                <a:cubicBezTo>
                  <a:pt x="633" y="413"/>
                  <a:pt x="633" y="413"/>
                  <a:pt x="633" y="413"/>
                </a:cubicBezTo>
                <a:cubicBezTo>
                  <a:pt x="633" y="398"/>
                  <a:pt x="619" y="398"/>
                  <a:pt x="619" y="39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1" name="Freeform 20"/>
          <p:cNvSpPr/>
          <p:nvPr/>
        </p:nvSpPr>
        <p:spPr>
          <a:xfrm>
            <a:off x="5141880" y="3540240"/>
            <a:ext cx="274680" cy="276120"/>
          </a:xfrm>
          <a:custGeom>
            <a:avLst/>
            <a:gdLst/>
            <a:ahLst/>
            <a:rect l="l" t="t" r="r" b="b"/>
            <a:pathLst>
              <a:path w="634" h="635">
                <a:moveTo>
                  <a:pt x="471" y="45"/>
                </a:moveTo>
                <a:lnTo>
                  <a:pt x="471" y="45"/>
                </a:lnTo>
                <a:cubicBezTo>
                  <a:pt x="603" y="45"/>
                  <a:pt x="603" y="45"/>
                  <a:pt x="603" y="45"/>
                </a:cubicBezTo>
                <a:cubicBezTo>
                  <a:pt x="618" y="45"/>
                  <a:pt x="633" y="30"/>
                  <a:pt x="633" y="30"/>
                </a:cubicBezTo>
                <a:cubicBezTo>
                  <a:pt x="633" y="15"/>
                  <a:pt x="618" y="0"/>
                  <a:pt x="603" y="0"/>
                </a:cubicBezTo>
                <a:cubicBezTo>
                  <a:pt x="412" y="0"/>
                  <a:pt x="412" y="0"/>
                  <a:pt x="412" y="0"/>
                </a:cubicBezTo>
                <a:cubicBezTo>
                  <a:pt x="412" y="0"/>
                  <a:pt x="397" y="0"/>
                  <a:pt x="397" y="30"/>
                </a:cubicBezTo>
                <a:cubicBezTo>
                  <a:pt x="397" y="221"/>
                  <a:pt x="397" y="221"/>
                  <a:pt x="397" y="221"/>
                </a:cubicBezTo>
                <a:cubicBezTo>
                  <a:pt x="397" y="236"/>
                  <a:pt x="397" y="236"/>
                  <a:pt x="412" y="236"/>
                </a:cubicBezTo>
                <a:cubicBezTo>
                  <a:pt x="426" y="236"/>
                  <a:pt x="426" y="236"/>
                  <a:pt x="426" y="221"/>
                </a:cubicBezTo>
                <a:cubicBezTo>
                  <a:pt x="426" y="74"/>
                  <a:pt x="426" y="74"/>
                  <a:pt x="426" y="74"/>
                </a:cubicBezTo>
                <a:cubicBezTo>
                  <a:pt x="530" y="118"/>
                  <a:pt x="588" y="207"/>
                  <a:pt x="588" y="325"/>
                </a:cubicBezTo>
                <a:cubicBezTo>
                  <a:pt x="588" y="472"/>
                  <a:pt x="471" y="589"/>
                  <a:pt x="309" y="589"/>
                </a:cubicBezTo>
                <a:cubicBezTo>
                  <a:pt x="162" y="589"/>
                  <a:pt x="44" y="472"/>
                  <a:pt x="44" y="325"/>
                </a:cubicBezTo>
                <a:cubicBezTo>
                  <a:pt x="44" y="177"/>
                  <a:pt x="147" y="74"/>
                  <a:pt x="279" y="45"/>
                </a:cubicBezTo>
                <a:cubicBezTo>
                  <a:pt x="279" y="15"/>
                  <a:pt x="279" y="15"/>
                  <a:pt x="279" y="15"/>
                </a:cubicBezTo>
                <a:cubicBezTo>
                  <a:pt x="117" y="30"/>
                  <a:pt x="0" y="162"/>
                  <a:pt x="0" y="325"/>
                </a:cubicBezTo>
                <a:cubicBezTo>
                  <a:pt x="0" y="487"/>
                  <a:pt x="147" y="634"/>
                  <a:pt x="309" y="634"/>
                </a:cubicBezTo>
                <a:cubicBezTo>
                  <a:pt x="485" y="634"/>
                  <a:pt x="633" y="487"/>
                  <a:pt x="633" y="325"/>
                </a:cubicBezTo>
                <a:cubicBezTo>
                  <a:pt x="633" y="207"/>
                  <a:pt x="559" y="104"/>
                  <a:pt x="471" y="4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2" name="Freeform 21"/>
          <p:cNvSpPr/>
          <p:nvPr/>
        </p:nvSpPr>
        <p:spPr>
          <a:xfrm>
            <a:off x="4700520" y="3540240"/>
            <a:ext cx="266760" cy="276120"/>
          </a:xfrm>
          <a:custGeom>
            <a:avLst/>
            <a:gdLst/>
            <a:ahLst/>
            <a:rect l="l" t="t" r="r" b="b"/>
            <a:pathLst>
              <a:path w="619" h="635">
                <a:moveTo>
                  <a:pt x="309" y="0"/>
                </a:moveTo>
                <a:lnTo>
                  <a:pt x="309" y="0"/>
                </a:lnTo>
                <a:cubicBezTo>
                  <a:pt x="132" y="0"/>
                  <a:pt x="0" y="148"/>
                  <a:pt x="0" y="325"/>
                </a:cubicBezTo>
                <a:cubicBezTo>
                  <a:pt x="0" y="487"/>
                  <a:pt x="132" y="634"/>
                  <a:pt x="309" y="634"/>
                </a:cubicBezTo>
                <a:cubicBezTo>
                  <a:pt x="486" y="634"/>
                  <a:pt x="618" y="487"/>
                  <a:pt x="618" y="325"/>
                </a:cubicBezTo>
                <a:cubicBezTo>
                  <a:pt x="618" y="148"/>
                  <a:pt x="486" y="0"/>
                  <a:pt x="309" y="0"/>
                </a:cubicBezTo>
                <a:close/>
                <a:moveTo>
                  <a:pt x="309" y="589"/>
                </a:moveTo>
                <a:lnTo>
                  <a:pt x="309" y="589"/>
                </a:lnTo>
                <a:cubicBezTo>
                  <a:pt x="162" y="589"/>
                  <a:pt x="29" y="472"/>
                  <a:pt x="29" y="325"/>
                </a:cubicBezTo>
                <a:cubicBezTo>
                  <a:pt x="29" y="162"/>
                  <a:pt x="162" y="45"/>
                  <a:pt x="309" y="45"/>
                </a:cubicBezTo>
                <a:cubicBezTo>
                  <a:pt x="456" y="45"/>
                  <a:pt x="589" y="162"/>
                  <a:pt x="589" y="325"/>
                </a:cubicBezTo>
                <a:cubicBezTo>
                  <a:pt x="589" y="472"/>
                  <a:pt x="456" y="589"/>
                  <a:pt x="309" y="589"/>
                </a:cubicBezTo>
                <a:close/>
                <a:moveTo>
                  <a:pt x="427" y="177"/>
                </a:moveTo>
                <a:lnTo>
                  <a:pt x="427" y="177"/>
                </a:lnTo>
                <a:cubicBezTo>
                  <a:pt x="412" y="177"/>
                  <a:pt x="412" y="177"/>
                  <a:pt x="397" y="192"/>
                </a:cubicBezTo>
                <a:cubicBezTo>
                  <a:pt x="280" y="413"/>
                  <a:pt x="280" y="413"/>
                  <a:pt x="280" y="413"/>
                </a:cubicBezTo>
                <a:cubicBezTo>
                  <a:pt x="206" y="339"/>
                  <a:pt x="206" y="339"/>
                  <a:pt x="206" y="339"/>
                </a:cubicBezTo>
                <a:cubicBezTo>
                  <a:pt x="191" y="339"/>
                  <a:pt x="191" y="339"/>
                  <a:pt x="177" y="339"/>
                </a:cubicBezTo>
                <a:cubicBezTo>
                  <a:pt x="162" y="354"/>
                  <a:pt x="162" y="369"/>
                  <a:pt x="177" y="369"/>
                </a:cubicBezTo>
                <a:cubicBezTo>
                  <a:pt x="265" y="457"/>
                  <a:pt x="265" y="457"/>
                  <a:pt x="265" y="457"/>
                </a:cubicBezTo>
                <a:cubicBezTo>
                  <a:pt x="280" y="457"/>
                  <a:pt x="280" y="457"/>
                  <a:pt x="294" y="457"/>
                </a:cubicBezTo>
                <a:lnTo>
                  <a:pt x="441" y="207"/>
                </a:lnTo>
                <a:cubicBezTo>
                  <a:pt x="441" y="207"/>
                  <a:pt x="441" y="192"/>
                  <a:pt x="427" y="1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3" name="Freeform 22"/>
          <p:cNvSpPr/>
          <p:nvPr/>
        </p:nvSpPr>
        <p:spPr>
          <a:xfrm>
            <a:off x="8674200" y="3102120"/>
            <a:ext cx="266760" cy="274320"/>
          </a:xfrm>
          <a:custGeom>
            <a:avLst/>
            <a:gdLst/>
            <a:ahLst/>
            <a:rect l="l" t="t" r="r" b="b"/>
            <a:pathLst>
              <a:path w="619" h="634">
                <a:moveTo>
                  <a:pt x="427" y="206"/>
                </a:moveTo>
                <a:lnTo>
                  <a:pt x="427" y="206"/>
                </a:lnTo>
                <a:cubicBezTo>
                  <a:pt x="412" y="191"/>
                  <a:pt x="398" y="191"/>
                  <a:pt x="398" y="206"/>
                </a:cubicBezTo>
                <a:cubicBezTo>
                  <a:pt x="309" y="280"/>
                  <a:pt x="309" y="280"/>
                  <a:pt x="309" y="280"/>
                </a:cubicBezTo>
                <a:cubicBezTo>
                  <a:pt x="221" y="206"/>
                  <a:pt x="221" y="206"/>
                  <a:pt x="221" y="206"/>
                </a:cubicBezTo>
                <a:cubicBezTo>
                  <a:pt x="221" y="191"/>
                  <a:pt x="206" y="191"/>
                  <a:pt x="191" y="206"/>
                </a:cubicBezTo>
                <a:cubicBezTo>
                  <a:pt x="191" y="206"/>
                  <a:pt x="191" y="221"/>
                  <a:pt x="191" y="235"/>
                </a:cubicBezTo>
                <a:cubicBezTo>
                  <a:pt x="280" y="309"/>
                  <a:pt x="280" y="309"/>
                  <a:pt x="280" y="309"/>
                </a:cubicBezTo>
                <a:cubicBezTo>
                  <a:pt x="191" y="397"/>
                  <a:pt x="191" y="397"/>
                  <a:pt x="191" y="397"/>
                </a:cubicBezTo>
                <a:cubicBezTo>
                  <a:pt x="191" y="412"/>
                  <a:pt x="191" y="412"/>
                  <a:pt x="191" y="427"/>
                </a:cubicBezTo>
                <a:cubicBezTo>
                  <a:pt x="206" y="427"/>
                  <a:pt x="221" y="427"/>
                  <a:pt x="221" y="427"/>
                </a:cubicBezTo>
                <a:cubicBezTo>
                  <a:pt x="309" y="338"/>
                  <a:pt x="309" y="338"/>
                  <a:pt x="309" y="338"/>
                </a:cubicBezTo>
                <a:cubicBezTo>
                  <a:pt x="398" y="427"/>
                  <a:pt x="398" y="427"/>
                  <a:pt x="398" y="427"/>
                </a:cubicBezTo>
                <a:cubicBezTo>
                  <a:pt x="398" y="427"/>
                  <a:pt x="412" y="427"/>
                  <a:pt x="427" y="427"/>
                </a:cubicBezTo>
                <a:cubicBezTo>
                  <a:pt x="427" y="412"/>
                  <a:pt x="427" y="412"/>
                  <a:pt x="427" y="397"/>
                </a:cubicBezTo>
                <a:cubicBezTo>
                  <a:pt x="339" y="309"/>
                  <a:pt x="339" y="309"/>
                  <a:pt x="339" y="309"/>
                </a:cubicBezTo>
                <a:cubicBezTo>
                  <a:pt x="427" y="235"/>
                  <a:pt x="427" y="235"/>
                  <a:pt x="427" y="235"/>
                </a:cubicBezTo>
                <a:cubicBezTo>
                  <a:pt x="427" y="221"/>
                  <a:pt x="427" y="206"/>
                  <a:pt x="427" y="206"/>
                </a:cubicBezTo>
                <a:close/>
                <a:moveTo>
                  <a:pt x="309" y="0"/>
                </a:moveTo>
                <a:lnTo>
                  <a:pt x="309" y="0"/>
                </a:lnTo>
                <a:cubicBezTo>
                  <a:pt x="132" y="0"/>
                  <a:pt x="0" y="147"/>
                  <a:pt x="0" y="309"/>
                </a:cubicBezTo>
                <a:cubicBezTo>
                  <a:pt x="0" y="485"/>
                  <a:pt x="132" y="633"/>
                  <a:pt x="309" y="633"/>
                </a:cubicBezTo>
                <a:cubicBezTo>
                  <a:pt x="486" y="633"/>
                  <a:pt x="618" y="485"/>
                  <a:pt x="618" y="309"/>
                </a:cubicBezTo>
                <a:cubicBezTo>
                  <a:pt x="618" y="147"/>
                  <a:pt x="486" y="0"/>
                  <a:pt x="309" y="0"/>
                </a:cubicBezTo>
                <a:close/>
                <a:moveTo>
                  <a:pt x="309" y="589"/>
                </a:moveTo>
                <a:lnTo>
                  <a:pt x="309" y="589"/>
                </a:lnTo>
                <a:cubicBezTo>
                  <a:pt x="162" y="589"/>
                  <a:pt x="29" y="471"/>
                  <a:pt x="29" y="309"/>
                </a:cubicBezTo>
                <a:cubicBezTo>
                  <a:pt x="29" y="162"/>
                  <a:pt x="162" y="44"/>
                  <a:pt x="309" y="44"/>
                </a:cubicBezTo>
                <a:cubicBezTo>
                  <a:pt x="457" y="44"/>
                  <a:pt x="589" y="162"/>
                  <a:pt x="589" y="309"/>
                </a:cubicBezTo>
                <a:cubicBezTo>
                  <a:pt x="589" y="471"/>
                  <a:pt x="457" y="589"/>
                  <a:pt x="309" y="58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4" name="Freeform 23"/>
          <p:cNvSpPr/>
          <p:nvPr/>
        </p:nvSpPr>
        <p:spPr>
          <a:xfrm>
            <a:off x="8229600" y="3102120"/>
            <a:ext cx="274680" cy="274320"/>
          </a:xfrm>
          <a:custGeom>
            <a:avLst/>
            <a:gdLst/>
            <a:ahLst/>
            <a:rect l="l" t="t" r="r" b="b"/>
            <a:pathLst>
              <a:path w="634" h="634">
                <a:moveTo>
                  <a:pt x="442" y="294"/>
                </a:moveTo>
                <a:lnTo>
                  <a:pt x="442" y="294"/>
                </a:lnTo>
                <a:cubicBezTo>
                  <a:pt x="207" y="294"/>
                  <a:pt x="207" y="294"/>
                  <a:pt x="207" y="294"/>
                </a:cubicBezTo>
                <a:cubicBezTo>
                  <a:pt x="192" y="294"/>
                  <a:pt x="177" y="309"/>
                  <a:pt x="177" y="309"/>
                </a:cubicBezTo>
                <a:cubicBezTo>
                  <a:pt x="177" y="324"/>
                  <a:pt x="192" y="338"/>
                  <a:pt x="207" y="338"/>
                </a:cubicBezTo>
                <a:cubicBezTo>
                  <a:pt x="442" y="338"/>
                  <a:pt x="442" y="338"/>
                  <a:pt x="442" y="338"/>
                </a:cubicBezTo>
                <a:cubicBezTo>
                  <a:pt x="442" y="338"/>
                  <a:pt x="457" y="324"/>
                  <a:pt x="457" y="309"/>
                </a:cubicBezTo>
                <a:lnTo>
                  <a:pt x="442" y="294"/>
                </a:lnTo>
                <a:close/>
                <a:moveTo>
                  <a:pt x="324" y="0"/>
                </a:moveTo>
                <a:lnTo>
                  <a:pt x="324" y="0"/>
                </a:lnTo>
                <a:cubicBezTo>
                  <a:pt x="148" y="0"/>
                  <a:pt x="0" y="147"/>
                  <a:pt x="0" y="309"/>
                </a:cubicBezTo>
                <a:cubicBezTo>
                  <a:pt x="0" y="485"/>
                  <a:pt x="148" y="633"/>
                  <a:pt x="324" y="633"/>
                </a:cubicBezTo>
                <a:cubicBezTo>
                  <a:pt x="486" y="633"/>
                  <a:pt x="633" y="485"/>
                  <a:pt x="633" y="309"/>
                </a:cubicBezTo>
                <a:cubicBezTo>
                  <a:pt x="633" y="147"/>
                  <a:pt x="486" y="0"/>
                  <a:pt x="324" y="0"/>
                </a:cubicBezTo>
                <a:close/>
                <a:moveTo>
                  <a:pt x="324" y="589"/>
                </a:moveTo>
                <a:lnTo>
                  <a:pt x="324" y="589"/>
                </a:lnTo>
                <a:cubicBezTo>
                  <a:pt x="162" y="589"/>
                  <a:pt x="45" y="471"/>
                  <a:pt x="45" y="309"/>
                </a:cubicBezTo>
                <a:cubicBezTo>
                  <a:pt x="45" y="162"/>
                  <a:pt x="162" y="44"/>
                  <a:pt x="324" y="44"/>
                </a:cubicBezTo>
                <a:cubicBezTo>
                  <a:pt x="471" y="44"/>
                  <a:pt x="589" y="162"/>
                  <a:pt x="589" y="309"/>
                </a:cubicBezTo>
                <a:cubicBezTo>
                  <a:pt x="589" y="471"/>
                  <a:pt x="471" y="589"/>
                  <a:pt x="324" y="58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5" name="Freeform 24"/>
          <p:cNvSpPr/>
          <p:nvPr/>
        </p:nvSpPr>
        <p:spPr>
          <a:xfrm>
            <a:off x="7788240" y="3102120"/>
            <a:ext cx="274680" cy="274320"/>
          </a:xfrm>
          <a:custGeom>
            <a:avLst/>
            <a:gdLst/>
            <a:ahLst/>
            <a:rect l="l" t="t" r="r" b="b"/>
            <a:pathLst>
              <a:path w="634" h="634">
                <a:moveTo>
                  <a:pt x="426" y="294"/>
                </a:moveTo>
                <a:lnTo>
                  <a:pt x="426" y="294"/>
                </a:lnTo>
                <a:cubicBezTo>
                  <a:pt x="338" y="294"/>
                  <a:pt x="338" y="294"/>
                  <a:pt x="338" y="294"/>
                </a:cubicBezTo>
                <a:cubicBezTo>
                  <a:pt x="338" y="191"/>
                  <a:pt x="338" y="191"/>
                  <a:pt x="338" y="191"/>
                </a:cubicBezTo>
                <a:cubicBezTo>
                  <a:pt x="338" y="191"/>
                  <a:pt x="324" y="176"/>
                  <a:pt x="309" y="176"/>
                </a:cubicBezTo>
                <a:lnTo>
                  <a:pt x="294" y="191"/>
                </a:lnTo>
                <a:cubicBezTo>
                  <a:pt x="294" y="294"/>
                  <a:pt x="294" y="294"/>
                  <a:pt x="294" y="294"/>
                </a:cubicBezTo>
                <a:cubicBezTo>
                  <a:pt x="191" y="294"/>
                  <a:pt x="191" y="294"/>
                  <a:pt x="191" y="294"/>
                </a:cubicBezTo>
                <a:lnTo>
                  <a:pt x="176" y="309"/>
                </a:lnTo>
                <a:cubicBezTo>
                  <a:pt x="176" y="324"/>
                  <a:pt x="191" y="338"/>
                  <a:pt x="191" y="338"/>
                </a:cubicBezTo>
                <a:cubicBezTo>
                  <a:pt x="294" y="338"/>
                  <a:pt x="294" y="338"/>
                  <a:pt x="294" y="338"/>
                </a:cubicBezTo>
                <a:cubicBezTo>
                  <a:pt x="294" y="427"/>
                  <a:pt x="294" y="427"/>
                  <a:pt x="294" y="427"/>
                </a:cubicBezTo>
                <a:cubicBezTo>
                  <a:pt x="294" y="442"/>
                  <a:pt x="309" y="456"/>
                  <a:pt x="309" y="456"/>
                </a:cubicBezTo>
                <a:cubicBezTo>
                  <a:pt x="324" y="456"/>
                  <a:pt x="338" y="442"/>
                  <a:pt x="338" y="427"/>
                </a:cubicBezTo>
                <a:cubicBezTo>
                  <a:pt x="338" y="338"/>
                  <a:pt x="338" y="338"/>
                  <a:pt x="338" y="338"/>
                </a:cubicBezTo>
                <a:cubicBezTo>
                  <a:pt x="426" y="338"/>
                  <a:pt x="426" y="338"/>
                  <a:pt x="426" y="338"/>
                </a:cubicBezTo>
                <a:cubicBezTo>
                  <a:pt x="442" y="338"/>
                  <a:pt x="456" y="324"/>
                  <a:pt x="456" y="309"/>
                </a:cubicBezTo>
                <a:cubicBezTo>
                  <a:pt x="456" y="309"/>
                  <a:pt x="442" y="294"/>
                  <a:pt x="426" y="294"/>
                </a:cubicBezTo>
                <a:close/>
                <a:moveTo>
                  <a:pt x="309" y="0"/>
                </a:moveTo>
                <a:lnTo>
                  <a:pt x="309" y="0"/>
                </a:lnTo>
                <a:cubicBezTo>
                  <a:pt x="147" y="0"/>
                  <a:pt x="0" y="147"/>
                  <a:pt x="0" y="309"/>
                </a:cubicBezTo>
                <a:cubicBezTo>
                  <a:pt x="0" y="485"/>
                  <a:pt x="147" y="633"/>
                  <a:pt x="309" y="633"/>
                </a:cubicBezTo>
                <a:cubicBezTo>
                  <a:pt x="485" y="633"/>
                  <a:pt x="633" y="485"/>
                  <a:pt x="633" y="309"/>
                </a:cubicBezTo>
                <a:cubicBezTo>
                  <a:pt x="633" y="147"/>
                  <a:pt x="485" y="0"/>
                  <a:pt x="309" y="0"/>
                </a:cubicBezTo>
                <a:close/>
                <a:moveTo>
                  <a:pt x="309" y="589"/>
                </a:moveTo>
                <a:lnTo>
                  <a:pt x="309" y="589"/>
                </a:lnTo>
                <a:cubicBezTo>
                  <a:pt x="162" y="589"/>
                  <a:pt x="44" y="471"/>
                  <a:pt x="44" y="309"/>
                </a:cubicBezTo>
                <a:cubicBezTo>
                  <a:pt x="44" y="162"/>
                  <a:pt x="162" y="44"/>
                  <a:pt x="309" y="44"/>
                </a:cubicBezTo>
                <a:cubicBezTo>
                  <a:pt x="471" y="44"/>
                  <a:pt x="588" y="162"/>
                  <a:pt x="588" y="309"/>
                </a:cubicBezTo>
                <a:cubicBezTo>
                  <a:pt x="588" y="471"/>
                  <a:pt x="471" y="589"/>
                  <a:pt x="309" y="58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6" name="Freeform 25"/>
          <p:cNvSpPr/>
          <p:nvPr/>
        </p:nvSpPr>
        <p:spPr>
          <a:xfrm>
            <a:off x="7350120" y="3102120"/>
            <a:ext cx="266760" cy="274320"/>
          </a:xfrm>
          <a:custGeom>
            <a:avLst/>
            <a:gdLst/>
            <a:ahLst/>
            <a:rect l="l" t="t" r="r" b="b"/>
            <a:pathLst>
              <a:path w="619" h="634">
                <a:moveTo>
                  <a:pt x="412" y="309"/>
                </a:moveTo>
                <a:lnTo>
                  <a:pt x="412" y="309"/>
                </a:lnTo>
                <a:cubicBezTo>
                  <a:pt x="324" y="383"/>
                  <a:pt x="324" y="383"/>
                  <a:pt x="324" y="383"/>
                </a:cubicBezTo>
                <a:cubicBezTo>
                  <a:pt x="324" y="176"/>
                  <a:pt x="324" y="176"/>
                  <a:pt x="324" y="176"/>
                </a:cubicBezTo>
                <a:cubicBezTo>
                  <a:pt x="324" y="162"/>
                  <a:pt x="324" y="162"/>
                  <a:pt x="309" y="162"/>
                </a:cubicBezTo>
                <a:cubicBezTo>
                  <a:pt x="294" y="162"/>
                  <a:pt x="294" y="162"/>
                  <a:pt x="294" y="176"/>
                </a:cubicBezTo>
                <a:cubicBezTo>
                  <a:pt x="294" y="383"/>
                  <a:pt x="294" y="383"/>
                  <a:pt x="294" y="383"/>
                </a:cubicBezTo>
                <a:cubicBezTo>
                  <a:pt x="206" y="309"/>
                  <a:pt x="206" y="309"/>
                  <a:pt x="206" y="309"/>
                </a:cubicBezTo>
                <a:cubicBezTo>
                  <a:pt x="206" y="294"/>
                  <a:pt x="191" y="294"/>
                  <a:pt x="177" y="309"/>
                </a:cubicBezTo>
                <a:cubicBezTo>
                  <a:pt x="177" y="309"/>
                  <a:pt x="177" y="324"/>
                  <a:pt x="177" y="338"/>
                </a:cubicBezTo>
                <a:cubicBezTo>
                  <a:pt x="294" y="442"/>
                  <a:pt x="294" y="442"/>
                  <a:pt x="294" y="442"/>
                </a:cubicBezTo>
                <a:lnTo>
                  <a:pt x="309" y="442"/>
                </a:lnTo>
                <a:lnTo>
                  <a:pt x="324" y="442"/>
                </a:lnTo>
                <a:cubicBezTo>
                  <a:pt x="441" y="338"/>
                  <a:pt x="441" y="338"/>
                  <a:pt x="441" y="338"/>
                </a:cubicBezTo>
                <a:cubicBezTo>
                  <a:pt x="441" y="324"/>
                  <a:pt x="441" y="309"/>
                  <a:pt x="441" y="309"/>
                </a:cubicBezTo>
                <a:cubicBezTo>
                  <a:pt x="427" y="294"/>
                  <a:pt x="412" y="294"/>
                  <a:pt x="412" y="309"/>
                </a:cubicBezTo>
                <a:close/>
                <a:moveTo>
                  <a:pt x="309" y="0"/>
                </a:moveTo>
                <a:lnTo>
                  <a:pt x="309" y="0"/>
                </a:lnTo>
                <a:cubicBezTo>
                  <a:pt x="132" y="0"/>
                  <a:pt x="0" y="147"/>
                  <a:pt x="0" y="309"/>
                </a:cubicBezTo>
                <a:cubicBezTo>
                  <a:pt x="0" y="485"/>
                  <a:pt x="132" y="633"/>
                  <a:pt x="309" y="633"/>
                </a:cubicBezTo>
                <a:cubicBezTo>
                  <a:pt x="486" y="633"/>
                  <a:pt x="618" y="485"/>
                  <a:pt x="618" y="309"/>
                </a:cubicBezTo>
                <a:cubicBezTo>
                  <a:pt x="618" y="147"/>
                  <a:pt x="486" y="0"/>
                  <a:pt x="309" y="0"/>
                </a:cubicBezTo>
                <a:close/>
                <a:moveTo>
                  <a:pt x="309" y="589"/>
                </a:moveTo>
                <a:lnTo>
                  <a:pt x="309" y="589"/>
                </a:lnTo>
                <a:cubicBezTo>
                  <a:pt x="162" y="589"/>
                  <a:pt x="29" y="471"/>
                  <a:pt x="29" y="309"/>
                </a:cubicBezTo>
                <a:cubicBezTo>
                  <a:pt x="29" y="162"/>
                  <a:pt x="162" y="44"/>
                  <a:pt x="309" y="44"/>
                </a:cubicBezTo>
                <a:cubicBezTo>
                  <a:pt x="456" y="44"/>
                  <a:pt x="589" y="162"/>
                  <a:pt x="589" y="309"/>
                </a:cubicBezTo>
                <a:cubicBezTo>
                  <a:pt x="589" y="471"/>
                  <a:pt x="456" y="589"/>
                  <a:pt x="309" y="58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7" name="Freeform 26"/>
          <p:cNvSpPr/>
          <p:nvPr/>
        </p:nvSpPr>
        <p:spPr>
          <a:xfrm>
            <a:off x="6904080" y="3102120"/>
            <a:ext cx="274680" cy="274320"/>
          </a:xfrm>
          <a:custGeom>
            <a:avLst/>
            <a:gdLst/>
            <a:ahLst/>
            <a:rect l="l" t="t" r="r" b="b"/>
            <a:pathLst>
              <a:path w="634" h="634">
                <a:moveTo>
                  <a:pt x="339" y="191"/>
                </a:moveTo>
                <a:lnTo>
                  <a:pt x="339" y="191"/>
                </a:lnTo>
                <a:cubicBezTo>
                  <a:pt x="339" y="176"/>
                  <a:pt x="324" y="176"/>
                  <a:pt x="324" y="176"/>
                </a:cubicBezTo>
                <a:cubicBezTo>
                  <a:pt x="310" y="176"/>
                  <a:pt x="310" y="176"/>
                  <a:pt x="295" y="191"/>
                </a:cubicBezTo>
                <a:cubicBezTo>
                  <a:pt x="192" y="294"/>
                  <a:pt x="192" y="294"/>
                  <a:pt x="192" y="294"/>
                </a:cubicBezTo>
                <a:cubicBezTo>
                  <a:pt x="177" y="309"/>
                  <a:pt x="177" y="324"/>
                  <a:pt x="192" y="324"/>
                </a:cubicBezTo>
                <a:cubicBezTo>
                  <a:pt x="192" y="338"/>
                  <a:pt x="207" y="338"/>
                  <a:pt x="221" y="324"/>
                </a:cubicBezTo>
                <a:cubicBezTo>
                  <a:pt x="295" y="250"/>
                  <a:pt x="295" y="250"/>
                  <a:pt x="295" y="250"/>
                </a:cubicBezTo>
                <a:cubicBezTo>
                  <a:pt x="295" y="456"/>
                  <a:pt x="295" y="456"/>
                  <a:pt x="295" y="456"/>
                </a:cubicBezTo>
                <a:cubicBezTo>
                  <a:pt x="295" y="456"/>
                  <a:pt x="310" y="471"/>
                  <a:pt x="324" y="471"/>
                </a:cubicBezTo>
                <a:lnTo>
                  <a:pt x="339" y="456"/>
                </a:lnTo>
                <a:cubicBezTo>
                  <a:pt x="339" y="250"/>
                  <a:pt x="339" y="250"/>
                  <a:pt x="339" y="250"/>
                </a:cubicBezTo>
                <a:cubicBezTo>
                  <a:pt x="412" y="324"/>
                  <a:pt x="412" y="324"/>
                  <a:pt x="412" y="324"/>
                </a:cubicBezTo>
                <a:cubicBezTo>
                  <a:pt x="428" y="338"/>
                  <a:pt x="442" y="338"/>
                  <a:pt x="442" y="324"/>
                </a:cubicBezTo>
                <a:cubicBezTo>
                  <a:pt x="457" y="324"/>
                  <a:pt x="457" y="309"/>
                  <a:pt x="442" y="294"/>
                </a:cubicBezTo>
                <a:lnTo>
                  <a:pt x="339" y="191"/>
                </a:lnTo>
                <a:close/>
                <a:moveTo>
                  <a:pt x="324" y="0"/>
                </a:moveTo>
                <a:lnTo>
                  <a:pt x="324" y="0"/>
                </a:lnTo>
                <a:cubicBezTo>
                  <a:pt x="148" y="0"/>
                  <a:pt x="0" y="147"/>
                  <a:pt x="0" y="309"/>
                </a:cubicBezTo>
                <a:cubicBezTo>
                  <a:pt x="0" y="485"/>
                  <a:pt x="148" y="633"/>
                  <a:pt x="324" y="633"/>
                </a:cubicBezTo>
                <a:cubicBezTo>
                  <a:pt x="486" y="633"/>
                  <a:pt x="633" y="485"/>
                  <a:pt x="633" y="309"/>
                </a:cubicBezTo>
                <a:cubicBezTo>
                  <a:pt x="633" y="147"/>
                  <a:pt x="486" y="0"/>
                  <a:pt x="324" y="0"/>
                </a:cubicBezTo>
                <a:close/>
                <a:moveTo>
                  <a:pt x="324" y="589"/>
                </a:moveTo>
                <a:lnTo>
                  <a:pt x="324" y="589"/>
                </a:lnTo>
                <a:cubicBezTo>
                  <a:pt x="162" y="589"/>
                  <a:pt x="45" y="471"/>
                  <a:pt x="45" y="309"/>
                </a:cubicBezTo>
                <a:cubicBezTo>
                  <a:pt x="45" y="162"/>
                  <a:pt x="162" y="44"/>
                  <a:pt x="324" y="44"/>
                </a:cubicBezTo>
                <a:cubicBezTo>
                  <a:pt x="471" y="44"/>
                  <a:pt x="589" y="162"/>
                  <a:pt x="589" y="309"/>
                </a:cubicBezTo>
                <a:cubicBezTo>
                  <a:pt x="589" y="471"/>
                  <a:pt x="471" y="589"/>
                  <a:pt x="324" y="58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8" name="Freeform 27"/>
          <p:cNvSpPr/>
          <p:nvPr/>
        </p:nvSpPr>
        <p:spPr>
          <a:xfrm>
            <a:off x="6464160" y="3102120"/>
            <a:ext cx="274680" cy="274320"/>
          </a:xfrm>
          <a:custGeom>
            <a:avLst/>
            <a:gdLst/>
            <a:ahLst/>
            <a:rect l="l" t="t" r="r" b="b"/>
            <a:pathLst>
              <a:path w="634" h="634">
                <a:moveTo>
                  <a:pt x="441" y="294"/>
                </a:moveTo>
                <a:lnTo>
                  <a:pt x="441" y="294"/>
                </a:lnTo>
                <a:cubicBezTo>
                  <a:pt x="338" y="191"/>
                  <a:pt x="338" y="191"/>
                  <a:pt x="338" y="191"/>
                </a:cubicBezTo>
                <a:cubicBezTo>
                  <a:pt x="324" y="176"/>
                  <a:pt x="309" y="176"/>
                  <a:pt x="309" y="191"/>
                </a:cubicBezTo>
                <a:cubicBezTo>
                  <a:pt x="294" y="191"/>
                  <a:pt x="294" y="206"/>
                  <a:pt x="309" y="221"/>
                </a:cubicBezTo>
                <a:cubicBezTo>
                  <a:pt x="383" y="294"/>
                  <a:pt x="383" y="294"/>
                  <a:pt x="383" y="294"/>
                </a:cubicBezTo>
                <a:cubicBezTo>
                  <a:pt x="176" y="294"/>
                  <a:pt x="176" y="294"/>
                  <a:pt x="176" y="294"/>
                </a:cubicBezTo>
                <a:cubicBezTo>
                  <a:pt x="162" y="294"/>
                  <a:pt x="162" y="309"/>
                  <a:pt x="162" y="309"/>
                </a:cubicBezTo>
                <a:cubicBezTo>
                  <a:pt x="162" y="324"/>
                  <a:pt x="162" y="338"/>
                  <a:pt x="176" y="338"/>
                </a:cubicBezTo>
                <a:cubicBezTo>
                  <a:pt x="383" y="338"/>
                  <a:pt x="383" y="338"/>
                  <a:pt x="383" y="338"/>
                </a:cubicBezTo>
                <a:cubicBezTo>
                  <a:pt x="309" y="412"/>
                  <a:pt x="309" y="412"/>
                  <a:pt x="309" y="412"/>
                </a:cubicBezTo>
                <a:cubicBezTo>
                  <a:pt x="294" y="427"/>
                  <a:pt x="294" y="442"/>
                  <a:pt x="309" y="442"/>
                </a:cubicBezTo>
                <a:cubicBezTo>
                  <a:pt x="309" y="456"/>
                  <a:pt x="324" y="456"/>
                  <a:pt x="338" y="442"/>
                </a:cubicBezTo>
                <a:cubicBezTo>
                  <a:pt x="441" y="338"/>
                  <a:pt x="441" y="338"/>
                  <a:pt x="441" y="338"/>
                </a:cubicBezTo>
                <a:cubicBezTo>
                  <a:pt x="441" y="324"/>
                  <a:pt x="441" y="324"/>
                  <a:pt x="441" y="309"/>
                </a:cubicBezTo>
                <a:lnTo>
                  <a:pt x="441" y="294"/>
                </a:lnTo>
                <a:close/>
                <a:moveTo>
                  <a:pt x="309" y="0"/>
                </a:moveTo>
                <a:lnTo>
                  <a:pt x="309" y="0"/>
                </a:lnTo>
                <a:cubicBezTo>
                  <a:pt x="147" y="0"/>
                  <a:pt x="0" y="147"/>
                  <a:pt x="0" y="309"/>
                </a:cubicBezTo>
                <a:cubicBezTo>
                  <a:pt x="0" y="485"/>
                  <a:pt x="147" y="633"/>
                  <a:pt x="309" y="633"/>
                </a:cubicBezTo>
                <a:cubicBezTo>
                  <a:pt x="485" y="633"/>
                  <a:pt x="633" y="485"/>
                  <a:pt x="633" y="309"/>
                </a:cubicBezTo>
                <a:cubicBezTo>
                  <a:pt x="633" y="147"/>
                  <a:pt x="485" y="0"/>
                  <a:pt x="309" y="0"/>
                </a:cubicBezTo>
                <a:close/>
                <a:moveTo>
                  <a:pt x="309" y="589"/>
                </a:moveTo>
                <a:lnTo>
                  <a:pt x="309" y="589"/>
                </a:lnTo>
                <a:cubicBezTo>
                  <a:pt x="162" y="589"/>
                  <a:pt x="44" y="471"/>
                  <a:pt x="44" y="309"/>
                </a:cubicBezTo>
                <a:cubicBezTo>
                  <a:pt x="44" y="162"/>
                  <a:pt x="162" y="44"/>
                  <a:pt x="309" y="44"/>
                </a:cubicBezTo>
                <a:cubicBezTo>
                  <a:pt x="471" y="44"/>
                  <a:pt x="588" y="162"/>
                  <a:pt x="588" y="309"/>
                </a:cubicBezTo>
                <a:cubicBezTo>
                  <a:pt x="588" y="471"/>
                  <a:pt x="471" y="589"/>
                  <a:pt x="309" y="58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9" name="Freeform 28"/>
          <p:cNvSpPr/>
          <p:nvPr/>
        </p:nvSpPr>
        <p:spPr>
          <a:xfrm>
            <a:off x="6026040" y="3102120"/>
            <a:ext cx="266760" cy="274320"/>
          </a:xfrm>
          <a:custGeom>
            <a:avLst/>
            <a:gdLst/>
            <a:ahLst/>
            <a:rect l="l" t="t" r="r" b="b"/>
            <a:pathLst>
              <a:path w="619" h="634">
                <a:moveTo>
                  <a:pt x="309" y="0"/>
                </a:moveTo>
                <a:lnTo>
                  <a:pt x="309" y="0"/>
                </a:lnTo>
                <a:cubicBezTo>
                  <a:pt x="132" y="0"/>
                  <a:pt x="0" y="147"/>
                  <a:pt x="0" y="309"/>
                </a:cubicBezTo>
                <a:cubicBezTo>
                  <a:pt x="0" y="485"/>
                  <a:pt x="132" y="633"/>
                  <a:pt x="309" y="633"/>
                </a:cubicBezTo>
                <a:cubicBezTo>
                  <a:pt x="486" y="633"/>
                  <a:pt x="618" y="485"/>
                  <a:pt x="618" y="309"/>
                </a:cubicBezTo>
                <a:cubicBezTo>
                  <a:pt x="618" y="147"/>
                  <a:pt x="486" y="0"/>
                  <a:pt x="309" y="0"/>
                </a:cubicBezTo>
                <a:close/>
                <a:moveTo>
                  <a:pt x="309" y="589"/>
                </a:moveTo>
                <a:lnTo>
                  <a:pt x="309" y="589"/>
                </a:lnTo>
                <a:cubicBezTo>
                  <a:pt x="162" y="589"/>
                  <a:pt x="29" y="471"/>
                  <a:pt x="29" y="309"/>
                </a:cubicBezTo>
                <a:cubicBezTo>
                  <a:pt x="29" y="162"/>
                  <a:pt x="162" y="44"/>
                  <a:pt x="309" y="44"/>
                </a:cubicBezTo>
                <a:cubicBezTo>
                  <a:pt x="456" y="44"/>
                  <a:pt x="589" y="162"/>
                  <a:pt x="589" y="309"/>
                </a:cubicBezTo>
                <a:cubicBezTo>
                  <a:pt x="589" y="471"/>
                  <a:pt x="456" y="589"/>
                  <a:pt x="309" y="589"/>
                </a:cubicBezTo>
                <a:close/>
                <a:moveTo>
                  <a:pt x="441" y="294"/>
                </a:moveTo>
                <a:lnTo>
                  <a:pt x="441" y="294"/>
                </a:lnTo>
                <a:cubicBezTo>
                  <a:pt x="235" y="294"/>
                  <a:pt x="235" y="294"/>
                  <a:pt x="235" y="294"/>
                </a:cubicBezTo>
                <a:cubicBezTo>
                  <a:pt x="324" y="221"/>
                  <a:pt x="324" y="221"/>
                  <a:pt x="324" y="221"/>
                </a:cubicBezTo>
                <a:cubicBezTo>
                  <a:pt x="324" y="206"/>
                  <a:pt x="324" y="191"/>
                  <a:pt x="324" y="191"/>
                </a:cubicBezTo>
                <a:cubicBezTo>
                  <a:pt x="309" y="176"/>
                  <a:pt x="294" y="176"/>
                  <a:pt x="294" y="191"/>
                </a:cubicBezTo>
                <a:cubicBezTo>
                  <a:pt x="177" y="294"/>
                  <a:pt x="177" y="294"/>
                  <a:pt x="177" y="294"/>
                </a:cubicBezTo>
                <a:lnTo>
                  <a:pt x="177" y="309"/>
                </a:lnTo>
                <a:cubicBezTo>
                  <a:pt x="177" y="324"/>
                  <a:pt x="177" y="324"/>
                  <a:pt x="177" y="338"/>
                </a:cubicBezTo>
                <a:cubicBezTo>
                  <a:pt x="294" y="442"/>
                  <a:pt x="294" y="442"/>
                  <a:pt x="294" y="442"/>
                </a:cubicBezTo>
                <a:cubicBezTo>
                  <a:pt x="294" y="456"/>
                  <a:pt x="309" y="456"/>
                  <a:pt x="324" y="442"/>
                </a:cubicBezTo>
                <a:cubicBezTo>
                  <a:pt x="324" y="442"/>
                  <a:pt x="324" y="427"/>
                  <a:pt x="324" y="412"/>
                </a:cubicBezTo>
                <a:cubicBezTo>
                  <a:pt x="235" y="338"/>
                  <a:pt x="235" y="338"/>
                  <a:pt x="235" y="338"/>
                </a:cubicBezTo>
                <a:cubicBezTo>
                  <a:pt x="441" y="338"/>
                  <a:pt x="441" y="338"/>
                  <a:pt x="441" y="338"/>
                </a:cubicBezTo>
                <a:cubicBezTo>
                  <a:pt x="456" y="338"/>
                  <a:pt x="471" y="324"/>
                  <a:pt x="471" y="309"/>
                </a:cubicBezTo>
                <a:cubicBezTo>
                  <a:pt x="471" y="309"/>
                  <a:pt x="456" y="294"/>
                  <a:pt x="441" y="29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0" name="Freeform 29"/>
          <p:cNvSpPr/>
          <p:nvPr/>
        </p:nvSpPr>
        <p:spPr>
          <a:xfrm>
            <a:off x="5580000" y="3102120"/>
            <a:ext cx="274680" cy="274320"/>
          </a:xfrm>
          <a:custGeom>
            <a:avLst/>
            <a:gdLst/>
            <a:ahLst/>
            <a:rect l="l" t="t" r="r" b="b"/>
            <a:pathLst>
              <a:path w="634" h="634">
                <a:moveTo>
                  <a:pt x="324" y="0"/>
                </a:moveTo>
                <a:lnTo>
                  <a:pt x="324" y="0"/>
                </a:lnTo>
                <a:cubicBezTo>
                  <a:pt x="148" y="0"/>
                  <a:pt x="0" y="147"/>
                  <a:pt x="0" y="309"/>
                </a:cubicBezTo>
                <a:cubicBezTo>
                  <a:pt x="0" y="485"/>
                  <a:pt x="148" y="633"/>
                  <a:pt x="324" y="633"/>
                </a:cubicBezTo>
                <a:cubicBezTo>
                  <a:pt x="486" y="633"/>
                  <a:pt x="633" y="485"/>
                  <a:pt x="633" y="309"/>
                </a:cubicBezTo>
                <a:cubicBezTo>
                  <a:pt x="633" y="147"/>
                  <a:pt x="486" y="0"/>
                  <a:pt x="324" y="0"/>
                </a:cubicBezTo>
                <a:close/>
                <a:moveTo>
                  <a:pt x="324" y="589"/>
                </a:moveTo>
                <a:lnTo>
                  <a:pt x="324" y="589"/>
                </a:lnTo>
                <a:cubicBezTo>
                  <a:pt x="162" y="589"/>
                  <a:pt x="44" y="471"/>
                  <a:pt x="44" y="309"/>
                </a:cubicBezTo>
                <a:cubicBezTo>
                  <a:pt x="44" y="162"/>
                  <a:pt x="162" y="44"/>
                  <a:pt x="324" y="44"/>
                </a:cubicBezTo>
                <a:cubicBezTo>
                  <a:pt x="471" y="44"/>
                  <a:pt x="589" y="162"/>
                  <a:pt x="589" y="309"/>
                </a:cubicBezTo>
                <a:cubicBezTo>
                  <a:pt x="589" y="471"/>
                  <a:pt x="471" y="589"/>
                  <a:pt x="324" y="589"/>
                </a:cubicBezTo>
                <a:close/>
                <a:moveTo>
                  <a:pt x="457" y="221"/>
                </a:moveTo>
                <a:lnTo>
                  <a:pt x="457" y="221"/>
                </a:lnTo>
                <a:cubicBezTo>
                  <a:pt x="324" y="368"/>
                  <a:pt x="324" y="368"/>
                  <a:pt x="324" y="368"/>
                </a:cubicBezTo>
                <a:cubicBezTo>
                  <a:pt x="177" y="221"/>
                  <a:pt x="177" y="221"/>
                  <a:pt x="177" y="221"/>
                </a:cubicBezTo>
                <a:cubicBezTo>
                  <a:pt x="177" y="221"/>
                  <a:pt x="162" y="221"/>
                  <a:pt x="148" y="221"/>
                </a:cubicBezTo>
                <a:cubicBezTo>
                  <a:pt x="148" y="235"/>
                  <a:pt x="148" y="250"/>
                  <a:pt x="148" y="250"/>
                </a:cubicBezTo>
                <a:cubicBezTo>
                  <a:pt x="295" y="397"/>
                  <a:pt x="295" y="397"/>
                  <a:pt x="295" y="397"/>
                </a:cubicBezTo>
                <a:cubicBezTo>
                  <a:pt x="310" y="412"/>
                  <a:pt x="310" y="412"/>
                  <a:pt x="324" y="412"/>
                </a:cubicBezTo>
                <a:cubicBezTo>
                  <a:pt x="324" y="412"/>
                  <a:pt x="339" y="412"/>
                  <a:pt x="339" y="397"/>
                </a:cubicBezTo>
                <a:cubicBezTo>
                  <a:pt x="486" y="250"/>
                  <a:pt x="486" y="250"/>
                  <a:pt x="486" y="250"/>
                </a:cubicBezTo>
                <a:cubicBezTo>
                  <a:pt x="501" y="250"/>
                  <a:pt x="501" y="235"/>
                  <a:pt x="486" y="221"/>
                </a:cubicBezTo>
                <a:cubicBezTo>
                  <a:pt x="486" y="221"/>
                  <a:pt x="471" y="221"/>
                  <a:pt x="457" y="22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1" name="Freeform 30"/>
          <p:cNvSpPr/>
          <p:nvPr/>
        </p:nvSpPr>
        <p:spPr>
          <a:xfrm>
            <a:off x="5141880" y="3102120"/>
            <a:ext cx="274680" cy="274320"/>
          </a:xfrm>
          <a:custGeom>
            <a:avLst/>
            <a:gdLst/>
            <a:ahLst/>
            <a:rect l="l" t="t" r="r" b="b"/>
            <a:pathLst>
              <a:path w="634" h="634">
                <a:moveTo>
                  <a:pt x="338" y="221"/>
                </a:moveTo>
                <a:lnTo>
                  <a:pt x="338" y="221"/>
                </a:lnTo>
                <a:cubicBezTo>
                  <a:pt x="324" y="221"/>
                  <a:pt x="324" y="221"/>
                  <a:pt x="309" y="221"/>
                </a:cubicBezTo>
                <a:lnTo>
                  <a:pt x="294" y="221"/>
                </a:lnTo>
                <a:cubicBezTo>
                  <a:pt x="147" y="368"/>
                  <a:pt x="147" y="368"/>
                  <a:pt x="147" y="368"/>
                </a:cubicBezTo>
                <a:cubicBezTo>
                  <a:pt x="132" y="383"/>
                  <a:pt x="132" y="397"/>
                  <a:pt x="147" y="397"/>
                </a:cubicBezTo>
                <a:cubicBezTo>
                  <a:pt x="147" y="412"/>
                  <a:pt x="162" y="412"/>
                  <a:pt x="176" y="397"/>
                </a:cubicBezTo>
                <a:cubicBezTo>
                  <a:pt x="309" y="265"/>
                  <a:pt x="309" y="265"/>
                  <a:pt x="309" y="265"/>
                </a:cubicBezTo>
                <a:cubicBezTo>
                  <a:pt x="456" y="397"/>
                  <a:pt x="456" y="397"/>
                  <a:pt x="456" y="397"/>
                </a:cubicBezTo>
                <a:cubicBezTo>
                  <a:pt x="456" y="412"/>
                  <a:pt x="471" y="412"/>
                  <a:pt x="485" y="397"/>
                </a:cubicBezTo>
                <a:cubicBezTo>
                  <a:pt x="485" y="397"/>
                  <a:pt x="485" y="383"/>
                  <a:pt x="485" y="368"/>
                </a:cubicBezTo>
                <a:lnTo>
                  <a:pt x="338" y="221"/>
                </a:lnTo>
                <a:close/>
                <a:moveTo>
                  <a:pt x="309" y="0"/>
                </a:moveTo>
                <a:lnTo>
                  <a:pt x="309" y="0"/>
                </a:lnTo>
                <a:cubicBezTo>
                  <a:pt x="147" y="0"/>
                  <a:pt x="0" y="147"/>
                  <a:pt x="0" y="309"/>
                </a:cubicBezTo>
                <a:cubicBezTo>
                  <a:pt x="0" y="485"/>
                  <a:pt x="147" y="633"/>
                  <a:pt x="309" y="633"/>
                </a:cubicBezTo>
                <a:cubicBezTo>
                  <a:pt x="485" y="633"/>
                  <a:pt x="633" y="485"/>
                  <a:pt x="633" y="309"/>
                </a:cubicBezTo>
                <a:cubicBezTo>
                  <a:pt x="633" y="147"/>
                  <a:pt x="485" y="0"/>
                  <a:pt x="309" y="0"/>
                </a:cubicBezTo>
                <a:close/>
                <a:moveTo>
                  <a:pt x="309" y="589"/>
                </a:moveTo>
                <a:lnTo>
                  <a:pt x="309" y="589"/>
                </a:lnTo>
                <a:cubicBezTo>
                  <a:pt x="162" y="589"/>
                  <a:pt x="44" y="471"/>
                  <a:pt x="44" y="309"/>
                </a:cubicBezTo>
                <a:cubicBezTo>
                  <a:pt x="44" y="162"/>
                  <a:pt x="162" y="44"/>
                  <a:pt x="309" y="44"/>
                </a:cubicBezTo>
                <a:cubicBezTo>
                  <a:pt x="471" y="44"/>
                  <a:pt x="588" y="162"/>
                  <a:pt x="588" y="309"/>
                </a:cubicBezTo>
                <a:cubicBezTo>
                  <a:pt x="588" y="471"/>
                  <a:pt x="471" y="589"/>
                  <a:pt x="309" y="58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2" name="Freeform 31"/>
          <p:cNvSpPr/>
          <p:nvPr/>
        </p:nvSpPr>
        <p:spPr>
          <a:xfrm>
            <a:off x="4700520" y="3102120"/>
            <a:ext cx="266760" cy="274320"/>
          </a:xfrm>
          <a:custGeom>
            <a:avLst/>
            <a:gdLst/>
            <a:ahLst/>
            <a:rect l="l" t="t" r="r" b="b"/>
            <a:pathLst>
              <a:path w="619" h="634">
                <a:moveTo>
                  <a:pt x="397" y="294"/>
                </a:moveTo>
                <a:lnTo>
                  <a:pt x="397" y="294"/>
                </a:lnTo>
                <a:cubicBezTo>
                  <a:pt x="250" y="147"/>
                  <a:pt x="250" y="147"/>
                  <a:pt x="250" y="147"/>
                </a:cubicBezTo>
                <a:cubicBezTo>
                  <a:pt x="235" y="132"/>
                  <a:pt x="221" y="132"/>
                  <a:pt x="221" y="147"/>
                </a:cubicBezTo>
                <a:cubicBezTo>
                  <a:pt x="206" y="147"/>
                  <a:pt x="206" y="162"/>
                  <a:pt x="221" y="176"/>
                </a:cubicBezTo>
                <a:cubicBezTo>
                  <a:pt x="353" y="309"/>
                  <a:pt x="353" y="309"/>
                  <a:pt x="353" y="309"/>
                </a:cubicBezTo>
                <a:cubicBezTo>
                  <a:pt x="221" y="456"/>
                  <a:pt x="221" y="456"/>
                  <a:pt x="221" y="456"/>
                </a:cubicBezTo>
                <a:cubicBezTo>
                  <a:pt x="206" y="456"/>
                  <a:pt x="206" y="471"/>
                  <a:pt x="221" y="485"/>
                </a:cubicBezTo>
                <a:cubicBezTo>
                  <a:pt x="221" y="485"/>
                  <a:pt x="235" y="485"/>
                  <a:pt x="250" y="485"/>
                </a:cubicBezTo>
                <a:cubicBezTo>
                  <a:pt x="397" y="338"/>
                  <a:pt x="397" y="338"/>
                  <a:pt x="397" y="338"/>
                </a:cubicBezTo>
                <a:cubicBezTo>
                  <a:pt x="397" y="324"/>
                  <a:pt x="397" y="324"/>
                  <a:pt x="397" y="309"/>
                </a:cubicBezTo>
                <a:lnTo>
                  <a:pt x="397" y="294"/>
                </a:lnTo>
                <a:close/>
                <a:moveTo>
                  <a:pt x="309" y="0"/>
                </a:moveTo>
                <a:lnTo>
                  <a:pt x="309" y="0"/>
                </a:lnTo>
                <a:cubicBezTo>
                  <a:pt x="132" y="0"/>
                  <a:pt x="0" y="147"/>
                  <a:pt x="0" y="309"/>
                </a:cubicBezTo>
                <a:cubicBezTo>
                  <a:pt x="0" y="485"/>
                  <a:pt x="132" y="633"/>
                  <a:pt x="309" y="633"/>
                </a:cubicBezTo>
                <a:cubicBezTo>
                  <a:pt x="486" y="633"/>
                  <a:pt x="618" y="485"/>
                  <a:pt x="618" y="309"/>
                </a:cubicBezTo>
                <a:cubicBezTo>
                  <a:pt x="618" y="147"/>
                  <a:pt x="486" y="0"/>
                  <a:pt x="309" y="0"/>
                </a:cubicBezTo>
                <a:close/>
                <a:moveTo>
                  <a:pt x="309" y="589"/>
                </a:moveTo>
                <a:lnTo>
                  <a:pt x="309" y="589"/>
                </a:lnTo>
                <a:cubicBezTo>
                  <a:pt x="162" y="589"/>
                  <a:pt x="29" y="471"/>
                  <a:pt x="29" y="309"/>
                </a:cubicBezTo>
                <a:cubicBezTo>
                  <a:pt x="29" y="162"/>
                  <a:pt x="162" y="44"/>
                  <a:pt x="309" y="44"/>
                </a:cubicBezTo>
                <a:cubicBezTo>
                  <a:pt x="456" y="44"/>
                  <a:pt x="589" y="162"/>
                  <a:pt x="589" y="309"/>
                </a:cubicBezTo>
                <a:cubicBezTo>
                  <a:pt x="589" y="471"/>
                  <a:pt x="456" y="589"/>
                  <a:pt x="309" y="58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3" name="Freeform 32"/>
          <p:cNvSpPr/>
          <p:nvPr/>
        </p:nvSpPr>
        <p:spPr>
          <a:xfrm>
            <a:off x="8674200" y="2660760"/>
            <a:ext cx="266760" cy="268200"/>
          </a:xfrm>
          <a:custGeom>
            <a:avLst/>
            <a:gdLst/>
            <a:ahLst/>
            <a:rect l="l" t="t" r="r" b="b"/>
            <a:pathLst>
              <a:path w="619" h="619">
                <a:moveTo>
                  <a:pt x="398" y="147"/>
                </a:moveTo>
                <a:lnTo>
                  <a:pt x="398" y="147"/>
                </a:lnTo>
                <a:cubicBezTo>
                  <a:pt x="398" y="132"/>
                  <a:pt x="383" y="132"/>
                  <a:pt x="368" y="147"/>
                </a:cubicBezTo>
                <a:cubicBezTo>
                  <a:pt x="221" y="294"/>
                  <a:pt x="221" y="294"/>
                  <a:pt x="221" y="294"/>
                </a:cubicBezTo>
                <a:lnTo>
                  <a:pt x="221" y="309"/>
                </a:lnTo>
                <a:lnTo>
                  <a:pt x="221" y="324"/>
                </a:lnTo>
                <a:cubicBezTo>
                  <a:pt x="368" y="471"/>
                  <a:pt x="368" y="471"/>
                  <a:pt x="368" y="471"/>
                </a:cubicBezTo>
                <a:cubicBezTo>
                  <a:pt x="383" y="486"/>
                  <a:pt x="398" y="486"/>
                  <a:pt x="398" y="471"/>
                </a:cubicBezTo>
                <a:cubicBezTo>
                  <a:pt x="412" y="471"/>
                  <a:pt x="412" y="457"/>
                  <a:pt x="398" y="441"/>
                </a:cubicBezTo>
                <a:cubicBezTo>
                  <a:pt x="265" y="309"/>
                  <a:pt x="265" y="309"/>
                  <a:pt x="265" y="309"/>
                </a:cubicBezTo>
                <a:cubicBezTo>
                  <a:pt x="398" y="177"/>
                  <a:pt x="398" y="177"/>
                  <a:pt x="398" y="177"/>
                </a:cubicBezTo>
                <a:cubicBezTo>
                  <a:pt x="412" y="162"/>
                  <a:pt x="412" y="147"/>
                  <a:pt x="398" y="147"/>
                </a:cubicBezTo>
                <a:close/>
                <a:moveTo>
                  <a:pt x="309" y="0"/>
                </a:moveTo>
                <a:lnTo>
                  <a:pt x="309" y="0"/>
                </a:lnTo>
                <a:cubicBezTo>
                  <a:pt x="132" y="0"/>
                  <a:pt x="0" y="132"/>
                  <a:pt x="0" y="309"/>
                </a:cubicBezTo>
                <a:cubicBezTo>
                  <a:pt x="0" y="486"/>
                  <a:pt x="132" y="618"/>
                  <a:pt x="309" y="618"/>
                </a:cubicBezTo>
                <a:cubicBezTo>
                  <a:pt x="486" y="618"/>
                  <a:pt x="618" y="486"/>
                  <a:pt x="618" y="309"/>
                </a:cubicBezTo>
                <a:cubicBezTo>
                  <a:pt x="618" y="132"/>
                  <a:pt x="486" y="0"/>
                  <a:pt x="309" y="0"/>
                </a:cubicBezTo>
                <a:close/>
                <a:moveTo>
                  <a:pt x="309" y="589"/>
                </a:moveTo>
                <a:lnTo>
                  <a:pt x="309" y="589"/>
                </a:lnTo>
                <a:cubicBezTo>
                  <a:pt x="162" y="589"/>
                  <a:pt x="29" y="457"/>
                  <a:pt x="29" y="309"/>
                </a:cubicBezTo>
                <a:cubicBezTo>
                  <a:pt x="29" y="162"/>
                  <a:pt x="162" y="29"/>
                  <a:pt x="309" y="29"/>
                </a:cubicBezTo>
                <a:cubicBezTo>
                  <a:pt x="457" y="29"/>
                  <a:pt x="589" y="162"/>
                  <a:pt x="589" y="309"/>
                </a:cubicBezTo>
                <a:cubicBezTo>
                  <a:pt x="589" y="457"/>
                  <a:pt x="457" y="589"/>
                  <a:pt x="309" y="58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4" name="Freeform 33"/>
          <p:cNvSpPr/>
          <p:nvPr/>
        </p:nvSpPr>
        <p:spPr>
          <a:xfrm>
            <a:off x="8229600" y="2674800"/>
            <a:ext cx="279360" cy="228600"/>
          </a:xfrm>
          <a:custGeom>
            <a:avLst/>
            <a:gdLst/>
            <a:ahLst/>
            <a:rect l="l" t="t" r="r" b="b"/>
            <a:pathLst>
              <a:path w="649" h="531">
                <a:moveTo>
                  <a:pt x="604" y="30"/>
                </a:moveTo>
                <a:lnTo>
                  <a:pt x="604" y="30"/>
                </a:lnTo>
                <a:cubicBezTo>
                  <a:pt x="575" y="0"/>
                  <a:pt x="530" y="0"/>
                  <a:pt x="501" y="30"/>
                </a:cubicBezTo>
                <a:cubicBezTo>
                  <a:pt x="207" y="324"/>
                  <a:pt x="207" y="324"/>
                  <a:pt x="207" y="324"/>
                </a:cubicBezTo>
                <a:cubicBezTo>
                  <a:pt x="148" y="251"/>
                  <a:pt x="148" y="251"/>
                  <a:pt x="148" y="251"/>
                </a:cubicBezTo>
                <a:cubicBezTo>
                  <a:pt x="103" y="207"/>
                  <a:pt x="59" y="207"/>
                  <a:pt x="30" y="251"/>
                </a:cubicBezTo>
                <a:cubicBezTo>
                  <a:pt x="0" y="280"/>
                  <a:pt x="0" y="324"/>
                  <a:pt x="30" y="369"/>
                </a:cubicBezTo>
                <a:cubicBezTo>
                  <a:pt x="162" y="486"/>
                  <a:pt x="162" y="486"/>
                  <a:pt x="162" y="486"/>
                </a:cubicBezTo>
                <a:cubicBezTo>
                  <a:pt x="192" y="530"/>
                  <a:pt x="236" y="530"/>
                  <a:pt x="266" y="486"/>
                </a:cubicBezTo>
                <a:cubicBezTo>
                  <a:pt x="604" y="148"/>
                  <a:pt x="604" y="148"/>
                  <a:pt x="604" y="148"/>
                </a:cubicBezTo>
                <a:cubicBezTo>
                  <a:pt x="648" y="118"/>
                  <a:pt x="648" y="59"/>
                  <a:pt x="604" y="30"/>
                </a:cubicBezTo>
                <a:close/>
                <a:moveTo>
                  <a:pt x="575" y="118"/>
                </a:moveTo>
                <a:lnTo>
                  <a:pt x="575" y="118"/>
                </a:lnTo>
                <a:cubicBezTo>
                  <a:pt x="575" y="118"/>
                  <a:pt x="251" y="457"/>
                  <a:pt x="236" y="457"/>
                </a:cubicBezTo>
                <a:cubicBezTo>
                  <a:pt x="221" y="471"/>
                  <a:pt x="207" y="471"/>
                  <a:pt x="192" y="457"/>
                </a:cubicBezTo>
                <a:lnTo>
                  <a:pt x="59" y="324"/>
                </a:lnTo>
                <a:cubicBezTo>
                  <a:pt x="45" y="310"/>
                  <a:pt x="45" y="295"/>
                  <a:pt x="59" y="280"/>
                </a:cubicBezTo>
                <a:cubicBezTo>
                  <a:pt x="74" y="265"/>
                  <a:pt x="103" y="265"/>
                  <a:pt x="118" y="280"/>
                </a:cubicBezTo>
                <a:cubicBezTo>
                  <a:pt x="207" y="369"/>
                  <a:pt x="207" y="369"/>
                  <a:pt x="207" y="369"/>
                </a:cubicBezTo>
                <a:cubicBezTo>
                  <a:pt x="530" y="59"/>
                  <a:pt x="530" y="59"/>
                  <a:pt x="530" y="59"/>
                </a:cubicBezTo>
                <a:cubicBezTo>
                  <a:pt x="545" y="45"/>
                  <a:pt x="560" y="45"/>
                  <a:pt x="575" y="59"/>
                </a:cubicBezTo>
                <a:cubicBezTo>
                  <a:pt x="604" y="74"/>
                  <a:pt x="604" y="103"/>
                  <a:pt x="575" y="11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5" name="Freeform 34"/>
          <p:cNvSpPr/>
          <p:nvPr/>
        </p:nvSpPr>
        <p:spPr>
          <a:xfrm>
            <a:off x="7807320" y="2687760"/>
            <a:ext cx="223920" cy="223560"/>
          </a:xfrm>
          <a:custGeom>
            <a:avLst/>
            <a:gdLst/>
            <a:ahLst/>
            <a:rect l="l" t="t" r="r" b="b"/>
            <a:pathLst>
              <a:path w="516" h="516">
                <a:moveTo>
                  <a:pt x="368" y="265"/>
                </a:moveTo>
                <a:lnTo>
                  <a:pt x="368" y="265"/>
                </a:lnTo>
                <a:cubicBezTo>
                  <a:pt x="486" y="147"/>
                  <a:pt x="486" y="147"/>
                  <a:pt x="486" y="147"/>
                </a:cubicBezTo>
                <a:cubicBezTo>
                  <a:pt x="515" y="118"/>
                  <a:pt x="515" y="73"/>
                  <a:pt x="486" y="44"/>
                </a:cubicBezTo>
                <a:cubicBezTo>
                  <a:pt x="456" y="0"/>
                  <a:pt x="398" y="0"/>
                  <a:pt x="368" y="44"/>
                </a:cubicBezTo>
                <a:cubicBezTo>
                  <a:pt x="265" y="147"/>
                  <a:pt x="265" y="147"/>
                  <a:pt x="265" y="147"/>
                </a:cubicBezTo>
                <a:cubicBezTo>
                  <a:pt x="147" y="44"/>
                  <a:pt x="147" y="44"/>
                  <a:pt x="147" y="44"/>
                </a:cubicBezTo>
                <a:cubicBezTo>
                  <a:pt x="118" y="0"/>
                  <a:pt x="73" y="0"/>
                  <a:pt x="44" y="44"/>
                </a:cubicBezTo>
                <a:cubicBezTo>
                  <a:pt x="0" y="73"/>
                  <a:pt x="0" y="118"/>
                  <a:pt x="44" y="147"/>
                </a:cubicBezTo>
                <a:cubicBezTo>
                  <a:pt x="147" y="265"/>
                  <a:pt x="147" y="265"/>
                  <a:pt x="147" y="265"/>
                </a:cubicBezTo>
                <a:cubicBezTo>
                  <a:pt x="44" y="368"/>
                  <a:pt x="44" y="368"/>
                  <a:pt x="44" y="368"/>
                </a:cubicBezTo>
                <a:cubicBezTo>
                  <a:pt x="0" y="398"/>
                  <a:pt x="0" y="456"/>
                  <a:pt x="44" y="486"/>
                </a:cubicBezTo>
                <a:cubicBezTo>
                  <a:pt x="73" y="515"/>
                  <a:pt x="118" y="515"/>
                  <a:pt x="147" y="486"/>
                </a:cubicBezTo>
                <a:cubicBezTo>
                  <a:pt x="265" y="368"/>
                  <a:pt x="265" y="368"/>
                  <a:pt x="265" y="368"/>
                </a:cubicBezTo>
                <a:cubicBezTo>
                  <a:pt x="368" y="486"/>
                  <a:pt x="368" y="486"/>
                  <a:pt x="368" y="486"/>
                </a:cubicBezTo>
                <a:cubicBezTo>
                  <a:pt x="398" y="515"/>
                  <a:pt x="456" y="515"/>
                  <a:pt x="486" y="486"/>
                </a:cubicBezTo>
                <a:cubicBezTo>
                  <a:pt x="515" y="456"/>
                  <a:pt x="515" y="398"/>
                  <a:pt x="486" y="368"/>
                </a:cubicBezTo>
                <a:lnTo>
                  <a:pt x="368" y="265"/>
                </a:lnTo>
                <a:close/>
                <a:moveTo>
                  <a:pt x="456" y="456"/>
                </a:moveTo>
                <a:lnTo>
                  <a:pt x="456" y="456"/>
                </a:lnTo>
                <a:cubicBezTo>
                  <a:pt x="441" y="471"/>
                  <a:pt x="412" y="471"/>
                  <a:pt x="398" y="456"/>
                </a:cubicBezTo>
                <a:cubicBezTo>
                  <a:pt x="265" y="309"/>
                  <a:pt x="265" y="309"/>
                  <a:pt x="265" y="309"/>
                </a:cubicBezTo>
                <a:cubicBezTo>
                  <a:pt x="118" y="456"/>
                  <a:pt x="118" y="456"/>
                  <a:pt x="118" y="456"/>
                </a:cubicBezTo>
                <a:cubicBezTo>
                  <a:pt x="103" y="471"/>
                  <a:pt x="73" y="471"/>
                  <a:pt x="59" y="456"/>
                </a:cubicBezTo>
                <a:cubicBezTo>
                  <a:pt x="44" y="441"/>
                  <a:pt x="44" y="412"/>
                  <a:pt x="59" y="398"/>
                </a:cubicBezTo>
                <a:cubicBezTo>
                  <a:pt x="206" y="265"/>
                  <a:pt x="206" y="265"/>
                  <a:pt x="206" y="265"/>
                </a:cubicBezTo>
                <a:cubicBezTo>
                  <a:pt x="59" y="118"/>
                  <a:pt x="59" y="118"/>
                  <a:pt x="59" y="118"/>
                </a:cubicBezTo>
                <a:cubicBezTo>
                  <a:pt x="44" y="103"/>
                  <a:pt x="44" y="73"/>
                  <a:pt x="59" y="59"/>
                </a:cubicBezTo>
                <a:cubicBezTo>
                  <a:pt x="73" y="44"/>
                  <a:pt x="103" y="44"/>
                  <a:pt x="118" y="59"/>
                </a:cubicBezTo>
                <a:cubicBezTo>
                  <a:pt x="265" y="206"/>
                  <a:pt x="265" y="206"/>
                  <a:pt x="265" y="206"/>
                </a:cubicBezTo>
                <a:cubicBezTo>
                  <a:pt x="398" y="59"/>
                  <a:pt x="398" y="59"/>
                  <a:pt x="398" y="59"/>
                </a:cubicBezTo>
                <a:cubicBezTo>
                  <a:pt x="412" y="44"/>
                  <a:pt x="441" y="44"/>
                  <a:pt x="456" y="59"/>
                </a:cubicBezTo>
                <a:cubicBezTo>
                  <a:pt x="471" y="73"/>
                  <a:pt x="471" y="103"/>
                  <a:pt x="456" y="118"/>
                </a:cubicBezTo>
                <a:cubicBezTo>
                  <a:pt x="309" y="265"/>
                  <a:pt x="309" y="265"/>
                  <a:pt x="309" y="265"/>
                </a:cubicBezTo>
                <a:cubicBezTo>
                  <a:pt x="456" y="398"/>
                  <a:pt x="456" y="398"/>
                  <a:pt x="456" y="398"/>
                </a:cubicBezTo>
                <a:cubicBezTo>
                  <a:pt x="471" y="412"/>
                  <a:pt x="471" y="441"/>
                  <a:pt x="456" y="45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6" name="Freeform 35"/>
          <p:cNvSpPr/>
          <p:nvPr/>
        </p:nvSpPr>
        <p:spPr>
          <a:xfrm>
            <a:off x="7350120" y="2763720"/>
            <a:ext cx="266760" cy="65160"/>
          </a:xfrm>
          <a:custGeom>
            <a:avLst/>
            <a:gdLst/>
            <a:ahLst/>
            <a:rect l="l" t="t" r="r" b="b"/>
            <a:pathLst>
              <a:path w="619" h="148">
                <a:moveTo>
                  <a:pt x="545" y="0"/>
                </a:moveTo>
                <a:lnTo>
                  <a:pt x="545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29"/>
                  <a:pt x="0" y="73"/>
                </a:cubicBezTo>
                <a:cubicBezTo>
                  <a:pt x="0" y="117"/>
                  <a:pt x="29" y="147"/>
                  <a:pt x="73" y="147"/>
                </a:cubicBezTo>
                <a:cubicBezTo>
                  <a:pt x="545" y="147"/>
                  <a:pt x="545" y="147"/>
                  <a:pt x="545" y="147"/>
                </a:cubicBezTo>
                <a:cubicBezTo>
                  <a:pt x="589" y="147"/>
                  <a:pt x="618" y="117"/>
                  <a:pt x="618" y="73"/>
                </a:cubicBezTo>
                <a:cubicBezTo>
                  <a:pt x="618" y="29"/>
                  <a:pt x="589" y="0"/>
                  <a:pt x="545" y="0"/>
                </a:cubicBezTo>
                <a:close/>
                <a:moveTo>
                  <a:pt x="545" y="117"/>
                </a:moveTo>
                <a:lnTo>
                  <a:pt x="545" y="117"/>
                </a:lnTo>
                <a:cubicBezTo>
                  <a:pt x="73" y="117"/>
                  <a:pt x="73" y="117"/>
                  <a:pt x="73" y="117"/>
                </a:cubicBezTo>
                <a:cubicBezTo>
                  <a:pt x="59" y="117"/>
                  <a:pt x="29" y="88"/>
                  <a:pt x="29" y="73"/>
                </a:cubicBezTo>
                <a:cubicBezTo>
                  <a:pt x="29" y="58"/>
                  <a:pt x="59" y="29"/>
                  <a:pt x="73" y="29"/>
                </a:cubicBezTo>
                <a:cubicBezTo>
                  <a:pt x="545" y="29"/>
                  <a:pt x="545" y="29"/>
                  <a:pt x="545" y="29"/>
                </a:cubicBezTo>
                <a:cubicBezTo>
                  <a:pt x="559" y="29"/>
                  <a:pt x="589" y="58"/>
                  <a:pt x="589" y="73"/>
                </a:cubicBezTo>
                <a:cubicBezTo>
                  <a:pt x="589" y="88"/>
                  <a:pt x="559" y="117"/>
                  <a:pt x="545" y="11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18360" bIns="18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7" name="Freeform 36"/>
          <p:cNvSpPr/>
          <p:nvPr/>
        </p:nvSpPr>
        <p:spPr>
          <a:xfrm>
            <a:off x="6904080" y="2660760"/>
            <a:ext cx="274680" cy="268200"/>
          </a:xfrm>
          <a:custGeom>
            <a:avLst/>
            <a:gdLst/>
            <a:ahLst/>
            <a:rect l="l" t="t" r="r" b="b"/>
            <a:pathLst>
              <a:path w="634" h="619">
                <a:moveTo>
                  <a:pt x="560" y="236"/>
                </a:moveTo>
                <a:lnTo>
                  <a:pt x="560" y="236"/>
                </a:lnTo>
                <a:cubicBezTo>
                  <a:pt x="398" y="236"/>
                  <a:pt x="398" y="236"/>
                  <a:pt x="398" y="236"/>
                </a:cubicBezTo>
                <a:cubicBezTo>
                  <a:pt x="398" y="74"/>
                  <a:pt x="398" y="74"/>
                  <a:pt x="398" y="74"/>
                </a:cubicBezTo>
                <a:cubicBezTo>
                  <a:pt x="398" y="29"/>
                  <a:pt x="369" y="0"/>
                  <a:pt x="324" y="0"/>
                </a:cubicBezTo>
                <a:cubicBezTo>
                  <a:pt x="280" y="0"/>
                  <a:pt x="236" y="29"/>
                  <a:pt x="236" y="74"/>
                </a:cubicBezTo>
                <a:cubicBezTo>
                  <a:pt x="236" y="236"/>
                  <a:pt x="236" y="236"/>
                  <a:pt x="236" y="236"/>
                </a:cubicBezTo>
                <a:cubicBezTo>
                  <a:pt x="89" y="236"/>
                  <a:pt x="89" y="236"/>
                  <a:pt x="89" y="236"/>
                </a:cubicBezTo>
                <a:cubicBezTo>
                  <a:pt x="45" y="236"/>
                  <a:pt x="0" y="265"/>
                  <a:pt x="0" y="309"/>
                </a:cubicBezTo>
                <a:cubicBezTo>
                  <a:pt x="0" y="353"/>
                  <a:pt x="45" y="383"/>
                  <a:pt x="89" y="383"/>
                </a:cubicBezTo>
                <a:cubicBezTo>
                  <a:pt x="236" y="383"/>
                  <a:pt x="236" y="383"/>
                  <a:pt x="236" y="383"/>
                </a:cubicBezTo>
                <a:cubicBezTo>
                  <a:pt x="236" y="545"/>
                  <a:pt x="236" y="545"/>
                  <a:pt x="236" y="545"/>
                </a:cubicBezTo>
                <a:cubicBezTo>
                  <a:pt x="236" y="589"/>
                  <a:pt x="280" y="618"/>
                  <a:pt x="324" y="618"/>
                </a:cubicBezTo>
                <a:cubicBezTo>
                  <a:pt x="369" y="618"/>
                  <a:pt x="398" y="589"/>
                  <a:pt x="398" y="545"/>
                </a:cubicBezTo>
                <a:cubicBezTo>
                  <a:pt x="398" y="383"/>
                  <a:pt x="398" y="383"/>
                  <a:pt x="398" y="383"/>
                </a:cubicBezTo>
                <a:cubicBezTo>
                  <a:pt x="560" y="383"/>
                  <a:pt x="560" y="383"/>
                  <a:pt x="560" y="383"/>
                </a:cubicBezTo>
                <a:cubicBezTo>
                  <a:pt x="604" y="383"/>
                  <a:pt x="633" y="353"/>
                  <a:pt x="633" y="309"/>
                </a:cubicBezTo>
                <a:cubicBezTo>
                  <a:pt x="633" y="265"/>
                  <a:pt x="604" y="236"/>
                  <a:pt x="560" y="236"/>
                </a:cubicBezTo>
                <a:close/>
                <a:moveTo>
                  <a:pt x="560" y="353"/>
                </a:moveTo>
                <a:lnTo>
                  <a:pt x="560" y="353"/>
                </a:lnTo>
                <a:cubicBezTo>
                  <a:pt x="354" y="353"/>
                  <a:pt x="354" y="353"/>
                  <a:pt x="354" y="353"/>
                </a:cubicBezTo>
                <a:cubicBezTo>
                  <a:pt x="354" y="545"/>
                  <a:pt x="354" y="545"/>
                  <a:pt x="354" y="545"/>
                </a:cubicBezTo>
                <a:cubicBezTo>
                  <a:pt x="354" y="559"/>
                  <a:pt x="339" y="589"/>
                  <a:pt x="324" y="589"/>
                </a:cubicBezTo>
                <a:cubicBezTo>
                  <a:pt x="295" y="589"/>
                  <a:pt x="280" y="559"/>
                  <a:pt x="280" y="545"/>
                </a:cubicBezTo>
                <a:cubicBezTo>
                  <a:pt x="280" y="353"/>
                  <a:pt x="280" y="353"/>
                  <a:pt x="280" y="353"/>
                </a:cubicBezTo>
                <a:cubicBezTo>
                  <a:pt x="89" y="353"/>
                  <a:pt x="89" y="353"/>
                  <a:pt x="89" y="353"/>
                </a:cubicBezTo>
                <a:cubicBezTo>
                  <a:pt x="59" y="353"/>
                  <a:pt x="45" y="324"/>
                  <a:pt x="45" y="309"/>
                </a:cubicBezTo>
                <a:cubicBezTo>
                  <a:pt x="45" y="294"/>
                  <a:pt x="59" y="265"/>
                  <a:pt x="89" y="265"/>
                </a:cubicBezTo>
                <a:cubicBezTo>
                  <a:pt x="280" y="265"/>
                  <a:pt x="280" y="265"/>
                  <a:pt x="280" y="265"/>
                </a:cubicBezTo>
                <a:cubicBezTo>
                  <a:pt x="280" y="74"/>
                  <a:pt x="280" y="74"/>
                  <a:pt x="280" y="74"/>
                </a:cubicBezTo>
                <a:cubicBezTo>
                  <a:pt x="280" y="59"/>
                  <a:pt x="295" y="29"/>
                  <a:pt x="324" y="29"/>
                </a:cubicBezTo>
                <a:cubicBezTo>
                  <a:pt x="339" y="29"/>
                  <a:pt x="354" y="59"/>
                  <a:pt x="354" y="74"/>
                </a:cubicBezTo>
                <a:cubicBezTo>
                  <a:pt x="354" y="265"/>
                  <a:pt x="354" y="265"/>
                  <a:pt x="354" y="265"/>
                </a:cubicBezTo>
                <a:cubicBezTo>
                  <a:pt x="560" y="265"/>
                  <a:pt x="560" y="265"/>
                  <a:pt x="560" y="265"/>
                </a:cubicBezTo>
                <a:cubicBezTo>
                  <a:pt x="575" y="265"/>
                  <a:pt x="589" y="294"/>
                  <a:pt x="589" y="309"/>
                </a:cubicBezTo>
                <a:cubicBezTo>
                  <a:pt x="589" y="324"/>
                  <a:pt x="575" y="353"/>
                  <a:pt x="560" y="35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8" name="Freeform 37"/>
          <p:cNvSpPr/>
          <p:nvPr/>
        </p:nvSpPr>
        <p:spPr>
          <a:xfrm>
            <a:off x="6464160" y="2674800"/>
            <a:ext cx="274680" cy="241560"/>
          </a:xfrm>
          <a:custGeom>
            <a:avLst/>
            <a:gdLst/>
            <a:ahLst/>
            <a:rect l="l" t="t" r="r" b="b"/>
            <a:pathLst>
              <a:path w="634" h="561">
                <a:moveTo>
                  <a:pt x="73" y="162"/>
                </a:moveTo>
                <a:lnTo>
                  <a:pt x="73" y="162"/>
                </a:lnTo>
                <a:cubicBezTo>
                  <a:pt x="544" y="162"/>
                  <a:pt x="544" y="162"/>
                  <a:pt x="544" y="162"/>
                </a:cubicBezTo>
                <a:cubicBezTo>
                  <a:pt x="588" y="162"/>
                  <a:pt x="633" y="133"/>
                  <a:pt x="633" y="89"/>
                </a:cubicBezTo>
                <a:cubicBezTo>
                  <a:pt x="633" y="45"/>
                  <a:pt x="588" y="0"/>
                  <a:pt x="544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45"/>
                  <a:pt x="0" y="89"/>
                </a:cubicBezTo>
                <a:cubicBezTo>
                  <a:pt x="0" y="133"/>
                  <a:pt x="29" y="162"/>
                  <a:pt x="73" y="162"/>
                </a:cubicBezTo>
                <a:close/>
                <a:moveTo>
                  <a:pt x="73" y="45"/>
                </a:moveTo>
                <a:lnTo>
                  <a:pt x="73" y="45"/>
                </a:lnTo>
                <a:cubicBezTo>
                  <a:pt x="544" y="45"/>
                  <a:pt x="544" y="45"/>
                  <a:pt x="544" y="45"/>
                </a:cubicBezTo>
                <a:cubicBezTo>
                  <a:pt x="574" y="45"/>
                  <a:pt x="588" y="59"/>
                  <a:pt x="588" y="89"/>
                </a:cubicBezTo>
                <a:cubicBezTo>
                  <a:pt x="588" y="103"/>
                  <a:pt x="574" y="118"/>
                  <a:pt x="544" y="118"/>
                </a:cubicBezTo>
                <a:cubicBezTo>
                  <a:pt x="73" y="118"/>
                  <a:pt x="73" y="118"/>
                  <a:pt x="73" y="118"/>
                </a:cubicBezTo>
                <a:cubicBezTo>
                  <a:pt x="58" y="118"/>
                  <a:pt x="44" y="103"/>
                  <a:pt x="44" y="89"/>
                </a:cubicBezTo>
                <a:cubicBezTo>
                  <a:pt x="44" y="59"/>
                  <a:pt x="58" y="45"/>
                  <a:pt x="73" y="45"/>
                </a:cubicBezTo>
                <a:close/>
                <a:moveTo>
                  <a:pt x="544" y="207"/>
                </a:moveTo>
                <a:lnTo>
                  <a:pt x="544" y="207"/>
                </a:lnTo>
                <a:cubicBezTo>
                  <a:pt x="73" y="207"/>
                  <a:pt x="73" y="207"/>
                  <a:pt x="73" y="207"/>
                </a:cubicBezTo>
                <a:cubicBezTo>
                  <a:pt x="29" y="207"/>
                  <a:pt x="0" y="236"/>
                  <a:pt x="0" y="280"/>
                </a:cubicBezTo>
                <a:cubicBezTo>
                  <a:pt x="0" y="324"/>
                  <a:pt x="29" y="354"/>
                  <a:pt x="73" y="354"/>
                </a:cubicBezTo>
                <a:cubicBezTo>
                  <a:pt x="544" y="354"/>
                  <a:pt x="544" y="354"/>
                  <a:pt x="544" y="354"/>
                </a:cubicBezTo>
                <a:cubicBezTo>
                  <a:pt x="588" y="354"/>
                  <a:pt x="633" y="324"/>
                  <a:pt x="633" y="280"/>
                </a:cubicBezTo>
                <a:cubicBezTo>
                  <a:pt x="633" y="236"/>
                  <a:pt x="588" y="207"/>
                  <a:pt x="544" y="207"/>
                </a:cubicBezTo>
                <a:close/>
                <a:moveTo>
                  <a:pt x="544" y="324"/>
                </a:moveTo>
                <a:lnTo>
                  <a:pt x="544" y="324"/>
                </a:lnTo>
                <a:cubicBezTo>
                  <a:pt x="73" y="324"/>
                  <a:pt x="73" y="324"/>
                  <a:pt x="73" y="324"/>
                </a:cubicBezTo>
                <a:cubicBezTo>
                  <a:pt x="58" y="324"/>
                  <a:pt x="44" y="295"/>
                  <a:pt x="44" y="280"/>
                </a:cubicBezTo>
                <a:cubicBezTo>
                  <a:pt x="44" y="265"/>
                  <a:pt x="58" y="236"/>
                  <a:pt x="73" y="236"/>
                </a:cubicBezTo>
                <a:cubicBezTo>
                  <a:pt x="544" y="236"/>
                  <a:pt x="544" y="236"/>
                  <a:pt x="544" y="236"/>
                </a:cubicBezTo>
                <a:cubicBezTo>
                  <a:pt x="574" y="236"/>
                  <a:pt x="588" y="265"/>
                  <a:pt x="588" y="280"/>
                </a:cubicBezTo>
                <a:cubicBezTo>
                  <a:pt x="588" y="295"/>
                  <a:pt x="574" y="324"/>
                  <a:pt x="544" y="324"/>
                </a:cubicBezTo>
                <a:close/>
                <a:moveTo>
                  <a:pt x="544" y="398"/>
                </a:moveTo>
                <a:lnTo>
                  <a:pt x="544" y="398"/>
                </a:lnTo>
                <a:cubicBezTo>
                  <a:pt x="73" y="398"/>
                  <a:pt x="73" y="398"/>
                  <a:pt x="73" y="398"/>
                </a:cubicBezTo>
                <a:cubicBezTo>
                  <a:pt x="29" y="398"/>
                  <a:pt x="0" y="428"/>
                  <a:pt x="0" y="471"/>
                </a:cubicBezTo>
                <a:cubicBezTo>
                  <a:pt x="0" y="516"/>
                  <a:pt x="29" y="560"/>
                  <a:pt x="73" y="560"/>
                </a:cubicBezTo>
                <a:cubicBezTo>
                  <a:pt x="544" y="560"/>
                  <a:pt x="544" y="560"/>
                  <a:pt x="544" y="560"/>
                </a:cubicBezTo>
                <a:cubicBezTo>
                  <a:pt x="588" y="560"/>
                  <a:pt x="633" y="516"/>
                  <a:pt x="633" y="471"/>
                </a:cubicBezTo>
                <a:cubicBezTo>
                  <a:pt x="633" y="428"/>
                  <a:pt x="588" y="398"/>
                  <a:pt x="544" y="398"/>
                </a:cubicBezTo>
                <a:close/>
                <a:moveTo>
                  <a:pt x="544" y="516"/>
                </a:moveTo>
                <a:lnTo>
                  <a:pt x="544" y="516"/>
                </a:lnTo>
                <a:cubicBezTo>
                  <a:pt x="73" y="516"/>
                  <a:pt x="73" y="516"/>
                  <a:pt x="73" y="516"/>
                </a:cubicBezTo>
                <a:cubicBezTo>
                  <a:pt x="58" y="516"/>
                  <a:pt x="44" y="501"/>
                  <a:pt x="44" y="471"/>
                </a:cubicBezTo>
                <a:cubicBezTo>
                  <a:pt x="44" y="457"/>
                  <a:pt x="58" y="442"/>
                  <a:pt x="73" y="442"/>
                </a:cubicBezTo>
                <a:cubicBezTo>
                  <a:pt x="544" y="442"/>
                  <a:pt x="544" y="442"/>
                  <a:pt x="544" y="442"/>
                </a:cubicBezTo>
                <a:cubicBezTo>
                  <a:pt x="574" y="442"/>
                  <a:pt x="588" y="457"/>
                  <a:pt x="588" y="471"/>
                </a:cubicBezTo>
                <a:cubicBezTo>
                  <a:pt x="588" y="501"/>
                  <a:pt x="574" y="516"/>
                  <a:pt x="544" y="51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9" name="Freeform 38"/>
          <p:cNvSpPr/>
          <p:nvPr/>
        </p:nvSpPr>
        <p:spPr>
          <a:xfrm>
            <a:off x="6026040" y="2660760"/>
            <a:ext cx="266760" cy="268200"/>
          </a:xfrm>
          <a:custGeom>
            <a:avLst/>
            <a:gdLst/>
            <a:ahLst/>
            <a:rect l="l" t="t" r="r" b="b"/>
            <a:pathLst>
              <a:path w="619" h="619">
                <a:moveTo>
                  <a:pt x="427" y="177"/>
                </a:moveTo>
                <a:lnTo>
                  <a:pt x="427" y="177"/>
                </a:lnTo>
                <a:cubicBezTo>
                  <a:pt x="412" y="162"/>
                  <a:pt x="412" y="177"/>
                  <a:pt x="398" y="177"/>
                </a:cubicBezTo>
                <a:cubicBezTo>
                  <a:pt x="280" y="398"/>
                  <a:pt x="280" y="398"/>
                  <a:pt x="280" y="398"/>
                </a:cubicBezTo>
                <a:cubicBezTo>
                  <a:pt x="206" y="339"/>
                  <a:pt x="206" y="339"/>
                  <a:pt x="206" y="339"/>
                </a:cubicBezTo>
                <a:cubicBezTo>
                  <a:pt x="191" y="324"/>
                  <a:pt x="191" y="324"/>
                  <a:pt x="177" y="339"/>
                </a:cubicBezTo>
                <a:cubicBezTo>
                  <a:pt x="162" y="339"/>
                  <a:pt x="162" y="353"/>
                  <a:pt x="177" y="353"/>
                </a:cubicBezTo>
                <a:cubicBezTo>
                  <a:pt x="265" y="441"/>
                  <a:pt x="265" y="441"/>
                  <a:pt x="265" y="441"/>
                </a:cubicBezTo>
                <a:cubicBezTo>
                  <a:pt x="280" y="457"/>
                  <a:pt x="280" y="457"/>
                  <a:pt x="294" y="441"/>
                </a:cubicBezTo>
                <a:lnTo>
                  <a:pt x="441" y="206"/>
                </a:lnTo>
                <a:cubicBezTo>
                  <a:pt x="441" y="191"/>
                  <a:pt x="441" y="177"/>
                  <a:pt x="427" y="177"/>
                </a:cubicBezTo>
                <a:close/>
                <a:moveTo>
                  <a:pt x="545" y="0"/>
                </a:moveTo>
                <a:lnTo>
                  <a:pt x="545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29"/>
                  <a:pt x="0" y="74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589"/>
                  <a:pt x="29" y="618"/>
                  <a:pt x="73" y="618"/>
                </a:cubicBezTo>
                <a:cubicBezTo>
                  <a:pt x="545" y="618"/>
                  <a:pt x="545" y="618"/>
                  <a:pt x="545" y="618"/>
                </a:cubicBezTo>
                <a:cubicBezTo>
                  <a:pt x="589" y="618"/>
                  <a:pt x="618" y="589"/>
                  <a:pt x="618" y="545"/>
                </a:cubicBezTo>
                <a:cubicBezTo>
                  <a:pt x="618" y="74"/>
                  <a:pt x="618" y="74"/>
                  <a:pt x="618" y="74"/>
                </a:cubicBezTo>
                <a:cubicBezTo>
                  <a:pt x="618" y="29"/>
                  <a:pt x="589" y="0"/>
                  <a:pt x="545" y="0"/>
                </a:cubicBezTo>
                <a:close/>
                <a:moveTo>
                  <a:pt x="589" y="545"/>
                </a:moveTo>
                <a:lnTo>
                  <a:pt x="589" y="545"/>
                </a:lnTo>
                <a:cubicBezTo>
                  <a:pt x="589" y="559"/>
                  <a:pt x="559" y="589"/>
                  <a:pt x="545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9" y="589"/>
                  <a:pt x="29" y="559"/>
                  <a:pt x="29" y="545"/>
                </a:cubicBezTo>
                <a:cubicBezTo>
                  <a:pt x="29" y="74"/>
                  <a:pt x="29" y="74"/>
                  <a:pt x="29" y="74"/>
                </a:cubicBezTo>
                <a:cubicBezTo>
                  <a:pt x="29" y="59"/>
                  <a:pt x="59" y="29"/>
                  <a:pt x="73" y="29"/>
                </a:cubicBezTo>
                <a:cubicBezTo>
                  <a:pt x="545" y="29"/>
                  <a:pt x="545" y="29"/>
                  <a:pt x="545" y="29"/>
                </a:cubicBezTo>
                <a:cubicBezTo>
                  <a:pt x="559" y="29"/>
                  <a:pt x="589" y="59"/>
                  <a:pt x="589" y="74"/>
                </a:cubicBezTo>
                <a:lnTo>
                  <a:pt x="589" y="54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0" name="Freeform 39"/>
          <p:cNvSpPr/>
          <p:nvPr/>
        </p:nvSpPr>
        <p:spPr>
          <a:xfrm>
            <a:off x="5580000" y="2660760"/>
            <a:ext cx="274680" cy="268200"/>
          </a:xfrm>
          <a:custGeom>
            <a:avLst/>
            <a:gdLst/>
            <a:ahLst/>
            <a:rect l="l" t="t" r="r" b="b"/>
            <a:pathLst>
              <a:path w="634" h="619">
                <a:moveTo>
                  <a:pt x="560" y="0"/>
                </a:moveTo>
                <a:lnTo>
                  <a:pt x="560" y="0"/>
                </a:lnTo>
                <a:cubicBezTo>
                  <a:pt x="89" y="0"/>
                  <a:pt x="89" y="0"/>
                  <a:pt x="89" y="0"/>
                </a:cubicBezTo>
                <a:cubicBezTo>
                  <a:pt x="44" y="0"/>
                  <a:pt x="0" y="29"/>
                  <a:pt x="0" y="74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589"/>
                  <a:pt x="44" y="618"/>
                  <a:pt x="89" y="618"/>
                </a:cubicBezTo>
                <a:cubicBezTo>
                  <a:pt x="560" y="618"/>
                  <a:pt x="560" y="618"/>
                  <a:pt x="560" y="618"/>
                </a:cubicBezTo>
                <a:cubicBezTo>
                  <a:pt x="604" y="618"/>
                  <a:pt x="633" y="589"/>
                  <a:pt x="633" y="545"/>
                </a:cubicBezTo>
                <a:cubicBezTo>
                  <a:pt x="633" y="74"/>
                  <a:pt x="633" y="74"/>
                  <a:pt x="633" y="74"/>
                </a:cubicBezTo>
                <a:cubicBezTo>
                  <a:pt x="633" y="29"/>
                  <a:pt x="604" y="0"/>
                  <a:pt x="560" y="0"/>
                </a:cubicBezTo>
                <a:close/>
                <a:moveTo>
                  <a:pt x="589" y="545"/>
                </a:moveTo>
                <a:lnTo>
                  <a:pt x="589" y="545"/>
                </a:lnTo>
                <a:cubicBezTo>
                  <a:pt x="589" y="559"/>
                  <a:pt x="574" y="589"/>
                  <a:pt x="560" y="589"/>
                </a:cubicBezTo>
                <a:cubicBezTo>
                  <a:pt x="89" y="589"/>
                  <a:pt x="89" y="589"/>
                  <a:pt x="89" y="589"/>
                </a:cubicBezTo>
                <a:cubicBezTo>
                  <a:pt x="59" y="589"/>
                  <a:pt x="44" y="559"/>
                  <a:pt x="44" y="545"/>
                </a:cubicBezTo>
                <a:cubicBezTo>
                  <a:pt x="44" y="74"/>
                  <a:pt x="44" y="74"/>
                  <a:pt x="44" y="74"/>
                </a:cubicBezTo>
                <a:cubicBezTo>
                  <a:pt x="44" y="59"/>
                  <a:pt x="59" y="29"/>
                  <a:pt x="89" y="29"/>
                </a:cubicBezTo>
                <a:cubicBezTo>
                  <a:pt x="560" y="29"/>
                  <a:pt x="560" y="29"/>
                  <a:pt x="560" y="29"/>
                </a:cubicBezTo>
                <a:cubicBezTo>
                  <a:pt x="574" y="29"/>
                  <a:pt x="589" y="59"/>
                  <a:pt x="589" y="74"/>
                </a:cubicBezTo>
                <a:lnTo>
                  <a:pt x="589" y="545"/>
                </a:lnTo>
                <a:close/>
                <a:moveTo>
                  <a:pt x="412" y="206"/>
                </a:moveTo>
                <a:lnTo>
                  <a:pt x="412" y="206"/>
                </a:lnTo>
                <a:cubicBezTo>
                  <a:pt x="412" y="206"/>
                  <a:pt x="398" y="206"/>
                  <a:pt x="383" y="206"/>
                </a:cubicBezTo>
                <a:cubicBezTo>
                  <a:pt x="324" y="280"/>
                  <a:pt x="324" y="280"/>
                  <a:pt x="324" y="280"/>
                </a:cubicBezTo>
                <a:cubicBezTo>
                  <a:pt x="251" y="206"/>
                  <a:pt x="251" y="206"/>
                  <a:pt x="251" y="206"/>
                </a:cubicBezTo>
                <a:cubicBezTo>
                  <a:pt x="236" y="206"/>
                  <a:pt x="236" y="206"/>
                  <a:pt x="221" y="206"/>
                </a:cubicBezTo>
                <a:cubicBezTo>
                  <a:pt x="221" y="221"/>
                  <a:pt x="221" y="236"/>
                  <a:pt x="221" y="236"/>
                </a:cubicBezTo>
                <a:cubicBezTo>
                  <a:pt x="295" y="309"/>
                  <a:pt x="295" y="309"/>
                  <a:pt x="295" y="309"/>
                </a:cubicBezTo>
                <a:cubicBezTo>
                  <a:pt x="221" y="383"/>
                  <a:pt x="221" y="383"/>
                  <a:pt x="221" y="383"/>
                </a:cubicBezTo>
                <a:cubicBezTo>
                  <a:pt x="221" y="383"/>
                  <a:pt x="221" y="398"/>
                  <a:pt x="221" y="412"/>
                </a:cubicBezTo>
                <a:cubicBezTo>
                  <a:pt x="236" y="412"/>
                  <a:pt x="236" y="412"/>
                  <a:pt x="251" y="412"/>
                </a:cubicBezTo>
                <a:cubicBezTo>
                  <a:pt x="324" y="339"/>
                  <a:pt x="324" y="339"/>
                  <a:pt x="324" y="339"/>
                </a:cubicBezTo>
                <a:cubicBezTo>
                  <a:pt x="383" y="412"/>
                  <a:pt x="383" y="412"/>
                  <a:pt x="383" y="412"/>
                </a:cubicBezTo>
                <a:cubicBezTo>
                  <a:pt x="398" y="412"/>
                  <a:pt x="412" y="412"/>
                  <a:pt x="412" y="412"/>
                </a:cubicBezTo>
                <a:cubicBezTo>
                  <a:pt x="427" y="398"/>
                  <a:pt x="427" y="383"/>
                  <a:pt x="412" y="383"/>
                </a:cubicBezTo>
                <a:cubicBezTo>
                  <a:pt x="354" y="309"/>
                  <a:pt x="354" y="309"/>
                  <a:pt x="354" y="309"/>
                </a:cubicBezTo>
                <a:cubicBezTo>
                  <a:pt x="412" y="236"/>
                  <a:pt x="412" y="236"/>
                  <a:pt x="412" y="236"/>
                </a:cubicBezTo>
                <a:cubicBezTo>
                  <a:pt x="427" y="236"/>
                  <a:pt x="427" y="221"/>
                  <a:pt x="412" y="20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1" name="Freeform 40"/>
          <p:cNvSpPr/>
          <p:nvPr/>
        </p:nvSpPr>
        <p:spPr>
          <a:xfrm>
            <a:off x="5141880" y="2660760"/>
            <a:ext cx="274680" cy="268200"/>
          </a:xfrm>
          <a:custGeom>
            <a:avLst/>
            <a:gdLst/>
            <a:ahLst/>
            <a:rect l="l" t="t" r="r" b="b"/>
            <a:pathLst>
              <a:path w="634" h="619">
                <a:moveTo>
                  <a:pt x="544" y="0"/>
                </a:moveTo>
                <a:lnTo>
                  <a:pt x="544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29"/>
                  <a:pt x="0" y="74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589"/>
                  <a:pt x="29" y="618"/>
                  <a:pt x="73" y="618"/>
                </a:cubicBezTo>
                <a:cubicBezTo>
                  <a:pt x="544" y="618"/>
                  <a:pt x="544" y="618"/>
                  <a:pt x="544" y="618"/>
                </a:cubicBezTo>
                <a:cubicBezTo>
                  <a:pt x="588" y="618"/>
                  <a:pt x="633" y="589"/>
                  <a:pt x="633" y="545"/>
                </a:cubicBezTo>
                <a:cubicBezTo>
                  <a:pt x="633" y="74"/>
                  <a:pt x="633" y="74"/>
                  <a:pt x="633" y="74"/>
                </a:cubicBezTo>
                <a:cubicBezTo>
                  <a:pt x="633" y="29"/>
                  <a:pt x="588" y="0"/>
                  <a:pt x="544" y="0"/>
                </a:cubicBezTo>
                <a:close/>
                <a:moveTo>
                  <a:pt x="588" y="545"/>
                </a:moveTo>
                <a:lnTo>
                  <a:pt x="588" y="545"/>
                </a:lnTo>
                <a:cubicBezTo>
                  <a:pt x="588" y="559"/>
                  <a:pt x="574" y="589"/>
                  <a:pt x="544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8" y="589"/>
                  <a:pt x="44" y="559"/>
                  <a:pt x="44" y="545"/>
                </a:cubicBezTo>
                <a:cubicBezTo>
                  <a:pt x="44" y="74"/>
                  <a:pt x="44" y="74"/>
                  <a:pt x="44" y="74"/>
                </a:cubicBezTo>
                <a:cubicBezTo>
                  <a:pt x="44" y="59"/>
                  <a:pt x="58" y="29"/>
                  <a:pt x="73" y="29"/>
                </a:cubicBezTo>
                <a:cubicBezTo>
                  <a:pt x="544" y="29"/>
                  <a:pt x="544" y="29"/>
                  <a:pt x="544" y="29"/>
                </a:cubicBezTo>
                <a:cubicBezTo>
                  <a:pt x="574" y="29"/>
                  <a:pt x="588" y="59"/>
                  <a:pt x="588" y="74"/>
                </a:cubicBezTo>
                <a:lnTo>
                  <a:pt x="588" y="545"/>
                </a:lnTo>
                <a:close/>
                <a:moveTo>
                  <a:pt x="426" y="294"/>
                </a:moveTo>
                <a:lnTo>
                  <a:pt x="426" y="294"/>
                </a:lnTo>
                <a:cubicBezTo>
                  <a:pt x="191" y="294"/>
                  <a:pt x="191" y="294"/>
                  <a:pt x="191" y="294"/>
                </a:cubicBezTo>
                <a:cubicBezTo>
                  <a:pt x="191" y="294"/>
                  <a:pt x="176" y="294"/>
                  <a:pt x="176" y="309"/>
                </a:cubicBezTo>
                <a:cubicBezTo>
                  <a:pt x="176" y="324"/>
                  <a:pt x="191" y="324"/>
                  <a:pt x="191" y="324"/>
                </a:cubicBezTo>
                <a:cubicBezTo>
                  <a:pt x="426" y="324"/>
                  <a:pt x="426" y="324"/>
                  <a:pt x="426" y="324"/>
                </a:cubicBezTo>
                <a:cubicBezTo>
                  <a:pt x="441" y="324"/>
                  <a:pt x="456" y="324"/>
                  <a:pt x="456" y="309"/>
                </a:cubicBezTo>
                <a:cubicBezTo>
                  <a:pt x="456" y="294"/>
                  <a:pt x="441" y="294"/>
                  <a:pt x="426" y="29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2" name="Freeform 41"/>
          <p:cNvSpPr/>
          <p:nvPr/>
        </p:nvSpPr>
        <p:spPr>
          <a:xfrm>
            <a:off x="4700520" y="2660760"/>
            <a:ext cx="266760" cy="268200"/>
          </a:xfrm>
          <a:custGeom>
            <a:avLst/>
            <a:gdLst/>
            <a:ahLst/>
            <a:rect l="l" t="t" r="r" b="b"/>
            <a:pathLst>
              <a:path w="619" h="619">
                <a:moveTo>
                  <a:pt x="427" y="294"/>
                </a:moveTo>
                <a:lnTo>
                  <a:pt x="427" y="294"/>
                </a:lnTo>
                <a:cubicBezTo>
                  <a:pt x="324" y="294"/>
                  <a:pt x="324" y="294"/>
                  <a:pt x="324" y="294"/>
                </a:cubicBezTo>
                <a:cubicBezTo>
                  <a:pt x="324" y="191"/>
                  <a:pt x="324" y="191"/>
                  <a:pt x="324" y="191"/>
                </a:cubicBezTo>
                <a:cubicBezTo>
                  <a:pt x="324" y="177"/>
                  <a:pt x="324" y="177"/>
                  <a:pt x="309" y="177"/>
                </a:cubicBezTo>
                <a:cubicBezTo>
                  <a:pt x="294" y="177"/>
                  <a:pt x="294" y="177"/>
                  <a:pt x="294" y="191"/>
                </a:cubicBezTo>
                <a:cubicBezTo>
                  <a:pt x="294" y="294"/>
                  <a:pt x="294" y="294"/>
                  <a:pt x="294" y="294"/>
                </a:cubicBezTo>
                <a:cubicBezTo>
                  <a:pt x="191" y="294"/>
                  <a:pt x="191" y="294"/>
                  <a:pt x="191" y="294"/>
                </a:cubicBezTo>
                <a:cubicBezTo>
                  <a:pt x="177" y="294"/>
                  <a:pt x="177" y="294"/>
                  <a:pt x="177" y="309"/>
                </a:cubicBezTo>
                <a:cubicBezTo>
                  <a:pt x="177" y="324"/>
                  <a:pt x="177" y="324"/>
                  <a:pt x="191" y="324"/>
                </a:cubicBezTo>
                <a:cubicBezTo>
                  <a:pt x="294" y="324"/>
                  <a:pt x="294" y="324"/>
                  <a:pt x="294" y="324"/>
                </a:cubicBezTo>
                <a:cubicBezTo>
                  <a:pt x="294" y="427"/>
                  <a:pt x="294" y="427"/>
                  <a:pt x="294" y="427"/>
                </a:cubicBezTo>
                <a:cubicBezTo>
                  <a:pt x="294" y="441"/>
                  <a:pt x="294" y="441"/>
                  <a:pt x="309" y="441"/>
                </a:cubicBezTo>
                <a:cubicBezTo>
                  <a:pt x="324" y="441"/>
                  <a:pt x="324" y="441"/>
                  <a:pt x="324" y="427"/>
                </a:cubicBezTo>
                <a:cubicBezTo>
                  <a:pt x="324" y="324"/>
                  <a:pt x="324" y="324"/>
                  <a:pt x="324" y="324"/>
                </a:cubicBezTo>
                <a:cubicBezTo>
                  <a:pt x="427" y="324"/>
                  <a:pt x="427" y="324"/>
                  <a:pt x="427" y="324"/>
                </a:cubicBezTo>
                <a:cubicBezTo>
                  <a:pt x="441" y="324"/>
                  <a:pt x="441" y="324"/>
                  <a:pt x="441" y="309"/>
                </a:cubicBezTo>
                <a:cubicBezTo>
                  <a:pt x="441" y="294"/>
                  <a:pt x="441" y="294"/>
                  <a:pt x="427" y="294"/>
                </a:cubicBezTo>
                <a:close/>
                <a:moveTo>
                  <a:pt x="544" y="0"/>
                </a:moveTo>
                <a:lnTo>
                  <a:pt x="544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29"/>
                  <a:pt x="0" y="74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589"/>
                  <a:pt x="29" y="618"/>
                  <a:pt x="73" y="618"/>
                </a:cubicBezTo>
                <a:cubicBezTo>
                  <a:pt x="544" y="618"/>
                  <a:pt x="544" y="618"/>
                  <a:pt x="544" y="618"/>
                </a:cubicBezTo>
                <a:cubicBezTo>
                  <a:pt x="589" y="618"/>
                  <a:pt x="618" y="589"/>
                  <a:pt x="618" y="545"/>
                </a:cubicBezTo>
                <a:cubicBezTo>
                  <a:pt x="618" y="74"/>
                  <a:pt x="618" y="74"/>
                  <a:pt x="618" y="74"/>
                </a:cubicBezTo>
                <a:cubicBezTo>
                  <a:pt x="618" y="29"/>
                  <a:pt x="589" y="0"/>
                  <a:pt x="544" y="0"/>
                </a:cubicBezTo>
                <a:close/>
                <a:moveTo>
                  <a:pt x="589" y="545"/>
                </a:moveTo>
                <a:lnTo>
                  <a:pt x="589" y="545"/>
                </a:lnTo>
                <a:cubicBezTo>
                  <a:pt x="589" y="559"/>
                  <a:pt x="559" y="589"/>
                  <a:pt x="544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9" y="589"/>
                  <a:pt x="29" y="559"/>
                  <a:pt x="29" y="545"/>
                </a:cubicBezTo>
                <a:cubicBezTo>
                  <a:pt x="29" y="74"/>
                  <a:pt x="29" y="74"/>
                  <a:pt x="29" y="74"/>
                </a:cubicBezTo>
                <a:cubicBezTo>
                  <a:pt x="29" y="59"/>
                  <a:pt x="59" y="29"/>
                  <a:pt x="73" y="29"/>
                </a:cubicBezTo>
                <a:cubicBezTo>
                  <a:pt x="544" y="29"/>
                  <a:pt x="544" y="29"/>
                  <a:pt x="544" y="29"/>
                </a:cubicBezTo>
                <a:cubicBezTo>
                  <a:pt x="559" y="29"/>
                  <a:pt x="589" y="59"/>
                  <a:pt x="589" y="74"/>
                </a:cubicBezTo>
                <a:lnTo>
                  <a:pt x="589" y="54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3" name="Freeform 42"/>
          <p:cNvSpPr/>
          <p:nvPr/>
        </p:nvSpPr>
        <p:spPr>
          <a:xfrm>
            <a:off x="8674200" y="2214720"/>
            <a:ext cx="266760" cy="274320"/>
          </a:xfrm>
          <a:custGeom>
            <a:avLst/>
            <a:gdLst/>
            <a:ahLst/>
            <a:rect l="l" t="t" r="r" b="b"/>
            <a:pathLst>
              <a:path w="619" h="634">
                <a:moveTo>
                  <a:pt x="412" y="324"/>
                </a:moveTo>
                <a:lnTo>
                  <a:pt x="412" y="324"/>
                </a:lnTo>
                <a:cubicBezTo>
                  <a:pt x="324" y="412"/>
                  <a:pt x="324" y="412"/>
                  <a:pt x="324" y="412"/>
                </a:cubicBezTo>
                <a:cubicBezTo>
                  <a:pt x="324" y="207"/>
                  <a:pt x="324" y="207"/>
                  <a:pt x="324" y="207"/>
                </a:cubicBezTo>
                <a:cubicBezTo>
                  <a:pt x="324" y="192"/>
                  <a:pt x="324" y="177"/>
                  <a:pt x="309" y="177"/>
                </a:cubicBezTo>
                <a:cubicBezTo>
                  <a:pt x="294" y="177"/>
                  <a:pt x="294" y="192"/>
                  <a:pt x="294" y="207"/>
                </a:cubicBezTo>
                <a:cubicBezTo>
                  <a:pt x="294" y="412"/>
                  <a:pt x="294" y="412"/>
                  <a:pt x="294" y="412"/>
                </a:cubicBezTo>
                <a:cubicBezTo>
                  <a:pt x="206" y="324"/>
                  <a:pt x="206" y="324"/>
                  <a:pt x="206" y="324"/>
                </a:cubicBezTo>
                <a:cubicBezTo>
                  <a:pt x="206" y="324"/>
                  <a:pt x="191" y="324"/>
                  <a:pt x="177" y="324"/>
                </a:cubicBezTo>
                <a:cubicBezTo>
                  <a:pt x="177" y="339"/>
                  <a:pt x="177" y="354"/>
                  <a:pt x="177" y="354"/>
                </a:cubicBezTo>
                <a:cubicBezTo>
                  <a:pt x="294" y="471"/>
                  <a:pt x="294" y="471"/>
                  <a:pt x="294" y="471"/>
                </a:cubicBezTo>
                <a:lnTo>
                  <a:pt x="309" y="471"/>
                </a:lnTo>
                <a:lnTo>
                  <a:pt x="324" y="471"/>
                </a:lnTo>
                <a:cubicBezTo>
                  <a:pt x="441" y="354"/>
                  <a:pt x="441" y="354"/>
                  <a:pt x="441" y="354"/>
                </a:cubicBezTo>
                <a:cubicBezTo>
                  <a:pt x="441" y="354"/>
                  <a:pt x="441" y="339"/>
                  <a:pt x="441" y="324"/>
                </a:cubicBezTo>
                <a:cubicBezTo>
                  <a:pt x="427" y="324"/>
                  <a:pt x="412" y="324"/>
                  <a:pt x="412" y="324"/>
                </a:cubicBezTo>
                <a:close/>
                <a:moveTo>
                  <a:pt x="545" y="0"/>
                </a:moveTo>
                <a:lnTo>
                  <a:pt x="545" y="0"/>
                </a:lnTo>
                <a:cubicBezTo>
                  <a:pt x="74" y="0"/>
                  <a:pt x="74" y="0"/>
                  <a:pt x="74" y="0"/>
                </a:cubicBezTo>
                <a:cubicBezTo>
                  <a:pt x="29" y="0"/>
                  <a:pt x="0" y="45"/>
                  <a:pt x="0" y="89"/>
                </a:cubicBezTo>
                <a:cubicBezTo>
                  <a:pt x="0" y="560"/>
                  <a:pt x="0" y="560"/>
                  <a:pt x="0" y="560"/>
                </a:cubicBezTo>
                <a:cubicBezTo>
                  <a:pt x="0" y="604"/>
                  <a:pt x="29" y="633"/>
                  <a:pt x="74" y="633"/>
                </a:cubicBezTo>
                <a:cubicBezTo>
                  <a:pt x="545" y="633"/>
                  <a:pt x="545" y="633"/>
                  <a:pt x="545" y="633"/>
                </a:cubicBezTo>
                <a:cubicBezTo>
                  <a:pt x="589" y="633"/>
                  <a:pt x="618" y="604"/>
                  <a:pt x="618" y="560"/>
                </a:cubicBezTo>
                <a:cubicBezTo>
                  <a:pt x="618" y="89"/>
                  <a:pt x="618" y="89"/>
                  <a:pt x="618" y="89"/>
                </a:cubicBezTo>
                <a:cubicBezTo>
                  <a:pt x="618" y="45"/>
                  <a:pt x="589" y="0"/>
                  <a:pt x="545" y="0"/>
                </a:cubicBezTo>
                <a:close/>
                <a:moveTo>
                  <a:pt x="589" y="560"/>
                </a:moveTo>
                <a:lnTo>
                  <a:pt x="589" y="560"/>
                </a:lnTo>
                <a:cubicBezTo>
                  <a:pt x="589" y="575"/>
                  <a:pt x="559" y="589"/>
                  <a:pt x="545" y="589"/>
                </a:cubicBezTo>
                <a:cubicBezTo>
                  <a:pt x="74" y="589"/>
                  <a:pt x="74" y="589"/>
                  <a:pt x="74" y="589"/>
                </a:cubicBezTo>
                <a:cubicBezTo>
                  <a:pt x="59" y="589"/>
                  <a:pt x="29" y="575"/>
                  <a:pt x="29" y="560"/>
                </a:cubicBezTo>
                <a:cubicBezTo>
                  <a:pt x="29" y="89"/>
                  <a:pt x="29" y="89"/>
                  <a:pt x="29" y="89"/>
                </a:cubicBezTo>
                <a:cubicBezTo>
                  <a:pt x="29" y="59"/>
                  <a:pt x="59" y="45"/>
                  <a:pt x="74" y="45"/>
                </a:cubicBezTo>
                <a:cubicBezTo>
                  <a:pt x="545" y="45"/>
                  <a:pt x="545" y="45"/>
                  <a:pt x="545" y="45"/>
                </a:cubicBezTo>
                <a:cubicBezTo>
                  <a:pt x="559" y="45"/>
                  <a:pt x="589" y="59"/>
                  <a:pt x="589" y="89"/>
                </a:cubicBezTo>
                <a:lnTo>
                  <a:pt x="589" y="56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4" name="Freeform 43"/>
          <p:cNvSpPr/>
          <p:nvPr/>
        </p:nvSpPr>
        <p:spPr>
          <a:xfrm>
            <a:off x="8229600" y="2214720"/>
            <a:ext cx="274680" cy="274320"/>
          </a:xfrm>
          <a:custGeom>
            <a:avLst/>
            <a:gdLst/>
            <a:ahLst/>
            <a:rect l="l" t="t" r="r" b="b"/>
            <a:pathLst>
              <a:path w="634" h="634">
                <a:moveTo>
                  <a:pt x="339" y="177"/>
                </a:moveTo>
                <a:lnTo>
                  <a:pt x="339" y="177"/>
                </a:lnTo>
                <a:cubicBezTo>
                  <a:pt x="339" y="162"/>
                  <a:pt x="324" y="162"/>
                  <a:pt x="324" y="162"/>
                </a:cubicBezTo>
                <a:cubicBezTo>
                  <a:pt x="310" y="162"/>
                  <a:pt x="310" y="162"/>
                  <a:pt x="295" y="177"/>
                </a:cubicBezTo>
                <a:cubicBezTo>
                  <a:pt x="192" y="280"/>
                  <a:pt x="192" y="280"/>
                  <a:pt x="192" y="280"/>
                </a:cubicBezTo>
                <a:cubicBezTo>
                  <a:pt x="177" y="295"/>
                  <a:pt x="177" y="310"/>
                  <a:pt x="192" y="310"/>
                </a:cubicBezTo>
                <a:cubicBezTo>
                  <a:pt x="192" y="324"/>
                  <a:pt x="207" y="324"/>
                  <a:pt x="221" y="310"/>
                </a:cubicBezTo>
                <a:cubicBezTo>
                  <a:pt x="295" y="236"/>
                  <a:pt x="295" y="236"/>
                  <a:pt x="295" y="236"/>
                </a:cubicBezTo>
                <a:cubicBezTo>
                  <a:pt x="295" y="442"/>
                  <a:pt x="295" y="442"/>
                  <a:pt x="295" y="442"/>
                </a:cubicBezTo>
                <a:cubicBezTo>
                  <a:pt x="295" y="442"/>
                  <a:pt x="310" y="457"/>
                  <a:pt x="324" y="457"/>
                </a:cubicBezTo>
                <a:lnTo>
                  <a:pt x="339" y="442"/>
                </a:lnTo>
                <a:cubicBezTo>
                  <a:pt x="339" y="236"/>
                  <a:pt x="339" y="236"/>
                  <a:pt x="339" y="236"/>
                </a:cubicBezTo>
                <a:cubicBezTo>
                  <a:pt x="412" y="310"/>
                  <a:pt x="412" y="310"/>
                  <a:pt x="412" y="310"/>
                </a:cubicBezTo>
                <a:cubicBezTo>
                  <a:pt x="428" y="324"/>
                  <a:pt x="442" y="324"/>
                  <a:pt x="442" y="310"/>
                </a:cubicBezTo>
                <a:cubicBezTo>
                  <a:pt x="457" y="310"/>
                  <a:pt x="457" y="295"/>
                  <a:pt x="442" y="280"/>
                </a:cubicBezTo>
                <a:lnTo>
                  <a:pt x="339" y="177"/>
                </a:lnTo>
                <a:close/>
                <a:moveTo>
                  <a:pt x="560" y="0"/>
                </a:moveTo>
                <a:lnTo>
                  <a:pt x="560" y="0"/>
                </a:lnTo>
                <a:cubicBezTo>
                  <a:pt x="89" y="0"/>
                  <a:pt x="89" y="0"/>
                  <a:pt x="89" y="0"/>
                </a:cubicBezTo>
                <a:cubicBezTo>
                  <a:pt x="45" y="0"/>
                  <a:pt x="0" y="45"/>
                  <a:pt x="0" y="89"/>
                </a:cubicBezTo>
                <a:cubicBezTo>
                  <a:pt x="0" y="560"/>
                  <a:pt x="0" y="560"/>
                  <a:pt x="0" y="560"/>
                </a:cubicBezTo>
                <a:cubicBezTo>
                  <a:pt x="0" y="604"/>
                  <a:pt x="45" y="633"/>
                  <a:pt x="89" y="633"/>
                </a:cubicBezTo>
                <a:cubicBezTo>
                  <a:pt x="560" y="633"/>
                  <a:pt x="560" y="633"/>
                  <a:pt x="560" y="633"/>
                </a:cubicBezTo>
                <a:cubicBezTo>
                  <a:pt x="604" y="633"/>
                  <a:pt x="633" y="604"/>
                  <a:pt x="633" y="560"/>
                </a:cubicBezTo>
                <a:cubicBezTo>
                  <a:pt x="633" y="89"/>
                  <a:pt x="633" y="89"/>
                  <a:pt x="633" y="89"/>
                </a:cubicBezTo>
                <a:cubicBezTo>
                  <a:pt x="633" y="45"/>
                  <a:pt x="604" y="0"/>
                  <a:pt x="560" y="0"/>
                </a:cubicBezTo>
                <a:close/>
                <a:moveTo>
                  <a:pt x="589" y="560"/>
                </a:moveTo>
                <a:lnTo>
                  <a:pt x="589" y="560"/>
                </a:lnTo>
                <a:cubicBezTo>
                  <a:pt x="589" y="575"/>
                  <a:pt x="575" y="589"/>
                  <a:pt x="560" y="589"/>
                </a:cubicBezTo>
                <a:cubicBezTo>
                  <a:pt x="89" y="589"/>
                  <a:pt x="89" y="589"/>
                  <a:pt x="89" y="589"/>
                </a:cubicBezTo>
                <a:cubicBezTo>
                  <a:pt x="59" y="589"/>
                  <a:pt x="45" y="575"/>
                  <a:pt x="45" y="560"/>
                </a:cubicBezTo>
                <a:cubicBezTo>
                  <a:pt x="45" y="89"/>
                  <a:pt x="45" y="89"/>
                  <a:pt x="45" y="89"/>
                </a:cubicBezTo>
                <a:cubicBezTo>
                  <a:pt x="45" y="59"/>
                  <a:pt x="59" y="45"/>
                  <a:pt x="89" y="45"/>
                </a:cubicBezTo>
                <a:cubicBezTo>
                  <a:pt x="560" y="45"/>
                  <a:pt x="560" y="45"/>
                  <a:pt x="560" y="45"/>
                </a:cubicBezTo>
                <a:cubicBezTo>
                  <a:pt x="575" y="45"/>
                  <a:pt x="589" y="59"/>
                  <a:pt x="589" y="89"/>
                </a:cubicBezTo>
                <a:lnTo>
                  <a:pt x="589" y="56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5" name="Freeform 44"/>
          <p:cNvSpPr/>
          <p:nvPr/>
        </p:nvSpPr>
        <p:spPr>
          <a:xfrm>
            <a:off x="7788240" y="2214720"/>
            <a:ext cx="274680" cy="274320"/>
          </a:xfrm>
          <a:custGeom>
            <a:avLst/>
            <a:gdLst/>
            <a:ahLst/>
            <a:rect l="l" t="t" r="r" b="b"/>
            <a:pathLst>
              <a:path w="634" h="634">
                <a:moveTo>
                  <a:pt x="456" y="295"/>
                </a:moveTo>
                <a:lnTo>
                  <a:pt x="456" y="295"/>
                </a:lnTo>
                <a:cubicBezTo>
                  <a:pt x="353" y="192"/>
                  <a:pt x="353" y="192"/>
                  <a:pt x="353" y="192"/>
                </a:cubicBezTo>
                <a:cubicBezTo>
                  <a:pt x="338" y="177"/>
                  <a:pt x="324" y="177"/>
                  <a:pt x="324" y="192"/>
                </a:cubicBezTo>
                <a:cubicBezTo>
                  <a:pt x="309" y="192"/>
                  <a:pt x="309" y="207"/>
                  <a:pt x="324" y="221"/>
                </a:cubicBezTo>
                <a:cubicBezTo>
                  <a:pt x="397" y="295"/>
                  <a:pt x="397" y="295"/>
                  <a:pt x="397" y="295"/>
                </a:cubicBezTo>
                <a:cubicBezTo>
                  <a:pt x="191" y="295"/>
                  <a:pt x="191" y="295"/>
                  <a:pt x="191" y="295"/>
                </a:cubicBezTo>
                <a:cubicBezTo>
                  <a:pt x="191" y="295"/>
                  <a:pt x="176" y="310"/>
                  <a:pt x="176" y="324"/>
                </a:cubicBezTo>
                <a:lnTo>
                  <a:pt x="191" y="339"/>
                </a:lnTo>
                <a:cubicBezTo>
                  <a:pt x="397" y="339"/>
                  <a:pt x="397" y="339"/>
                  <a:pt x="397" y="339"/>
                </a:cubicBezTo>
                <a:cubicBezTo>
                  <a:pt x="324" y="412"/>
                  <a:pt x="324" y="412"/>
                  <a:pt x="324" y="412"/>
                </a:cubicBezTo>
                <a:cubicBezTo>
                  <a:pt x="309" y="428"/>
                  <a:pt x="309" y="442"/>
                  <a:pt x="324" y="442"/>
                </a:cubicBezTo>
                <a:cubicBezTo>
                  <a:pt x="324" y="457"/>
                  <a:pt x="338" y="457"/>
                  <a:pt x="353" y="442"/>
                </a:cubicBezTo>
                <a:cubicBezTo>
                  <a:pt x="456" y="339"/>
                  <a:pt x="456" y="339"/>
                  <a:pt x="456" y="339"/>
                </a:cubicBezTo>
                <a:cubicBezTo>
                  <a:pt x="471" y="339"/>
                  <a:pt x="471" y="324"/>
                  <a:pt x="471" y="324"/>
                </a:cubicBezTo>
                <a:cubicBezTo>
                  <a:pt x="471" y="310"/>
                  <a:pt x="471" y="310"/>
                  <a:pt x="456" y="295"/>
                </a:cubicBezTo>
                <a:close/>
                <a:moveTo>
                  <a:pt x="544" y="0"/>
                </a:moveTo>
                <a:lnTo>
                  <a:pt x="544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45"/>
                  <a:pt x="0" y="89"/>
                </a:cubicBezTo>
                <a:cubicBezTo>
                  <a:pt x="0" y="560"/>
                  <a:pt x="0" y="560"/>
                  <a:pt x="0" y="560"/>
                </a:cubicBezTo>
                <a:cubicBezTo>
                  <a:pt x="0" y="604"/>
                  <a:pt x="29" y="633"/>
                  <a:pt x="73" y="633"/>
                </a:cubicBezTo>
                <a:cubicBezTo>
                  <a:pt x="544" y="633"/>
                  <a:pt x="544" y="633"/>
                  <a:pt x="544" y="633"/>
                </a:cubicBezTo>
                <a:cubicBezTo>
                  <a:pt x="588" y="633"/>
                  <a:pt x="633" y="604"/>
                  <a:pt x="633" y="560"/>
                </a:cubicBezTo>
                <a:cubicBezTo>
                  <a:pt x="633" y="89"/>
                  <a:pt x="633" y="89"/>
                  <a:pt x="633" y="89"/>
                </a:cubicBezTo>
                <a:cubicBezTo>
                  <a:pt x="633" y="45"/>
                  <a:pt x="588" y="0"/>
                  <a:pt x="544" y="0"/>
                </a:cubicBezTo>
                <a:close/>
                <a:moveTo>
                  <a:pt x="588" y="560"/>
                </a:moveTo>
                <a:lnTo>
                  <a:pt x="588" y="560"/>
                </a:lnTo>
                <a:cubicBezTo>
                  <a:pt x="588" y="575"/>
                  <a:pt x="574" y="589"/>
                  <a:pt x="544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9" y="589"/>
                  <a:pt x="44" y="575"/>
                  <a:pt x="44" y="560"/>
                </a:cubicBezTo>
                <a:cubicBezTo>
                  <a:pt x="44" y="89"/>
                  <a:pt x="44" y="89"/>
                  <a:pt x="44" y="89"/>
                </a:cubicBezTo>
                <a:cubicBezTo>
                  <a:pt x="44" y="59"/>
                  <a:pt x="59" y="45"/>
                  <a:pt x="73" y="45"/>
                </a:cubicBezTo>
                <a:cubicBezTo>
                  <a:pt x="544" y="45"/>
                  <a:pt x="544" y="45"/>
                  <a:pt x="544" y="45"/>
                </a:cubicBezTo>
                <a:cubicBezTo>
                  <a:pt x="574" y="45"/>
                  <a:pt x="588" y="59"/>
                  <a:pt x="588" y="89"/>
                </a:cubicBezTo>
                <a:lnTo>
                  <a:pt x="588" y="56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6" name="Freeform 45"/>
          <p:cNvSpPr/>
          <p:nvPr/>
        </p:nvSpPr>
        <p:spPr>
          <a:xfrm>
            <a:off x="7350120" y="2214720"/>
            <a:ext cx="266760" cy="274320"/>
          </a:xfrm>
          <a:custGeom>
            <a:avLst/>
            <a:gdLst/>
            <a:ahLst/>
            <a:rect l="l" t="t" r="r" b="b"/>
            <a:pathLst>
              <a:path w="619" h="634">
                <a:moveTo>
                  <a:pt x="545" y="0"/>
                </a:moveTo>
                <a:lnTo>
                  <a:pt x="545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45"/>
                  <a:pt x="0" y="89"/>
                </a:cubicBezTo>
                <a:cubicBezTo>
                  <a:pt x="0" y="560"/>
                  <a:pt x="0" y="560"/>
                  <a:pt x="0" y="560"/>
                </a:cubicBezTo>
                <a:cubicBezTo>
                  <a:pt x="0" y="604"/>
                  <a:pt x="29" y="633"/>
                  <a:pt x="73" y="633"/>
                </a:cubicBezTo>
                <a:cubicBezTo>
                  <a:pt x="545" y="633"/>
                  <a:pt x="545" y="633"/>
                  <a:pt x="545" y="633"/>
                </a:cubicBezTo>
                <a:cubicBezTo>
                  <a:pt x="589" y="633"/>
                  <a:pt x="618" y="604"/>
                  <a:pt x="618" y="560"/>
                </a:cubicBezTo>
                <a:cubicBezTo>
                  <a:pt x="618" y="89"/>
                  <a:pt x="618" y="89"/>
                  <a:pt x="618" y="89"/>
                </a:cubicBezTo>
                <a:cubicBezTo>
                  <a:pt x="618" y="45"/>
                  <a:pt x="589" y="0"/>
                  <a:pt x="545" y="0"/>
                </a:cubicBezTo>
                <a:close/>
                <a:moveTo>
                  <a:pt x="589" y="560"/>
                </a:moveTo>
                <a:lnTo>
                  <a:pt x="589" y="560"/>
                </a:lnTo>
                <a:cubicBezTo>
                  <a:pt x="589" y="575"/>
                  <a:pt x="559" y="589"/>
                  <a:pt x="545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9" y="589"/>
                  <a:pt x="29" y="575"/>
                  <a:pt x="29" y="560"/>
                </a:cubicBezTo>
                <a:cubicBezTo>
                  <a:pt x="29" y="89"/>
                  <a:pt x="29" y="89"/>
                  <a:pt x="29" y="89"/>
                </a:cubicBezTo>
                <a:cubicBezTo>
                  <a:pt x="29" y="59"/>
                  <a:pt x="59" y="45"/>
                  <a:pt x="73" y="45"/>
                </a:cubicBezTo>
                <a:cubicBezTo>
                  <a:pt x="545" y="45"/>
                  <a:pt x="545" y="45"/>
                  <a:pt x="545" y="45"/>
                </a:cubicBezTo>
                <a:cubicBezTo>
                  <a:pt x="559" y="45"/>
                  <a:pt x="589" y="59"/>
                  <a:pt x="589" y="89"/>
                </a:cubicBezTo>
                <a:lnTo>
                  <a:pt x="589" y="560"/>
                </a:lnTo>
                <a:close/>
                <a:moveTo>
                  <a:pt x="427" y="295"/>
                </a:moveTo>
                <a:lnTo>
                  <a:pt x="427" y="295"/>
                </a:lnTo>
                <a:cubicBezTo>
                  <a:pt x="221" y="295"/>
                  <a:pt x="221" y="295"/>
                  <a:pt x="221" y="295"/>
                </a:cubicBezTo>
                <a:cubicBezTo>
                  <a:pt x="294" y="221"/>
                  <a:pt x="294" y="221"/>
                  <a:pt x="294" y="221"/>
                </a:cubicBezTo>
                <a:cubicBezTo>
                  <a:pt x="309" y="207"/>
                  <a:pt x="309" y="192"/>
                  <a:pt x="294" y="192"/>
                </a:cubicBezTo>
                <a:cubicBezTo>
                  <a:pt x="294" y="177"/>
                  <a:pt x="280" y="177"/>
                  <a:pt x="265" y="192"/>
                </a:cubicBezTo>
                <a:cubicBezTo>
                  <a:pt x="162" y="295"/>
                  <a:pt x="162" y="295"/>
                  <a:pt x="162" y="295"/>
                </a:cubicBezTo>
                <a:cubicBezTo>
                  <a:pt x="162" y="310"/>
                  <a:pt x="162" y="310"/>
                  <a:pt x="162" y="324"/>
                </a:cubicBezTo>
                <a:lnTo>
                  <a:pt x="162" y="339"/>
                </a:lnTo>
                <a:cubicBezTo>
                  <a:pt x="265" y="442"/>
                  <a:pt x="265" y="442"/>
                  <a:pt x="265" y="442"/>
                </a:cubicBezTo>
                <a:cubicBezTo>
                  <a:pt x="280" y="457"/>
                  <a:pt x="294" y="457"/>
                  <a:pt x="294" y="442"/>
                </a:cubicBezTo>
                <a:cubicBezTo>
                  <a:pt x="309" y="442"/>
                  <a:pt x="309" y="428"/>
                  <a:pt x="294" y="412"/>
                </a:cubicBezTo>
                <a:cubicBezTo>
                  <a:pt x="221" y="339"/>
                  <a:pt x="221" y="339"/>
                  <a:pt x="221" y="339"/>
                </a:cubicBezTo>
                <a:cubicBezTo>
                  <a:pt x="427" y="339"/>
                  <a:pt x="427" y="339"/>
                  <a:pt x="427" y="339"/>
                </a:cubicBezTo>
                <a:cubicBezTo>
                  <a:pt x="441" y="339"/>
                  <a:pt x="441" y="324"/>
                  <a:pt x="441" y="324"/>
                </a:cubicBezTo>
                <a:cubicBezTo>
                  <a:pt x="441" y="310"/>
                  <a:pt x="441" y="295"/>
                  <a:pt x="427" y="29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7" name="Freeform 46"/>
          <p:cNvSpPr/>
          <p:nvPr/>
        </p:nvSpPr>
        <p:spPr>
          <a:xfrm>
            <a:off x="6904080" y="2214720"/>
            <a:ext cx="274680" cy="274320"/>
          </a:xfrm>
          <a:custGeom>
            <a:avLst/>
            <a:gdLst/>
            <a:ahLst/>
            <a:rect l="l" t="t" r="r" b="b"/>
            <a:pathLst>
              <a:path w="634" h="634">
                <a:moveTo>
                  <a:pt x="486" y="207"/>
                </a:moveTo>
                <a:lnTo>
                  <a:pt x="486" y="207"/>
                </a:lnTo>
                <a:cubicBezTo>
                  <a:pt x="324" y="369"/>
                  <a:pt x="324" y="369"/>
                  <a:pt x="324" y="369"/>
                </a:cubicBezTo>
                <a:cubicBezTo>
                  <a:pt x="162" y="207"/>
                  <a:pt x="162" y="207"/>
                  <a:pt x="162" y="207"/>
                </a:cubicBezTo>
                <a:cubicBezTo>
                  <a:pt x="148" y="207"/>
                  <a:pt x="133" y="207"/>
                  <a:pt x="133" y="207"/>
                </a:cubicBezTo>
                <a:cubicBezTo>
                  <a:pt x="118" y="221"/>
                  <a:pt x="118" y="221"/>
                  <a:pt x="133" y="236"/>
                </a:cubicBezTo>
                <a:cubicBezTo>
                  <a:pt x="310" y="412"/>
                  <a:pt x="310" y="412"/>
                  <a:pt x="310" y="412"/>
                </a:cubicBezTo>
                <a:cubicBezTo>
                  <a:pt x="310" y="412"/>
                  <a:pt x="310" y="412"/>
                  <a:pt x="324" y="412"/>
                </a:cubicBezTo>
                <a:cubicBezTo>
                  <a:pt x="324" y="412"/>
                  <a:pt x="324" y="412"/>
                  <a:pt x="339" y="412"/>
                </a:cubicBezTo>
                <a:cubicBezTo>
                  <a:pt x="516" y="236"/>
                  <a:pt x="516" y="236"/>
                  <a:pt x="516" y="236"/>
                </a:cubicBezTo>
                <a:cubicBezTo>
                  <a:pt x="516" y="221"/>
                  <a:pt x="516" y="221"/>
                  <a:pt x="516" y="207"/>
                </a:cubicBezTo>
                <a:cubicBezTo>
                  <a:pt x="501" y="207"/>
                  <a:pt x="486" y="207"/>
                  <a:pt x="486" y="207"/>
                </a:cubicBezTo>
                <a:close/>
                <a:moveTo>
                  <a:pt x="560" y="0"/>
                </a:moveTo>
                <a:lnTo>
                  <a:pt x="560" y="0"/>
                </a:lnTo>
                <a:cubicBezTo>
                  <a:pt x="89" y="0"/>
                  <a:pt x="89" y="0"/>
                  <a:pt x="89" y="0"/>
                </a:cubicBezTo>
                <a:cubicBezTo>
                  <a:pt x="45" y="0"/>
                  <a:pt x="0" y="45"/>
                  <a:pt x="0" y="89"/>
                </a:cubicBezTo>
                <a:cubicBezTo>
                  <a:pt x="0" y="560"/>
                  <a:pt x="0" y="560"/>
                  <a:pt x="0" y="560"/>
                </a:cubicBezTo>
                <a:cubicBezTo>
                  <a:pt x="0" y="604"/>
                  <a:pt x="45" y="633"/>
                  <a:pt x="89" y="633"/>
                </a:cubicBezTo>
                <a:cubicBezTo>
                  <a:pt x="560" y="633"/>
                  <a:pt x="560" y="633"/>
                  <a:pt x="560" y="633"/>
                </a:cubicBezTo>
                <a:cubicBezTo>
                  <a:pt x="604" y="633"/>
                  <a:pt x="633" y="604"/>
                  <a:pt x="633" y="560"/>
                </a:cubicBezTo>
                <a:cubicBezTo>
                  <a:pt x="633" y="89"/>
                  <a:pt x="633" y="89"/>
                  <a:pt x="633" y="89"/>
                </a:cubicBezTo>
                <a:cubicBezTo>
                  <a:pt x="633" y="45"/>
                  <a:pt x="604" y="0"/>
                  <a:pt x="560" y="0"/>
                </a:cubicBezTo>
                <a:close/>
                <a:moveTo>
                  <a:pt x="589" y="560"/>
                </a:moveTo>
                <a:lnTo>
                  <a:pt x="589" y="560"/>
                </a:lnTo>
                <a:cubicBezTo>
                  <a:pt x="589" y="575"/>
                  <a:pt x="575" y="589"/>
                  <a:pt x="560" y="589"/>
                </a:cubicBezTo>
                <a:cubicBezTo>
                  <a:pt x="89" y="589"/>
                  <a:pt x="89" y="589"/>
                  <a:pt x="89" y="589"/>
                </a:cubicBezTo>
                <a:cubicBezTo>
                  <a:pt x="59" y="589"/>
                  <a:pt x="45" y="575"/>
                  <a:pt x="45" y="560"/>
                </a:cubicBezTo>
                <a:cubicBezTo>
                  <a:pt x="45" y="89"/>
                  <a:pt x="45" y="89"/>
                  <a:pt x="45" y="89"/>
                </a:cubicBezTo>
                <a:cubicBezTo>
                  <a:pt x="45" y="59"/>
                  <a:pt x="59" y="45"/>
                  <a:pt x="89" y="45"/>
                </a:cubicBezTo>
                <a:cubicBezTo>
                  <a:pt x="560" y="45"/>
                  <a:pt x="560" y="45"/>
                  <a:pt x="560" y="45"/>
                </a:cubicBezTo>
                <a:cubicBezTo>
                  <a:pt x="575" y="45"/>
                  <a:pt x="589" y="59"/>
                  <a:pt x="589" y="89"/>
                </a:cubicBezTo>
                <a:lnTo>
                  <a:pt x="589" y="56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8" name="Freeform 47"/>
          <p:cNvSpPr/>
          <p:nvPr/>
        </p:nvSpPr>
        <p:spPr>
          <a:xfrm>
            <a:off x="6464160" y="2214720"/>
            <a:ext cx="274680" cy="274320"/>
          </a:xfrm>
          <a:custGeom>
            <a:avLst/>
            <a:gdLst/>
            <a:ahLst/>
            <a:rect l="l" t="t" r="r" b="b"/>
            <a:pathLst>
              <a:path w="634" h="634">
                <a:moveTo>
                  <a:pt x="324" y="221"/>
                </a:moveTo>
                <a:lnTo>
                  <a:pt x="324" y="221"/>
                </a:lnTo>
                <a:cubicBezTo>
                  <a:pt x="324" y="221"/>
                  <a:pt x="324" y="221"/>
                  <a:pt x="309" y="221"/>
                </a:cubicBezTo>
                <a:cubicBezTo>
                  <a:pt x="309" y="221"/>
                  <a:pt x="309" y="221"/>
                  <a:pt x="294" y="221"/>
                </a:cubicBezTo>
                <a:cubicBezTo>
                  <a:pt x="117" y="398"/>
                  <a:pt x="117" y="398"/>
                  <a:pt x="117" y="398"/>
                </a:cubicBezTo>
                <a:cubicBezTo>
                  <a:pt x="117" y="412"/>
                  <a:pt x="117" y="428"/>
                  <a:pt x="117" y="428"/>
                </a:cubicBezTo>
                <a:cubicBezTo>
                  <a:pt x="132" y="442"/>
                  <a:pt x="147" y="442"/>
                  <a:pt x="147" y="428"/>
                </a:cubicBezTo>
                <a:cubicBezTo>
                  <a:pt x="309" y="266"/>
                  <a:pt x="309" y="266"/>
                  <a:pt x="309" y="266"/>
                </a:cubicBezTo>
                <a:cubicBezTo>
                  <a:pt x="471" y="428"/>
                  <a:pt x="471" y="428"/>
                  <a:pt x="471" y="428"/>
                </a:cubicBezTo>
                <a:cubicBezTo>
                  <a:pt x="485" y="442"/>
                  <a:pt x="500" y="442"/>
                  <a:pt x="500" y="428"/>
                </a:cubicBezTo>
                <a:cubicBezTo>
                  <a:pt x="515" y="428"/>
                  <a:pt x="515" y="412"/>
                  <a:pt x="500" y="398"/>
                </a:cubicBezTo>
                <a:lnTo>
                  <a:pt x="324" y="221"/>
                </a:lnTo>
                <a:close/>
                <a:moveTo>
                  <a:pt x="544" y="0"/>
                </a:moveTo>
                <a:lnTo>
                  <a:pt x="544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45"/>
                  <a:pt x="0" y="89"/>
                </a:cubicBezTo>
                <a:cubicBezTo>
                  <a:pt x="0" y="560"/>
                  <a:pt x="0" y="560"/>
                  <a:pt x="0" y="560"/>
                </a:cubicBezTo>
                <a:cubicBezTo>
                  <a:pt x="0" y="604"/>
                  <a:pt x="29" y="633"/>
                  <a:pt x="73" y="633"/>
                </a:cubicBezTo>
                <a:cubicBezTo>
                  <a:pt x="544" y="633"/>
                  <a:pt x="544" y="633"/>
                  <a:pt x="544" y="633"/>
                </a:cubicBezTo>
                <a:cubicBezTo>
                  <a:pt x="588" y="633"/>
                  <a:pt x="633" y="604"/>
                  <a:pt x="633" y="560"/>
                </a:cubicBezTo>
                <a:cubicBezTo>
                  <a:pt x="633" y="89"/>
                  <a:pt x="633" y="89"/>
                  <a:pt x="633" y="89"/>
                </a:cubicBezTo>
                <a:cubicBezTo>
                  <a:pt x="633" y="45"/>
                  <a:pt x="588" y="0"/>
                  <a:pt x="544" y="0"/>
                </a:cubicBezTo>
                <a:close/>
                <a:moveTo>
                  <a:pt x="588" y="560"/>
                </a:moveTo>
                <a:lnTo>
                  <a:pt x="588" y="560"/>
                </a:lnTo>
                <a:cubicBezTo>
                  <a:pt x="588" y="575"/>
                  <a:pt x="574" y="589"/>
                  <a:pt x="544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8" y="589"/>
                  <a:pt x="44" y="575"/>
                  <a:pt x="44" y="560"/>
                </a:cubicBezTo>
                <a:cubicBezTo>
                  <a:pt x="44" y="89"/>
                  <a:pt x="44" y="89"/>
                  <a:pt x="44" y="89"/>
                </a:cubicBezTo>
                <a:cubicBezTo>
                  <a:pt x="44" y="59"/>
                  <a:pt x="58" y="45"/>
                  <a:pt x="73" y="45"/>
                </a:cubicBezTo>
                <a:cubicBezTo>
                  <a:pt x="544" y="45"/>
                  <a:pt x="544" y="45"/>
                  <a:pt x="544" y="45"/>
                </a:cubicBezTo>
                <a:cubicBezTo>
                  <a:pt x="574" y="45"/>
                  <a:pt x="588" y="59"/>
                  <a:pt x="588" y="89"/>
                </a:cubicBezTo>
                <a:lnTo>
                  <a:pt x="588" y="56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9" name="Freeform 48"/>
          <p:cNvSpPr/>
          <p:nvPr/>
        </p:nvSpPr>
        <p:spPr>
          <a:xfrm>
            <a:off x="6026040" y="2214720"/>
            <a:ext cx="266760" cy="274320"/>
          </a:xfrm>
          <a:custGeom>
            <a:avLst/>
            <a:gdLst/>
            <a:ahLst/>
            <a:rect l="l" t="t" r="r" b="b"/>
            <a:pathLst>
              <a:path w="619" h="634">
                <a:moveTo>
                  <a:pt x="221" y="133"/>
                </a:moveTo>
                <a:lnTo>
                  <a:pt x="221" y="133"/>
                </a:lnTo>
                <a:cubicBezTo>
                  <a:pt x="221" y="118"/>
                  <a:pt x="206" y="118"/>
                  <a:pt x="191" y="133"/>
                </a:cubicBezTo>
                <a:cubicBezTo>
                  <a:pt x="191" y="133"/>
                  <a:pt x="191" y="148"/>
                  <a:pt x="191" y="162"/>
                </a:cubicBezTo>
                <a:cubicBezTo>
                  <a:pt x="353" y="324"/>
                  <a:pt x="353" y="324"/>
                  <a:pt x="353" y="324"/>
                </a:cubicBezTo>
                <a:cubicBezTo>
                  <a:pt x="191" y="486"/>
                  <a:pt x="191" y="486"/>
                  <a:pt x="191" y="486"/>
                </a:cubicBezTo>
                <a:cubicBezTo>
                  <a:pt x="191" y="486"/>
                  <a:pt x="191" y="501"/>
                  <a:pt x="191" y="516"/>
                </a:cubicBezTo>
                <a:cubicBezTo>
                  <a:pt x="206" y="516"/>
                  <a:pt x="221" y="516"/>
                  <a:pt x="221" y="516"/>
                </a:cubicBezTo>
                <a:cubicBezTo>
                  <a:pt x="398" y="339"/>
                  <a:pt x="398" y="339"/>
                  <a:pt x="398" y="339"/>
                </a:cubicBezTo>
                <a:cubicBezTo>
                  <a:pt x="412" y="324"/>
                  <a:pt x="412" y="324"/>
                  <a:pt x="412" y="324"/>
                </a:cubicBezTo>
                <a:cubicBezTo>
                  <a:pt x="412" y="310"/>
                  <a:pt x="412" y="310"/>
                  <a:pt x="398" y="310"/>
                </a:cubicBezTo>
                <a:lnTo>
                  <a:pt x="221" y="133"/>
                </a:lnTo>
                <a:close/>
                <a:moveTo>
                  <a:pt x="545" y="0"/>
                </a:moveTo>
                <a:lnTo>
                  <a:pt x="545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45"/>
                  <a:pt x="0" y="89"/>
                </a:cubicBezTo>
                <a:cubicBezTo>
                  <a:pt x="0" y="560"/>
                  <a:pt x="0" y="560"/>
                  <a:pt x="0" y="560"/>
                </a:cubicBezTo>
                <a:cubicBezTo>
                  <a:pt x="0" y="604"/>
                  <a:pt x="29" y="633"/>
                  <a:pt x="73" y="633"/>
                </a:cubicBezTo>
                <a:cubicBezTo>
                  <a:pt x="545" y="633"/>
                  <a:pt x="545" y="633"/>
                  <a:pt x="545" y="633"/>
                </a:cubicBezTo>
                <a:cubicBezTo>
                  <a:pt x="589" y="633"/>
                  <a:pt x="618" y="604"/>
                  <a:pt x="618" y="560"/>
                </a:cubicBezTo>
                <a:cubicBezTo>
                  <a:pt x="618" y="89"/>
                  <a:pt x="618" y="89"/>
                  <a:pt x="618" y="89"/>
                </a:cubicBezTo>
                <a:cubicBezTo>
                  <a:pt x="618" y="45"/>
                  <a:pt x="589" y="0"/>
                  <a:pt x="545" y="0"/>
                </a:cubicBezTo>
                <a:close/>
                <a:moveTo>
                  <a:pt x="589" y="560"/>
                </a:moveTo>
                <a:lnTo>
                  <a:pt x="589" y="560"/>
                </a:lnTo>
                <a:cubicBezTo>
                  <a:pt x="589" y="575"/>
                  <a:pt x="559" y="589"/>
                  <a:pt x="545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9" y="589"/>
                  <a:pt x="29" y="575"/>
                  <a:pt x="29" y="560"/>
                </a:cubicBezTo>
                <a:cubicBezTo>
                  <a:pt x="29" y="89"/>
                  <a:pt x="29" y="89"/>
                  <a:pt x="29" y="89"/>
                </a:cubicBezTo>
                <a:cubicBezTo>
                  <a:pt x="29" y="59"/>
                  <a:pt x="59" y="45"/>
                  <a:pt x="73" y="45"/>
                </a:cubicBezTo>
                <a:cubicBezTo>
                  <a:pt x="545" y="45"/>
                  <a:pt x="545" y="45"/>
                  <a:pt x="545" y="45"/>
                </a:cubicBezTo>
                <a:cubicBezTo>
                  <a:pt x="559" y="45"/>
                  <a:pt x="589" y="59"/>
                  <a:pt x="589" y="89"/>
                </a:cubicBezTo>
                <a:lnTo>
                  <a:pt x="589" y="56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0" name="Freeform 49"/>
          <p:cNvSpPr/>
          <p:nvPr/>
        </p:nvSpPr>
        <p:spPr>
          <a:xfrm>
            <a:off x="5580000" y="2214720"/>
            <a:ext cx="274680" cy="274320"/>
          </a:xfrm>
          <a:custGeom>
            <a:avLst/>
            <a:gdLst/>
            <a:ahLst/>
            <a:rect l="l" t="t" r="r" b="b"/>
            <a:pathLst>
              <a:path w="634" h="634">
                <a:moveTo>
                  <a:pt x="427" y="133"/>
                </a:moveTo>
                <a:lnTo>
                  <a:pt x="427" y="133"/>
                </a:lnTo>
                <a:cubicBezTo>
                  <a:pt x="427" y="118"/>
                  <a:pt x="412" y="118"/>
                  <a:pt x="398" y="133"/>
                </a:cubicBezTo>
                <a:cubicBezTo>
                  <a:pt x="221" y="310"/>
                  <a:pt x="221" y="310"/>
                  <a:pt x="221" y="310"/>
                </a:cubicBezTo>
                <a:cubicBezTo>
                  <a:pt x="221" y="310"/>
                  <a:pt x="221" y="310"/>
                  <a:pt x="221" y="324"/>
                </a:cubicBezTo>
                <a:cubicBezTo>
                  <a:pt x="221" y="324"/>
                  <a:pt x="221" y="324"/>
                  <a:pt x="221" y="339"/>
                </a:cubicBezTo>
                <a:cubicBezTo>
                  <a:pt x="398" y="516"/>
                  <a:pt x="398" y="516"/>
                  <a:pt x="398" y="516"/>
                </a:cubicBezTo>
                <a:cubicBezTo>
                  <a:pt x="412" y="516"/>
                  <a:pt x="427" y="516"/>
                  <a:pt x="427" y="516"/>
                </a:cubicBezTo>
                <a:cubicBezTo>
                  <a:pt x="442" y="501"/>
                  <a:pt x="442" y="486"/>
                  <a:pt x="427" y="486"/>
                </a:cubicBezTo>
                <a:cubicBezTo>
                  <a:pt x="265" y="324"/>
                  <a:pt x="265" y="324"/>
                  <a:pt x="265" y="324"/>
                </a:cubicBezTo>
                <a:cubicBezTo>
                  <a:pt x="427" y="162"/>
                  <a:pt x="427" y="162"/>
                  <a:pt x="427" y="162"/>
                </a:cubicBezTo>
                <a:cubicBezTo>
                  <a:pt x="442" y="148"/>
                  <a:pt x="442" y="133"/>
                  <a:pt x="427" y="133"/>
                </a:cubicBezTo>
                <a:close/>
                <a:moveTo>
                  <a:pt x="560" y="0"/>
                </a:moveTo>
                <a:lnTo>
                  <a:pt x="560" y="0"/>
                </a:lnTo>
                <a:cubicBezTo>
                  <a:pt x="89" y="0"/>
                  <a:pt x="89" y="0"/>
                  <a:pt x="89" y="0"/>
                </a:cubicBezTo>
                <a:cubicBezTo>
                  <a:pt x="44" y="0"/>
                  <a:pt x="0" y="45"/>
                  <a:pt x="0" y="89"/>
                </a:cubicBezTo>
                <a:cubicBezTo>
                  <a:pt x="0" y="560"/>
                  <a:pt x="0" y="560"/>
                  <a:pt x="0" y="560"/>
                </a:cubicBezTo>
                <a:cubicBezTo>
                  <a:pt x="0" y="604"/>
                  <a:pt x="44" y="633"/>
                  <a:pt x="89" y="633"/>
                </a:cubicBezTo>
                <a:cubicBezTo>
                  <a:pt x="560" y="633"/>
                  <a:pt x="560" y="633"/>
                  <a:pt x="560" y="633"/>
                </a:cubicBezTo>
                <a:cubicBezTo>
                  <a:pt x="604" y="633"/>
                  <a:pt x="633" y="604"/>
                  <a:pt x="633" y="560"/>
                </a:cubicBezTo>
                <a:cubicBezTo>
                  <a:pt x="633" y="89"/>
                  <a:pt x="633" y="89"/>
                  <a:pt x="633" y="89"/>
                </a:cubicBezTo>
                <a:cubicBezTo>
                  <a:pt x="633" y="45"/>
                  <a:pt x="604" y="0"/>
                  <a:pt x="560" y="0"/>
                </a:cubicBezTo>
                <a:close/>
                <a:moveTo>
                  <a:pt x="589" y="560"/>
                </a:moveTo>
                <a:lnTo>
                  <a:pt x="589" y="560"/>
                </a:lnTo>
                <a:cubicBezTo>
                  <a:pt x="589" y="575"/>
                  <a:pt x="574" y="589"/>
                  <a:pt x="560" y="589"/>
                </a:cubicBezTo>
                <a:cubicBezTo>
                  <a:pt x="89" y="589"/>
                  <a:pt x="89" y="589"/>
                  <a:pt x="89" y="589"/>
                </a:cubicBezTo>
                <a:cubicBezTo>
                  <a:pt x="59" y="589"/>
                  <a:pt x="44" y="575"/>
                  <a:pt x="44" y="560"/>
                </a:cubicBezTo>
                <a:cubicBezTo>
                  <a:pt x="44" y="89"/>
                  <a:pt x="44" y="89"/>
                  <a:pt x="44" y="89"/>
                </a:cubicBezTo>
                <a:cubicBezTo>
                  <a:pt x="44" y="59"/>
                  <a:pt x="59" y="45"/>
                  <a:pt x="89" y="45"/>
                </a:cubicBezTo>
                <a:cubicBezTo>
                  <a:pt x="560" y="45"/>
                  <a:pt x="560" y="45"/>
                  <a:pt x="560" y="45"/>
                </a:cubicBezTo>
                <a:cubicBezTo>
                  <a:pt x="574" y="45"/>
                  <a:pt x="589" y="59"/>
                  <a:pt x="589" y="89"/>
                </a:cubicBezTo>
                <a:lnTo>
                  <a:pt x="589" y="56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1" name="Freeform 50"/>
          <p:cNvSpPr/>
          <p:nvPr/>
        </p:nvSpPr>
        <p:spPr>
          <a:xfrm>
            <a:off x="5141880" y="2214720"/>
            <a:ext cx="274680" cy="274320"/>
          </a:xfrm>
          <a:custGeom>
            <a:avLst/>
            <a:gdLst/>
            <a:ahLst/>
            <a:rect l="l" t="t" r="r" b="b"/>
            <a:pathLst>
              <a:path w="634" h="634">
                <a:moveTo>
                  <a:pt x="235" y="162"/>
                </a:moveTo>
                <a:lnTo>
                  <a:pt x="235" y="162"/>
                </a:lnTo>
                <a:cubicBezTo>
                  <a:pt x="250" y="162"/>
                  <a:pt x="250" y="148"/>
                  <a:pt x="250" y="148"/>
                </a:cubicBezTo>
                <a:cubicBezTo>
                  <a:pt x="250" y="133"/>
                  <a:pt x="250" y="118"/>
                  <a:pt x="235" y="118"/>
                </a:cubicBezTo>
                <a:cubicBezTo>
                  <a:pt x="132" y="118"/>
                  <a:pt x="132" y="118"/>
                  <a:pt x="132" y="118"/>
                </a:cubicBezTo>
                <a:cubicBezTo>
                  <a:pt x="132" y="118"/>
                  <a:pt x="132" y="118"/>
                  <a:pt x="117" y="133"/>
                </a:cubicBezTo>
                <a:cubicBezTo>
                  <a:pt x="117" y="133"/>
                  <a:pt x="117" y="133"/>
                  <a:pt x="117" y="148"/>
                </a:cubicBezTo>
                <a:cubicBezTo>
                  <a:pt x="117" y="236"/>
                  <a:pt x="117" y="236"/>
                  <a:pt x="117" y="236"/>
                </a:cubicBezTo>
                <a:cubicBezTo>
                  <a:pt x="117" y="251"/>
                  <a:pt x="132" y="266"/>
                  <a:pt x="132" y="266"/>
                </a:cubicBezTo>
                <a:cubicBezTo>
                  <a:pt x="147" y="266"/>
                  <a:pt x="162" y="251"/>
                  <a:pt x="162" y="236"/>
                </a:cubicBezTo>
                <a:cubicBezTo>
                  <a:pt x="162" y="192"/>
                  <a:pt x="162" y="192"/>
                  <a:pt x="162" y="192"/>
                </a:cubicBezTo>
                <a:cubicBezTo>
                  <a:pt x="250" y="280"/>
                  <a:pt x="250" y="280"/>
                  <a:pt x="250" y="280"/>
                </a:cubicBezTo>
                <a:cubicBezTo>
                  <a:pt x="279" y="251"/>
                  <a:pt x="279" y="251"/>
                  <a:pt x="279" y="251"/>
                </a:cubicBezTo>
                <a:cubicBezTo>
                  <a:pt x="176" y="162"/>
                  <a:pt x="176" y="162"/>
                  <a:pt x="176" y="162"/>
                </a:cubicBezTo>
                <a:lnTo>
                  <a:pt x="235" y="162"/>
                </a:lnTo>
                <a:close/>
                <a:moveTo>
                  <a:pt x="485" y="383"/>
                </a:moveTo>
                <a:lnTo>
                  <a:pt x="485" y="383"/>
                </a:lnTo>
                <a:cubicBezTo>
                  <a:pt x="485" y="383"/>
                  <a:pt x="471" y="383"/>
                  <a:pt x="471" y="398"/>
                </a:cubicBezTo>
                <a:cubicBezTo>
                  <a:pt x="471" y="442"/>
                  <a:pt x="471" y="442"/>
                  <a:pt x="471" y="442"/>
                </a:cubicBezTo>
                <a:cubicBezTo>
                  <a:pt x="383" y="354"/>
                  <a:pt x="383" y="354"/>
                  <a:pt x="383" y="354"/>
                </a:cubicBezTo>
                <a:cubicBezTo>
                  <a:pt x="353" y="383"/>
                  <a:pt x="353" y="383"/>
                  <a:pt x="353" y="383"/>
                </a:cubicBezTo>
                <a:cubicBezTo>
                  <a:pt x="441" y="471"/>
                  <a:pt x="441" y="471"/>
                  <a:pt x="441" y="471"/>
                </a:cubicBezTo>
                <a:cubicBezTo>
                  <a:pt x="397" y="471"/>
                  <a:pt x="397" y="471"/>
                  <a:pt x="397" y="471"/>
                </a:cubicBezTo>
                <a:cubicBezTo>
                  <a:pt x="383" y="471"/>
                  <a:pt x="367" y="486"/>
                  <a:pt x="367" y="501"/>
                </a:cubicBezTo>
                <a:cubicBezTo>
                  <a:pt x="367" y="501"/>
                  <a:pt x="383" y="516"/>
                  <a:pt x="397" y="516"/>
                </a:cubicBezTo>
                <a:cubicBezTo>
                  <a:pt x="485" y="516"/>
                  <a:pt x="485" y="516"/>
                  <a:pt x="485" y="516"/>
                </a:cubicBezTo>
                <a:cubicBezTo>
                  <a:pt x="500" y="516"/>
                  <a:pt x="500" y="516"/>
                  <a:pt x="500" y="516"/>
                </a:cubicBezTo>
                <a:cubicBezTo>
                  <a:pt x="515" y="501"/>
                  <a:pt x="515" y="501"/>
                  <a:pt x="515" y="501"/>
                </a:cubicBezTo>
                <a:cubicBezTo>
                  <a:pt x="515" y="398"/>
                  <a:pt x="515" y="398"/>
                  <a:pt x="515" y="398"/>
                </a:cubicBezTo>
                <a:cubicBezTo>
                  <a:pt x="515" y="383"/>
                  <a:pt x="500" y="383"/>
                  <a:pt x="485" y="383"/>
                </a:cubicBezTo>
                <a:close/>
                <a:moveTo>
                  <a:pt x="250" y="354"/>
                </a:moveTo>
                <a:lnTo>
                  <a:pt x="250" y="354"/>
                </a:lnTo>
                <a:cubicBezTo>
                  <a:pt x="162" y="442"/>
                  <a:pt x="162" y="442"/>
                  <a:pt x="162" y="442"/>
                </a:cubicBezTo>
                <a:cubicBezTo>
                  <a:pt x="162" y="398"/>
                  <a:pt x="162" y="398"/>
                  <a:pt x="162" y="398"/>
                </a:cubicBezTo>
                <a:cubicBezTo>
                  <a:pt x="162" y="383"/>
                  <a:pt x="147" y="383"/>
                  <a:pt x="132" y="383"/>
                </a:cubicBezTo>
                <a:cubicBezTo>
                  <a:pt x="132" y="383"/>
                  <a:pt x="117" y="383"/>
                  <a:pt x="117" y="398"/>
                </a:cubicBezTo>
                <a:cubicBezTo>
                  <a:pt x="117" y="501"/>
                  <a:pt x="117" y="501"/>
                  <a:pt x="117" y="501"/>
                </a:cubicBezTo>
                <a:cubicBezTo>
                  <a:pt x="117" y="501"/>
                  <a:pt x="117" y="501"/>
                  <a:pt x="117" y="516"/>
                </a:cubicBezTo>
                <a:cubicBezTo>
                  <a:pt x="132" y="516"/>
                  <a:pt x="132" y="516"/>
                  <a:pt x="132" y="516"/>
                </a:cubicBezTo>
                <a:cubicBezTo>
                  <a:pt x="235" y="516"/>
                  <a:pt x="235" y="516"/>
                  <a:pt x="235" y="516"/>
                </a:cubicBezTo>
                <a:cubicBezTo>
                  <a:pt x="250" y="516"/>
                  <a:pt x="250" y="501"/>
                  <a:pt x="250" y="501"/>
                </a:cubicBezTo>
                <a:cubicBezTo>
                  <a:pt x="250" y="486"/>
                  <a:pt x="250" y="471"/>
                  <a:pt x="235" y="471"/>
                </a:cubicBezTo>
                <a:cubicBezTo>
                  <a:pt x="176" y="471"/>
                  <a:pt x="176" y="471"/>
                  <a:pt x="176" y="471"/>
                </a:cubicBezTo>
                <a:cubicBezTo>
                  <a:pt x="279" y="383"/>
                  <a:pt x="279" y="383"/>
                  <a:pt x="279" y="383"/>
                </a:cubicBezTo>
                <a:lnTo>
                  <a:pt x="250" y="354"/>
                </a:lnTo>
                <a:close/>
                <a:moveTo>
                  <a:pt x="544" y="0"/>
                </a:moveTo>
                <a:lnTo>
                  <a:pt x="544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45"/>
                  <a:pt x="0" y="89"/>
                </a:cubicBezTo>
                <a:cubicBezTo>
                  <a:pt x="0" y="560"/>
                  <a:pt x="0" y="560"/>
                  <a:pt x="0" y="560"/>
                </a:cubicBezTo>
                <a:cubicBezTo>
                  <a:pt x="0" y="604"/>
                  <a:pt x="29" y="633"/>
                  <a:pt x="73" y="633"/>
                </a:cubicBezTo>
                <a:cubicBezTo>
                  <a:pt x="544" y="633"/>
                  <a:pt x="544" y="633"/>
                  <a:pt x="544" y="633"/>
                </a:cubicBezTo>
                <a:cubicBezTo>
                  <a:pt x="588" y="633"/>
                  <a:pt x="633" y="604"/>
                  <a:pt x="633" y="560"/>
                </a:cubicBezTo>
                <a:cubicBezTo>
                  <a:pt x="633" y="89"/>
                  <a:pt x="633" y="89"/>
                  <a:pt x="633" y="89"/>
                </a:cubicBezTo>
                <a:cubicBezTo>
                  <a:pt x="633" y="45"/>
                  <a:pt x="588" y="0"/>
                  <a:pt x="544" y="0"/>
                </a:cubicBezTo>
                <a:close/>
                <a:moveTo>
                  <a:pt x="588" y="560"/>
                </a:moveTo>
                <a:lnTo>
                  <a:pt x="588" y="560"/>
                </a:lnTo>
                <a:cubicBezTo>
                  <a:pt x="588" y="575"/>
                  <a:pt x="574" y="589"/>
                  <a:pt x="544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8" y="589"/>
                  <a:pt x="44" y="575"/>
                  <a:pt x="44" y="560"/>
                </a:cubicBezTo>
                <a:cubicBezTo>
                  <a:pt x="44" y="89"/>
                  <a:pt x="44" y="89"/>
                  <a:pt x="44" y="89"/>
                </a:cubicBezTo>
                <a:cubicBezTo>
                  <a:pt x="44" y="59"/>
                  <a:pt x="58" y="45"/>
                  <a:pt x="73" y="45"/>
                </a:cubicBezTo>
                <a:cubicBezTo>
                  <a:pt x="544" y="45"/>
                  <a:pt x="544" y="45"/>
                  <a:pt x="544" y="45"/>
                </a:cubicBezTo>
                <a:cubicBezTo>
                  <a:pt x="574" y="45"/>
                  <a:pt x="588" y="59"/>
                  <a:pt x="588" y="89"/>
                </a:cubicBezTo>
                <a:lnTo>
                  <a:pt x="588" y="560"/>
                </a:lnTo>
                <a:close/>
                <a:moveTo>
                  <a:pt x="485" y="118"/>
                </a:moveTo>
                <a:lnTo>
                  <a:pt x="485" y="118"/>
                </a:lnTo>
                <a:cubicBezTo>
                  <a:pt x="397" y="118"/>
                  <a:pt x="397" y="118"/>
                  <a:pt x="397" y="118"/>
                </a:cubicBezTo>
                <a:cubicBezTo>
                  <a:pt x="383" y="118"/>
                  <a:pt x="367" y="133"/>
                  <a:pt x="367" y="148"/>
                </a:cubicBezTo>
                <a:cubicBezTo>
                  <a:pt x="367" y="148"/>
                  <a:pt x="383" y="162"/>
                  <a:pt x="397" y="162"/>
                </a:cubicBezTo>
                <a:cubicBezTo>
                  <a:pt x="441" y="162"/>
                  <a:pt x="441" y="162"/>
                  <a:pt x="441" y="162"/>
                </a:cubicBezTo>
                <a:cubicBezTo>
                  <a:pt x="353" y="251"/>
                  <a:pt x="353" y="251"/>
                  <a:pt x="353" y="251"/>
                </a:cubicBezTo>
                <a:cubicBezTo>
                  <a:pt x="383" y="280"/>
                  <a:pt x="383" y="280"/>
                  <a:pt x="383" y="280"/>
                </a:cubicBezTo>
                <a:cubicBezTo>
                  <a:pt x="471" y="192"/>
                  <a:pt x="471" y="192"/>
                  <a:pt x="471" y="192"/>
                </a:cubicBezTo>
                <a:cubicBezTo>
                  <a:pt x="471" y="236"/>
                  <a:pt x="471" y="236"/>
                  <a:pt x="471" y="236"/>
                </a:cubicBezTo>
                <a:cubicBezTo>
                  <a:pt x="471" y="251"/>
                  <a:pt x="485" y="266"/>
                  <a:pt x="485" y="266"/>
                </a:cubicBezTo>
                <a:cubicBezTo>
                  <a:pt x="500" y="266"/>
                  <a:pt x="515" y="251"/>
                  <a:pt x="515" y="236"/>
                </a:cubicBezTo>
                <a:cubicBezTo>
                  <a:pt x="515" y="148"/>
                  <a:pt x="515" y="148"/>
                  <a:pt x="515" y="148"/>
                </a:cubicBezTo>
                <a:cubicBezTo>
                  <a:pt x="515" y="133"/>
                  <a:pt x="515" y="133"/>
                  <a:pt x="500" y="133"/>
                </a:cubicBezTo>
                <a:cubicBezTo>
                  <a:pt x="500" y="118"/>
                  <a:pt x="500" y="118"/>
                  <a:pt x="485" y="11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2" name="Freeform 51"/>
          <p:cNvSpPr/>
          <p:nvPr/>
        </p:nvSpPr>
        <p:spPr>
          <a:xfrm>
            <a:off x="4700520" y="2214720"/>
            <a:ext cx="266760" cy="274320"/>
          </a:xfrm>
          <a:custGeom>
            <a:avLst/>
            <a:gdLst/>
            <a:ahLst/>
            <a:rect l="l" t="t" r="r" b="b"/>
            <a:pathLst>
              <a:path w="619" h="634">
                <a:moveTo>
                  <a:pt x="265" y="339"/>
                </a:moveTo>
                <a:lnTo>
                  <a:pt x="265" y="339"/>
                </a:lnTo>
                <a:cubicBezTo>
                  <a:pt x="88" y="339"/>
                  <a:pt x="88" y="339"/>
                  <a:pt x="88" y="339"/>
                </a:cubicBezTo>
                <a:lnTo>
                  <a:pt x="73" y="354"/>
                </a:lnTo>
                <a:cubicBezTo>
                  <a:pt x="73" y="369"/>
                  <a:pt x="88" y="383"/>
                  <a:pt x="88" y="383"/>
                </a:cubicBezTo>
                <a:cubicBezTo>
                  <a:pt x="221" y="383"/>
                  <a:pt x="221" y="383"/>
                  <a:pt x="221" y="383"/>
                </a:cubicBezTo>
                <a:cubicBezTo>
                  <a:pt x="88" y="516"/>
                  <a:pt x="88" y="516"/>
                  <a:pt x="88" y="516"/>
                </a:cubicBezTo>
                <a:cubicBezTo>
                  <a:pt x="118" y="545"/>
                  <a:pt x="118" y="545"/>
                  <a:pt x="118" y="545"/>
                </a:cubicBezTo>
                <a:cubicBezTo>
                  <a:pt x="250" y="412"/>
                  <a:pt x="250" y="412"/>
                  <a:pt x="250" y="412"/>
                </a:cubicBezTo>
                <a:cubicBezTo>
                  <a:pt x="250" y="530"/>
                  <a:pt x="250" y="530"/>
                  <a:pt x="250" y="530"/>
                </a:cubicBezTo>
                <a:cubicBezTo>
                  <a:pt x="250" y="545"/>
                  <a:pt x="265" y="560"/>
                  <a:pt x="265" y="560"/>
                </a:cubicBezTo>
                <a:cubicBezTo>
                  <a:pt x="280" y="560"/>
                  <a:pt x="294" y="545"/>
                  <a:pt x="294" y="530"/>
                </a:cubicBezTo>
                <a:cubicBezTo>
                  <a:pt x="294" y="354"/>
                  <a:pt x="294" y="354"/>
                  <a:pt x="294" y="354"/>
                </a:cubicBezTo>
                <a:cubicBezTo>
                  <a:pt x="294" y="354"/>
                  <a:pt x="294" y="354"/>
                  <a:pt x="280" y="339"/>
                </a:cubicBezTo>
                <a:cubicBezTo>
                  <a:pt x="280" y="339"/>
                  <a:pt x="280" y="339"/>
                  <a:pt x="265" y="339"/>
                </a:cubicBezTo>
                <a:close/>
                <a:moveTo>
                  <a:pt x="530" y="266"/>
                </a:moveTo>
                <a:lnTo>
                  <a:pt x="530" y="266"/>
                </a:lnTo>
                <a:cubicBezTo>
                  <a:pt x="397" y="266"/>
                  <a:pt x="397" y="266"/>
                  <a:pt x="397" y="266"/>
                </a:cubicBezTo>
                <a:cubicBezTo>
                  <a:pt x="530" y="133"/>
                  <a:pt x="530" y="133"/>
                  <a:pt x="530" y="133"/>
                </a:cubicBezTo>
                <a:cubicBezTo>
                  <a:pt x="500" y="103"/>
                  <a:pt x="500" y="103"/>
                  <a:pt x="500" y="103"/>
                </a:cubicBezTo>
                <a:cubicBezTo>
                  <a:pt x="368" y="236"/>
                  <a:pt x="368" y="236"/>
                  <a:pt x="368" y="236"/>
                </a:cubicBezTo>
                <a:cubicBezTo>
                  <a:pt x="368" y="103"/>
                  <a:pt x="368" y="103"/>
                  <a:pt x="368" y="103"/>
                </a:cubicBezTo>
                <a:cubicBezTo>
                  <a:pt x="368" y="89"/>
                  <a:pt x="353" y="89"/>
                  <a:pt x="353" y="89"/>
                </a:cubicBezTo>
                <a:cubicBezTo>
                  <a:pt x="339" y="89"/>
                  <a:pt x="324" y="89"/>
                  <a:pt x="324" y="103"/>
                </a:cubicBezTo>
                <a:cubicBezTo>
                  <a:pt x="324" y="280"/>
                  <a:pt x="324" y="280"/>
                  <a:pt x="324" y="280"/>
                </a:cubicBezTo>
                <a:cubicBezTo>
                  <a:pt x="324" y="280"/>
                  <a:pt x="324" y="295"/>
                  <a:pt x="339" y="295"/>
                </a:cubicBezTo>
                <a:cubicBezTo>
                  <a:pt x="339" y="295"/>
                  <a:pt x="339" y="295"/>
                  <a:pt x="353" y="295"/>
                </a:cubicBezTo>
                <a:cubicBezTo>
                  <a:pt x="530" y="295"/>
                  <a:pt x="530" y="295"/>
                  <a:pt x="530" y="295"/>
                </a:cubicBezTo>
                <a:cubicBezTo>
                  <a:pt x="530" y="295"/>
                  <a:pt x="544" y="295"/>
                  <a:pt x="544" y="280"/>
                </a:cubicBezTo>
                <a:cubicBezTo>
                  <a:pt x="544" y="266"/>
                  <a:pt x="530" y="266"/>
                  <a:pt x="530" y="266"/>
                </a:cubicBezTo>
                <a:close/>
                <a:moveTo>
                  <a:pt x="544" y="0"/>
                </a:moveTo>
                <a:lnTo>
                  <a:pt x="544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45"/>
                  <a:pt x="0" y="89"/>
                </a:cubicBezTo>
                <a:cubicBezTo>
                  <a:pt x="0" y="560"/>
                  <a:pt x="0" y="560"/>
                  <a:pt x="0" y="560"/>
                </a:cubicBezTo>
                <a:cubicBezTo>
                  <a:pt x="0" y="604"/>
                  <a:pt x="29" y="633"/>
                  <a:pt x="73" y="633"/>
                </a:cubicBezTo>
                <a:cubicBezTo>
                  <a:pt x="544" y="633"/>
                  <a:pt x="544" y="633"/>
                  <a:pt x="544" y="633"/>
                </a:cubicBezTo>
                <a:cubicBezTo>
                  <a:pt x="589" y="633"/>
                  <a:pt x="618" y="604"/>
                  <a:pt x="618" y="560"/>
                </a:cubicBezTo>
                <a:cubicBezTo>
                  <a:pt x="618" y="89"/>
                  <a:pt x="618" y="89"/>
                  <a:pt x="618" y="89"/>
                </a:cubicBezTo>
                <a:cubicBezTo>
                  <a:pt x="618" y="45"/>
                  <a:pt x="589" y="0"/>
                  <a:pt x="544" y="0"/>
                </a:cubicBezTo>
                <a:close/>
                <a:moveTo>
                  <a:pt x="589" y="560"/>
                </a:moveTo>
                <a:lnTo>
                  <a:pt x="589" y="560"/>
                </a:lnTo>
                <a:cubicBezTo>
                  <a:pt x="589" y="575"/>
                  <a:pt x="559" y="589"/>
                  <a:pt x="544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9" y="589"/>
                  <a:pt x="29" y="575"/>
                  <a:pt x="29" y="560"/>
                </a:cubicBezTo>
                <a:cubicBezTo>
                  <a:pt x="29" y="89"/>
                  <a:pt x="29" y="89"/>
                  <a:pt x="29" y="89"/>
                </a:cubicBezTo>
                <a:cubicBezTo>
                  <a:pt x="29" y="59"/>
                  <a:pt x="59" y="45"/>
                  <a:pt x="73" y="45"/>
                </a:cubicBezTo>
                <a:cubicBezTo>
                  <a:pt x="544" y="45"/>
                  <a:pt x="544" y="45"/>
                  <a:pt x="544" y="45"/>
                </a:cubicBezTo>
                <a:cubicBezTo>
                  <a:pt x="559" y="45"/>
                  <a:pt x="589" y="59"/>
                  <a:pt x="589" y="89"/>
                </a:cubicBezTo>
                <a:lnTo>
                  <a:pt x="589" y="56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3" name="Freeform 52"/>
          <p:cNvSpPr/>
          <p:nvPr/>
        </p:nvSpPr>
        <p:spPr>
          <a:xfrm>
            <a:off x="8674200" y="1776240"/>
            <a:ext cx="266760" cy="274680"/>
          </a:xfrm>
          <a:custGeom>
            <a:avLst/>
            <a:gdLst/>
            <a:ahLst/>
            <a:rect l="l" t="t" r="r" b="b"/>
            <a:pathLst>
              <a:path w="619" h="634">
                <a:moveTo>
                  <a:pt x="265" y="515"/>
                </a:moveTo>
                <a:lnTo>
                  <a:pt x="265" y="515"/>
                </a:lnTo>
                <a:cubicBezTo>
                  <a:pt x="132" y="515"/>
                  <a:pt x="132" y="515"/>
                  <a:pt x="132" y="515"/>
                </a:cubicBezTo>
                <a:cubicBezTo>
                  <a:pt x="280" y="383"/>
                  <a:pt x="280" y="383"/>
                  <a:pt x="280" y="383"/>
                </a:cubicBezTo>
                <a:cubicBezTo>
                  <a:pt x="250" y="353"/>
                  <a:pt x="250" y="353"/>
                  <a:pt x="250" y="353"/>
                </a:cubicBezTo>
                <a:cubicBezTo>
                  <a:pt x="118" y="485"/>
                  <a:pt x="118" y="485"/>
                  <a:pt x="118" y="485"/>
                </a:cubicBezTo>
                <a:cubicBezTo>
                  <a:pt x="118" y="353"/>
                  <a:pt x="118" y="353"/>
                  <a:pt x="118" y="353"/>
                </a:cubicBezTo>
                <a:cubicBezTo>
                  <a:pt x="118" y="338"/>
                  <a:pt x="103" y="338"/>
                  <a:pt x="88" y="338"/>
                </a:cubicBezTo>
                <a:cubicBezTo>
                  <a:pt x="88" y="338"/>
                  <a:pt x="74" y="338"/>
                  <a:pt x="74" y="353"/>
                </a:cubicBezTo>
                <a:cubicBezTo>
                  <a:pt x="74" y="530"/>
                  <a:pt x="74" y="530"/>
                  <a:pt x="74" y="530"/>
                </a:cubicBezTo>
                <a:lnTo>
                  <a:pt x="74" y="544"/>
                </a:lnTo>
                <a:cubicBezTo>
                  <a:pt x="88" y="544"/>
                  <a:pt x="88" y="544"/>
                  <a:pt x="88" y="544"/>
                </a:cubicBezTo>
                <a:cubicBezTo>
                  <a:pt x="265" y="544"/>
                  <a:pt x="265" y="544"/>
                  <a:pt x="265" y="544"/>
                </a:cubicBezTo>
                <a:cubicBezTo>
                  <a:pt x="280" y="544"/>
                  <a:pt x="294" y="544"/>
                  <a:pt x="294" y="530"/>
                </a:cubicBezTo>
                <a:cubicBezTo>
                  <a:pt x="294" y="515"/>
                  <a:pt x="280" y="515"/>
                  <a:pt x="265" y="515"/>
                </a:cubicBezTo>
                <a:close/>
                <a:moveTo>
                  <a:pt x="530" y="73"/>
                </a:moveTo>
                <a:lnTo>
                  <a:pt x="530" y="73"/>
                </a:lnTo>
                <a:cubicBezTo>
                  <a:pt x="353" y="73"/>
                  <a:pt x="353" y="73"/>
                  <a:pt x="353" y="73"/>
                </a:cubicBezTo>
                <a:cubicBezTo>
                  <a:pt x="339" y="73"/>
                  <a:pt x="324" y="88"/>
                  <a:pt x="324" y="103"/>
                </a:cubicBezTo>
                <a:cubicBezTo>
                  <a:pt x="324" y="103"/>
                  <a:pt x="339" y="117"/>
                  <a:pt x="353" y="117"/>
                </a:cubicBezTo>
                <a:cubicBezTo>
                  <a:pt x="486" y="117"/>
                  <a:pt x="486" y="117"/>
                  <a:pt x="486" y="117"/>
                </a:cubicBezTo>
                <a:cubicBezTo>
                  <a:pt x="339" y="250"/>
                  <a:pt x="339" y="250"/>
                  <a:pt x="339" y="250"/>
                </a:cubicBezTo>
                <a:cubicBezTo>
                  <a:pt x="368" y="279"/>
                  <a:pt x="368" y="279"/>
                  <a:pt x="368" y="279"/>
                </a:cubicBezTo>
                <a:cubicBezTo>
                  <a:pt x="500" y="147"/>
                  <a:pt x="500" y="147"/>
                  <a:pt x="500" y="147"/>
                </a:cubicBezTo>
                <a:cubicBezTo>
                  <a:pt x="500" y="279"/>
                  <a:pt x="500" y="279"/>
                  <a:pt x="500" y="279"/>
                </a:cubicBezTo>
                <a:cubicBezTo>
                  <a:pt x="500" y="279"/>
                  <a:pt x="515" y="294"/>
                  <a:pt x="530" y="294"/>
                </a:cubicBezTo>
                <a:lnTo>
                  <a:pt x="545" y="279"/>
                </a:lnTo>
                <a:cubicBezTo>
                  <a:pt x="545" y="103"/>
                  <a:pt x="545" y="103"/>
                  <a:pt x="545" y="103"/>
                </a:cubicBezTo>
                <a:cubicBezTo>
                  <a:pt x="545" y="88"/>
                  <a:pt x="545" y="88"/>
                  <a:pt x="545" y="88"/>
                </a:cubicBezTo>
                <a:cubicBezTo>
                  <a:pt x="530" y="73"/>
                  <a:pt x="530" y="73"/>
                  <a:pt x="530" y="73"/>
                </a:cubicBezTo>
                <a:close/>
                <a:moveTo>
                  <a:pt x="545" y="0"/>
                </a:moveTo>
                <a:lnTo>
                  <a:pt x="545" y="0"/>
                </a:lnTo>
                <a:cubicBezTo>
                  <a:pt x="74" y="0"/>
                  <a:pt x="74" y="0"/>
                  <a:pt x="74" y="0"/>
                </a:cubicBezTo>
                <a:cubicBezTo>
                  <a:pt x="29" y="0"/>
                  <a:pt x="0" y="29"/>
                  <a:pt x="0" y="73"/>
                </a:cubicBezTo>
                <a:cubicBezTo>
                  <a:pt x="0" y="544"/>
                  <a:pt x="0" y="544"/>
                  <a:pt x="0" y="544"/>
                </a:cubicBezTo>
                <a:cubicBezTo>
                  <a:pt x="0" y="588"/>
                  <a:pt x="29" y="633"/>
                  <a:pt x="74" y="633"/>
                </a:cubicBezTo>
                <a:cubicBezTo>
                  <a:pt x="545" y="633"/>
                  <a:pt x="545" y="633"/>
                  <a:pt x="545" y="633"/>
                </a:cubicBezTo>
                <a:cubicBezTo>
                  <a:pt x="589" y="633"/>
                  <a:pt x="618" y="588"/>
                  <a:pt x="618" y="544"/>
                </a:cubicBezTo>
                <a:cubicBezTo>
                  <a:pt x="618" y="73"/>
                  <a:pt x="618" y="73"/>
                  <a:pt x="618" y="73"/>
                </a:cubicBezTo>
                <a:cubicBezTo>
                  <a:pt x="618" y="29"/>
                  <a:pt x="589" y="0"/>
                  <a:pt x="545" y="0"/>
                </a:cubicBezTo>
                <a:close/>
                <a:moveTo>
                  <a:pt x="589" y="544"/>
                </a:moveTo>
                <a:lnTo>
                  <a:pt x="589" y="544"/>
                </a:lnTo>
                <a:cubicBezTo>
                  <a:pt x="589" y="574"/>
                  <a:pt x="559" y="588"/>
                  <a:pt x="545" y="588"/>
                </a:cubicBezTo>
                <a:cubicBezTo>
                  <a:pt x="74" y="588"/>
                  <a:pt x="74" y="588"/>
                  <a:pt x="74" y="588"/>
                </a:cubicBezTo>
                <a:cubicBezTo>
                  <a:pt x="59" y="588"/>
                  <a:pt x="29" y="574"/>
                  <a:pt x="29" y="544"/>
                </a:cubicBezTo>
                <a:cubicBezTo>
                  <a:pt x="29" y="73"/>
                  <a:pt x="29" y="73"/>
                  <a:pt x="29" y="73"/>
                </a:cubicBezTo>
                <a:cubicBezTo>
                  <a:pt x="29" y="58"/>
                  <a:pt x="59" y="44"/>
                  <a:pt x="74" y="44"/>
                </a:cubicBezTo>
                <a:cubicBezTo>
                  <a:pt x="545" y="44"/>
                  <a:pt x="545" y="44"/>
                  <a:pt x="545" y="44"/>
                </a:cubicBezTo>
                <a:cubicBezTo>
                  <a:pt x="559" y="44"/>
                  <a:pt x="589" y="58"/>
                  <a:pt x="589" y="73"/>
                </a:cubicBezTo>
                <a:lnTo>
                  <a:pt x="589" y="54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4" name="Freeform 53"/>
          <p:cNvSpPr/>
          <p:nvPr/>
        </p:nvSpPr>
        <p:spPr>
          <a:xfrm>
            <a:off x="8253360" y="1776240"/>
            <a:ext cx="243000" cy="274680"/>
          </a:xfrm>
          <a:custGeom>
            <a:avLst/>
            <a:gdLst/>
            <a:ahLst/>
            <a:rect l="l" t="t" r="r" b="b"/>
            <a:pathLst>
              <a:path w="561" h="634">
                <a:moveTo>
                  <a:pt x="133" y="368"/>
                </a:moveTo>
                <a:lnTo>
                  <a:pt x="133" y="368"/>
                </a:lnTo>
                <a:cubicBezTo>
                  <a:pt x="265" y="500"/>
                  <a:pt x="265" y="500"/>
                  <a:pt x="265" y="500"/>
                </a:cubicBezTo>
                <a:lnTo>
                  <a:pt x="280" y="515"/>
                </a:lnTo>
                <a:lnTo>
                  <a:pt x="295" y="500"/>
                </a:lnTo>
                <a:cubicBezTo>
                  <a:pt x="427" y="368"/>
                  <a:pt x="427" y="368"/>
                  <a:pt x="427" y="368"/>
                </a:cubicBezTo>
                <a:cubicBezTo>
                  <a:pt x="442" y="353"/>
                  <a:pt x="442" y="353"/>
                  <a:pt x="427" y="338"/>
                </a:cubicBezTo>
                <a:cubicBezTo>
                  <a:pt x="427" y="338"/>
                  <a:pt x="412" y="338"/>
                  <a:pt x="398" y="338"/>
                </a:cubicBezTo>
                <a:cubicBezTo>
                  <a:pt x="295" y="441"/>
                  <a:pt x="295" y="441"/>
                  <a:pt x="295" y="441"/>
                </a:cubicBezTo>
                <a:cubicBezTo>
                  <a:pt x="295" y="14"/>
                  <a:pt x="295" y="14"/>
                  <a:pt x="295" y="14"/>
                </a:cubicBezTo>
                <a:cubicBezTo>
                  <a:pt x="295" y="14"/>
                  <a:pt x="295" y="0"/>
                  <a:pt x="280" y="0"/>
                </a:cubicBezTo>
                <a:cubicBezTo>
                  <a:pt x="265" y="0"/>
                  <a:pt x="265" y="14"/>
                  <a:pt x="265" y="14"/>
                </a:cubicBezTo>
                <a:cubicBezTo>
                  <a:pt x="265" y="441"/>
                  <a:pt x="265" y="441"/>
                  <a:pt x="265" y="441"/>
                </a:cubicBezTo>
                <a:cubicBezTo>
                  <a:pt x="162" y="338"/>
                  <a:pt x="162" y="338"/>
                  <a:pt x="162" y="338"/>
                </a:cubicBezTo>
                <a:cubicBezTo>
                  <a:pt x="148" y="338"/>
                  <a:pt x="133" y="338"/>
                  <a:pt x="133" y="338"/>
                </a:cubicBezTo>
                <a:cubicBezTo>
                  <a:pt x="118" y="353"/>
                  <a:pt x="118" y="353"/>
                  <a:pt x="133" y="368"/>
                </a:cubicBezTo>
                <a:close/>
                <a:moveTo>
                  <a:pt x="471" y="73"/>
                </a:moveTo>
                <a:lnTo>
                  <a:pt x="471" y="73"/>
                </a:lnTo>
                <a:cubicBezTo>
                  <a:pt x="412" y="73"/>
                  <a:pt x="412" y="73"/>
                  <a:pt x="412" y="73"/>
                </a:cubicBezTo>
                <a:cubicBezTo>
                  <a:pt x="412" y="117"/>
                  <a:pt x="412" y="117"/>
                  <a:pt x="412" y="117"/>
                </a:cubicBezTo>
                <a:cubicBezTo>
                  <a:pt x="471" y="117"/>
                  <a:pt x="471" y="117"/>
                  <a:pt x="471" y="117"/>
                </a:cubicBezTo>
                <a:cubicBezTo>
                  <a:pt x="501" y="117"/>
                  <a:pt x="516" y="132"/>
                  <a:pt x="516" y="162"/>
                </a:cubicBezTo>
                <a:cubicBezTo>
                  <a:pt x="516" y="544"/>
                  <a:pt x="516" y="544"/>
                  <a:pt x="516" y="544"/>
                </a:cubicBezTo>
                <a:cubicBezTo>
                  <a:pt x="516" y="574"/>
                  <a:pt x="501" y="588"/>
                  <a:pt x="471" y="588"/>
                </a:cubicBezTo>
                <a:cubicBezTo>
                  <a:pt x="89" y="588"/>
                  <a:pt x="89" y="588"/>
                  <a:pt x="89" y="588"/>
                </a:cubicBezTo>
                <a:cubicBezTo>
                  <a:pt x="59" y="588"/>
                  <a:pt x="44" y="574"/>
                  <a:pt x="44" y="544"/>
                </a:cubicBezTo>
                <a:cubicBezTo>
                  <a:pt x="44" y="162"/>
                  <a:pt x="44" y="162"/>
                  <a:pt x="44" y="162"/>
                </a:cubicBezTo>
                <a:cubicBezTo>
                  <a:pt x="44" y="132"/>
                  <a:pt x="59" y="117"/>
                  <a:pt x="89" y="117"/>
                </a:cubicBezTo>
                <a:cubicBezTo>
                  <a:pt x="148" y="117"/>
                  <a:pt x="148" y="117"/>
                  <a:pt x="148" y="117"/>
                </a:cubicBezTo>
                <a:cubicBezTo>
                  <a:pt x="148" y="73"/>
                  <a:pt x="148" y="73"/>
                  <a:pt x="148" y="73"/>
                </a:cubicBezTo>
                <a:cubicBezTo>
                  <a:pt x="89" y="73"/>
                  <a:pt x="89" y="73"/>
                  <a:pt x="89" y="73"/>
                </a:cubicBezTo>
                <a:cubicBezTo>
                  <a:pt x="44" y="73"/>
                  <a:pt x="0" y="117"/>
                  <a:pt x="0" y="162"/>
                </a:cubicBezTo>
                <a:cubicBezTo>
                  <a:pt x="0" y="544"/>
                  <a:pt x="0" y="544"/>
                  <a:pt x="0" y="544"/>
                </a:cubicBezTo>
                <a:cubicBezTo>
                  <a:pt x="0" y="588"/>
                  <a:pt x="44" y="633"/>
                  <a:pt x="89" y="633"/>
                </a:cubicBezTo>
                <a:cubicBezTo>
                  <a:pt x="471" y="633"/>
                  <a:pt x="471" y="633"/>
                  <a:pt x="471" y="633"/>
                </a:cubicBezTo>
                <a:cubicBezTo>
                  <a:pt x="516" y="633"/>
                  <a:pt x="560" y="588"/>
                  <a:pt x="560" y="544"/>
                </a:cubicBezTo>
                <a:cubicBezTo>
                  <a:pt x="560" y="162"/>
                  <a:pt x="560" y="162"/>
                  <a:pt x="560" y="162"/>
                </a:cubicBezTo>
                <a:cubicBezTo>
                  <a:pt x="560" y="117"/>
                  <a:pt x="516" y="73"/>
                  <a:pt x="471" y="7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5" name="Freeform 54"/>
          <p:cNvSpPr/>
          <p:nvPr/>
        </p:nvSpPr>
        <p:spPr>
          <a:xfrm>
            <a:off x="7807320" y="1776240"/>
            <a:ext cx="236520" cy="274680"/>
          </a:xfrm>
          <a:custGeom>
            <a:avLst/>
            <a:gdLst/>
            <a:ahLst/>
            <a:rect l="l" t="t" r="r" b="b"/>
            <a:pathLst>
              <a:path w="545" h="634">
                <a:moveTo>
                  <a:pt x="427" y="265"/>
                </a:moveTo>
                <a:lnTo>
                  <a:pt x="427" y="265"/>
                </a:lnTo>
                <a:cubicBezTo>
                  <a:pt x="280" y="117"/>
                  <a:pt x="280" y="117"/>
                  <a:pt x="280" y="117"/>
                </a:cubicBezTo>
                <a:cubicBezTo>
                  <a:pt x="280" y="117"/>
                  <a:pt x="280" y="117"/>
                  <a:pt x="265" y="117"/>
                </a:cubicBezTo>
                <a:cubicBezTo>
                  <a:pt x="265" y="117"/>
                  <a:pt x="265" y="117"/>
                  <a:pt x="250" y="117"/>
                </a:cubicBezTo>
                <a:cubicBezTo>
                  <a:pt x="118" y="265"/>
                  <a:pt x="118" y="265"/>
                  <a:pt x="118" y="265"/>
                </a:cubicBezTo>
                <a:cubicBezTo>
                  <a:pt x="118" y="265"/>
                  <a:pt x="118" y="279"/>
                  <a:pt x="118" y="294"/>
                </a:cubicBezTo>
                <a:cubicBezTo>
                  <a:pt x="132" y="294"/>
                  <a:pt x="132" y="294"/>
                  <a:pt x="147" y="294"/>
                </a:cubicBezTo>
                <a:cubicBezTo>
                  <a:pt x="250" y="191"/>
                  <a:pt x="250" y="191"/>
                  <a:pt x="250" y="191"/>
                </a:cubicBezTo>
                <a:cubicBezTo>
                  <a:pt x="250" y="603"/>
                  <a:pt x="250" y="603"/>
                  <a:pt x="250" y="603"/>
                </a:cubicBezTo>
                <a:cubicBezTo>
                  <a:pt x="250" y="618"/>
                  <a:pt x="265" y="633"/>
                  <a:pt x="265" y="633"/>
                </a:cubicBezTo>
                <a:cubicBezTo>
                  <a:pt x="280" y="633"/>
                  <a:pt x="294" y="618"/>
                  <a:pt x="294" y="603"/>
                </a:cubicBezTo>
                <a:cubicBezTo>
                  <a:pt x="294" y="191"/>
                  <a:pt x="294" y="191"/>
                  <a:pt x="294" y="191"/>
                </a:cubicBezTo>
                <a:cubicBezTo>
                  <a:pt x="398" y="294"/>
                  <a:pt x="398" y="294"/>
                  <a:pt x="398" y="294"/>
                </a:cubicBezTo>
                <a:cubicBezTo>
                  <a:pt x="398" y="294"/>
                  <a:pt x="412" y="294"/>
                  <a:pt x="427" y="294"/>
                </a:cubicBezTo>
                <a:cubicBezTo>
                  <a:pt x="427" y="279"/>
                  <a:pt x="427" y="265"/>
                  <a:pt x="427" y="265"/>
                </a:cubicBezTo>
                <a:close/>
                <a:moveTo>
                  <a:pt x="471" y="0"/>
                </a:moveTo>
                <a:lnTo>
                  <a:pt x="471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29"/>
                  <a:pt x="0" y="73"/>
                </a:cubicBezTo>
                <a:cubicBezTo>
                  <a:pt x="0" y="471"/>
                  <a:pt x="0" y="471"/>
                  <a:pt x="0" y="471"/>
                </a:cubicBezTo>
                <a:cubicBezTo>
                  <a:pt x="0" y="515"/>
                  <a:pt x="29" y="544"/>
                  <a:pt x="73" y="544"/>
                </a:cubicBezTo>
                <a:cubicBezTo>
                  <a:pt x="132" y="544"/>
                  <a:pt x="132" y="544"/>
                  <a:pt x="132" y="544"/>
                </a:cubicBezTo>
                <a:cubicBezTo>
                  <a:pt x="132" y="515"/>
                  <a:pt x="132" y="515"/>
                  <a:pt x="132" y="515"/>
                </a:cubicBezTo>
                <a:cubicBezTo>
                  <a:pt x="73" y="515"/>
                  <a:pt x="73" y="515"/>
                  <a:pt x="73" y="515"/>
                </a:cubicBezTo>
                <a:cubicBezTo>
                  <a:pt x="59" y="515"/>
                  <a:pt x="29" y="485"/>
                  <a:pt x="29" y="471"/>
                </a:cubicBezTo>
                <a:cubicBezTo>
                  <a:pt x="29" y="73"/>
                  <a:pt x="29" y="73"/>
                  <a:pt x="29" y="73"/>
                </a:cubicBezTo>
                <a:cubicBezTo>
                  <a:pt x="29" y="58"/>
                  <a:pt x="59" y="44"/>
                  <a:pt x="73" y="44"/>
                </a:cubicBezTo>
                <a:cubicBezTo>
                  <a:pt x="471" y="44"/>
                  <a:pt x="471" y="44"/>
                  <a:pt x="471" y="44"/>
                </a:cubicBezTo>
                <a:cubicBezTo>
                  <a:pt x="486" y="44"/>
                  <a:pt x="500" y="58"/>
                  <a:pt x="500" y="73"/>
                </a:cubicBezTo>
                <a:cubicBezTo>
                  <a:pt x="500" y="471"/>
                  <a:pt x="500" y="471"/>
                  <a:pt x="500" y="471"/>
                </a:cubicBezTo>
                <a:cubicBezTo>
                  <a:pt x="500" y="485"/>
                  <a:pt x="486" y="515"/>
                  <a:pt x="471" y="515"/>
                </a:cubicBezTo>
                <a:cubicBezTo>
                  <a:pt x="412" y="515"/>
                  <a:pt x="412" y="515"/>
                  <a:pt x="412" y="515"/>
                </a:cubicBezTo>
                <a:cubicBezTo>
                  <a:pt x="412" y="544"/>
                  <a:pt x="412" y="544"/>
                  <a:pt x="412" y="544"/>
                </a:cubicBezTo>
                <a:cubicBezTo>
                  <a:pt x="471" y="544"/>
                  <a:pt x="471" y="544"/>
                  <a:pt x="471" y="544"/>
                </a:cubicBezTo>
                <a:cubicBezTo>
                  <a:pt x="515" y="544"/>
                  <a:pt x="544" y="515"/>
                  <a:pt x="544" y="471"/>
                </a:cubicBezTo>
                <a:cubicBezTo>
                  <a:pt x="544" y="73"/>
                  <a:pt x="544" y="73"/>
                  <a:pt x="544" y="73"/>
                </a:cubicBezTo>
                <a:cubicBezTo>
                  <a:pt x="544" y="29"/>
                  <a:pt x="515" y="0"/>
                  <a:pt x="471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6" name="Freeform 55"/>
          <p:cNvSpPr/>
          <p:nvPr/>
        </p:nvSpPr>
        <p:spPr>
          <a:xfrm>
            <a:off x="7350120" y="1795320"/>
            <a:ext cx="266760" cy="236520"/>
          </a:xfrm>
          <a:custGeom>
            <a:avLst/>
            <a:gdLst/>
            <a:ahLst/>
            <a:rect l="l" t="t" r="r" b="b"/>
            <a:pathLst>
              <a:path w="619" h="545">
                <a:moveTo>
                  <a:pt x="603" y="250"/>
                </a:moveTo>
                <a:lnTo>
                  <a:pt x="603" y="250"/>
                </a:lnTo>
                <a:cubicBezTo>
                  <a:pt x="177" y="250"/>
                  <a:pt x="177" y="250"/>
                  <a:pt x="177" y="250"/>
                </a:cubicBezTo>
                <a:cubicBezTo>
                  <a:pt x="280" y="147"/>
                  <a:pt x="280" y="147"/>
                  <a:pt x="280" y="147"/>
                </a:cubicBezTo>
                <a:cubicBezTo>
                  <a:pt x="294" y="132"/>
                  <a:pt x="294" y="132"/>
                  <a:pt x="280" y="118"/>
                </a:cubicBezTo>
                <a:cubicBezTo>
                  <a:pt x="280" y="118"/>
                  <a:pt x="265" y="118"/>
                  <a:pt x="250" y="118"/>
                </a:cubicBezTo>
                <a:cubicBezTo>
                  <a:pt x="118" y="250"/>
                  <a:pt x="118" y="250"/>
                  <a:pt x="118" y="250"/>
                </a:cubicBezTo>
                <a:cubicBezTo>
                  <a:pt x="118" y="265"/>
                  <a:pt x="118" y="265"/>
                  <a:pt x="118" y="265"/>
                </a:cubicBezTo>
                <a:cubicBezTo>
                  <a:pt x="118" y="280"/>
                  <a:pt x="118" y="280"/>
                  <a:pt x="118" y="280"/>
                </a:cubicBezTo>
                <a:cubicBezTo>
                  <a:pt x="250" y="427"/>
                  <a:pt x="250" y="427"/>
                  <a:pt x="250" y="427"/>
                </a:cubicBezTo>
                <a:cubicBezTo>
                  <a:pt x="265" y="427"/>
                  <a:pt x="280" y="427"/>
                  <a:pt x="280" y="427"/>
                </a:cubicBezTo>
                <a:cubicBezTo>
                  <a:pt x="294" y="412"/>
                  <a:pt x="294" y="397"/>
                  <a:pt x="280" y="397"/>
                </a:cubicBezTo>
                <a:cubicBezTo>
                  <a:pt x="177" y="294"/>
                  <a:pt x="177" y="294"/>
                  <a:pt x="177" y="294"/>
                </a:cubicBezTo>
                <a:cubicBezTo>
                  <a:pt x="603" y="294"/>
                  <a:pt x="603" y="294"/>
                  <a:pt x="603" y="294"/>
                </a:cubicBezTo>
                <a:cubicBezTo>
                  <a:pt x="618" y="294"/>
                  <a:pt x="618" y="280"/>
                  <a:pt x="618" y="265"/>
                </a:cubicBezTo>
                <a:cubicBezTo>
                  <a:pt x="618" y="265"/>
                  <a:pt x="618" y="250"/>
                  <a:pt x="603" y="250"/>
                </a:cubicBezTo>
                <a:close/>
                <a:moveTo>
                  <a:pt x="500" y="471"/>
                </a:moveTo>
                <a:lnTo>
                  <a:pt x="500" y="471"/>
                </a:lnTo>
                <a:cubicBezTo>
                  <a:pt x="500" y="486"/>
                  <a:pt x="486" y="500"/>
                  <a:pt x="471" y="500"/>
                </a:cubicBezTo>
                <a:cubicBezTo>
                  <a:pt x="73" y="500"/>
                  <a:pt x="73" y="500"/>
                  <a:pt x="73" y="500"/>
                </a:cubicBezTo>
                <a:cubicBezTo>
                  <a:pt x="59" y="500"/>
                  <a:pt x="29" y="486"/>
                  <a:pt x="29" y="471"/>
                </a:cubicBezTo>
                <a:cubicBezTo>
                  <a:pt x="29" y="73"/>
                  <a:pt x="29" y="73"/>
                  <a:pt x="29" y="73"/>
                </a:cubicBezTo>
                <a:cubicBezTo>
                  <a:pt x="29" y="59"/>
                  <a:pt x="59" y="29"/>
                  <a:pt x="73" y="29"/>
                </a:cubicBezTo>
                <a:cubicBezTo>
                  <a:pt x="471" y="29"/>
                  <a:pt x="471" y="29"/>
                  <a:pt x="471" y="29"/>
                </a:cubicBezTo>
                <a:cubicBezTo>
                  <a:pt x="486" y="29"/>
                  <a:pt x="500" y="59"/>
                  <a:pt x="500" y="73"/>
                </a:cubicBezTo>
                <a:cubicBezTo>
                  <a:pt x="500" y="132"/>
                  <a:pt x="500" y="132"/>
                  <a:pt x="500" y="132"/>
                </a:cubicBezTo>
                <a:cubicBezTo>
                  <a:pt x="545" y="132"/>
                  <a:pt x="545" y="132"/>
                  <a:pt x="545" y="132"/>
                </a:cubicBezTo>
                <a:cubicBezTo>
                  <a:pt x="545" y="73"/>
                  <a:pt x="545" y="73"/>
                  <a:pt x="545" y="73"/>
                </a:cubicBezTo>
                <a:cubicBezTo>
                  <a:pt x="545" y="29"/>
                  <a:pt x="515" y="0"/>
                  <a:pt x="471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29"/>
                  <a:pt x="0" y="73"/>
                </a:cubicBezTo>
                <a:cubicBezTo>
                  <a:pt x="0" y="471"/>
                  <a:pt x="0" y="471"/>
                  <a:pt x="0" y="471"/>
                </a:cubicBezTo>
                <a:cubicBezTo>
                  <a:pt x="0" y="515"/>
                  <a:pt x="29" y="544"/>
                  <a:pt x="73" y="544"/>
                </a:cubicBezTo>
                <a:cubicBezTo>
                  <a:pt x="471" y="544"/>
                  <a:pt x="471" y="544"/>
                  <a:pt x="471" y="544"/>
                </a:cubicBezTo>
                <a:cubicBezTo>
                  <a:pt x="515" y="544"/>
                  <a:pt x="545" y="515"/>
                  <a:pt x="545" y="471"/>
                </a:cubicBezTo>
                <a:cubicBezTo>
                  <a:pt x="545" y="412"/>
                  <a:pt x="545" y="412"/>
                  <a:pt x="545" y="412"/>
                </a:cubicBezTo>
                <a:cubicBezTo>
                  <a:pt x="500" y="412"/>
                  <a:pt x="500" y="412"/>
                  <a:pt x="500" y="412"/>
                </a:cubicBezTo>
                <a:lnTo>
                  <a:pt x="500" y="47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7" name="Freeform 56"/>
          <p:cNvSpPr/>
          <p:nvPr/>
        </p:nvSpPr>
        <p:spPr>
          <a:xfrm>
            <a:off x="6904080" y="1795320"/>
            <a:ext cx="274680" cy="236520"/>
          </a:xfrm>
          <a:custGeom>
            <a:avLst/>
            <a:gdLst/>
            <a:ahLst/>
            <a:rect l="l" t="t" r="r" b="b"/>
            <a:pathLst>
              <a:path w="634" h="545">
                <a:moveTo>
                  <a:pt x="339" y="397"/>
                </a:moveTo>
                <a:lnTo>
                  <a:pt x="339" y="397"/>
                </a:lnTo>
                <a:cubicBezTo>
                  <a:pt x="339" y="397"/>
                  <a:pt x="339" y="412"/>
                  <a:pt x="339" y="427"/>
                </a:cubicBezTo>
                <a:cubicBezTo>
                  <a:pt x="354" y="427"/>
                  <a:pt x="369" y="427"/>
                  <a:pt x="369" y="427"/>
                </a:cubicBezTo>
                <a:cubicBezTo>
                  <a:pt x="516" y="280"/>
                  <a:pt x="516" y="280"/>
                  <a:pt x="516" y="280"/>
                </a:cubicBezTo>
                <a:cubicBezTo>
                  <a:pt x="516" y="280"/>
                  <a:pt x="516" y="280"/>
                  <a:pt x="516" y="265"/>
                </a:cubicBezTo>
                <a:cubicBezTo>
                  <a:pt x="516" y="265"/>
                  <a:pt x="516" y="265"/>
                  <a:pt x="516" y="250"/>
                </a:cubicBezTo>
                <a:cubicBezTo>
                  <a:pt x="369" y="118"/>
                  <a:pt x="369" y="118"/>
                  <a:pt x="369" y="118"/>
                </a:cubicBezTo>
                <a:cubicBezTo>
                  <a:pt x="369" y="118"/>
                  <a:pt x="354" y="118"/>
                  <a:pt x="339" y="118"/>
                </a:cubicBezTo>
                <a:cubicBezTo>
                  <a:pt x="339" y="132"/>
                  <a:pt x="339" y="132"/>
                  <a:pt x="339" y="147"/>
                </a:cubicBezTo>
                <a:cubicBezTo>
                  <a:pt x="442" y="250"/>
                  <a:pt x="442" y="250"/>
                  <a:pt x="442" y="250"/>
                </a:cubicBezTo>
                <a:cubicBezTo>
                  <a:pt x="30" y="250"/>
                  <a:pt x="30" y="250"/>
                  <a:pt x="30" y="250"/>
                </a:cubicBezTo>
                <a:cubicBezTo>
                  <a:pt x="15" y="250"/>
                  <a:pt x="0" y="265"/>
                  <a:pt x="0" y="265"/>
                </a:cubicBezTo>
                <a:cubicBezTo>
                  <a:pt x="0" y="280"/>
                  <a:pt x="15" y="294"/>
                  <a:pt x="30" y="294"/>
                </a:cubicBezTo>
                <a:cubicBezTo>
                  <a:pt x="442" y="294"/>
                  <a:pt x="442" y="294"/>
                  <a:pt x="442" y="294"/>
                </a:cubicBezTo>
                <a:lnTo>
                  <a:pt x="339" y="397"/>
                </a:lnTo>
                <a:close/>
                <a:moveTo>
                  <a:pt x="560" y="0"/>
                </a:moveTo>
                <a:lnTo>
                  <a:pt x="560" y="0"/>
                </a:lnTo>
                <a:cubicBezTo>
                  <a:pt x="162" y="0"/>
                  <a:pt x="162" y="0"/>
                  <a:pt x="162" y="0"/>
                </a:cubicBezTo>
                <a:cubicBezTo>
                  <a:pt x="118" y="0"/>
                  <a:pt x="89" y="29"/>
                  <a:pt x="89" y="73"/>
                </a:cubicBezTo>
                <a:cubicBezTo>
                  <a:pt x="89" y="147"/>
                  <a:pt x="89" y="147"/>
                  <a:pt x="89" y="147"/>
                </a:cubicBezTo>
                <a:cubicBezTo>
                  <a:pt x="118" y="147"/>
                  <a:pt x="118" y="147"/>
                  <a:pt x="118" y="147"/>
                </a:cubicBezTo>
                <a:cubicBezTo>
                  <a:pt x="118" y="73"/>
                  <a:pt x="118" y="73"/>
                  <a:pt x="118" y="73"/>
                </a:cubicBezTo>
                <a:cubicBezTo>
                  <a:pt x="118" y="59"/>
                  <a:pt x="148" y="29"/>
                  <a:pt x="162" y="29"/>
                </a:cubicBezTo>
                <a:cubicBezTo>
                  <a:pt x="560" y="29"/>
                  <a:pt x="560" y="29"/>
                  <a:pt x="560" y="29"/>
                </a:cubicBezTo>
                <a:cubicBezTo>
                  <a:pt x="575" y="29"/>
                  <a:pt x="589" y="59"/>
                  <a:pt x="589" y="73"/>
                </a:cubicBezTo>
                <a:cubicBezTo>
                  <a:pt x="589" y="471"/>
                  <a:pt x="589" y="471"/>
                  <a:pt x="589" y="471"/>
                </a:cubicBezTo>
                <a:cubicBezTo>
                  <a:pt x="589" y="486"/>
                  <a:pt x="575" y="500"/>
                  <a:pt x="560" y="500"/>
                </a:cubicBezTo>
                <a:cubicBezTo>
                  <a:pt x="162" y="500"/>
                  <a:pt x="162" y="500"/>
                  <a:pt x="162" y="500"/>
                </a:cubicBezTo>
                <a:cubicBezTo>
                  <a:pt x="148" y="500"/>
                  <a:pt x="118" y="486"/>
                  <a:pt x="118" y="471"/>
                </a:cubicBezTo>
                <a:cubicBezTo>
                  <a:pt x="118" y="382"/>
                  <a:pt x="118" y="382"/>
                  <a:pt x="118" y="382"/>
                </a:cubicBezTo>
                <a:cubicBezTo>
                  <a:pt x="89" y="382"/>
                  <a:pt x="89" y="382"/>
                  <a:pt x="89" y="382"/>
                </a:cubicBezTo>
                <a:cubicBezTo>
                  <a:pt x="89" y="471"/>
                  <a:pt x="89" y="471"/>
                  <a:pt x="89" y="471"/>
                </a:cubicBezTo>
                <a:cubicBezTo>
                  <a:pt x="89" y="515"/>
                  <a:pt x="118" y="544"/>
                  <a:pt x="162" y="544"/>
                </a:cubicBezTo>
                <a:cubicBezTo>
                  <a:pt x="560" y="544"/>
                  <a:pt x="560" y="544"/>
                  <a:pt x="560" y="544"/>
                </a:cubicBezTo>
                <a:cubicBezTo>
                  <a:pt x="604" y="544"/>
                  <a:pt x="633" y="515"/>
                  <a:pt x="633" y="471"/>
                </a:cubicBezTo>
                <a:cubicBezTo>
                  <a:pt x="633" y="73"/>
                  <a:pt x="633" y="73"/>
                  <a:pt x="633" y="73"/>
                </a:cubicBezTo>
                <a:cubicBezTo>
                  <a:pt x="633" y="29"/>
                  <a:pt x="604" y="0"/>
                  <a:pt x="56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8" name="Freeform 57"/>
          <p:cNvSpPr/>
          <p:nvPr/>
        </p:nvSpPr>
        <p:spPr>
          <a:xfrm>
            <a:off x="6483240" y="1795320"/>
            <a:ext cx="236520" cy="236520"/>
          </a:xfrm>
          <a:custGeom>
            <a:avLst/>
            <a:gdLst/>
            <a:ahLst/>
            <a:rect l="l" t="t" r="r" b="b"/>
            <a:pathLst>
              <a:path w="545" h="545">
                <a:moveTo>
                  <a:pt x="530" y="0"/>
                </a:moveTo>
                <a:lnTo>
                  <a:pt x="530" y="0"/>
                </a:lnTo>
                <a:cubicBezTo>
                  <a:pt x="382" y="0"/>
                  <a:pt x="382" y="0"/>
                  <a:pt x="382" y="0"/>
                </a:cubicBezTo>
                <a:cubicBezTo>
                  <a:pt x="382" y="0"/>
                  <a:pt x="368" y="0"/>
                  <a:pt x="368" y="14"/>
                </a:cubicBezTo>
                <a:cubicBezTo>
                  <a:pt x="368" y="29"/>
                  <a:pt x="382" y="29"/>
                  <a:pt x="382" y="29"/>
                </a:cubicBezTo>
                <a:cubicBezTo>
                  <a:pt x="471" y="29"/>
                  <a:pt x="471" y="29"/>
                  <a:pt x="471" y="29"/>
                </a:cubicBezTo>
                <a:cubicBezTo>
                  <a:pt x="177" y="309"/>
                  <a:pt x="177" y="309"/>
                  <a:pt x="177" y="309"/>
                </a:cubicBezTo>
                <a:cubicBezTo>
                  <a:pt x="177" y="324"/>
                  <a:pt x="177" y="339"/>
                  <a:pt x="177" y="339"/>
                </a:cubicBezTo>
                <a:cubicBezTo>
                  <a:pt x="191" y="353"/>
                  <a:pt x="191" y="353"/>
                  <a:pt x="206" y="339"/>
                </a:cubicBezTo>
                <a:cubicBezTo>
                  <a:pt x="500" y="59"/>
                  <a:pt x="500" y="59"/>
                  <a:pt x="500" y="59"/>
                </a:cubicBezTo>
                <a:cubicBezTo>
                  <a:pt x="500" y="147"/>
                  <a:pt x="500" y="147"/>
                  <a:pt x="500" y="147"/>
                </a:cubicBezTo>
                <a:cubicBezTo>
                  <a:pt x="500" y="162"/>
                  <a:pt x="515" y="177"/>
                  <a:pt x="530" y="177"/>
                </a:cubicBezTo>
                <a:cubicBezTo>
                  <a:pt x="530" y="177"/>
                  <a:pt x="544" y="162"/>
                  <a:pt x="544" y="147"/>
                </a:cubicBezTo>
                <a:cubicBezTo>
                  <a:pt x="544" y="14"/>
                  <a:pt x="544" y="14"/>
                  <a:pt x="544" y="14"/>
                </a:cubicBezTo>
                <a:cubicBezTo>
                  <a:pt x="544" y="0"/>
                  <a:pt x="530" y="0"/>
                  <a:pt x="530" y="0"/>
                </a:cubicBezTo>
                <a:close/>
                <a:moveTo>
                  <a:pt x="500" y="471"/>
                </a:moveTo>
                <a:lnTo>
                  <a:pt x="500" y="471"/>
                </a:lnTo>
                <a:cubicBezTo>
                  <a:pt x="500" y="486"/>
                  <a:pt x="486" y="500"/>
                  <a:pt x="471" y="500"/>
                </a:cubicBezTo>
                <a:cubicBezTo>
                  <a:pt x="73" y="500"/>
                  <a:pt x="73" y="500"/>
                  <a:pt x="73" y="500"/>
                </a:cubicBezTo>
                <a:cubicBezTo>
                  <a:pt x="44" y="500"/>
                  <a:pt x="29" y="486"/>
                  <a:pt x="29" y="471"/>
                </a:cubicBezTo>
                <a:cubicBezTo>
                  <a:pt x="29" y="73"/>
                  <a:pt x="29" y="73"/>
                  <a:pt x="29" y="73"/>
                </a:cubicBezTo>
                <a:cubicBezTo>
                  <a:pt x="29" y="59"/>
                  <a:pt x="59" y="29"/>
                  <a:pt x="73" y="29"/>
                </a:cubicBezTo>
                <a:cubicBezTo>
                  <a:pt x="294" y="29"/>
                  <a:pt x="294" y="29"/>
                  <a:pt x="294" y="29"/>
                </a:cubicBezTo>
                <a:cubicBezTo>
                  <a:pt x="294" y="0"/>
                  <a:pt x="294" y="0"/>
                  <a:pt x="294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44"/>
                  <a:pt x="0" y="88"/>
                </a:cubicBezTo>
                <a:cubicBezTo>
                  <a:pt x="0" y="471"/>
                  <a:pt x="0" y="471"/>
                  <a:pt x="0" y="471"/>
                </a:cubicBezTo>
                <a:cubicBezTo>
                  <a:pt x="0" y="515"/>
                  <a:pt x="29" y="544"/>
                  <a:pt x="73" y="544"/>
                </a:cubicBezTo>
                <a:cubicBezTo>
                  <a:pt x="456" y="544"/>
                  <a:pt x="456" y="544"/>
                  <a:pt x="456" y="544"/>
                </a:cubicBezTo>
                <a:cubicBezTo>
                  <a:pt x="500" y="544"/>
                  <a:pt x="544" y="515"/>
                  <a:pt x="544" y="471"/>
                </a:cubicBezTo>
                <a:cubicBezTo>
                  <a:pt x="544" y="250"/>
                  <a:pt x="544" y="250"/>
                  <a:pt x="544" y="250"/>
                </a:cubicBezTo>
                <a:cubicBezTo>
                  <a:pt x="500" y="250"/>
                  <a:pt x="500" y="250"/>
                  <a:pt x="500" y="250"/>
                </a:cubicBezTo>
                <a:lnTo>
                  <a:pt x="500" y="47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9" name="Freeform 58"/>
          <p:cNvSpPr/>
          <p:nvPr/>
        </p:nvSpPr>
        <p:spPr>
          <a:xfrm>
            <a:off x="6037200" y="1795320"/>
            <a:ext cx="243000" cy="236520"/>
          </a:xfrm>
          <a:custGeom>
            <a:avLst/>
            <a:gdLst/>
            <a:ahLst/>
            <a:rect l="l" t="t" r="r" b="b"/>
            <a:pathLst>
              <a:path w="561" h="545">
                <a:moveTo>
                  <a:pt x="516" y="250"/>
                </a:moveTo>
                <a:lnTo>
                  <a:pt x="516" y="250"/>
                </a:lnTo>
                <a:cubicBezTo>
                  <a:pt x="516" y="471"/>
                  <a:pt x="516" y="471"/>
                  <a:pt x="516" y="471"/>
                </a:cubicBezTo>
                <a:cubicBezTo>
                  <a:pt x="516" y="486"/>
                  <a:pt x="501" y="500"/>
                  <a:pt x="471" y="500"/>
                </a:cubicBezTo>
                <a:cubicBezTo>
                  <a:pt x="89" y="500"/>
                  <a:pt x="89" y="500"/>
                  <a:pt x="89" y="500"/>
                </a:cubicBezTo>
                <a:cubicBezTo>
                  <a:pt x="59" y="500"/>
                  <a:pt x="44" y="486"/>
                  <a:pt x="44" y="471"/>
                </a:cubicBezTo>
                <a:cubicBezTo>
                  <a:pt x="44" y="73"/>
                  <a:pt x="44" y="73"/>
                  <a:pt x="44" y="73"/>
                </a:cubicBezTo>
                <a:cubicBezTo>
                  <a:pt x="44" y="59"/>
                  <a:pt x="59" y="29"/>
                  <a:pt x="89" y="29"/>
                </a:cubicBezTo>
                <a:cubicBezTo>
                  <a:pt x="295" y="29"/>
                  <a:pt x="295" y="29"/>
                  <a:pt x="295" y="29"/>
                </a:cubicBezTo>
                <a:cubicBezTo>
                  <a:pt x="295" y="0"/>
                  <a:pt x="295" y="0"/>
                  <a:pt x="295" y="0"/>
                </a:cubicBezTo>
                <a:cubicBezTo>
                  <a:pt x="89" y="0"/>
                  <a:pt x="89" y="0"/>
                  <a:pt x="89" y="0"/>
                </a:cubicBezTo>
                <a:cubicBezTo>
                  <a:pt x="44" y="0"/>
                  <a:pt x="0" y="44"/>
                  <a:pt x="0" y="88"/>
                </a:cubicBezTo>
                <a:cubicBezTo>
                  <a:pt x="0" y="471"/>
                  <a:pt x="0" y="471"/>
                  <a:pt x="0" y="471"/>
                </a:cubicBezTo>
                <a:cubicBezTo>
                  <a:pt x="0" y="515"/>
                  <a:pt x="44" y="544"/>
                  <a:pt x="89" y="544"/>
                </a:cubicBezTo>
                <a:cubicBezTo>
                  <a:pt x="471" y="544"/>
                  <a:pt x="471" y="544"/>
                  <a:pt x="471" y="544"/>
                </a:cubicBezTo>
                <a:cubicBezTo>
                  <a:pt x="516" y="544"/>
                  <a:pt x="560" y="515"/>
                  <a:pt x="560" y="471"/>
                </a:cubicBezTo>
                <a:cubicBezTo>
                  <a:pt x="560" y="250"/>
                  <a:pt x="560" y="250"/>
                  <a:pt x="560" y="250"/>
                </a:cubicBezTo>
                <a:lnTo>
                  <a:pt x="516" y="250"/>
                </a:lnTo>
                <a:close/>
                <a:moveTo>
                  <a:pt x="221" y="206"/>
                </a:moveTo>
                <a:lnTo>
                  <a:pt x="221" y="206"/>
                </a:lnTo>
                <a:lnTo>
                  <a:pt x="206" y="191"/>
                </a:lnTo>
                <a:cubicBezTo>
                  <a:pt x="192" y="191"/>
                  <a:pt x="177" y="206"/>
                  <a:pt x="177" y="206"/>
                </a:cubicBezTo>
                <a:cubicBezTo>
                  <a:pt x="177" y="353"/>
                  <a:pt x="177" y="353"/>
                  <a:pt x="177" y="353"/>
                </a:cubicBezTo>
                <a:cubicBezTo>
                  <a:pt x="177" y="353"/>
                  <a:pt x="192" y="368"/>
                  <a:pt x="206" y="368"/>
                </a:cubicBezTo>
                <a:cubicBezTo>
                  <a:pt x="339" y="368"/>
                  <a:pt x="339" y="368"/>
                  <a:pt x="339" y="368"/>
                </a:cubicBezTo>
                <a:cubicBezTo>
                  <a:pt x="353" y="368"/>
                  <a:pt x="353" y="353"/>
                  <a:pt x="353" y="353"/>
                </a:cubicBezTo>
                <a:cubicBezTo>
                  <a:pt x="353" y="339"/>
                  <a:pt x="353" y="324"/>
                  <a:pt x="339" y="324"/>
                </a:cubicBezTo>
                <a:cubicBezTo>
                  <a:pt x="251" y="324"/>
                  <a:pt x="251" y="324"/>
                  <a:pt x="251" y="324"/>
                </a:cubicBezTo>
                <a:cubicBezTo>
                  <a:pt x="545" y="44"/>
                  <a:pt x="545" y="44"/>
                  <a:pt x="545" y="44"/>
                </a:cubicBezTo>
                <a:cubicBezTo>
                  <a:pt x="545" y="29"/>
                  <a:pt x="545" y="14"/>
                  <a:pt x="545" y="14"/>
                </a:cubicBezTo>
                <a:cubicBezTo>
                  <a:pt x="530" y="0"/>
                  <a:pt x="516" y="0"/>
                  <a:pt x="516" y="14"/>
                </a:cubicBezTo>
                <a:cubicBezTo>
                  <a:pt x="221" y="309"/>
                  <a:pt x="221" y="309"/>
                  <a:pt x="221" y="309"/>
                </a:cubicBezTo>
                <a:lnTo>
                  <a:pt x="221" y="20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0" name="Freeform 59"/>
          <p:cNvSpPr/>
          <p:nvPr/>
        </p:nvSpPr>
        <p:spPr>
          <a:xfrm>
            <a:off x="5580000" y="1776240"/>
            <a:ext cx="274680" cy="274680"/>
          </a:xfrm>
          <a:custGeom>
            <a:avLst/>
            <a:gdLst/>
            <a:ahLst/>
            <a:rect l="l" t="t" r="r" b="b"/>
            <a:pathLst>
              <a:path w="634" h="634">
                <a:moveTo>
                  <a:pt x="442" y="544"/>
                </a:moveTo>
                <a:lnTo>
                  <a:pt x="442" y="544"/>
                </a:lnTo>
                <a:cubicBezTo>
                  <a:pt x="442" y="574"/>
                  <a:pt x="412" y="588"/>
                  <a:pt x="398" y="588"/>
                </a:cubicBezTo>
                <a:cubicBezTo>
                  <a:pt x="89" y="588"/>
                  <a:pt x="89" y="588"/>
                  <a:pt x="89" y="588"/>
                </a:cubicBezTo>
                <a:cubicBezTo>
                  <a:pt x="59" y="588"/>
                  <a:pt x="44" y="574"/>
                  <a:pt x="44" y="544"/>
                </a:cubicBezTo>
                <a:cubicBezTo>
                  <a:pt x="44" y="235"/>
                  <a:pt x="44" y="235"/>
                  <a:pt x="44" y="235"/>
                </a:cubicBezTo>
                <a:cubicBezTo>
                  <a:pt x="44" y="221"/>
                  <a:pt x="59" y="191"/>
                  <a:pt x="89" y="191"/>
                </a:cubicBezTo>
                <a:cubicBezTo>
                  <a:pt x="118" y="191"/>
                  <a:pt x="118" y="191"/>
                  <a:pt x="118" y="191"/>
                </a:cubicBezTo>
                <a:cubicBezTo>
                  <a:pt x="118" y="162"/>
                  <a:pt x="118" y="162"/>
                  <a:pt x="118" y="162"/>
                </a:cubicBezTo>
                <a:cubicBezTo>
                  <a:pt x="89" y="162"/>
                  <a:pt x="89" y="162"/>
                  <a:pt x="89" y="162"/>
                </a:cubicBezTo>
                <a:cubicBezTo>
                  <a:pt x="44" y="162"/>
                  <a:pt x="0" y="191"/>
                  <a:pt x="0" y="235"/>
                </a:cubicBezTo>
                <a:cubicBezTo>
                  <a:pt x="0" y="544"/>
                  <a:pt x="0" y="544"/>
                  <a:pt x="0" y="544"/>
                </a:cubicBezTo>
                <a:cubicBezTo>
                  <a:pt x="0" y="588"/>
                  <a:pt x="44" y="633"/>
                  <a:pt x="89" y="633"/>
                </a:cubicBezTo>
                <a:cubicBezTo>
                  <a:pt x="398" y="633"/>
                  <a:pt x="398" y="633"/>
                  <a:pt x="398" y="633"/>
                </a:cubicBezTo>
                <a:cubicBezTo>
                  <a:pt x="442" y="633"/>
                  <a:pt x="471" y="588"/>
                  <a:pt x="471" y="544"/>
                </a:cubicBezTo>
                <a:cubicBezTo>
                  <a:pt x="471" y="515"/>
                  <a:pt x="471" y="515"/>
                  <a:pt x="471" y="515"/>
                </a:cubicBezTo>
                <a:cubicBezTo>
                  <a:pt x="442" y="515"/>
                  <a:pt x="442" y="515"/>
                  <a:pt x="442" y="515"/>
                </a:cubicBezTo>
                <a:lnTo>
                  <a:pt x="442" y="544"/>
                </a:lnTo>
                <a:close/>
                <a:moveTo>
                  <a:pt x="560" y="0"/>
                </a:moveTo>
                <a:lnTo>
                  <a:pt x="560" y="0"/>
                </a:lnTo>
                <a:cubicBezTo>
                  <a:pt x="236" y="0"/>
                  <a:pt x="236" y="0"/>
                  <a:pt x="236" y="0"/>
                </a:cubicBezTo>
                <a:cubicBezTo>
                  <a:pt x="192" y="0"/>
                  <a:pt x="162" y="29"/>
                  <a:pt x="162" y="73"/>
                </a:cubicBezTo>
                <a:cubicBezTo>
                  <a:pt x="162" y="397"/>
                  <a:pt x="162" y="397"/>
                  <a:pt x="162" y="397"/>
                </a:cubicBezTo>
                <a:cubicBezTo>
                  <a:pt x="162" y="441"/>
                  <a:pt x="192" y="471"/>
                  <a:pt x="236" y="471"/>
                </a:cubicBezTo>
                <a:cubicBezTo>
                  <a:pt x="560" y="471"/>
                  <a:pt x="560" y="471"/>
                  <a:pt x="560" y="471"/>
                </a:cubicBezTo>
                <a:cubicBezTo>
                  <a:pt x="604" y="471"/>
                  <a:pt x="633" y="441"/>
                  <a:pt x="633" y="397"/>
                </a:cubicBezTo>
                <a:cubicBezTo>
                  <a:pt x="633" y="73"/>
                  <a:pt x="633" y="73"/>
                  <a:pt x="633" y="73"/>
                </a:cubicBezTo>
                <a:cubicBezTo>
                  <a:pt x="633" y="29"/>
                  <a:pt x="604" y="0"/>
                  <a:pt x="560" y="0"/>
                </a:cubicBezTo>
                <a:close/>
                <a:moveTo>
                  <a:pt x="589" y="397"/>
                </a:moveTo>
                <a:lnTo>
                  <a:pt x="589" y="397"/>
                </a:lnTo>
                <a:cubicBezTo>
                  <a:pt x="589" y="412"/>
                  <a:pt x="574" y="426"/>
                  <a:pt x="560" y="426"/>
                </a:cubicBezTo>
                <a:cubicBezTo>
                  <a:pt x="236" y="426"/>
                  <a:pt x="236" y="426"/>
                  <a:pt x="236" y="426"/>
                </a:cubicBezTo>
                <a:cubicBezTo>
                  <a:pt x="221" y="426"/>
                  <a:pt x="207" y="412"/>
                  <a:pt x="207" y="397"/>
                </a:cubicBezTo>
                <a:cubicBezTo>
                  <a:pt x="207" y="73"/>
                  <a:pt x="207" y="73"/>
                  <a:pt x="207" y="73"/>
                </a:cubicBezTo>
                <a:cubicBezTo>
                  <a:pt x="207" y="58"/>
                  <a:pt x="221" y="44"/>
                  <a:pt x="236" y="44"/>
                </a:cubicBezTo>
                <a:cubicBezTo>
                  <a:pt x="560" y="44"/>
                  <a:pt x="560" y="44"/>
                  <a:pt x="560" y="44"/>
                </a:cubicBezTo>
                <a:cubicBezTo>
                  <a:pt x="574" y="44"/>
                  <a:pt x="589" y="58"/>
                  <a:pt x="589" y="73"/>
                </a:cubicBezTo>
                <a:lnTo>
                  <a:pt x="589" y="39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1" name="Freeform 60"/>
          <p:cNvSpPr/>
          <p:nvPr/>
        </p:nvSpPr>
        <p:spPr>
          <a:xfrm>
            <a:off x="5141880" y="1795320"/>
            <a:ext cx="274680" cy="236520"/>
          </a:xfrm>
          <a:custGeom>
            <a:avLst/>
            <a:gdLst/>
            <a:ahLst/>
            <a:rect l="l" t="t" r="r" b="b"/>
            <a:pathLst>
              <a:path w="634" h="545">
                <a:moveTo>
                  <a:pt x="73" y="191"/>
                </a:moveTo>
                <a:lnTo>
                  <a:pt x="73" y="191"/>
                </a:lnTo>
                <a:cubicBezTo>
                  <a:pt x="29" y="191"/>
                  <a:pt x="0" y="221"/>
                  <a:pt x="0" y="265"/>
                </a:cubicBezTo>
                <a:cubicBezTo>
                  <a:pt x="0" y="309"/>
                  <a:pt x="29" y="353"/>
                  <a:pt x="73" y="353"/>
                </a:cubicBezTo>
                <a:cubicBezTo>
                  <a:pt x="117" y="353"/>
                  <a:pt x="162" y="309"/>
                  <a:pt x="162" y="265"/>
                </a:cubicBezTo>
                <a:cubicBezTo>
                  <a:pt x="162" y="221"/>
                  <a:pt x="117" y="191"/>
                  <a:pt x="73" y="191"/>
                </a:cubicBezTo>
                <a:close/>
                <a:moveTo>
                  <a:pt x="73" y="309"/>
                </a:moveTo>
                <a:lnTo>
                  <a:pt x="73" y="309"/>
                </a:lnTo>
                <a:cubicBezTo>
                  <a:pt x="58" y="309"/>
                  <a:pt x="44" y="294"/>
                  <a:pt x="44" y="265"/>
                </a:cubicBezTo>
                <a:cubicBezTo>
                  <a:pt x="44" y="250"/>
                  <a:pt x="58" y="235"/>
                  <a:pt x="73" y="235"/>
                </a:cubicBezTo>
                <a:cubicBezTo>
                  <a:pt x="103" y="235"/>
                  <a:pt x="117" y="250"/>
                  <a:pt x="117" y="265"/>
                </a:cubicBezTo>
                <a:cubicBezTo>
                  <a:pt x="117" y="294"/>
                  <a:pt x="103" y="309"/>
                  <a:pt x="73" y="309"/>
                </a:cubicBezTo>
                <a:close/>
                <a:moveTo>
                  <a:pt x="544" y="147"/>
                </a:moveTo>
                <a:lnTo>
                  <a:pt x="544" y="147"/>
                </a:lnTo>
                <a:cubicBezTo>
                  <a:pt x="588" y="147"/>
                  <a:pt x="633" y="118"/>
                  <a:pt x="633" y="73"/>
                </a:cubicBezTo>
                <a:cubicBezTo>
                  <a:pt x="633" y="29"/>
                  <a:pt x="588" y="0"/>
                  <a:pt x="544" y="0"/>
                </a:cubicBezTo>
                <a:cubicBezTo>
                  <a:pt x="500" y="0"/>
                  <a:pt x="471" y="29"/>
                  <a:pt x="471" y="73"/>
                </a:cubicBezTo>
                <a:cubicBezTo>
                  <a:pt x="471" y="118"/>
                  <a:pt x="500" y="147"/>
                  <a:pt x="544" y="147"/>
                </a:cubicBezTo>
                <a:close/>
                <a:moveTo>
                  <a:pt x="544" y="29"/>
                </a:moveTo>
                <a:lnTo>
                  <a:pt x="544" y="29"/>
                </a:lnTo>
                <a:cubicBezTo>
                  <a:pt x="574" y="29"/>
                  <a:pt x="588" y="59"/>
                  <a:pt x="588" y="73"/>
                </a:cubicBezTo>
                <a:cubicBezTo>
                  <a:pt x="588" y="88"/>
                  <a:pt x="574" y="118"/>
                  <a:pt x="544" y="118"/>
                </a:cubicBezTo>
                <a:cubicBezTo>
                  <a:pt x="530" y="118"/>
                  <a:pt x="515" y="88"/>
                  <a:pt x="515" y="73"/>
                </a:cubicBezTo>
                <a:cubicBezTo>
                  <a:pt x="515" y="59"/>
                  <a:pt x="530" y="29"/>
                  <a:pt x="544" y="29"/>
                </a:cubicBezTo>
                <a:close/>
                <a:moveTo>
                  <a:pt x="73" y="382"/>
                </a:moveTo>
                <a:lnTo>
                  <a:pt x="73" y="382"/>
                </a:lnTo>
                <a:cubicBezTo>
                  <a:pt x="29" y="382"/>
                  <a:pt x="0" y="427"/>
                  <a:pt x="0" y="471"/>
                </a:cubicBezTo>
                <a:cubicBezTo>
                  <a:pt x="0" y="515"/>
                  <a:pt x="29" y="544"/>
                  <a:pt x="73" y="544"/>
                </a:cubicBezTo>
                <a:cubicBezTo>
                  <a:pt x="117" y="544"/>
                  <a:pt x="162" y="515"/>
                  <a:pt x="162" y="471"/>
                </a:cubicBezTo>
                <a:cubicBezTo>
                  <a:pt x="162" y="427"/>
                  <a:pt x="117" y="382"/>
                  <a:pt x="73" y="382"/>
                </a:cubicBezTo>
                <a:close/>
                <a:moveTo>
                  <a:pt x="73" y="500"/>
                </a:moveTo>
                <a:lnTo>
                  <a:pt x="73" y="500"/>
                </a:lnTo>
                <a:cubicBezTo>
                  <a:pt x="58" y="500"/>
                  <a:pt x="44" y="486"/>
                  <a:pt x="44" y="471"/>
                </a:cubicBezTo>
                <a:cubicBezTo>
                  <a:pt x="44" y="441"/>
                  <a:pt x="58" y="427"/>
                  <a:pt x="73" y="427"/>
                </a:cubicBezTo>
                <a:cubicBezTo>
                  <a:pt x="103" y="427"/>
                  <a:pt x="117" y="441"/>
                  <a:pt x="117" y="471"/>
                </a:cubicBezTo>
                <a:cubicBezTo>
                  <a:pt x="117" y="486"/>
                  <a:pt x="103" y="500"/>
                  <a:pt x="73" y="500"/>
                </a:cubicBezTo>
                <a:close/>
                <a:moveTo>
                  <a:pt x="544" y="382"/>
                </a:moveTo>
                <a:lnTo>
                  <a:pt x="544" y="382"/>
                </a:lnTo>
                <a:cubicBezTo>
                  <a:pt x="500" y="382"/>
                  <a:pt x="471" y="427"/>
                  <a:pt x="471" y="471"/>
                </a:cubicBezTo>
                <a:cubicBezTo>
                  <a:pt x="471" y="515"/>
                  <a:pt x="500" y="544"/>
                  <a:pt x="544" y="544"/>
                </a:cubicBezTo>
                <a:cubicBezTo>
                  <a:pt x="588" y="544"/>
                  <a:pt x="633" y="515"/>
                  <a:pt x="633" y="471"/>
                </a:cubicBezTo>
                <a:cubicBezTo>
                  <a:pt x="633" y="427"/>
                  <a:pt x="588" y="382"/>
                  <a:pt x="544" y="382"/>
                </a:cubicBezTo>
                <a:close/>
                <a:moveTo>
                  <a:pt x="544" y="500"/>
                </a:moveTo>
                <a:lnTo>
                  <a:pt x="544" y="500"/>
                </a:lnTo>
                <a:cubicBezTo>
                  <a:pt x="530" y="500"/>
                  <a:pt x="515" y="486"/>
                  <a:pt x="515" y="471"/>
                </a:cubicBezTo>
                <a:cubicBezTo>
                  <a:pt x="515" y="441"/>
                  <a:pt x="530" y="427"/>
                  <a:pt x="544" y="427"/>
                </a:cubicBezTo>
                <a:cubicBezTo>
                  <a:pt x="574" y="427"/>
                  <a:pt x="588" y="441"/>
                  <a:pt x="588" y="471"/>
                </a:cubicBezTo>
                <a:cubicBezTo>
                  <a:pt x="588" y="486"/>
                  <a:pt x="574" y="500"/>
                  <a:pt x="544" y="500"/>
                </a:cubicBezTo>
                <a:close/>
                <a:moveTo>
                  <a:pt x="73" y="0"/>
                </a:moveTo>
                <a:lnTo>
                  <a:pt x="73" y="0"/>
                </a:lnTo>
                <a:cubicBezTo>
                  <a:pt x="29" y="0"/>
                  <a:pt x="0" y="29"/>
                  <a:pt x="0" y="73"/>
                </a:cubicBezTo>
                <a:cubicBezTo>
                  <a:pt x="0" y="118"/>
                  <a:pt x="29" y="147"/>
                  <a:pt x="73" y="147"/>
                </a:cubicBezTo>
                <a:cubicBezTo>
                  <a:pt x="117" y="147"/>
                  <a:pt x="162" y="118"/>
                  <a:pt x="162" y="73"/>
                </a:cubicBezTo>
                <a:cubicBezTo>
                  <a:pt x="162" y="29"/>
                  <a:pt x="117" y="0"/>
                  <a:pt x="73" y="0"/>
                </a:cubicBezTo>
                <a:close/>
                <a:moveTo>
                  <a:pt x="73" y="118"/>
                </a:moveTo>
                <a:lnTo>
                  <a:pt x="73" y="118"/>
                </a:lnTo>
                <a:cubicBezTo>
                  <a:pt x="58" y="118"/>
                  <a:pt x="44" y="88"/>
                  <a:pt x="44" y="73"/>
                </a:cubicBezTo>
                <a:cubicBezTo>
                  <a:pt x="44" y="59"/>
                  <a:pt x="58" y="29"/>
                  <a:pt x="73" y="29"/>
                </a:cubicBezTo>
                <a:cubicBezTo>
                  <a:pt x="103" y="29"/>
                  <a:pt x="117" y="59"/>
                  <a:pt x="117" y="73"/>
                </a:cubicBezTo>
                <a:cubicBezTo>
                  <a:pt x="117" y="88"/>
                  <a:pt x="103" y="118"/>
                  <a:pt x="73" y="118"/>
                </a:cubicBezTo>
                <a:close/>
                <a:moveTo>
                  <a:pt x="544" y="191"/>
                </a:moveTo>
                <a:lnTo>
                  <a:pt x="544" y="191"/>
                </a:lnTo>
                <a:cubicBezTo>
                  <a:pt x="500" y="191"/>
                  <a:pt x="471" y="221"/>
                  <a:pt x="471" y="265"/>
                </a:cubicBezTo>
                <a:cubicBezTo>
                  <a:pt x="471" y="309"/>
                  <a:pt x="500" y="353"/>
                  <a:pt x="544" y="353"/>
                </a:cubicBezTo>
                <a:cubicBezTo>
                  <a:pt x="588" y="353"/>
                  <a:pt x="633" y="309"/>
                  <a:pt x="633" y="265"/>
                </a:cubicBezTo>
                <a:cubicBezTo>
                  <a:pt x="633" y="221"/>
                  <a:pt x="588" y="191"/>
                  <a:pt x="544" y="191"/>
                </a:cubicBezTo>
                <a:close/>
                <a:moveTo>
                  <a:pt x="544" y="309"/>
                </a:moveTo>
                <a:lnTo>
                  <a:pt x="544" y="309"/>
                </a:lnTo>
                <a:cubicBezTo>
                  <a:pt x="530" y="309"/>
                  <a:pt x="515" y="294"/>
                  <a:pt x="515" y="265"/>
                </a:cubicBezTo>
                <a:cubicBezTo>
                  <a:pt x="515" y="250"/>
                  <a:pt x="530" y="235"/>
                  <a:pt x="544" y="235"/>
                </a:cubicBezTo>
                <a:cubicBezTo>
                  <a:pt x="574" y="235"/>
                  <a:pt x="588" y="250"/>
                  <a:pt x="588" y="265"/>
                </a:cubicBezTo>
                <a:cubicBezTo>
                  <a:pt x="588" y="294"/>
                  <a:pt x="574" y="309"/>
                  <a:pt x="544" y="309"/>
                </a:cubicBezTo>
                <a:close/>
                <a:moveTo>
                  <a:pt x="309" y="0"/>
                </a:moveTo>
                <a:lnTo>
                  <a:pt x="309" y="0"/>
                </a:lnTo>
                <a:cubicBezTo>
                  <a:pt x="265" y="0"/>
                  <a:pt x="235" y="29"/>
                  <a:pt x="235" y="73"/>
                </a:cubicBezTo>
                <a:cubicBezTo>
                  <a:pt x="235" y="118"/>
                  <a:pt x="265" y="147"/>
                  <a:pt x="309" y="147"/>
                </a:cubicBezTo>
                <a:cubicBezTo>
                  <a:pt x="353" y="147"/>
                  <a:pt x="397" y="118"/>
                  <a:pt x="397" y="73"/>
                </a:cubicBezTo>
                <a:cubicBezTo>
                  <a:pt x="397" y="29"/>
                  <a:pt x="353" y="0"/>
                  <a:pt x="309" y="0"/>
                </a:cubicBezTo>
                <a:close/>
                <a:moveTo>
                  <a:pt x="309" y="118"/>
                </a:moveTo>
                <a:lnTo>
                  <a:pt x="309" y="118"/>
                </a:lnTo>
                <a:cubicBezTo>
                  <a:pt x="294" y="118"/>
                  <a:pt x="279" y="88"/>
                  <a:pt x="279" y="73"/>
                </a:cubicBezTo>
                <a:cubicBezTo>
                  <a:pt x="279" y="59"/>
                  <a:pt x="294" y="29"/>
                  <a:pt x="309" y="29"/>
                </a:cubicBezTo>
                <a:cubicBezTo>
                  <a:pt x="338" y="29"/>
                  <a:pt x="353" y="59"/>
                  <a:pt x="353" y="73"/>
                </a:cubicBezTo>
                <a:cubicBezTo>
                  <a:pt x="353" y="88"/>
                  <a:pt x="338" y="118"/>
                  <a:pt x="309" y="118"/>
                </a:cubicBezTo>
                <a:close/>
                <a:moveTo>
                  <a:pt x="309" y="382"/>
                </a:moveTo>
                <a:lnTo>
                  <a:pt x="309" y="382"/>
                </a:lnTo>
                <a:cubicBezTo>
                  <a:pt x="265" y="382"/>
                  <a:pt x="235" y="427"/>
                  <a:pt x="235" y="471"/>
                </a:cubicBezTo>
                <a:cubicBezTo>
                  <a:pt x="235" y="515"/>
                  <a:pt x="265" y="544"/>
                  <a:pt x="309" y="544"/>
                </a:cubicBezTo>
                <a:cubicBezTo>
                  <a:pt x="353" y="544"/>
                  <a:pt x="397" y="515"/>
                  <a:pt x="397" y="471"/>
                </a:cubicBezTo>
                <a:cubicBezTo>
                  <a:pt x="397" y="427"/>
                  <a:pt x="353" y="382"/>
                  <a:pt x="309" y="382"/>
                </a:cubicBezTo>
                <a:close/>
                <a:moveTo>
                  <a:pt x="309" y="500"/>
                </a:moveTo>
                <a:lnTo>
                  <a:pt x="309" y="500"/>
                </a:lnTo>
                <a:cubicBezTo>
                  <a:pt x="294" y="500"/>
                  <a:pt x="279" y="486"/>
                  <a:pt x="279" y="471"/>
                </a:cubicBezTo>
                <a:cubicBezTo>
                  <a:pt x="279" y="441"/>
                  <a:pt x="294" y="427"/>
                  <a:pt x="309" y="427"/>
                </a:cubicBezTo>
                <a:cubicBezTo>
                  <a:pt x="338" y="427"/>
                  <a:pt x="353" y="441"/>
                  <a:pt x="353" y="471"/>
                </a:cubicBezTo>
                <a:cubicBezTo>
                  <a:pt x="353" y="486"/>
                  <a:pt x="338" y="500"/>
                  <a:pt x="309" y="500"/>
                </a:cubicBezTo>
                <a:close/>
                <a:moveTo>
                  <a:pt x="309" y="191"/>
                </a:moveTo>
                <a:lnTo>
                  <a:pt x="309" y="191"/>
                </a:lnTo>
                <a:cubicBezTo>
                  <a:pt x="265" y="191"/>
                  <a:pt x="235" y="221"/>
                  <a:pt x="235" y="265"/>
                </a:cubicBezTo>
                <a:cubicBezTo>
                  <a:pt x="235" y="309"/>
                  <a:pt x="265" y="353"/>
                  <a:pt x="309" y="353"/>
                </a:cubicBezTo>
                <a:cubicBezTo>
                  <a:pt x="353" y="353"/>
                  <a:pt x="397" y="309"/>
                  <a:pt x="397" y="265"/>
                </a:cubicBezTo>
                <a:cubicBezTo>
                  <a:pt x="397" y="221"/>
                  <a:pt x="353" y="191"/>
                  <a:pt x="309" y="191"/>
                </a:cubicBezTo>
                <a:close/>
                <a:moveTo>
                  <a:pt x="309" y="309"/>
                </a:moveTo>
                <a:lnTo>
                  <a:pt x="309" y="309"/>
                </a:lnTo>
                <a:cubicBezTo>
                  <a:pt x="294" y="309"/>
                  <a:pt x="279" y="294"/>
                  <a:pt x="279" y="265"/>
                </a:cubicBezTo>
                <a:cubicBezTo>
                  <a:pt x="279" y="250"/>
                  <a:pt x="294" y="235"/>
                  <a:pt x="309" y="235"/>
                </a:cubicBezTo>
                <a:cubicBezTo>
                  <a:pt x="338" y="235"/>
                  <a:pt x="353" y="250"/>
                  <a:pt x="353" y="265"/>
                </a:cubicBezTo>
                <a:cubicBezTo>
                  <a:pt x="353" y="294"/>
                  <a:pt x="338" y="309"/>
                  <a:pt x="309" y="30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2" name="Freeform 61"/>
          <p:cNvSpPr/>
          <p:nvPr/>
        </p:nvSpPr>
        <p:spPr>
          <a:xfrm>
            <a:off x="4713120" y="1795320"/>
            <a:ext cx="243000" cy="236520"/>
          </a:xfrm>
          <a:custGeom>
            <a:avLst/>
            <a:gdLst/>
            <a:ahLst/>
            <a:rect l="l" t="t" r="r" b="b"/>
            <a:pathLst>
              <a:path w="561" h="545">
                <a:moveTo>
                  <a:pt x="162" y="309"/>
                </a:moveTo>
                <a:lnTo>
                  <a:pt x="162" y="309"/>
                </a:lnTo>
                <a:cubicBezTo>
                  <a:pt x="89" y="309"/>
                  <a:pt x="89" y="309"/>
                  <a:pt x="89" y="309"/>
                </a:cubicBezTo>
                <a:cubicBezTo>
                  <a:pt x="44" y="309"/>
                  <a:pt x="0" y="339"/>
                  <a:pt x="0" y="382"/>
                </a:cubicBezTo>
                <a:cubicBezTo>
                  <a:pt x="0" y="471"/>
                  <a:pt x="0" y="471"/>
                  <a:pt x="0" y="471"/>
                </a:cubicBezTo>
                <a:cubicBezTo>
                  <a:pt x="0" y="515"/>
                  <a:pt x="44" y="544"/>
                  <a:pt x="89" y="544"/>
                </a:cubicBezTo>
                <a:cubicBezTo>
                  <a:pt x="162" y="544"/>
                  <a:pt x="162" y="544"/>
                  <a:pt x="162" y="544"/>
                </a:cubicBezTo>
                <a:cubicBezTo>
                  <a:pt x="206" y="544"/>
                  <a:pt x="236" y="515"/>
                  <a:pt x="236" y="471"/>
                </a:cubicBezTo>
                <a:cubicBezTo>
                  <a:pt x="236" y="382"/>
                  <a:pt x="236" y="382"/>
                  <a:pt x="236" y="382"/>
                </a:cubicBezTo>
                <a:cubicBezTo>
                  <a:pt x="236" y="339"/>
                  <a:pt x="206" y="309"/>
                  <a:pt x="162" y="309"/>
                </a:cubicBezTo>
                <a:close/>
                <a:moveTo>
                  <a:pt x="206" y="471"/>
                </a:moveTo>
                <a:lnTo>
                  <a:pt x="206" y="471"/>
                </a:lnTo>
                <a:cubicBezTo>
                  <a:pt x="206" y="486"/>
                  <a:pt x="177" y="500"/>
                  <a:pt x="162" y="500"/>
                </a:cubicBezTo>
                <a:cubicBezTo>
                  <a:pt x="89" y="500"/>
                  <a:pt x="89" y="500"/>
                  <a:pt x="89" y="500"/>
                </a:cubicBezTo>
                <a:cubicBezTo>
                  <a:pt x="59" y="500"/>
                  <a:pt x="44" y="486"/>
                  <a:pt x="44" y="471"/>
                </a:cubicBezTo>
                <a:cubicBezTo>
                  <a:pt x="44" y="382"/>
                  <a:pt x="44" y="382"/>
                  <a:pt x="44" y="382"/>
                </a:cubicBezTo>
                <a:cubicBezTo>
                  <a:pt x="44" y="368"/>
                  <a:pt x="59" y="353"/>
                  <a:pt x="89" y="353"/>
                </a:cubicBezTo>
                <a:cubicBezTo>
                  <a:pt x="162" y="353"/>
                  <a:pt x="162" y="353"/>
                  <a:pt x="162" y="353"/>
                </a:cubicBezTo>
                <a:cubicBezTo>
                  <a:pt x="177" y="353"/>
                  <a:pt x="206" y="368"/>
                  <a:pt x="206" y="382"/>
                </a:cubicBezTo>
                <a:lnTo>
                  <a:pt x="206" y="471"/>
                </a:lnTo>
                <a:close/>
                <a:moveTo>
                  <a:pt x="162" y="0"/>
                </a:moveTo>
                <a:lnTo>
                  <a:pt x="162" y="0"/>
                </a:lnTo>
                <a:cubicBezTo>
                  <a:pt x="89" y="0"/>
                  <a:pt x="89" y="0"/>
                  <a:pt x="89" y="0"/>
                </a:cubicBezTo>
                <a:cubicBezTo>
                  <a:pt x="44" y="0"/>
                  <a:pt x="0" y="29"/>
                  <a:pt x="0" y="73"/>
                </a:cubicBezTo>
                <a:cubicBezTo>
                  <a:pt x="0" y="147"/>
                  <a:pt x="0" y="147"/>
                  <a:pt x="0" y="147"/>
                </a:cubicBezTo>
                <a:cubicBezTo>
                  <a:pt x="0" y="191"/>
                  <a:pt x="44" y="235"/>
                  <a:pt x="89" y="235"/>
                </a:cubicBezTo>
                <a:cubicBezTo>
                  <a:pt x="162" y="235"/>
                  <a:pt x="162" y="235"/>
                  <a:pt x="162" y="235"/>
                </a:cubicBezTo>
                <a:cubicBezTo>
                  <a:pt x="206" y="235"/>
                  <a:pt x="236" y="191"/>
                  <a:pt x="236" y="147"/>
                </a:cubicBezTo>
                <a:cubicBezTo>
                  <a:pt x="236" y="73"/>
                  <a:pt x="236" y="73"/>
                  <a:pt x="236" y="73"/>
                </a:cubicBezTo>
                <a:cubicBezTo>
                  <a:pt x="236" y="29"/>
                  <a:pt x="206" y="0"/>
                  <a:pt x="162" y="0"/>
                </a:cubicBezTo>
                <a:close/>
                <a:moveTo>
                  <a:pt x="206" y="147"/>
                </a:moveTo>
                <a:lnTo>
                  <a:pt x="206" y="147"/>
                </a:lnTo>
                <a:cubicBezTo>
                  <a:pt x="206" y="177"/>
                  <a:pt x="177" y="191"/>
                  <a:pt x="162" y="191"/>
                </a:cubicBezTo>
                <a:cubicBezTo>
                  <a:pt x="89" y="191"/>
                  <a:pt x="89" y="191"/>
                  <a:pt x="89" y="191"/>
                </a:cubicBezTo>
                <a:cubicBezTo>
                  <a:pt x="59" y="191"/>
                  <a:pt x="44" y="177"/>
                  <a:pt x="44" y="147"/>
                </a:cubicBezTo>
                <a:cubicBezTo>
                  <a:pt x="44" y="73"/>
                  <a:pt x="44" y="73"/>
                  <a:pt x="44" y="73"/>
                </a:cubicBezTo>
                <a:cubicBezTo>
                  <a:pt x="44" y="59"/>
                  <a:pt x="59" y="29"/>
                  <a:pt x="89" y="29"/>
                </a:cubicBezTo>
                <a:cubicBezTo>
                  <a:pt x="162" y="29"/>
                  <a:pt x="162" y="29"/>
                  <a:pt x="162" y="29"/>
                </a:cubicBezTo>
                <a:cubicBezTo>
                  <a:pt x="177" y="29"/>
                  <a:pt x="206" y="59"/>
                  <a:pt x="206" y="73"/>
                </a:cubicBezTo>
                <a:lnTo>
                  <a:pt x="206" y="147"/>
                </a:lnTo>
                <a:close/>
                <a:moveTo>
                  <a:pt x="471" y="309"/>
                </a:moveTo>
                <a:lnTo>
                  <a:pt x="471" y="309"/>
                </a:lnTo>
                <a:cubicBezTo>
                  <a:pt x="398" y="309"/>
                  <a:pt x="398" y="309"/>
                  <a:pt x="398" y="309"/>
                </a:cubicBezTo>
                <a:cubicBezTo>
                  <a:pt x="353" y="309"/>
                  <a:pt x="324" y="339"/>
                  <a:pt x="324" y="382"/>
                </a:cubicBezTo>
                <a:cubicBezTo>
                  <a:pt x="324" y="471"/>
                  <a:pt x="324" y="471"/>
                  <a:pt x="324" y="471"/>
                </a:cubicBezTo>
                <a:cubicBezTo>
                  <a:pt x="324" y="515"/>
                  <a:pt x="353" y="544"/>
                  <a:pt x="398" y="544"/>
                </a:cubicBezTo>
                <a:cubicBezTo>
                  <a:pt x="471" y="544"/>
                  <a:pt x="471" y="544"/>
                  <a:pt x="471" y="544"/>
                </a:cubicBezTo>
                <a:cubicBezTo>
                  <a:pt x="515" y="544"/>
                  <a:pt x="560" y="515"/>
                  <a:pt x="560" y="471"/>
                </a:cubicBezTo>
                <a:cubicBezTo>
                  <a:pt x="560" y="382"/>
                  <a:pt x="560" y="382"/>
                  <a:pt x="560" y="382"/>
                </a:cubicBezTo>
                <a:cubicBezTo>
                  <a:pt x="560" y="339"/>
                  <a:pt x="515" y="309"/>
                  <a:pt x="471" y="309"/>
                </a:cubicBezTo>
                <a:close/>
                <a:moveTo>
                  <a:pt x="515" y="471"/>
                </a:moveTo>
                <a:lnTo>
                  <a:pt x="515" y="471"/>
                </a:lnTo>
                <a:cubicBezTo>
                  <a:pt x="515" y="486"/>
                  <a:pt x="501" y="500"/>
                  <a:pt x="471" y="500"/>
                </a:cubicBezTo>
                <a:cubicBezTo>
                  <a:pt x="398" y="500"/>
                  <a:pt x="398" y="500"/>
                  <a:pt x="398" y="500"/>
                </a:cubicBezTo>
                <a:cubicBezTo>
                  <a:pt x="383" y="500"/>
                  <a:pt x="353" y="486"/>
                  <a:pt x="353" y="471"/>
                </a:cubicBezTo>
                <a:cubicBezTo>
                  <a:pt x="353" y="382"/>
                  <a:pt x="353" y="382"/>
                  <a:pt x="353" y="382"/>
                </a:cubicBezTo>
                <a:cubicBezTo>
                  <a:pt x="353" y="368"/>
                  <a:pt x="383" y="353"/>
                  <a:pt x="398" y="353"/>
                </a:cubicBezTo>
                <a:cubicBezTo>
                  <a:pt x="471" y="353"/>
                  <a:pt x="471" y="353"/>
                  <a:pt x="471" y="353"/>
                </a:cubicBezTo>
                <a:cubicBezTo>
                  <a:pt x="501" y="353"/>
                  <a:pt x="515" y="368"/>
                  <a:pt x="515" y="382"/>
                </a:cubicBezTo>
                <a:lnTo>
                  <a:pt x="515" y="471"/>
                </a:lnTo>
                <a:close/>
                <a:moveTo>
                  <a:pt x="471" y="0"/>
                </a:moveTo>
                <a:lnTo>
                  <a:pt x="471" y="0"/>
                </a:lnTo>
                <a:cubicBezTo>
                  <a:pt x="398" y="0"/>
                  <a:pt x="398" y="0"/>
                  <a:pt x="398" y="0"/>
                </a:cubicBezTo>
                <a:cubicBezTo>
                  <a:pt x="353" y="0"/>
                  <a:pt x="324" y="29"/>
                  <a:pt x="324" y="73"/>
                </a:cubicBezTo>
                <a:cubicBezTo>
                  <a:pt x="324" y="147"/>
                  <a:pt x="324" y="147"/>
                  <a:pt x="324" y="147"/>
                </a:cubicBezTo>
                <a:cubicBezTo>
                  <a:pt x="324" y="191"/>
                  <a:pt x="353" y="235"/>
                  <a:pt x="398" y="235"/>
                </a:cubicBezTo>
                <a:cubicBezTo>
                  <a:pt x="471" y="235"/>
                  <a:pt x="471" y="235"/>
                  <a:pt x="471" y="235"/>
                </a:cubicBezTo>
                <a:cubicBezTo>
                  <a:pt x="515" y="235"/>
                  <a:pt x="560" y="191"/>
                  <a:pt x="560" y="147"/>
                </a:cubicBezTo>
                <a:cubicBezTo>
                  <a:pt x="560" y="73"/>
                  <a:pt x="560" y="73"/>
                  <a:pt x="560" y="73"/>
                </a:cubicBezTo>
                <a:cubicBezTo>
                  <a:pt x="560" y="29"/>
                  <a:pt x="515" y="0"/>
                  <a:pt x="471" y="0"/>
                </a:cubicBezTo>
                <a:close/>
                <a:moveTo>
                  <a:pt x="515" y="147"/>
                </a:moveTo>
                <a:lnTo>
                  <a:pt x="515" y="147"/>
                </a:lnTo>
                <a:cubicBezTo>
                  <a:pt x="515" y="177"/>
                  <a:pt x="501" y="191"/>
                  <a:pt x="471" y="191"/>
                </a:cubicBezTo>
                <a:cubicBezTo>
                  <a:pt x="398" y="191"/>
                  <a:pt x="398" y="191"/>
                  <a:pt x="398" y="191"/>
                </a:cubicBezTo>
                <a:cubicBezTo>
                  <a:pt x="383" y="191"/>
                  <a:pt x="353" y="177"/>
                  <a:pt x="353" y="147"/>
                </a:cubicBezTo>
                <a:cubicBezTo>
                  <a:pt x="353" y="73"/>
                  <a:pt x="353" y="73"/>
                  <a:pt x="353" y="73"/>
                </a:cubicBezTo>
                <a:cubicBezTo>
                  <a:pt x="353" y="59"/>
                  <a:pt x="383" y="29"/>
                  <a:pt x="398" y="29"/>
                </a:cubicBezTo>
                <a:cubicBezTo>
                  <a:pt x="471" y="29"/>
                  <a:pt x="471" y="29"/>
                  <a:pt x="471" y="29"/>
                </a:cubicBezTo>
                <a:cubicBezTo>
                  <a:pt x="501" y="29"/>
                  <a:pt x="515" y="59"/>
                  <a:pt x="515" y="73"/>
                </a:cubicBezTo>
                <a:lnTo>
                  <a:pt x="515" y="14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3" name="Freeform 62"/>
          <p:cNvSpPr/>
          <p:nvPr/>
        </p:nvSpPr>
        <p:spPr>
          <a:xfrm>
            <a:off x="8682120" y="1336680"/>
            <a:ext cx="255600" cy="268200"/>
          </a:xfrm>
          <a:custGeom>
            <a:avLst/>
            <a:gdLst/>
            <a:ahLst/>
            <a:rect l="l" t="t" r="r" b="b"/>
            <a:pathLst>
              <a:path w="589" h="619">
                <a:moveTo>
                  <a:pt x="294" y="0"/>
                </a:moveTo>
                <a:lnTo>
                  <a:pt x="294" y="0"/>
                </a:lnTo>
                <a:cubicBezTo>
                  <a:pt x="0" y="339"/>
                  <a:pt x="0" y="339"/>
                  <a:pt x="0" y="339"/>
                </a:cubicBezTo>
                <a:cubicBezTo>
                  <a:pt x="29" y="368"/>
                  <a:pt x="29" y="368"/>
                  <a:pt x="29" y="368"/>
                </a:cubicBezTo>
                <a:cubicBezTo>
                  <a:pt x="103" y="294"/>
                  <a:pt x="103" y="294"/>
                  <a:pt x="103" y="294"/>
                </a:cubicBezTo>
                <a:cubicBezTo>
                  <a:pt x="103" y="545"/>
                  <a:pt x="103" y="545"/>
                  <a:pt x="103" y="545"/>
                </a:cubicBezTo>
                <a:cubicBezTo>
                  <a:pt x="103" y="589"/>
                  <a:pt x="132" y="618"/>
                  <a:pt x="176" y="618"/>
                </a:cubicBezTo>
                <a:cubicBezTo>
                  <a:pt x="412" y="618"/>
                  <a:pt x="412" y="618"/>
                  <a:pt x="412" y="618"/>
                </a:cubicBezTo>
                <a:cubicBezTo>
                  <a:pt x="456" y="618"/>
                  <a:pt x="485" y="589"/>
                  <a:pt x="485" y="545"/>
                </a:cubicBezTo>
                <a:cubicBezTo>
                  <a:pt x="485" y="294"/>
                  <a:pt x="485" y="294"/>
                  <a:pt x="485" y="294"/>
                </a:cubicBezTo>
                <a:cubicBezTo>
                  <a:pt x="559" y="368"/>
                  <a:pt x="559" y="368"/>
                  <a:pt x="559" y="368"/>
                </a:cubicBezTo>
                <a:cubicBezTo>
                  <a:pt x="588" y="339"/>
                  <a:pt x="588" y="339"/>
                  <a:pt x="588" y="339"/>
                </a:cubicBezTo>
                <a:lnTo>
                  <a:pt x="294" y="0"/>
                </a:lnTo>
                <a:close/>
                <a:moveTo>
                  <a:pt x="456" y="545"/>
                </a:moveTo>
                <a:lnTo>
                  <a:pt x="456" y="545"/>
                </a:lnTo>
                <a:cubicBezTo>
                  <a:pt x="456" y="559"/>
                  <a:pt x="426" y="589"/>
                  <a:pt x="412" y="589"/>
                </a:cubicBezTo>
                <a:cubicBezTo>
                  <a:pt x="176" y="589"/>
                  <a:pt x="176" y="589"/>
                  <a:pt x="176" y="589"/>
                </a:cubicBezTo>
                <a:cubicBezTo>
                  <a:pt x="162" y="589"/>
                  <a:pt x="132" y="559"/>
                  <a:pt x="132" y="545"/>
                </a:cubicBezTo>
                <a:cubicBezTo>
                  <a:pt x="132" y="235"/>
                  <a:pt x="132" y="235"/>
                  <a:pt x="132" y="235"/>
                </a:cubicBezTo>
                <a:cubicBezTo>
                  <a:pt x="294" y="59"/>
                  <a:pt x="294" y="59"/>
                  <a:pt x="294" y="59"/>
                </a:cubicBezTo>
                <a:cubicBezTo>
                  <a:pt x="456" y="235"/>
                  <a:pt x="456" y="235"/>
                  <a:pt x="456" y="235"/>
                </a:cubicBezTo>
                <a:lnTo>
                  <a:pt x="456" y="54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4" name="Freeform 63"/>
          <p:cNvSpPr/>
          <p:nvPr/>
        </p:nvSpPr>
        <p:spPr>
          <a:xfrm>
            <a:off x="8229600" y="1336680"/>
            <a:ext cx="274680" cy="268200"/>
          </a:xfrm>
          <a:custGeom>
            <a:avLst/>
            <a:gdLst/>
            <a:ahLst/>
            <a:rect l="l" t="t" r="r" b="b"/>
            <a:pathLst>
              <a:path w="634" h="619">
                <a:moveTo>
                  <a:pt x="0" y="73"/>
                </a:moveTo>
                <a:lnTo>
                  <a:pt x="0" y="73"/>
                </a:lnTo>
                <a:cubicBezTo>
                  <a:pt x="0" y="235"/>
                  <a:pt x="0" y="235"/>
                  <a:pt x="0" y="235"/>
                </a:cubicBezTo>
                <a:cubicBezTo>
                  <a:pt x="45" y="235"/>
                  <a:pt x="45" y="235"/>
                  <a:pt x="45" y="235"/>
                </a:cubicBezTo>
                <a:cubicBezTo>
                  <a:pt x="45" y="73"/>
                  <a:pt x="45" y="73"/>
                  <a:pt x="45" y="73"/>
                </a:cubicBezTo>
                <a:cubicBezTo>
                  <a:pt x="45" y="59"/>
                  <a:pt x="59" y="29"/>
                  <a:pt x="89" y="29"/>
                </a:cubicBezTo>
                <a:cubicBezTo>
                  <a:pt x="236" y="29"/>
                  <a:pt x="236" y="29"/>
                  <a:pt x="236" y="29"/>
                </a:cubicBezTo>
                <a:cubicBezTo>
                  <a:pt x="236" y="0"/>
                  <a:pt x="236" y="0"/>
                  <a:pt x="236" y="0"/>
                </a:cubicBezTo>
                <a:cubicBezTo>
                  <a:pt x="89" y="0"/>
                  <a:pt x="89" y="0"/>
                  <a:pt x="89" y="0"/>
                </a:cubicBezTo>
                <a:cubicBezTo>
                  <a:pt x="45" y="0"/>
                  <a:pt x="0" y="29"/>
                  <a:pt x="0" y="73"/>
                </a:cubicBezTo>
                <a:close/>
                <a:moveTo>
                  <a:pt x="45" y="545"/>
                </a:moveTo>
                <a:lnTo>
                  <a:pt x="45" y="545"/>
                </a:lnTo>
                <a:cubicBezTo>
                  <a:pt x="45" y="382"/>
                  <a:pt x="45" y="382"/>
                  <a:pt x="45" y="382"/>
                </a:cubicBezTo>
                <a:cubicBezTo>
                  <a:pt x="0" y="382"/>
                  <a:pt x="0" y="382"/>
                  <a:pt x="0" y="382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589"/>
                  <a:pt x="45" y="618"/>
                  <a:pt x="89" y="618"/>
                </a:cubicBezTo>
                <a:cubicBezTo>
                  <a:pt x="236" y="618"/>
                  <a:pt x="236" y="618"/>
                  <a:pt x="236" y="618"/>
                </a:cubicBezTo>
                <a:cubicBezTo>
                  <a:pt x="236" y="589"/>
                  <a:pt x="236" y="589"/>
                  <a:pt x="236" y="589"/>
                </a:cubicBezTo>
                <a:cubicBezTo>
                  <a:pt x="89" y="589"/>
                  <a:pt x="89" y="589"/>
                  <a:pt x="89" y="589"/>
                </a:cubicBezTo>
                <a:cubicBezTo>
                  <a:pt x="59" y="589"/>
                  <a:pt x="45" y="559"/>
                  <a:pt x="45" y="545"/>
                </a:cubicBezTo>
                <a:close/>
                <a:moveTo>
                  <a:pt x="589" y="545"/>
                </a:moveTo>
                <a:lnTo>
                  <a:pt x="589" y="545"/>
                </a:lnTo>
                <a:cubicBezTo>
                  <a:pt x="589" y="559"/>
                  <a:pt x="575" y="589"/>
                  <a:pt x="560" y="589"/>
                </a:cubicBezTo>
                <a:cubicBezTo>
                  <a:pt x="398" y="589"/>
                  <a:pt x="398" y="589"/>
                  <a:pt x="398" y="589"/>
                </a:cubicBezTo>
                <a:cubicBezTo>
                  <a:pt x="398" y="618"/>
                  <a:pt x="398" y="618"/>
                  <a:pt x="398" y="618"/>
                </a:cubicBezTo>
                <a:cubicBezTo>
                  <a:pt x="560" y="618"/>
                  <a:pt x="560" y="618"/>
                  <a:pt x="560" y="618"/>
                </a:cubicBezTo>
                <a:cubicBezTo>
                  <a:pt x="604" y="618"/>
                  <a:pt x="633" y="589"/>
                  <a:pt x="633" y="545"/>
                </a:cubicBezTo>
                <a:cubicBezTo>
                  <a:pt x="633" y="382"/>
                  <a:pt x="633" y="382"/>
                  <a:pt x="633" y="382"/>
                </a:cubicBezTo>
                <a:cubicBezTo>
                  <a:pt x="589" y="382"/>
                  <a:pt x="589" y="382"/>
                  <a:pt x="589" y="382"/>
                </a:cubicBezTo>
                <a:lnTo>
                  <a:pt x="589" y="545"/>
                </a:lnTo>
                <a:close/>
                <a:moveTo>
                  <a:pt x="560" y="0"/>
                </a:moveTo>
                <a:lnTo>
                  <a:pt x="560" y="0"/>
                </a:lnTo>
                <a:cubicBezTo>
                  <a:pt x="398" y="0"/>
                  <a:pt x="398" y="0"/>
                  <a:pt x="398" y="0"/>
                </a:cubicBezTo>
                <a:cubicBezTo>
                  <a:pt x="398" y="29"/>
                  <a:pt x="398" y="29"/>
                  <a:pt x="398" y="29"/>
                </a:cubicBezTo>
                <a:cubicBezTo>
                  <a:pt x="560" y="29"/>
                  <a:pt x="560" y="29"/>
                  <a:pt x="560" y="29"/>
                </a:cubicBezTo>
                <a:cubicBezTo>
                  <a:pt x="575" y="29"/>
                  <a:pt x="589" y="59"/>
                  <a:pt x="589" y="73"/>
                </a:cubicBezTo>
                <a:cubicBezTo>
                  <a:pt x="589" y="235"/>
                  <a:pt x="589" y="235"/>
                  <a:pt x="589" y="235"/>
                </a:cubicBezTo>
                <a:cubicBezTo>
                  <a:pt x="633" y="235"/>
                  <a:pt x="633" y="235"/>
                  <a:pt x="633" y="235"/>
                </a:cubicBezTo>
                <a:cubicBezTo>
                  <a:pt x="633" y="73"/>
                  <a:pt x="633" y="73"/>
                  <a:pt x="633" y="73"/>
                </a:cubicBezTo>
                <a:cubicBezTo>
                  <a:pt x="633" y="29"/>
                  <a:pt x="604" y="0"/>
                  <a:pt x="56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5" name="Freeform 64"/>
          <p:cNvSpPr/>
          <p:nvPr/>
        </p:nvSpPr>
        <p:spPr>
          <a:xfrm>
            <a:off x="7796160" y="1343160"/>
            <a:ext cx="255600" cy="255600"/>
          </a:xfrm>
          <a:custGeom>
            <a:avLst/>
            <a:gdLst/>
            <a:ahLst/>
            <a:rect l="l" t="t" r="r" b="b"/>
            <a:pathLst>
              <a:path w="590" h="589">
                <a:moveTo>
                  <a:pt x="295" y="0"/>
                </a:moveTo>
                <a:lnTo>
                  <a:pt x="295" y="0"/>
                </a:lnTo>
                <a:cubicBezTo>
                  <a:pt x="133" y="0"/>
                  <a:pt x="0" y="132"/>
                  <a:pt x="0" y="294"/>
                </a:cubicBezTo>
                <a:cubicBezTo>
                  <a:pt x="0" y="456"/>
                  <a:pt x="133" y="588"/>
                  <a:pt x="295" y="588"/>
                </a:cubicBezTo>
                <a:cubicBezTo>
                  <a:pt x="457" y="588"/>
                  <a:pt x="589" y="456"/>
                  <a:pt x="589" y="294"/>
                </a:cubicBezTo>
                <a:cubicBezTo>
                  <a:pt x="589" y="132"/>
                  <a:pt x="457" y="0"/>
                  <a:pt x="295" y="0"/>
                </a:cubicBezTo>
                <a:close/>
                <a:moveTo>
                  <a:pt x="324" y="544"/>
                </a:moveTo>
                <a:lnTo>
                  <a:pt x="324" y="544"/>
                </a:lnTo>
                <a:cubicBezTo>
                  <a:pt x="324" y="456"/>
                  <a:pt x="324" y="456"/>
                  <a:pt x="324" y="456"/>
                </a:cubicBezTo>
                <a:cubicBezTo>
                  <a:pt x="324" y="441"/>
                  <a:pt x="310" y="426"/>
                  <a:pt x="295" y="426"/>
                </a:cubicBezTo>
                <a:cubicBezTo>
                  <a:pt x="295" y="426"/>
                  <a:pt x="280" y="441"/>
                  <a:pt x="280" y="456"/>
                </a:cubicBezTo>
                <a:cubicBezTo>
                  <a:pt x="280" y="544"/>
                  <a:pt x="280" y="544"/>
                  <a:pt x="280" y="544"/>
                </a:cubicBezTo>
                <a:cubicBezTo>
                  <a:pt x="148" y="544"/>
                  <a:pt x="59" y="441"/>
                  <a:pt x="45" y="309"/>
                </a:cubicBezTo>
                <a:cubicBezTo>
                  <a:pt x="148" y="309"/>
                  <a:pt x="148" y="309"/>
                  <a:pt x="148" y="309"/>
                </a:cubicBezTo>
                <a:cubicBezTo>
                  <a:pt x="148" y="309"/>
                  <a:pt x="162" y="309"/>
                  <a:pt x="162" y="294"/>
                </a:cubicBezTo>
                <a:cubicBezTo>
                  <a:pt x="162" y="279"/>
                  <a:pt x="148" y="279"/>
                  <a:pt x="148" y="279"/>
                </a:cubicBezTo>
                <a:cubicBezTo>
                  <a:pt x="45" y="279"/>
                  <a:pt x="45" y="279"/>
                  <a:pt x="45" y="279"/>
                </a:cubicBezTo>
                <a:cubicBezTo>
                  <a:pt x="59" y="147"/>
                  <a:pt x="148" y="44"/>
                  <a:pt x="280" y="44"/>
                </a:cubicBezTo>
                <a:cubicBezTo>
                  <a:pt x="280" y="132"/>
                  <a:pt x="280" y="132"/>
                  <a:pt x="280" y="132"/>
                </a:cubicBezTo>
                <a:cubicBezTo>
                  <a:pt x="280" y="147"/>
                  <a:pt x="295" y="162"/>
                  <a:pt x="295" y="162"/>
                </a:cubicBezTo>
                <a:cubicBezTo>
                  <a:pt x="310" y="162"/>
                  <a:pt x="324" y="147"/>
                  <a:pt x="324" y="132"/>
                </a:cubicBezTo>
                <a:cubicBezTo>
                  <a:pt x="324" y="44"/>
                  <a:pt x="324" y="44"/>
                  <a:pt x="324" y="44"/>
                </a:cubicBezTo>
                <a:cubicBezTo>
                  <a:pt x="442" y="44"/>
                  <a:pt x="545" y="147"/>
                  <a:pt x="560" y="279"/>
                </a:cubicBezTo>
                <a:cubicBezTo>
                  <a:pt x="457" y="279"/>
                  <a:pt x="457" y="279"/>
                  <a:pt x="457" y="279"/>
                </a:cubicBezTo>
                <a:cubicBezTo>
                  <a:pt x="442" y="279"/>
                  <a:pt x="442" y="279"/>
                  <a:pt x="442" y="294"/>
                </a:cubicBezTo>
                <a:cubicBezTo>
                  <a:pt x="442" y="309"/>
                  <a:pt x="442" y="309"/>
                  <a:pt x="457" y="309"/>
                </a:cubicBezTo>
                <a:cubicBezTo>
                  <a:pt x="560" y="309"/>
                  <a:pt x="560" y="309"/>
                  <a:pt x="560" y="309"/>
                </a:cubicBezTo>
                <a:cubicBezTo>
                  <a:pt x="545" y="441"/>
                  <a:pt x="442" y="544"/>
                  <a:pt x="324" y="5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6" name="Freeform 65"/>
          <p:cNvSpPr/>
          <p:nvPr/>
        </p:nvSpPr>
        <p:spPr>
          <a:xfrm>
            <a:off x="7356600" y="1328760"/>
            <a:ext cx="266400" cy="268200"/>
          </a:xfrm>
          <a:custGeom>
            <a:avLst/>
            <a:gdLst/>
            <a:ahLst/>
            <a:rect l="l" t="t" r="r" b="b"/>
            <a:pathLst>
              <a:path w="619" h="619">
                <a:moveTo>
                  <a:pt x="485" y="59"/>
                </a:moveTo>
                <a:lnTo>
                  <a:pt x="485" y="59"/>
                </a:lnTo>
                <a:cubicBezTo>
                  <a:pt x="397" y="0"/>
                  <a:pt x="279" y="30"/>
                  <a:pt x="221" y="118"/>
                </a:cubicBezTo>
                <a:cubicBezTo>
                  <a:pt x="147" y="250"/>
                  <a:pt x="147" y="250"/>
                  <a:pt x="147" y="250"/>
                </a:cubicBezTo>
                <a:cubicBezTo>
                  <a:pt x="0" y="354"/>
                  <a:pt x="0" y="354"/>
                  <a:pt x="0" y="354"/>
                </a:cubicBezTo>
                <a:cubicBezTo>
                  <a:pt x="147" y="442"/>
                  <a:pt x="147" y="442"/>
                  <a:pt x="147" y="442"/>
                </a:cubicBezTo>
                <a:cubicBezTo>
                  <a:pt x="132" y="486"/>
                  <a:pt x="147" y="545"/>
                  <a:pt x="191" y="574"/>
                </a:cubicBezTo>
                <a:cubicBezTo>
                  <a:pt x="235" y="589"/>
                  <a:pt x="294" y="574"/>
                  <a:pt x="324" y="530"/>
                </a:cubicBezTo>
                <a:cubicBezTo>
                  <a:pt x="471" y="618"/>
                  <a:pt x="471" y="618"/>
                  <a:pt x="471" y="618"/>
                </a:cubicBezTo>
                <a:cubicBezTo>
                  <a:pt x="485" y="442"/>
                  <a:pt x="485" y="442"/>
                  <a:pt x="485" y="442"/>
                </a:cubicBezTo>
                <a:cubicBezTo>
                  <a:pt x="559" y="309"/>
                  <a:pt x="559" y="309"/>
                  <a:pt x="559" y="309"/>
                </a:cubicBezTo>
                <a:cubicBezTo>
                  <a:pt x="618" y="221"/>
                  <a:pt x="588" y="103"/>
                  <a:pt x="485" y="59"/>
                </a:cubicBezTo>
                <a:close/>
                <a:moveTo>
                  <a:pt x="206" y="530"/>
                </a:moveTo>
                <a:lnTo>
                  <a:pt x="206" y="530"/>
                </a:lnTo>
                <a:cubicBezTo>
                  <a:pt x="176" y="515"/>
                  <a:pt x="176" y="486"/>
                  <a:pt x="191" y="456"/>
                </a:cubicBezTo>
                <a:cubicBezTo>
                  <a:pt x="294" y="515"/>
                  <a:pt x="294" y="515"/>
                  <a:pt x="294" y="515"/>
                </a:cubicBezTo>
                <a:cubicBezTo>
                  <a:pt x="265" y="545"/>
                  <a:pt x="235" y="545"/>
                  <a:pt x="206" y="530"/>
                </a:cubicBezTo>
                <a:close/>
                <a:moveTo>
                  <a:pt x="530" y="295"/>
                </a:moveTo>
                <a:lnTo>
                  <a:pt x="530" y="295"/>
                </a:lnTo>
                <a:cubicBezTo>
                  <a:pt x="456" y="427"/>
                  <a:pt x="456" y="427"/>
                  <a:pt x="456" y="427"/>
                </a:cubicBezTo>
                <a:cubicBezTo>
                  <a:pt x="441" y="560"/>
                  <a:pt x="441" y="560"/>
                  <a:pt x="441" y="560"/>
                </a:cubicBezTo>
                <a:cubicBezTo>
                  <a:pt x="73" y="354"/>
                  <a:pt x="73" y="354"/>
                  <a:pt x="73" y="354"/>
                </a:cubicBezTo>
                <a:cubicBezTo>
                  <a:pt x="176" y="280"/>
                  <a:pt x="176" y="280"/>
                  <a:pt x="176" y="280"/>
                </a:cubicBezTo>
                <a:cubicBezTo>
                  <a:pt x="265" y="147"/>
                  <a:pt x="265" y="147"/>
                  <a:pt x="265" y="147"/>
                </a:cubicBezTo>
                <a:cubicBezTo>
                  <a:pt x="294" y="74"/>
                  <a:pt x="397" y="44"/>
                  <a:pt x="471" y="88"/>
                </a:cubicBezTo>
                <a:cubicBezTo>
                  <a:pt x="544" y="133"/>
                  <a:pt x="574" y="221"/>
                  <a:pt x="530" y="29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7" name="Freeform 66"/>
          <p:cNvSpPr/>
          <p:nvPr/>
        </p:nvSpPr>
        <p:spPr>
          <a:xfrm>
            <a:off x="6923160" y="1343160"/>
            <a:ext cx="236520" cy="255600"/>
          </a:xfrm>
          <a:custGeom>
            <a:avLst/>
            <a:gdLst/>
            <a:ahLst/>
            <a:rect l="l" t="t" r="r" b="b"/>
            <a:pathLst>
              <a:path w="545" h="589">
                <a:moveTo>
                  <a:pt x="471" y="353"/>
                </a:moveTo>
                <a:lnTo>
                  <a:pt x="471" y="353"/>
                </a:lnTo>
                <a:cubicBezTo>
                  <a:pt x="471" y="191"/>
                  <a:pt x="471" y="191"/>
                  <a:pt x="471" y="191"/>
                </a:cubicBezTo>
                <a:cubicBezTo>
                  <a:pt x="471" y="88"/>
                  <a:pt x="383" y="0"/>
                  <a:pt x="279" y="0"/>
                </a:cubicBezTo>
                <a:cubicBezTo>
                  <a:pt x="162" y="0"/>
                  <a:pt x="73" y="88"/>
                  <a:pt x="73" y="191"/>
                </a:cubicBezTo>
                <a:cubicBezTo>
                  <a:pt x="73" y="353"/>
                  <a:pt x="73" y="353"/>
                  <a:pt x="73" y="353"/>
                </a:cubicBezTo>
                <a:cubicBezTo>
                  <a:pt x="0" y="515"/>
                  <a:pt x="0" y="515"/>
                  <a:pt x="0" y="515"/>
                </a:cubicBezTo>
                <a:cubicBezTo>
                  <a:pt x="176" y="515"/>
                  <a:pt x="176" y="515"/>
                  <a:pt x="176" y="515"/>
                </a:cubicBezTo>
                <a:cubicBezTo>
                  <a:pt x="191" y="559"/>
                  <a:pt x="220" y="588"/>
                  <a:pt x="279" y="588"/>
                </a:cubicBezTo>
                <a:cubicBezTo>
                  <a:pt x="324" y="588"/>
                  <a:pt x="367" y="559"/>
                  <a:pt x="367" y="515"/>
                </a:cubicBezTo>
                <a:cubicBezTo>
                  <a:pt x="544" y="515"/>
                  <a:pt x="544" y="515"/>
                  <a:pt x="544" y="515"/>
                </a:cubicBezTo>
                <a:lnTo>
                  <a:pt x="471" y="353"/>
                </a:lnTo>
                <a:close/>
                <a:moveTo>
                  <a:pt x="279" y="544"/>
                </a:moveTo>
                <a:lnTo>
                  <a:pt x="279" y="544"/>
                </a:lnTo>
                <a:cubicBezTo>
                  <a:pt x="250" y="544"/>
                  <a:pt x="220" y="530"/>
                  <a:pt x="220" y="515"/>
                </a:cubicBezTo>
                <a:cubicBezTo>
                  <a:pt x="324" y="515"/>
                  <a:pt x="324" y="515"/>
                  <a:pt x="324" y="515"/>
                </a:cubicBezTo>
                <a:cubicBezTo>
                  <a:pt x="324" y="530"/>
                  <a:pt x="294" y="544"/>
                  <a:pt x="279" y="544"/>
                </a:cubicBezTo>
                <a:close/>
                <a:moveTo>
                  <a:pt x="58" y="471"/>
                </a:moveTo>
                <a:lnTo>
                  <a:pt x="58" y="471"/>
                </a:lnTo>
                <a:cubicBezTo>
                  <a:pt x="117" y="353"/>
                  <a:pt x="117" y="353"/>
                  <a:pt x="117" y="353"/>
                </a:cubicBezTo>
                <a:cubicBezTo>
                  <a:pt x="117" y="191"/>
                  <a:pt x="117" y="191"/>
                  <a:pt x="117" y="191"/>
                </a:cubicBezTo>
                <a:cubicBezTo>
                  <a:pt x="117" y="103"/>
                  <a:pt x="191" y="44"/>
                  <a:pt x="279" y="44"/>
                </a:cubicBezTo>
                <a:cubicBezTo>
                  <a:pt x="367" y="44"/>
                  <a:pt x="426" y="103"/>
                  <a:pt x="426" y="191"/>
                </a:cubicBezTo>
                <a:cubicBezTo>
                  <a:pt x="426" y="353"/>
                  <a:pt x="426" y="353"/>
                  <a:pt x="426" y="353"/>
                </a:cubicBezTo>
                <a:cubicBezTo>
                  <a:pt x="485" y="471"/>
                  <a:pt x="485" y="471"/>
                  <a:pt x="485" y="471"/>
                </a:cubicBezTo>
                <a:lnTo>
                  <a:pt x="58" y="47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8" name="Freeform 67"/>
          <p:cNvSpPr/>
          <p:nvPr/>
        </p:nvSpPr>
        <p:spPr>
          <a:xfrm>
            <a:off x="6464160" y="1336680"/>
            <a:ext cx="274680" cy="268200"/>
          </a:xfrm>
          <a:custGeom>
            <a:avLst/>
            <a:gdLst/>
            <a:ahLst/>
            <a:rect l="l" t="t" r="r" b="b"/>
            <a:pathLst>
              <a:path w="634" h="619">
                <a:moveTo>
                  <a:pt x="603" y="500"/>
                </a:moveTo>
                <a:lnTo>
                  <a:pt x="603" y="500"/>
                </a:lnTo>
                <a:cubicBezTo>
                  <a:pt x="544" y="500"/>
                  <a:pt x="544" y="500"/>
                  <a:pt x="544" y="500"/>
                </a:cubicBezTo>
                <a:cubicBezTo>
                  <a:pt x="544" y="177"/>
                  <a:pt x="544" y="177"/>
                  <a:pt x="544" y="177"/>
                </a:cubicBezTo>
                <a:cubicBezTo>
                  <a:pt x="515" y="206"/>
                  <a:pt x="515" y="206"/>
                  <a:pt x="515" y="206"/>
                </a:cubicBezTo>
                <a:cubicBezTo>
                  <a:pt x="515" y="500"/>
                  <a:pt x="515" y="500"/>
                  <a:pt x="515" y="500"/>
                </a:cubicBezTo>
                <a:cubicBezTo>
                  <a:pt x="147" y="500"/>
                  <a:pt x="147" y="500"/>
                  <a:pt x="147" y="500"/>
                </a:cubicBezTo>
                <a:cubicBezTo>
                  <a:pt x="574" y="59"/>
                  <a:pt x="574" y="59"/>
                  <a:pt x="574" y="59"/>
                </a:cubicBezTo>
                <a:cubicBezTo>
                  <a:pt x="544" y="29"/>
                  <a:pt x="544" y="29"/>
                  <a:pt x="544" y="29"/>
                </a:cubicBezTo>
                <a:cubicBezTo>
                  <a:pt x="117" y="471"/>
                  <a:pt x="117" y="471"/>
                  <a:pt x="117" y="471"/>
                </a:cubicBezTo>
                <a:cubicBezTo>
                  <a:pt x="117" y="118"/>
                  <a:pt x="117" y="118"/>
                  <a:pt x="117" y="118"/>
                </a:cubicBezTo>
                <a:cubicBezTo>
                  <a:pt x="397" y="118"/>
                  <a:pt x="397" y="118"/>
                  <a:pt x="397" y="118"/>
                </a:cubicBezTo>
                <a:cubicBezTo>
                  <a:pt x="426" y="73"/>
                  <a:pt x="426" y="73"/>
                  <a:pt x="426" y="73"/>
                </a:cubicBezTo>
                <a:cubicBezTo>
                  <a:pt x="117" y="73"/>
                  <a:pt x="117" y="73"/>
                  <a:pt x="117" y="73"/>
                </a:cubicBezTo>
                <a:cubicBezTo>
                  <a:pt x="117" y="15"/>
                  <a:pt x="117" y="15"/>
                  <a:pt x="117" y="15"/>
                </a:cubicBezTo>
                <a:cubicBezTo>
                  <a:pt x="117" y="0"/>
                  <a:pt x="103" y="0"/>
                  <a:pt x="103" y="0"/>
                </a:cubicBezTo>
                <a:cubicBezTo>
                  <a:pt x="88" y="0"/>
                  <a:pt x="73" y="0"/>
                  <a:pt x="73" y="15"/>
                </a:cubicBezTo>
                <a:cubicBezTo>
                  <a:pt x="73" y="73"/>
                  <a:pt x="73" y="73"/>
                  <a:pt x="73" y="73"/>
                </a:cubicBezTo>
                <a:cubicBezTo>
                  <a:pt x="14" y="73"/>
                  <a:pt x="14" y="73"/>
                  <a:pt x="14" y="73"/>
                </a:cubicBezTo>
                <a:lnTo>
                  <a:pt x="0" y="88"/>
                </a:lnTo>
                <a:cubicBezTo>
                  <a:pt x="0" y="103"/>
                  <a:pt x="14" y="118"/>
                  <a:pt x="14" y="118"/>
                </a:cubicBezTo>
                <a:cubicBezTo>
                  <a:pt x="73" y="118"/>
                  <a:pt x="73" y="118"/>
                  <a:pt x="73" y="118"/>
                </a:cubicBezTo>
                <a:cubicBezTo>
                  <a:pt x="73" y="500"/>
                  <a:pt x="73" y="500"/>
                  <a:pt x="73" y="500"/>
                </a:cubicBezTo>
                <a:cubicBezTo>
                  <a:pt x="73" y="545"/>
                  <a:pt x="73" y="545"/>
                  <a:pt x="73" y="545"/>
                </a:cubicBezTo>
                <a:cubicBezTo>
                  <a:pt x="117" y="545"/>
                  <a:pt x="117" y="545"/>
                  <a:pt x="117" y="545"/>
                </a:cubicBezTo>
                <a:cubicBezTo>
                  <a:pt x="515" y="545"/>
                  <a:pt x="515" y="545"/>
                  <a:pt x="515" y="545"/>
                </a:cubicBezTo>
                <a:cubicBezTo>
                  <a:pt x="515" y="603"/>
                  <a:pt x="515" y="603"/>
                  <a:pt x="515" y="603"/>
                </a:cubicBezTo>
                <a:cubicBezTo>
                  <a:pt x="515" y="618"/>
                  <a:pt x="515" y="618"/>
                  <a:pt x="530" y="618"/>
                </a:cubicBezTo>
                <a:cubicBezTo>
                  <a:pt x="544" y="618"/>
                  <a:pt x="544" y="618"/>
                  <a:pt x="544" y="603"/>
                </a:cubicBezTo>
                <a:cubicBezTo>
                  <a:pt x="544" y="545"/>
                  <a:pt x="544" y="545"/>
                  <a:pt x="544" y="545"/>
                </a:cubicBezTo>
                <a:cubicBezTo>
                  <a:pt x="603" y="545"/>
                  <a:pt x="603" y="545"/>
                  <a:pt x="603" y="545"/>
                </a:cubicBezTo>
                <a:cubicBezTo>
                  <a:pt x="618" y="545"/>
                  <a:pt x="633" y="530"/>
                  <a:pt x="633" y="530"/>
                </a:cubicBezTo>
                <a:cubicBezTo>
                  <a:pt x="633" y="515"/>
                  <a:pt x="618" y="500"/>
                  <a:pt x="603" y="5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9" name="Freeform 68"/>
          <p:cNvSpPr/>
          <p:nvPr/>
        </p:nvSpPr>
        <p:spPr>
          <a:xfrm>
            <a:off x="6026040" y="1336680"/>
            <a:ext cx="266760" cy="268200"/>
          </a:xfrm>
          <a:custGeom>
            <a:avLst/>
            <a:gdLst/>
            <a:ahLst/>
            <a:rect l="l" t="t" r="r" b="b"/>
            <a:pathLst>
              <a:path w="619" h="619">
                <a:moveTo>
                  <a:pt x="559" y="471"/>
                </a:moveTo>
                <a:lnTo>
                  <a:pt x="559" y="471"/>
                </a:lnTo>
                <a:cubicBezTo>
                  <a:pt x="559" y="147"/>
                  <a:pt x="559" y="147"/>
                  <a:pt x="559" y="147"/>
                </a:cubicBezTo>
                <a:cubicBezTo>
                  <a:pt x="603" y="147"/>
                  <a:pt x="618" y="103"/>
                  <a:pt x="618" y="73"/>
                </a:cubicBezTo>
                <a:cubicBezTo>
                  <a:pt x="618" y="29"/>
                  <a:pt x="589" y="0"/>
                  <a:pt x="545" y="0"/>
                </a:cubicBezTo>
                <a:cubicBezTo>
                  <a:pt x="515" y="0"/>
                  <a:pt x="471" y="15"/>
                  <a:pt x="471" y="59"/>
                </a:cubicBezTo>
                <a:cubicBezTo>
                  <a:pt x="147" y="59"/>
                  <a:pt x="147" y="59"/>
                  <a:pt x="147" y="59"/>
                </a:cubicBezTo>
                <a:cubicBezTo>
                  <a:pt x="147" y="15"/>
                  <a:pt x="103" y="0"/>
                  <a:pt x="73" y="0"/>
                </a:cubicBezTo>
                <a:cubicBezTo>
                  <a:pt x="29" y="0"/>
                  <a:pt x="0" y="29"/>
                  <a:pt x="0" y="73"/>
                </a:cubicBezTo>
                <a:cubicBezTo>
                  <a:pt x="0" y="103"/>
                  <a:pt x="15" y="147"/>
                  <a:pt x="59" y="147"/>
                </a:cubicBezTo>
                <a:cubicBezTo>
                  <a:pt x="59" y="471"/>
                  <a:pt x="59" y="471"/>
                  <a:pt x="59" y="471"/>
                </a:cubicBezTo>
                <a:cubicBezTo>
                  <a:pt x="15" y="471"/>
                  <a:pt x="0" y="515"/>
                  <a:pt x="0" y="545"/>
                </a:cubicBezTo>
                <a:cubicBezTo>
                  <a:pt x="0" y="589"/>
                  <a:pt x="29" y="618"/>
                  <a:pt x="73" y="618"/>
                </a:cubicBezTo>
                <a:cubicBezTo>
                  <a:pt x="103" y="618"/>
                  <a:pt x="147" y="603"/>
                  <a:pt x="147" y="559"/>
                </a:cubicBezTo>
                <a:cubicBezTo>
                  <a:pt x="471" y="559"/>
                  <a:pt x="471" y="559"/>
                  <a:pt x="471" y="559"/>
                </a:cubicBezTo>
                <a:cubicBezTo>
                  <a:pt x="471" y="603"/>
                  <a:pt x="515" y="618"/>
                  <a:pt x="545" y="618"/>
                </a:cubicBezTo>
                <a:cubicBezTo>
                  <a:pt x="589" y="618"/>
                  <a:pt x="618" y="589"/>
                  <a:pt x="618" y="545"/>
                </a:cubicBezTo>
                <a:cubicBezTo>
                  <a:pt x="618" y="515"/>
                  <a:pt x="603" y="471"/>
                  <a:pt x="559" y="471"/>
                </a:cubicBezTo>
                <a:close/>
                <a:moveTo>
                  <a:pt x="545" y="29"/>
                </a:moveTo>
                <a:lnTo>
                  <a:pt x="545" y="29"/>
                </a:lnTo>
                <a:cubicBezTo>
                  <a:pt x="559" y="29"/>
                  <a:pt x="589" y="59"/>
                  <a:pt x="589" y="73"/>
                </a:cubicBezTo>
                <a:cubicBezTo>
                  <a:pt x="589" y="88"/>
                  <a:pt x="559" y="118"/>
                  <a:pt x="545" y="118"/>
                </a:cubicBezTo>
                <a:cubicBezTo>
                  <a:pt x="530" y="118"/>
                  <a:pt x="500" y="88"/>
                  <a:pt x="500" y="73"/>
                </a:cubicBezTo>
                <a:cubicBezTo>
                  <a:pt x="500" y="59"/>
                  <a:pt x="530" y="29"/>
                  <a:pt x="545" y="29"/>
                </a:cubicBezTo>
                <a:close/>
                <a:moveTo>
                  <a:pt x="29" y="73"/>
                </a:moveTo>
                <a:lnTo>
                  <a:pt x="29" y="73"/>
                </a:lnTo>
                <a:cubicBezTo>
                  <a:pt x="29" y="59"/>
                  <a:pt x="59" y="29"/>
                  <a:pt x="73" y="29"/>
                </a:cubicBezTo>
                <a:cubicBezTo>
                  <a:pt x="88" y="29"/>
                  <a:pt x="118" y="59"/>
                  <a:pt x="118" y="73"/>
                </a:cubicBezTo>
                <a:cubicBezTo>
                  <a:pt x="118" y="88"/>
                  <a:pt x="88" y="118"/>
                  <a:pt x="73" y="118"/>
                </a:cubicBezTo>
                <a:cubicBezTo>
                  <a:pt x="59" y="118"/>
                  <a:pt x="29" y="88"/>
                  <a:pt x="29" y="73"/>
                </a:cubicBezTo>
                <a:close/>
                <a:moveTo>
                  <a:pt x="73" y="589"/>
                </a:moveTo>
                <a:lnTo>
                  <a:pt x="73" y="589"/>
                </a:lnTo>
                <a:cubicBezTo>
                  <a:pt x="59" y="589"/>
                  <a:pt x="29" y="559"/>
                  <a:pt x="29" y="545"/>
                </a:cubicBezTo>
                <a:cubicBezTo>
                  <a:pt x="29" y="530"/>
                  <a:pt x="59" y="500"/>
                  <a:pt x="73" y="500"/>
                </a:cubicBezTo>
                <a:cubicBezTo>
                  <a:pt x="88" y="500"/>
                  <a:pt x="118" y="530"/>
                  <a:pt x="118" y="545"/>
                </a:cubicBezTo>
                <a:cubicBezTo>
                  <a:pt x="118" y="559"/>
                  <a:pt x="88" y="589"/>
                  <a:pt x="73" y="589"/>
                </a:cubicBezTo>
                <a:close/>
                <a:moveTo>
                  <a:pt x="471" y="530"/>
                </a:moveTo>
                <a:lnTo>
                  <a:pt x="471" y="530"/>
                </a:lnTo>
                <a:cubicBezTo>
                  <a:pt x="147" y="530"/>
                  <a:pt x="147" y="530"/>
                  <a:pt x="147" y="530"/>
                </a:cubicBezTo>
                <a:cubicBezTo>
                  <a:pt x="147" y="500"/>
                  <a:pt x="118" y="471"/>
                  <a:pt x="88" y="471"/>
                </a:cubicBezTo>
                <a:cubicBezTo>
                  <a:pt x="88" y="147"/>
                  <a:pt x="88" y="147"/>
                  <a:pt x="88" y="147"/>
                </a:cubicBezTo>
                <a:cubicBezTo>
                  <a:pt x="118" y="147"/>
                  <a:pt x="147" y="118"/>
                  <a:pt x="147" y="88"/>
                </a:cubicBezTo>
                <a:cubicBezTo>
                  <a:pt x="471" y="88"/>
                  <a:pt x="471" y="88"/>
                  <a:pt x="471" y="88"/>
                </a:cubicBezTo>
                <a:cubicBezTo>
                  <a:pt x="471" y="118"/>
                  <a:pt x="500" y="147"/>
                  <a:pt x="530" y="147"/>
                </a:cubicBezTo>
                <a:cubicBezTo>
                  <a:pt x="530" y="471"/>
                  <a:pt x="530" y="471"/>
                  <a:pt x="530" y="471"/>
                </a:cubicBezTo>
                <a:cubicBezTo>
                  <a:pt x="500" y="471"/>
                  <a:pt x="471" y="500"/>
                  <a:pt x="471" y="530"/>
                </a:cubicBezTo>
                <a:close/>
                <a:moveTo>
                  <a:pt x="545" y="589"/>
                </a:moveTo>
                <a:lnTo>
                  <a:pt x="545" y="589"/>
                </a:lnTo>
                <a:cubicBezTo>
                  <a:pt x="530" y="589"/>
                  <a:pt x="500" y="559"/>
                  <a:pt x="500" y="545"/>
                </a:cubicBezTo>
                <a:cubicBezTo>
                  <a:pt x="500" y="530"/>
                  <a:pt x="530" y="500"/>
                  <a:pt x="545" y="500"/>
                </a:cubicBezTo>
                <a:cubicBezTo>
                  <a:pt x="559" y="500"/>
                  <a:pt x="589" y="530"/>
                  <a:pt x="589" y="545"/>
                </a:cubicBezTo>
                <a:cubicBezTo>
                  <a:pt x="589" y="559"/>
                  <a:pt x="559" y="589"/>
                  <a:pt x="545" y="58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0" name="Freeform 69"/>
          <p:cNvSpPr/>
          <p:nvPr/>
        </p:nvSpPr>
        <p:spPr>
          <a:xfrm>
            <a:off x="5630760" y="1400040"/>
            <a:ext cx="171720" cy="152640"/>
          </a:xfrm>
          <a:custGeom>
            <a:avLst/>
            <a:gdLst/>
            <a:ahLst/>
            <a:rect l="l" t="t" r="r" b="b"/>
            <a:pathLst>
              <a:path w="399" h="354">
                <a:moveTo>
                  <a:pt x="30" y="44"/>
                </a:moveTo>
                <a:lnTo>
                  <a:pt x="30" y="44"/>
                </a:lnTo>
                <a:cubicBezTo>
                  <a:pt x="383" y="44"/>
                  <a:pt x="383" y="44"/>
                  <a:pt x="383" y="44"/>
                </a:cubicBezTo>
                <a:lnTo>
                  <a:pt x="398" y="30"/>
                </a:lnTo>
                <a:cubicBezTo>
                  <a:pt x="398" y="15"/>
                  <a:pt x="383" y="0"/>
                  <a:pt x="383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15" y="0"/>
                  <a:pt x="0" y="15"/>
                  <a:pt x="0" y="30"/>
                </a:cubicBezTo>
                <a:cubicBezTo>
                  <a:pt x="0" y="30"/>
                  <a:pt x="15" y="44"/>
                  <a:pt x="30" y="44"/>
                </a:cubicBezTo>
                <a:close/>
                <a:moveTo>
                  <a:pt x="383" y="324"/>
                </a:moveTo>
                <a:lnTo>
                  <a:pt x="383" y="324"/>
                </a:lnTo>
                <a:cubicBezTo>
                  <a:pt x="30" y="324"/>
                  <a:pt x="30" y="324"/>
                  <a:pt x="30" y="324"/>
                </a:cubicBezTo>
                <a:cubicBezTo>
                  <a:pt x="15" y="324"/>
                  <a:pt x="0" y="324"/>
                  <a:pt x="0" y="339"/>
                </a:cubicBezTo>
                <a:cubicBezTo>
                  <a:pt x="0" y="353"/>
                  <a:pt x="15" y="353"/>
                  <a:pt x="30" y="353"/>
                </a:cubicBezTo>
                <a:cubicBezTo>
                  <a:pt x="383" y="353"/>
                  <a:pt x="383" y="353"/>
                  <a:pt x="383" y="353"/>
                </a:cubicBezTo>
                <a:cubicBezTo>
                  <a:pt x="383" y="353"/>
                  <a:pt x="398" y="353"/>
                  <a:pt x="398" y="339"/>
                </a:cubicBezTo>
                <a:cubicBezTo>
                  <a:pt x="398" y="324"/>
                  <a:pt x="383" y="324"/>
                  <a:pt x="383" y="324"/>
                </a:cubicBezTo>
                <a:close/>
                <a:moveTo>
                  <a:pt x="383" y="162"/>
                </a:moveTo>
                <a:lnTo>
                  <a:pt x="383" y="162"/>
                </a:lnTo>
                <a:cubicBezTo>
                  <a:pt x="30" y="162"/>
                  <a:pt x="30" y="162"/>
                  <a:pt x="30" y="162"/>
                </a:cubicBezTo>
                <a:cubicBezTo>
                  <a:pt x="15" y="162"/>
                  <a:pt x="0" y="177"/>
                  <a:pt x="0" y="177"/>
                </a:cubicBezTo>
                <a:cubicBezTo>
                  <a:pt x="0" y="192"/>
                  <a:pt x="15" y="206"/>
                  <a:pt x="30" y="206"/>
                </a:cubicBezTo>
                <a:cubicBezTo>
                  <a:pt x="383" y="206"/>
                  <a:pt x="383" y="206"/>
                  <a:pt x="383" y="206"/>
                </a:cubicBezTo>
                <a:cubicBezTo>
                  <a:pt x="383" y="206"/>
                  <a:pt x="398" y="192"/>
                  <a:pt x="398" y="177"/>
                </a:cubicBezTo>
                <a:lnTo>
                  <a:pt x="383" y="16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1" name="Freeform 70"/>
          <p:cNvSpPr/>
          <p:nvPr/>
        </p:nvSpPr>
        <p:spPr>
          <a:xfrm>
            <a:off x="5141880" y="1336680"/>
            <a:ext cx="274680" cy="268200"/>
          </a:xfrm>
          <a:custGeom>
            <a:avLst/>
            <a:gdLst/>
            <a:ahLst/>
            <a:rect l="l" t="t" r="r" b="b"/>
            <a:pathLst>
              <a:path w="634" h="619">
                <a:moveTo>
                  <a:pt x="633" y="235"/>
                </a:moveTo>
                <a:lnTo>
                  <a:pt x="412" y="206"/>
                </a:lnTo>
                <a:lnTo>
                  <a:pt x="309" y="0"/>
                </a:lnTo>
                <a:lnTo>
                  <a:pt x="220" y="206"/>
                </a:lnTo>
                <a:lnTo>
                  <a:pt x="0" y="235"/>
                </a:lnTo>
                <a:lnTo>
                  <a:pt x="162" y="398"/>
                </a:lnTo>
                <a:lnTo>
                  <a:pt x="117" y="618"/>
                </a:lnTo>
                <a:lnTo>
                  <a:pt x="309" y="515"/>
                </a:lnTo>
                <a:lnTo>
                  <a:pt x="515" y="618"/>
                </a:lnTo>
                <a:lnTo>
                  <a:pt x="471" y="398"/>
                </a:lnTo>
                <a:lnTo>
                  <a:pt x="633" y="235"/>
                </a:lnTo>
                <a:close/>
                <a:moveTo>
                  <a:pt x="309" y="471"/>
                </a:moveTo>
                <a:lnTo>
                  <a:pt x="162" y="545"/>
                </a:lnTo>
                <a:lnTo>
                  <a:pt x="191" y="382"/>
                </a:lnTo>
                <a:lnTo>
                  <a:pt x="73" y="265"/>
                </a:lnTo>
                <a:lnTo>
                  <a:pt x="235" y="235"/>
                </a:lnTo>
                <a:lnTo>
                  <a:pt x="309" y="73"/>
                </a:lnTo>
                <a:lnTo>
                  <a:pt x="383" y="235"/>
                </a:lnTo>
                <a:lnTo>
                  <a:pt x="559" y="265"/>
                </a:lnTo>
                <a:lnTo>
                  <a:pt x="426" y="382"/>
                </a:lnTo>
                <a:lnTo>
                  <a:pt x="456" y="559"/>
                </a:lnTo>
                <a:lnTo>
                  <a:pt x="309" y="47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2" name="Freeform 71"/>
          <p:cNvSpPr/>
          <p:nvPr/>
        </p:nvSpPr>
        <p:spPr>
          <a:xfrm>
            <a:off x="4700520" y="1343160"/>
            <a:ext cx="266760" cy="261720"/>
          </a:xfrm>
          <a:custGeom>
            <a:avLst/>
            <a:gdLst/>
            <a:ahLst/>
            <a:rect l="l" t="t" r="r" b="b"/>
            <a:pathLst>
              <a:path w="619" h="604">
                <a:moveTo>
                  <a:pt x="471" y="0"/>
                </a:moveTo>
                <a:lnTo>
                  <a:pt x="471" y="0"/>
                </a:lnTo>
                <a:cubicBezTo>
                  <a:pt x="397" y="0"/>
                  <a:pt x="353" y="44"/>
                  <a:pt x="309" y="73"/>
                </a:cubicBezTo>
                <a:cubicBezTo>
                  <a:pt x="265" y="29"/>
                  <a:pt x="221" y="0"/>
                  <a:pt x="147" y="0"/>
                </a:cubicBezTo>
                <a:cubicBezTo>
                  <a:pt x="59" y="0"/>
                  <a:pt x="0" y="73"/>
                  <a:pt x="0" y="162"/>
                </a:cubicBezTo>
                <a:cubicBezTo>
                  <a:pt x="0" y="206"/>
                  <a:pt x="15" y="250"/>
                  <a:pt x="29" y="279"/>
                </a:cubicBezTo>
                <a:cubicBezTo>
                  <a:pt x="280" y="574"/>
                  <a:pt x="280" y="574"/>
                  <a:pt x="280" y="574"/>
                </a:cubicBezTo>
                <a:cubicBezTo>
                  <a:pt x="309" y="603"/>
                  <a:pt x="309" y="603"/>
                  <a:pt x="339" y="574"/>
                </a:cubicBezTo>
                <a:cubicBezTo>
                  <a:pt x="589" y="279"/>
                  <a:pt x="589" y="279"/>
                  <a:pt x="589" y="279"/>
                </a:cubicBezTo>
                <a:cubicBezTo>
                  <a:pt x="603" y="250"/>
                  <a:pt x="618" y="206"/>
                  <a:pt x="618" y="162"/>
                </a:cubicBezTo>
                <a:cubicBezTo>
                  <a:pt x="618" y="73"/>
                  <a:pt x="559" y="0"/>
                  <a:pt x="471" y="0"/>
                </a:cubicBezTo>
                <a:close/>
                <a:moveTo>
                  <a:pt x="544" y="265"/>
                </a:moveTo>
                <a:lnTo>
                  <a:pt x="544" y="265"/>
                </a:lnTo>
                <a:cubicBezTo>
                  <a:pt x="309" y="544"/>
                  <a:pt x="309" y="544"/>
                  <a:pt x="309" y="544"/>
                </a:cubicBezTo>
                <a:cubicBezTo>
                  <a:pt x="73" y="265"/>
                  <a:pt x="73" y="265"/>
                  <a:pt x="73" y="265"/>
                </a:cubicBezTo>
                <a:cubicBezTo>
                  <a:pt x="44" y="235"/>
                  <a:pt x="29" y="206"/>
                  <a:pt x="29" y="162"/>
                </a:cubicBezTo>
                <a:cubicBezTo>
                  <a:pt x="29" y="103"/>
                  <a:pt x="88" y="44"/>
                  <a:pt x="147" y="29"/>
                </a:cubicBezTo>
                <a:cubicBezTo>
                  <a:pt x="206" y="29"/>
                  <a:pt x="280" y="88"/>
                  <a:pt x="309" y="132"/>
                </a:cubicBezTo>
                <a:cubicBezTo>
                  <a:pt x="339" y="103"/>
                  <a:pt x="412" y="29"/>
                  <a:pt x="471" y="29"/>
                </a:cubicBezTo>
                <a:cubicBezTo>
                  <a:pt x="530" y="29"/>
                  <a:pt x="589" y="103"/>
                  <a:pt x="589" y="162"/>
                </a:cubicBezTo>
                <a:cubicBezTo>
                  <a:pt x="589" y="206"/>
                  <a:pt x="574" y="235"/>
                  <a:pt x="544" y="26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3" name="Freeform 72"/>
          <p:cNvSpPr/>
          <p:nvPr/>
        </p:nvSpPr>
        <p:spPr>
          <a:xfrm>
            <a:off x="8712360" y="890640"/>
            <a:ext cx="190440" cy="274680"/>
          </a:xfrm>
          <a:custGeom>
            <a:avLst/>
            <a:gdLst/>
            <a:ahLst/>
            <a:rect l="l" t="t" r="r" b="b"/>
            <a:pathLst>
              <a:path w="443" h="634">
                <a:moveTo>
                  <a:pt x="221" y="324"/>
                </a:moveTo>
                <a:lnTo>
                  <a:pt x="221" y="324"/>
                </a:lnTo>
                <a:cubicBezTo>
                  <a:pt x="221" y="177"/>
                  <a:pt x="310" y="74"/>
                  <a:pt x="442" y="30"/>
                </a:cubicBezTo>
                <a:cubicBezTo>
                  <a:pt x="398" y="15"/>
                  <a:pt x="369" y="0"/>
                  <a:pt x="324" y="0"/>
                </a:cubicBezTo>
                <a:cubicBezTo>
                  <a:pt x="148" y="0"/>
                  <a:pt x="0" y="148"/>
                  <a:pt x="0" y="324"/>
                </a:cubicBezTo>
                <a:cubicBezTo>
                  <a:pt x="0" y="486"/>
                  <a:pt x="148" y="633"/>
                  <a:pt x="324" y="633"/>
                </a:cubicBezTo>
                <a:cubicBezTo>
                  <a:pt x="369" y="633"/>
                  <a:pt x="398" y="633"/>
                  <a:pt x="442" y="619"/>
                </a:cubicBezTo>
                <a:cubicBezTo>
                  <a:pt x="310" y="574"/>
                  <a:pt x="221" y="457"/>
                  <a:pt x="221" y="324"/>
                </a:cubicBezTo>
                <a:close/>
                <a:moveTo>
                  <a:pt x="280" y="589"/>
                </a:moveTo>
                <a:lnTo>
                  <a:pt x="280" y="589"/>
                </a:lnTo>
                <a:cubicBezTo>
                  <a:pt x="192" y="589"/>
                  <a:pt x="44" y="471"/>
                  <a:pt x="44" y="324"/>
                </a:cubicBezTo>
                <a:cubicBezTo>
                  <a:pt x="44" y="162"/>
                  <a:pt x="192" y="59"/>
                  <a:pt x="280" y="44"/>
                </a:cubicBezTo>
                <a:cubicBezTo>
                  <a:pt x="310" y="44"/>
                  <a:pt x="295" y="44"/>
                  <a:pt x="324" y="44"/>
                </a:cubicBezTo>
                <a:cubicBezTo>
                  <a:pt x="265" y="89"/>
                  <a:pt x="192" y="206"/>
                  <a:pt x="192" y="324"/>
                </a:cubicBezTo>
                <a:cubicBezTo>
                  <a:pt x="192" y="442"/>
                  <a:pt x="236" y="545"/>
                  <a:pt x="324" y="589"/>
                </a:cubicBezTo>
                <a:cubicBezTo>
                  <a:pt x="295" y="589"/>
                  <a:pt x="310" y="589"/>
                  <a:pt x="280" y="58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4" name="Freeform 73"/>
          <p:cNvSpPr/>
          <p:nvPr/>
        </p:nvSpPr>
        <p:spPr>
          <a:xfrm>
            <a:off x="8229600" y="903240"/>
            <a:ext cx="274680" cy="255600"/>
          </a:xfrm>
          <a:custGeom>
            <a:avLst/>
            <a:gdLst/>
            <a:ahLst/>
            <a:rect l="l" t="t" r="r" b="b"/>
            <a:pathLst>
              <a:path w="634" h="590">
                <a:moveTo>
                  <a:pt x="339" y="544"/>
                </a:moveTo>
                <a:lnTo>
                  <a:pt x="339" y="544"/>
                </a:lnTo>
                <a:cubicBezTo>
                  <a:pt x="148" y="544"/>
                  <a:pt x="148" y="544"/>
                  <a:pt x="148" y="544"/>
                </a:cubicBezTo>
                <a:cubicBezTo>
                  <a:pt x="133" y="544"/>
                  <a:pt x="118" y="559"/>
                  <a:pt x="118" y="559"/>
                </a:cubicBezTo>
                <a:cubicBezTo>
                  <a:pt x="118" y="574"/>
                  <a:pt x="133" y="589"/>
                  <a:pt x="148" y="589"/>
                </a:cubicBezTo>
                <a:cubicBezTo>
                  <a:pt x="339" y="589"/>
                  <a:pt x="339" y="589"/>
                  <a:pt x="339" y="589"/>
                </a:cubicBezTo>
                <a:cubicBezTo>
                  <a:pt x="354" y="589"/>
                  <a:pt x="354" y="574"/>
                  <a:pt x="354" y="559"/>
                </a:cubicBezTo>
                <a:cubicBezTo>
                  <a:pt x="354" y="559"/>
                  <a:pt x="354" y="544"/>
                  <a:pt x="339" y="544"/>
                </a:cubicBezTo>
                <a:close/>
                <a:moveTo>
                  <a:pt x="383" y="471"/>
                </a:moveTo>
                <a:lnTo>
                  <a:pt x="383" y="471"/>
                </a:lnTo>
                <a:cubicBezTo>
                  <a:pt x="103" y="471"/>
                  <a:pt x="103" y="471"/>
                  <a:pt x="103" y="471"/>
                </a:cubicBezTo>
                <a:cubicBezTo>
                  <a:pt x="89" y="471"/>
                  <a:pt x="89" y="471"/>
                  <a:pt x="89" y="486"/>
                </a:cubicBezTo>
                <a:cubicBezTo>
                  <a:pt x="89" y="500"/>
                  <a:pt x="89" y="500"/>
                  <a:pt x="103" y="500"/>
                </a:cubicBezTo>
                <a:cubicBezTo>
                  <a:pt x="383" y="500"/>
                  <a:pt x="383" y="500"/>
                  <a:pt x="383" y="500"/>
                </a:cubicBezTo>
                <a:cubicBezTo>
                  <a:pt x="383" y="500"/>
                  <a:pt x="398" y="500"/>
                  <a:pt x="398" y="486"/>
                </a:cubicBezTo>
                <a:cubicBezTo>
                  <a:pt x="398" y="471"/>
                  <a:pt x="383" y="471"/>
                  <a:pt x="383" y="471"/>
                </a:cubicBezTo>
                <a:close/>
                <a:moveTo>
                  <a:pt x="619" y="382"/>
                </a:moveTo>
                <a:lnTo>
                  <a:pt x="619" y="382"/>
                </a:lnTo>
                <a:cubicBezTo>
                  <a:pt x="324" y="382"/>
                  <a:pt x="324" y="382"/>
                  <a:pt x="324" y="382"/>
                </a:cubicBezTo>
                <a:cubicBezTo>
                  <a:pt x="324" y="368"/>
                  <a:pt x="324" y="339"/>
                  <a:pt x="324" y="323"/>
                </a:cubicBezTo>
                <a:cubicBezTo>
                  <a:pt x="324" y="176"/>
                  <a:pt x="412" y="73"/>
                  <a:pt x="530" y="29"/>
                </a:cubicBezTo>
                <a:cubicBezTo>
                  <a:pt x="486" y="14"/>
                  <a:pt x="442" y="0"/>
                  <a:pt x="383" y="0"/>
                </a:cubicBezTo>
                <a:cubicBezTo>
                  <a:pt x="221" y="0"/>
                  <a:pt x="89" y="132"/>
                  <a:pt x="89" y="294"/>
                </a:cubicBezTo>
                <a:cubicBezTo>
                  <a:pt x="89" y="323"/>
                  <a:pt x="89" y="353"/>
                  <a:pt x="103" y="382"/>
                </a:cubicBezTo>
                <a:cubicBezTo>
                  <a:pt x="30" y="382"/>
                  <a:pt x="30" y="382"/>
                  <a:pt x="30" y="382"/>
                </a:cubicBezTo>
                <a:cubicBezTo>
                  <a:pt x="15" y="382"/>
                  <a:pt x="0" y="397"/>
                  <a:pt x="0" y="412"/>
                </a:cubicBezTo>
                <a:cubicBezTo>
                  <a:pt x="0" y="412"/>
                  <a:pt x="15" y="427"/>
                  <a:pt x="30" y="427"/>
                </a:cubicBezTo>
                <a:cubicBezTo>
                  <a:pt x="619" y="427"/>
                  <a:pt x="619" y="427"/>
                  <a:pt x="619" y="427"/>
                </a:cubicBezTo>
                <a:lnTo>
                  <a:pt x="633" y="412"/>
                </a:lnTo>
                <a:cubicBezTo>
                  <a:pt x="633" y="397"/>
                  <a:pt x="619" y="382"/>
                  <a:pt x="619" y="382"/>
                </a:cubicBezTo>
                <a:close/>
                <a:moveTo>
                  <a:pt x="148" y="382"/>
                </a:moveTo>
                <a:lnTo>
                  <a:pt x="148" y="382"/>
                </a:lnTo>
                <a:cubicBezTo>
                  <a:pt x="133" y="353"/>
                  <a:pt x="118" y="339"/>
                  <a:pt x="118" y="309"/>
                </a:cubicBezTo>
                <a:cubicBezTo>
                  <a:pt x="118" y="147"/>
                  <a:pt x="207" y="88"/>
                  <a:pt x="280" y="59"/>
                </a:cubicBezTo>
                <a:cubicBezTo>
                  <a:pt x="339" y="29"/>
                  <a:pt x="398" y="29"/>
                  <a:pt x="442" y="29"/>
                </a:cubicBezTo>
                <a:cubicBezTo>
                  <a:pt x="354" y="73"/>
                  <a:pt x="280" y="191"/>
                  <a:pt x="280" y="323"/>
                </a:cubicBezTo>
                <a:cubicBezTo>
                  <a:pt x="280" y="339"/>
                  <a:pt x="280" y="368"/>
                  <a:pt x="280" y="382"/>
                </a:cubicBezTo>
                <a:lnTo>
                  <a:pt x="148" y="38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5" name="Freeform 74"/>
          <p:cNvSpPr/>
          <p:nvPr/>
        </p:nvSpPr>
        <p:spPr>
          <a:xfrm>
            <a:off x="7807320" y="915840"/>
            <a:ext cx="236520" cy="222480"/>
          </a:xfrm>
          <a:custGeom>
            <a:avLst/>
            <a:gdLst/>
            <a:ahLst/>
            <a:rect l="l" t="t" r="r" b="b"/>
            <a:pathLst>
              <a:path w="545" h="516">
                <a:moveTo>
                  <a:pt x="73" y="236"/>
                </a:moveTo>
                <a:lnTo>
                  <a:pt x="73" y="236"/>
                </a:lnTo>
                <a:cubicBezTo>
                  <a:pt x="427" y="236"/>
                  <a:pt x="427" y="236"/>
                  <a:pt x="427" y="236"/>
                </a:cubicBezTo>
                <a:cubicBezTo>
                  <a:pt x="486" y="236"/>
                  <a:pt x="544" y="192"/>
                  <a:pt x="544" y="118"/>
                </a:cubicBezTo>
                <a:cubicBezTo>
                  <a:pt x="544" y="59"/>
                  <a:pt x="486" y="0"/>
                  <a:pt x="427" y="0"/>
                </a:cubicBezTo>
                <a:cubicBezTo>
                  <a:pt x="427" y="44"/>
                  <a:pt x="427" y="44"/>
                  <a:pt x="427" y="44"/>
                </a:cubicBezTo>
                <a:cubicBezTo>
                  <a:pt x="486" y="59"/>
                  <a:pt x="500" y="74"/>
                  <a:pt x="500" y="118"/>
                </a:cubicBezTo>
                <a:cubicBezTo>
                  <a:pt x="500" y="162"/>
                  <a:pt x="456" y="206"/>
                  <a:pt x="398" y="206"/>
                </a:cubicBezTo>
                <a:cubicBezTo>
                  <a:pt x="73" y="206"/>
                  <a:pt x="73" y="206"/>
                  <a:pt x="73" y="206"/>
                </a:cubicBezTo>
                <a:cubicBezTo>
                  <a:pt x="59" y="206"/>
                  <a:pt x="59" y="206"/>
                  <a:pt x="59" y="221"/>
                </a:cubicBezTo>
                <a:cubicBezTo>
                  <a:pt x="59" y="236"/>
                  <a:pt x="59" y="236"/>
                  <a:pt x="73" y="236"/>
                </a:cubicBezTo>
                <a:close/>
                <a:moveTo>
                  <a:pt x="177" y="162"/>
                </a:moveTo>
                <a:lnTo>
                  <a:pt x="177" y="162"/>
                </a:lnTo>
                <a:cubicBezTo>
                  <a:pt x="412" y="162"/>
                  <a:pt x="412" y="162"/>
                  <a:pt x="412" y="162"/>
                </a:cubicBezTo>
                <a:lnTo>
                  <a:pt x="427" y="147"/>
                </a:lnTo>
                <a:cubicBezTo>
                  <a:pt x="427" y="133"/>
                  <a:pt x="412" y="118"/>
                  <a:pt x="412" y="118"/>
                </a:cubicBezTo>
                <a:cubicBezTo>
                  <a:pt x="177" y="118"/>
                  <a:pt x="177" y="118"/>
                  <a:pt x="177" y="118"/>
                </a:cubicBezTo>
                <a:cubicBezTo>
                  <a:pt x="162" y="118"/>
                  <a:pt x="147" y="133"/>
                  <a:pt x="147" y="147"/>
                </a:cubicBezTo>
                <a:cubicBezTo>
                  <a:pt x="147" y="147"/>
                  <a:pt x="162" y="162"/>
                  <a:pt x="177" y="162"/>
                </a:cubicBezTo>
                <a:close/>
                <a:moveTo>
                  <a:pt x="265" y="353"/>
                </a:moveTo>
                <a:lnTo>
                  <a:pt x="265" y="353"/>
                </a:lnTo>
                <a:lnTo>
                  <a:pt x="265" y="353"/>
                </a:lnTo>
                <a:cubicBezTo>
                  <a:pt x="118" y="353"/>
                  <a:pt x="118" y="353"/>
                  <a:pt x="118" y="353"/>
                </a:cubicBezTo>
                <a:cubicBezTo>
                  <a:pt x="103" y="353"/>
                  <a:pt x="88" y="368"/>
                  <a:pt x="88" y="383"/>
                </a:cubicBezTo>
                <a:cubicBezTo>
                  <a:pt x="88" y="383"/>
                  <a:pt x="103" y="398"/>
                  <a:pt x="118" y="398"/>
                </a:cubicBezTo>
                <a:cubicBezTo>
                  <a:pt x="265" y="398"/>
                  <a:pt x="265" y="398"/>
                  <a:pt x="265" y="398"/>
                </a:cubicBezTo>
                <a:cubicBezTo>
                  <a:pt x="294" y="398"/>
                  <a:pt x="309" y="412"/>
                  <a:pt x="309" y="442"/>
                </a:cubicBezTo>
                <a:cubicBezTo>
                  <a:pt x="309" y="457"/>
                  <a:pt x="294" y="471"/>
                  <a:pt x="265" y="471"/>
                </a:cubicBezTo>
                <a:cubicBezTo>
                  <a:pt x="265" y="515"/>
                  <a:pt x="265" y="515"/>
                  <a:pt x="265" y="515"/>
                </a:cubicBezTo>
                <a:cubicBezTo>
                  <a:pt x="309" y="515"/>
                  <a:pt x="353" y="486"/>
                  <a:pt x="353" y="442"/>
                </a:cubicBezTo>
                <a:cubicBezTo>
                  <a:pt x="353" y="398"/>
                  <a:pt x="309" y="353"/>
                  <a:pt x="265" y="353"/>
                </a:cubicBezTo>
                <a:close/>
                <a:moveTo>
                  <a:pt x="427" y="280"/>
                </a:moveTo>
                <a:lnTo>
                  <a:pt x="427" y="280"/>
                </a:lnTo>
                <a:cubicBezTo>
                  <a:pt x="15" y="280"/>
                  <a:pt x="15" y="280"/>
                  <a:pt x="15" y="280"/>
                </a:cubicBezTo>
                <a:cubicBezTo>
                  <a:pt x="0" y="280"/>
                  <a:pt x="0" y="294"/>
                  <a:pt x="0" y="294"/>
                </a:cubicBezTo>
                <a:cubicBezTo>
                  <a:pt x="0" y="310"/>
                  <a:pt x="0" y="324"/>
                  <a:pt x="15" y="324"/>
                </a:cubicBezTo>
                <a:cubicBezTo>
                  <a:pt x="398" y="324"/>
                  <a:pt x="398" y="324"/>
                  <a:pt x="398" y="324"/>
                </a:cubicBezTo>
                <a:cubicBezTo>
                  <a:pt x="456" y="324"/>
                  <a:pt x="500" y="353"/>
                  <a:pt x="500" y="398"/>
                </a:cubicBezTo>
                <a:cubicBezTo>
                  <a:pt x="500" y="442"/>
                  <a:pt x="471" y="471"/>
                  <a:pt x="382" y="471"/>
                </a:cubicBezTo>
                <a:cubicBezTo>
                  <a:pt x="382" y="471"/>
                  <a:pt x="382" y="486"/>
                  <a:pt x="382" y="515"/>
                </a:cubicBezTo>
                <a:cubicBezTo>
                  <a:pt x="427" y="515"/>
                  <a:pt x="427" y="515"/>
                  <a:pt x="427" y="515"/>
                </a:cubicBezTo>
                <a:cubicBezTo>
                  <a:pt x="486" y="515"/>
                  <a:pt x="544" y="457"/>
                  <a:pt x="544" y="398"/>
                </a:cubicBezTo>
                <a:cubicBezTo>
                  <a:pt x="544" y="339"/>
                  <a:pt x="486" y="280"/>
                  <a:pt x="427" y="28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6" name="Freeform 75"/>
          <p:cNvSpPr/>
          <p:nvPr/>
        </p:nvSpPr>
        <p:spPr>
          <a:xfrm>
            <a:off x="7350120" y="890640"/>
            <a:ext cx="266760" cy="274680"/>
          </a:xfrm>
          <a:custGeom>
            <a:avLst/>
            <a:gdLst/>
            <a:ahLst/>
            <a:rect l="l" t="t" r="r" b="b"/>
            <a:pathLst>
              <a:path w="619" h="634">
                <a:moveTo>
                  <a:pt x="73" y="295"/>
                </a:moveTo>
                <a:lnTo>
                  <a:pt x="73" y="295"/>
                </a:lnTo>
                <a:cubicBezTo>
                  <a:pt x="15" y="295"/>
                  <a:pt x="15" y="295"/>
                  <a:pt x="15" y="295"/>
                </a:cubicBezTo>
                <a:cubicBezTo>
                  <a:pt x="0" y="295"/>
                  <a:pt x="0" y="310"/>
                  <a:pt x="0" y="324"/>
                </a:cubicBezTo>
                <a:cubicBezTo>
                  <a:pt x="0" y="324"/>
                  <a:pt x="0" y="339"/>
                  <a:pt x="15" y="339"/>
                </a:cubicBezTo>
                <a:cubicBezTo>
                  <a:pt x="73" y="339"/>
                  <a:pt x="73" y="339"/>
                  <a:pt x="73" y="339"/>
                </a:cubicBezTo>
                <a:cubicBezTo>
                  <a:pt x="88" y="339"/>
                  <a:pt x="88" y="324"/>
                  <a:pt x="88" y="324"/>
                </a:cubicBezTo>
                <a:cubicBezTo>
                  <a:pt x="88" y="310"/>
                  <a:pt x="88" y="295"/>
                  <a:pt x="73" y="295"/>
                </a:cubicBezTo>
                <a:close/>
                <a:moveTo>
                  <a:pt x="500" y="162"/>
                </a:moveTo>
                <a:lnTo>
                  <a:pt x="500" y="162"/>
                </a:lnTo>
                <a:cubicBezTo>
                  <a:pt x="545" y="118"/>
                  <a:pt x="545" y="118"/>
                  <a:pt x="545" y="118"/>
                </a:cubicBezTo>
                <a:cubicBezTo>
                  <a:pt x="545" y="103"/>
                  <a:pt x="545" y="103"/>
                  <a:pt x="545" y="89"/>
                </a:cubicBezTo>
                <a:cubicBezTo>
                  <a:pt x="530" y="89"/>
                  <a:pt x="515" y="89"/>
                  <a:pt x="515" y="89"/>
                </a:cubicBezTo>
                <a:cubicBezTo>
                  <a:pt x="471" y="133"/>
                  <a:pt x="471" y="133"/>
                  <a:pt x="471" y="133"/>
                </a:cubicBezTo>
                <a:cubicBezTo>
                  <a:pt x="456" y="133"/>
                  <a:pt x="456" y="148"/>
                  <a:pt x="471" y="162"/>
                </a:cubicBezTo>
                <a:cubicBezTo>
                  <a:pt x="471" y="162"/>
                  <a:pt x="486" y="162"/>
                  <a:pt x="500" y="162"/>
                </a:cubicBezTo>
                <a:close/>
                <a:moveTo>
                  <a:pt x="132" y="162"/>
                </a:moveTo>
                <a:lnTo>
                  <a:pt x="132" y="162"/>
                </a:lnTo>
                <a:cubicBezTo>
                  <a:pt x="132" y="177"/>
                  <a:pt x="147" y="177"/>
                  <a:pt x="162" y="162"/>
                </a:cubicBezTo>
                <a:cubicBezTo>
                  <a:pt x="162" y="162"/>
                  <a:pt x="162" y="148"/>
                  <a:pt x="162" y="133"/>
                </a:cubicBezTo>
                <a:cubicBezTo>
                  <a:pt x="118" y="103"/>
                  <a:pt x="118" y="103"/>
                  <a:pt x="118" y="103"/>
                </a:cubicBezTo>
                <a:cubicBezTo>
                  <a:pt x="103" y="89"/>
                  <a:pt x="88" y="89"/>
                  <a:pt x="88" y="103"/>
                </a:cubicBezTo>
                <a:cubicBezTo>
                  <a:pt x="73" y="103"/>
                  <a:pt x="73" y="118"/>
                  <a:pt x="88" y="118"/>
                </a:cubicBezTo>
                <a:lnTo>
                  <a:pt x="132" y="162"/>
                </a:lnTo>
                <a:close/>
                <a:moveTo>
                  <a:pt x="309" y="103"/>
                </a:moveTo>
                <a:lnTo>
                  <a:pt x="309" y="103"/>
                </a:lnTo>
                <a:cubicBezTo>
                  <a:pt x="324" y="103"/>
                  <a:pt x="324" y="89"/>
                  <a:pt x="324" y="89"/>
                </a:cubicBezTo>
                <a:cubicBezTo>
                  <a:pt x="324" y="30"/>
                  <a:pt x="324" y="30"/>
                  <a:pt x="324" y="30"/>
                </a:cubicBezTo>
                <a:cubicBezTo>
                  <a:pt x="324" y="15"/>
                  <a:pt x="324" y="0"/>
                  <a:pt x="309" y="0"/>
                </a:cubicBezTo>
                <a:cubicBezTo>
                  <a:pt x="294" y="0"/>
                  <a:pt x="294" y="15"/>
                  <a:pt x="294" y="30"/>
                </a:cubicBezTo>
                <a:cubicBezTo>
                  <a:pt x="294" y="89"/>
                  <a:pt x="294" y="89"/>
                  <a:pt x="294" y="89"/>
                </a:cubicBezTo>
                <a:cubicBezTo>
                  <a:pt x="294" y="89"/>
                  <a:pt x="294" y="103"/>
                  <a:pt x="309" y="103"/>
                </a:cubicBezTo>
                <a:close/>
                <a:moveTo>
                  <a:pt x="309" y="530"/>
                </a:moveTo>
                <a:lnTo>
                  <a:pt x="309" y="530"/>
                </a:lnTo>
                <a:cubicBezTo>
                  <a:pt x="294" y="530"/>
                  <a:pt x="294" y="545"/>
                  <a:pt x="294" y="560"/>
                </a:cubicBezTo>
                <a:cubicBezTo>
                  <a:pt x="294" y="619"/>
                  <a:pt x="294" y="619"/>
                  <a:pt x="294" y="619"/>
                </a:cubicBezTo>
                <a:cubicBezTo>
                  <a:pt x="294" y="619"/>
                  <a:pt x="294" y="633"/>
                  <a:pt x="309" y="633"/>
                </a:cubicBezTo>
                <a:cubicBezTo>
                  <a:pt x="324" y="633"/>
                  <a:pt x="324" y="619"/>
                  <a:pt x="324" y="619"/>
                </a:cubicBezTo>
                <a:cubicBezTo>
                  <a:pt x="324" y="560"/>
                  <a:pt x="324" y="560"/>
                  <a:pt x="324" y="560"/>
                </a:cubicBezTo>
                <a:cubicBezTo>
                  <a:pt x="324" y="545"/>
                  <a:pt x="324" y="530"/>
                  <a:pt x="309" y="530"/>
                </a:cubicBezTo>
                <a:close/>
                <a:moveTo>
                  <a:pt x="486" y="471"/>
                </a:moveTo>
                <a:lnTo>
                  <a:pt x="486" y="471"/>
                </a:lnTo>
                <a:cubicBezTo>
                  <a:pt x="486" y="471"/>
                  <a:pt x="471" y="471"/>
                  <a:pt x="456" y="471"/>
                </a:cubicBezTo>
                <a:cubicBezTo>
                  <a:pt x="456" y="486"/>
                  <a:pt x="456" y="486"/>
                  <a:pt x="456" y="501"/>
                </a:cubicBezTo>
                <a:cubicBezTo>
                  <a:pt x="500" y="545"/>
                  <a:pt x="500" y="545"/>
                  <a:pt x="500" y="545"/>
                </a:cubicBezTo>
                <a:cubicBezTo>
                  <a:pt x="515" y="545"/>
                  <a:pt x="530" y="545"/>
                  <a:pt x="530" y="545"/>
                </a:cubicBezTo>
                <a:cubicBezTo>
                  <a:pt x="545" y="530"/>
                  <a:pt x="545" y="516"/>
                  <a:pt x="530" y="516"/>
                </a:cubicBezTo>
                <a:lnTo>
                  <a:pt x="486" y="471"/>
                </a:lnTo>
                <a:close/>
                <a:moveTo>
                  <a:pt x="603" y="295"/>
                </a:moveTo>
                <a:lnTo>
                  <a:pt x="603" y="295"/>
                </a:lnTo>
                <a:cubicBezTo>
                  <a:pt x="545" y="295"/>
                  <a:pt x="545" y="295"/>
                  <a:pt x="545" y="295"/>
                </a:cubicBezTo>
                <a:cubicBezTo>
                  <a:pt x="530" y="295"/>
                  <a:pt x="530" y="310"/>
                  <a:pt x="530" y="324"/>
                </a:cubicBezTo>
                <a:cubicBezTo>
                  <a:pt x="530" y="324"/>
                  <a:pt x="530" y="339"/>
                  <a:pt x="545" y="339"/>
                </a:cubicBezTo>
                <a:cubicBezTo>
                  <a:pt x="603" y="339"/>
                  <a:pt x="603" y="339"/>
                  <a:pt x="603" y="339"/>
                </a:cubicBezTo>
                <a:cubicBezTo>
                  <a:pt x="618" y="339"/>
                  <a:pt x="618" y="324"/>
                  <a:pt x="618" y="324"/>
                </a:cubicBezTo>
                <a:cubicBezTo>
                  <a:pt x="618" y="310"/>
                  <a:pt x="618" y="295"/>
                  <a:pt x="603" y="295"/>
                </a:cubicBezTo>
                <a:close/>
                <a:moveTo>
                  <a:pt x="147" y="457"/>
                </a:moveTo>
                <a:lnTo>
                  <a:pt x="147" y="457"/>
                </a:lnTo>
                <a:cubicBezTo>
                  <a:pt x="103" y="501"/>
                  <a:pt x="103" y="501"/>
                  <a:pt x="103" y="501"/>
                </a:cubicBezTo>
                <a:cubicBezTo>
                  <a:pt x="88" y="516"/>
                  <a:pt x="88" y="516"/>
                  <a:pt x="103" y="530"/>
                </a:cubicBezTo>
                <a:cubicBezTo>
                  <a:pt x="103" y="530"/>
                  <a:pt x="118" y="530"/>
                  <a:pt x="132" y="530"/>
                </a:cubicBezTo>
                <a:cubicBezTo>
                  <a:pt x="162" y="486"/>
                  <a:pt x="162" y="486"/>
                  <a:pt x="162" y="486"/>
                </a:cubicBezTo>
                <a:cubicBezTo>
                  <a:pt x="177" y="486"/>
                  <a:pt x="177" y="471"/>
                  <a:pt x="162" y="457"/>
                </a:cubicBezTo>
                <a:lnTo>
                  <a:pt x="147" y="457"/>
                </a:lnTo>
                <a:close/>
                <a:moveTo>
                  <a:pt x="309" y="148"/>
                </a:moveTo>
                <a:lnTo>
                  <a:pt x="309" y="148"/>
                </a:lnTo>
                <a:cubicBezTo>
                  <a:pt x="206" y="148"/>
                  <a:pt x="132" y="221"/>
                  <a:pt x="132" y="324"/>
                </a:cubicBezTo>
                <a:cubicBezTo>
                  <a:pt x="132" y="412"/>
                  <a:pt x="206" y="501"/>
                  <a:pt x="309" y="501"/>
                </a:cubicBezTo>
                <a:cubicBezTo>
                  <a:pt x="412" y="501"/>
                  <a:pt x="486" y="412"/>
                  <a:pt x="486" y="324"/>
                </a:cubicBezTo>
                <a:cubicBezTo>
                  <a:pt x="486" y="221"/>
                  <a:pt x="412" y="148"/>
                  <a:pt x="309" y="148"/>
                </a:cubicBezTo>
                <a:close/>
                <a:moveTo>
                  <a:pt x="309" y="457"/>
                </a:moveTo>
                <a:lnTo>
                  <a:pt x="309" y="457"/>
                </a:lnTo>
                <a:cubicBezTo>
                  <a:pt x="236" y="457"/>
                  <a:pt x="177" y="398"/>
                  <a:pt x="177" y="324"/>
                </a:cubicBezTo>
                <a:cubicBezTo>
                  <a:pt x="177" y="251"/>
                  <a:pt x="236" y="177"/>
                  <a:pt x="309" y="177"/>
                </a:cubicBezTo>
                <a:cubicBezTo>
                  <a:pt x="383" y="177"/>
                  <a:pt x="441" y="251"/>
                  <a:pt x="441" y="324"/>
                </a:cubicBezTo>
                <a:cubicBezTo>
                  <a:pt x="441" y="398"/>
                  <a:pt x="383" y="457"/>
                  <a:pt x="309" y="45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7" name="Freeform 76"/>
          <p:cNvSpPr/>
          <p:nvPr/>
        </p:nvSpPr>
        <p:spPr>
          <a:xfrm>
            <a:off x="6904080" y="890640"/>
            <a:ext cx="274680" cy="274680"/>
          </a:xfrm>
          <a:custGeom>
            <a:avLst/>
            <a:gdLst/>
            <a:ahLst/>
            <a:rect l="l" t="t" r="r" b="b"/>
            <a:pathLst>
              <a:path w="634" h="634">
                <a:moveTo>
                  <a:pt x="59" y="398"/>
                </a:moveTo>
                <a:lnTo>
                  <a:pt x="59" y="398"/>
                </a:lnTo>
                <a:cubicBezTo>
                  <a:pt x="45" y="369"/>
                  <a:pt x="45" y="353"/>
                  <a:pt x="45" y="324"/>
                </a:cubicBezTo>
                <a:cubicBezTo>
                  <a:pt x="45" y="162"/>
                  <a:pt x="162" y="44"/>
                  <a:pt x="324" y="44"/>
                </a:cubicBezTo>
                <a:cubicBezTo>
                  <a:pt x="471" y="44"/>
                  <a:pt x="589" y="162"/>
                  <a:pt x="589" y="324"/>
                </a:cubicBezTo>
                <a:cubicBezTo>
                  <a:pt x="589" y="353"/>
                  <a:pt x="589" y="369"/>
                  <a:pt x="589" y="398"/>
                </a:cubicBezTo>
                <a:cubicBezTo>
                  <a:pt x="619" y="398"/>
                  <a:pt x="619" y="398"/>
                  <a:pt x="619" y="398"/>
                </a:cubicBezTo>
                <a:cubicBezTo>
                  <a:pt x="633" y="369"/>
                  <a:pt x="633" y="353"/>
                  <a:pt x="633" y="324"/>
                </a:cubicBezTo>
                <a:cubicBezTo>
                  <a:pt x="633" y="148"/>
                  <a:pt x="486" y="0"/>
                  <a:pt x="324" y="0"/>
                </a:cubicBezTo>
                <a:cubicBezTo>
                  <a:pt x="148" y="0"/>
                  <a:pt x="0" y="148"/>
                  <a:pt x="0" y="324"/>
                </a:cubicBezTo>
                <a:cubicBezTo>
                  <a:pt x="0" y="353"/>
                  <a:pt x="15" y="369"/>
                  <a:pt x="15" y="398"/>
                </a:cubicBezTo>
                <a:lnTo>
                  <a:pt x="59" y="398"/>
                </a:lnTo>
                <a:close/>
                <a:moveTo>
                  <a:pt x="412" y="589"/>
                </a:moveTo>
                <a:lnTo>
                  <a:pt x="412" y="589"/>
                </a:lnTo>
                <a:cubicBezTo>
                  <a:pt x="221" y="589"/>
                  <a:pt x="221" y="589"/>
                  <a:pt x="221" y="589"/>
                </a:cubicBezTo>
                <a:cubicBezTo>
                  <a:pt x="207" y="589"/>
                  <a:pt x="207" y="604"/>
                  <a:pt x="207" y="619"/>
                </a:cubicBezTo>
                <a:cubicBezTo>
                  <a:pt x="207" y="619"/>
                  <a:pt x="207" y="633"/>
                  <a:pt x="221" y="633"/>
                </a:cubicBezTo>
                <a:cubicBezTo>
                  <a:pt x="324" y="633"/>
                  <a:pt x="324" y="633"/>
                  <a:pt x="324" y="633"/>
                </a:cubicBezTo>
                <a:lnTo>
                  <a:pt x="324" y="633"/>
                </a:lnTo>
                <a:lnTo>
                  <a:pt x="324" y="633"/>
                </a:lnTo>
                <a:cubicBezTo>
                  <a:pt x="412" y="633"/>
                  <a:pt x="412" y="633"/>
                  <a:pt x="412" y="633"/>
                </a:cubicBezTo>
                <a:cubicBezTo>
                  <a:pt x="428" y="633"/>
                  <a:pt x="442" y="619"/>
                  <a:pt x="442" y="619"/>
                </a:cubicBezTo>
                <a:cubicBezTo>
                  <a:pt x="442" y="604"/>
                  <a:pt x="428" y="589"/>
                  <a:pt x="412" y="589"/>
                </a:cubicBezTo>
                <a:close/>
                <a:moveTo>
                  <a:pt x="619" y="442"/>
                </a:moveTo>
                <a:lnTo>
                  <a:pt x="619" y="442"/>
                </a:lnTo>
                <a:cubicBezTo>
                  <a:pt x="30" y="442"/>
                  <a:pt x="30" y="442"/>
                  <a:pt x="30" y="442"/>
                </a:cubicBezTo>
                <a:cubicBezTo>
                  <a:pt x="15" y="442"/>
                  <a:pt x="0" y="442"/>
                  <a:pt x="0" y="457"/>
                </a:cubicBezTo>
                <a:cubicBezTo>
                  <a:pt x="0" y="471"/>
                  <a:pt x="15" y="471"/>
                  <a:pt x="30" y="471"/>
                </a:cubicBezTo>
                <a:cubicBezTo>
                  <a:pt x="619" y="471"/>
                  <a:pt x="619" y="471"/>
                  <a:pt x="619" y="471"/>
                </a:cubicBezTo>
                <a:cubicBezTo>
                  <a:pt x="619" y="471"/>
                  <a:pt x="633" y="471"/>
                  <a:pt x="633" y="457"/>
                </a:cubicBezTo>
                <a:cubicBezTo>
                  <a:pt x="633" y="442"/>
                  <a:pt x="619" y="442"/>
                  <a:pt x="619" y="442"/>
                </a:cubicBezTo>
                <a:close/>
                <a:moveTo>
                  <a:pt x="560" y="516"/>
                </a:moveTo>
                <a:lnTo>
                  <a:pt x="560" y="516"/>
                </a:lnTo>
                <a:cubicBezTo>
                  <a:pt x="89" y="516"/>
                  <a:pt x="89" y="516"/>
                  <a:pt x="89" y="516"/>
                </a:cubicBezTo>
                <a:cubicBezTo>
                  <a:pt x="74" y="516"/>
                  <a:pt x="59" y="530"/>
                  <a:pt x="59" y="530"/>
                </a:cubicBezTo>
                <a:cubicBezTo>
                  <a:pt x="59" y="545"/>
                  <a:pt x="74" y="560"/>
                  <a:pt x="89" y="560"/>
                </a:cubicBezTo>
                <a:cubicBezTo>
                  <a:pt x="560" y="560"/>
                  <a:pt x="560" y="560"/>
                  <a:pt x="560" y="560"/>
                </a:cubicBezTo>
                <a:cubicBezTo>
                  <a:pt x="560" y="560"/>
                  <a:pt x="575" y="545"/>
                  <a:pt x="575" y="530"/>
                </a:cubicBezTo>
                <a:lnTo>
                  <a:pt x="560" y="51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8" name="Freeform 77"/>
          <p:cNvSpPr/>
          <p:nvPr/>
        </p:nvSpPr>
        <p:spPr>
          <a:xfrm>
            <a:off x="6516720" y="890640"/>
            <a:ext cx="171360" cy="274680"/>
          </a:xfrm>
          <a:custGeom>
            <a:avLst/>
            <a:gdLst/>
            <a:ahLst/>
            <a:rect l="l" t="t" r="r" b="b"/>
            <a:pathLst>
              <a:path w="399" h="634">
                <a:moveTo>
                  <a:pt x="192" y="0"/>
                </a:moveTo>
                <a:lnTo>
                  <a:pt x="192" y="0"/>
                </a:lnTo>
                <a:cubicBezTo>
                  <a:pt x="133" y="74"/>
                  <a:pt x="0" y="324"/>
                  <a:pt x="0" y="442"/>
                </a:cubicBezTo>
                <a:cubicBezTo>
                  <a:pt x="0" y="545"/>
                  <a:pt x="89" y="633"/>
                  <a:pt x="192" y="633"/>
                </a:cubicBezTo>
                <a:cubicBezTo>
                  <a:pt x="309" y="633"/>
                  <a:pt x="398" y="545"/>
                  <a:pt x="398" y="442"/>
                </a:cubicBezTo>
                <a:cubicBezTo>
                  <a:pt x="398" y="324"/>
                  <a:pt x="251" y="74"/>
                  <a:pt x="192" y="0"/>
                </a:cubicBezTo>
                <a:close/>
                <a:moveTo>
                  <a:pt x="192" y="589"/>
                </a:moveTo>
                <a:lnTo>
                  <a:pt x="192" y="589"/>
                </a:lnTo>
                <a:cubicBezTo>
                  <a:pt x="104" y="589"/>
                  <a:pt x="45" y="530"/>
                  <a:pt x="45" y="442"/>
                </a:cubicBezTo>
                <a:cubicBezTo>
                  <a:pt x="45" y="353"/>
                  <a:pt x="148" y="148"/>
                  <a:pt x="192" y="89"/>
                </a:cubicBezTo>
                <a:cubicBezTo>
                  <a:pt x="251" y="133"/>
                  <a:pt x="354" y="353"/>
                  <a:pt x="354" y="442"/>
                </a:cubicBezTo>
                <a:cubicBezTo>
                  <a:pt x="354" y="530"/>
                  <a:pt x="280" y="589"/>
                  <a:pt x="192" y="58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9" name="Freeform 78"/>
          <p:cNvSpPr/>
          <p:nvPr/>
        </p:nvSpPr>
        <p:spPr>
          <a:xfrm>
            <a:off x="6032520" y="909720"/>
            <a:ext cx="255600" cy="236520"/>
          </a:xfrm>
          <a:custGeom>
            <a:avLst/>
            <a:gdLst/>
            <a:ahLst/>
            <a:rect l="l" t="t" r="r" b="b"/>
            <a:pathLst>
              <a:path w="589" h="546">
                <a:moveTo>
                  <a:pt x="103" y="309"/>
                </a:moveTo>
                <a:lnTo>
                  <a:pt x="103" y="309"/>
                </a:lnTo>
                <a:cubicBezTo>
                  <a:pt x="117" y="221"/>
                  <a:pt x="206" y="162"/>
                  <a:pt x="294" y="162"/>
                </a:cubicBezTo>
                <a:cubicBezTo>
                  <a:pt x="383" y="162"/>
                  <a:pt x="471" y="221"/>
                  <a:pt x="485" y="309"/>
                </a:cubicBezTo>
                <a:cubicBezTo>
                  <a:pt x="530" y="309"/>
                  <a:pt x="530" y="309"/>
                  <a:pt x="530" y="309"/>
                </a:cubicBezTo>
                <a:cubicBezTo>
                  <a:pt x="515" y="207"/>
                  <a:pt x="412" y="118"/>
                  <a:pt x="294" y="118"/>
                </a:cubicBezTo>
                <a:cubicBezTo>
                  <a:pt x="176" y="118"/>
                  <a:pt x="73" y="207"/>
                  <a:pt x="58" y="309"/>
                </a:cubicBezTo>
                <a:lnTo>
                  <a:pt x="103" y="309"/>
                </a:lnTo>
                <a:close/>
                <a:moveTo>
                  <a:pt x="530" y="162"/>
                </a:moveTo>
                <a:lnTo>
                  <a:pt x="530" y="162"/>
                </a:lnTo>
                <a:cubicBezTo>
                  <a:pt x="559" y="133"/>
                  <a:pt x="559" y="133"/>
                  <a:pt x="559" y="133"/>
                </a:cubicBezTo>
                <a:cubicBezTo>
                  <a:pt x="559" y="133"/>
                  <a:pt x="559" y="118"/>
                  <a:pt x="559" y="104"/>
                </a:cubicBezTo>
                <a:cubicBezTo>
                  <a:pt x="544" y="104"/>
                  <a:pt x="544" y="104"/>
                  <a:pt x="530" y="104"/>
                </a:cubicBezTo>
                <a:cubicBezTo>
                  <a:pt x="500" y="133"/>
                  <a:pt x="500" y="133"/>
                  <a:pt x="500" y="133"/>
                </a:cubicBezTo>
                <a:cubicBezTo>
                  <a:pt x="500" y="148"/>
                  <a:pt x="500" y="162"/>
                  <a:pt x="500" y="162"/>
                </a:cubicBezTo>
                <a:cubicBezTo>
                  <a:pt x="515" y="177"/>
                  <a:pt x="515" y="177"/>
                  <a:pt x="530" y="162"/>
                </a:cubicBezTo>
                <a:close/>
                <a:moveTo>
                  <a:pt x="294" y="74"/>
                </a:moveTo>
                <a:lnTo>
                  <a:pt x="294" y="74"/>
                </a:lnTo>
                <a:cubicBezTo>
                  <a:pt x="309" y="74"/>
                  <a:pt x="309" y="74"/>
                  <a:pt x="309" y="59"/>
                </a:cubicBezTo>
                <a:cubicBezTo>
                  <a:pt x="309" y="15"/>
                  <a:pt x="309" y="15"/>
                  <a:pt x="309" y="15"/>
                </a:cubicBezTo>
                <a:cubicBezTo>
                  <a:pt x="309" y="15"/>
                  <a:pt x="309" y="0"/>
                  <a:pt x="294" y="0"/>
                </a:cubicBezTo>
                <a:cubicBezTo>
                  <a:pt x="279" y="0"/>
                  <a:pt x="279" y="15"/>
                  <a:pt x="279" y="15"/>
                </a:cubicBezTo>
                <a:cubicBezTo>
                  <a:pt x="279" y="59"/>
                  <a:pt x="279" y="59"/>
                  <a:pt x="279" y="59"/>
                </a:cubicBezTo>
                <a:cubicBezTo>
                  <a:pt x="279" y="74"/>
                  <a:pt x="279" y="74"/>
                  <a:pt x="294" y="74"/>
                </a:cubicBezTo>
                <a:close/>
                <a:moveTo>
                  <a:pt x="485" y="516"/>
                </a:moveTo>
                <a:lnTo>
                  <a:pt x="485" y="516"/>
                </a:lnTo>
                <a:cubicBezTo>
                  <a:pt x="103" y="516"/>
                  <a:pt x="103" y="516"/>
                  <a:pt x="103" y="516"/>
                </a:cubicBezTo>
                <a:cubicBezTo>
                  <a:pt x="88" y="516"/>
                  <a:pt x="73" y="516"/>
                  <a:pt x="73" y="530"/>
                </a:cubicBezTo>
                <a:cubicBezTo>
                  <a:pt x="73" y="545"/>
                  <a:pt x="88" y="545"/>
                  <a:pt x="103" y="545"/>
                </a:cubicBezTo>
                <a:cubicBezTo>
                  <a:pt x="485" y="545"/>
                  <a:pt x="485" y="545"/>
                  <a:pt x="485" y="545"/>
                </a:cubicBezTo>
                <a:cubicBezTo>
                  <a:pt x="500" y="545"/>
                  <a:pt x="515" y="545"/>
                  <a:pt x="515" y="530"/>
                </a:cubicBezTo>
                <a:cubicBezTo>
                  <a:pt x="515" y="516"/>
                  <a:pt x="500" y="516"/>
                  <a:pt x="485" y="516"/>
                </a:cubicBezTo>
                <a:close/>
                <a:moveTo>
                  <a:pt x="574" y="354"/>
                </a:moveTo>
                <a:lnTo>
                  <a:pt x="574" y="354"/>
                </a:lnTo>
                <a:cubicBezTo>
                  <a:pt x="14" y="354"/>
                  <a:pt x="14" y="354"/>
                  <a:pt x="14" y="354"/>
                </a:cubicBezTo>
                <a:lnTo>
                  <a:pt x="0" y="368"/>
                </a:lnTo>
                <a:cubicBezTo>
                  <a:pt x="0" y="383"/>
                  <a:pt x="14" y="398"/>
                  <a:pt x="14" y="398"/>
                </a:cubicBezTo>
                <a:cubicBezTo>
                  <a:pt x="574" y="398"/>
                  <a:pt x="574" y="398"/>
                  <a:pt x="574" y="398"/>
                </a:cubicBezTo>
                <a:cubicBezTo>
                  <a:pt x="574" y="398"/>
                  <a:pt x="588" y="383"/>
                  <a:pt x="588" y="368"/>
                </a:cubicBezTo>
                <a:lnTo>
                  <a:pt x="574" y="354"/>
                </a:lnTo>
                <a:close/>
                <a:moveTo>
                  <a:pt x="58" y="162"/>
                </a:moveTo>
                <a:lnTo>
                  <a:pt x="58" y="162"/>
                </a:lnTo>
                <a:cubicBezTo>
                  <a:pt x="73" y="177"/>
                  <a:pt x="73" y="177"/>
                  <a:pt x="88" y="162"/>
                </a:cubicBezTo>
                <a:cubicBezTo>
                  <a:pt x="88" y="162"/>
                  <a:pt x="88" y="148"/>
                  <a:pt x="88" y="133"/>
                </a:cubicBezTo>
                <a:cubicBezTo>
                  <a:pt x="58" y="104"/>
                  <a:pt x="58" y="104"/>
                  <a:pt x="58" y="104"/>
                </a:cubicBezTo>
                <a:cubicBezTo>
                  <a:pt x="44" y="104"/>
                  <a:pt x="44" y="104"/>
                  <a:pt x="29" y="104"/>
                </a:cubicBezTo>
                <a:cubicBezTo>
                  <a:pt x="29" y="118"/>
                  <a:pt x="29" y="133"/>
                  <a:pt x="29" y="133"/>
                </a:cubicBezTo>
                <a:lnTo>
                  <a:pt x="58" y="162"/>
                </a:lnTo>
                <a:close/>
                <a:moveTo>
                  <a:pt x="544" y="427"/>
                </a:moveTo>
                <a:lnTo>
                  <a:pt x="544" y="427"/>
                </a:lnTo>
                <a:cubicBezTo>
                  <a:pt x="44" y="427"/>
                  <a:pt x="44" y="427"/>
                  <a:pt x="44" y="427"/>
                </a:cubicBezTo>
                <a:cubicBezTo>
                  <a:pt x="29" y="427"/>
                  <a:pt x="14" y="442"/>
                  <a:pt x="14" y="457"/>
                </a:cubicBezTo>
                <a:cubicBezTo>
                  <a:pt x="14" y="457"/>
                  <a:pt x="29" y="472"/>
                  <a:pt x="44" y="472"/>
                </a:cubicBezTo>
                <a:cubicBezTo>
                  <a:pt x="544" y="472"/>
                  <a:pt x="544" y="472"/>
                  <a:pt x="544" y="472"/>
                </a:cubicBezTo>
                <a:cubicBezTo>
                  <a:pt x="559" y="472"/>
                  <a:pt x="574" y="457"/>
                  <a:pt x="574" y="457"/>
                </a:cubicBezTo>
                <a:cubicBezTo>
                  <a:pt x="574" y="442"/>
                  <a:pt x="559" y="427"/>
                  <a:pt x="544" y="42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0" name="Freeform 79"/>
          <p:cNvSpPr/>
          <p:nvPr/>
        </p:nvSpPr>
        <p:spPr>
          <a:xfrm>
            <a:off x="5599080" y="928800"/>
            <a:ext cx="255600" cy="166680"/>
          </a:xfrm>
          <a:custGeom>
            <a:avLst/>
            <a:gdLst/>
            <a:ahLst/>
            <a:rect l="l" t="t" r="r" b="b"/>
            <a:pathLst>
              <a:path w="590" h="383">
                <a:moveTo>
                  <a:pt x="295" y="73"/>
                </a:moveTo>
                <a:lnTo>
                  <a:pt x="295" y="73"/>
                </a:lnTo>
                <a:cubicBezTo>
                  <a:pt x="310" y="73"/>
                  <a:pt x="310" y="59"/>
                  <a:pt x="310" y="59"/>
                </a:cubicBezTo>
                <a:cubicBezTo>
                  <a:pt x="310" y="14"/>
                  <a:pt x="310" y="14"/>
                  <a:pt x="310" y="14"/>
                </a:cubicBezTo>
                <a:cubicBezTo>
                  <a:pt x="310" y="0"/>
                  <a:pt x="310" y="0"/>
                  <a:pt x="295" y="0"/>
                </a:cubicBezTo>
                <a:cubicBezTo>
                  <a:pt x="280" y="0"/>
                  <a:pt x="280" y="0"/>
                  <a:pt x="280" y="14"/>
                </a:cubicBezTo>
                <a:cubicBezTo>
                  <a:pt x="280" y="59"/>
                  <a:pt x="280" y="59"/>
                  <a:pt x="280" y="59"/>
                </a:cubicBezTo>
                <a:cubicBezTo>
                  <a:pt x="280" y="59"/>
                  <a:pt x="280" y="73"/>
                  <a:pt x="295" y="73"/>
                </a:cubicBezTo>
                <a:close/>
                <a:moveTo>
                  <a:pt x="530" y="162"/>
                </a:moveTo>
                <a:lnTo>
                  <a:pt x="530" y="162"/>
                </a:lnTo>
                <a:cubicBezTo>
                  <a:pt x="560" y="132"/>
                  <a:pt x="560" y="132"/>
                  <a:pt x="560" y="132"/>
                </a:cubicBezTo>
                <a:cubicBezTo>
                  <a:pt x="560" y="117"/>
                  <a:pt x="560" y="117"/>
                  <a:pt x="560" y="103"/>
                </a:cubicBezTo>
                <a:cubicBezTo>
                  <a:pt x="545" y="103"/>
                  <a:pt x="545" y="103"/>
                  <a:pt x="530" y="103"/>
                </a:cubicBezTo>
                <a:cubicBezTo>
                  <a:pt x="501" y="132"/>
                  <a:pt x="501" y="132"/>
                  <a:pt x="501" y="132"/>
                </a:cubicBezTo>
                <a:cubicBezTo>
                  <a:pt x="501" y="147"/>
                  <a:pt x="501" y="147"/>
                  <a:pt x="501" y="162"/>
                </a:cubicBezTo>
                <a:cubicBezTo>
                  <a:pt x="516" y="162"/>
                  <a:pt x="516" y="162"/>
                  <a:pt x="530" y="162"/>
                </a:cubicBezTo>
                <a:close/>
                <a:moveTo>
                  <a:pt x="59" y="162"/>
                </a:moveTo>
                <a:lnTo>
                  <a:pt x="59" y="162"/>
                </a:lnTo>
                <a:cubicBezTo>
                  <a:pt x="74" y="162"/>
                  <a:pt x="74" y="162"/>
                  <a:pt x="89" y="162"/>
                </a:cubicBezTo>
                <a:cubicBezTo>
                  <a:pt x="89" y="147"/>
                  <a:pt x="89" y="147"/>
                  <a:pt x="89" y="132"/>
                </a:cubicBezTo>
                <a:cubicBezTo>
                  <a:pt x="59" y="103"/>
                  <a:pt x="59" y="103"/>
                  <a:pt x="59" y="103"/>
                </a:cubicBezTo>
                <a:cubicBezTo>
                  <a:pt x="45" y="103"/>
                  <a:pt x="45" y="103"/>
                  <a:pt x="30" y="103"/>
                </a:cubicBezTo>
                <a:cubicBezTo>
                  <a:pt x="30" y="117"/>
                  <a:pt x="30" y="117"/>
                  <a:pt x="30" y="132"/>
                </a:cubicBezTo>
                <a:lnTo>
                  <a:pt x="59" y="162"/>
                </a:lnTo>
                <a:close/>
                <a:moveTo>
                  <a:pt x="575" y="353"/>
                </a:moveTo>
                <a:lnTo>
                  <a:pt x="575" y="353"/>
                </a:lnTo>
                <a:cubicBezTo>
                  <a:pt x="15" y="353"/>
                  <a:pt x="15" y="353"/>
                  <a:pt x="15" y="353"/>
                </a:cubicBezTo>
                <a:cubicBezTo>
                  <a:pt x="15" y="353"/>
                  <a:pt x="0" y="353"/>
                  <a:pt x="0" y="368"/>
                </a:cubicBezTo>
                <a:cubicBezTo>
                  <a:pt x="0" y="382"/>
                  <a:pt x="15" y="382"/>
                  <a:pt x="15" y="382"/>
                </a:cubicBezTo>
                <a:cubicBezTo>
                  <a:pt x="575" y="382"/>
                  <a:pt x="575" y="382"/>
                  <a:pt x="575" y="382"/>
                </a:cubicBezTo>
                <a:cubicBezTo>
                  <a:pt x="575" y="382"/>
                  <a:pt x="589" y="382"/>
                  <a:pt x="589" y="368"/>
                </a:cubicBezTo>
                <a:cubicBezTo>
                  <a:pt x="589" y="353"/>
                  <a:pt x="575" y="353"/>
                  <a:pt x="575" y="353"/>
                </a:cubicBezTo>
                <a:close/>
                <a:moveTo>
                  <a:pt x="104" y="309"/>
                </a:moveTo>
                <a:lnTo>
                  <a:pt x="104" y="309"/>
                </a:lnTo>
                <a:cubicBezTo>
                  <a:pt x="118" y="221"/>
                  <a:pt x="207" y="147"/>
                  <a:pt x="295" y="147"/>
                </a:cubicBezTo>
                <a:cubicBezTo>
                  <a:pt x="383" y="147"/>
                  <a:pt x="472" y="221"/>
                  <a:pt x="486" y="309"/>
                </a:cubicBezTo>
                <a:cubicBezTo>
                  <a:pt x="530" y="309"/>
                  <a:pt x="530" y="309"/>
                  <a:pt x="530" y="309"/>
                </a:cubicBezTo>
                <a:cubicBezTo>
                  <a:pt x="516" y="191"/>
                  <a:pt x="413" y="117"/>
                  <a:pt x="295" y="117"/>
                </a:cubicBezTo>
                <a:cubicBezTo>
                  <a:pt x="177" y="117"/>
                  <a:pt x="74" y="191"/>
                  <a:pt x="59" y="309"/>
                </a:cubicBezTo>
                <a:lnTo>
                  <a:pt x="104" y="30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1" name="Freeform 80"/>
          <p:cNvSpPr/>
          <p:nvPr/>
        </p:nvSpPr>
        <p:spPr>
          <a:xfrm>
            <a:off x="5146560" y="890640"/>
            <a:ext cx="274680" cy="274680"/>
          </a:xfrm>
          <a:custGeom>
            <a:avLst/>
            <a:gdLst/>
            <a:ahLst/>
            <a:rect l="l" t="t" r="r" b="b"/>
            <a:pathLst>
              <a:path w="634" h="634">
                <a:moveTo>
                  <a:pt x="265" y="530"/>
                </a:moveTo>
                <a:lnTo>
                  <a:pt x="265" y="530"/>
                </a:lnTo>
                <a:cubicBezTo>
                  <a:pt x="251" y="530"/>
                  <a:pt x="236" y="545"/>
                  <a:pt x="236" y="560"/>
                </a:cubicBezTo>
                <a:cubicBezTo>
                  <a:pt x="236" y="619"/>
                  <a:pt x="236" y="619"/>
                  <a:pt x="236" y="619"/>
                </a:cubicBezTo>
                <a:cubicBezTo>
                  <a:pt x="236" y="619"/>
                  <a:pt x="251" y="633"/>
                  <a:pt x="265" y="633"/>
                </a:cubicBezTo>
                <a:lnTo>
                  <a:pt x="280" y="619"/>
                </a:lnTo>
                <a:cubicBezTo>
                  <a:pt x="280" y="560"/>
                  <a:pt x="280" y="560"/>
                  <a:pt x="280" y="560"/>
                </a:cubicBezTo>
                <a:cubicBezTo>
                  <a:pt x="280" y="545"/>
                  <a:pt x="265" y="530"/>
                  <a:pt x="265" y="530"/>
                </a:cubicBezTo>
                <a:close/>
                <a:moveTo>
                  <a:pt x="148" y="530"/>
                </a:moveTo>
                <a:lnTo>
                  <a:pt x="148" y="530"/>
                </a:lnTo>
                <a:cubicBezTo>
                  <a:pt x="133" y="530"/>
                  <a:pt x="118" y="545"/>
                  <a:pt x="118" y="560"/>
                </a:cubicBezTo>
                <a:cubicBezTo>
                  <a:pt x="118" y="619"/>
                  <a:pt x="118" y="619"/>
                  <a:pt x="118" y="619"/>
                </a:cubicBezTo>
                <a:cubicBezTo>
                  <a:pt x="118" y="619"/>
                  <a:pt x="133" y="633"/>
                  <a:pt x="148" y="633"/>
                </a:cubicBezTo>
                <a:lnTo>
                  <a:pt x="162" y="619"/>
                </a:lnTo>
                <a:cubicBezTo>
                  <a:pt x="162" y="560"/>
                  <a:pt x="162" y="560"/>
                  <a:pt x="162" y="560"/>
                </a:cubicBezTo>
                <a:cubicBezTo>
                  <a:pt x="162" y="545"/>
                  <a:pt x="148" y="530"/>
                  <a:pt x="148" y="530"/>
                </a:cubicBezTo>
                <a:close/>
                <a:moveTo>
                  <a:pt x="383" y="530"/>
                </a:moveTo>
                <a:lnTo>
                  <a:pt x="383" y="530"/>
                </a:lnTo>
                <a:cubicBezTo>
                  <a:pt x="369" y="530"/>
                  <a:pt x="353" y="545"/>
                  <a:pt x="353" y="560"/>
                </a:cubicBezTo>
                <a:cubicBezTo>
                  <a:pt x="353" y="619"/>
                  <a:pt x="353" y="619"/>
                  <a:pt x="353" y="619"/>
                </a:cubicBezTo>
                <a:cubicBezTo>
                  <a:pt x="353" y="619"/>
                  <a:pt x="369" y="633"/>
                  <a:pt x="383" y="633"/>
                </a:cubicBezTo>
                <a:lnTo>
                  <a:pt x="398" y="619"/>
                </a:lnTo>
                <a:cubicBezTo>
                  <a:pt x="398" y="560"/>
                  <a:pt x="398" y="560"/>
                  <a:pt x="398" y="560"/>
                </a:cubicBezTo>
                <a:cubicBezTo>
                  <a:pt x="398" y="545"/>
                  <a:pt x="383" y="530"/>
                  <a:pt x="383" y="530"/>
                </a:cubicBezTo>
                <a:close/>
                <a:moveTo>
                  <a:pt x="501" y="530"/>
                </a:moveTo>
                <a:lnTo>
                  <a:pt x="501" y="530"/>
                </a:lnTo>
                <a:cubicBezTo>
                  <a:pt x="486" y="530"/>
                  <a:pt x="471" y="545"/>
                  <a:pt x="471" y="560"/>
                </a:cubicBezTo>
                <a:cubicBezTo>
                  <a:pt x="471" y="619"/>
                  <a:pt x="471" y="619"/>
                  <a:pt x="471" y="619"/>
                </a:cubicBezTo>
                <a:cubicBezTo>
                  <a:pt x="471" y="619"/>
                  <a:pt x="486" y="633"/>
                  <a:pt x="501" y="633"/>
                </a:cubicBezTo>
                <a:lnTo>
                  <a:pt x="516" y="619"/>
                </a:lnTo>
                <a:cubicBezTo>
                  <a:pt x="516" y="560"/>
                  <a:pt x="516" y="560"/>
                  <a:pt x="516" y="560"/>
                </a:cubicBezTo>
                <a:cubicBezTo>
                  <a:pt x="516" y="545"/>
                  <a:pt x="501" y="530"/>
                  <a:pt x="501" y="530"/>
                </a:cubicBezTo>
                <a:close/>
                <a:moveTo>
                  <a:pt x="457" y="103"/>
                </a:moveTo>
                <a:lnTo>
                  <a:pt x="457" y="103"/>
                </a:lnTo>
                <a:cubicBezTo>
                  <a:pt x="427" y="44"/>
                  <a:pt x="369" y="0"/>
                  <a:pt x="295" y="0"/>
                </a:cubicBezTo>
                <a:cubicBezTo>
                  <a:pt x="206" y="0"/>
                  <a:pt x="133" y="74"/>
                  <a:pt x="118" y="162"/>
                </a:cubicBezTo>
                <a:cubicBezTo>
                  <a:pt x="59" y="192"/>
                  <a:pt x="0" y="251"/>
                  <a:pt x="0" y="324"/>
                </a:cubicBezTo>
                <a:cubicBezTo>
                  <a:pt x="0" y="398"/>
                  <a:pt x="74" y="471"/>
                  <a:pt x="162" y="471"/>
                </a:cubicBezTo>
                <a:cubicBezTo>
                  <a:pt x="162" y="471"/>
                  <a:pt x="427" y="471"/>
                  <a:pt x="442" y="471"/>
                </a:cubicBezTo>
                <a:cubicBezTo>
                  <a:pt x="545" y="471"/>
                  <a:pt x="633" y="398"/>
                  <a:pt x="633" y="295"/>
                </a:cubicBezTo>
                <a:cubicBezTo>
                  <a:pt x="633" y="192"/>
                  <a:pt x="560" y="103"/>
                  <a:pt x="457" y="103"/>
                </a:cubicBezTo>
                <a:close/>
                <a:moveTo>
                  <a:pt x="442" y="442"/>
                </a:moveTo>
                <a:lnTo>
                  <a:pt x="442" y="442"/>
                </a:lnTo>
                <a:cubicBezTo>
                  <a:pt x="427" y="442"/>
                  <a:pt x="162" y="442"/>
                  <a:pt x="162" y="442"/>
                </a:cubicBezTo>
                <a:cubicBezTo>
                  <a:pt x="162" y="442"/>
                  <a:pt x="44" y="427"/>
                  <a:pt x="44" y="324"/>
                </a:cubicBezTo>
                <a:cubicBezTo>
                  <a:pt x="44" y="265"/>
                  <a:pt x="103" y="206"/>
                  <a:pt x="162" y="206"/>
                </a:cubicBezTo>
                <a:cubicBezTo>
                  <a:pt x="162" y="118"/>
                  <a:pt x="221" y="44"/>
                  <a:pt x="295" y="44"/>
                </a:cubicBezTo>
                <a:cubicBezTo>
                  <a:pt x="369" y="44"/>
                  <a:pt x="412" y="89"/>
                  <a:pt x="427" y="148"/>
                </a:cubicBezTo>
                <a:cubicBezTo>
                  <a:pt x="530" y="133"/>
                  <a:pt x="589" y="221"/>
                  <a:pt x="589" y="280"/>
                </a:cubicBezTo>
                <a:cubicBezTo>
                  <a:pt x="604" y="369"/>
                  <a:pt x="501" y="442"/>
                  <a:pt x="442" y="44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2" name="Freeform 81"/>
          <p:cNvSpPr/>
          <p:nvPr/>
        </p:nvSpPr>
        <p:spPr>
          <a:xfrm>
            <a:off x="4700520" y="890640"/>
            <a:ext cx="266760" cy="204840"/>
          </a:xfrm>
          <a:custGeom>
            <a:avLst/>
            <a:gdLst/>
            <a:ahLst/>
            <a:rect l="l" t="t" r="r" b="b"/>
            <a:pathLst>
              <a:path w="619" h="472">
                <a:moveTo>
                  <a:pt x="368" y="221"/>
                </a:moveTo>
                <a:lnTo>
                  <a:pt x="368" y="221"/>
                </a:lnTo>
                <a:cubicBezTo>
                  <a:pt x="294" y="221"/>
                  <a:pt x="294" y="221"/>
                  <a:pt x="294" y="221"/>
                </a:cubicBezTo>
                <a:cubicBezTo>
                  <a:pt x="324" y="133"/>
                  <a:pt x="324" y="133"/>
                  <a:pt x="324" y="133"/>
                </a:cubicBezTo>
                <a:cubicBezTo>
                  <a:pt x="324" y="133"/>
                  <a:pt x="324" y="118"/>
                  <a:pt x="309" y="118"/>
                </a:cubicBezTo>
                <a:cubicBezTo>
                  <a:pt x="294" y="103"/>
                  <a:pt x="294" y="118"/>
                  <a:pt x="280" y="118"/>
                </a:cubicBezTo>
                <a:cubicBezTo>
                  <a:pt x="235" y="236"/>
                  <a:pt x="235" y="236"/>
                  <a:pt x="235" y="236"/>
                </a:cubicBezTo>
                <a:lnTo>
                  <a:pt x="235" y="251"/>
                </a:lnTo>
                <a:lnTo>
                  <a:pt x="250" y="265"/>
                </a:lnTo>
                <a:cubicBezTo>
                  <a:pt x="339" y="265"/>
                  <a:pt x="339" y="265"/>
                  <a:pt x="339" y="265"/>
                </a:cubicBezTo>
                <a:cubicBezTo>
                  <a:pt x="294" y="353"/>
                  <a:pt x="294" y="353"/>
                  <a:pt x="294" y="353"/>
                </a:cubicBezTo>
                <a:cubicBezTo>
                  <a:pt x="280" y="353"/>
                  <a:pt x="294" y="369"/>
                  <a:pt x="294" y="383"/>
                </a:cubicBezTo>
                <a:cubicBezTo>
                  <a:pt x="309" y="383"/>
                  <a:pt x="324" y="383"/>
                  <a:pt x="324" y="369"/>
                </a:cubicBezTo>
                <a:cubicBezTo>
                  <a:pt x="324" y="369"/>
                  <a:pt x="382" y="251"/>
                  <a:pt x="382" y="236"/>
                </a:cubicBezTo>
                <a:cubicBezTo>
                  <a:pt x="382" y="236"/>
                  <a:pt x="382" y="221"/>
                  <a:pt x="368" y="221"/>
                </a:cubicBezTo>
                <a:close/>
                <a:moveTo>
                  <a:pt x="441" y="103"/>
                </a:moveTo>
                <a:lnTo>
                  <a:pt x="441" y="103"/>
                </a:lnTo>
                <a:cubicBezTo>
                  <a:pt x="412" y="44"/>
                  <a:pt x="353" y="0"/>
                  <a:pt x="294" y="0"/>
                </a:cubicBezTo>
                <a:cubicBezTo>
                  <a:pt x="191" y="0"/>
                  <a:pt x="118" y="74"/>
                  <a:pt x="118" y="162"/>
                </a:cubicBezTo>
                <a:cubicBezTo>
                  <a:pt x="44" y="192"/>
                  <a:pt x="0" y="251"/>
                  <a:pt x="0" y="324"/>
                </a:cubicBezTo>
                <a:cubicBezTo>
                  <a:pt x="0" y="398"/>
                  <a:pt x="59" y="471"/>
                  <a:pt x="147" y="471"/>
                </a:cubicBezTo>
                <a:lnTo>
                  <a:pt x="427" y="471"/>
                </a:lnTo>
                <a:cubicBezTo>
                  <a:pt x="530" y="471"/>
                  <a:pt x="618" y="398"/>
                  <a:pt x="618" y="295"/>
                </a:cubicBezTo>
                <a:cubicBezTo>
                  <a:pt x="618" y="192"/>
                  <a:pt x="544" y="103"/>
                  <a:pt x="441" y="103"/>
                </a:cubicBezTo>
                <a:close/>
                <a:moveTo>
                  <a:pt x="427" y="442"/>
                </a:moveTo>
                <a:lnTo>
                  <a:pt x="427" y="442"/>
                </a:lnTo>
                <a:lnTo>
                  <a:pt x="147" y="442"/>
                </a:lnTo>
                <a:cubicBezTo>
                  <a:pt x="147" y="442"/>
                  <a:pt x="29" y="427"/>
                  <a:pt x="29" y="324"/>
                </a:cubicBezTo>
                <a:cubicBezTo>
                  <a:pt x="29" y="265"/>
                  <a:pt x="88" y="206"/>
                  <a:pt x="147" y="206"/>
                </a:cubicBezTo>
                <a:cubicBezTo>
                  <a:pt x="147" y="118"/>
                  <a:pt x="206" y="44"/>
                  <a:pt x="294" y="44"/>
                </a:cubicBezTo>
                <a:cubicBezTo>
                  <a:pt x="353" y="44"/>
                  <a:pt x="397" y="89"/>
                  <a:pt x="412" y="148"/>
                </a:cubicBezTo>
                <a:cubicBezTo>
                  <a:pt x="515" y="133"/>
                  <a:pt x="574" y="221"/>
                  <a:pt x="589" y="280"/>
                </a:cubicBezTo>
                <a:cubicBezTo>
                  <a:pt x="589" y="369"/>
                  <a:pt x="500" y="442"/>
                  <a:pt x="427" y="44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3" name="Freeform 82"/>
          <p:cNvSpPr/>
          <p:nvPr/>
        </p:nvSpPr>
        <p:spPr>
          <a:xfrm>
            <a:off x="4206960" y="3979800"/>
            <a:ext cx="266760" cy="274680"/>
          </a:xfrm>
          <a:custGeom>
            <a:avLst/>
            <a:gdLst/>
            <a:ahLst/>
            <a:rect l="l" t="t" r="r" b="b"/>
            <a:pathLst>
              <a:path w="619" h="635">
                <a:moveTo>
                  <a:pt x="324" y="516"/>
                </a:moveTo>
                <a:lnTo>
                  <a:pt x="324" y="516"/>
                </a:lnTo>
                <a:cubicBezTo>
                  <a:pt x="324" y="516"/>
                  <a:pt x="309" y="516"/>
                  <a:pt x="309" y="530"/>
                </a:cubicBezTo>
                <a:cubicBezTo>
                  <a:pt x="309" y="545"/>
                  <a:pt x="324" y="545"/>
                  <a:pt x="324" y="545"/>
                </a:cubicBezTo>
                <a:cubicBezTo>
                  <a:pt x="339" y="545"/>
                  <a:pt x="353" y="545"/>
                  <a:pt x="353" y="530"/>
                </a:cubicBezTo>
                <a:cubicBezTo>
                  <a:pt x="353" y="516"/>
                  <a:pt x="339" y="516"/>
                  <a:pt x="324" y="516"/>
                </a:cubicBezTo>
                <a:close/>
                <a:moveTo>
                  <a:pt x="206" y="516"/>
                </a:moveTo>
                <a:lnTo>
                  <a:pt x="206" y="516"/>
                </a:lnTo>
                <a:cubicBezTo>
                  <a:pt x="206" y="516"/>
                  <a:pt x="191" y="516"/>
                  <a:pt x="191" y="530"/>
                </a:cubicBezTo>
                <a:cubicBezTo>
                  <a:pt x="191" y="545"/>
                  <a:pt x="206" y="545"/>
                  <a:pt x="206" y="545"/>
                </a:cubicBezTo>
                <a:cubicBezTo>
                  <a:pt x="221" y="545"/>
                  <a:pt x="236" y="545"/>
                  <a:pt x="236" y="530"/>
                </a:cubicBezTo>
                <a:cubicBezTo>
                  <a:pt x="236" y="516"/>
                  <a:pt x="221" y="516"/>
                  <a:pt x="206" y="516"/>
                </a:cubicBezTo>
                <a:close/>
                <a:moveTo>
                  <a:pt x="250" y="589"/>
                </a:moveTo>
                <a:lnTo>
                  <a:pt x="250" y="589"/>
                </a:lnTo>
                <a:cubicBezTo>
                  <a:pt x="236" y="589"/>
                  <a:pt x="236" y="604"/>
                  <a:pt x="236" y="604"/>
                </a:cubicBezTo>
                <a:cubicBezTo>
                  <a:pt x="236" y="619"/>
                  <a:pt x="236" y="634"/>
                  <a:pt x="250" y="634"/>
                </a:cubicBezTo>
                <a:cubicBezTo>
                  <a:pt x="265" y="634"/>
                  <a:pt x="265" y="619"/>
                  <a:pt x="265" y="604"/>
                </a:cubicBezTo>
                <a:cubicBezTo>
                  <a:pt x="265" y="604"/>
                  <a:pt x="265" y="589"/>
                  <a:pt x="250" y="589"/>
                </a:cubicBezTo>
                <a:close/>
                <a:moveTo>
                  <a:pt x="368" y="589"/>
                </a:moveTo>
                <a:lnTo>
                  <a:pt x="368" y="589"/>
                </a:lnTo>
                <a:cubicBezTo>
                  <a:pt x="353" y="589"/>
                  <a:pt x="353" y="604"/>
                  <a:pt x="353" y="604"/>
                </a:cubicBezTo>
                <a:cubicBezTo>
                  <a:pt x="353" y="619"/>
                  <a:pt x="353" y="634"/>
                  <a:pt x="368" y="634"/>
                </a:cubicBezTo>
                <a:cubicBezTo>
                  <a:pt x="383" y="634"/>
                  <a:pt x="383" y="619"/>
                  <a:pt x="383" y="604"/>
                </a:cubicBezTo>
                <a:cubicBezTo>
                  <a:pt x="383" y="604"/>
                  <a:pt x="383" y="589"/>
                  <a:pt x="368" y="589"/>
                </a:cubicBezTo>
                <a:close/>
                <a:moveTo>
                  <a:pt x="441" y="516"/>
                </a:moveTo>
                <a:lnTo>
                  <a:pt x="441" y="516"/>
                </a:lnTo>
                <a:cubicBezTo>
                  <a:pt x="441" y="516"/>
                  <a:pt x="427" y="516"/>
                  <a:pt x="427" y="530"/>
                </a:cubicBezTo>
                <a:cubicBezTo>
                  <a:pt x="427" y="545"/>
                  <a:pt x="441" y="545"/>
                  <a:pt x="441" y="545"/>
                </a:cubicBezTo>
                <a:cubicBezTo>
                  <a:pt x="457" y="545"/>
                  <a:pt x="471" y="545"/>
                  <a:pt x="471" y="530"/>
                </a:cubicBezTo>
                <a:cubicBezTo>
                  <a:pt x="471" y="516"/>
                  <a:pt x="457" y="516"/>
                  <a:pt x="441" y="516"/>
                </a:cubicBezTo>
                <a:close/>
                <a:moveTo>
                  <a:pt x="441" y="104"/>
                </a:moveTo>
                <a:lnTo>
                  <a:pt x="441" y="104"/>
                </a:lnTo>
                <a:cubicBezTo>
                  <a:pt x="412" y="45"/>
                  <a:pt x="353" y="0"/>
                  <a:pt x="294" y="0"/>
                </a:cubicBezTo>
                <a:cubicBezTo>
                  <a:pt x="191" y="0"/>
                  <a:pt x="118" y="74"/>
                  <a:pt x="118" y="163"/>
                </a:cubicBezTo>
                <a:cubicBezTo>
                  <a:pt x="44" y="177"/>
                  <a:pt x="0" y="251"/>
                  <a:pt x="0" y="310"/>
                </a:cubicBezTo>
                <a:cubicBezTo>
                  <a:pt x="0" y="398"/>
                  <a:pt x="59" y="472"/>
                  <a:pt x="147" y="472"/>
                </a:cubicBezTo>
                <a:lnTo>
                  <a:pt x="441" y="472"/>
                </a:lnTo>
                <a:cubicBezTo>
                  <a:pt x="545" y="472"/>
                  <a:pt x="618" y="383"/>
                  <a:pt x="618" y="280"/>
                </a:cubicBezTo>
                <a:cubicBezTo>
                  <a:pt x="618" y="177"/>
                  <a:pt x="545" y="104"/>
                  <a:pt x="441" y="104"/>
                </a:cubicBezTo>
                <a:close/>
                <a:moveTo>
                  <a:pt x="427" y="427"/>
                </a:moveTo>
                <a:lnTo>
                  <a:pt x="427" y="427"/>
                </a:lnTo>
                <a:lnTo>
                  <a:pt x="177" y="427"/>
                </a:lnTo>
                <a:cubicBezTo>
                  <a:pt x="74" y="427"/>
                  <a:pt x="29" y="354"/>
                  <a:pt x="29" y="310"/>
                </a:cubicBezTo>
                <a:cubicBezTo>
                  <a:pt x="29" y="266"/>
                  <a:pt x="88" y="207"/>
                  <a:pt x="147" y="192"/>
                </a:cubicBezTo>
                <a:cubicBezTo>
                  <a:pt x="147" y="118"/>
                  <a:pt x="206" y="45"/>
                  <a:pt x="294" y="45"/>
                </a:cubicBezTo>
                <a:cubicBezTo>
                  <a:pt x="353" y="45"/>
                  <a:pt x="398" y="74"/>
                  <a:pt x="412" y="133"/>
                </a:cubicBezTo>
                <a:cubicBezTo>
                  <a:pt x="515" y="133"/>
                  <a:pt x="589" y="192"/>
                  <a:pt x="589" y="280"/>
                </a:cubicBezTo>
                <a:cubicBezTo>
                  <a:pt x="589" y="354"/>
                  <a:pt x="530" y="427"/>
                  <a:pt x="427" y="42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4" name="Freeform 83"/>
          <p:cNvSpPr/>
          <p:nvPr/>
        </p:nvSpPr>
        <p:spPr>
          <a:xfrm>
            <a:off x="3773520" y="4010040"/>
            <a:ext cx="266760" cy="204840"/>
          </a:xfrm>
          <a:custGeom>
            <a:avLst/>
            <a:gdLst/>
            <a:ahLst/>
            <a:rect l="l" t="t" r="r" b="b"/>
            <a:pathLst>
              <a:path w="619" h="472">
                <a:moveTo>
                  <a:pt x="441" y="103"/>
                </a:moveTo>
                <a:lnTo>
                  <a:pt x="441" y="103"/>
                </a:lnTo>
                <a:cubicBezTo>
                  <a:pt x="412" y="44"/>
                  <a:pt x="353" y="0"/>
                  <a:pt x="294" y="0"/>
                </a:cubicBezTo>
                <a:cubicBezTo>
                  <a:pt x="191" y="0"/>
                  <a:pt x="118" y="74"/>
                  <a:pt x="118" y="162"/>
                </a:cubicBezTo>
                <a:cubicBezTo>
                  <a:pt x="44" y="192"/>
                  <a:pt x="0" y="251"/>
                  <a:pt x="0" y="324"/>
                </a:cubicBezTo>
                <a:cubicBezTo>
                  <a:pt x="0" y="398"/>
                  <a:pt x="59" y="471"/>
                  <a:pt x="147" y="471"/>
                </a:cubicBezTo>
                <a:lnTo>
                  <a:pt x="427" y="471"/>
                </a:lnTo>
                <a:cubicBezTo>
                  <a:pt x="530" y="471"/>
                  <a:pt x="618" y="398"/>
                  <a:pt x="618" y="294"/>
                </a:cubicBezTo>
                <a:cubicBezTo>
                  <a:pt x="618" y="192"/>
                  <a:pt x="545" y="103"/>
                  <a:pt x="441" y="103"/>
                </a:cubicBezTo>
                <a:close/>
                <a:moveTo>
                  <a:pt x="427" y="442"/>
                </a:moveTo>
                <a:lnTo>
                  <a:pt x="427" y="442"/>
                </a:lnTo>
                <a:lnTo>
                  <a:pt x="147" y="442"/>
                </a:lnTo>
                <a:cubicBezTo>
                  <a:pt x="147" y="442"/>
                  <a:pt x="29" y="427"/>
                  <a:pt x="29" y="324"/>
                </a:cubicBezTo>
                <a:cubicBezTo>
                  <a:pt x="29" y="265"/>
                  <a:pt x="88" y="206"/>
                  <a:pt x="147" y="206"/>
                </a:cubicBezTo>
                <a:cubicBezTo>
                  <a:pt x="147" y="118"/>
                  <a:pt x="206" y="44"/>
                  <a:pt x="294" y="44"/>
                </a:cubicBezTo>
                <a:cubicBezTo>
                  <a:pt x="353" y="44"/>
                  <a:pt x="398" y="89"/>
                  <a:pt x="412" y="147"/>
                </a:cubicBezTo>
                <a:cubicBezTo>
                  <a:pt x="515" y="133"/>
                  <a:pt x="574" y="221"/>
                  <a:pt x="589" y="280"/>
                </a:cubicBezTo>
                <a:cubicBezTo>
                  <a:pt x="589" y="368"/>
                  <a:pt x="500" y="442"/>
                  <a:pt x="427" y="44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5" name="Freeform 84"/>
          <p:cNvSpPr/>
          <p:nvPr/>
        </p:nvSpPr>
        <p:spPr>
          <a:xfrm>
            <a:off x="3328920" y="3986280"/>
            <a:ext cx="255600" cy="255600"/>
          </a:xfrm>
          <a:custGeom>
            <a:avLst/>
            <a:gdLst/>
            <a:ahLst/>
            <a:rect l="l" t="t" r="r" b="b"/>
            <a:pathLst>
              <a:path w="590" h="590">
                <a:moveTo>
                  <a:pt x="30" y="0"/>
                </a:moveTo>
                <a:lnTo>
                  <a:pt x="30" y="0"/>
                </a:lnTo>
                <a:cubicBezTo>
                  <a:pt x="15" y="0"/>
                  <a:pt x="0" y="15"/>
                  <a:pt x="0" y="30"/>
                </a:cubicBezTo>
                <a:cubicBezTo>
                  <a:pt x="0" y="574"/>
                  <a:pt x="0" y="574"/>
                  <a:pt x="0" y="574"/>
                </a:cubicBezTo>
                <a:cubicBezTo>
                  <a:pt x="0" y="589"/>
                  <a:pt x="15" y="589"/>
                  <a:pt x="30" y="589"/>
                </a:cubicBezTo>
                <a:cubicBezTo>
                  <a:pt x="30" y="589"/>
                  <a:pt x="45" y="589"/>
                  <a:pt x="45" y="574"/>
                </a:cubicBezTo>
                <a:cubicBezTo>
                  <a:pt x="45" y="30"/>
                  <a:pt x="45" y="30"/>
                  <a:pt x="45" y="30"/>
                </a:cubicBezTo>
                <a:cubicBezTo>
                  <a:pt x="45" y="15"/>
                  <a:pt x="30" y="0"/>
                  <a:pt x="30" y="0"/>
                </a:cubicBezTo>
                <a:close/>
                <a:moveTo>
                  <a:pt x="560" y="44"/>
                </a:moveTo>
                <a:lnTo>
                  <a:pt x="560" y="44"/>
                </a:lnTo>
                <a:cubicBezTo>
                  <a:pt x="118" y="0"/>
                  <a:pt x="118" y="0"/>
                  <a:pt x="118" y="0"/>
                </a:cubicBezTo>
                <a:cubicBezTo>
                  <a:pt x="103" y="0"/>
                  <a:pt x="89" y="30"/>
                  <a:pt x="89" y="44"/>
                </a:cubicBezTo>
                <a:cubicBezTo>
                  <a:pt x="89" y="265"/>
                  <a:pt x="89" y="265"/>
                  <a:pt x="89" y="265"/>
                </a:cubicBezTo>
                <a:cubicBezTo>
                  <a:pt x="89" y="280"/>
                  <a:pt x="103" y="295"/>
                  <a:pt x="118" y="295"/>
                </a:cubicBezTo>
                <a:cubicBezTo>
                  <a:pt x="560" y="265"/>
                  <a:pt x="560" y="265"/>
                  <a:pt x="560" y="265"/>
                </a:cubicBezTo>
                <a:cubicBezTo>
                  <a:pt x="574" y="265"/>
                  <a:pt x="589" y="236"/>
                  <a:pt x="589" y="221"/>
                </a:cubicBezTo>
                <a:cubicBezTo>
                  <a:pt x="589" y="89"/>
                  <a:pt x="589" y="89"/>
                  <a:pt x="589" y="89"/>
                </a:cubicBezTo>
                <a:cubicBezTo>
                  <a:pt x="589" y="59"/>
                  <a:pt x="574" y="44"/>
                  <a:pt x="560" y="44"/>
                </a:cubicBezTo>
                <a:close/>
                <a:moveTo>
                  <a:pt x="280" y="251"/>
                </a:moveTo>
                <a:lnTo>
                  <a:pt x="280" y="251"/>
                </a:lnTo>
                <a:cubicBezTo>
                  <a:pt x="148" y="265"/>
                  <a:pt x="148" y="265"/>
                  <a:pt x="148" y="265"/>
                </a:cubicBezTo>
                <a:cubicBezTo>
                  <a:pt x="118" y="265"/>
                  <a:pt x="118" y="251"/>
                  <a:pt x="118" y="236"/>
                </a:cubicBezTo>
                <a:cubicBezTo>
                  <a:pt x="118" y="59"/>
                  <a:pt x="118" y="59"/>
                  <a:pt x="118" y="59"/>
                </a:cubicBezTo>
                <a:cubicBezTo>
                  <a:pt x="118" y="44"/>
                  <a:pt x="118" y="44"/>
                  <a:pt x="148" y="44"/>
                </a:cubicBezTo>
                <a:cubicBezTo>
                  <a:pt x="280" y="59"/>
                  <a:pt x="280" y="59"/>
                  <a:pt x="280" y="59"/>
                </a:cubicBezTo>
                <a:lnTo>
                  <a:pt x="280" y="251"/>
                </a:lnTo>
                <a:close/>
                <a:moveTo>
                  <a:pt x="442" y="236"/>
                </a:moveTo>
                <a:lnTo>
                  <a:pt x="442" y="236"/>
                </a:lnTo>
                <a:cubicBezTo>
                  <a:pt x="324" y="236"/>
                  <a:pt x="324" y="236"/>
                  <a:pt x="324" y="236"/>
                </a:cubicBezTo>
                <a:cubicBezTo>
                  <a:pt x="324" y="59"/>
                  <a:pt x="324" y="59"/>
                  <a:pt x="324" y="59"/>
                </a:cubicBezTo>
                <a:cubicBezTo>
                  <a:pt x="442" y="74"/>
                  <a:pt x="442" y="74"/>
                  <a:pt x="442" y="74"/>
                </a:cubicBezTo>
                <a:lnTo>
                  <a:pt x="442" y="236"/>
                </a:lnTo>
                <a:close/>
                <a:moveTo>
                  <a:pt x="560" y="206"/>
                </a:moveTo>
                <a:lnTo>
                  <a:pt x="560" y="206"/>
                </a:lnTo>
                <a:cubicBezTo>
                  <a:pt x="560" y="221"/>
                  <a:pt x="560" y="221"/>
                  <a:pt x="530" y="221"/>
                </a:cubicBezTo>
                <a:cubicBezTo>
                  <a:pt x="471" y="221"/>
                  <a:pt x="471" y="221"/>
                  <a:pt x="471" y="221"/>
                </a:cubicBezTo>
                <a:cubicBezTo>
                  <a:pt x="471" y="74"/>
                  <a:pt x="471" y="74"/>
                  <a:pt x="471" y="74"/>
                </a:cubicBezTo>
                <a:cubicBezTo>
                  <a:pt x="530" y="89"/>
                  <a:pt x="530" y="89"/>
                  <a:pt x="530" y="89"/>
                </a:cubicBezTo>
                <a:cubicBezTo>
                  <a:pt x="560" y="89"/>
                  <a:pt x="560" y="89"/>
                  <a:pt x="560" y="103"/>
                </a:cubicBezTo>
                <a:lnTo>
                  <a:pt x="560" y="20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6" name="Freeform 85"/>
          <p:cNvSpPr/>
          <p:nvPr/>
        </p:nvSpPr>
        <p:spPr>
          <a:xfrm>
            <a:off x="2897280" y="3979800"/>
            <a:ext cx="241200" cy="274680"/>
          </a:xfrm>
          <a:custGeom>
            <a:avLst/>
            <a:gdLst/>
            <a:ahLst/>
            <a:rect l="l" t="t" r="r" b="b"/>
            <a:pathLst>
              <a:path w="561" h="635">
                <a:moveTo>
                  <a:pt x="471" y="0"/>
                </a:moveTo>
                <a:lnTo>
                  <a:pt x="471" y="0"/>
                </a:lnTo>
                <a:cubicBezTo>
                  <a:pt x="89" y="0"/>
                  <a:pt x="89" y="0"/>
                  <a:pt x="89" y="0"/>
                </a:cubicBezTo>
                <a:cubicBezTo>
                  <a:pt x="44" y="0"/>
                  <a:pt x="0" y="30"/>
                  <a:pt x="0" y="74"/>
                </a:cubicBezTo>
                <a:cubicBezTo>
                  <a:pt x="0" y="634"/>
                  <a:pt x="0" y="634"/>
                  <a:pt x="0" y="634"/>
                </a:cubicBezTo>
                <a:cubicBezTo>
                  <a:pt x="44" y="634"/>
                  <a:pt x="44" y="634"/>
                  <a:pt x="44" y="634"/>
                </a:cubicBezTo>
                <a:cubicBezTo>
                  <a:pt x="118" y="575"/>
                  <a:pt x="118" y="575"/>
                  <a:pt x="118" y="575"/>
                </a:cubicBezTo>
                <a:cubicBezTo>
                  <a:pt x="207" y="634"/>
                  <a:pt x="207" y="634"/>
                  <a:pt x="207" y="634"/>
                </a:cubicBezTo>
                <a:cubicBezTo>
                  <a:pt x="280" y="575"/>
                  <a:pt x="280" y="575"/>
                  <a:pt x="280" y="575"/>
                </a:cubicBezTo>
                <a:cubicBezTo>
                  <a:pt x="354" y="634"/>
                  <a:pt x="354" y="634"/>
                  <a:pt x="354" y="634"/>
                </a:cubicBezTo>
                <a:cubicBezTo>
                  <a:pt x="442" y="575"/>
                  <a:pt x="442" y="575"/>
                  <a:pt x="442" y="575"/>
                </a:cubicBezTo>
                <a:cubicBezTo>
                  <a:pt x="516" y="634"/>
                  <a:pt x="516" y="634"/>
                  <a:pt x="516" y="634"/>
                </a:cubicBezTo>
                <a:cubicBezTo>
                  <a:pt x="560" y="634"/>
                  <a:pt x="560" y="634"/>
                  <a:pt x="560" y="634"/>
                </a:cubicBezTo>
                <a:cubicBezTo>
                  <a:pt x="560" y="74"/>
                  <a:pt x="560" y="74"/>
                  <a:pt x="560" y="74"/>
                </a:cubicBezTo>
                <a:cubicBezTo>
                  <a:pt x="560" y="30"/>
                  <a:pt x="516" y="0"/>
                  <a:pt x="471" y="0"/>
                </a:cubicBezTo>
                <a:close/>
                <a:moveTo>
                  <a:pt x="516" y="589"/>
                </a:moveTo>
                <a:lnTo>
                  <a:pt x="516" y="589"/>
                </a:lnTo>
                <a:cubicBezTo>
                  <a:pt x="442" y="530"/>
                  <a:pt x="442" y="530"/>
                  <a:pt x="442" y="530"/>
                </a:cubicBezTo>
                <a:cubicBezTo>
                  <a:pt x="354" y="589"/>
                  <a:pt x="354" y="589"/>
                  <a:pt x="354" y="589"/>
                </a:cubicBezTo>
                <a:cubicBezTo>
                  <a:pt x="280" y="530"/>
                  <a:pt x="280" y="530"/>
                  <a:pt x="280" y="530"/>
                </a:cubicBezTo>
                <a:cubicBezTo>
                  <a:pt x="207" y="589"/>
                  <a:pt x="207" y="589"/>
                  <a:pt x="207" y="589"/>
                </a:cubicBezTo>
                <a:cubicBezTo>
                  <a:pt x="118" y="530"/>
                  <a:pt x="118" y="530"/>
                  <a:pt x="118" y="530"/>
                </a:cubicBezTo>
                <a:cubicBezTo>
                  <a:pt x="44" y="589"/>
                  <a:pt x="44" y="589"/>
                  <a:pt x="44" y="589"/>
                </a:cubicBezTo>
                <a:cubicBezTo>
                  <a:pt x="44" y="74"/>
                  <a:pt x="44" y="74"/>
                  <a:pt x="44" y="74"/>
                </a:cubicBezTo>
                <a:cubicBezTo>
                  <a:pt x="44" y="59"/>
                  <a:pt x="59" y="45"/>
                  <a:pt x="89" y="45"/>
                </a:cubicBezTo>
                <a:cubicBezTo>
                  <a:pt x="471" y="45"/>
                  <a:pt x="471" y="45"/>
                  <a:pt x="471" y="45"/>
                </a:cubicBezTo>
                <a:cubicBezTo>
                  <a:pt x="501" y="45"/>
                  <a:pt x="516" y="59"/>
                  <a:pt x="516" y="74"/>
                </a:cubicBezTo>
                <a:lnTo>
                  <a:pt x="516" y="589"/>
                </a:lnTo>
                <a:close/>
                <a:moveTo>
                  <a:pt x="412" y="354"/>
                </a:moveTo>
                <a:lnTo>
                  <a:pt x="412" y="354"/>
                </a:lnTo>
                <a:cubicBezTo>
                  <a:pt x="148" y="354"/>
                  <a:pt x="148" y="354"/>
                  <a:pt x="148" y="354"/>
                </a:cubicBezTo>
                <a:cubicBezTo>
                  <a:pt x="133" y="354"/>
                  <a:pt x="118" y="368"/>
                  <a:pt x="118" y="368"/>
                </a:cubicBezTo>
                <a:cubicBezTo>
                  <a:pt x="118" y="383"/>
                  <a:pt x="133" y="398"/>
                  <a:pt x="148" y="398"/>
                </a:cubicBezTo>
                <a:cubicBezTo>
                  <a:pt x="412" y="398"/>
                  <a:pt x="412" y="398"/>
                  <a:pt x="412" y="398"/>
                </a:cubicBezTo>
                <a:cubicBezTo>
                  <a:pt x="427" y="398"/>
                  <a:pt x="442" y="383"/>
                  <a:pt x="442" y="368"/>
                </a:cubicBezTo>
                <a:cubicBezTo>
                  <a:pt x="442" y="368"/>
                  <a:pt x="427" y="354"/>
                  <a:pt x="412" y="354"/>
                </a:cubicBezTo>
                <a:close/>
                <a:moveTo>
                  <a:pt x="412" y="236"/>
                </a:moveTo>
                <a:lnTo>
                  <a:pt x="412" y="236"/>
                </a:lnTo>
                <a:cubicBezTo>
                  <a:pt x="148" y="236"/>
                  <a:pt x="148" y="236"/>
                  <a:pt x="148" y="236"/>
                </a:cubicBezTo>
                <a:cubicBezTo>
                  <a:pt x="133" y="236"/>
                  <a:pt x="118" y="251"/>
                  <a:pt x="118" y="251"/>
                </a:cubicBezTo>
                <a:cubicBezTo>
                  <a:pt x="118" y="266"/>
                  <a:pt x="133" y="280"/>
                  <a:pt x="148" y="280"/>
                </a:cubicBezTo>
                <a:cubicBezTo>
                  <a:pt x="412" y="280"/>
                  <a:pt x="412" y="280"/>
                  <a:pt x="412" y="280"/>
                </a:cubicBezTo>
                <a:cubicBezTo>
                  <a:pt x="427" y="280"/>
                  <a:pt x="442" y="266"/>
                  <a:pt x="442" y="251"/>
                </a:cubicBezTo>
                <a:cubicBezTo>
                  <a:pt x="442" y="251"/>
                  <a:pt x="427" y="236"/>
                  <a:pt x="412" y="236"/>
                </a:cubicBezTo>
                <a:close/>
                <a:moveTo>
                  <a:pt x="412" y="118"/>
                </a:moveTo>
                <a:lnTo>
                  <a:pt x="412" y="118"/>
                </a:lnTo>
                <a:cubicBezTo>
                  <a:pt x="148" y="118"/>
                  <a:pt x="148" y="118"/>
                  <a:pt x="148" y="118"/>
                </a:cubicBezTo>
                <a:cubicBezTo>
                  <a:pt x="133" y="118"/>
                  <a:pt x="118" y="133"/>
                  <a:pt x="118" y="133"/>
                </a:cubicBezTo>
                <a:cubicBezTo>
                  <a:pt x="118" y="148"/>
                  <a:pt x="133" y="163"/>
                  <a:pt x="148" y="163"/>
                </a:cubicBezTo>
                <a:cubicBezTo>
                  <a:pt x="412" y="163"/>
                  <a:pt x="412" y="163"/>
                  <a:pt x="412" y="163"/>
                </a:cubicBezTo>
                <a:cubicBezTo>
                  <a:pt x="427" y="163"/>
                  <a:pt x="442" y="148"/>
                  <a:pt x="442" y="133"/>
                </a:cubicBezTo>
                <a:cubicBezTo>
                  <a:pt x="442" y="133"/>
                  <a:pt x="427" y="118"/>
                  <a:pt x="412" y="11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7" name="Freeform 86"/>
          <p:cNvSpPr/>
          <p:nvPr/>
        </p:nvSpPr>
        <p:spPr>
          <a:xfrm>
            <a:off x="2436840" y="3979800"/>
            <a:ext cx="274680" cy="274680"/>
          </a:xfrm>
          <a:custGeom>
            <a:avLst/>
            <a:gdLst/>
            <a:ahLst/>
            <a:rect l="l" t="t" r="r" b="b"/>
            <a:pathLst>
              <a:path w="634" h="635">
                <a:moveTo>
                  <a:pt x="383" y="133"/>
                </a:moveTo>
                <a:lnTo>
                  <a:pt x="383" y="133"/>
                </a:lnTo>
                <a:cubicBezTo>
                  <a:pt x="354" y="163"/>
                  <a:pt x="354" y="207"/>
                  <a:pt x="383" y="251"/>
                </a:cubicBezTo>
                <a:cubicBezTo>
                  <a:pt x="428" y="280"/>
                  <a:pt x="471" y="280"/>
                  <a:pt x="501" y="251"/>
                </a:cubicBezTo>
                <a:cubicBezTo>
                  <a:pt x="530" y="207"/>
                  <a:pt x="530" y="163"/>
                  <a:pt x="501" y="133"/>
                </a:cubicBezTo>
                <a:cubicBezTo>
                  <a:pt x="471" y="104"/>
                  <a:pt x="428" y="104"/>
                  <a:pt x="383" y="133"/>
                </a:cubicBezTo>
                <a:close/>
                <a:moveTo>
                  <a:pt x="471" y="221"/>
                </a:moveTo>
                <a:lnTo>
                  <a:pt x="471" y="221"/>
                </a:lnTo>
                <a:cubicBezTo>
                  <a:pt x="457" y="236"/>
                  <a:pt x="428" y="236"/>
                  <a:pt x="412" y="221"/>
                </a:cubicBezTo>
                <a:cubicBezTo>
                  <a:pt x="398" y="207"/>
                  <a:pt x="398" y="177"/>
                  <a:pt x="412" y="163"/>
                </a:cubicBezTo>
                <a:cubicBezTo>
                  <a:pt x="428" y="148"/>
                  <a:pt x="457" y="148"/>
                  <a:pt x="471" y="163"/>
                </a:cubicBezTo>
                <a:cubicBezTo>
                  <a:pt x="486" y="177"/>
                  <a:pt x="486" y="207"/>
                  <a:pt x="471" y="221"/>
                </a:cubicBezTo>
                <a:close/>
                <a:moveTo>
                  <a:pt x="589" y="0"/>
                </a:moveTo>
                <a:lnTo>
                  <a:pt x="589" y="0"/>
                </a:lnTo>
                <a:cubicBezTo>
                  <a:pt x="339" y="0"/>
                  <a:pt x="339" y="0"/>
                  <a:pt x="339" y="0"/>
                </a:cubicBezTo>
                <a:cubicBezTo>
                  <a:pt x="310" y="0"/>
                  <a:pt x="310" y="15"/>
                  <a:pt x="295" y="30"/>
                </a:cubicBezTo>
                <a:cubicBezTo>
                  <a:pt x="30" y="295"/>
                  <a:pt x="30" y="295"/>
                  <a:pt x="30" y="295"/>
                </a:cubicBezTo>
                <a:cubicBezTo>
                  <a:pt x="0" y="325"/>
                  <a:pt x="0" y="368"/>
                  <a:pt x="30" y="398"/>
                </a:cubicBezTo>
                <a:cubicBezTo>
                  <a:pt x="236" y="604"/>
                  <a:pt x="236" y="604"/>
                  <a:pt x="236" y="604"/>
                </a:cubicBezTo>
                <a:cubicBezTo>
                  <a:pt x="265" y="634"/>
                  <a:pt x="310" y="634"/>
                  <a:pt x="339" y="604"/>
                </a:cubicBezTo>
                <a:cubicBezTo>
                  <a:pt x="604" y="339"/>
                  <a:pt x="604" y="339"/>
                  <a:pt x="604" y="339"/>
                </a:cubicBezTo>
                <a:cubicBezTo>
                  <a:pt x="619" y="325"/>
                  <a:pt x="633" y="325"/>
                  <a:pt x="633" y="295"/>
                </a:cubicBezTo>
                <a:cubicBezTo>
                  <a:pt x="633" y="45"/>
                  <a:pt x="633" y="45"/>
                  <a:pt x="633" y="45"/>
                </a:cubicBezTo>
                <a:cubicBezTo>
                  <a:pt x="633" y="15"/>
                  <a:pt x="619" y="0"/>
                  <a:pt x="589" y="0"/>
                </a:cubicBezTo>
                <a:close/>
                <a:moveTo>
                  <a:pt x="324" y="575"/>
                </a:moveTo>
                <a:lnTo>
                  <a:pt x="324" y="575"/>
                </a:lnTo>
                <a:cubicBezTo>
                  <a:pt x="295" y="589"/>
                  <a:pt x="280" y="589"/>
                  <a:pt x="265" y="575"/>
                </a:cubicBezTo>
                <a:cubicBezTo>
                  <a:pt x="59" y="368"/>
                  <a:pt x="59" y="368"/>
                  <a:pt x="59" y="368"/>
                </a:cubicBezTo>
                <a:cubicBezTo>
                  <a:pt x="45" y="354"/>
                  <a:pt x="45" y="339"/>
                  <a:pt x="59" y="325"/>
                </a:cubicBezTo>
                <a:cubicBezTo>
                  <a:pt x="89" y="295"/>
                  <a:pt x="89" y="295"/>
                  <a:pt x="89" y="295"/>
                </a:cubicBezTo>
                <a:cubicBezTo>
                  <a:pt x="339" y="545"/>
                  <a:pt x="339" y="545"/>
                  <a:pt x="339" y="545"/>
                </a:cubicBezTo>
                <a:lnTo>
                  <a:pt x="324" y="575"/>
                </a:lnTo>
                <a:close/>
                <a:moveTo>
                  <a:pt x="589" y="280"/>
                </a:moveTo>
                <a:lnTo>
                  <a:pt x="589" y="280"/>
                </a:lnTo>
                <a:cubicBezTo>
                  <a:pt x="589" y="295"/>
                  <a:pt x="589" y="310"/>
                  <a:pt x="575" y="325"/>
                </a:cubicBezTo>
                <a:cubicBezTo>
                  <a:pt x="369" y="516"/>
                  <a:pt x="369" y="516"/>
                  <a:pt x="369" y="516"/>
                </a:cubicBezTo>
                <a:cubicBezTo>
                  <a:pt x="118" y="266"/>
                  <a:pt x="118" y="266"/>
                  <a:pt x="118" y="266"/>
                </a:cubicBezTo>
                <a:cubicBezTo>
                  <a:pt x="324" y="59"/>
                  <a:pt x="324" y="59"/>
                  <a:pt x="324" y="59"/>
                </a:cubicBezTo>
                <a:cubicBezTo>
                  <a:pt x="324" y="45"/>
                  <a:pt x="339" y="45"/>
                  <a:pt x="354" y="45"/>
                </a:cubicBezTo>
                <a:cubicBezTo>
                  <a:pt x="575" y="45"/>
                  <a:pt x="575" y="45"/>
                  <a:pt x="575" y="45"/>
                </a:cubicBezTo>
                <a:cubicBezTo>
                  <a:pt x="589" y="45"/>
                  <a:pt x="589" y="45"/>
                  <a:pt x="589" y="59"/>
                </a:cubicBezTo>
                <a:lnTo>
                  <a:pt x="589" y="28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8" name="Freeform 87"/>
          <p:cNvSpPr/>
          <p:nvPr/>
        </p:nvSpPr>
        <p:spPr>
          <a:xfrm>
            <a:off x="2044800" y="3979800"/>
            <a:ext cx="183960" cy="274680"/>
          </a:xfrm>
          <a:custGeom>
            <a:avLst/>
            <a:gdLst/>
            <a:ahLst/>
            <a:rect l="l" t="t" r="r" b="b"/>
            <a:pathLst>
              <a:path w="428" h="635">
                <a:moveTo>
                  <a:pt x="412" y="192"/>
                </a:moveTo>
                <a:lnTo>
                  <a:pt x="412" y="192"/>
                </a:lnTo>
                <a:cubicBezTo>
                  <a:pt x="235" y="15"/>
                  <a:pt x="235" y="15"/>
                  <a:pt x="235" y="15"/>
                </a:cubicBezTo>
                <a:cubicBezTo>
                  <a:pt x="221" y="0"/>
                  <a:pt x="191" y="0"/>
                  <a:pt x="176" y="15"/>
                </a:cubicBezTo>
                <a:cubicBezTo>
                  <a:pt x="0" y="192"/>
                  <a:pt x="0" y="192"/>
                  <a:pt x="0" y="192"/>
                </a:cubicBezTo>
                <a:cubicBezTo>
                  <a:pt x="0" y="207"/>
                  <a:pt x="0" y="207"/>
                  <a:pt x="0" y="221"/>
                </a:cubicBezTo>
                <a:lnTo>
                  <a:pt x="0" y="221"/>
                </a:lnTo>
                <a:cubicBezTo>
                  <a:pt x="0" y="545"/>
                  <a:pt x="0" y="545"/>
                  <a:pt x="0" y="545"/>
                </a:cubicBezTo>
                <a:cubicBezTo>
                  <a:pt x="0" y="589"/>
                  <a:pt x="29" y="634"/>
                  <a:pt x="73" y="634"/>
                </a:cubicBezTo>
                <a:cubicBezTo>
                  <a:pt x="353" y="634"/>
                  <a:pt x="353" y="634"/>
                  <a:pt x="353" y="634"/>
                </a:cubicBezTo>
                <a:cubicBezTo>
                  <a:pt x="382" y="634"/>
                  <a:pt x="427" y="589"/>
                  <a:pt x="427" y="545"/>
                </a:cubicBezTo>
                <a:cubicBezTo>
                  <a:pt x="427" y="251"/>
                  <a:pt x="427" y="251"/>
                  <a:pt x="427" y="251"/>
                </a:cubicBezTo>
                <a:cubicBezTo>
                  <a:pt x="427" y="221"/>
                  <a:pt x="427" y="207"/>
                  <a:pt x="412" y="192"/>
                </a:cubicBezTo>
                <a:close/>
                <a:moveTo>
                  <a:pt x="382" y="545"/>
                </a:moveTo>
                <a:lnTo>
                  <a:pt x="382" y="545"/>
                </a:lnTo>
                <a:cubicBezTo>
                  <a:pt x="382" y="575"/>
                  <a:pt x="368" y="589"/>
                  <a:pt x="353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9" y="589"/>
                  <a:pt x="29" y="575"/>
                  <a:pt x="29" y="545"/>
                </a:cubicBezTo>
                <a:cubicBezTo>
                  <a:pt x="29" y="236"/>
                  <a:pt x="29" y="236"/>
                  <a:pt x="29" y="236"/>
                </a:cubicBezTo>
                <a:cubicBezTo>
                  <a:pt x="29" y="221"/>
                  <a:pt x="29" y="221"/>
                  <a:pt x="44" y="207"/>
                </a:cubicBezTo>
                <a:cubicBezTo>
                  <a:pt x="191" y="45"/>
                  <a:pt x="191" y="45"/>
                  <a:pt x="191" y="45"/>
                </a:cubicBezTo>
                <a:cubicBezTo>
                  <a:pt x="206" y="45"/>
                  <a:pt x="221" y="45"/>
                  <a:pt x="221" y="45"/>
                </a:cubicBezTo>
                <a:cubicBezTo>
                  <a:pt x="368" y="207"/>
                  <a:pt x="368" y="207"/>
                  <a:pt x="368" y="207"/>
                </a:cubicBezTo>
                <a:cubicBezTo>
                  <a:pt x="382" y="221"/>
                  <a:pt x="382" y="221"/>
                  <a:pt x="382" y="236"/>
                </a:cubicBezTo>
                <a:lnTo>
                  <a:pt x="382" y="545"/>
                </a:lnTo>
                <a:close/>
                <a:moveTo>
                  <a:pt x="206" y="163"/>
                </a:moveTo>
                <a:lnTo>
                  <a:pt x="206" y="163"/>
                </a:lnTo>
                <a:cubicBezTo>
                  <a:pt x="162" y="163"/>
                  <a:pt x="132" y="207"/>
                  <a:pt x="132" y="251"/>
                </a:cubicBezTo>
                <a:cubicBezTo>
                  <a:pt x="132" y="295"/>
                  <a:pt x="162" y="325"/>
                  <a:pt x="206" y="325"/>
                </a:cubicBezTo>
                <a:cubicBezTo>
                  <a:pt x="250" y="325"/>
                  <a:pt x="294" y="295"/>
                  <a:pt x="294" y="251"/>
                </a:cubicBezTo>
                <a:cubicBezTo>
                  <a:pt x="294" y="207"/>
                  <a:pt x="250" y="163"/>
                  <a:pt x="206" y="163"/>
                </a:cubicBezTo>
                <a:close/>
                <a:moveTo>
                  <a:pt x="206" y="280"/>
                </a:moveTo>
                <a:lnTo>
                  <a:pt x="206" y="280"/>
                </a:lnTo>
                <a:cubicBezTo>
                  <a:pt x="191" y="280"/>
                  <a:pt x="176" y="266"/>
                  <a:pt x="176" y="251"/>
                </a:cubicBezTo>
                <a:cubicBezTo>
                  <a:pt x="176" y="221"/>
                  <a:pt x="191" y="207"/>
                  <a:pt x="206" y="207"/>
                </a:cubicBezTo>
                <a:cubicBezTo>
                  <a:pt x="235" y="207"/>
                  <a:pt x="250" y="221"/>
                  <a:pt x="250" y="251"/>
                </a:cubicBezTo>
                <a:cubicBezTo>
                  <a:pt x="250" y="266"/>
                  <a:pt x="235" y="280"/>
                  <a:pt x="206" y="28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9" name="Freeform 88"/>
          <p:cNvSpPr/>
          <p:nvPr/>
        </p:nvSpPr>
        <p:spPr>
          <a:xfrm>
            <a:off x="1565280" y="3979800"/>
            <a:ext cx="255600" cy="274680"/>
          </a:xfrm>
          <a:custGeom>
            <a:avLst/>
            <a:gdLst/>
            <a:ahLst/>
            <a:rect l="l" t="t" r="r" b="b"/>
            <a:pathLst>
              <a:path w="589" h="635">
                <a:moveTo>
                  <a:pt x="544" y="163"/>
                </a:moveTo>
                <a:lnTo>
                  <a:pt x="544" y="163"/>
                </a:lnTo>
                <a:cubicBezTo>
                  <a:pt x="544" y="15"/>
                  <a:pt x="544" y="15"/>
                  <a:pt x="544" y="15"/>
                </a:cubicBezTo>
                <a:cubicBezTo>
                  <a:pt x="544" y="15"/>
                  <a:pt x="544" y="0"/>
                  <a:pt x="530" y="0"/>
                </a:cubicBezTo>
                <a:lnTo>
                  <a:pt x="515" y="0"/>
                </a:lnTo>
                <a:cubicBezTo>
                  <a:pt x="0" y="163"/>
                  <a:pt x="0" y="163"/>
                  <a:pt x="0" y="163"/>
                </a:cubicBezTo>
                <a:cubicBezTo>
                  <a:pt x="0" y="192"/>
                  <a:pt x="0" y="192"/>
                  <a:pt x="0" y="192"/>
                </a:cubicBezTo>
                <a:cubicBezTo>
                  <a:pt x="0" y="589"/>
                  <a:pt x="0" y="589"/>
                  <a:pt x="0" y="589"/>
                </a:cubicBezTo>
                <a:cubicBezTo>
                  <a:pt x="0" y="604"/>
                  <a:pt x="14" y="634"/>
                  <a:pt x="44" y="634"/>
                </a:cubicBezTo>
                <a:cubicBezTo>
                  <a:pt x="544" y="634"/>
                  <a:pt x="544" y="634"/>
                  <a:pt x="544" y="634"/>
                </a:cubicBezTo>
                <a:cubicBezTo>
                  <a:pt x="574" y="634"/>
                  <a:pt x="588" y="604"/>
                  <a:pt x="588" y="589"/>
                </a:cubicBezTo>
                <a:cubicBezTo>
                  <a:pt x="588" y="192"/>
                  <a:pt x="588" y="192"/>
                  <a:pt x="588" y="192"/>
                </a:cubicBezTo>
                <a:cubicBezTo>
                  <a:pt x="588" y="177"/>
                  <a:pt x="574" y="163"/>
                  <a:pt x="544" y="163"/>
                </a:cubicBezTo>
                <a:close/>
                <a:moveTo>
                  <a:pt x="515" y="45"/>
                </a:moveTo>
                <a:lnTo>
                  <a:pt x="515" y="45"/>
                </a:lnTo>
                <a:cubicBezTo>
                  <a:pt x="515" y="163"/>
                  <a:pt x="515" y="163"/>
                  <a:pt x="515" y="163"/>
                </a:cubicBezTo>
                <a:cubicBezTo>
                  <a:pt x="132" y="163"/>
                  <a:pt x="132" y="163"/>
                  <a:pt x="132" y="163"/>
                </a:cubicBezTo>
                <a:lnTo>
                  <a:pt x="515" y="45"/>
                </a:lnTo>
                <a:close/>
                <a:moveTo>
                  <a:pt x="544" y="413"/>
                </a:moveTo>
                <a:lnTo>
                  <a:pt x="544" y="413"/>
                </a:lnTo>
                <a:cubicBezTo>
                  <a:pt x="544" y="427"/>
                  <a:pt x="544" y="413"/>
                  <a:pt x="544" y="427"/>
                </a:cubicBezTo>
                <a:cubicBezTo>
                  <a:pt x="471" y="427"/>
                  <a:pt x="471" y="427"/>
                  <a:pt x="471" y="427"/>
                </a:cubicBezTo>
                <a:cubicBezTo>
                  <a:pt x="471" y="413"/>
                  <a:pt x="471" y="427"/>
                  <a:pt x="471" y="413"/>
                </a:cubicBezTo>
                <a:cubicBezTo>
                  <a:pt x="471" y="398"/>
                  <a:pt x="471" y="398"/>
                  <a:pt x="471" y="398"/>
                </a:cubicBezTo>
                <a:cubicBezTo>
                  <a:pt x="544" y="398"/>
                  <a:pt x="544" y="398"/>
                  <a:pt x="544" y="398"/>
                </a:cubicBezTo>
                <a:cubicBezTo>
                  <a:pt x="544" y="413"/>
                  <a:pt x="544" y="398"/>
                  <a:pt x="544" y="413"/>
                </a:cubicBezTo>
                <a:close/>
                <a:moveTo>
                  <a:pt x="544" y="354"/>
                </a:moveTo>
                <a:lnTo>
                  <a:pt x="544" y="354"/>
                </a:lnTo>
                <a:cubicBezTo>
                  <a:pt x="456" y="354"/>
                  <a:pt x="456" y="354"/>
                  <a:pt x="456" y="354"/>
                </a:cubicBezTo>
                <a:cubicBezTo>
                  <a:pt x="441" y="354"/>
                  <a:pt x="426" y="368"/>
                  <a:pt x="426" y="368"/>
                </a:cubicBezTo>
                <a:cubicBezTo>
                  <a:pt x="426" y="457"/>
                  <a:pt x="426" y="457"/>
                  <a:pt x="426" y="457"/>
                </a:cubicBezTo>
                <a:cubicBezTo>
                  <a:pt x="426" y="457"/>
                  <a:pt x="441" y="472"/>
                  <a:pt x="456" y="472"/>
                </a:cubicBezTo>
                <a:cubicBezTo>
                  <a:pt x="544" y="472"/>
                  <a:pt x="544" y="472"/>
                  <a:pt x="544" y="472"/>
                </a:cubicBezTo>
                <a:cubicBezTo>
                  <a:pt x="544" y="575"/>
                  <a:pt x="544" y="575"/>
                  <a:pt x="544" y="575"/>
                </a:cubicBezTo>
                <a:cubicBezTo>
                  <a:pt x="544" y="575"/>
                  <a:pt x="544" y="589"/>
                  <a:pt x="530" y="589"/>
                </a:cubicBezTo>
                <a:cubicBezTo>
                  <a:pt x="58" y="589"/>
                  <a:pt x="58" y="589"/>
                  <a:pt x="58" y="589"/>
                </a:cubicBezTo>
                <a:cubicBezTo>
                  <a:pt x="44" y="589"/>
                  <a:pt x="44" y="575"/>
                  <a:pt x="44" y="575"/>
                </a:cubicBezTo>
                <a:cubicBezTo>
                  <a:pt x="44" y="575"/>
                  <a:pt x="44" y="207"/>
                  <a:pt x="44" y="192"/>
                </a:cubicBezTo>
                <a:cubicBezTo>
                  <a:pt x="530" y="192"/>
                  <a:pt x="530" y="192"/>
                  <a:pt x="530" y="192"/>
                </a:cubicBezTo>
                <a:cubicBezTo>
                  <a:pt x="544" y="192"/>
                  <a:pt x="544" y="207"/>
                  <a:pt x="544" y="221"/>
                </a:cubicBezTo>
                <a:lnTo>
                  <a:pt x="544" y="35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0" name="Freeform 89"/>
          <p:cNvSpPr/>
          <p:nvPr/>
        </p:nvSpPr>
        <p:spPr>
          <a:xfrm>
            <a:off x="1112760" y="3979800"/>
            <a:ext cx="274680" cy="274680"/>
          </a:xfrm>
          <a:custGeom>
            <a:avLst/>
            <a:gdLst/>
            <a:ahLst/>
            <a:rect l="l" t="t" r="r" b="b"/>
            <a:pathLst>
              <a:path w="634" h="635">
                <a:moveTo>
                  <a:pt x="339" y="163"/>
                </a:moveTo>
                <a:lnTo>
                  <a:pt x="339" y="163"/>
                </a:lnTo>
                <a:cubicBezTo>
                  <a:pt x="324" y="163"/>
                  <a:pt x="324" y="163"/>
                  <a:pt x="324" y="163"/>
                </a:cubicBezTo>
                <a:cubicBezTo>
                  <a:pt x="310" y="163"/>
                  <a:pt x="310" y="163"/>
                  <a:pt x="310" y="163"/>
                </a:cubicBezTo>
                <a:cubicBezTo>
                  <a:pt x="207" y="280"/>
                  <a:pt x="207" y="280"/>
                  <a:pt x="207" y="280"/>
                </a:cubicBezTo>
                <a:cubicBezTo>
                  <a:pt x="207" y="295"/>
                  <a:pt x="207" y="295"/>
                  <a:pt x="207" y="310"/>
                </a:cubicBezTo>
                <a:cubicBezTo>
                  <a:pt x="221" y="310"/>
                  <a:pt x="221" y="310"/>
                  <a:pt x="236" y="310"/>
                </a:cubicBezTo>
                <a:cubicBezTo>
                  <a:pt x="295" y="236"/>
                  <a:pt x="295" y="236"/>
                  <a:pt x="295" y="236"/>
                </a:cubicBezTo>
                <a:cubicBezTo>
                  <a:pt x="295" y="530"/>
                  <a:pt x="295" y="530"/>
                  <a:pt x="295" y="530"/>
                </a:cubicBezTo>
                <a:cubicBezTo>
                  <a:pt x="295" y="545"/>
                  <a:pt x="310" y="545"/>
                  <a:pt x="324" y="545"/>
                </a:cubicBezTo>
                <a:cubicBezTo>
                  <a:pt x="324" y="545"/>
                  <a:pt x="339" y="545"/>
                  <a:pt x="339" y="530"/>
                </a:cubicBezTo>
                <a:cubicBezTo>
                  <a:pt x="339" y="236"/>
                  <a:pt x="339" y="236"/>
                  <a:pt x="339" y="236"/>
                </a:cubicBezTo>
                <a:cubicBezTo>
                  <a:pt x="398" y="310"/>
                  <a:pt x="398" y="310"/>
                  <a:pt x="398" y="310"/>
                </a:cubicBezTo>
                <a:cubicBezTo>
                  <a:pt x="412" y="310"/>
                  <a:pt x="427" y="310"/>
                  <a:pt x="427" y="310"/>
                </a:cubicBezTo>
                <a:cubicBezTo>
                  <a:pt x="442" y="295"/>
                  <a:pt x="442" y="295"/>
                  <a:pt x="427" y="280"/>
                </a:cubicBezTo>
                <a:lnTo>
                  <a:pt x="339" y="163"/>
                </a:lnTo>
                <a:close/>
                <a:moveTo>
                  <a:pt x="560" y="0"/>
                </a:moveTo>
                <a:lnTo>
                  <a:pt x="560" y="0"/>
                </a:lnTo>
                <a:cubicBezTo>
                  <a:pt x="89" y="0"/>
                  <a:pt x="89" y="0"/>
                  <a:pt x="89" y="0"/>
                </a:cubicBezTo>
                <a:cubicBezTo>
                  <a:pt x="44" y="0"/>
                  <a:pt x="0" y="30"/>
                  <a:pt x="0" y="74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589"/>
                  <a:pt x="44" y="634"/>
                  <a:pt x="89" y="634"/>
                </a:cubicBezTo>
                <a:cubicBezTo>
                  <a:pt x="560" y="634"/>
                  <a:pt x="560" y="634"/>
                  <a:pt x="560" y="634"/>
                </a:cubicBezTo>
                <a:cubicBezTo>
                  <a:pt x="604" y="634"/>
                  <a:pt x="633" y="589"/>
                  <a:pt x="633" y="545"/>
                </a:cubicBezTo>
                <a:cubicBezTo>
                  <a:pt x="633" y="74"/>
                  <a:pt x="633" y="74"/>
                  <a:pt x="633" y="74"/>
                </a:cubicBezTo>
                <a:cubicBezTo>
                  <a:pt x="633" y="30"/>
                  <a:pt x="604" y="0"/>
                  <a:pt x="560" y="0"/>
                </a:cubicBezTo>
                <a:close/>
                <a:moveTo>
                  <a:pt x="589" y="545"/>
                </a:moveTo>
                <a:lnTo>
                  <a:pt x="589" y="545"/>
                </a:lnTo>
                <a:cubicBezTo>
                  <a:pt x="589" y="575"/>
                  <a:pt x="574" y="589"/>
                  <a:pt x="560" y="589"/>
                </a:cubicBezTo>
                <a:cubicBezTo>
                  <a:pt x="89" y="589"/>
                  <a:pt x="89" y="589"/>
                  <a:pt x="89" y="589"/>
                </a:cubicBezTo>
                <a:cubicBezTo>
                  <a:pt x="59" y="589"/>
                  <a:pt x="44" y="575"/>
                  <a:pt x="44" y="545"/>
                </a:cubicBezTo>
                <a:cubicBezTo>
                  <a:pt x="44" y="74"/>
                  <a:pt x="44" y="74"/>
                  <a:pt x="44" y="74"/>
                </a:cubicBezTo>
                <a:cubicBezTo>
                  <a:pt x="44" y="59"/>
                  <a:pt x="59" y="45"/>
                  <a:pt x="89" y="45"/>
                </a:cubicBezTo>
                <a:cubicBezTo>
                  <a:pt x="560" y="45"/>
                  <a:pt x="560" y="45"/>
                  <a:pt x="560" y="45"/>
                </a:cubicBezTo>
                <a:cubicBezTo>
                  <a:pt x="574" y="45"/>
                  <a:pt x="589" y="59"/>
                  <a:pt x="589" y="74"/>
                </a:cubicBezTo>
                <a:lnTo>
                  <a:pt x="589" y="545"/>
                </a:lnTo>
                <a:close/>
                <a:moveTo>
                  <a:pt x="501" y="74"/>
                </a:moveTo>
                <a:lnTo>
                  <a:pt x="501" y="74"/>
                </a:lnTo>
                <a:cubicBezTo>
                  <a:pt x="148" y="74"/>
                  <a:pt x="148" y="74"/>
                  <a:pt x="148" y="74"/>
                </a:cubicBezTo>
                <a:cubicBezTo>
                  <a:pt x="133" y="74"/>
                  <a:pt x="118" y="89"/>
                  <a:pt x="118" y="104"/>
                </a:cubicBezTo>
                <a:cubicBezTo>
                  <a:pt x="118" y="104"/>
                  <a:pt x="133" y="118"/>
                  <a:pt x="148" y="118"/>
                </a:cubicBezTo>
                <a:cubicBezTo>
                  <a:pt x="501" y="118"/>
                  <a:pt x="501" y="118"/>
                  <a:pt x="501" y="118"/>
                </a:cubicBezTo>
                <a:lnTo>
                  <a:pt x="516" y="104"/>
                </a:lnTo>
                <a:cubicBezTo>
                  <a:pt x="516" y="89"/>
                  <a:pt x="501" y="74"/>
                  <a:pt x="501" y="7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1" name="Freeform 90"/>
          <p:cNvSpPr/>
          <p:nvPr/>
        </p:nvSpPr>
        <p:spPr>
          <a:xfrm>
            <a:off x="674640" y="3979800"/>
            <a:ext cx="274680" cy="274680"/>
          </a:xfrm>
          <a:custGeom>
            <a:avLst/>
            <a:gdLst/>
            <a:ahLst/>
            <a:rect l="l" t="t" r="r" b="b"/>
            <a:pathLst>
              <a:path w="634" h="635">
                <a:moveTo>
                  <a:pt x="294" y="472"/>
                </a:moveTo>
                <a:lnTo>
                  <a:pt x="294" y="472"/>
                </a:lnTo>
                <a:cubicBezTo>
                  <a:pt x="309" y="472"/>
                  <a:pt x="309" y="472"/>
                  <a:pt x="309" y="472"/>
                </a:cubicBezTo>
                <a:cubicBezTo>
                  <a:pt x="324" y="472"/>
                  <a:pt x="324" y="472"/>
                  <a:pt x="324" y="472"/>
                </a:cubicBezTo>
                <a:cubicBezTo>
                  <a:pt x="426" y="354"/>
                  <a:pt x="426" y="354"/>
                  <a:pt x="426" y="354"/>
                </a:cubicBezTo>
                <a:cubicBezTo>
                  <a:pt x="426" y="339"/>
                  <a:pt x="426" y="325"/>
                  <a:pt x="426" y="325"/>
                </a:cubicBezTo>
                <a:cubicBezTo>
                  <a:pt x="412" y="310"/>
                  <a:pt x="412" y="310"/>
                  <a:pt x="397" y="325"/>
                </a:cubicBezTo>
                <a:cubicBezTo>
                  <a:pt x="338" y="398"/>
                  <a:pt x="338" y="398"/>
                  <a:pt x="338" y="398"/>
                </a:cubicBezTo>
                <a:cubicBezTo>
                  <a:pt x="338" y="104"/>
                  <a:pt x="338" y="104"/>
                  <a:pt x="338" y="104"/>
                </a:cubicBezTo>
                <a:cubicBezTo>
                  <a:pt x="338" y="89"/>
                  <a:pt x="324" y="74"/>
                  <a:pt x="309" y="74"/>
                </a:cubicBezTo>
                <a:cubicBezTo>
                  <a:pt x="309" y="74"/>
                  <a:pt x="294" y="89"/>
                  <a:pt x="294" y="104"/>
                </a:cubicBezTo>
                <a:cubicBezTo>
                  <a:pt x="294" y="398"/>
                  <a:pt x="294" y="398"/>
                  <a:pt x="294" y="398"/>
                </a:cubicBezTo>
                <a:cubicBezTo>
                  <a:pt x="235" y="325"/>
                  <a:pt x="235" y="325"/>
                  <a:pt x="235" y="325"/>
                </a:cubicBezTo>
                <a:cubicBezTo>
                  <a:pt x="220" y="310"/>
                  <a:pt x="206" y="310"/>
                  <a:pt x="206" y="325"/>
                </a:cubicBezTo>
                <a:cubicBezTo>
                  <a:pt x="191" y="325"/>
                  <a:pt x="191" y="339"/>
                  <a:pt x="206" y="354"/>
                </a:cubicBezTo>
                <a:lnTo>
                  <a:pt x="294" y="472"/>
                </a:lnTo>
                <a:close/>
                <a:moveTo>
                  <a:pt x="485" y="516"/>
                </a:moveTo>
                <a:lnTo>
                  <a:pt x="485" y="516"/>
                </a:lnTo>
                <a:cubicBezTo>
                  <a:pt x="132" y="516"/>
                  <a:pt x="132" y="516"/>
                  <a:pt x="132" y="516"/>
                </a:cubicBezTo>
                <a:cubicBezTo>
                  <a:pt x="132" y="516"/>
                  <a:pt x="117" y="516"/>
                  <a:pt x="117" y="530"/>
                </a:cubicBezTo>
                <a:cubicBezTo>
                  <a:pt x="117" y="545"/>
                  <a:pt x="132" y="545"/>
                  <a:pt x="132" y="545"/>
                </a:cubicBezTo>
                <a:cubicBezTo>
                  <a:pt x="485" y="545"/>
                  <a:pt x="485" y="545"/>
                  <a:pt x="485" y="545"/>
                </a:cubicBezTo>
                <a:cubicBezTo>
                  <a:pt x="500" y="545"/>
                  <a:pt x="515" y="545"/>
                  <a:pt x="515" y="530"/>
                </a:cubicBezTo>
                <a:cubicBezTo>
                  <a:pt x="515" y="516"/>
                  <a:pt x="500" y="516"/>
                  <a:pt x="485" y="516"/>
                </a:cubicBezTo>
                <a:close/>
                <a:moveTo>
                  <a:pt x="544" y="0"/>
                </a:moveTo>
                <a:lnTo>
                  <a:pt x="544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30"/>
                  <a:pt x="0" y="74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589"/>
                  <a:pt x="29" y="634"/>
                  <a:pt x="73" y="634"/>
                </a:cubicBezTo>
                <a:cubicBezTo>
                  <a:pt x="544" y="634"/>
                  <a:pt x="544" y="634"/>
                  <a:pt x="544" y="634"/>
                </a:cubicBezTo>
                <a:cubicBezTo>
                  <a:pt x="588" y="634"/>
                  <a:pt x="633" y="589"/>
                  <a:pt x="633" y="545"/>
                </a:cubicBezTo>
                <a:cubicBezTo>
                  <a:pt x="633" y="74"/>
                  <a:pt x="633" y="74"/>
                  <a:pt x="633" y="74"/>
                </a:cubicBezTo>
                <a:cubicBezTo>
                  <a:pt x="633" y="30"/>
                  <a:pt x="588" y="0"/>
                  <a:pt x="544" y="0"/>
                </a:cubicBezTo>
                <a:close/>
                <a:moveTo>
                  <a:pt x="588" y="545"/>
                </a:moveTo>
                <a:lnTo>
                  <a:pt x="588" y="545"/>
                </a:lnTo>
                <a:cubicBezTo>
                  <a:pt x="588" y="575"/>
                  <a:pt x="574" y="589"/>
                  <a:pt x="544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8" y="589"/>
                  <a:pt x="44" y="575"/>
                  <a:pt x="44" y="545"/>
                </a:cubicBezTo>
                <a:cubicBezTo>
                  <a:pt x="44" y="74"/>
                  <a:pt x="44" y="74"/>
                  <a:pt x="44" y="74"/>
                </a:cubicBezTo>
                <a:cubicBezTo>
                  <a:pt x="44" y="59"/>
                  <a:pt x="58" y="45"/>
                  <a:pt x="73" y="45"/>
                </a:cubicBezTo>
                <a:cubicBezTo>
                  <a:pt x="544" y="45"/>
                  <a:pt x="544" y="45"/>
                  <a:pt x="544" y="45"/>
                </a:cubicBezTo>
                <a:cubicBezTo>
                  <a:pt x="574" y="45"/>
                  <a:pt x="588" y="59"/>
                  <a:pt x="588" y="74"/>
                </a:cubicBezTo>
                <a:lnTo>
                  <a:pt x="588" y="54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2" name="Freeform 91"/>
          <p:cNvSpPr/>
          <p:nvPr/>
        </p:nvSpPr>
        <p:spPr>
          <a:xfrm>
            <a:off x="235080" y="3979800"/>
            <a:ext cx="266400" cy="274680"/>
          </a:xfrm>
          <a:custGeom>
            <a:avLst/>
            <a:gdLst/>
            <a:ahLst/>
            <a:rect l="l" t="t" r="r" b="b"/>
            <a:pathLst>
              <a:path w="619" h="635">
                <a:moveTo>
                  <a:pt x="589" y="118"/>
                </a:moveTo>
                <a:lnTo>
                  <a:pt x="589" y="118"/>
                </a:lnTo>
                <a:cubicBezTo>
                  <a:pt x="441" y="118"/>
                  <a:pt x="441" y="118"/>
                  <a:pt x="441" y="118"/>
                </a:cubicBezTo>
                <a:cubicBezTo>
                  <a:pt x="441" y="104"/>
                  <a:pt x="441" y="89"/>
                  <a:pt x="441" y="74"/>
                </a:cubicBezTo>
                <a:cubicBezTo>
                  <a:pt x="441" y="30"/>
                  <a:pt x="412" y="0"/>
                  <a:pt x="368" y="0"/>
                </a:cubicBezTo>
                <a:cubicBezTo>
                  <a:pt x="339" y="0"/>
                  <a:pt x="324" y="15"/>
                  <a:pt x="309" y="30"/>
                </a:cubicBezTo>
                <a:cubicBezTo>
                  <a:pt x="294" y="15"/>
                  <a:pt x="280" y="0"/>
                  <a:pt x="250" y="0"/>
                </a:cubicBezTo>
                <a:cubicBezTo>
                  <a:pt x="206" y="0"/>
                  <a:pt x="177" y="30"/>
                  <a:pt x="177" y="74"/>
                </a:cubicBezTo>
                <a:cubicBezTo>
                  <a:pt x="177" y="89"/>
                  <a:pt x="177" y="104"/>
                  <a:pt x="177" y="118"/>
                </a:cubicBezTo>
                <a:cubicBezTo>
                  <a:pt x="29" y="118"/>
                  <a:pt x="29" y="118"/>
                  <a:pt x="29" y="118"/>
                </a:cubicBezTo>
                <a:cubicBezTo>
                  <a:pt x="15" y="118"/>
                  <a:pt x="0" y="133"/>
                  <a:pt x="0" y="163"/>
                </a:cubicBezTo>
                <a:cubicBezTo>
                  <a:pt x="0" y="192"/>
                  <a:pt x="0" y="192"/>
                  <a:pt x="0" y="192"/>
                </a:cubicBezTo>
                <a:cubicBezTo>
                  <a:pt x="0" y="221"/>
                  <a:pt x="15" y="236"/>
                  <a:pt x="29" y="236"/>
                </a:cubicBezTo>
                <a:cubicBezTo>
                  <a:pt x="29" y="545"/>
                  <a:pt x="29" y="545"/>
                  <a:pt x="29" y="545"/>
                </a:cubicBezTo>
                <a:cubicBezTo>
                  <a:pt x="29" y="589"/>
                  <a:pt x="73" y="634"/>
                  <a:pt x="118" y="634"/>
                </a:cubicBezTo>
                <a:cubicBezTo>
                  <a:pt x="500" y="634"/>
                  <a:pt x="500" y="634"/>
                  <a:pt x="500" y="634"/>
                </a:cubicBezTo>
                <a:cubicBezTo>
                  <a:pt x="544" y="634"/>
                  <a:pt x="589" y="589"/>
                  <a:pt x="589" y="545"/>
                </a:cubicBezTo>
                <a:cubicBezTo>
                  <a:pt x="589" y="236"/>
                  <a:pt x="589" y="236"/>
                  <a:pt x="589" y="236"/>
                </a:cubicBezTo>
                <a:cubicBezTo>
                  <a:pt x="603" y="236"/>
                  <a:pt x="618" y="221"/>
                  <a:pt x="618" y="192"/>
                </a:cubicBezTo>
                <a:cubicBezTo>
                  <a:pt x="618" y="163"/>
                  <a:pt x="618" y="163"/>
                  <a:pt x="618" y="163"/>
                </a:cubicBezTo>
                <a:cubicBezTo>
                  <a:pt x="618" y="133"/>
                  <a:pt x="603" y="118"/>
                  <a:pt x="589" y="118"/>
                </a:cubicBezTo>
                <a:close/>
                <a:moveTo>
                  <a:pt x="368" y="45"/>
                </a:moveTo>
                <a:lnTo>
                  <a:pt x="368" y="45"/>
                </a:lnTo>
                <a:cubicBezTo>
                  <a:pt x="382" y="45"/>
                  <a:pt x="412" y="59"/>
                  <a:pt x="412" y="74"/>
                </a:cubicBezTo>
                <a:cubicBezTo>
                  <a:pt x="412" y="104"/>
                  <a:pt x="382" y="118"/>
                  <a:pt x="368" y="118"/>
                </a:cubicBezTo>
                <a:cubicBezTo>
                  <a:pt x="353" y="118"/>
                  <a:pt x="324" y="104"/>
                  <a:pt x="324" y="74"/>
                </a:cubicBezTo>
                <a:cubicBezTo>
                  <a:pt x="324" y="59"/>
                  <a:pt x="353" y="45"/>
                  <a:pt x="368" y="45"/>
                </a:cubicBezTo>
                <a:close/>
                <a:moveTo>
                  <a:pt x="250" y="45"/>
                </a:moveTo>
                <a:lnTo>
                  <a:pt x="250" y="45"/>
                </a:lnTo>
                <a:cubicBezTo>
                  <a:pt x="265" y="45"/>
                  <a:pt x="294" y="59"/>
                  <a:pt x="294" y="74"/>
                </a:cubicBezTo>
                <a:cubicBezTo>
                  <a:pt x="294" y="104"/>
                  <a:pt x="265" y="118"/>
                  <a:pt x="250" y="118"/>
                </a:cubicBezTo>
                <a:cubicBezTo>
                  <a:pt x="235" y="118"/>
                  <a:pt x="206" y="104"/>
                  <a:pt x="206" y="74"/>
                </a:cubicBezTo>
                <a:cubicBezTo>
                  <a:pt x="206" y="59"/>
                  <a:pt x="235" y="45"/>
                  <a:pt x="250" y="45"/>
                </a:cubicBezTo>
                <a:close/>
                <a:moveTo>
                  <a:pt x="294" y="589"/>
                </a:moveTo>
                <a:lnTo>
                  <a:pt x="294" y="589"/>
                </a:lnTo>
                <a:cubicBezTo>
                  <a:pt x="118" y="589"/>
                  <a:pt x="118" y="589"/>
                  <a:pt x="118" y="589"/>
                </a:cubicBezTo>
                <a:cubicBezTo>
                  <a:pt x="88" y="589"/>
                  <a:pt x="73" y="575"/>
                  <a:pt x="73" y="545"/>
                </a:cubicBezTo>
                <a:cubicBezTo>
                  <a:pt x="73" y="427"/>
                  <a:pt x="73" y="427"/>
                  <a:pt x="73" y="427"/>
                </a:cubicBezTo>
                <a:cubicBezTo>
                  <a:pt x="294" y="427"/>
                  <a:pt x="294" y="427"/>
                  <a:pt x="294" y="427"/>
                </a:cubicBezTo>
                <a:lnTo>
                  <a:pt x="294" y="589"/>
                </a:lnTo>
                <a:close/>
                <a:moveTo>
                  <a:pt x="294" y="398"/>
                </a:moveTo>
                <a:lnTo>
                  <a:pt x="294" y="398"/>
                </a:lnTo>
                <a:cubicBezTo>
                  <a:pt x="73" y="398"/>
                  <a:pt x="73" y="398"/>
                  <a:pt x="73" y="398"/>
                </a:cubicBezTo>
                <a:cubicBezTo>
                  <a:pt x="73" y="236"/>
                  <a:pt x="73" y="236"/>
                  <a:pt x="73" y="236"/>
                </a:cubicBezTo>
                <a:cubicBezTo>
                  <a:pt x="294" y="236"/>
                  <a:pt x="294" y="236"/>
                  <a:pt x="294" y="236"/>
                </a:cubicBezTo>
                <a:lnTo>
                  <a:pt x="294" y="398"/>
                </a:lnTo>
                <a:close/>
                <a:moveTo>
                  <a:pt x="544" y="545"/>
                </a:moveTo>
                <a:lnTo>
                  <a:pt x="544" y="545"/>
                </a:lnTo>
                <a:cubicBezTo>
                  <a:pt x="544" y="575"/>
                  <a:pt x="530" y="589"/>
                  <a:pt x="500" y="589"/>
                </a:cubicBezTo>
                <a:cubicBezTo>
                  <a:pt x="324" y="589"/>
                  <a:pt x="324" y="589"/>
                  <a:pt x="324" y="589"/>
                </a:cubicBezTo>
                <a:cubicBezTo>
                  <a:pt x="324" y="427"/>
                  <a:pt x="324" y="427"/>
                  <a:pt x="324" y="427"/>
                </a:cubicBezTo>
                <a:cubicBezTo>
                  <a:pt x="544" y="427"/>
                  <a:pt x="544" y="427"/>
                  <a:pt x="544" y="427"/>
                </a:cubicBezTo>
                <a:lnTo>
                  <a:pt x="544" y="545"/>
                </a:lnTo>
                <a:close/>
                <a:moveTo>
                  <a:pt x="544" y="398"/>
                </a:moveTo>
                <a:lnTo>
                  <a:pt x="544" y="398"/>
                </a:lnTo>
                <a:cubicBezTo>
                  <a:pt x="324" y="398"/>
                  <a:pt x="324" y="398"/>
                  <a:pt x="324" y="398"/>
                </a:cubicBezTo>
                <a:cubicBezTo>
                  <a:pt x="324" y="236"/>
                  <a:pt x="324" y="236"/>
                  <a:pt x="324" y="236"/>
                </a:cubicBezTo>
                <a:cubicBezTo>
                  <a:pt x="544" y="236"/>
                  <a:pt x="544" y="236"/>
                  <a:pt x="544" y="236"/>
                </a:cubicBezTo>
                <a:lnTo>
                  <a:pt x="544" y="398"/>
                </a:lnTo>
                <a:close/>
                <a:moveTo>
                  <a:pt x="559" y="192"/>
                </a:moveTo>
                <a:lnTo>
                  <a:pt x="559" y="192"/>
                </a:lnTo>
                <a:cubicBezTo>
                  <a:pt x="59" y="192"/>
                  <a:pt x="59" y="192"/>
                  <a:pt x="59" y="192"/>
                </a:cubicBezTo>
                <a:cubicBezTo>
                  <a:pt x="44" y="192"/>
                  <a:pt x="29" y="192"/>
                  <a:pt x="29" y="177"/>
                </a:cubicBezTo>
                <a:cubicBezTo>
                  <a:pt x="29" y="163"/>
                  <a:pt x="44" y="163"/>
                  <a:pt x="59" y="163"/>
                </a:cubicBezTo>
                <a:cubicBezTo>
                  <a:pt x="559" y="163"/>
                  <a:pt x="559" y="163"/>
                  <a:pt x="559" y="163"/>
                </a:cubicBezTo>
                <a:cubicBezTo>
                  <a:pt x="574" y="163"/>
                  <a:pt x="589" y="163"/>
                  <a:pt x="589" y="177"/>
                </a:cubicBezTo>
                <a:cubicBezTo>
                  <a:pt x="589" y="192"/>
                  <a:pt x="574" y="192"/>
                  <a:pt x="559" y="19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3" name="Freeform 92"/>
          <p:cNvSpPr/>
          <p:nvPr/>
        </p:nvSpPr>
        <p:spPr>
          <a:xfrm>
            <a:off x="4238640" y="3538440"/>
            <a:ext cx="204840" cy="268560"/>
          </a:xfrm>
          <a:custGeom>
            <a:avLst/>
            <a:gdLst/>
            <a:ahLst/>
            <a:rect l="l" t="t" r="r" b="b"/>
            <a:pathLst>
              <a:path w="472" h="619">
                <a:moveTo>
                  <a:pt x="397" y="73"/>
                </a:moveTo>
                <a:lnTo>
                  <a:pt x="397" y="73"/>
                </a:lnTo>
                <a:cubicBezTo>
                  <a:pt x="353" y="73"/>
                  <a:pt x="353" y="73"/>
                  <a:pt x="353" y="73"/>
                </a:cubicBezTo>
                <a:cubicBezTo>
                  <a:pt x="353" y="29"/>
                  <a:pt x="294" y="0"/>
                  <a:pt x="235" y="0"/>
                </a:cubicBezTo>
                <a:cubicBezTo>
                  <a:pt x="176" y="0"/>
                  <a:pt x="117" y="29"/>
                  <a:pt x="117" y="73"/>
                </a:cubicBezTo>
                <a:cubicBezTo>
                  <a:pt x="73" y="73"/>
                  <a:pt x="73" y="73"/>
                  <a:pt x="73" y="73"/>
                </a:cubicBezTo>
                <a:cubicBezTo>
                  <a:pt x="29" y="73"/>
                  <a:pt x="0" y="103"/>
                  <a:pt x="0" y="147"/>
                </a:cubicBezTo>
                <a:cubicBezTo>
                  <a:pt x="0" y="544"/>
                  <a:pt x="0" y="544"/>
                  <a:pt x="0" y="544"/>
                </a:cubicBezTo>
                <a:cubicBezTo>
                  <a:pt x="0" y="589"/>
                  <a:pt x="29" y="618"/>
                  <a:pt x="73" y="618"/>
                </a:cubicBezTo>
                <a:cubicBezTo>
                  <a:pt x="397" y="618"/>
                  <a:pt x="397" y="618"/>
                  <a:pt x="397" y="618"/>
                </a:cubicBezTo>
                <a:cubicBezTo>
                  <a:pt x="441" y="618"/>
                  <a:pt x="471" y="589"/>
                  <a:pt x="471" y="544"/>
                </a:cubicBezTo>
                <a:cubicBezTo>
                  <a:pt x="471" y="147"/>
                  <a:pt x="471" y="147"/>
                  <a:pt x="471" y="147"/>
                </a:cubicBezTo>
                <a:cubicBezTo>
                  <a:pt x="471" y="103"/>
                  <a:pt x="441" y="73"/>
                  <a:pt x="397" y="73"/>
                </a:cubicBezTo>
                <a:close/>
                <a:moveTo>
                  <a:pt x="235" y="29"/>
                </a:moveTo>
                <a:lnTo>
                  <a:pt x="235" y="29"/>
                </a:lnTo>
                <a:cubicBezTo>
                  <a:pt x="279" y="29"/>
                  <a:pt x="309" y="44"/>
                  <a:pt x="309" y="73"/>
                </a:cubicBezTo>
                <a:cubicBezTo>
                  <a:pt x="162" y="73"/>
                  <a:pt x="162" y="73"/>
                  <a:pt x="162" y="73"/>
                </a:cubicBezTo>
                <a:cubicBezTo>
                  <a:pt x="162" y="44"/>
                  <a:pt x="191" y="29"/>
                  <a:pt x="235" y="29"/>
                </a:cubicBezTo>
                <a:close/>
                <a:moveTo>
                  <a:pt x="426" y="544"/>
                </a:moveTo>
                <a:lnTo>
                  <a:pt x="426" y="544"/>
                </a:lnTo>
                <a:cubicBezTo>
                  <a:pt x="426" y="559"/>
                  <a:pt x="412" y="589"/>
                  <a:pt x="397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8" y="589"/>
                  <a:pt x="44" y="559"/>
                  <a:pt x="44" y="544"/>
                </a:cubicBezTo>
                <a:cubicBezTo>
                  <a:pt x="44" y="500"/>
                  <a:pt x="44" y="500"/>
                  <a:pt x="44" y="500"/>
                </a:cubicBezTo>
                <a:cubicBezTo>
                  <a:pt x="426" y="500"/>
                  <a:pt x="426" y="500"/>
                  <a:pt x="426" y="500"/>
                </a:cubicBezTo>
                <a:lnTo>
                  <a:pt x="426" y="544"/>
                </a:lnTo>
                <a:close/>
                <a:moveTo>
                  <a:pt x="426" y="471"/>
                </a:moveTo>
                <a:lnTo>
                  <a:pt x="426" y="471"/>
                </a:lnTo>
                <a:cubicBezTo>
                  <a:pt x="44" y="471"/>
                  <a:pt x="44" y="471"/>
                  <a:pt x="44" y="471"/>
                </a:cubicBezTo>
                <a:cubicBezTo>
                  <a:pt x="44" y="147"/>
                  <a:pt x="44" y="147"/>
                  <a:pt x="44" y="147"/>
                </a:cubicBezTo>
                <a:cubicBezTo>
                  <a:pt x="44" y="132"/>
                  <a:pt x="58" y="118"/>
                  <a:pt x="73" y="118"/>
                </a:cubicBezTo>
                <a:cubicBezTo>
                  <a:pt x="117" y="118"/>
                  <a:pt x="117" y="118"/>
                  <a:pt x="117" y="118"/>
                </a:cubicBezTo>
                <a:cubicBezTo>
                  <a:pt x="117" y="235"/>
                  <a:pt x="117" y="235"/>
                  <a:pt x="117" y="235"/>
                </a:cubicBezTo>
                <a:cubicBezTo>
                  <a:pt x="162" y="235"/>
                  <a:pt x="162" y="235"/>
                  <a:pt x="162" y="235"/>
                </a:cubicBezTo>
                <a:cubicBezTo>
                  <a:pt x="162" y="118"/>
                  <a:pt x="162" y="118"/>
                  <a:pt x="162" y="118"/>
                </a:cubicBezTo>
                <a:cubicBezTo>
                  <a:pt x="309" y="118"/>
                  <a:pt x="309" y="118"/>
                  <a:pt x="309" y="118"/>
                </a:cubicBezTo>
                <a:cubicBezTo>
                  <a:pt x="309" y="235"/>
                  <a:pt x="309" y="235"/>
                  <a:pt x="309" y="235"/>
                </a:cubicBezTo>
                <a:cubicBezTo>
                  <a:pt x="353" y="235"/>
                  <a:pt x="353" y="235"/>
                  <a:pt x="353" y="235"/>
                </a:cubicBezTo>
                <a:cubicBezTo>
                  <a:pt x="353" y="118"/>
                  <a:pt x="353" y="118"/>
                  <a:pt x="353" y="118"/>
                </a:cubicBezTo>
                <a:cubicBezTo>
                  <a:pt x="397" y="118"/>
                  <a:pt x="397" y="118"/>
                  <a:pt x="397" y="118"/>
                </a:cubicBezTo>
                <a:cubicBezTo>
                  <a:pt x="412" y="118"/>
                  <a:pt x="426" y="132"/>
                  <a:pt x="426" y="147"/>
                </a:cubicBezTo>
                <a:lnTo>
                  <a:pt x="426" y="47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4" name="Freeform 93"/>
          <p:cNvSpPr/>
          <p:nvPr/>
        </p:nvSpPr>
        <p:spPr>
          <a:xfrm>
            <a:off x="3762360" y="3538440"/>
            <a:ext cx="274680" cy="268560"/>
          </a:xfrm>
          <a:custGeom>
            <a:avLst/>
            <a:gdLst/>
            <a:ahLst/>
            <a:rect l="l" t="t" r="r" b="b"/>
            <a:pathLst>
              <a:path w="634" h="619">
                <a:moveTo>
                  <a:pt x="118" y="544"/>
                </a:moveTo>
                <a:lnTo>
                  <a:pt x="118" y="544"/>
                </a:lnTo>
                <a:cubicBezTo>
                  <a:pt x="118" y="589"/>
                  <a:pt x="162" y="618"/>
                  <a:pt x="207" y="618"/>
                </a:cubicBezTo>
                <a:cubicBezTo>
                  <a:pt x="251" y="618"/>
                  <a:pt x="280" y="589"/>
                  <a:pt x="280" y="544"/>
                </a:cubicBezTo>
                <a:cubicBezTo>
                  <a:pt x="280" y="500"/>
                  <a:pt x="251" y="471"/>
                  <a:pt x="207" y="471"/>
                </a:cubicBezTo>
                <a:cubicBezTo>
                  <a:pt x="162" y="471"/>
                  <a:pt x="118" y="500"/>
                  <a:pt x="118" y="544"/>
                </a:cubicBezTo>
                <a:close/>
                <a:moveTo>
                  <a:pt x="207" y="500"/>
                </a:moveTo>
                <a:lnTo>
                  <a:pt x="207" y="500"/>
                </a:lnTo>
                <a:cubicBezTo>
                  <a:pt x="221" y="500"/>
                  <a:pt x="236" y="530"/>
                  <a:pt x="236" y="544"/>
                </a:cubicBezTo>
                <a:cubicBezTo>
                  <a:pt x="236" y="559"/>
                  <a:pt x="221" y="589"/>
                  <a:pt x="207" y="589"/>
                </a:cubicBezTo>
                <a:cubicBezTo>
                  <a:pt x="177" y="589"/>
                  <a:pt x="162" y="559"/>
                  <a:pt x="162" y="544"/>
                </a:cubicBezTo>
                <a:cubicBezTo>
                  <a:pt x="162" y="530"/>
                  <a:pt x="177" y="500"/>
                  <a:pt x="207" y="500"/>
                </a:cubicBezTo>
                <a:close/>
                <a:moveTo>
                  <a:pt x="162" y="427"/>
                </a:moveTo>
                <a:lnTo>
                  <a:pt x="162" y="427"/>
                </a:lnTo>
                <a:cubicBezTo>
                  <a:pt x="148" y="427"/>
                  <a:pt x="118" y="412"/>
                  <a:pt x="118" y="382"/>
                </a:cubicBezTo>
                <a:cubicBezTo>
                  <a:pt x="575" y="353"/>
                  <a:pt x="575" y="353"/>
                  <a:pt x="575" y="353"/>
                </a:cubicBezTo>
                <a:cubicBezTo>
                  <a:pt x="575" y="353"/>
                  <a:pt x="633" y="103"/>
                  <a:pt x="633" y="88"/>
                </a:cubicBezTo>
                <a:lnTo>
                  <a:pt x="619" y="73"/>
                </a:lnTo>
                <a:cubicBezTo>
                  <a:pt x="118" y="73"/>
                  <a:pt x="118" y="73"/>
                  <a:pt x="118" y="73"/>
                </a:cubicBezTo>
                <a:cubicBezTo>
                  <a:pt x="118" y="29"/>
                  <a:pt x="118" y="29"/>
                  <a:pt x="118" y="29"/>
                </a:cubicBezTo>
                <a:cubicBezTo>
                  <a:pt x="148" y="29"/>
                  <a:pt x="148" y="29"/>
                  <a:pt x="148" y="29"/>
                </a:cubicBezTo>
                <a:cubicBezTo>
                  <a:pt x="148" y="29"/>
                  <a:pt x="162" y="29"/>
                  <a:pt x="162" y="14"/>
                </a:cubicBezTo>
                <a:cubicBezTo>
                  <a:pt x="162" y="0"/>
                  <a:pt x="148" y="0"/>
                  <a:pt x="148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15" y="0"/>
                  <a:pt x="0" y="0"/>
                  <a:pt x="0" y="14"/>
                </a:cubicBezTo>
                <a:cubicBezTo>
                  <a:pt x="0" y="29"/>
                  <a:pt x="15" y="29"/>
                  <a:pt x="30" y="29"/>
                </a:cubicBezTo>
                <a:cubicBezTo>
                  <a:pt x="89" y="29"/>
                  <a:pt x="89" y="29"/>
                  <a:pt x="89" y="29"/>
                </a:cubicBezTo>
                <a:cubicBezTo>
                  <a:pt x="89" y="382"/>
                  <a:pt x="89" y="382"/>
                  <a:pt x="89" y="382"/>
                </a:cubicBezTo>
                <a:cubicBezTo>
                  <a:pt x="89" y="427"/>
                  <a:pt x="118" y="471"/>
                  <a:pt x="162" y="471"/>
                </a:cubicBezTo>
                <a:cubicBezTo>
                  <a:pt x="207" y="471"/>
                  <a:pt x="207" y="471"/>
                  <a:pt x="207" y="471"/>
                </a:cubicBezTo>
                <a:cubicBezTo>
                  <a:pt x="442" y="471"/>
                  <a:pt x="442" y="471"/>
                  <a:pt x="442" y="471"/>
                </a:cubicBezTo>
                <a:cubicBezTo>
                  <a:pt x="619" y="471"/>
                  <a:pt x="619" y="471"/>
                  <a:pt x="619" y="471"/>
                </a:cubicBezTo>
                <a:cubicBezTo>
                  <a:pt x="619" y="471"/>
                  <a:pt x="619" y="441"/>
                  <a:pt x="619" y="427"/>
                </a:cubicBezTo>
                <a:lnTo>
                  <a:pt x="162" y="427"/>
                </a:lnTo>
                <a:close/>
                <a:moveTo>
                  <a:pt x="118" y="118"/>
                </a:moveTo>
                <a:lnTo>
                  <a:pt x="118" y="118"/>
                </a:lnTo>
                <a:cubicBezTo>
                  <a:pt x="589" y="118"/>
                  <a:pt x="589" y="118"/>
                  <a:pt x="589" y="118"/>
                </a:cubicBezTo>
                <a:cubicBezTo>
                  <a:pt x="545" y="309"/>
                  <a:pt x="545" y="309"/>
                  <a:pt x="545" y="309"/>
                </a:cubicBezTo>
                <a:cubicBezTo>
                  <a:pt x="118" y="353"/>
                  <a:pt x="118" y="353"/>
                  <a:pt x="118" y="353"/>
                </a:cubicBezTo>
                <a:lnTo>
                  <a:pt x="118" y="118"/>
                </a:lnTo>
                <a:close/>
                <a:moveTo>
                  <a:pt x="354" y="544"/>
                </a:moveTo>
                <a:lnTo>
                  <a:pt x="354" y="544"/>
                </a:lnTo>
                <a:cubicBezTo>
                  <a:pt x="354" y="589"/>
                  <a:pt x="398" y="618"/>
                  <a:pt x="442" y="618"/>
                </a:cubicBezTo>
                <a:cubicBezTo>
                  <a:pt x="486" y="618"/>
                  <a:pt x="516" y="589"/>
                  <a:pt x="516" y="544"/>
                </a:cubicBezTo>
                <a:cubicBezTo>
                  <a:pt x="516" y="500"/>
                  <a:pt x="486" y="471"/>
                  <a:pt x="442" y="471"/>
                </a:cubicBezTo>
                <a:cubicBezTo>
                  <a:pt x="398" y="471"/>
                  <a:pt x="354" y="500"/>
                  <a:pt x="354" y="544"/>
                </a:cubicBezTo>
                <a:close/>
                <a:moveTo>
                  <a:pt x="442" y="500"/>
                </a:moveTo>
                <a:lnTo>
                  <a:pt x="442" y="500"/>
                </a:lnTo>
                <a:cubicBezTo>
                  <a:pt x="457" y="500"/>
                  <a:pt x="471" y="530"/>
                  <a:pt x="471" y="544"/>
                </a:cubicBezTo>
                <a:cubicBezTo>
                  <a:pt x="471" y="559"/>
                  <a:pt x="457" y="589"/>
                  <a:pt x="442" y="589"/>
                </a:cubicBezTo>
                <a:cubicBezTo>
                  <a:pt x="412" y="589"/>
                  <a:pt x="398" y="559"/>
                  <a:pt x="398" y="544"/>
                </a:cubicBezTo>
                <a:cubicBezTo>
                  <a:pt x="398" y="530"/>
                  <a:pt x="412" y="500"/>
                  <a:pt x="442" y="50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5" name="Freeform 94"/>
          <p:cNvSpPr/>
          <p:nvPr/>
        </p:nvSpPr>
        <p:spPr>
          <a:xfrm>
            <a:off x="3322800" y="3546360"/>
            <a:ext cx="274320" cy="255600"/>
          </a:xfrm>
          <a:custGeom>
            <a:avLst/>
            <a:gdLst/>
            <a:ahLst/>
            <a:rect l="l" t="t" r="r" b="b"/>
            <a:pathLst>
              <a:path w="634" h="590">
                <a:moveTo>
                  <a:pt x="191" y="162"/>
                </a:moveTo>
                <a:lnTo>
                  <a:pt x="191" y="162"/>
                </a:lnTo>
                <a:cubicBezTo>
                  <a:pt x="147" y="0"/>
                  <a:pt x="147" y="0"/>
                  <a:pt x="147" y="0"/>
                </a:cubicBezTo>
                <a:cubicBezTo>
                  <a:pt x="14" y="0"/>
                  <a:pt x="14" y="0"/>
                  <a:pt x="14" y="0"/>
                </a:cubicBezTo>
                <a:lnTo>
                  <a:pt x="0" y="15"/>
                </a:lnTo>
                <a:cubicBezTo>
                  <a:pt x="0" y="30"/>
                  <a:pt x="14" y="45"/>
                  <a:pt x="14" y="45"/>
                </a:cubicBezTo>
                <a:cubicBezTo>
                  <a:pt x="117" y="45"/>
                  <a:pt x="117" y="45"/>
                  <a:pt x="117" y="45"/>
                </a:cubicBezTo>
                <a:cubicBezTo>
                  <a:pt x="162" y="162"/>
                  <a:pt x="162" y="162"/>
                  <a:pt x="162" y="162"/>
                </a:cubicBezTo>
                <a:lnTo>
                  <a:pt x="162" y="162"/>
                </a:lnTo>
                <a:cubicBezTo>
                  <a:pt x="191" y="398"/>
                  <a:pt x="191" y="398"/>
                  <a:pt x="191" y="398"/>
                </a:cubicBezTo>
                <a:cubicBezTo>
                  <a:pt x="191" y="442"/>
                  <a:pt x="235" y="471"/>
                  <a:pt x="279" y="471"/>
                </a:cubicBezTo>
                <a:cubicBezTo>
                  <a:pt x="485" y="471"/>
                  <a:pt x="485" y="471"/>
                  <a:pt x="485" y="471"/>
                </a:cubicBezTo>
                <a:cubicBezTo>
                  <a:pt x="530" y="471"/>
                  <a:pt x="574" y="442"/>
                  <a:pt x="574" y="398"/>
                </a:cubicBezTo>
                <a:cubicBezTo>
                  <a:pt x="633" y="162"/>
                  <a:pt x="633" y="162"/>
                  <a:pt x="633" y="162"/>
                </a:cubicBezTo>
                <a:lnTo>
                  <a:pt x="191" y="162"/>
                </a:lnTo>
                <a:close/>
                <a:moveTo>
                  <a:pt x="530" y="398"/>
                </a:moveTo>
                <a:lnTo>
                  <a:pt x="530" y="398"/>
                </a:lnTo>
                <a:cubicBezTo>
                  <a:pt x="530" y="413"/>
                  <a:pt x="515" y="427"/>
                  <a:pt x="485" y="427"/>
                </a:cubicBezTo>
                <a:cubicBezTo>
                  <a:pt x="279" y="427"/>
                  <a:pt x="279" y="427"/>
                  <a:pt x="279" y="427"/>
                </a:cubicBezTo>
                <a:cubicBezTo>
                  <a:pt x="250" y="427"/>
                  <a:pt x="235" y="413"/>
                  <a:pt x="235" y="398"/>
                </a:cubicBezTo>
                <a:cubicBezTo>
                  <a:pt x="206" y="192"/>
                  <a:pt x="206" y="192"/>
                  <a:pt x="206" y="192"/>
                </a:cubicBezTo>
                <a:cubicBezTo>
                  <a:pt x="574" y="192"/>
                  <a:pt x="574" y="192"/>
                  <a:pt x="574" y="192"/>
                </a:cubicBezTo>
                <a:lnTo>
                  <a:pt x="530" y="398"/>
                </a:lnTo>
                <a:close/>
                <a:moveTo>
                  <a:pt x="279" y="516"/>
                </a:moveTo>
                <a:lnTo>
                  <a:pt x="279" y="516"/>
                </a:lnTo>
                <a:cubicBezTo>
                  <a:pt x="250" y="516"/>
                  <a:pt x="235" y="530"/>
                  <a:pt x="235" y="545"/>
                </a:cubicBezTo>
                <a:cubicBezTo>
                  <a:pt x="235" y="575"/>
                  <a:pt x="250" y="589"/>
                  <a:pt x="279" y="589"/>
                </a:cubicBezTo>
                <a:cubicBezTo>
                  <a:pt x="294" y="589"/>
                  <a:pt x="309" y="575"/>
                  <a:pt x="309" y="545"/>
                </a:cubicBezTo>
                <a:cubicBezTo>
                  <a:pt x="309" y="530"/>
                  <a:pt x="294" y="516"/>
                  <a:pt x="279" y="516"/>
                </a:cubicBezTo>
                <a:close/>
                <a:moveTo>
                  <a:pt x="471" y="516"/>
                </a:moveTo>
                <a:lnTo>
                  <a:pt x="471" y="516"/>
                </a:lnTo>
                <a:cubicBezTo>
                  <a:pt x="456" y="516"/>
                  <a:pt x="426" y="530"/>
                  <a:pt x="426" y="545"/>
                </a:cubicBezTo>
                <a:cubicBezTo>
                  <a:pt x="426" y="575"/>
                  <a:pt x="456" y="589"/>
                  <a:pt x="471" y="589"/>
                </a:cubicBezTo>
                <a:cubicBezTo>
                  <a:pt x="485" y="589"/>
                  <a:pt x="515" y="575"/>
                  <a:pt x="515" y="545"/>
                </a:cubicBezTo>
                <a:cubicBezTo>
                  <a:pt x="515" y="530"/>
                  <a:pt x="485" y="516"/>
                  <a:pt x="471" y="51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6" name="Freeform 95"/>
          <p:cNvSpPr/>
          <p:nvPr/>
        </p:nvSpPr>
        <p:spPr>
          <a:xfrm>
            <a:off x="2882880" y="3565440"/>
            <a:ext cx="266760" cy="217440"/>
          </a:xfrm>
          <a:custGeom>
            <a:avLst/>
            <a:gdLst/>
            <a:ahLst/>
            <a:rect l="l" t="t" r="r" b="b"/>
            <a:pathLst>
              <a:path w="619" h="501">
                <a:moveTo>
                  <a:pt x="603" y="117"/>
                </a:moveTo>
                <a:lnTo>
                  <a:pt x="603" y="117"/>
                </a:lnTo>
                <a:cubicBezTo>
                  <a:pt x="471" y="117"/>
                  <a:pt x="471" y="117"/>
                  <a:pt x="471" y="117"/>
                </a:cubicBezTo>
                <a:cubicBezTo>
                  <a:pt x="515" y="29"/>
                  <a:pt x="515" y="29"/>
                  <a:pt x="515" y="29"/>
                </a:cubicBezTo>
                <a:cubicBezTo>
                  <a:pt x="559" y="29"/>
                  <a:pt x="559" y="29"/>
                  <a:pt x="559" y="29"/>
                </a:cubicBezTo>
                <a:cubicBezTo>
                  <a:pt x="574" y="29"/>
                  <a:pt x="589" y="29"/>
                  <a:pt x="589" y="14"/>
                </a:cubicBezTo>
                <a:cubicBezTo>
                  <a:pt x="589" y="0"/>
                  <a:pt x="574" y="0"/>
                  <a:pt x="559" y="0"/>
                </a:cubicBezTo>
                <a:cubicBezTo>
                  <a:pt x="486" y="0"/>
                  <a:pt x="486" y="0"/>
                  <a:pt x="486" y="0"/>
                </a:cubicBezTo>
                <a:cubicBezTo>
                  <a:pt x="427" y="117"/>
                  <a:pt x="427" y="117"/>
                  <a:pt x="427" y="117"/>
                </a:cubicBezTo>
                <a:cubicBezTo>
                  <a:pt x="191" y="117"/>
                  <a:pt x="191" y="117"/>
                  <a:pt x="191" y="117"/>
                </a:cubicBezTo>
                <a:cubicBezTo>
                  <a:pt x="132" y="0"/>
                  <a:pt x="132" y="0"/>
                  <a:pt x="132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44" y="0"/>
                  <a:pt x="29" y="0"/>
                  <a:pt x="29" y="14"/>
                </a:cubicBezTo>
                <a:cubicBezTo>
                  <a:pt x="29" y="29"/>
                  <a:pt x="44" y="29"/>
                  <a:pt x="59" y="29"/>
                </a:cubicBezTo>
                <a:cubicBezTo>
                  <a:pt x="103" y="29"/>
                  <a:pt x="103" y="29"/>
                  <a:pt x="103" y="29"/>
                </a:cubicBezTo>
                <a:cubicBezTo>
                  <a:pt x="147" y="117"/>
                  <a:pt x="147" y="117"/>
                  <a:pt x="147" y="117"/>
                </a:cubicBezTo>
                <a:cubicBezTo>
                  <a:pt x="15" y="117"/>
                  <a:pt x="15" y="117"/>
                  <a:pt x="15" y="117"/>
                </a:cubicBezTo>
                <a:cubicBezTo>
                  <a:pt x="0" y="117"/>
                  <a:pt x="0" y="117"/>
                  <a:pt x="0" y="132"/>
                </a:cubicBezTo>
                <a:cubicBezTo>
                  <a:pt x="0" y="147"/>
                  <a:pt x="0" y="147"/>
                  <a:pt x="15" y="147"/>
                </a:cubicBezTo>
                <a:cubicBezTo>
                  <a:pt x="29" y="147"/>
                  <a:pt x="29" y="147"/>
                  <a:pt x="29" y="147"/>
                </a:cubicBezTo>
                <a:cubicBezTo>
                  <a:pt x="59" y="426"/>
                  <a:pt x="59" y="426"/>
                  <a:pt x="59" y="426"/>
                </a:cubicBezTo>
                <a:cubicBezTo>
                  <a:pt x="59" y="471"/>
                  <a:pt x="88" y="500"/>
                  <a:pt x="132" y="500"/>
                </a:cubicBezTo>
                <a:cubicBezTo>
                  <a:pt x="471" y="500"/>
                  <a:pt x="471" y="500"/>
                  <a:pt x="471" y="500"/>
                </a:cubicBezTo>
                <a:cubicBezTo>
                  <a:pt x="515" y="500"/>
                  <a:pt x="545" y="471"/>
                  <a:pt x="545" y="426"/>
                </a:cubicBezTo>
                <a:cubicBezTo>
                  <a:pt x="589" y="147"/>
                  <a:pt x="589" y="147"/>
                  <a:pt x="589" y="147"/>
                </a:cubicBezTo>
                <a:cubicBezTo>
                  <a:pt x="603" y="147"/>
                  <a:pt x="603" y="147"/>
                  <a:pt x="603" y="147"/>
                </a:cubicBezTo>
                <a:cubicBezTo>
                  <a:pt x="618" y="147"/>
                  <a:pt x="618" y="147"/>
                  <a:pt x="618" y="132"/>
                </a:cubicBezTo>
                <a:cubicBezTo>
                  <a:pt x="618" y="117"/>
                  <a:pt x="618" y="117"/>
                  <a:pt x="603" y="117"/>
                </a:cubicBezTo>
                <a:close/>
                <a:moveTo>
                  <a:pt x="191" y="471"/>
                </a:moveTo>
                <a:lnTo>
                  <a:pt x="191" y="471"/>
                </a:lnTo>
                <a:cubicBezTo>
                  <a:pt x="132" y="471"/>
                  <a:pt x="132" y="471"/>
                  <a:pt x="132" y="471"/>
                </a:cubicBezTo>
                <a:cubicBezTo>
                  <a:pt x="118" y="471"/>
                  <a:pt x="88" y="441"/>
                  <a:pt x="88" y="426"/>
                </a:cubicBezTo>
                <a:cubicBezTo>
                  <a:pt x="88" y="382"/>
                  <a:pt x="88" y="382"/>
                  <a:pt x="88" y="382"/>
                </a:cubicBezTo>
                <a:cubicBezTo>
                  <a:pt x="191" y="382"/>
                  <a:pt x="191" y="382"/>
                  <a:pt x="191" y="382"/>
                </a:cubicBezTo>
                <a:lnTo>
                  <a:pt x="191" y="471"/>
                </a:lnTo>
                <a:close/>
                <a:moveTo>
                  <a:pt x="191" y="353"/>
                </a:moveTo>
                <a:lnTo>
                  <a:pt x="191" y="353"/>
                </a:lnTo>
                <a:cubicBezTo>
                  <a:pt x="88" y="353"/>
                  <a:pt x="88" y="353"/>
                  <a:pt x="88" y="353"/>
                </a:cubicBezTo>
                <a:cubicBezTo>
                  <a:pt x="88" y="264"/>
                  <a:pt x="88" y="264"/>
                  <a:pt x="88" y="264"/>
                </a:cubicBezTo>
                <a:cubicBezTo>
                  <a:pt x="191" y="264"/>
                  <a:pt x="191" y="264"/>
                  <a:pt x="191" y="264"/>
                </a:cubicBezTo>
                <a:lnTo>
                  <a:pt x="191" y="353"/>
                </a:lnTo>
                <a:close/>
                <a:moveTo>
                  <a:pt x="191" y="235"/>
                </a:moveTo>
                <a:lnTo>
                  <a:pt x="191" y="235"/>
                </a:lnTo>
                <a:cubicBezTo>
                  <a:pt x="73" y="235"/>
                  <a:pt x="73" y="235"/>
                  <a:pt x="73" y="235"/>
                </a:cubicBezTo>
                <a:cubicBezTo>
                  <a:pt x="73" y="147"/>
                  <a:pt x="73" y="147"/>
                  <a:pt x="73" y="147"/>
                </a:cubicBezTo>
                <a:cubicBezTo>
                  <a:pt x="191" y="147"/>
                  <a:pt x="191" y="147"/>
                  <a:pt x="191" y="147"/>
                </a:cubicBezTo>
                <a:lnTo>
                  <a:pt x="191" y="235"/>
                </a:lnTo>
                <a:close/>
                <a:moveTo>
                  <a:pt x="383" y="471"/>
                </a:moveTo>
                <a:lnTo>
                  <a:pt x="383" y="471"/>
                </a:lnTo>
                <a:cubicBezTo>
                  <a:pt x="236" y="471"/>
                  <a:pt x="236" y="471"/>
                  <a:pt x="236" y="471"/>
                </a:cubicBezTo>
                <a:cubicBezTo>
                  <a:pt x="236" y="382"/>
                  <a:pt x="236" y="382"/>
                  <a:pt x="236" y="382"/>
                </a:cubicBezTo>
                <a:cubicBezTo>
                  <a:pt x="383" y="382"/>
                  <a:pt x="383" y="382"/>
                  <a:pt x="383" y="382"/>
                </a:cubicBezTo>
                <a:lnTo>
                  <a:pt x="383" y="471"/>
                </a:lnTo>
                <a:close/>
                <a:moveTo>
                  <a:pt x="383" y="353"/>
                </a:moveTo>
                <a:lnTo>
                  <a:pt x="383" y="353"/>
                </a:lnTo>
                <a:cubicBezTo>
                  <a:pt x="236" y="353"/>
                  <a:pt x="236" y="353"/>
                  <a:pt x="236" y="353"/>
                </a:cubicBezTo>
                <a:cubicBezTo>
                  <a:pt x="236" y="264"/>
                  <a:pt x="236" y="264"/>
                  <a:pt x="236" y="264"/>
                </a:cubicBezTo>
                <a:cubicBezTo>
                  <a:pt x="383" y="264"/>
                  <a:pt x="383" y="264"/>
                  <a:pt x="383" y="264"/>
                </a:cubicBezTo>
                <a:lnTo>
                  <a:pt x="383" y="353"/>
                </a:lnTo>
                <a:close/>
                <a:moveTo>
                  <a:pt x="383" y="235"/>
                </a:moveTo>
                <a:lnTo>
                  <a:pt x="383" y="235"/>
                </a:lnTo>
                <a:cubicBezTo>
                  <a:pt x="236" y="235"/>
                  <a:pt x="236" y="235"/>
                  <a:pt x="236" y="235"/>
                </a:cubicBezTo>
                <a:cubicBezTo>
                  <a:pt x="236" y="147"/>
                  <a:pt x="236" y="147"/>
                  <a:pt x="236" y="147"/>
                </a:cubicBezTo>
                <a:cubicBezTo>
                  <a:pt x="383" y="147"/>
                  <a:pt x="383" y="147"/>
                  <a:pt x="383" y="147"/>
                </a:cubicBezTo>
                <a:lnTo>
                  <a:pt x="383" y="235"/>
                </a:lnTo>
                <a:close/>
                <a:moveTo>
                  <a:pt x="500" y="426"/>
                </a:moveTo>
                <a:lnTo>
                  <a:pt x="500" y="426"/>
                </a:lnTo>
                <a:cubicBezTo>
                  <a:pt x="500" y="441"/>
                  <a:pt x="486" y="471"/>
                  <a:pt x="471" y="471"/>
                </a:cubicBezTo>
                <a:cubicBezTo>
                  <a:pt x="427" y="471"/>
                  <a:pt x="427" y="471"/>
                  <a:pt x="427" y="471"/>
                </a:cubicBezTo>
                <a:cubicBezTo>
                  <a:pt x="427" y="382"/>
                  <a:pt x="427" y="382"/>
                  <a:pt x="427" y="382"/>
                </a:cubicBezTo>
                <a:cubicBezTo>
                  <a:pt x="515" y="382"/>
                  <a:pt x="515" y="382"/>
                  <a:pt x="515" y="382"/>
                </a:cubicBezTo>
                <a:lnTo>
                  <a:pt x="500" y="426"/>
                </a:lnTo>
                <a:close/>
                <a:moveTo>
                  <a:pt x="515" y="353"/>
                </a:moveTo>
                <a:lnTo>
                  <a:pt x="515" y="353"/>
                </a:lnTo>
                <a:cubicBezTo>
                  <a:pt x="427" y="353"/>
                  <a:pt x="427" y="353"/>
                  <a:pt x="427" y="353"/>
                </a:cubicBezTo>
                <a:cubicBezTo>
                  <a:pt x="427" y="264"/>
                  <a:pt x="427" y="264"/>
                  <a:pt x="427" y="264"/>
                </a:cubicBezTo>
                <a:cubicBezTo>
                  <a:pt x="530" y="264"/>
                  <a:pt x="530" y="264"/>
                  <a:pt x="530" y="264"/>
                </a:cubicBezTo>
                <a:lnTo>
                  <a:pt x="515" y="353"/>
                </a:lnTo>
                <a:close/>
                <a:moveTo>
                  <a:pt x="530" y="235"/>
                </a:moveTo>
                <a:lnTo>
                  <a:pt x="530" y="235"/>
                </a:lnTo>
                <a:cubicBezTo>
                  <a:pt x="427" y="235"/>
                  <a:pt x="427" y="235"/>
                  <a:pt x="427" y="235"/>
                </a:cubicBezTo>
                <a:cubicBezTo>
                  <a:pt x="427" y="147"/>
                  <a:pt x="427" y="147"/>
                  <a:pt x="427" y="147"/>
                </a:cubicBezTo>
                <a:cubicBezTo>
                  <a:pt x="545" y="147"/>
                  <a:pt x="545" y="147"/>
                  <a:pt x="545" y="147"/>
                </a:cubicBezTo>
                <a:lnTo>
                  <a:pt x="530" y="23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7" name="Freeform 96"/>
          <p:cNvSpPr/>
          <p:nvPr/>
        </p:nvSpPr>
        <p:spPr>
          <a:xfrm>
            <a:off x="2436840" y="3538440"/>
            <a:ext cx="274680" cy="268560"/>
          </a:xfrm>
          <a:custGeom>
            <a:avLst/>
            <a:gdLst/>
            <a:ahLst/>
            <a:rect l="l" t="t" r="r" b="b"/>
            <a:pathLst>
              <a:path w="634" h="619">
                <a:moveTo>
                  <a:pt x="516" y="0"/>
                </a:moveTo>
                <a:lnTo>
                  <a:pt x="516" y="0"/>
                </a:lnTo>
                <a:cubicBezTo>
                  <a:pt x="118" y="0"/>
                  <a:pt x="118" y="0"/>
                  <a:pt x="118" y="0"/>
                </a:cubicBezTo>
                <a:cubicBezTo>
                  <a:pt x="0" y="191"/>
                  <a:pt x="0" y="191"/>
                  <a:pt x="0" y="191"/>
                </a:cubicBezTo>
                <a:lnTo>
                  <a:pt x="0" y="265"/>
                </a:lnTo>
                <a:cubicBezTo>
                  <a:pt x="0" y="294"/>
                  <a:pt x="15" y="309"/>
                  <a:pt x="30" y="323"/>
                </a:cubicBezTo>
                <a:cubicBezTo>
                  <a:pt x="30" y="544"/>
                  <a:pt x="30" y="544"/>
                  <a:pt x="30" y="544"/>
                </a:cubicBezTo>
                <a:cubicBezTo>
                  <a:pt x="30" y="589"/>
                  <a:pt x="59" y="618"/>
                  <a:pt x="103" y="618"/>
                </a:cubicBezTo>
                <a:cubicBezTo>
                  <a:pt x="530" y="618"/>
                  <a:pt x="530" y="618"/>
                  <a:pt x="530" y="618"/>
                </a:cubicBezTo>
                <a:cubicBezTo>
                  <a:pt x="575" y="618"/>
                  <a:pt x="619" y="589"/>
                  <a:pt x="619" y="544"/>
                </a:cubicBezTo>
                <a:cubicBezTo>
                  <a:pt x="619" y="323"/>
                  <a:pt x="619" y="323"/>
                  <a:pt x="619" y="323"/>
                </a:cubicBezTo>
                <a:cubicBezTo>
                  <a:pt x="633" y="309"/>
                  <a:pt x="633" y="294"/>
                  <a:pt x="633" y="265"/>
                </a:cubicBezTo>
                <a:cubicBezTo>
                  <a:pt x="633" y="250"/>
                  <a:pt x="633" y="191"/>
                  <a:pt x="633" y="191"/>
                </a:cubicBezTo>
                <a:lnTo>
                  <a:pt x="516" y="0"/>
                </a:lnTo>
                <a:close/>
                <a:moveTo>
                  <a:pt x="575" y="544"/>
                </a:moveTo>
                <a:lnTo>
                  <a:pt x="575" y="544"/>
                </a:lnTo>
                <a:cubicBezTo>
                  <a:pt x="575" y="559"/>
                  <a:pt x="560" y="589"/>
                  <a:pt x="530" y="589"/>
                </a:cubicBezTo>
                <a:cubicBezTo>
                  <a:pt x="103" y="589"/>
                  <a:pt x="103" y="589"/>
                  <a:pt x="103" y="589"/>
                </a:cubicBezTo>
                <a:cubicBezTo>
                  <a:pt x="89" y="589"/>
                  <a:pt x="59" y="559"/>
                  <a:pt x="59" y="544"/>
                </a:cubicBezTo>
                <a:cubicBezTo>
                  <a:pt x="59" y="500"/>
                  <a:pt x="59" y="500"/>
                  <a:pt x="59" y="500"/>
                </a:cubicBezTo>
                <a:cubicBezTo>
                  <a:pt x="575" y="500"/>
                  <a:pt x="575" y="500"/>
                  <a:pt x="575" y="500"/>
                </a:cubicBezTo>
                <a:lnTo>
                  <a:pt x="575" y="544"/>
                </a:lnTo>
                <a:close/>
                <a:moveTo>
                  <a:pt x="575" y="471"/>
                </a:moveTo>
                <a:lnTo>
                  <a:pt x="575" y="471"/>
                </a:lnTo>
                <a:cubicBezTo>
                  <a:pt x="59" y="471"/>
                  <a:pt x="59" y="471"/>
                  <a:pt x="59" y="471"/>
                </a:cubicBezTo>
                <a:cubicBezTo>
                  <a:pt x="59" y="353"/>
                  <a:pt x="59" y="353"/>
                  <a:pt x="59" y="353"/>
                </a:cubicBezTo>
                <a:cubicBezTo>
                  <a:pt x="74" y="353"/>
                  <a:pt x="89" y="353"/>
                  <a:pt x="103" y="353"/>
                </a:cubicBezTo>
                <a:cubicBezTo>
                  <a:pt x="118" y="353"/>
                  <a:pt x="162" y="323"/>
                  <a:pt x="177" y="294"/>
                </a:cubicBezTo>
                <a:cubicBezTo>
                  <a:pt x="192" y="323"/>
                  <a:pt x="221" y="353"/>
                  <a:pt x="251" y="353"/>
                </a:cubicBezTo>
                <a:cubicBezTo>
                  <a:pt x="280" y="353"/>
                  <a:pt x="310" y="323"/>
                  <a:pt x="324" y="309"/>
                </a:cubicBezTo>
                <a:cubicBezTo>
                  <a:pt x="324" y="323"/>
                  <a:pt x="369" y="353"/>
                  <a:pt x="398" y="353"/>
                </a:cubicBezTo>
                <a:cubicBezTo>
                  <a:pt x="428" y="353"/>
                  <a:pt x="457" y="323"/>
                  <a:pt x="471" y="294"/>
                </a:cubicBezTo>
                <a:cubicBezTo>
                  <a:pt x="486" y="323"/>
                  <a:pt x="501" y="353"/>
                  <a:pt x="530" y="353"/>
                </a:cubicBezTo>
                <a:cubicBezTo>
                  <a:pt x="545" y="353"/>
                  <a:pt x="575" y="353"/>
                  <a:pt x="575" y="353"/>
                </a:cubicBezTo>
                <a:lnTo>
                  <a:pt x="575" y="471"/>
                </a:lnTo>
                <a:close/>
                <a:moveTo>
                  <a:pt x="589" y="265"/>
                </a:moveTo>
                <a:lnTo>
                  <a:pt x="589" y="265"/>
                </a:lnTo>
                <a:cubicBezTo>
                  <a:pt x="589" y="294"/>
                  <a:pt x="560" y="309"/>
                  <a:pt x="530" y="309"/>
                </a:cubicBezTo>
                <a:cubicBezTo>
                  <a:pt x="501" y="309"/>
                  <a:pt x="471" y="294"/>
                  <a:pt x="471" y="265"/>
                </a:cubicBezTo>
                <a:cubicBezTo>
                  <a:pt x="457" y="265"/>
                  <a:pt x="457" y="265"/>
                  <a:pt x="457" y="265"/>
                </a:cubicBezTo>
                <a:cubicBezTo>
                  <a:pt x="457" y="294"/>
                  <a:pt x="428" y="309"/>
                  <a:pt x="398" y="309"/>
                </a:cubicBezTo>
                <a:cubicBezTo>
                  <a:pt x="369" y="309"/>
                  <a:pt x="324" y="294"/>
                  <a:pt x="324" y="265"/>
                </a:cubicBezTo>
                <a:cubicBezTo>
                  <a:pt x="310" y="265"/>
                  <a:pt x="310" y="265"/>
                  <a:pt x="310" y="265"/>
                </a:cubicBezTo>
                <a:cubicBezTo>
                  <a:pt x="310" y="294"/>
                  <a:pt x="280" y="309"/>
                  <a:pt x="251" y="309"/>
                </a:cubicBezTo>
                <a:cubicBezTo>
                  <a:pt x="221" y="309"/>
                  <a:pt x="177" y="294"/>
                  <a:pt x="177" y="265"/>
                </a:cubicBezTo>
                <a:cubicBezTo>
                  <a:pt x="162" y="265"/>
                  <a:pt x="162" y="265"/>
                  <a:pt x="162" y="265"/>
                </a:cubicBezTo>
                <a:cubicBezTo>
                  <a:pt x="162" y="294"/>
                  <a:pt x="133" y="309"/>
                  <a:pt x="103" y="309"/>
                </a:cubicBezTo>
                <a:cubicBezTo>
                  <a:pt x="74" y="309"/>
                  <a:pt x="45" y="294"/>
                  <a:pt x="45" y="265"/>
                </a:cubicBezTo>
                <a:cubicBezTo>
                  <a:pt x="45" y="235"/>
                  <a:pt x="45" y="235"/>
                  <a:pt x="45" y="235"/>
                </a:cubicBezTo>
                <a:cubicBezTo>
                  <a:pt x="589" y="235"/>
                  <a:pt x="589" y="235"/>
                  <a:pt x="589" y="235"/>
                </a:cubicBezTo>
                <a:lnTo>
                  <a:pt x="589" y="265"/>
                </a:lnTo>
                <a:close/>
                <a:moveTo>
                  <a:pt x="45" y="191"/>
                </a:moveTo>
                <a:lnTo>
                  <a:pt x="45" y="191"/>
                </a:lnTo>
                <a:cubicBezTo>
                  <a:pt x="133" y="29"/>
                  <a:pt x="133" y="29"/>
                  <a:pt x="133" y="29"/>
                </a:cubicBezTo>
                <a:cubicBezTo>
                  <a:pt x="501" y="29"/>
                  <a:pt x="501" y="29"/>
                  <a:pt x="501" y="29"/>
                </a:cubicBezTo>
                <a:cubicBezTo>
                  <a:pt x="589" y="191"/>
                  <a:pt x="589" y="191"/>
                  <a:pt x="589" y="191"/>
                </a:cubicBezTo>
                <a:lnTo>
                  <a:pt x="45" y="19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8" name="Freeform 97"/>
          <p:cNvSpPr/>
          <p:nvPr/>
        </p:nvSpPr>
        <p:spPr>
          <a:xfrm>
            <a:off x="2030400" y="3565440"/>
            <a:ext cx="204840" cy="217440"/>
          </a:xfrm>
          <a:custGeom>
            <a:avLst/>
            <a:gdLst/>
            <a:ahLst/>
            <a:rect l="l" t="t" r="r" b="b"/>
            <a:pathLst>
              <a:path w="472" h="501">
                <a:moveTo>
                  <a:pt x="383" y="309"/>
                </a:moveTo>
                <a:lnTo>
                  <a:pt x="383" y="309"/>
                </a:lnTo>
                <a:cubicBezTo>
                  <a:pt x="339" y="309"/>
                  <a:pt x="310" y="323"/>
                  <a:pt x="295" y="353"/>
                </a:cubicBezTo>
                <a:cubicBezTo>
                  <a:pt x="192" y="294"/>
                  <a:pt x="192" y="294"/>
                  <a:pt x="192" y="294"/>
                </a:cubicBezTo>
                <a:cubicBezTo>
                  <a:pt x="192" y="280"/>
                  <a:pt x="206" y="264"/>
                  <a:pt x="206" y="250"/>
                </a:cubicBezTo>
                <a:cubicBezTo>
                  <a:pt x="206" y="235"/>
                  <a:pt x="206" y="235"/>
                  <a:pt x="192" y="221"/>
                </a:cubicBezTo>
                <a:cubicBezTo>
                  <a:pt x="310" y="162"/>
                  <a:pt x="310" y="162"/>
                  <a:pt x="310" y="162"/>
                </a:cubicBezTo>
                <a:cubicBezTo>
                  <a:pt x="324" y="176"/>
                  <a:pt x="353" y="191"/>
                  <a:pt x="383" y="191"/>
                </a:cubicBezTo>
                <a:cubicBezTo>
                  <a:pt x="427" y="191"/>
                  <a:pt x="471" y="147"/>
                  <a:pt x="471" y="88"/>
                </a:cubicBezTo>
                <a:cubicBezTo>
                  <a:pt x="471" y="44"/>
                  <a:pt x="427" y="0"/>
                  <a:pt x="383" y="0"/>
                </a:cubicBezTo>
                <a:cubicBezTo>
                  <a:pt x="324" y="0"/>
                  <a:pt x="280" y="44"/>
                  <a:pt x="280" y="88"/>
                </a:cubicBezTo>
                <a:cubicBezTo>
                  <a:pt x="280" y="103"/>
                  <a:pt x="280" y="117"/>
                  <a:pt x="280" y="117"/>
                </a:cubicBezTo>
                <a:cubicBezTo>
                  <a:pt x="177" y="176"/>
                  <a:pt x="177" y="176"/>
                  <a:pt x="177" y="176"/>
                </a:cubicBezTo>
                <a:cubicBezTo>
                  <a:pt x="162" y="162"/>
                  <a:pt x="133" y="147"/>
                  <a:pt x="103" y="147"/>
                </a:cubicBezTo>
                <a:cubicBezTo>
                  <a:pt x="44" y="147"/>
                  <a:pt x="0" y="191"/>
                  <a:pt x="0" y="250"/>
                </a:cubicBezTo>
                <a:cubicBezTo>
                  <a:pt x="0" y="309"/>
                  <a:pt x="44" y="353"/>
                  <a:pt x="103" y="353"/>
                </a:cubicBezTo>
                <a:cubicBezTo>
                  <a:pt x="133" y="353"/>
                  <a:pt x="148" y="338"/>
                  <a:pt x="162" y="323"/>
                </a:cubicBezTo>
                <a:lnTo>
                  <a:pt x="162" y="323"/>
                </a:lnTo>
                <a:cubicBezTo>
                  <a:pt x="280" y="397"/>
                  <a:pt x="280" y="397"/>
                  <a:pt x="280" y="397"/>
                </a:cubicBezTo>
                <a:cubicBezTo>
                  <a:pt x="280" y="397"/>
                  <a:pt x="280" y="397"/>
                  <a:pt x="280" y="412"/>
                </a:cubicBezTo>
                <a:cubicBezTo>
                  <a:pt x="280" y="456"/>
                  <a:pt x="324" y="500"/>
                  <a:pt x="383" y="500"/>
                </a:cubicBezTo>
                <a:cubicBezTo>
                  <a:pt x="427" y="500"/>
                  <a:pt x="471" y="456"/>
                  <a:pt x="471" y="412"/>
                </a:cubicBezTo>
                <a:cubicBezTo>
                  <a:pt x="471" y="353"/>
                  <a:pt x="427" y="309"/>
                  <a:pt x="383" y="309"/>
                </a:cubicBezTo>
                <a:close/>
                <a:moveTo>
                  <a:pt x="383" y="29"/>
                </a:moveTo>
                <a:lnTo>
                  <a:pt x="383" y="29"/>
                </a:lnTo>
                <a:cubicBezTo>
                  <a:pt x="412" y="29"/>
                  <a:pt x="442" y="59"/>
                  <a:pt x="442" y="88"/>
                </a:cubicBezTo>
                <a:cubicBezTo>
                  <a:pt x="442" y="132"/>
                  <a:pt x="412" y="147"/>
                  <a:pt x="383" y="147"/>
                </a:cubicBezTo>
                <a:cubicBezTo>
                  <a:pt x="339" y="147"/>
                  <a:pt x="324" y="132"/>
                  <a:pt x="324" y="88"/>
                </a:cubicBezTo>
                <a:cubicBezTo>
                  <a:pt x="324" y="59"/>
                  <a:pt x="339" y="29"/>
                  <a:pt x="383" y="29"/>
                </a:cubicBezTo>
                <a:close/>
                <a:moveTo>
                  <a:pt x="103" y="309"/>
                </a:moveTo>
                <a:lnTo>
                  <a:pt x="103" y="309"/>
                </a:lnTo>
                <a:cubicBezTo>
                  <a:pt x="74" y="309"/>
                  <a:pt x="44" y="280"/>
                  <a:pt x="44" y="250"/>
                </a:cubicBezTo>
                <a:cubicBezTo>
                  <a:pt x="44" y="221"/>
                  <a:pt x="74" y="191"/>
                  <a:pt x="103" y="191"/>
                </a:cubicBezTo>
                <a:cubicBezTo>
                  <a:pt x="133" y="191"/>
                  <a:pt x="162" y="221"/>
                  <a:pt x="162" y="250"/>
                </a:cubicBezTo>
                <a:cubicBezTo>
                  <a:pt x="162" y="280"/>
                  <a:pt x="133" y="309"/>
                  <a:pt x="103" y="309"/>
                </a:cubicBezTo>
                <a:close/>
                <a:moveTo>
                  <a:pt x="383" y="471"/>
                </a:moveTo>
                <a:lnTo>
                  <a:pt x="383" y="471"/>
                </a:lnTo>
                <a:cubicBezTo>
                  <a:pt x="339" y="471"/>
                  <a:pt x="324" y="441"/>
                  <a:pt x="324" y="412"/>
                </a:cubicBezTo>
                <a:cubicBezTo>
                  <a:pt x="324" y="368"/>
                  <a:pt x="339" y="353"/>
                  <a:pt x="383" y="353"/>
                </a:cubicBezTo>
                <a:cubicBezTo>
                  <a:pt x="412" y="353"/>
                  <a:pt x="442" y="368"/>
                  <a:pt x="442" y="412"/>
                </a:cubicBezTo>
                <a:cubicBezTo>
                  <a:pt x="442" y="441"/>
                  <a:pt x="412" y="471"/>
                  <a:pt x="383" y="4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9" name="Freeform 98"/>
          <p:cNvSpPr/>
          <p:nvPr/>
        </p:nvSpPr>
        <p:spPr>
          <a:xfrm>
            <a:off x="1565280" y="3557520"/>
            <a:ext cx="255600" cy="223920"/>
          </a:xfrm>
          <a:custGeom>
            <a:avLst/>
            <a:gdLst/>
            <a:ahLst/>
            <a:rect l="l" t="t" r="r" b="b"/>
            <a:pathLst>
              <a:path w="589" h="516">
                <a:moveTo>
                  <a:pt x="426" y="15"/>
                </a:moveTo>
                <a:lnTo>
                  <a:pt x="426" y="15"/>
                </a:lnTo>
                <a:cubicBezTo>
                  <a:pt x="426" y="0"/>
                  <a:pt x="412" y="15"/>
                  <a:pt x="397" y="15"/>
                </a:cubicBezTo>
                <a:cubicBezTo>
                  <a:pt x="162" y="486"/>
                  <a:pt x="162" y="486"/>
                  <a:pt x="162" y="486"/>
                </a:cubicBezTo>
                <a:cubicBezTo>
                  <a:pt x="147" y="500"/>
                  <a:pt x="162" y="515"/>
                  <a:pt x="162" y="515"/>
                </a:cubicBezTo>
                <a:cubicBezTo>
                  <a:pt x="176" y="515"/>
                  <a:pt x="191" y="515"/>
                  <a:pt x="191" y="515"/>
                </a:cubicBezTo>
                <a:cubicBezTo>
                  <a:pt x="441" y="44"/>
                  <a:pt x="441" y="44"/>
                  <a:pt x="441" y="44"/>
                </a:cubicBezTo>
                <a:cubicBezTo>
                  <a:pt x="441" y="29"/>
                  <a:pt x="441" y="15"/>
                  <a:pt x="426" y="15"/>
                </a:cubicBezTo>
                <a:close/>
                <a:moveTo>
                  <a:pt x="147" y="353"/>
                </a:moveTo>
                <a:lnTo>
                  <a:pt x="147" y="353"/>
                </a:lnTo>
                <a:cubicBezTo>
                  <a:pt x="44" y="265"/>
                  <a:pt x="44" y="265"/>
                  <a:pt x="44" y="265"/>
                </a:cubicBezTo>
                <a:cubicBezTo>
                  <a:pt x="147" y="191"/>
                  <a:pt x="147" y="191"/>
                  <a:pt x="147" y="191"/>
                </a:cubicBezTo>
                <a:cubicBezTo>
                  <a:pt x="162" y="177"/>
                  <a:pt x="162" y="162"/>
                  <a:pt x="147" y="162"/>
                </a:cubicBezTo>
                <a:cubicBezTo>
                  <a:pt x="147" y="147"/>
                  <a:pt x="132" y="147"/>
                  <a:pt x="117" y="162"/>
                </a:cubicBezTo>
                <a:cubicBezTo>
                  <a:pt x="0" y="250"/>
                  <a:pt x="0" y="250"/>
                  <a:pt x="0" y="250"/>
                </a:cubicBezTo>
                <a:cubicBezTo>
                  <a:pt x="0" y="265"/>
                  <a:pt x="0" y="265"/>
                  <a:pt x="0" y="265"/>
                </a:cubicBezTo>
                <a:cubicBezTo>
                  <a:pt x="0" y="279"/>
                  <a:pt x="0" y="279"/>
                  <a:pt x="0" y="279"/>
                </a:cubicBezTo>
                <a:cubicBezTo>
                  <a:pt x="117" y="383"/>
                  <a:pt x="117" y="383"/>
                  <a:pt x="117" y="383"/>
                </a:cubicBezTo>
                <a:cubicBezTo>
                  <a:pt x="132" y="383"/>
                  <a:pt x="147" y="383"/>
                  <a:pt x="147" y="383"/>
                </a:cubicBezTo>
                <a:cubicBezTo>
                  <a:pt x="162" y="368"/>
                  <a:pt x="162" y="353"/>
                  <a:pt x="147" y="353"/>
                </a:cubicBezTo>
                <a:close/>
                <a:moveTo>
                  <a:pt x="588" y="250"/>
                </a:moveTo>
                <a:lnTo>
                  <a:pt x="588" y="250"/>
                </a:lnTo>
                <a:cubicBezTo>
                  <a:pt x="471" y="162"/>
                  <a:pt x="471" y="162"/>
                  <a:pt x="471" y="162"/>
                </a:cubicBezTo>
                <a:cubicBezTo>
                  <a:pt x="456" y="147"/>
                  <a:pt x="441" y="147"/>
                  <a:pt x="441" y="162"/>
                </a:cubicBezTo>
                <a:cubicBezTo>
                  <a:pt x="426" y="162"/>
                  <a:pt x="426" y="177"/>
                  <a:pt x="441" y="191"/>
                </a:cubicBezTo>
                <a:cubicBezTo>
                  <a:pt x="544" y="265"/>
                  <a:pt x="544" y="265"/>
                  <a:pt x="544" y="265"/>
                </a:cubicBezTo>
                <a:cubicBezTo>
                  <a:pt x="441" y="353"/>
                  <a:pt x="441" y="353"/>
                  <a:pt x="441" y="353"/>
                </a:cubicBezTo>
                <a:cubicBezTo>
                  <a:pt x="426" y="353"/>
                  <a:pt x="426" y="368"/>
                  <a:pt x="441" y="383"/>
                </a:cubicBezTo>
                <a:cubicBezTo>
                  <a:pt x="441" y="383"/>
                  <a:pt x="456" y="383"/>
                  <a:pt x="471" y="383"/>
                </a:cubicBezTo>
                <a:cubicBezTo>
                  <a:pt x="588" y="279"/>
                  <a:pt x="588" y="279"/>
                  <a:pt x="588" y="279"/>
                </a:cubicBezTo>
                <a:cubicBezTo>
                  <a:pt x="588" y="279"/>
                  <a:pt x="588" y="279"/>
                  <a:pt x="588" y="265"/>
                </a:cubicBezTo>
                <a:cubicBezTo>
                  <a:pt x="588" y="265"/>
                  <a:pt x="588" y="265"/>
                  <a:pt x="588" y="25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0" name="Freeform 99"/>
          <p:cNvSpPr/>
          <p:nvPr/>
        </p:nvSpPr>
        <p:spPr>
          <a:xfrm>
            <a:off x="1150920" y="3538440"/>
            <a:ext cx="211320" cy="268560"/>
          </a:xfrm>
          <a:custGeom>
            <a:avLst/>
            <a:gdLst/>
            <a:ahLst/>
            <a:rect l="l" t="t" r="r" b="b"/>
            <a:pathLst>
              <a:path w="486" h="619">
                <a:moveTo>
                  <a:pt x="441" y="132"/>
                </a:moveTo>
                <a:lnTo>
                  <a:pt x="441" y="132"/>
                </a:lnTo>
                <a:cubicBezTo>
                  <a:pt x="323" y="132"/>
                  <a:pt x="323" y="132"/>
                  <a:pt x="323" y="132"/>
                </a:cubicBezTo>
                <a:cubicBezTo>
                  <a:pt x="323" y="88"/>
                  <a:pt x="323" y="88"/>
                  <a:pt x="323" y="88"/>
                </a:cubicBezTo>
                <a:cubicBezTo>
                  <a:pt x="323" y="73"/>
                  <a:pt x="309" y="59"/>
                  <a:pt x="294" y="59"/>
                </a:cubicBezTo>
                <a:cubicBezTo>
                  <a:pt x="118" y="59"/>
                  <a:pt x="118" y="59"/>
                  <a:pt x="118" y="59"/>
                </a:cubicBezTo>
                <a:cubicBezTo>
                  <a:pt x="118" y="29"/>
                  <a:pt x="118" y="29"/>
                  <a:pt x="118" y="29"/>
                </a:cubicBezTo>
                <a:cubicBezTo>
                  <a:pt x="118" y="14"/>
                  <a:pt x="88" y="0"/>
                  <a:pt x="73" y="0"/>
                </a:cubicBezTo>
                <a:cubicBezTo>
                  <a:pt x="29" y="0"/>
                  <a:pt x="29" y="0"/>
                  <a:pt x="29" y="0"/>
                </a:cubicBezTo>
                <a:cubicBezTo>
                  <a:pt x="14" y="0"/>
                  <a:pt x="0" y="14"/>
                  <a:pt x="0" y="29"/>
                </a:cubicBezTo>
                <a:cubicBezTo>
                  <a:pt x="0" y="589"/>
                  <a:pt x="0" y="589"/>
                  <a:pt x="0" y="589"/>
                </a:cubicBezTo>
                <a:cubicBezTo>
                  <a:pt x="0" y="603"/>
                  <a:pt x="14" y="618"/>
                  <a:pt x="29" y="618"/>
                </a:cubicBezTo>
                <a:cubicBezTo>
                  <a:pt x="73" y="618"/>
                  <a:pt x="73" y="618"/>
                  <a:pt x="73" y="618"/>
                </a:cubicBezTo>
                <a:cubicBezTo>
                  <a:pt x="88" y="618"/>
                  <a:pt x="118" y="603"/>
                  <a:pt x="118" y="589"/>
                </a:cubicBezTo>
                <a:cubicBezTo>
                  <a:pt x="118" y="412"/>
                  <a:pt x="118" y="412"/>
                  <a:pt x="118" y="412"/>
                </a:cubicBezTo>
                <a:cubicBezTo>
                  <a:pt x="294" y="412"/>
                  <a:pt x="294" y="412"/>
                  <a:pt x="294" y="412"/>
                </a:cubicBezTo>
                <a:cubicBezTo>
                  <a:pt x="294" y="427"/>
                  <a:pt x="294" y="427"/>
                  <a:pt x="294" y="427"/>
                </a:cubicBezTo>
                <a:cubicBezTo>
                  <a:pt x="294" y="441"/>
                  <a:pt x="309" y="471"/>
                  <a:pt x="323" y="471"/>
                </a:cubicBezTo>
                <a:cubicBezTo>
                  <a:pt x="441" y="471"/>
                  <a:pt x="441" y="471"/>
                  <a:pt x="441" y="471"/>
                </a:cubicBezTo>
                <a:cubicBezTo>
                  <a:pt x="471" y="471"/>
                  <a:pt x="485" y="441"/>
                  <a:pt x="485" y="427"/>
                </a:cubicBezTo>
                <a:cubicBezTo>
                  <a:pt x="485" y="176"/>
                  <a:pt x="485" y="176"/>
                  <a:pt x="485" y="176"/>
                </a:cubicBezTo>
                <a:cubicBezTo>
                  <a:pt x="485" y="147"/>
                  <a:pt x="471" y="132"/>
                  <a:pt x="441" y="132"/>
                </a:cubicBezTo>
                <a:close/>
                <a:moveTo>
                  <a:pt x="73" y="559"/>
                </a:moveTo>
                <a:lnTo>
                  <a:pt x="73" y="559"/>
                </a:lnTo>
                <a:cubicBezTo>
                  <a:pt x="73" y="574"/>
                  <a:pt x="59" y="589"/>
                  <a:pt x="59" y="589"/>
                </a:cubicBezTo>
                <a:cubicBezTo>
                  <a:pt x="44" y="589"/>
                  <a:pt x="29" y="574"/>
                  <a:pt x="29" y="559"/>
                </a:cubicBezTo>
                <a:cubicBezTo>
                  <a:pt x="29" y="59"/>
                  <a:pt x="29" y="59"/>
                  <a:pt x="29" y="59"/>
                </a:cubicBezTo>
                <a:cubicBezTo>
                  <a:pt x="29" y="44"/>
                  <a:pt x="44" y="29"/>
                  <a:pt x="59" y="29"/>
                </a:cubicBezTo>
                <a:cubicBezTo>
                  <a:pt x="59" y="29"/>
                  <a:pt x="73" y="44"/>
                  <a:pt x="73" y="59"/>
                </a:cubicBezTo>
                <a:lnTo>
                  <a:pt x="73" y="559"/>
                </a:lnTo>
                <a:close/>
                <a:moveTo>
                  <a:pt x="294" y="353"/>
                </a:moveTo>
                <a:lnTo>
                  <a:pt x="294" y="353"/>
                </a:lnTo>
                <a:cubicBezTo>
                  <a:pt x="294" y="353"/>
                  <a:pt x="280" y="368"/>
                  <a:pt x="265" y="368"/>
                </a:cubicBezTo>
                <a:cubicBezTo>
                  <a:pt x="118" y="368"/>
                  <a:pt x="118" y="368"/>
                  <a:pt x="118" y="368"/>
                </a:cubicBezTo>
                <a:cubicBezTo>
                  <a:pt x="118" y="88"/>
                  <a:pt x="118" y="88"/>
                  <a:pt x="118" y="88"/>
                </a:cubicBezTo>
                <a:cubicBezTo>
                  <a:pt x="265" y="88"/>
                  <a:pt x="265" y="88"/>
                  <a:pt x="265" y="88"/>
                </a:cubicBezTo>
                <a:cubicBezTo>
                  <a:pt x="280" y="88"/>
                  <a:pt x="294" y="103"/>
                  <a:pt x="294" y="118"/>
                </a:cubicBezTo>
                <a:lnTo>
                  <a:pt x="294" y="353"/>
                </a:lnTo>
                <a:close/>
                <a:moveTo>
                  <a:pt x="441" y="412"/>
                </a:moveTo>
                <a:lnTo>
                  <a:pt x="441" y="412"/>
                </a:lnTo>
                <a:cubicBezTo>
                  <a:pt x="441" y="412"/>
                  <a:pt x="441" y="427"/>
                  <a:pt x="427" y="427"/>
                </a:cubicBezTo>
                <a:cubicBezTo>
                  <a:pt x="323" y="427"/>
                  <a:pt x="323" y="427"/>
                  <a:pt x="323" y="427"/>
                </a:cubicBezTo>
                <a:cubicBezTo>
                  <a:pt x="323" y="176"/>
                  <a:pt x="323" y="176"/>
                  <a:pt x="323" y="176"/>
                </a:cubicBezTo>
                <a:cubicBezTo>
                  <a:pt x="427" y="176"/>
                  <a:pt x="427" y="176"/>
                  <a:pt x="427" y="176"/>
                </a:cubicBezTo>
                <a:cubicBezTo>
                  <a:pt x="441" y="176"/>
                  <a:pt x="441" y="176"/>
                  <a:pt x="441" y="191"/>
                </a:cubicBezTo>
                <a:lnTo>
                  <a:pt x="441" y="41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1" name="Freeform 100"/>
          <p:cNvSpPr/>
          <p:nvPr/>
        </p:nvSpPr>
        <p:spPr>
          <a:xfrm>
            <a:off x="681120" y="3533760"/>
            <a:ext cx="268200" cy="266760"/>
          </a:xfrm>
          <a:custGeom>
            <a:avLst/>
            <a:gdLst/>
            <a:ahLst/>
            <a:rect l="l" t="t" r="r" b="b"/>
            <a:pathLst>
              <a:path w="620" h="619">
                <a:moveTo>
                  <a:pt x="148" y="559"/>
                </a:moveTo>
                <a:lnTo>
                  <a:pt x="148" y="559"/>
                </a:lnTo>
                <a:cubicBezTo>
                  <a:pt x="118" y="589"/>
                  <a:pt x="103" y="589"/>
                  <a:pt x="89" y="559"/>
                </a:cubicBezTo>
                <a:cubicBezTo>
                  <a:pt x="59" y="545"/>
                  <a:pt x="59" y="545"/>
                  <a:pt x="59" y="545"/>
                </a:cubicBezTo>
                <a:cubicBezTo>
                  <a:pt x="44" y="530"/>
                  <a:pt x="44" y="500"/>
                  <a:pt x="59" y="486"/>
                </a:cubicBezTo>
                <a:cubicBezTo>
                  <a:pt x="251" y="295"/>
                  <a:pt x="251" y="295"/>
                  <a:pt x="251" y="295"/>
                </a:cubicBezTo>
                <a:cubicBezTo>
                  <a:pt x="221" y="280"/>
                  <a:pt x="192" y="295"/>
                  <a:pt x="162" y="309"/>
                </a:cubicBezTo>
                <a:cubicBezTo>
                  <a:pt x="30" y="456"/>
                  <a:pt x="30" y="456"/>
                  <a:pt x="30" y="456"/>
                </a:cubicBezTo>
                <a:cubicBezTo>
                  <a:pt x="0" y="486"/>
                  <a:pt x="0" y="530"/>
                  <a:pt x="30" y="559"/>
                </a:cubicBezTo>
                <a:cubicBezTo>
                  <a:pt x="59" y="589"/>
                  <a:pt x="59" y="589"/>
                  <a:pt x="59" y="589"/>
                </a:cubicBezTo>
                <a:cubicBezTo>
                  <a:pt x="89" y="618"/>
                  <a:pt x="133" y="618"/>
                  <a:pt x="162" y="589"/>
                </a:cubicBezTo>
                <a:cubicBezTo>
                  <a:pt x="310" y="456"/>
                  <a:pt x="310" y="456"/>
                  <a:pt x="310" y="456"/>
                </a:cubicBezTo>
                <a:cubicBezTo>
                  <a:pt x="324" y="427"/>
                  <a:pt x="339" y="397"/>
                  <a:pt x="324" y="383"/>
                </a:cubicBezTo>
                <a:lnTo>
                  <a:pt x="148" y="559"/>
                </a:lnTo>
                <a:close/>
                <a:moveTo>
                  <a:pt x="589" y="59"/>
                </a:moveTo>
                <a:lnTo>
                  <a:pt x="589" y="59"/>
                </a:lnTo>
                <a:cubicBezTo>
                  <a:pt x="560" y="29"/>
                  <a:pt x="560" y="29"/>
                  <a:pt x="560" y="29"/>
                </a:cubicBezTo>
                <a:cubicBezTo>
                  <a:pt x="530" y="0"/>
                  <a:pt x="486" y="0"/>
                  <a:pt x="457" y="29"/>
                </a:cubicBezTo>
                <a:cubicBezTo>
                  <a:pt x="310" y="177"/>
                  <a:pt x="310" y="177"/>
                  <a:pt x="310" y="177"/>
                </a:cubicBezTo>
                <a:cubicBezTo>
                  <a:pt x="295" y="191"/>
                  <a:pt x="280" y="221"/>
                  <a:pt x="295" y="250"/>
                </a:cubicBezTo>
                <a:cubicBezTo>
                  <a:pt x="471" y="59"/>
                  <a:pt x="471" y="59"/>
                  <a:pt x="471" y="59"/>
                </a:cubicBezTo>
                <a:cubicBezTo>
                  <a:pt x="486" y="44"/>
                  <a:pt x="516" y="44"/>
                  <a:pt x="530" y="59"/>
                </a:cubicBezTo>
                <a:cubicBezTo>
                  <a:pt x="560" y="88"/>
                  <a:pt x="560" y="88"/>
                  <a:pt x="560" y="88"/>
                </a:cubicBezTo>
                <a:cubicBezTo>
                  <a:pt x="574" y="103"/>
                  <a:pt x="574" y="133"/>
                  <a:pt x="560" y="147"/>
                </a:cubicBezTo>
                <a:cubicBezTo>
                  <a:pt x="369" y="338"/>
                  <a:pt x="369" y="338"/>
                  <a:pt x="369" y="338"/>
                </a:cubicBezTo>
                <a:cubicBezTo>
                  <a:pt x="398" y="338"/>
                  <a:pt x="427" y="338"/>
                  <a:pt x="457" y="309"/>
                </a:cubicBezTo>
                <a:cubicBezTo>
                  <a:pt x="589" y="177"/>
                  <a:pt x="589" y="177"/>
                  <a:pt x="589" y="177"/>
                </a:cubicBezTo>
                <a:cubicBezTo>
                  <a:pt x="619" y="147"/>
                  <a:pt x="619" y="88"/>
                  <a:pt x="589" y="59"/>
                </a:cubicBezTo>
                <a:close/>
                <a:moveTo>
                  <a:pt x="369" y="250"/>
                </a:moveTo>
                <a:lnTo>
                  <a:pt x="369" y="250"/>
                </a:lnTo>
                <a:cubicBezTo>
                  <a:pt x="369" y="250"/>
                  <a:pt x="353" y="250"/>
                  <a:pt x="339" y="250"/>
                </a:cubicBezTo>
                <a:cubicBezTo>
                  <a:pt x="251" y="354"/>
                  <a:pt x="251" y="354"/>
                  <a:pt x="251" y="354"/>
                </a:cubicBezTo>
                <a:cubicBezTo>
                  <a:pt x="236" y="354"/>
                  <a:pt x="236" y="368"/>
                  <a:pt x="251" y="383"/>
                </a:cubicBezTo>
                <a:cubicBezTo>
                  <a:pt x="251" y="383"/>
                  <a:pt x="265" y="383"/>
                  <a:pt x="280" y="383"/>
                </a:cubicBezTo>
                <a:cubicBezTo>
                  <a:pt x="369" y="280"/>
                  <a:pt x="369" y="280"/>
                  <a:pt x="369" y="280"/>
                </a:cubicBezTo>
                <a:cubicBezTo>
                  <a:pt x="383" y="265"/>
                  <a:pt x="383" y="265"/>
                  <a:pt x="369" y="25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2" name="Freeform 101"/>
          <p:cNvSpPr/>
          <p:nvPr/>
        </p:nvSpPr>
        <p:spPr>
          <a:xfrm>
            <a:off x="241200" y="3565440"/>
            <a:ext cx="255600" cy="217440"/>
          </a:xfrm>
          <a:custGeom>
            <a:avLst/>
            <a:gdLst/>
            <a:ahLst/>
            <a:rect l="l" t="t" r="r" b="b"/>
            <a:pathLst>
              <a:path w="589" h="501">
                <a:moveTo>
                  <a:pt x="382" y="353"/>
                </a:moveTo>
                <a:lnTo>
                  <a:pt x="382" y="353"/>
                </a:lnTo>
                <a:cubicBezTo>
                  <a:pt x="309" y="426"/>
                  <a:pt x="309" y="426"/>
                  <a:pt x="309" y="426"/>
                </a:cubicBezTo>
                <a:cubicBezTo>
                  <a:pt x="309" y="147"/>
                  <a:pt x="309" y="147"/>
                  <a:pt x="309" y="147"/>
                </a:cubicBezTo>
                <a:cubicBezTo>
                  <a:pt x="309" y="147"/>
                  <a:pt x="309" y="132"/>
                  <a:pt x="294" y="132"/>
                </a:cubicBezTo>
                <a:cubicBezTo>
                  <a:pt x="279" y="132"/>
                  <a:pt x="279" y="147"/>
                  <a:pt x="279" y="147"/>
                </a:cubicBezTo>
                <a:cubicBezTo>
                  <a:pt x="279" y="426"/>
                  <a:pt x="279" y="426"/>
                  <a:pt x="279" y="426"/>
                </a:cubicBezTo>
                <a:cubicBezTo>
                  <a:pt x="206" y="353"/>
                  <a:pt x="206" y="353"/>
                  <a:pt x="206" y="353"/>
                </a:cubicBezTo>
                <a:cubicBezTo>
                  <a:pt x="206" y="353"/>
                  <a:pt x="191" y="353"/>
                  <a:pt x="176" y="353"/>
                </a:cubicBezTo>
                <a:cubicBezTo>
                  <a:pt x="176" y="368"/>
                  <a:pt x="176" y="368"/>
                  <a:pt x="176" y="382"/>
                </a:cubicBezTo>
                <a:cubicBezTo>
                  <a:pt x="279" y="500"/>
                  <a:pt x="279" y="500"/>
                  <a:pt x="279" y="500"/>
                </a:cubicBezTo>
                <a:lnTo>
                  <a:pt x="294" y="500"/>
                </a:lnTo>
                <a:lnTo>
                  <a:pt x="309" y="500"/>
                </a:lnTo>
                <a:cubicBezTo>
                  <a:pt x="412" y="382"/>
                  <a:pt x="412" y="382"/>
                  <a:pt x="412" y="382"/>
                </a:cubicBezTo>
                <a:cubicBezTo>
                  <a:pt x="412" y="368"/>
                  <a:pt x="412" y="368"/>
                  <a:pt x="412" y="353"/>
                </a:cubicBezTo>
                <a:cubicBezTo>
                  <a:pt x="397" y="353"/>
                  <a:pt x="382" y="353"/>
                  <a:pt x="382" y="353"/>
                </a:cubicBezTo>
                <a:close/>
                <a:moveTo>
                  <a:pt x="574" y="0"/>
                </a:moveTo>
                <a:lnTo>
                  <a:pt x="574" y="0"/>
                </a:lnTo>
                <a:cubicBezTo>
                  <a:pt x="14" y="0"/>
                  <a:pt x="14" y="0"/>
                  <a:pt x="14" y="0"/>
                </a:cubicBezTo>
                <a:cubicBezTo>
                  <a:pt x="14" y="0"/>
                  <a:pt x="0" y="0"/>
                  <a:pt x="0" y="14"/>
                </a:cubicBezTo>
                <a:cubicBezTo>
                  <a:pt x="0" y="176"/>
                  <a:pt x="0" y="176"/>
                  <a:pt x="0" y="176"/>
                </a:cubicBezTo>
                <a:lnTo>
                  <a:pt x="14" y="191"/>
                </a:lnTo>
                <a:cubicBezTo>
                  <a:pt x="29" y="191"/>
                  <a:pt x="44" y="176"/>
                  <a:pt x="44" y="176"/>
                </a:cubicBezTo>
                <a:cubicBezTo>
                  <a:pt x="44" y="29"/>
                  <a:pt x="44" y="29"/>
                  <a:pt x="44" y="29"/>
                </a:cubicBezTo>
                <a:cubicBezTo>
                  <a:pt x="544" y="29"/>
                  <a:pt x="544" y="29"/>
                  <a:pt x="544" y="29"/>
                </a:cubicBezTo>
                <a:cubicBezTo>
                  <a:pt x="544" y="176"/>
                  <a:pt x="544" y="176"/>
                  <a:pt x="544" y="176"/>
                </a:cubicBezTo>
                <a:cubicBezTo>
                  <a:pt x="544" y="176"/>
                  <a:pt x="559" y="191"/>
                  <a:pt x="574" y="191"/>
                </a:cubicBezTo>
                <a:lnTo>
                  <a:pt x="588" y="176"/>
                </a:lnTo>
                <a:cubicBezTo>
                  <a:pt x="588" y="14"/>
                  <a:pt x="588" y="14"/>
                  <a:pt x="588" y="14"/>
                </a:cubicBezTo>
                <a:cubicBezTo>
                  <a:pt x="588" y="0"/>
                  <a:pt x="574" y="0"/>
                  <a:pt x="574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3" name="Freeform 102"/>
          <p:cNvSpPr/>
          <p:nvPr/>
        </p:nvSpPr>
        <p:spPr>
          <a:xfrm>
            <a:off x="4214880" y="3119400"/>
            <a:ext cx="255600" cy="222120"/>
          </a:xfrm>
          <a:custGeom>
            <a:avLst/>
            <a:gdLst/>
            <a:ahLst/>
            <a:rect l="l" t="t" r="r" b="b"/>
            <a:pathLst>
              <a:path w="589" h="516">
                <a:moveTo>
                  <a:pt x="574" y="324"/>
                </a:moveTo>
                <a:lnTo>
                  <a:pt x="574" y="324"/>
                </a:lnTo>
                <a:cubicBezTo>
                  <a:pt x="559" y="324"/>
                  <a:pt x="544" y="324"/>
                  <a:pt x="544" y="339"/>
                </a:cubicBezTo>
                <a:cubicBezTo>
                  <a:pt x="544" y="471"/>
                  <a:pt x="544" y="471"/>
                  <a:pt x="544" y="471"/>
                </a:cubicBezTo>
                <a:cubicBezTo>
                  <a:pt x="44" y="471"/>
                  <a:pt x="44" y="471"/>
                  <a:pt x="44" y="471"/>
                </a:cubicBezTo>
                <a:cubicBezTo>
                  <a:pt x="44" y="339"/>
                  <a:pt x="44" y="339"/>
                  <a:pt x="44" y="339"/>
                </a:cubicBezTo>
                <a:cubicBezTo>
                  <a:pt x="44" y="324"/>
                  <a:pt x="29" y="324"/>
                  <a:pt x="14" y="324"/>
                </a:cubicBezTo>
                <a:cubicBezTo>
                  <a:pt x="14" y="324"/>
                  <a:pt x="0" y="324"/>
                  <a:pt x="0" y="339"/>
                </a:cubicBezTo>
                <a:cubicBezTo>
                  <a:pt x="0" y="501"/>
                  <a:pt x="0" y="501"/>
                  <a:pt x="0" y="501"/>
                </a:cubicBezTo>
                <a:lnTo>
                  <a:pt x="14" y="515"/>
                </a:lnTo>
                <a:cubicBezTo>
                  <a:pt x="574" y="515"/>
                  <a:pt x="574" y="515"/>
                  <a:pt x="574" y="515"/>
                </a:cubicBezTo>
                <a:lnTo>
                  <a:pt x="588" y="501"/>
                </a:lnTo>
                <a:cubicBezTo>
                  <a:pt x="588" y="339"/>
                  <a:pt x="588" y="339"/>
                  <a:pt x="588" y="339"/>
                </a:cubicBezTo>
                <a:cubicBezTo>
                  <a:pt x="588" y="324"/>
                  <a:pt x="574" y="324"/>
                  <a:pt x="574" y="324"/>
                </a:cubicBezTo>
                <a:close/>
                <a:moveTo>
                  <a:pt x="206" y="162"/>
                </a:moveTo>
                <a:lnTo>
                  <a:pt x="206" y="162"/>
                </a:lnTo>
                <a:cubicBezTo>
                  <a:pt x="279" y="74"/>
                  <a:pt x="279" y="74"/>
                  <a:pt x="279" y="74"/>
                </a:cubicBezTo>
                <a:cubicBezTo>
                  <a:pt x="279" y="353"/>
                  <a:pt x="279" y="353"/>
                  <a:pt x="279" y="353"/>
                </a:cubicBezTo>
                <a:cubicBezTo>
                  <a:pt x="279" y="368"/>
                  <a:pt x="279" y="383"/>
                  <a:pt x="294" y="383"/>
                </a:cubicBezTo>
                <a:cubicBezTo>
                  <a:pt x="309" y="383"/>
                  <a:pt x="309" y="368"/>
                  <a:pt x="309" y="353"/>
                </a:cubicBezTo>
                <a:cubicBezTo>
                  <a:pt x="309" y="74"/>
                  <a:pt x="309" y="74"/>
                  <a:pt x="309" y="74"/>
                </a:cubicBezTo>
                <a:cubicBezTo>
                  <a:pt x="383" y="162"/>
                  <a:pt x="383" y="162"/>
                  <a:pt x="383" y="162"/>
                </a:cubicBezTo>
                <a:cubicBezTo>
                  <a:pt x="383" y="162"/>
                  <a:pt x="397" y="162"/>
                  <a:pt x="412" y="162"/>
                </a:cubicBezTo>
                <a:cubicBezTo>
                  <a:pt x="412" y="147"/>
                  <a:pt x="412" y="133"/>
                  <a:pt x="412" y="133"/>
                </a:cubicBezTo>
                <a:cubicBezTo>
                  <a:pt x="309" y="15"/>
                  <a:pt x="309" y="15"/>
                  <a:pt x="309" y="15"/>
                </a:cubicBezTo>
                <a:cubicBezTo>
                  <a:pt x="309" y="0"/>
                  <a:pt x="294" y="0"/>
                  <a:pt x="294" y="0"/>
                </a:cubicBezTo>
                <a:cubicBezTo>
                  <a:pt x="294" y="0"/>
                  <a:pt x="279" y="0"/>
                  <a:pt x="279" y="15"/>
                </a:cubicBezTo>
                <a:cubicBezTo>
                  <a:pt x="176" y="133"/>
                  <a:pt x="176" y="133"/>
                  <a:pt x="176" y="133"/>
                </a:cubicBezTo>
                <a:cubicBezTo>
                  <a:pt x="176" y="133"/>
                  <a:pt x="176" y="147"/>
                  <a:pt x="176" y="162"/>
                </a:cubicBezTo>
                <a:cubicBezTo>
                  <a:pt x="191" y="162"/>
                  <a:pt x="206" y="162"/>
                  <a:pt x="206" y="16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4" name="Freeform 103"/>
          <p:cNvSpPr/>
          <p:nvPr/>
        </p:nvSpPr>
        <p:spPr>
          <a:xfrm>
            <a:off x="3762360" y="3105000"/>
            <a:ext cx="274680" cy="255600"/>
          </a:xfrm>
          <a:custGeom>
            <a:avLst/>
            <a:gdLst/>
            <a:ahLst/>
            <a:rect l="l" t="t" r="r" b="b"/>
            <a:pathLst>
              <a:path w="634" h="590">
                <a:moveTo>
                  <a:pt x="560" y="0"/>
                </a:moveTo>
                <a:lnTo>
                  <a:pt x="560" y="0"/>
                </a:lnTo>
                <a:cubicBezTo>
                  <a:pt x="89" y="0"/>
                  <a:pt x="89" y="0"/>
                  <a:pt x="89" y="0"/>
                </a:cubicBezTo>
                <a:cubicBezTo>
                  <a:pt x="45" y="0"/>
                  <a:pt x="0" y="29"/>
                  <a:pt x="0" y="73"/>
                </a:cubicBezTo>
                <a:cubicBezTo>
                  <a:pt x="0" y="500"/>
                  <a:pt x="0" y="500"/>
                  <a:pt x="0" y="500"/>
                </a:cubicBezTo>
                <a:cubicBezTo>
                  <a:pt x="0" y="544"/>
                  <a:pt x="45" y="589"/>
                  <a:pt x="89" y="589"/>
                </a:cubicBezTo>
                <a:cubicBezTo>
                  <a:pt x="560" y="589"/>
                  <a:pt x="560" y="589"/>
                  <a:pt x="560" y="589"/>
                </a:cubicBezTo>
                <a:cubicBezTo>
                  <a:pt x="604" y="589"/>
                  <a:pt x="633" y="544"/>
                  <a:pt x="633" y="500"/>
                </a:cubicBezTo>
                <a:cubicBezTo>
                  <a:pt x="633" y="73"/>
                  <a:pt x="633" y="73"/>
                  <a:pt x="633" y="73"/>
                </a:cubicBezTo>
                <a:cubicBezTo>
                  <a:pt x="633" y="29"/>
                  <a:pt x="604" y="0"/>
                  <a:pt x="560" y="0"/>
                </a:cubicBezTo>
                <a:close/>
                <a:moveTo>
                  <a:pt x="118" y="544"/>
                </a:moveTo>
                <a:lnTo>
                  <a:pt x="118" y="544"/>
                </a:lnTo>
                <a:cubicBezTo>
                  <a:pt x="89" y="544"/>
                  <a:pt x="89" y="544"/>
                  <a:pt x="89" y="544"/>
                </a:cubicBezTo>
                <a:cubicBezTo>
                  <a:pt x="59" y="544"/>
                  <a:pt x="45" y="530"/>
                  <a:pt x="45" y="500"/>
                </a:cubicBezTo>
                <a:cubicBezTo>
                  <a:pt x="45" y="73"/>
                  <a:pt x="45" y="73"/>
                  <a:pt x="45" y="73"/>
                </a:cubicBezTo>
                <a:cubicBezTo>
                  <a:pt x="45" y="59"/>
                  <a:pt x="59" y="29"/>
                  <a:pt x="89" y="29"/>
                </a:cubicBezTo>
                <a:cubicBezTo>
                  <a:pt x="118" y="29"/>
                  <a:pt x="118" y="29"/>
                  <a:pt x="118" y="29"/>
                </a:cubicBezTo>
                <a:lnTo>
                  <a:pt x="118" y="544"/>
                </a:lnTo>
                <a:close/>
                <a:moveTo>
                  <a:pt x="589" y="500"/>
                </a:moveTo>
                <a:lnTo>
                  <a:pt x="589" y="500"/>
                </a:lnTo>
                <a:cubicBezTo>
                  <a:pt x="589" y="530"/>
                  <a:pt x="575" y="544"/>
                  <a:pt x="560" y="544"/>
                </a:cubicBezTo>
                <a:cubicBezTo>
                  <a:pt x="162" y="544"/>
                  <a:pt x="162" y="544"/>
                  <a:pt x="162" y="544"/>
                </a:cubicBezTo>
                <a:cubicBezTo>
                  <a:pt x="162" y="29"/>
                  <a:pt x="162" y="29"/>
                  <a:pt x="162" y="29"/>
                </a:cubicBezTo>
                <a:cubicBezTo>
                  <a:pt x="560" y="29"/>
                  <a:pt x="560" y="29"/>
                  <a:pt x="560" y="29"/>
                </a:cubicBezTo>
                <a:cubicBezTo>
                  <a:pt x="575" y="29"/>
                  <a:pt x="589" y="59"/>
                  <a:pt x="589" y="73"/>
                </a:cubicBezTo>
                <a:lnTo>
                  <a:pt x="589" y="500"/>
                </a:lnTo>
                <a:close/>
                <a:moveTo>
                  <a:pt x="530" y="264"/>
                </a:moveTo>
                <a:lnTo>
                  <a:pt x="530" y="264"/>
                </a:lnTo>
                <a:cubicBezTo>
                  <a:pt x="295" y="264"/>
                  <a:pt x="295" y="264"/>
                  <a:pt x="295" y="264"/>
                </a:cubicBezTo>
                <a:cubicBezTo>
                  <a:pt x="369" y="206"/>
                  <a:pt x="369" y="206"/>
                  <a:pt x="369" y="206"/>
                </a:cubicBezTo>
                <a:cubicBezTo>
                  <a:pt x="383" y="191"/>
                  <a:pt x="383" y="191"/>
                  <a:pt x="369" y="176"/>
                </a:cubicBezTo>
                <a:cubicBezTo>
                  <a:pt x="369" y="176"/>
                  <a:pt x="354" y="176"/>
                  <a:pt x="339" y="176"/>
                </a:cubicBezTo>
                <a:cubicBezTo>
                  <a:pt x="221" y="280"/>
                  <a:pt x="221" y="280"/>
                  <a:pt x="221" y="280"/>
                </a:cubicBezTo>
                <a:cubicBezTo>
                  <a:pt x="221" y="280"/>
                  <a:pt x="221" y="280"/>
                  <a:pt x="221" y="294"/>
                </a:cubicBezTo>
                <a:cubicBezTo>
                  <a:pt x="221" y="294"/>
                  <a:pt x="221" y="294"/>
                  <a:pt x="221" y="309"/>
                </a:cubicBezTo>
                <a:cubicBezTo>
                  <a:pt x="339" y="397"/>
                  <a:pt x="339" y="397"/>
                  <a:pt x="339" y="397"/>
                </a:cubicBezTo>
                <a:cubicBezTo>
                  <a:pt x="354" y="412"/>
                  <a:pt x="369" y="412"/>
                  <a:pt x="369" y="397"/>
                </a:cubicBezTo>
                <a:cubicBezTo>
                  <a:pt x="383" y="397"/>
                  <a:pt x="383" y="382"/>
                  <a:pt x="369" y="368"/>
                </a:cubicBezTo>
                <a:cubicBezTo>
                  <a:pt x="295" y="309"/>
                  <a:pt x="295" y="309"/>
                  <a:pt x="295" y="309"/>
                </a:cubicBezTo>
                <a:cubicBezTo>
                  <a:pt x="530" y="309"/>
                  <a:pt x="530" y="309"/>
                  <a:pt x="530" y="309"/>
                </a:cubicBezTo>
                <a:cubicBezTo>
                  <a:pt x="545" y="309"/>
                  <a:pt x="560" y="294"/>
                  <a:pt x="560" y="294"/>
                </a:cubicBezTo>
                <a:cubicBezTo>
                  <a:pt x="560" y="280"/>
                  <a:pt x="545" y="264"/>
                  <a:pt x="530" y="26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5" name="Freeform 104"/>
          <p:cNvSpPr/>
          <p:nvPr/>
        </p:nvSpPr>
        <p:spPr>
          <a:xfrm>
            <a:off x="3322800" y="3105000"/>
            <a:ext cx="274320" cy="255600"/>
          </a:xfrm>
          <a:custGeom>
            <a:avLst/>
            <a:gdLst/>
            <a:ahLst/>
            <a:rect l="l" t="t" r="r" b="b"/>
            <a:pathLst>
              <a:path w="634" h="590">
                <a:moveTo>
                  <a:pt x="544" y="0"/>
                </a:moveTo>
                <a:lnTo>
                  <a:pt x="544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29"/>
                  <a:pt x="0" y="73"/>
                </a:cubicBezTo>
                <a:cubicBezTo>
                  <a:pt x="0" y="500"/>
                  <a:pt x="0" y="500"/>
                  <a:pt x="0" y="500"/>
                </a:cubicBezTo>
                <a:cubicBezTo>
                  <a:pt x="0" y="544"/>
                  <a:pt x="29" y="589"/>
                  <a:pt x="73" y="589"/>
                </a:cubicBezTo>
                <a:cubicBezTo>
                  <a:pt x="544" y="589"/>
                  <a:pt x="544" y="589"/>
                  <a:pt x="544" y="589"/>
                </a:cubicBezTo>
                <a:cubicBezTo>
                  <a:pt x="588" y="589"/>
                  <a:pt x="633" y="544"/>
                  <a:pt x="633" y="500"/>
                </a:cubicBezTo>
                <a:cubicBezTo>
                  <a:pt x="633" y="73"/>
                  <a:pt x="633" y="73"/>
                  <a:pt x="633" y="73"/>
                </a:cubicBezTo>
                <a:cubicBezTo>
                  <a:pt x="633" y="29"/>
                  <a:pt x="588" y="0"/>
                  <a:pt x="544" y="0"/>
                </a:cubicBezTo>
                <a:close/>
                <a:moveTo>
                  <a:pt x="471" y="544"/>
                </a:moveTo>
                <a:lnTo>
                  <a:pt x="471" y="544"/>
                </a:lnTo>
                <a:cubicBezTo>
                  <a:pt x="73" y="544"/>
                  <a:pt x="73" y="544"/>
                  <a:pt x="73" y="544"/>
                </a:cubicBezTo>
                <a:cubicBezTo>
                  <a:pt x="59" y="544"/>
                  <a:pt x="44" y="530"/>
                  <a:pt x="44" y="500"/>
                </a:cubicBezTo>
                <a:cubicBezTo>
                  <a:pt x="44" y="73"/>
                  <a:pt x="44" y="73"/>
                  <a:pt x="44" y="73"/>
                </a:cubicBezTo>
                <a:cubicBezTo>
                  <a:pt x="44" y="59"/>
                  <a:pt x="59" y="29"/>
                  <a:pt x="73" y="29"/>
                </a:cubicBezTo>
                <a:cubicBezTo>
                  <a:pt x="471" y="29"/>
                  <a:pt x="471" y="29"/>
                  <a:pt x="471" y="29"/>
                </a:cubicBezTo>
                <a:lnTo>
                  <a:pt x="471" y="544"/>
                </a:lnTo>
                <a:close/>
                <a:moveTo>
                  <a:pt x="588" y="500"/>
                </a:moveTo>
                <a:lnTo>
                  <a:pt x="588" y="500"/>
                </a:lnTo>
                <a:cubicBezTo>
                  <a:pt x="588" y="530"/>
                  <a:pt x="574" y="544"/>
                  <a:pt x="544" y="544"/>
                </a:cubicBezTo>
                <a:cubicBezTo>
                  <a:pt x="515" y="544"/>
                  <a:pt x="515" y="544"/>
                  <a:pt x="515" y="544"/>
                </a:cubicBezTo>
                <a:cubicBezTo>
                  <a:pt x="515" y="29"/>
                  <a:pt x="515" y="29"/>
                  <a:pt x="515" y="29"/>
                </a:cubicBezTo>
                <a:cubicBezTo>
                  <a:pt x="544" y="29"/>
                  <a:pt x="544" y="29"/>
                  <a:pt x="544" y="29"/>
                </a:cubicBezTo>
                <a:cubicBezTo>
                  <a:pt x="574" y="29"/>
                  <a:pt x="588" y="59"/>
                  <a:pt x="588" y="73"/>
                </a:cubicBezTo>
                <a:lnTo>
                  <a:pt x="588" y="500"/>
                </a:lnTo>
                <a:close/>
                <a:moveTo>
                  <a:pt x="103" y="309"/>
                </a:moveTo>
                <a:lnTo>
                  <a:pt x="103" y="309"/>
                </a:lnTo>
                <a:cubicBezTo>
                  <a:pt x="338" y="309"/>
                  <a:pt x="338" y="309"/>
                  <a:pt x="338" y="309"/>
                </a:cubicBezTo>
                <a:cubicBezTo>
                  <a:pt x="265" y="368"/>
                  <a:pt x="265" y="368"/>
                  <a:pt x="265" y="368"/>
                </a:cubicBezTo>
                <a:cubicBezTo>
                  <a:pt x="250" y="382"/>
                  <a:pt x="250" y="397"/>
                  <a:pt x="265" y="397"/>
                </a:cubicBezTo>
                <a:cubicBezTo>
                  <a:pt x="265" y="412"/>
                  <a:pt x="279" y="412"/>
                  <a:pt x="294" y="397"/>
                </a:cubicBezTo>
                <a:cubicBezTo>
                  <a:pt x="412" y="309"/>
                  <a:pt x="412" y="309"/>
                  <a:pt x="412" y="309"/>
                </a:cubicBezTo>
                <a:cubicBezTo>
                  <a:pt x="412" y="294"/>
                  <a:pt x="412" y="294"/>
                  <a:pt x="412" y="294"/>
                </a:cubicBezTo>
                <a:cubicBezTo>
                  <a:pt x="412" y="280"/>
                  <a:pt x="412" y="280"/>
                  <a:pt x="412" y="280"/>
                </a:cubicBezTo>
                <a:cubicBezTo>
                  <a:pt x="294" y="176"/>
                  <a:pt x="294" y="176"/>
                  <a:pt x="294" y="176"/>
                </a:cubicBezTo>
                <a:cubicBezTo>
                  <a:pt x="279" y="176"/>
                  <a:pt x="265" y="176"/>
                  <a:pt x="265" y="176"/>
                </a:cubicBezTo>
                <a:cubicBezTo>
                  <a:pt x="250" y="191"/>
                  <a:pt x="250" y="191"/>
                  <a:pt x="265" y="206"/>
                </a:cubicBezTo>
                <a:cubicBezTo>
                  <a:pt x="338" y="264"/>
                  <a:pt x="338" y="264"/>
                  <a:pt x="338" y="264"/>
                </a:cubicBezTo>
                <a:cubicBezTo>
                  <a:pt x="103" y="264"/>
                  <a:pt x="103" y="264"/>
                  <a:pt x="103" y="264"/>
                </a:cubicBezTo>
                <a:cubicBezTo>
                  <a:pt x="88" y="264"/>
                  <a:pt x="73" y="280"/>
                  <a:pt x="73" y="294"/>
                </a:cubicBezTo>
                <a:cubicBezTo>
                  <a:pt x="73" y="294"/>
                  <a:pt x="88" y="309"/>
                  <a:pt x="103" y="30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6" name="Freeform 105"/>
          <p:cNvSpPr/>
          <p:nvPr/>
        </p:nvSpPr>
        <p:spPr>
          <a:xfrm>
            <a:off x="2889360" y="3094200"/>
            <a:ext cx="255600" cy="274320"/>
          </a:xfrm>
          <a:custGeom>
            <a:avLst/>
            <a:gdLst/>
            <a:ahLst/>
            <a:rect l="l" t="t" r="r" b="b"/>
            <a:pathLst>
              <a:path w="589" h="634">
                <a:moveTo>
                  <a:pt x="515" y="0"/>
                </a:moveTo>
                <a:lnTo>
                  <a:pt x="515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44"/>
                  <a:pt x="0" y="89"/>
                </a:cubicBezTo>
                <a:cubicBezTo>
                  <a:pt x="0" y="560"/>
                  <a:pt x="0" y="560"/>
                  <a:pt x="0" y="560"/>
                </a:cubicBezTo>
                <a:cubicBezTo>
                  <a:pt x="0" y="604"/>
                  <a:pt x="29" y="633"/>
                  <a:pt x="73" y="633"/>
                </a:cubicBezTo>
                <a:cubicBezTo>
                  <a:pt x="515" y="633"/>
                  <a:pt x="515" y="633"/>
                  <a:pt x="515" y="633"/>
                </a:cubicBezTo>
                <a:cubicBezTo>
                  <a:pt x="559" y="633"/>
                  <a:pt x="588" y="604"/>
                  <a:pt x="588" y="560"/>
                </a:cubicBezTo>
                <a:cubicBezTo>
                  <a:pt x="588" y="89"/>
                  <a:pt x="588" y="89"/>
                  <a:pt x="588" y="89"/>
                </a:cubicBezTo>
                <a:cubicBezTo>
                  <a:pt x="588" y="44"/>
                  <a:pt x="559" y="0"/>
                  <a:pt x="515" y="0"/>
                </a:cubicBezTo>
                <a:close/>
                <a:moveTo>
                  <a:pt x="544" y="560"/>
                </a:moveTo>
                <a:lnTo>
                  <a:pt x="544" y="560"/>
                </a:lnTo>
                <a:cubicBezTo>
                  <a:pt x="544" y="574"/>
                  <a:pt x="530" y="589"/>
                  <a:pt x="515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8" y="589"/>
                  <a:pt x="44" y="574"/>
                  <a:pt x="44" y="560"/>
                </a:cubicBezTo>
                <a:cubicBezTo>
                  <a:pt x="44" y="162"/>
                  <a:pt x="44" y="162"/>
                  <a:pt x="44" y="162"/>
                </a:cubicBezTo>
                <a:cubicBezTo>
                  <a:pt x="544" y="162"/>
                  <a:pt x="544" y="162"/>
                  <a:pt x="544" y="162"/>
                </a:cubicBezTo>
                <a:lnTo>
                  <a:pt x="544" y="560"/>
                </a:lnTo>
                <a:close/>
                <a:moveTo>
                  <a:pt x="544" y="118"/>
                </a:moveTo>
                <a:lnTo>
                  <a:pt x="544" y="118"/>
                </a:lnTo>
                <a:cubicBezTo>
                  <a:pt x="44" y="118"/>
                  <a:pt x="44" y="118"/>
                  <a:pt x="44" y="118"/>
                </a:cubicBezTo>
                <a:cubicBezTo>
                  <a:pt x="44" y="89"/>
                  <a:pt x="44" y="89"/>
                  <a:pt x="44" y="89"/>
                </a:cubicBezTo>
                <a:cubicBezTo>
                  <a:pt x="44" y="59"/>
                  <a:pt x="58" y="44"/>
                  <a:pt x="73" y="44"/>
                </a:cubicBezTo>
                <a:cubicBezTo>
                  <a:pt x="515" y="44"/>
                  <a:pt x="515" y="44"/>
                  <a:pt x="515" y="44"/>
                </a:cubicBezTo>
                <a:cubicBezTo>
                  <a:pt x="530" y="44"/>
                  <a:pt x="544" y="59"/>
                  <a:pt x="544" y="89"/>
                </a:cubicBezTo>
                <a:lnTo>
                  <a:pt x="544" y="118"/>
                </a:lnTo>
                <a:close/>
                <a:moveTo>
                  <a:pt x="206" y="368"/>
                </a:moveTo>
                <a:lnTo>
                  <a:pt x="206" y="368"/>
                </a:lnTo>
                <a:cubicBezTo>
                  <a:pt x="279" y="294"/>
                  <a:pt x="279" y="294"/>
                  <a:pt x="279" y="294"/>
                </a:cubicBezTo>
                <a:cubicBezTo>
                  <a:pt x="279" y="530"/>
                  <a:pt x="279" y="530"/>
                  <a:pt x="279" y="530"/>
                </a:cubicBezTo>
                <a:cubicBezTo>
                  <a:pt x="279" y="545"/>
                  <a:pt x="279" y="560"/>
                  <a:pt x="294" y="560"/>
                </a:cubicBezTo>
                <a:cubicBezTo>
                  <a:pt x="309" y="560"/>
                  <a:pt x="309" y="545"/>
                  <a:pt x="309" y="530"/>
                </a:cubicBezTo>
                <a:cubicBezTo>
                  <a:pt x="309" y="294"/>
                  <a:pt x="309" y="294"/>
                  <a:pt x="309" y="294"/>
                </a:cubicBezTo>
                <a:cubicBezTo>
                  <a:pt x="383" y="368"/>
                  <a:pt x="383" y="368"/>
                  <a:pt x="383" y="368"/>
                </a:cubicBezTo>
                <a:cubicBezTo>
                  <a:pt x="383" y="383"/>
                  <a:pt x="397" y="383"/>
                  <a:pt x="412" y="368"/>
                </a:cubicBezTo>
                <a:cubicBezTo>
                  <a:pt x="412" y="368"/>
                  <a:pt x="412" y="353"/>
                  <a:pt x="412" y="339"/>
                </a:cubicBezTo>
                <a:cubicBezTo>
                  <a:pt x="309" y="221"/>
                  <a:pt x="309" y="221"/>
                  <a:pt x="309" y="221"/>
                </a:cubicBezTo>
                <a:lnTo>
                  <a:pt x="294" y="221"/>
                </a:lnTo>
                <a:lnTo>
                  <a:pt x="279" y="221"/>
                </a:lnTo>
                <a:cubicBezTo>
                  <a:pt x="176" y="339"/>
                  <a:pt x="176" y="339"/>
                  <a:pt x="176" y="339"/>
                </a:cubicBezTo>
                <a:cubicBezTo>
                  <a:pt x="176" y="353"/>
                  <a:pt x="176" y="368"/>
                  <a:pt x="176" y="368"/>
                </a:cubicBezTo>
                <a:cubicBezTo>
                  <a:pt x="191" y="383"/>
                  <a:pt x="206" y="383"/>
                  <a:pt x="206" y="36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7" name="Freeform 106"/>
          <p:cNvSpPr/>
          <p:nvPr/>
        </p:nvSpPr>
        <p:spPr>
          <a:xfrm>
            <a:off x="2451240" y="3094200"/>
            <a:ext cx="255600" cy="274320"/>
          </a:xfrm>
          <a:custGeom>
            <a:avLst/>
            <a:gdLst/>
            <a:ahLst/>
            <a:rect l="l" t="t" r="r" b="b"/>
            <a:pathLst>
              <a:path w="590" h="634">
                <a:moveTo>
                  <a:pt x="500" y="0"/>
                </a:moveTo>
                <a:lnTo>
                  <a:pt x="500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44"/>
                  <a:pt x="0" y="89"/>
                </a:cubicBezTo>
                <a:cubicBezTo>
                  <a:pt x="0" y="560"/>
                  <a:pt x="0" y="560"/>
                  <a:pt x="0" y="560"/>
                </a:cubicBezTo>
                <a:cubicBezTo>
                  <a:pt x="0" y="604"/>
                  <a:pt x="29" y="633"/>
                  <a:pt x="73" y="633"/>
                </a:cubicBezTo>
                <a:cubicBezTo>
                  <a:pt x="500" y="633"/>
                  <a:pt x="500" y="633"/>
                  <a:pt x="500" y="633"/>
                </a:cubicBezTo>
                <a:cubicBezTo>
                  <a:pt x="545" y="633"/>
                  <a:pt x="589" y="604"/>
                  <a:pt x="589" y="560"/>
                </a:cubicBezTo>
                <a:cubicBezTo>
                  <a:pt x="589" y="89"/>
                  <a:pt x="589" y="89"/>
                  <a:pt x="589" y="89"/>
                </a:cubicBezTo>
                <a:cubicBezTo>
                  <a:pt x="589" y="44"/>
                  <a:pt x="545" y="0"/>
                  <a:pt x="500" y="0"/>
                </a:cubicBezTo>
                <a:close/>
                <a:moveTo>
                  <a:pt x="545" y="560"/>
                </a:moveTo>
                <a:lnTo>
                  <a:pt x="545" y="560"/>
                </a:lnTo>
                <a:cubicBezTo>
                  <a:pt x="545" y="574"/>
                  <a:pt x="530" y="589"/>
                  <a:pt x="500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9" y="589"/>
                  <a:pt x="29" y="574"/>
                  <a:pt x="29" y="560"/>
                </a:cubicBezTo>
                <a:cubicBezTo>
                  <a:pt x="29" y="515"/>
                  <a:pt x="29" y="515"/>
                  <a:pt x="29" y="515"/>
                </a:cubicBezTo>
                <a:cubicBezTo>
                  <a:pt x="545" y="515"/>
                  <a:pt x="545" y="515"/>
                  <a:pt x="545" y="515"/>
                </a:cubicBezTo>
                <a:lnTo>
                  <a:pt x="545" y="560"/>
                </a:lnTo>
                <a:close/>
                <a:moveTo>
                  <a:pt x="545" y="471"/>
                </a:moveTo>
                <a:lnTo>
                  <a:pt x="545" y="471"/>
                </a:lnTo>
                <a:cubicBezTo>
                  <a:pt x="29" y="471"/>
                  <a:pt x="29" y="471"/>
                  <a:pt x="29" y="471"/>
                </a:cubicBezTo>
                <a:cubicBezTo>
                  <a:pt x="29" y="89"/>
                  <a:pt x="29" y="89"/>
                  <a:pt x="29" y="89"/>
                </a:cubicBezTo>
                <a:cubicBezTo>
                  <a:pt x="29" y="59"/>
                  <a:pt x="59" y="44"/>
                  <a:pt x="73" y="44"/>
                </a:cubicBezTo>
                <a:cubicBezTo>
                  <a:pt x="500" y="44"/>
                  <a:pt x="500" y="44"/>
                  <a:pt x="500" y="44"/>
                </a:cubicBezTo>
                <a:cubicBezTo>
                  <a:pt x="530" y="44"/>
                  <a:pt x="545" y="59"/>
                  <a:pt x="545" y="89"/>
                </a:cubicBezTo>
                <a:lnTo>
                  <a:pt x="545" y="471"/>
                </a:lnTo>
                <a:close/>
                <a:moveTo>
                  <a:pt x="368" y="265"/>
                </a:moveTo>
                <a:lnTo>
                  <a:pt x="368" y="265"/>
                </a:lnTo>
                <a:cubicBezTo>
                  <a:pt x="309" y="339"/>
                  <a:pt x="309" y="339"/>
                  <a:pt x="309" y="339"/>
                </a:cubicBezTo>
                <a:cubicBezTo>
                  <a:pt x="309" y="103"/>
                  <a:pt x="309" y="103"/>
                  <a:pt x="309" y="103"/>
                </a:cubicBezTo>
                <a:cubicBezTo>
                  <a:pt x="309" y="89"/>
                  <a:pt x="294" y="89"/>
                  <a:pt x="294" y="89"/>
                </a:cubicBezTo>
                <a:cubicBezTo>
                  <a:pt x="280" y="89"/>
                  <a:pt x="265" y="89"/>
                  <a:pt x="265" y="103"/>
                </a:cubicBezTo>
                <a:cubicBezTo>
                  <a:pt x="265" y="339"/>
                  <a:pt x="265" y="339"/>
                  <a:pt x="265" y="339"/>
                </a:cubicBezTo>
                <a:cubicBezTo>
                  <a:pt x="206" y="265"/>
                  <a:pt x="206" y="265"/>
                  <a:pt x="206" y="265"/>
                </a:cubicBezTo>
                <a:cubicBezTo>
                  <a:pt x="191" y="265"/>
                  <a:pt x="191" y="265"/>
                  <a:pt x="177" y="265"/>
                </a:cubicBezTo>
                <a:cubicBezTo>
                  <a:pt x="177" y="280"/>
                  <a:pt x="177" y="280"/>
                  <a:pt x="177" y="294"/>
                </a:cubicBezTo>
                <a:cubicBezTo>
                  <a:pt x="280" y="412"/>
                  <a:pt x="280" y="412"/>
                  <a:pt x="280" y="412"/>
                </a:cubicBezTo>
                <a:cubicBezTo>
                  <a:pt x="280" y="412"/>
                  <a:pt x="280" y="412"/>
                  <a:pt x="294" y="412"/>
                </a:cubicBezTo>
                <a:cubicBezTo>
                  <a:pt x="294" y="412"/>
                  <a:pt x="294" y="412"/>
                  <a:pt x="309" y="412"/>
                </a:cubicBezTo>
                <a:cubicBezTo>
                  <a:pt x="398" y="294"/>
                  <a:pt x="398" y="294"/>
                  <a:pt x="398" y="294"/>
                </a:cubicBezTo>
                <a:cubicBezTo>
                  <a:pt x="412" y="280"/>
                  <a:pt x="412" y="280"/>
                  <a:pt x="398" y="265"/>
                </a:cubicBezTo>
                <a:cubicBezTo>
                  <a:pt x="398" y="265"/>
                  <a:pt x="382" y="265"/>
                  <a:pt x="368" y="26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8" name="Freeform 107"/>
          <p:cNvSpPr/>
          <p:nvPr/>
        </p:nvSpPr>
        <p:spPr>
          <a:xfrm>
            <a:off x="2030400" y="3094200"/>
            <a:ext cx="223920" cy="274320"/>
          </a:xfrm>
          <a:custGeom>
            <a:avLst/>
            <a:gdLst/>
            <a:ahLst/>
            <a:rect l="l" t="t" r="r" b="b"/>
            <a:pathLst>
              <a:path w="516" h="634">
                <a:moveTo>
                  <a:pt x="280" y="0"/>
                </a:moveTo>
                <a:lnTo>
                  <a:pt x="280" y="0"/>
                </a:lnTo>
                <a:cubicBezTo>
                  <a:pt x="236" y="0"/>
                  <a:pt x="236" y="0"/>
                  <a:pt x="236" y="0"/>
                </a:cubicBezTo>
                <a:cubicBezTo>
                  <a:pt x="221" y="0"/>
                  <a:pt x="206" y="30"/>
                  <a:pt x="206" y="44"/>
                </a:cubicBezTo>
                <a:cubicBezTo>
                  <a:pt x="206" y="589"/>
                  <a:pt x="206" y="589"/>
                  <a:pt x="206" y="589"/>
                </a:cubicBezTo>
                <a:cubicBezTo>
                  <a:pt x="206" y="619"/>
                  <a:pt x="221" y="633"/>
                  <a:pt x="236" y="633"/>
                </a:cubicBezTo>
                <a:cubicBezTo>
                  <a:pt x="280" y="633"/>
                  <a:pt x="280" y="633"/>
                  <a:pt x="280" y="633"/>
                </a:cubicBezTo>
                <a:cubicBezTo>
                  <a:pt x="295" y="633"/>
                  <a:pt x="324" y="619"/>
                  <a:pt x="324" y="589"/>
                </a:cubicBezTo>
                <a:cubicBezTo>
                  <a:pt x="324" y="44"/>
                  <a:pt x="324" y="44"/>
                  <a:pt x="324" y="44"/>
                </a:cubicBezTo>
                <a:cubicBezTo>
                  <a:pt x="324" y="30"/>
                  <a:pt x="295" y="0"/>
                  <a:pt x="280" y="0"/>
                </a:cubicBezTo>
                <a:close/>
                <a:moveTo>
                  <a:pt x="280" y="574"/>
                </a:moveTo>
                <a:lnTo>
                  <a:pt x="280" y="574"/>
                </a:lnTo>
                <a:cubicBezTo>
                  <a:pt x="280" y="589"/>
                  <a:pt x="265" y="589"/>
                  <a:pt x="265" y="589"/>
                </a:cubicBezTo>
                <a:cubicBezTo>
                  <a:pt x="251" y="589"/>
                  <a:pt x="236" y="589"/>
                  <a:pt x="236" y="574"/>
                </a:cubicBezTo>
                <a:cubicBezTo>
                  <a:pt x="236" y="59"/>
                  <a:pt x="236" y="59"/>
                  <a:pt x="236" y="59"/>
                </a:cubicBezTo>
                <a:cubicBezTo>
                  <a:pt x="236" y="59"/>
                  <a:pt x="251" y="44"/>
                  <a:pt x="265" y="44"/>
                </a:cubicBezTo>
                <a:lnTo>
                  <a:pt x="280" y="59"/>
                </a:lnTo>
                <a:lnTo>
                  <a:pt x="280" y="574"/>
                </a:lnTo>
                <a:close/>
                <a:moveTo>
                  <a:pt x="89" y="177"/>
                </a:moveTo>
                <a:lnTo>
                  <a:pt x="89" y="177"/>
                </a:lnTo>
                <a:cubicBezTo>
                  <a:pt x="44" y="177"/>
                  <a:pt x="44" y="177"/>
                  <a:pt x="44" y="177"/>
                </a:cubicBezTo>
                <a:cubicBezTo>
                  <a:pt x="30" y="177"/>
                  <a:pt x="0" y="206"/>
                  <a:pt x="0" y="221"/>
                </a:cubicBezTo>
                <a:cubicBezTo>
                  <a:pt x="0" y="589"/>
                  <a:pt x="0" y="589"/>
                  <a:pt x="0" y="589"/>
                </a:cubicBezTo>
                <a:cubicBezTo>
                  <a:pt x="0" y="619"/>
                  <a:pt x="30" y="633"/>
                  <a:pt x="44" y="633"/>
                </a:cubicBezTo>
                <a:cubicBezTo>
                  <a:pt x="89" y="633"/>
                  <a:pt x="89" y="633"/>
                  <a:pt x="89" y="633"/>
                </a:cubicBezTo>
                <a:cubicBezTo>
                  <a:pt x="103" y="633"/>
                  <a:pt x="118" y="619"/>
                  <a:pt x="118" y="589"/>
                </a:cubicBezTo>
                <a:cubicBezTo>
                  <a:pt x="118" y="221"/>
                  <a:pt x="118" y="221"/>
                  <a:pt x="118" y="221"/>
                </a:cubicBezTo>
                <a:cubicBezTo>
                  <a:pt x="118" y="206"/>
                  <a:pt x="103" y="177"/>
                  <a:pt x="89" y="177"/>
                </a:cubicBezTo>
                <a:close/>
                <a:moveTo>
                  <a:pt x="89" y="574"/>
                </a:moveTo>
                <a:lnTo>
                  <a:pt x="89" y="574"/>
                </a:lnTo>
                <a:cubicBezTo>
                  <a:pt x="89" y="589"/>
                  <a:pt x="74" y="589"/>
                  <a:pt x="59" y="589"/>
                </a:cubicBezTo>
                <a:cubicBezTo>
                  <a:pt x="59" y="589"/>
                  <a:pt x="44" y="589"/>
                  <a:pt x="44" y="574"/>
                </a:cubicBezTo>
                <a:cubicBezTo>
                  <a:pt x="44" y="236"/>
                  <a:pt x="44" y="236"/>
                  <a:pt x="44" y="236"/>
                </a:cubicBezTo>
                <a:lnTo>
                  <a:pt x="59" y="221"/>
                </a:lnTo>
                <a:cubicBezTo>
                  <a:pt x="74" y="221"/>
                  <a:pt x="89" y="236"/>
                  <a:pt x="89" y="236"/>
                </a:cubicBezTo>
                <a:lnTo>
                  <a:pt x="89" y="574"/>
                </a:lnTo>
                <a:close/>
                <a:moveTo>
                  <a:pt x="471" y="324"/>
                </a:moveTo>
                <a:lnTo>
                  <a:pt x="471" y="324"/>
                </a:lnTo>
                <a:cubicBezTo>
                  <a:pt x="442" y="324"/>
                  <a:pt x="442" y="324"/>
                  <a:pt x="442" y="324"/>
                </a:cubicBezTo>
                <a:cubicBezTo>
                  <a:pt x="412" y="324"/>
                  <a:pt x="398" y="339"/>
                  <a:pt x="398" y="353"/>
                </a:cubicBezTo>
                <a:cubicBezTo>
                  <a:pt x="398" y="589"/>
                  <a:pt x="398" y="589"/>
                  <a:pt x="398" y="589"/>
                </a:cubicBezTo>
                <a:cubicBezTo>
                  <a:pt x="398" y="619"/>
                  <a:pt x="412" y="633"/>
                  <a:pt x="442" y="633"/>
                </a:cubicBezTo>
                <a:cubicBezTo>
                  <a:pt x="471" y="633"/>
                  <a:pt x="471" y="633"/>
                  <a:pt x="471" y="633"/>
                </a:cubicBezTo>
                <a:cubicBezTo>
                  <a:pt x="501" y="633"/>
                  <a:pt x="515" y="619"/>
                  <a:pt x="515" y="589"/>
                </a:cubicBezTo>
                <a:cubicBezTo>
                  <a:pt x="515" y="353"/>
                  <a:pt x="515" y="353"/>
                  <a:pt x="515" y="353"/>
                </a:cubicBezTo>
                <a:cubicBezTo>
                  <a:pt x="515" y="339"/>
                  <a:pt x="501" y="324"/>
                  <a:pt x="471" y="324"/>
                </a:cubicBezTo>
                <a:close/>
                <a:moveTo>
                  <a:pt x="471" y="574"/>
                </a:moveTo>
                <a:lnTo>
                  <a:pt x="471" y="574"/>
                </a:lnTo>
                <a:cubicBezTo>
                  <a:pt x="471" y="589"/>
                  <a:pt x="471" y="589"/>
                  <a:pt x="457" y="589"/>
                </a:cubicBezTo>
                <a:cubicBezTo>
                  <a:pt x="442" y="589"/>
                  <a:pt x="442" y="589"/>
                  <a:pt x="442" y="574"/>
                </a:cubicBezTo>
                <a:cubicBezTo>
                  <a:pt x="442" y="383"/>
                  <a:pt x="442" y="383"/>
                  <a:pt x="442" y="383"/>
                </a:cubicBezTo>
                <a:cubicBezTo>
                  <a:pt x="442" y="368"/>
                  <a:pt x="442" y="353"/>
                  <a:pt x="457" y="353"/>
                </a:cubicBezTo>
                <a:cubicBezTo>
                  <a:pt x="471" y="353"/>
                  <a:pt x="471" y="368"/>
                  <a:pt x="471" y="383"/>
                </a:cubicBezTo>
                <a:lnTo>
                  <a:pt x="471" y="57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9" name="Freeform 108"/>
          <p:cNvSpPr/>
          <p:nvPr/>
        </p:nvSpPr>
        <p:spPr>
          <a:xfrm>
            <a:off x="1560600" y="3094200"/>
            <a:ext cx="266760" cy="274320"/>
          </a:xfrm>
          <a:custGeom>
            <a:avLst/>
            <a:gdLst/>
            <a:ahLst/>
            <a:rect l="l" t="t" r="r" b="b"/>
            <a:pathLst>
              <a:path w="619" h="634">
                <a:moveTo>
                  <a:pt x="88" y="89"/>
                </a:moveTo>
                <a:lnTo>
                  <a:pt x="88" y="89"/>
                </a:lnTo>
                <a:cubicBezTo>
                  <a:pt x="88" y="89"/>
                  <a:pt x="73" y="89"/>
                  <a:pt x="73" y="103"/>
                </a:cubicBezTo>
                <a:cubicBezTo>
                  <a:pt x="73" y="118"/>
                  <a:pt x="88" y="118"/>
                  <a:pt x="88" y="118"/>
                </a:cubicBezTo>
                <a:cubicBezTo>
                  <a:pt x="103" y="118"/>
                  <a:pt x="118" y="118"/>
                  <a:pt x="118" y="103"/>
                </a:cubicBezTo>
                <a:cubicBezTo>
                  <a:pt x="118" y="89"/>
                  <a:pt x="103" y="89"/>
                  <a:pt x="88" y="89"/>
                </a:cubicBezTo>
                <a:close/>
                <a:moveTo>
                  <a:pt x="545" y="0"/>
                </a:moveTo>
                <a:lnTo>
                  <a:pt x="545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44"/>
                  <a:pt x="0" y="89"/>
                </a:cubicBezTo>
                <a:cubicBezTo>
                  <a:pt x="0" y="560"/>
                  <a:pt x="0" y="560"/>
                  <a:pt x="0" y="560"/>
                </a:cubicBezTo>
                <a:cubicBezTo>
                  <a:pt x="0" y="604"/>
                  <a:pt x="29" y="633"/>
                  <a:pt x="73" y="633"/>
                </a:cubicBezTo>
                <a:cubicBezTo>
                  <a:pt x="545" y="633"/>
                  <a:pt x="545" y="633"/>
                  <a:pt x="545" y="633"/>
                </a:cubicBezTo>
                <a:cubicBezTo>
                  <a:pt x="589" y="633"/>
                  <a:pt x="618" y="604"/>
                  <a:pt x="618" y="560"/>
                </a:cubicBezTo>
                <a:cubicBezTo>
                  <a:pt x="618" y="89"/>
                  <a:pt x="618" y="89"/>
                  <a:pt x="618" y="89"/>
                </a:cubicBezTo>
                <a:cubicBezTo>
                  <a:pt x="618" y="44"/>
                  <a:pt x="589" y="0"/>
                  <a:pt x="545" y="0"/>
                </a:cubicBezTo>
                <a:close/>
                <a:moveTo>
                  <a:pt x="589" y="560"/>
                </a:moveTo>
                <a:lnTo>
                  <a:pt x="589" y="560"/>
                </a:lnTo>
                <a:cubicBezTo>
                  <a:pt x="589" y="574"/>
                  <a:pt x="559" y="589"/>
                  <a:pt x="545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9" y="589"/>
                  <a:pt x="29" y="574"/>
                  <a:pt x="29" y="560"/>
                </a:cubicBezTo>
                <a:cubicBezTo>
                  <a:pt x="29" y="206"/>
                  <a:pt x="29" y="206"/>
                  <a:pt x="29" y="206"/>
                </a:cubicBezTo>
                <a:cubicBezTo>
                  <a:pt x="589" y="206"/>
                  <a:pt x="589" y="206"/>
                  <a:pt x="589" y="206"/>
                </a:cubicBezTo>
                <a:lnTo>
                  <a:pt x="589" y="560"/>
                </a:lnTo>
                <a:close/>
                <a:moveTo>
                  <a:pt x="589" y="162"/>
                </a:moveTo>
                <a:lnTo>
                  <a:pt x="589" y="162"/>
                </a:lnTo>
                <a:cubicBezTo>
                  <a:pt x="29" y="162"/>
                  <a:pt x="29" y="162"/>
                  <a:pt x="29" y="162"/>
                </a:cubicBezTo>
                <a:cubicBezTo>
                  <a:pt x="29" y="89"/>
                  <a:pt x="29" y="89"/>
                  <a:pt x="29" y="89"/>
                </a:cubicBezTo>
                <a:cubicBezTo>
                  <a:pt x="29" y="59"/>
                  <a:pt x="59" y="44"/>
                  <a:pt x="73" y="44"/>
                </a:cubicBezTo>
                <a:cubicBezTo>
                  <a:pt x="545" y="44"/>
                  <a:pt x="545" y="44"/>
                  <a:pt x="545" y="44"/>
                </a:cubicBezTo>
                <a:cubicBezTo>
                  <a:pt x="559" y="44"/>
                  <a:pt x="589" y="59"/>
                  <a:pt x="589" y="89"/>
                </a:cubicBezTo>
                <a:lnTo>
                  <a:pt x="589" y="162"/>
                </a:lnTo>
                <a:close/>
                <a:moveTo>
                  <a:pt x="250" y="89"/>
                </a:moveTo>
                <a:lnTo>
                  <a:pt x="250" y="89"/>
                </a:lnTo>
                <a:cubicBezTo>
                  <a:pt x="235" y="89"/>
                  <a:pt x="235" y="89"/>
                  <a:pt x="235" y="103"/>
                </a:cubicBezTo>
                <a:cubicBezTo>
                  <a:pt x="235" y="118"/>
                  <a:pt x="235" y="118"/>
                  <a:pt x="250" y="118"/>
                </a:cubicBezTo>
                <a:cubicBezTo>
                  <a:pt x="265" y="118"/>
                  <a:pt x="265" y="118"/>
                  <a:pt x="265" y="103"/>
                </a:cubicBezTo>
                <a:cubicBezTo>
                  <a:pt x="265" y="89"/>
                  <a:pt x="265" y="89"/>
                  <a:pt x="250" y="89"/>
                </a:cubicBezTo>
                <a:close/>
                <a:moveTo>
                  <a:pt x="177" y="89"/>
                </a:moveTo>
                <a:lnTo>
                  <a:pt x="177" y="89"/>
                </a:lnTo>
                <a:cubicBezTo>
                  <a:pt x="162" y="89"/>
                  <a:pt x="147" y="89"/>
                  <a:pt x="147" y="103"/>
                </a:cubicBezTo>
                <a:cubicBezTo>
                  <a:pt x="147" y="118"/>
                  <a:pt x="162" y="118"/>
                  <a:pt x="177" y="118"/>
                </a:cubicBezTo>
                <a:cubicBezTo>
                  <a:pt x="177" y="118"/>
                  <a:pt x="191" y="118"/>
                  <a:pt x="191" y="103"/>
                </a:cubicBezTo>
                <a:cubicBezTo>
                  <a:pt x="191" y="89"/>
                  <a:pt x="177" y="89"/>
                  <a:pt x="177" y="8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0" name="Freeform 109"/>
          <p:cNvSpPr/>
          <p:nvPr/>
        </p:nvSpPr>
        <p:spPr>
          <a:xfrm>
            <a:off x="1112760" y="3094200"/>
            <a:ext cx="274680" cy="274320"/>
          </a:xfrm>
          <a:custGeom>
            <a:avLst/>
            <a:gdLst/>
            <a:ahLst/>
            <a:rect l="l" t="t" r="r" b="b"/>
            <a:pathLst>
              <a:path w="634" h="634">
                <a:moveTo>
                  <a:pt x="324" y="0"/>
                </a:moveTo>
                <a:lnTo>
                  <a:pt x="324" y="0"/>
                </a:lnTo>
                <a:cubicBezTo>
                  <a:pt x="148" y="0"/>
                  <a:pt x="0" y="147"/>
                  <a:pt x="0" y="324"/>
                </a:cubicBezTo>
                <a:cubicBezTo>
                  <a:pt x="0" y="486"/>
                  <a:pt x="148" y="633"/>
                  <a:pt x="324" y="633"/>
                </a:cubicBezTo>
                <a:cubicBezTo>
                  <a:pt x="486" y="633"/>
                  <a:pt x="633" y="486"/>
                  <a:pt x="633" y="324"/>
                </a:cubicBezTo>
                <a:cubicBezTo>
                  <a:pt x="633" y="147"/>
                  <a:pt x="486" y="0"/>
                  <a:pt x="324" y="0"/>
                </a:cubicBezTo>
                <a:close/>
                <a:moveTo>
                  <a:pt x="545" y="162"/>
                </a:moveTo>
                <a:lnTo>
                  <a:pt x="545" y="162"/>
                </a:lnTo>
                <a:cubicBezTo>
                  <a:pt x="574" y="206"/>
                  <a:pt x="589" y="251"/>
                  <a:pt x="589" y="294"/>
                </a:cubicBezTo>
                <a:cubicBezTo>
                  <a:pt x="442" y="294"/>
                  <a:pt x="442" y="294"/>
                  <a:pt x="442" y="294"/>
                </a:cubicBezTo>
                <a:cubicBezTo>
                  <a:pt x="442" y="265"/>
                  <a:pt x="427" y="221"/>
                  <a:pt x="427" y="192"/>
                </a:cubicBezTo>
                <a:cubicBezTo>
                  <a:pt x="471" y="192"/>
                  <a:pt x="516" y="177"/>
                  <a:pt x="545" y="162"/>
                </a:cubicBezTo>
                <a:close/>
                <a:moveTo>
                  <a:pt x="516" y="133"/>
                </a:moveTo>
                <a:lnTo>
                  <a:pt x="516" y="133"/>
                </a:lnTo>
                <a:cubicBezTo>
                  <a:pt x="486" y="147"/>
                  <a:pt x="457" y="147"/>
                  <a:pt x="412" y="147"/>
                </a:cubicBezTo>
                <a:cubicBezTo>
                  <a:pt x="412" y="118"/>
                  <a:pt x="398" y="89"/>
                  <a:pt x="383" y="59"/>
                </a:cubicBezTo>
                <a:cubicBezTo>
                  <a:pt x="442" y="59"/>
                  <a:pt x="486" y="89"/>
                  <a:pt x="516" y="133"/>
                </a:cubicBezTo>
                <a:close/>
                <a:moveTo>
                  <a:pt x="236" y="294"/>
                </a:moveTo>
                <a:lnTo>
                  <a:pt x="236" y="294"/>
                </a:lnTo>
                <a:cubicBezTo>
                  <a:pt x="236" y="265"/>
                  <a:pt x="251" y="236"/>
                  <a:pt x="251" y="192"/>
                </a:cubicBezTo>
                <a:cubicBezTo>
                  <a:pt x="280" y="206"/>
                  <a:pt x="295" y="206"/>
                  <a:pt x="324" y="206"/>
                </a:cubicBezTo>
                <a:cubicBezTo>
                  <a:pt x="339" y="206"/>
                  <a:pt x="369" y="206"/>
                  <a:pt x="383" y="192"/>
                </a:cubicBezTo>
                <a:cubicBezTo>
                  <a:pt x="398" y="236"/>
                  <a:pt x="398" y="265"/>
                  <a:pt x="398" y="294"/>
                </a:cubicBezTo>
                <a:lnTo>
                  <a:pt x="236" y="294"/>
                </a:lnTo>
                <a:close/>
                <a:moveTo>
                  <a:pt x="398" y="339"/>
                </a:moveTo>
                <a:lnTo>
                  <a:pt x="398" y="339"/>
                </a:lnTo>
                <a:cubicBezTo>
                  <a:pt x="398" y="368"/>
                  <a:pt x="398" y="412"/>
                  <a:pt x="383" y="442"/>
                </a:cubicBezTo>
                <a:cubicBezTo>
                  <a:pt x="369" y="442"/>
                  <a:pt x="339" y="442"/>
                  <a:pt x="324" y="442"/>
                </a:cubicBezTo>
                <a:cubicBezTo>
                  <a:pt x="295" y="442"/>
                  <a:pt x="280" y="442"/>
                  <a:pt x="251" y="442"/>
                </a:cubicBezTo>
                <a:cubicBezTo>
                  <a:pt x="251" y="412"/>
                  <a:pt x="236" y="368"/>
                  <a:pt x="236" y="339"/>
                </a:cubicBezTo>
                <a:lnTo>
                  <a:pt x="398" y="339"/>
                </a:lnTo>
                <a:close/>
                <a:moveTo>
                  <a:pt x="295" y="44"/>
                </a:moveTo>
                <a:lnTo>
                  <a:pt x="295" y="44"/>
                </a:lnTo>
                <a:cubicBezTo>
                  <a:pt x="310" y="44"/>
                  <a:pt x="310" y="44"/>
                  <a:pt x="324" y="44"/>
                </a:cubicBezTo>
                <a:lnTo>
                  <a:pt x="339" y="44"/>
                </a:lnTo>
                <a:cubicBezTo>
                  <a:pt x="354" y="74"/>
                  <a:pt x="369" y="118"/>
                  <a:pt x="383" y="162"/>
                </a:cubicBezTo>
                <a:cubicBezTo>
                  <a:pt x="354" y="162"/>
                  <a:pt x="339" y="162"/>
                  <a:pt x="324" y="162"/>
                </a:cubicBezTo>
                <a:cubicBezTo>
                  <a:pt x="295" y="162"/>
                  <a:pt x="280" y="162"/>
                  <a:pt x="265" y="162"/>
                </a:cubicBezTo>
                <a:cubicBezTo>
                  <a:pt x="265" y="118"/>
                  <a:pt x="280" y="74"/>
                  <a:pt x="295" y="44"/>
                </a:cubicBezTo>
                <a:close/>
                <a:moveTo>
                  <a:pt x="251" y="59"/>
                </a:moveTo>
                <a:lnTo>
                  <a:pt x="251" y="59"/>
                </a:lnTo>
                <a:cubicBezTo>
                  <a:pt x="236" y="89"/>
                  <a:pt x="221" y="118"/>
                  <a:pt x="221" y="147"/>
                </a:cubicBezTo>
                <a:cubicBezTo>
                  <a:pt x="192" y="147"/>
                  <a:pt x="148" y="147"/>
                  <a:pt x="118" y="133"/>
                </a:cubicBezTo>
                <a:cubicBezTo>
                  <a:pt x="148" y="89"/>
                  <a:pt x="207" y="59"/>
                  <a:pt x="251" y="59"/>
                </a:cubicBezTo>
                <a:close/>
                <a:moveTo>
                  <a:pt x="89" y="162"/>
                </a:moveTo>
                <a:lnTo>
                  <a:pt x="89" y="162"/>
                </a:lnTo>
                <a:cubicBezTo>
                  <a:pt x="133" y="177"/>
                  <a:pt x="177" y="192"/>
                  <a:pt x="207" y="192"/>
                </a:cubicBezTo>
                <a:cubicBezTo>
                  <a:pt x="207" y="221"/>
                  <a:pt x="207" y="265"/>
                  <a:pt x="207" y="294"/>
                </a:cubicBezTo>
                <a:cubicBezTo>
                  <a:pt x="44" y="294"/>
                  <a:pt x="44" y="294"/>
                  <a:pt x="44" y="294"/>
                </a:cubicBezTo>
                <a:cubicBezTo>
                  <a:pt x="44" y="251"/>
                  <a:pt x="59" y="206"/>
                  <a:pt x="89" y="162"/>
                </a:cubicBezTo>
                <a:close/>
                <a:moveTo>
                  <a:pt x="89" y="471"/>
                </a:moveTo>
                <a:lnTo>
                  <a:pt x="89" y="471"/>
                </a:lnTo>
                <a:cubicBezTo>
                  <a:pt x="59" y="427"/>
                  <a:pt x="44" y="383"/>
                  <a:pt x="44" y="339"/>
                </a:cubicBezTo>
                <a:cubicBezTo>
                  <a:pt x="207" y="339"/>
                  <a:pt x="207" y="339"/>
                  <a:pt x="207" y="339"/>
                </a:cubicBezTo>
                <a:cubicBezTo>
                  <a:pt x="207" y="368"/>
                  <a:pt x="207" y="412"/>
                  <a:pt x="207" y="442"/>
                </a:cubicBezTo>
                <a:cubicBezTo>
                  <a:pt x="177" y="457"/>
                  <a:pt x="133" y="457"/>
                  <a:pt x="89" y="471"/>
                </a:cubicBezTo>
                <a:close/>
                <a:moveTo>
                  <a:pt x="118" y="501"/>
                </a:moveTo>
                <a:lnTo>
                  <a:pt x="118" y="501"/>
                </a:lnTo>
                <a:cubicBezTo>
                  <a:pt x="148" y="501"/>
                  <a:pt x="192" y="486"/>
                  <a:pt x="221" y="486"/>
                </a:cubicBezTo>
                <a:cubicBezTo>
                  <a:pt x="221" y="515"/>
                  <a:pt x="236" y="560"/>
                  <a:pt x="251" y="589"/>
                </a:cubicBezTo>
                <a:cubicBezTo>
                  <a:pt x="207" y="574"/>
                  <a:pt x="148" y="545"/>
                  <a:pt x="118" y="501"/>
                </a:cubicBezTo>
                <a:close/>
                <a:moveTo>
                  <a:pt x="339" y="589"/>
                </a:moveTo>
                <a:lnTo>
                  <a:pt x="339" y="589"/>
                </a:lnTo>
                <a:lnTo>
                  <a:pt x="324" y="589"/>
                </a:lnTo>
                <a:cubicBezTo>
                  <a:pt x="310" y="589"/>
                  <a:pt x="310" y="589"/>
                  <a:pt x="295" y="589"/>
                </a:cubicBezTo>
                <a:cubicBezTo>
                  <a:pt x="280" y="560"/>
                  <a:pt x="265" y="515"/>
                  <a:pt x="265" y="471"/>
                </a:cubicBezTo>
                <a:cubicBezTo>
                  <a:pt x="280" y="471"/>
                  <a:pt x="295" y="471"/>
                  <a:pt x="324" y="471"/>
                </a:cubicBezTo>
                <a:cubicBezTo>
                  <a:pt x="339" y="471"/>
                  <a:pt x="354" y="471"/>
                  <a:pt x="383" y="471"/>
                </a:cubicBezTo>
                <a:cubicBezTo>
                  <a:pt x="369" y="515"/>
                  <a:pt x="354" y="560"/>
                  <a:pt x="339" y="589"/>
                </a:cubicBezTo>
                <a:close/>
                <a:moveTo>
                  <a:pt x="383" y="589"/>
                </a:moveTo>
                <a:lnTo>
                  <a:pt x="383" y="589"/>
                </a:lnTo>
                <a:cubicBezTo>
                  <a:pt x="398" y="560"/>
                  <a:pt x="412" y="515"/>
                  <a:pt x="412" y="486"/>
                </a:cubicBezTo>
                <a:cubicBezTo>
                  <a:pt x="457" y="486"/>
                  <a:pt x="486" y="501"/>
                  <a:pt x="516" y="501"/>
                </a:cubicBezTo>
                <a:cubicBezTo>
                  <a:pt x="486" y="545"/>
                  <a:pt x="442" y="574"/>
                  <a:pt x="383" y="589"/>
                </a:cubicBezTo>
                <a:close/>
                <a:moveTo>
                  <a:pt x="545" y="471"/>
                </a:moveTo>
                <a:lnTo>
                  <a:pt x="545" y="471"/>
                </a:lnTo>
                <a:cubicBezTo>
                  <a:pt x="516" y="457"/>
                  <a:pt x="471" y="457"/>
                  <a:pt x="427" y="442"/>
                </a:cubicBezTo>
                <a:cubicBezTo>
                  <a:pt x="427" y="412"/>
                  <a:pt x="442" y="368"/>
                  <a:pt x="442" y="339"/>
                </a:cubicBezTo>
                <a:cubicBezTo>
                  <a:pt x="589" y="339"/>
                  <a:pt x="589" y="339"/>
                  <a:pt x="589" y="339"/>
                </a:cubicBezTo>
                <a:cubicBezTo>
                  <a:pt x="589" y="383"/>
                  <a:pt x="574" y="427"/>
                  <a:pt x="545" y="4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1" name="Freeform 110"/>
          <p:cNvSpPr/>
          <p:nvPr/>
        </p:nvSpPr>
        <p:spPr>
          <a:xfrm>
            <a:off x="704880" y="3105000"/>
            <a:ext cx="223920" cy="262080"/>
          </a:xfrm>
          <a:custGeom>
            <a:avLst/>
            <a:gdLst/>
            <a:ahLst/>
            <a:rect l="l" t="t" r="r" b="b"/>
            <a:pathLst>
              <a:path w="516" h="604">
                <a:moveTo>
                  <a:pt x="30" y="59"/>
                </a:moveTo>
                <a:lnTo>
                  <a:pt x="30" y="59"/>
                </a:lnTo>
                <a:cubicBezTo>
                  <a:pt x="383" y="59"/>
                  <a:pt x="383" y="59"/>
                  <a:pt x="383" y="59"/>
                </a:cubicBezTo>
                <a:cubicBezTo>
                  <a:pt x="383" y="59"/>
                  <a:pt x="398" y="44"/>
                  <a:pt x="398" y="29"/>
                </a:cubicBezTo>
                <a:lnTo>
                  <a:pt x="383" y="14"/>
                </a:lnTo>
                <a:cubicBezTo>
                  <a:pt x="30" y="14"/>
                  <a:pt x="30" y="14"/>
                  <a:pt x="30" y="14"/>
                </a:cubicBezTo>
                <a:cubicBezTo>
                  <a:pt x="15" y="14"/>
                  <a:pt x="0" y="29"/>
                  <a:pt x="0" y="29"/>
                </a:cubicBezTo>
                <a:cubicBezTo>
                  <a:pt x="0" y="44"/>
                  <a:pt x="15" y="59"/>
                  <a:pt x="30" y="59"/>
                </a:cubicBezTo>
                <a:close/>
                <a:moveTo>
                  <a:pt x="30" y="176"/>
                </a:moveTo>
                <a:lnTo>
                  <a:pt x="30" y="176"/>
                </a:lnTo>
                <a:cubicBezTo>
                  <a:pt x="383" y="176"/>
                  <a:pt x="383" y="176"/>
                  <a:pt x="383" y="176"/>
                </a:cubicBezTo>
                <a:cubicBezTo>
                  <a:pt x="383" y="176"/>
                  <a:pt x="398" y="162"/>
                  <a:pt x="398" y="147"/>
                </a:cubicBezTo>
                <a:lnTo>
                  <a:pt x="383" y="132"/>
                </a:lnTo>
                <a:cubicBezTo>
                  <a:pt x="30" y="132"/>
                  <a:pt x="30" y="132"/>
                  <a:pt x="30" y="132"/>
                </a:cubicBezTo>
                <a:cubicBezTo>
                  <a:pt x="15" y="132"/>
                  <a:pt x="0" y="147"/>
                  <a:pt x="0" y="147"/>
                </a:cubicBezTo>
                <a:cubicBezTo>
                  <a:pt x="0" y="162"/>
                  <a:pt x="15" y="176"/>
                  <a:pt x="30" y="176"/>
                </a:cubicBezTo>
                <a:close/>
                <a:moveTo>
                  <a:pt x="147" y="368"/>
                </a:moveTo>
                <a:lnTo>
                  <a:pt x="147" y="368"/>
                </a:lnTo>
                <a:cubicBezTo>
                  <a:pt x="30" y="368"/>
                  <a:pt x="30" y="368"/>
                  <a:pt x="30" y="368"/>
                </a:cubicBezTo>
                <a:cubicBezTo>
                  <a:pt x="15" y="368"/>
                  <a:pt x="0" y="382"/>
                  <a:pt x="0" y="382"/>
                </a:cubicBezTo>
                <a:cubicBezTo>
                  <a:pt x="0" y="397"/>
                  <a:pt x="15" y="412"/>
                  <a:pt x="30" y="412"/>
                </a:cubicBezTo>
                <a:cubicBezTo>
                  <a:pt x="147" y="412"/>
                  <a:pt x="147" y="412"/>
                  <a:pt x="147" y="412"/>
                </a:cubicBezTo>
                <a:cubicBezTo>
                  <a:pt x="147" y="412"/>
                  <a:pt x="162" y="397"/>
                  <a:pt x="162" y="382"/>
                </a:cubicBezTo>
                <a:lnTo>
                  <a:pt x="147" y="368"/>
                </a:lnTo>
                <a:close/>
                <a:moveTo>
                  <a:pt x="30" y="294"/>
                </a:moveTo>
                <a:lnTo>
                  <a:pt x="30" y="294"/>
                </a:lnTo>
                <a:cubicBezTo>
                  <a:pt x="236" y="294"/>
                  <a:pt x="236" y="294"/>
                  <a:pt x="236" y="294"/>
                </a:cubicBezTo>
                <a:cubicBezTo>
                  <a:pt x="251" y="294"/>
                  <a:pt x="265" y="280"/>
                  <a:pt x="265" y="264"/>
                </a:cubicBezTo>
                <a:cubicBezTo>
                  <a:pt x="265" y="264"/>
                  <a:pt x="251" y="250"/>
                  <a:pt x="236" y="250"/>
                </a:cubicBezTo>
                <a:cubicBezTo>
                  <a:pt x="30" y="250"/>
                  <a:pt x="30" y="250"/>
                  <a:pt x="30" y="250"/>
                </a:cubicBezTo>
                <a:cubicBezTo>
                  <a:pt x="15" y="250"/>
                  <a:pt x="0" y="264"/>
                  <a:pt x="0" y="264"/>
                </a:cubicBezTo>
                <a:cubicBezTo>
                  <a:pt x="0" y="280"/>
                  <a:pt x="15" y="294"/>
                  <a:pt x="30" y="294"/>
                </a:cubicBezTo>
                <a:close/>
                <a:moveTo>
                  <a:pt x="501" y="0"/>
                </a:moveTo>
                <a:lnTo>
                  <a:pt x="501" y="0"/>
                </a:lnTo>
                <a:cubicBezTo>
                  <a:pt x="486" y="0"/>
                  <a:pt x="471" y="0"/>
                  <a:pt x="471" y="14"/>
                </a:cubicBezTo>
                <a:cubicBezTo>
                  <a:pt x="471" y="338"/>
                  <a:pt x="471" y="338"/>
                  <a:pt x="471" y="338"/>
                </a:cubicBezTo>
                <a:cubicBezTo>
                  <a:pt x="427" y="309"/>
                  <a:pt x="368" y="309"/>
                  <a:pt x="294" y="338"/>
                </a:cubicBezTo>
                <a:cubicBezTo>
                  <a:pt x="221" y="382"/>
                  <a:pt x="177" y="471"/>
                  <a:pt x="221" y="530"/>
                </a:cubicBezTo>
                <a:cubicBezTo>
                  <a:pt x="251" y="589"/>
                  <a:pt x="339" y="603"/>
                  <a:pt x="427" y="559"/>
                </a:cubicBezTo>
                <a:cubicBezTo>
                  <a:pt x="486" y="515"/>
                  <a:pt x="515" y="456"/>
                  <a:pt x="515" y="412"/>
                </a:cubicBezTo>
                <a:lnTo>
                  <a:pt x="515" y="412"/>
                </a:lnTo>
                <a:cubicBezTo>
                  <a:pt x="515" y="14"/>
                  <a:pt x="515" y="14"/>
                  <a:pt x="515" y="14"/>
                </a:cubicBezTo>
                <a:cubicBezTo>
                  <a:pt x="515" y="0"/>
                  <a:pt x="501" y="0"/>
                  <a:pt x="501" y="0"/>
                </a:cubicBezTo>
                <a:close/>
                <a:moveTo>
                  <a:pt x="412" y="515"/>
                </a:moveTo>
                <a:lnTo>
                  <a:pt x="412" y="515"/>
                </a:lnTo>
                <a:cubicBezTo>
                  <a:pt x="353" y="559"/>
                  <a:pt x="280" y="559"/>
                  <a:pt x="251" y="515"/>
                </a:cubicBezTo>
                <a:cubicBezTo>
                  <a:pt x="221" y="471"/>
                  <a:pt x="251" y="412"/>
                  <a:pt x="310" y="368"/>
                </a:cubicBezTo>
                <a:cubicBezTo>
                  <a:pt x="368" y="338"/>
                  <a:pt x="442" y="338"/>
                  <a:pt x="471" y="382"/>
                </a:cubicBezTo>
                <a:cubicBezTo>
                  <a:pt x="501" y="427"/>
                  <a:pt x="471" y="485"/>
                  <a:pt x="412" y="51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2" name="Freeform 111"/>
          <p:cNvSpPr/>
          <p:nvPr/>
        </p:nvSpPr>
        <p:spPr>
          <a:xfrm>
            <a:off x="235080" y="3094200"/>
            <a:ext cx="266400" cy="274320"/>
          </a:xfrm>
          <a:custGeom>
            <a:avLst/>
            <a:gdLst/>
            <a:ahLst/>
            <a:rect l="l" t="t" r="r" b="b"/>
            <a:pathLst>
              <a:path w="619" h="634">
                <a:moveTo>
                  <a:pt x="530" y="89"/>
                </a:moveTo>
                <a:lnTo>
                  <a:pt x="530" y="89"/>
                </a:lnTo>
                <a:cubicBezTo>
                  <a:pt x="265" y="118"/>
                  <a:pt x="265" y="118"/>
                  <a:pt x="265" y="118"/>
                </a:cubicBezTo>
                <a:cubicBezTo>
                  <a:pt x="265" y="118"/>
                  <a:pt x="250" y="133"/>
                  <a:pt x="250" y="147"/>
                </a:cubicBezTo>
                <a:cubicBezTo>
                  <a:pt x="250" y="310"/>
                  <a:pt x="250" y="310"/>
                  <a:pt x="250" y="310"/>
                </a:cubicBezTo>
                <a:cubicBezTo>
                  <a:pt x="221" y="294"/>
                  <a:pt x="177" y="294"/>
                  <a:pt x="132" y="324"/>
                </a:cubicBezTo>
                <a:cubicBezTo>
                  <a:pt x="88" y="353"/>
                  <a:pt x="59" y="398"/>
                  <a:pt x="88" y="442"/>
                </a:cubicBezTo>
                <a:cubicBezTo>
                  <a:pt x="103" y="486"/>
                  <a:pt x="177" y="486"/>
                  <a:pt x="235" y="457"/>
                </a:cubicBezTo>
                <a:cubicBezTo>
                  <a:pt x="280" y="427"/>
                  <a:pt x="294" y="398"/>
                  <a:pt x="294" y="353"/>
                </a:cubicBezTo>
                <a:lnTo>
                  <a:pt x="294" y="162"/>
                </a:lnTo>
                <a:cubicBezTo>
                  <a:pt x="500" y="133"/>
                  <a:pt x="500" y="133"/>
                  <a:pt x="500" y="133"/>
                </a:cubicBezTo>
                <a:cubicBezTo>
                  <a:pt x="500" y="265"/>
                  <a:pt x="500" y="265"/>
                  <a:pt x="500" y="265"/>
                </a:cubicBezTo>
                <a:cubicBezTo>
                  <a:pt x="471" y="251"/>
                  <a:pt x="427" y="251"/>
                  <a:pt x="397" y="280"/>
                </a:cubicBezTo>
                <a:cubicBezTo>
                  <a:pt x="339" y="310"/>
                  <a:pt x="309" y="368"/>
                  <a:pt x="339" y="398"/>
                </a:cubicBezTo>
                <a:cubicBezTo>
                  <a:pt x="368" y="442"/>
                  <a:pt x="427" y="442"/>
                  <a:pt x="486" y="412"/>
                </a:cubicBezTo>
                <a:cubicBezTo>
                  <a:pt x="530" y="398"/>
                  <a:pt x="544" y="353"/>
                  <a:pt x="544" y="324"/>
                </a:cubicBezTo>
                <a:lnTo>
                  <a:pt x="544" y="103"/>
                </a:lnTo>
                <a:cubicBezTo>
                  <a:pt x="544" y="89"/>
                  <a:pt x="530" y="89"/>
                  <a:pt x="530" y="89"/>
                </a:cubicBezTo>
                <a:close/>
                <a:moveTo>
                  <a:pt x="206" y="427"/>
                </a:moveTo>
                <a:lnTo>
                  <a:pt x="206" y="427"/>
                </a:lnTo>
                <a:cubicBezTo>
                  <a:pt x="177" y="442"/>
                  <a:pt x="132" y="442"/>
                  <a:pt x="118" y="427"/>
                </a:cubicBezTo>
                <a:cubicBezTo>
                  <a:pt x="103" y="398"/>
                  <a:pt x="118" y="368"/>
                  <a:pt x="147" y="353"/>
                </a:cubicBezTo>
                <a:cubicBezTo>
                  <a:pt x="191" y="339"/>
                  <a:pt x="221" y="339"/>
                  <a:pt x="235" y="353"/>
                </a:cubicBezTo>
                <a:cubicBezTo>
                  <a:pt x="265" y="368"/>
                  <a:pt x="250" y="412"/>
                  <a:pt x="206" y="427"/>
                </a:cubicBezTo>
                <a:close/>
                <a:moveTo>
                  <a:pt x="471" y="383"/>
                </a:moveTo>
                <a:lnTo>
                  <a:pt x="471" y="383"/>
                </a:lnTo>
                <a:cubicBezTo>
                  <a:pt x="441" y="412"/>
                  <a:pt x="397" y="398"/>
                  <a:pt x="368" y="383"/>
                </a:cubicBezTo>
                <a:cubicBezTo>
                  <a:pt x="353" y="368"/>
                  <a:pt x="368" y="324"/>
                  <a:pt x="412" y="310"/>
                </a:cubicBezTo>
                <a:cubicBezTo>
                  <a:pt x="441" y="294"/>
                  <a:pt x="471" y="294"/>
                  <a:pt x="500" y="310"/>
                </a:cubicBezTo>
                <a:cubicBezTo>
                  <a:pt x="515" y="324"/>
                  <a:pt x="500" y="368"/>
                  <a:pt x="471" y="383"/>
                </a:cubicBezTo>
                <a:close/>
                <a:moveTo>
                  <a:pt x="559" y="589"/>
                </a:moveTo>
                <a:lnTo>
                  <a:pt x="559" y="589"/>
                </a:lnTo>
                <a:cubicBezTo>
                  <a:pt x="59" y="589"/>
                  <a:pt x="59" y="589"/>
                  <a:pt x="59" y="589"/>
                </a:cubicBezTo>
                <a:cubicBezTo>
                  <a:pt x="44" y="589"/>
                  <a:pt x="29" y="604"/>
                  <a:pt x="29" y="619"/>
                </a:cubicBezTo>
                <a:cubicBezTo>
                  <a:pt x="29" y="619"/>
                  <a:pt x="44" y="633"/>
                  <a:pt x="59" y="633"/>
                </a:cubicBezTo>
                <a:cubicBezTo>
                  <a:pt x="559" y="633"/>
                  <a:pt x="559" y="633"/>
                  <a:pt x="559" y="633"/>
                </a:cubicBezTo>
                <a:cubicBezTo>
                  <a:pt x="574" y="633"/>
                  <a:pt x="589" y="619"/>
                  <a:pt x="589" y="619"/>
                </a:cubicBezTo>
                <a:cubicBezTo>
                  <a:pt x="589" y="604"/>
                  <a:pt x="574" y="589"/>
                  <a:pt x="559" y="589"/>
                </a:cubicBezTo>
                <a:close/>
                <a:moveTo>
                  <a:pt x="544" y="0"/>
                </a:moveTo>
                <a:lnTo>
                  <a:pt x="544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44"/>
                  <a:pt x="0" y="89"/>
                </a:cubicBezTo>
                <a:cubicBezTo>
                  <a:pt x="0" y="471"/>
                  <a:pt x="0" y="471"/>
                  <a:pt x="0" y="471"/>
                </a:cubicBezTo>
                <a:cubicBezTo>
                  <a:pt x="0" y="515"/>
                  <a:pt x="29" y="560"/>
                  <a:pt x="73" y="560"/>
                </a:cubicBezTo>
                <a:cubicBezTo>
                  <a:pt x="544" y="560"/>
                  <a:pt x="544" y="560"/>
                  <a:pt x="544" y="560"/>
                </a:cubicBezTo>
                <a:cubicBezTo>
                  <a:pt x="589" y="560"/>
                  <a:pt x="618" y="515"/>
                  <a:pt x="618" y="471"/>
                </a:cubicBezTo>
                <a:cubicBezTo>
                  <a:pt x="618" y="89"/>
                  <a:pt x="618" y="89"/>
                  <a:pt x="618" y="89"/>
                </a:cubicBezTo>
                <a:cubicBezTo>
                  <a:pt x="618" y="44"/>
                  <a:pt x="589" y="0"/>
                  <a:pt x="544" y="0"/>
                </a:cubicBezTo>
                <a:close/>
                <a:moveTo>
                  <a:pt x="589" y="471"/>
                </a:moveTo>
                <a:lnTo>
                  <a:pt x="589" y="471"/>
                </a:lnTo>
                <a:cubicBezTo>
                  <a:pt x="589" y="501"/>
                  <a:pt x="559" y="515"/>
                  <a:pt x="544" y="515"/>
                </a:cubicBezTo>
                <a:cubicBezTo>
                  <a:pt x="73" y="515"/>
                  <a:pt x="73" y="515"/>
                  <a:pt x="73" y="515"/>
                </a:cubicBezTo>
                <a:cubicBezTo>
                  <a:pt x="59" y="515"/>
                  <a:pt x="29" y="501"/>
                  <a:pt x="29" y="471"/>
                </a:cubicBezTo>
                <a:cubicBezTo>
                  <a:pt x="29" y="89"/>
                  <a:pt x="29" y="89"/>
                  <a:pt x="29" y="89"/>
                </a:cubicBezTo>
                <a:cubicBezTo>
                  <a:pt x="29" y="59"/>
                  <a:pt x="59" y="44"/>
                  <a:pt x="73" y="44"/>
                </a:cubicBezTo>
                <a:cubicBezTo>
                  <a:pt x="544" y="44"/>
                  <a:pt x="544" y="44"/>
                  <a:pt x="544" y="44"/>
                </a:cubicBezTo>
                <a:cubicBezTo>
                  <a:pt x="559" y="44"/>
                  <a:pt x="589" y="59"/>
                  <a:pt x="589" y="89"/>
                </a:cubicBezTo>
                <a:lnTo>
                  <a:pt x="589" y="47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3" name="Freeform 112"/>
          <p:cNvSpPr/>
          <p:nvPr/>
        </p:nvSpPr>
        <p:spPr>
          <a:xfrm>
            <a:off x="4195800" y="2660760"/>
            <a:ext cx="279360" cy="261720"/>
          </a:xfrm>
          <a:custGeom>
            <a:avLst/>
            <a:gdLst/>
            <a:ahLst/>
            <a:rect l="l" t="t" r="r" b="b"/>
            <a:pathLst>
              <a:path w="649" h="605">
                <a:moveTo>
                  <a:pt x="633" y="0"/>
                </a:moveTo>
                <a:lnTo>
                  <a:pt x="633" y="0"/>
                </a:lnTo>
                <a:cubicBezTo>
                  <a:pt x="633" y="0"/>
                  <a:pt x="633" y="0"/>
                  <a:pt x="619" y="0"/>
                </a:cubicBezTo>
                <a:cubicBezTo>
                  <a:pt x="295" y="89"/>
                  <a:pt x="295" y="89"/>
                  <a:pt x="295" y="89"/>
                </a:cubicBezTo>
                <a:cubicBezTo>
                  <a:pt x="295" y="89"/>
                  <a:pt x="280" y="89"/>
                  <a:pt x="280" y="103"/>
                </a:cubicBezTo>
                <a:cubicBezTo>
                  <a:pt x="280" y="383"/>
                  <a:pt x="280" y="383"/>
                  <a:pt x="280" y="383"/>
                </a:cubicBezTo>
                <a:cubicBezTo>
                  <a:pt x="236" y="353"/>
                  <a:pt x="177" y="353"/>
                  <a:pt x="118" y="383"/>
                </a:cubicBezTo>
                <a:cubicBezTo>
                  <a:pt x="45" y="427"/>
                  <a:pt x="0" y="501"/>
                  <a:pt x="30" y="545"/>
                </a:cubicBezTo>
                <a:cubicBezTo>
                  <a:pt x="74" y="604"/>
                  <a:pt x="162" y="604"/>
                  <a:pt x="236" y="574"/>
                </a:cubicBezTo>
                <a:cubicBezTo>
                  <a:pt x="280" y="545"/>
                  <a:pt x="310" y="501"/>
                  <a:pt x="324" y="456"/>
                </a:cubicBezTo>
                <a:lnTo>
                  <a:pt x="324" y="118"/>
                </a:lnTo>
                <a:cubicBezTo>
                  <a:pt x="619" y="44"/>
                  <a:pt x="619" y="44"/>
                  <a:pt x="619" y="44"/>
                </a:cubicBezTo>
                <a:cubicBezTo>
                  <a:pt x="619" y="294"/>
                  <a:pt x="619" y="294"/>
                  <a:pt x="619" y="294"/>
                </a:cubicBezTo>
                <a:cubicBezTo>
                  <a:pt x="575" y="280"/>
                  <a:pt x="501" y="280"/>
                  <a:pt x="442" y="309"/>
                </a:cubicBezTo>
                <a:cubicBezTo>
                  <a:pt x="369" y="339"/>
                  <a:pt x="339" y="412"/>
                  <a:pt x="369" y="471"/>
                </a:cubicBezTo>
                <a:cubicBezTo>
                  <a:pt x="398" y="515"/>
                  <a:pt x="487" y="530"/>
                  <a:pt x="575" y="501"/>
                </a:cubicBezTo>
                <a:cubicBezTo>
                  <a:pt x="619" y="471"/>
                  <a:pt x="648" y="412"/>
                  <a:pt x="648" y="383"/>
                </a:cubicBezTo>
                <a:cubicBezTo>
                  <a:pt x="648" y="368"/>
                  <a:pt x="648" y="30"/>
                  <a:pt x="648" y="30"/>
                </a:cubicBezTo>
                <a:cubicBezTo>
                  <a:pt x="648" y="15"/>
                  <a:pt x="648" y="0"/>
                  <a:pt x="633" y="0"/>
                </a:cubicBezTo>
                <a:close/>
                <a:moveTo>
                  <a:pt x="221" y="530"/>
                </a:moveTo>
                <a:lnTo>
                  <a:pt x="221" y="530"/>
                </a:lnTo>
                <a:cubicBezTo>
                  <a:pt x="162" y="560"/>
                  <a:pt x="104" y="560"/>
                  <a:pt x="74" y="530"/>
                </a:cubicBezTo>
                <a:cubicBezTo>
                  <a:pt x="45" y="501"/>
                  <a:pt x="74" y="442"/>
                  <a:pt x="133" y="412"/>
                </a:cubicBezTo>
                <a:cubicBezTo>
                  <a:pt x="177" y="383"/>
                  <a:pt x="236" y="383"/>
                  <a:pt x="266" y="412"/>
                </a:cubicBezTo>
                <a:cubicBezTo>
                  <a:pt x="310" y="442"/>
                  <a:pt x="266" y="515"/>
                  <a:pt x="221" y="530"/>
                </a:cubicBezTo>
                <a:close/>
                <a:moveTo>
                  <a:pt x="560" y="456"/>
                </a:moveTo>
                <a:lnTo>
                  <a:pt x="560" y="456"/>
                </a:lnTo>
                <a:cubicBezTo>
                  <a:pt x="501" y="486"/>
                  <a:pt x="428" y="486"/>
                  <a:pt x="413" y="456"/>
                </a:cubicBezTo>
                <a:cubicBezTo>
                  <a:pt x="383" y="412"/>
                  <a:pt x="398" y="368"/>
                  <a:pt x="457" y="339"/>
                </a:cubicBezTo>
                <a:cubicBezTo>
                  <a:pt x="516" y="309"/>
                  <a:pt x="575" y="309"/>
                  <a:pt x="604" y="339"/>
                </a:cubicBezTo>
                <a:cubicBezTo>
                  <a:pt x="633" y="368"/>
                  <a:pt x="604" y="427"/>
                  <a:pt x="560" y="45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4" name="Freeform 113"/>
          <p:cNvSpPr/>
          <p:nvPr/>
        </p:nvSpPr>
        <p:spPr>
          <a:xfrm>
            <a:off x="3811680" y="2660760"/>
            <a:ext cx="147600" cy="268200"/>
          </a:xfrm>
          <a:custGeom>
            <a:avLst/>
            <a:gdLst/>
            <a:ahLst/>
            <a:rect l="l" t="t" r="r" b="b"/>
            <a:pathLst>
              <a:path w="340" h="619">
                <a:moveTo>
                  <a:pt x="324" y="0"/>
                </a:moveTo>
                <a:lnTo>
                  <a:pt x="324" y="0"/>
                </a:lnTo>
                <a:cubicBezTo>
                  <a:pt x="294" y="0"/>
                  <a:pt x="294" y="30"/>
                  <a:pt x="294" y="30"/>
                </a:cubicBezTo>
                <a:cubicBezTo>
                  <a:pt x="294" y="339"/>
                  <a:pt x="294" y="339"/>
                  <a:pt x="294" y="339"/>
                </a:cubicBezTo>
                <a:cubicBezTo>
                  <a:pt x="251" y="309"/>
                  <a:pt x="177" y="309"/>
                  <a:pt x="118" y="353"/>
                </a:cubicBezTo>
                <a:cubicBezTo>
                  <a:pt x="44" y="398"/>
                  <a:pt x="0" y="486"/>
                  <a:pt x="30" y="545"/>
                </a:cubicBezTo>
                <a:cubicBezTo>
                  <a:pt x="74" y="604"/>
                  <a:pt x="162" y="618"/>
                  <a:pt x="251" y="560"/>
                </a:cubicBezTo>
                <a:cubicBezTo>
                  <a:pt x="310" y="530"/>
                  <a:pt x="339" y="471"/>
                  <a:pt x="339" y="412"/>
                </a:cubicBezTo>
                <a:cubicBezTo>
                  <a:pt x="339" y="30"/>
                  <a:pt x="339" y="30"/>
                  <a:pt x="339" y="30"/>
                </a:cubicBezTo>
                <a:cubicBezTo>
                  <a:pt x="339" y="15"/>
                  <a:pt x="324" y="0"/>
                  <a:pt x="324" y="0"/>
                </a:cubicBezTo>
                <a:close/>
                <a:moveTo>
                  <a:pt x="236" y="530"/>
                </a:moveTo>
                <a:lnTo>
                  <a:pt x="236" y="530"/>
                </a:lnTo>
                <a:cubicBezTo>
                  <a:pt x="177" y="574"/>
                  <a:pt x="103" y="574"/>
                  <a:pt x="74" y="530"/>
                </a:cubicBezTo>
                <a:cubicBezTo>
                  <a:pt x="44" y="486"/>
                  <a:pt x="74" y="412"/>
                  <a:pt x="133" y="383"/>
                </a:cubicBezTo>
                <a:cubicBezTo>
                  <a:pt x="192" y="339"/>
                  <a:pt x="265" y="353"/>
                  <a:pt x="294" y="398"/>
                </a:cubicBezTo>
                <a:cubicBezTo>
                  <a:pt x="324" y="442"/>
                  <a:pt x="280" y="501"/>
                  <a:pt x="236" y="53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5" name="Freeform 114"/>
          <p:cNvSpPr/>
          <p:nvPr/>
        </p:nvSpPr>
        <p:spPr>
          <a:xfrm>
            <a:off x="3348000" y="2647800"/>
            <a:ext cx="204840" cy="274680"/>
          </a:xfrm>
          <a:custGeom>
            <a:avLst/>
            <a:gdLst/>
            <a:ahLst/>
            <a:rect l="l" t="t" r="r" b="b"/>
            <a:pathLst>
              <a:path w="472" h="634">
                <a:moveTo>
                  <a:pt x="456" y="132"/>
                </a:moveTo>
                <a:lnTo>
                  <a:pt x="456" y="132"/>
                </a:lnTo>
                <a:cubicBezTo>
                  <a:pt x="324" y="14"/>
                  <a:pt x="324" y="14"/>
                  <a:pt x="324" y="14"/>
                </a:cubicBezTo>
                <a:cubicBezTo>
                  <a:pt x="324" y="0"/>
                  <a:pt x="309" y="0"/>
                  <a:pt x="294" y="14"/>
                </a:cubicBezTo>
                <a:lnTo>
                  <a:pt x="294" y="29"/>
                </a:lnTo>
                <a:cubicBezTo>
                  <a:pt x="294" y="368"/>
                  <a:pt x="294" y="368"/>
                  <a:pt x="294" y="368"/>
                </a:cubicBezTo>
                <a:cubicBezTo>
                  <a:pt x="250" y="338"/>
                  <a:pt x="176" y="338"/>
                  <a:pt x="117" y="382"/>
                </a:cubicBezTo>
                <a:cubicBezTo>
                  <a:pt x="29" y="427"/>
                  <a:pt x="0" y="515"/>
                  <a:pt x="29" y="574"/>
                </a:cubicBezTo>
                <a:cubicBezTo>
                  <a:pt x="73" y="633"/>
                  <a:pt x="162" y="633"/>
                  <a:pt x="235" y="589"/>
                </a:cubicBezTo>
                <a:cubicBezTo>
                  <a:pt x="294" y="559"/>
                  <a:pt x="338" y="500"/>
                  <a:pt x="338" y="441"/>
                </a:cubicBezTo>
                <a:cubicBezTo>
                  <a:pt x="338" y="73"/>
                  <a:pt x="338" y="73"/>
                  <a:pt x="338" y="73"/>
                </a:cubicBezTo>
                <a:cubicBezTo>
                  <a:pt x="426" y="162"/>
                  <a:pt x="426" y="162"/>
                  <a:pt x="426" y="162"/>
                </a:cubicBezTo>
                <a:cubicBezTo>
                  <a:pt x="441" y="176"/>
                  <a:pt x="456" y="176"/>
                  <a:pt x="456" y="162"/>
                </a:cubicBezTo>
                <a:cubicBezTo>
                  <a:pt x="471" y="162"/>
                  <a:pt x="471" y="147"/>
                  <a:pt x="456" y="132"/>
                </a:cubicBezTo>
                <a:close/>
                <a:moveTo>
                  <a:pt x="220" y="559"/>
                </a:moveTo>
                <a:lnTo>
                  <a:pt x="220" y="559"/>
                </a:lnTo>
                <a:cubicBezTo>
                  <a:pt x="176" y="603"/>
                  <a:pt x="103" y="589"/>
                  <a:pt x="73" y="559"/>
                </a:cubicBezTo>
                <a:cubicBezTo>
                  <a:pt x="44" y="515"/>
                  <a:pt x="73" y="441"/>
                  <a:pt x="132" y="412"/>
                </a:cubicBezTo>
                <a:cubicBezTo>
                  <a:pt x="176" y="368"/>
                  <a:pt x="250" y="382"/>
                  <a:pt x="279" y="427"/>
                </a:cubicBezTo>
                <a:cubicBezTo>
                  <a:pt x="309" y="456"/>
                  <a:pt x="279" y="530"/>
                  <a:pt x="220" y="55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6" name="Freeform 115"/>
          <p:cNvSpPr/>
          <p:nvPr/>
        </p:nvSpPr>
        <p:spPr>
          <a:xfrm>
            <a:off x="2878200" y="2679840"/>
            <a:ext cx="279360" cy="223560"/>
          </a:xfrm>
          <a:custGeom>
            <a:avLst/>
            <a:gdLst/>
            <a:ahLst/>
            <a:rect l="l" t="t" r="r" b="b"/>
            <a:pathLst>
              <a:path w="649" h="517">
                <a:moveTo>
                  <a:pt x="324" y="471"/>
                </a:moveTo>
                <a:lnTo>
                  <a:pt x="324" y="471"/>
                </a:lnTo>
                <a:cubicBezTo>
                  <a:pt x="221" y="471"/>
                  <a:pt x="147" y="398"/>
                  <a:pt x="118" y="309"/>
                </a:cubicBezTo>
                <a:cubicBezTo>
                  <a:pt x="177" y="309"/>
                  <a:pt x="177" y="309"/>
                  <a:pt x="177" y="309"/>
                </a:cubicBezTo>
                <a:cubicBezTo>
                  <a:pt x="192" y="309"/>
                  <a:pt x="192" y="295"/>
                  <a:pt x="177" y="295"/>
                </a:cubicBezTo>
                <a:cubicBezTo>
                  <a:pt x="103" y="221"/>
                  <a:pt x="103" y="221"/>
                  <a:pt x="103" y="221"/>
                </a:cubicBezTo>
                <a:lnTo>
                  <a:pt x="88" y="221"/>
                </a:lnTo>
                <a:cubicBezTo>
                  <a:pt x="15" y="295"/>
                  <a:pt x="15" y="295"/>
                  <a:pt x="15" y="295"/>
                </a:cubicBezTo>
                <a:cubicBezTo>
                  <a:pt x="0" y="309"/>
                  <a:pt x="15" y="309"/>
                  <a:pt x="15" y="309"/>
                </a:cubicBezTo>
                <a:cubicBezTo>
                  <a:pt x="74" y="309"/>
                  <a:pt x="74" y="309"/>
                  <a:pt x="74" y="309"/>
                </a:cubicBezTo>
                <a:cubicBezTo>
                  <a:pt x="103" y="427"/>
                  <a:pt x="206" y="516"/>
                  <a:pt x="324" y="516"/>
                </a:cubicBezTo>
                <a:cubicBezTo>
                  <a:pt x="413" y="516"/>
                  <a:pt x="501" y="457"/>
                  <a:pt x="545" y="383"/>
                </a:cubicBezTo>
                <a:cubicBezTo>
                  <a:pt x="501" y="368"/>
                  <a:pt x="501" y="368"/>
                  <a:pt x="501" y="368"/>
                </a:cubicBezTo>
                <a:cubicBezTo>
                  <a:pt x="471" y="427"/>
                  <a:pt x="398" y="471"/>
                  <a:pt x="324" y="471"/>
                </a:cubicBezTo>
                <a:close/>
                <a:moveTo>
                  <a:pt x="633" y="221"/>
                </a:moveTo>
                <a:lnTo>
                  <a:pt x="633" y="221"/>
                </a:lnTo>
                <a:cubicBezTo>
                  <a:pt x="574" y="221"/>
                  <a:pt x="574" y="221"/>
                  <a:pt x="574" y="221"/>
                </a:cubicBezTo>
                <a:cubicBezTo>
                  <a:pt x="560" y="89"/>
                  <a:pt x="456" y="0"/>
                  <a:pt x="324" y="0"/>
                </a:cubicBezTo>
                <a:cubicBezTo>
                  <a:pt x="221" y="0"/>
                  <a:pt x="133" y="59"/>
                  <a:pt x="103" y="133"/>
                </a:cubicBezTo>
                <a:cubicBezTo>
                  <a:pt x="133" y="148"/>
                  <a:pt x="133" y="148"/>
                  <a:pt x="133" y="148"/>
                </a:cubicBezTo>
                <a:cubicBezTo>
                  <a:pt x="177" y="89"/>
                  <a:pt x="236" y="45"/>
                  <a:pt x="324" y="45"/>
                </a:cubicBezTo>
                <a:cubicBezTo>
                  <a:pt x="427" y="45"/>
                  <a:pt x="515" y="118"/>
                  <a:pt x="530" y="221"/>
                </a:cubicBezTo>
                <a:cubicBezTo>
                  <a:pt x="471" y="221"/>
                  <a:pt x="471" y="221"/>
                  <a:pt x="471" y="221"/>
                </a:cubicBezTo>
                <a:cubicBezTo>
                  <a:pt x="456" y="221"/>
                  <a:pt x="456" y="221"/>
                  <a:pt x="471" y="236"/>
                </a:cubicBezTo>
                <a:cubicBezTo>
                  <a:pt x="545" y="309"/>
                  <a:pt x="545" y="309"/>
                  <a:pt x="545" y="309"/>
                </a:cubicBezTo>
                <a:lnTo>
                  <a:pt x="560" y="309"/>
                </a:lnTo>
                <a:cubicBezTo>
                  <a:pt x="633" y="236"/>
                  <a:pt x="633" y="236"/>
                  <a:pt x="633" y="236"/>
                </a:cubicBezTo>
                <a:cubicBezTo>
                  <a:pt x="648" y="236"/>
                  <a:pt x="633" y="221"/>
                  <a:pt x="633" y="22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7" name="Freeform 116"/>
          <p:cNvSpPr/>
          <p:nvPr/>
        </p:nvSpPr>
        <p:spPr>
          <a:xfrm>
            <a:off x="2455920" y="2685960"/>
            <a:ext cx="228600" cy="198360"/>
          </a:xfrm>
          <a:custGeom>
            <a:avLst/>
            <a:gdLst/>
            <a:ahLst/>
            <a:rect l="l" t="t" r="r" b="b"/>
            <a:pathLst>
              <a:path w="531" h="457">
                <a:moveTo>
                  <a:pt x="14" y="103"/>
                </a:moveTo>
                <a:lnTo>
                  <a:pt x="14" y="103"/>
                </a:lnTo>
                <a:cubicBezTo>
                  <a:pt x="103" y="103"/>
                  <a:pt x="103" y="103"/>
                  <a:pt x="103" y="103"/>
                </a:cubicBezTo>
                <a:cubicBezTo>
                  <a:pt x="162" y="192"/>
                  <a:pt x="162" y="192"/>
                  <a:pt x="162" y="192"/>
                </a:cubicBezTo>
                <a:cubicBezTo>
                  <a:pt x="191" y="162"/>
                  <a:pt x="191" y="162"/>
                  <a:pt x="191" y="162"/>
                </a:cubicBezTo>
                <a:cubicBezTo>
                  <a:pt x="191" y="162"/>
                  <a:pt x="117" y="74"/>
                  <a:pt x="117" y="59"/>
                </a:cubicBezTo>
                <a:cubicBezTo>
                  <a:pt x="14" y="59"/>
                  <a:pt x="14" y="59"/>
                  <a:pt x="14" y="59"/>
                </a:cubicBezTo>
                <a:cubicBezTo>
                  <a:pt x="14" y="59"/>
                  <a:pt x="0" y="74"/>
                  <a:pt x="0" y="88"/>
                </a:cubicBezTo>
                <a:cubicBezTo>
                  <a:pt x="0" y="103"/>
                  <a:pt x="14" y="103"/>
                  <a:pt x="14" y="103"/>
                </a:cubicBezTo>
                <a:close/>
                <a:moveTo>
                  <a:pt x="412" y="103"/>
                </a:moveTo>
                <a:lnTo>
                  <a:pt x="412" y="103"/>
                </a:lnTo>
                <a:cubicBezTo>
                  <a:pt x="412" y="162"/>
                  <a:pt x="412" y="162"/>
                  <a:pt x="412" y="162"/>
                </a:cubicBezTo>
                <a:lnTo>
                  <a:pt x="441" y="162"/>
                </a:lnTo>
                <a:cubicBezTo>
                  <a:pt x="530" y="88"/>
                  <a:pt x="530" y="88"/>
                  <a:pt x="530" y="88"/>
                </a:cubicBezTo>
                <a:lnTo>
                  <a:pt x="530" y="74"/>
                </a:lnTo>
                <a:cubicBezTo>
                  <a:pt x="441" y="15"/>
                  <a:pt x="441" y="15"/>
                  <a:pt x="441" y="15"/>
                </a:cubicBezTo>
                <a:cubicBezTo>
                  <a:pt x="441" y="0"/>
                  <a:pt x="412" y="0"/>
                  <a:pt x="412" y="15"/>
                </a:cubicBezTo>
                <a:cubicBezTo>
                  <a:pt x="412" y="59"/>
                  <a:pt x="412" y="59"/>
                  <a:pt x="412" y="59"/>
                </a:cubicBezTo>
                <a:cubicBezTo>
                  <a:pt x="309" y="59"/>
                  <a:pt x="309" y="59"/>
                  <a:pt x="309" y="59"/>
                </a:cubicBezTo>
                <a:cubicBezTo>
                  <a:pt x="103" y="353"/>
                  <a:pt x="103" y="353"/>
                  <a:pt x="103" y="353"/>
                </a:cubicBezTo>
                <a:cubicBezTo>
                  <a:pt x="14" y="353"/>
                  <a:pt x="14" y="353"/>
                  <a:pt x="14" y="353"/>
                </a:cubicBezTo>
                <a:cubicBezTo>
                  <a:pt x="14" y="353"/>
                  <a:pt x="0" y="368"/>
                  <a:pt x="0" y="383"/>
                </a:cubicBezTo>
                <a:lnTo>
                  <a:pt x="14" y="397"/>
                </a:lnTo>
                <a:cubicBezTo>
                  <a:pt x="117" y="397"/>
                  <a:pt x="117" y="397"/>
                  <a:pt x="117" y="397"/>
                </a:cubicBezTo>
                <a:cubicBezTo>
                  <a:pt x="338" y="103"/>
                  <a:pt x="338" y="103"/>
                  <a:pt x="338" y="103"/>
                </a:cubicBezTo>
                <a:lnTo>
                  <a:pt x="412" y="103"/>
                </a:lnTo>
                <a:close/>
                <a:moveTo>
                  <a:pt x="441" y="309"/>
                </a:moveTo>
                <a:lnTo>
                  <a:pt x="441" y="309"/>
                </a:lnTo>
                <a:cubicBezTo>
                  <a:pt x="441" y="294"/>
                  <a:pt x="412" y="294"/>
                  <a:pt x="412" y="309"/>
                </a:cubicBezTo>
                <a:cubicBezTo>
                  <a:pt x="412" y="353"/>
                  <a:pt x="412" y="353"/>
                  <a:pt x="412" y="353"/>
                </a:cubicBezTo>
                <a:cubicBezTo>
                  <a:pt x="338" y="353"/>
                  <a:pt x="338" y="353"/>
                  <a:pt x="338" y="353"/>
                </a:cubicBezTo>
                <a:cubicBezTo>
                  <a:pt x="265" y="265"/>
                  <a:pt x="265" y="265"/>
                  <a:pt x="265" y="265"/>
                </a:cubicBezTo>
                <a:cubicBezTo>
                  <a:pt x="235" y="294"/>
                  <a:pt x="235" y="294"/>
                  <a:pt x="235" y="294"/>
                </a:cubicBezTo>
                <a:cubicBezTo>
                  <a:pt x="309" y="397"/>
                  <a:pt x="309" y="397"/>
                  <a:pt x="309" y="397"/>
                </a:cubicBezTo>
                <a:cubicBezTo>
                  <a:pt x="412" y="397"/>
                  <a:pt x="412" y="397"/>
                  <a:pt x="412" y="397"/>
                </a:cubicBezTo>
                <a:cubicBezTo>
                  <a:pt x="412" y="456"/>
                  <a:pt x="412" y="456"/>
                  <a:pt x="412" y="456"/>
                </a:cubicBezTo>
                <a:lnTo>
                  <a:pt x="441" y="456"/>
                </a:lnTo>
                <a:cubicBezTo>
                  <a:pt x="530" y="383"/>
                  <a:pt x="530" y="383"/>
                  <a:pt x="530" y="383"/>
                </a:cubicBezTo>
                <a:lnTo>
                  <a:pt x="530" y="368"/>
                </a:lnTo>
                <a:lnTo>
                  <a:pt x="441" y="30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8" name="Freeform 117"/>
          <p:cNvSpPr/>
          <p:nvPr/>
        </p:nvSpPr>
        <p:spPr>
          <a:xfrm>
            <a:off x="2030400" y="2685960"/>
            <a:ext cx="198360" cy="204840"/>
          </a:xfrm>
          <a:custGeom>
            <a:avLst/>
            <a:gdLst/>
            <a:ahLst/>
            <a:rect l="l" t="t" r="r" b="b"/>
            <a:pathLst>
              <a:path w="458" h="472">
                <a:moveTo>
                  <a:pt x="457" y="221"/>
                </a:moveTo>
                <a:lnTo>
                  <a:pt x="457" y="221"/>
                </a:lnTo>
                <a:cubicBezTo>
                  <a:pt x="236" y="15"/>
                  <a:pt x="236" y="15"/>
                  <a:pt x="236" y="15"/>
                </a:cubicBezTo>
                <a:cubicBezTo>
                  <a:pt x="236" y="0"/>
                  <a:pt x="221" y="0"/>
                  <a:pt x="206" y="15"/>
                </a:cubicBezTo>
                <a:cubicBezTo>
                  <a:pt x="206" y="15"/>
                  <a:pt x="206" y="30"/>
                  <a:pt x="206" y="44"/>
                </a:cubicBezTo>
                <a:cubicBezTo>
                  <a:pt x="412" y="235"/>
                  <a:pt x="412" y="235"/>
                  <a:pt x="412" y="235"/>
                </a:cubicBezTo>
                <a:cubicBezTo>
                  <a:pt x="206" y="442"/>
                  <a:pt x="206" y="442"/>
                  <a:pt x="206" y="442"/>
                </a:cubicBezTo>
                <a:cubicBezTo>
                  <a:pt x="206" y="456"/>
                  <a:pt x="206" y="456"/>
                  <a:pt x="206" y="471"/>
                </a:cubicBezTo>
                <a:cubicBezTo>
                  <a:pt x="221" y="471"/>
                  <a:pt x="236" y="471"/>
                  <a:pt x="236" y="471"/>
                </a:cubicBezTo>
                <a:cubicBezTo>
                  <a:pt x="457" y="250"/>
                  <a:pt x="457" y="250"/>
                  <a:pt x="457" y="250"/>
                </a:cubicBezTo>
                <a:cubicBezTo>
                  <a:pt x="457" y="250"/>
                  <a:pt x="457" y="250"/>
                  <a:pt x="457" y="235"/>
                </a:cubicBezTo>
                <a:cubicBezTo>
                  <a:pt x="457" y="235"/>
                  <a:pt x="457" y="235"/>
                  <a:pt x="457" y="221"/>
                </a:cubicBezTo>
                <a:close/>
                <a:moveTo>
                  <a:pt x="221" y="235"/>
                </a:moveTo>
                <a:lnTo>
                  <a:pt x="221" y="235"/>
                </a:lnTo>
                <a:cubicBezTo>
                  <a:pt x="221" y="235"/>
                  <a:pt x="221" y="235"/>
                  <a:pt x="221" y="221"/>
                </a:cubicBezTo>
                <a:cubicBezTo>
                  <a:pt x="44" y="44"/>
                  <a:pt x="44" y="44"/>
                  <a:pt x="44" y="44"/>
                </a:cubicBezTo>
                <a:cubicBezTo>
                  <a:pt x="30" y="44"/>
                  <a:pt x="15" y="44"/>
                  <a:pt x="15" y="44"/>
                </a:cubicBezTo>
                <a:cubicBezTo>
                  <a:pt x="0" y="59"/>
                  <a:pt x="0" y="74"/>
                  <a:pt x="15" y="74"/>
                </a:cubicBezTo>
                <a:cubicBezTo>
                  <a:pt x="177" y="235"/>
                  <a:pt x="177" y="235"/>
                  <a:pt x="177" y="235"/>
                </a:cubicBezTo>
                <a:cubicBezTo>
                  <a:pt x="15" y="397"/>
                  <a:pt x="15" y="397"/>
                  <a:pt x="15" y="397"/>
                </a:cubicBezTo>
                <a:cubicBezTo>
                  <a:pt x="0" y="412"/>
                  <a:pt x="0" y="427"/>
                  <a:pt x="15" y="427"/>
                </a:cubicBezTo>
                <a:cubicBezTo>
                  <a:pt x="15" y="442"/>
                  <a:pt x="30" y="442"/>
                  <a:pt x="44" y="427"/>
                </a:cubicBezTo>
                <a:cubicBezTo>
                  <a:pt x="221" y="250"/>
                  <a:pt x="221" y="250"/>
                  <a:pt x="221" y="250"/>
                </a:cubicBezTo>
                <a:cubicBezTo>
                  <a:pt x="221" y="250"/>
                  <a:pt x="221" y="250"/>
                  <a:pt x="221" y="23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9" name="Freeform 118"/>
          <p:cNvSpPr/>
          <p:nvPr/>
        </p:nvSpPr>
        <p:spPr>
          <a:xfrm>
            <a:off x="1598760" y="2685960"/>
            <a:ext cx="198360" cy="204840"/>
          </a:xfrm>
          <a:custGeom>
            <a:avLst/>
            <a:gdLst/>
            <a:ahLst/>
            <a:rect l="l" t="t" r="r" b="b"/>
            <a:pathLst>
              <a:path w="458" h="472">
                <a:moveTo>
                  <a:pt x="44" y="235"/>
                </a:moveTo>
                <a:lnTo>
                  <a:pt x="44" y="235"/>
                </a:lnTo>
                <a:cubicBezTo>
                  <a:pt x="251" y="44"/>
                  <a:pt x="251" y="44"/>
                  <a:pt x="251" y="44"/>
                </a:cubicBezTo>
                <a:cubicBezTo>
                  <a:pt x="265" y="30"/>
                  <a:pt x="265" y="15"/>
                  <a:pt x="251" y="15"/>
                </a:cubicBezTo>
                <a:cubicBezTo>
                  <a:pt x="251" y="0"/>
                  <a:pt x="236" y="0"/>
                  <a:pt x="221" y="15"/>
                </a:cubicBezTo>
                <a:cubicBezTo>
                  <a:pt x="15" y="221"/>
                  <a:pt x="15" y="221"/>
                  <a:pt x="15" y="221"/>
                </a:cubicBezTo>
                <a:cubicBezTo>
                  <a:pt x="0" y="235"/>
                  <a:pt x="0" y="235"/>
                  <a:pt x="0" y="235"/>
                </a:cubicBezTo>
                <a:cubicBezTo>
                  <a:pt x="0" y="250"/>
                  <a:pt x="0" y="250"/>
                  <a:pt x="15" y="250"/>
                </a:cubicBezTo>
                <a:cubicBezTo>
                  <a:pt x="221" y="471"/>
                  <a:pt x="221" y="471"/>
                  <a:pt x="221" y="471"/>
                </a:cubicBezTo>
                <a:cubicBezTo>
                  <a:pt x="236" y="471"/>
                  <a:pt x="251" y="471"/>
                  <a:pt x="251" y="471"/>
                </a:cubicBezTo>
                <a:cubicBezTo>
                  <a:pt x="265" y="456"/>
                  <a:pt x="265" y="456"/>
                  <a:pt x="251" y="442"/>
                </a:cubicBezTo>
                <a:lnTo>
                  <a:pt x="44" y="235"/>
                </a:lnTo>
                <a:close/>
                <a:moveTo>
                  <a:pt x="294" y="235"/>
                </a:moveTo>
                <a:lnTo>
                  <a:pt x="294" y="235"/>
                </a:lnTo>
                <a:cubicBezTo>
                  <a:pt x="457" y="74"/>
                  <a:pt x="457" y="74"/>
                  <a:pt x="457" y="74"/>
                </a:cubicBezTo>
                <a:cubicBezTo>
                  <a:pt x="457" y="74"/>
                  <a:pt x="457" y="59"/>
                  <a:pt x="457" y="44"/>
                </a:cubicBezTo>
                <a:cubicBezTo>
                  <a:pt x="442" y="44"/>
                  <a:pt x="427" y="44"/>
                  <a:pt x="427" y="44"/>
                </a:cubicBezTo>
                <a:cubicBezTo>
                  <a:pt x="251" y="221"/>
                  <a:pt x="251" y="221"/>
                  <a:pt x="251" y="221"/>
                </a:cubicBezTo>
                <a:cubicBezTo>
                  <a:pt x="251" y="235"/>
                  <a:pt x="236" y="235"/>
                  <a:pt x="236" y="235"/>
                </a:cubicBezTo>
                <a:cubicBezTo>
                  <a:pt x="236" y="250"/>
                  <a:pt x="251" y="250"/>
                  <a:pt x="251" y="250"/>
                </a:cubicBezTo>
                <a:cubicBezTo>
                  <a:pt x="427" y="427"/>
                  <a:pt x="427" y="427"/>
                  <a:pt x="427" y="427"/>
                </a:cubicBezTo>
                <a:cubicBezTo>
                  <a:pt x="427" y="442"/>
                  <a:pt x="442" y="442"/>
                  <a:pt x="457" y="427"/>
                </a:cubicBezTo>
                <a:cubicBezTo>
                  <a:pt x="457" y="427"/>
                  <a:pt x="457" y="412"/>
                  <a:pt x="457" y="397"/>
                </a:cubicBezTo>
                <a:lnTo>
                  <a:pt x="294" y="23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0" name="Freeform 119"/>
          <p:cNvSpPr/>
          <p:nvPr/>
        </p:nvSpPr>
        <p:spPr>
          <a:xfrm>
            <a:off x="1131840" y="2712960"/>
            <a:ext cx="236520" cy="152640"/>
          </a:xfrm>
          <a:custGeom>
            <a:avLst/>
            <a:gdLst/>
            <a:ahLst/>
            <a:rect l="l" t="t" r="r" b="b"/>
            <a:pathLst>
              <a:path w="546" h="354">
                <a:moveTo>
                  <a:pt x="133" y="44"/>
                </a:moveTo>
                <a:lnTo>
                  <a:pt x="133" y="44"/>
                </a:lnTo>
                <a:cubicBezTo>
                  <a:pt x="530" y="44"/>
                  <a:pt x="530" y="44"/>
                  <a:pt x="530" y="44"/>
                </a:cubicBezTo>
                <a:cubicBezTo>
                  <a:pt x="545" y="44"/>
                  <a:pt x="545" y="29"/>
                  <a:pt x="545" y="29"/>
                </a:cubicBezTo>
                <a:cubicBezTo>
                  <a:pt x="545" y="15"/>
                  <a:pt x="545" y="0"/>
                  <a:pt x="530" y="0"/>
                </a:cubicBezTo>
                <a:cubicBezTo>
                  <a:pt x="133" y="0"/>
                  <a:pt x="133" y="0"/>
                  <a:pt x="133" y="0"/>
                </a:cubicBezTo>
                <a:cubicBezTo>
                  <a:pt x="133" y="0"/>
                  <a:pt x="118" y="15"/>
                  <a:pt x="118" y="29"/>
                </a:cubicBezTo>
                <a:lnTo>
                  <a:pt x="133" y="44"/>
                </a:lnTo>
                <a:close/>
                <a:moveTo>
                  <a:pt x="15" y="324"/>
                </a:moveTo>
                <a:lnTo>
                  <a:pt x="15" y="324"/>
                </a:lnTo>
                <a:cubicBezTo>
                  <a:pt x="15" y="324"/>
                  <a:pt x="0" y="324"/>
                  <a:pt x="0" y="338"/>
                </a:cubicBezTo>
                <a:cubicBezTo>
                  <a:pt x="0" y="353"/>
                  <a:pt x="15" y="353"/>
                  <a:pt x="15" y="353"/>
                </a:cubicBezTo>
                <a:cubicBezTo>
                  <a:pt x="30" y="353"/>
                  <a:pt x="45" y="353"/>
                  <a:pt x="45" y="338"/>
                </a:cubicBezTo>
                <a:cubicBezTo>
                  <a:pt x="45" y="324"/>
                  <a:pt x="30" y="324"/>
                  <a:pt x="15" y="324"/>
                </a:cubicBezTo>
                <a:close/>
                <a:moveTo>
                  <a:pt x="15" y="162"/>
                </a:moveTo>
                <a:lnTo>
                  <a:pt x="15" y="162"/>
                </a:lnTo>
                <a:lnTo>
                  <a:pt x="0" y="176"/>
                </a:lnTo>
                <a:cubicBezTo>
                  <a:pt x="0" y="191"/>
                  <a:pt x="15" y="206"/>
                  <a:pt x="15" y="206"/>
                </a:cubicBezTo>
                <a:cubicBezTo>
                  <a:pt x="30" y="206"/>
                  <a:pt x="45" y="191"/>
                  <a:pt x="45" y="176"/>
                </a:cubicBezTo>
                <a:cubicBezTo>
                  <a:pt x="45" y="176"/>
                  <a:pt x="30" y="162"/>
                  <a:pt x="15" y="162"/>
                </a:cubicBezTo>
                <a:close/>
                <a:moveTo>
                  <a:pt x="530" y="324"/>
                </a:moveTo>
                <a:lnTo>
                  <a:pt x="530" y="324"/>
                </a:lnTo>
                <a:cubicBezTo>
                  <a:pt x="133" y="324"/>
                  <a:pt x="133" y="324"/>
                  <a:pt x="133" y="324"/>
                </a:cubicBezTo>
                <a:cubicBezTo>
                  <a:pt x="133" y="324"/>
                  <a:pt x="118" y="324"/>
                  <a:pt x="118" y="338"/>
                </a:cubicBezTo>
                <a:cubicBezTo>
                  <a:pt x="118" y="353"/>
                  <a:pt x="133" y="353"/>
                  <a:pt x="133" y="353"/>
                </a:cubicBezTo>
                <a:cubicBezTo>
                  <a:pt x="530" y="353"/>
                  <a:pt x="530" y="353"/>
                  <a:pt x="530" y="353"/>
                </a:cubicBezTo>
                <a:cubicBezTo>
                  <a:pt x="545" y="353"/>
                  <a:pt x="545" y="353"/>
                  <a:pt x="545" y="338"/>
                </a:cubicBezTo>
                <a:cubicBezTo>
                  <a:pt x="545" y="324"/>
                  <a:pt x="545" y="324"/>
                  <a:pt x="530" y="324"/>
                </a:cubicBezTo>
                <a:close/>
                <a:moveTo>
                  <a:pt x="530" y="162"/>
                </a:moveTo>
                <a:lnTo>
                  <a:pt x="530" y="162"/>
                </a:lnTo>
                <a:cubicBezTo>
                  <a:pt x="133" y="162"/>
                  <a:pt x="133" y="162"/>
                  <a:pt x="133" y="162"/>
                </a:cubicBezTo>
                <a:lnTo>
                  <a:pt x="118" y="176"/>
                </a:lnTo>
                <a:cubicBezTo>
                  <a:pt x="118" y="191"/>
                  <a:pt x="133" y="206"/>
                  <a:pt x="133" y="206"/>
                </a:cubicBezTo>
                <a:cubicBezTo>
                  <a:pt x="530" y="206"/>
                  <a:pt x="530" y="206"/>
                  <a:pt x="530" y="206"/>
                </a:cubicBezTo>
                <a:cubicBezTo>
                  <a:pt x="545" y="206"/>
                  <a:pt x="545" y="191"/>
                  <a:pt x="545" y="176"/>
                </a:cubicBezTo>
                <a:cubicBezTo>
                  <a:pt x="545" y="176"/>
                  <a:pt x="545" y="162"/>
                  <a:pt x="530" y="162"/>
                </a:cubicBezTo>
                <a:close/>
                <a:moveTo>
                  <a:pt x="15" y="0"/>
                </a:moveTo>
                <a:lnTo>
                  <a:pt x="15" y="0"/>
                </a:lnTo>
                <a:cubicBezTo>
                  <a:pt x="15" y="0"/>
                  <a:pt x="0" y="15"/>
                  <a:pt x="0" y="29"/>
                </a:cubicBezTo>
                <a:lnTo>
                  <a:pt x="15" y="44"/>
                </a:lnTo>
                <a:cubicBezTo>
                  <a:pt x="30" y="44"/>
                  <a:pt x="45" y="29"/>
                  <a:pt x="45" y="29"/>
                </a:cubicBezTo>
                <a:cubicBezTo>
                  <a:pt x="45" y="15"/>
                  <a:pt x="30" y="0"/>
                  <a:pt x="1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1" name="Freeform 120"/>
          <p:cNvSpPr/>
          <p:nvPr/>
        </p:nvSpPr>
        <p:spPr>
          <a:xfrm>
            <a:off x="685800" y="2679840"/>
            <a:ext cx="247680" cy="223560"/>
          </a:xfrm>
          <a:custGeom>
            <a:avLst/>
            <a:gdLst/>
            <a:ahLst/>
            <a:rect l="l" t="t" r="r" b="b"/>
            <a:pathLst>
              <a:path w="575" h="517">
                <a:moveTo>
                  <a:pt x="545" y="471"/>
                </a:moveTo>
                <a:lnTo>
                  <a:pt x="545" y="471"/>
                </a:lnTo>
                <a:cubicBezTo>
                  <a:pt x="29" y="471"/>
                  <a:pt x="29" y="471"/>
                  <a:pt x="29" y="471"/>
                </a:cubicBezTo>
                <a:cubicBezTo>
                  <a:pt x="15" y="471"/>
                  <a:pt x="15" y="486"/>
                  <a:pt x="15" y="486"/>
                </a:cubicBezTo>
                <a:cubicBezTo>
                  <a:pt x="15" y="501"/>
                  <a:pt x="15" y="516"/>
                  <a:pt x="29" y="516"/>
                </a:cubicBezTo>
                <a:cubicBezTo>
                  <a:pt x="545" y="516"/>
                  <a:pt x="545" y="516"/>
                  <a:pt x="545" y="516"/>
                </a:cubicBezTo>
                <a:cubicBezTo>
                  <a:pt x="545" y="516"/>
                  <a:pt x="559" y="501"/>
                  <a:pt x="559" y="486"/>
                </a:cubicBezTo>
                <a:lnTo>
                  <a:pt x="545" y="471"/>
                </a:lnTo>
                <a:close/>
                <a:moveTo>
                  <a:pt x="44" y="427"/>
                </a:moveTo>
                <a:lnTo>
                  <a:pt x="44" y="427"/>
                </a:lnTo>
                <a:cubicBezTo>
                  <a:pt x="515" y="427"/>
                  <a:pt x="515" y="427"/>
                  <a:pt x="515" y="427"/>
                </a:cubicBezTo>
                <a:cubicBezTo>
                  <a:pt x="574" y="427"/>
                  <a:pt x="559" y="398"/>
                  <a:pt x="559" y="383"/>
                </a:cubicBezTo>
                <a:cubicBezTo>
                  <a:pt x="309" y="15"/>
                  <a:pt x="309" y="15"/>
                  <a:pt x="309" y="15"/>
                </a:cubicBezTo>
                <a:cubicBezTo>
                  <a:pt x="309" y="0"/>
                  <a:pt x="265" y="0"/>
                  <a:pt x="250" y="15"/>
                </a:cubicBezTo>
                <a:cubicBezTo>
                  <a:pt x="15" y="383"/>
                  <a:pt x="15" y="383"/>
                  <a:pt x="15" y="383"/>
                </a:cubicBezTo>
                <a:cubicBezTo>
                  <a:pt x="0" y="412"/>
                  <a:pt x="0" y="427"/>
                  <a:pt x="44" y="427"/>
                </a:cubicBezTo>
                <a:close/>
                <a:moveTo>
                  <a:pt x="280" y="59"/>
                </a:moveTo>
                <a:lnTo>
                  <a:pt x="280" y="59"/>
                </a:lnTo>
                <a:cubicBezTo>
                  <a:pt x="501" y="398"/>
                  <a:pt x="501" y="398"/>
                  <a:pt x="501" y="398"/>
                </a:cubicBezTo>
                <a:cubicBezTo>
                  <a:pt x="59" y="398"/>
                  <a:pt x="59" y="398"/>
                  <a:pt x="59" y="398"/>
                </a:cubicBezTo>
                <a:lnTo>
                  <a:pt x="280" y="5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2" name="Freeform 121"/>
          <p:cNvSpPr/>
          <p:nvPr/>
        </p:nvSpPr>
        <p:spPr>
          <a:xfrm>
            <a:off x="228600" y="2666880"/>
            <a:ext cx="274680" cy="243000"/>
          </a:xfrm>
          <a:custGeom>
            <a:avLst/>
            <a:gdLst/>
            <a:ahLst/>
            <a:rect l="l" t="t" r="r" b="b"/>
            <a:pathLst>
              <a:path w="634" h="560">
                <a:moveTo>
                  <a:pt x="589" y="15"/>
                </a:moveTo>
                <a:lnTo>
                  <a:pt x="589" y="15"/>
                </a:lnTo>
                <a:cubicBezTo>
                  <a:pt x="397" y="147"/>
                  <a:pt x="397" y="147"/>
                  <a:pt x="397" y="147"/>
                </a:cubicBezTo>
                <a:cubicBezTo>
                  <a:pt x="397" y="44"/>
                  <a:pt x="397" y="44"/>
                  <a:pt x="397" y="44"/>
                </a:cubicBezTo>
                <a:cubicBezTo>
                  <a:pt x="397" y="0"/>
                  <a:pt x="383" y="0"/>
                  <a:pt x="354" y="15"/>
                </a:cubicBezTo>
                <a:cubicBezTo>
                  <a:pt x="15" y="250"/>
                  <a:pt x="15" y="250"/>
                  <a:pt x="15" y="250"/>
                </a:cubicBezTo>
                <a:cubicBezTo>
                  <a:pt x="0" y="265"/>
                  <a:pt x="0" y="294"/>
                  <a:pt x="15" y="309"/>
                </a:cubicBezTo>
                <a:cubicBezTo>
                  <a:pt x="354" y="559"/>
                  <a:pt x="354" y="559"/>
                  <a:pt x="354" y="559"/>
                </a:cubicBezTo>
                <a:cubicBezTo>
                  <a:pt x="368" y="559"/>
                  <a:pt x="397" y="559"/>
                  <a:pt x="397" y="515"/>
                </a:cubicBezTo>
                <a:cubicBezTo>
                  <a:pt x="397" y="412"/>
                  <a:pt x="397" y="412"/>
                  <a:pt x="397" y="412"/>
                </a:cubicBezTo>
                <a:cubicBezTo>
                  <a:pt x="589" y="559"/>
                  <a:pt x="589" y="559"/>
                  <a:pt x="589" y="559"/>
                </a:cubicBezTo>
                <a:cubicBezTo>
                  <a:pt x="604" y="559"/>
                  <a:pt x="633" y="559"/>
                  <a:pt x="633" y="515"/>
                </a:cubicBezTo>
                <a:cubicBezTo>
                  <a:pt x="633" y="44"/>
                  <a:pt x="633" y="44"/>
                  <a:pt x="633" y="44"/>
                </a:cubicBezTo>
                <a:cubicBezTo>
                  <a:pt x="633" y="0"/>
                  <a:pt x="618" y="0"/>
                  <a:pt x="589" y="15"/>
                </a:cubicBezTo>
                <a:close/>
                <a:moveTo>
                  <a:pt x="604" y="500"/>
                </a:moveTo>
                <a:lnTo>
                  <a:pt x="604" y="500"/>
                </a:lnTo>
                <a:cubicBezTo>
                  <a:pt x="368" y="338"/>
                  <a:pt x="368" y="338"/>
                  <a:pt x="368" y="338"/>
                </a:cubicBezTo>
                <a:lnTo>
                  <a:pt x="368" y="500"/>
                </a:lnTo>
                <a:cubicBezTo>
                  <a:pt x="44" y="279"/>
                  <a:pt x="44" y="279"/>
                  <a:pt x="44" y="279"/>
                </a:cubicBezTo>
                <a:cubicBezTo>
                  <a:pt x="368" y="59"/>
                  <a:pt x="368" y="59"/>
                  <a:pt x="368" y="59"/>
                </a:cubicBezTo>
                <a:cubicBezTo>
                  <a:pt x="368" y="103"/>
                  <a:pt x="368" y="236"/>
                  <a:pt x="368" y="236"/>
                </a:cubicBezTo>
                <a:cubicBezTo>
                  <a:pt x="604" y="59"/>
                  <a:pt x="604" y="59"/>
                  <a:pt x="604" y="59"/>
                </a:cubicBezTo>
                <a:lnTo>
                  <a:pt x="604" y="5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3" name="Freeform 122"/>
          <p:cNvSpPr/>
          <p:nvPr/>
        </p:nvSpPr>
        <p:spPr>
          <a:xfrm>
            <a:off x="4206960" y="2228760"/>
            <a:ext cx="274680" cy="241560"/>
          </a:xfrm>
          <a:custGeom>
            <a:avLst/>
            <a:gdLst/>
            <a:ahLst/>
            <a:rect l="l" t="t" r="r" b="b"/>
            <a:pathLst>
              <a:path w="634" h="561">
                <a:moveTo>
                  <a:pt x="618" y="250"/>
                </a:moveTo>
                <a:lnTo>
                  <a:pt x="618" y="250"/>
                </a:lnTo>
                <a:cubicBezTo>
                  <a:pt x="280" y="15"/>
                  <a:pt x="280" y="15"/>
                  <a:pt x="280" y="15"/>
                </a:cubicBezTo>
                <a:cubicBezTo>
                  <a:pt x="250" y="0"/>
                  <a:pt x="236" y="0"/>
                  <a:pt x="236" y="44"/>
                </a:cubicBezTo>
                <a:cubicBezTo>
                  <a:pt x="236" y="147"/>
                  <a:pt x="236" y="147"/>
                  <a:pt x="236" y="147"/>
                </a:cubicBezTo>
                <a:cubicBezTo>
                  <a:pt x="44" y="15"/>
                  <a:pt x="44" y="15"/>
                  <a:pt x="44" y="15"/>
                </a:cubicBezTo>
                <a:cubicBezTo>
                  <a:pt x="15" y="0"/>
                  <a:pt x="0" y="0"/>
                  <a:pt x="0" y="44"/>
                </a:cubicBezTo>
                <a:cubicBezTo>
                  <a:pt x="0" y="515"/>
                  <a:pt x="0" y="515"/>
                  <a:pt x="0" y="515"/>
                </a:cubicBezTo>
                <a:cubicBezTo>
                  <a:pt x="0" y="560"/>
                  <a:pt x="29" y="560"/>
                  <a:pt x="44" y="545"/>
                </a:cubicBezTo>
                <a:cubicBezTo>
                  <a:pt x="236" y="412"/>
                  <a:pt x="236" y="412"/>
                  <a:pt x="236" y="412"/>
                </a:cubicBezTo>
                <a:cubicBezTo>
                  <a:pt x="236" y="515"/>
                  <a:pt x="236" y="515"/>
                  <a:pt x="236" y="515"/>
                </a:cubicBezTo>
                <a:cubicBezTo>
                  <a:pt x="236" y="560"/>
                  <a:pt x="265" y="560"/>
                  <a:pt x="280" y="545"/>
                </a:cubicBezTo>
                <a:cubicBezTo>
                  <a:pt x="618" y="309"/>
                  <a:pt x="618" y="309"/>
                  <a:pt x="618" y="309"/>
                </a:cubicBezTo>
                <a:cubicBezTo>
                  <a:pt x="633" y="294"/>
                  <a:pt x="633" y="265"/>
                  <a:pt x="618" y="250"/>
                </a:cubicBezTo>
                <a:close/>
                <a:moveTo>
                  <a:pt x="265" y="501"/>
                </a:moveTo>
                <a:lnTo>
                  <a:pt x="265" y="501"/>
                </a:lnTo>
                <a:cubicBezTo>
                  <a:pt x="265" y="486"/>
                  <a:pt x="265" y="339"/>
                  <a:pt x="265" y="339"/>
                </a:cubicBezTo>
                <a:cubicBezTo>
                  <a:pt x="29" y="501"/>
                  <a:pt x="29" y="501"/>
                  <a:pt x="29" y="501"/>
                </a:cubicBezTo>
                <a:cubicBezTo>
                  <a:pt x="29" y="486"/>
                  <a:pt x="29" y="88"/>
                  <a:pt x="29" y="59"/>
                </a:cubicBezTo>
                <a:cubicBezTo>
                  <a:pt x="265" y="221"/>
                  <a:pt x="265" y="221"/>
                  <a:pt x="265" y="221"/>
                </a:cubicBezTo>
                <a:cubicBezTo>
                  <a:pt x="265" y="221"/>
                  <a:pt x="265" y="88"/>
                  <a:pt x="265" y="59"/>
                </a:cubicBezTo>
                <a:cubicBezTo>
                  <a:pt x="589" y="280"/>
                  <a:pt x="589" y="280"/>
                  <a:pt x="589" y="280"/>
                </a:cubicBezTo>
                <a:lnTo>
                  <a:pt x="265" y="50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4" name="Freeform 123"/>
          <p:cNvSpPr/>
          <p:nvPr/>
        </p:nvSpPr>
        <p:spPr>
          <a:xfrm>
            <a:off x="3781440" y="2228760"/>
            <a:ext cx="236520" cy="241560"/>
          </a:xfrm>
          <a:custGeom>
            <a:avLst/>
            <a:gdLst/>
            <a:ahLst/>
            <a:rect l="l" t="t" r="r" b="b"/>
            <a:pathLst>
              <a:path w="545" h="561">
                <a:moveTo>
                  <a:pt x="515" y="0"/>
                </a:moveTo>
                <a:lnTo>
                  <a:pt x="515" y="0"/>
                </a:lnTo>
                <a:cubicBezTo>
                  <a:pt x="44" y="0"/>
                  <a:pt x="44" y="0"/>
                  <a:pt x="44" y="0"/>
                </a:cubicBezTo>
                <a:cubicBezTo>
                  <a:pt x="14" y="0"/>
                  <a:pt x="0" y="30"/>
                  <a:pt x="0" y="44"/>
                </a:cubicBezTo>
                <a:cubicBezTo>
                  <a:pt x="0" y="515"/>
                  <a:pt x="0" y="515"/>
                  <a:pt x="0" y="515"/>
                </a:cubicBezTo>
                <a:cubicBezTo>
                  <a:pt x="0" y="530"/>
                  <a:pt x="14" y="560"/>
                  <a:pt x="44" y="560"/>
                </a:cubicBezTo>
                <a:cubicBezTo>
                  <a:pt x="515" y="560"/>
                  <a:pt x="515" y="560"/>
                  <a:pt x="515" y="560"/>
                </a:cubicBezTo>
                <a:cubicBezTo>
                  <a:pt x="530" y="560"/>
                  <a:pt x="544" y="530"/>
                  <a:pt x="544" y="515"/>
                </a:cubicBezTo>
                <a:cubicBezTo>
                  <a:pt x="544" y="44"/>
                  <a:pt x="544" y="44"/>
                  <a:pt x="544" y="44"/>
                </a:cubicBezTo>
                <a:cubicBezTo>
                  <a:pt x="544" y="30"/>
                  <a:pt x="530" y="0"/>
                  <a:pt x="515" y="0"/>
                </a:cubicBezTo>
                <a:close/>
                <a:moveTo>
                  <a:pt x="515" y="501"/>
                </a:moveTo>
                <a:lnTo>
                  <a:pt x="515" y="501"/>
                </a:lnTo>
                <a:cubicBezTo>
                  <a:pt x="515" y="501"/>
                  <a:pt x="500" y="515"/>
                  <a:pt x="485" y="515"/>
                </a:cubicBezTo>
                <a:cubicBezTo>
                  <a:pt x="58" y="515"/>
                  <a:pt x="58" y="515"/>
                  <a:pt x="58" y="515"/>
                </a:cubicBezTo>
                <a:cubicBezTo>
                  <a:pt x="44" y="515"/>
                  <a:pt x="44" y="501"/>
                  <a:pt x="44" y="501"/>
                </a:cubicBezTo>
                <a:cubicBezTo>
                  <a:pt x="44" y="59"/>
                  <a:pt x="44" y="59"/>
                  <a:pt x="44" y="59"/>
                </a:cubicBezTo>
                <a:cubicBezTo>
                  <a:pt x="44" y="59"/>
                  <a:pt x="44" y="44"/>
                  <a:pt x="58" y="44"/>
                </a:cubicBezTo>
                <a:cubicBezTo>
                  <a:pt x="485" y="44"/>
                  <a:pt x="485" y="44"/>
                  <a:pt x="485" y="44"/>
                </a:cubicBezTo>
                <a:cubicBezTo>
                  <a:pt x="500" y="44"/>
                  <a:pt x="515" y="59"/>
                  <a:pt x="515" y="59"/>
                </a:cubicBezTo>
                <a:lnTo>
                  <a:pt x="515" y="50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5" name="Freeform 124"/>
          <p:cNvSpPr/>
          <p:nvPr/>
        </p:nvSpPr>
        <p:spPr>
          <a:xfrm>
            <a:off x="3373560" y="2228760"/>
            <a:ext cx="171360" cy="241560"/>
          </a:xfrm>
          <a:custGeom>
            <a:avLst/>
            <a:gdLst/>
            <a:ahLst/>
            <a:rect l="l" t="t" r="r" b="b"/>
            <a:pathLst>
              <a:path w="399" h="561">
                <a:moveTo>
                  <a:pt x="354" y="0"/>
                </a:moveTo>
                <a:lnTo>
                  <a:pt x="354" y="0"/>
                </a:lnTo>
                <a:cubicBezTo>
                  <a:pt x="280" y="0"/>
                  <a:pt x="280" y="0"/>
                  <a:pt x="280" y="0"/>
                </a:cubicBezTo>
                <a:cubicBezTo>
                  <a:pt x="251" y="0"/>
                  <a:pt x="236" y="30"/>
                  <a:pt x="236" y="44"/>
                </a:cubicBezTo>
                <a:cubicBezTo>
                  <a:pt x="236" y="515"/>
                  <a:pt x="236" y="515"/>
                  <a:pt x="236" y="515"/>
                </a:cubicBezTo>
                <a:cubicBezTo>
                  <a:pt x="236" y="530"/>
                  <a:pt x="251" y="560"/>
                  <a:pt x="280" y="560"/>
                </a:cubicBezTo>
                <a:cubicBezTo>
                  <a:pt x="354" y="560"/>
                  <a:pt x="354" y="560"/>
                  <a:pt x="354" y="560"/>
                </a:cubicBezTo>
                <a:cubicBezTo>
                  <a:pt x="368" y="560"/>
                  <a:pt x="398" y="530"/>
                  <a:pt x="398" y="515"/>
                </a:cubicBezTo>
                <a:cubicBezTo>
                  <a:pt x="398" y="44"/>
                  <a:pt x="398" y="44"/>
                  <a:pt x="398" y="44"/>
                </a:cubicBezTo>
                <a:cubicBezTo>
                  <a:pt x="398" y="30"/>
                  <a:pt x="368" y="0"/>
                  <a:pt x="354" y="0"/>
                </a:cubicBezTo>
                <a:close/>
                <a:moveTo>
                  <a:pt x="354" y="501"/>
                </a:moveTo>
                <a:lnTo>
                  <a:pt x="354" y="501"/>
                </a:lnTo>
                <a:lnTo>
                  <a:pt x="339" y="515"/>
                </a:lnTo>
                <a:cubicBezTo>
                  <a:pt x="295" y="515"/>
                  <a:pt x="295" y="515"/>
                  <a:pt x="295" y="515"/>
                </a:cubicBezTo>
                <a:cubicBezTo>
                  <a:pt x="280" y="515"/>
                  <a:pt x="280" y="501"/>
                  <a:pt x="280" y="501"/>
                </a:cubicBezTo>
                <a:cubicBezTo>
                  <a:pt x="280" y="59"/>
                  <a:pt x="280" y="59"/>
                  <a:pt x="280" y="59"/>
                </a:cubicBezTo>
                <a:cubicBezTo>
                  <a:pt x="280" y="59"/>
                  <a:pt x="280" y="44"/>
                  <a:pt x="295" y="44"/>
                </a:cubicBezTo>
                <a:cubicBezTo>
                  <a:pt x="339" y="44"/>
                  <a:pt x="339" y="44"/>
                  <a:pt x="339" y="44"/>
                </a:cubicBezTo>
                <a:lnTo>
                  <a:pt x="354" y="59"/>
                </a:lnTo>
                <a:lnTo>
                  <a:pt x="354" y="501"/>
                </a:lnTo>
                <a:close/>
                <a:moveTo>
                  <a:pt x="118" y="0"/>
                </a:moveTo>
                <a:lnTo>
                  <a:pt x="118" y="0"/>
                </a:lnTo>
                <a:cubicBezTo>
                  <a:pt x="45" y="0"/>
                  <a:pt x="45" y="0"/>
                  <a:pt x="45" y="0"/>
                </a:cubicBezTo>
                <a:cubicBezTo>
                  <a:pt x="15" y="0"/>
                  <a:pt x="0" y="30"/>
                  <a:pt x="0" y="44"/>
                </a:cubicBezTo>
                <a:cubicBezTo>
                  <a:pt x="0" y="515"/>
                  <a:pt x="0" y="515"/>
                  <a:pt x="0" y="515"/>
                </a:cubicBezTo>
                <a:cubicBezTo>
                  <a:pt x="0" y="530"/>
                  <a:pt x="15" y="560"/>
                  <a:pt x="45" y="560"/>
                </a:cubicBezTo>
                <a:cubicBezTo>
                  <a:pt x="118" y="560"/>
                  <a:pt x="118" y="560"/>
                  <a:pt x="118" y="560"/>
                </a:cubicBezTo>
                <a:cubicBezTo>
                  <a:pt x="133" y="560"/>
                  <a:pt x="162" y="530"/>
                  <a:pt x="162" y="515"/>
                </a:cubicBezTo>
                <a:cubicBezTo>
                  <a:pt x="162" y="44"/>
                  <a:pt x="162" y="44"/>
                  <a:pt x="162" y="44"/>
                </a:cubicBezTo>
                <a:cubicBezTo>
                  <a:pt x="162" y="30"/>
                  <a:pt x="133" y="0"/>
                  <a:pt x="118" y="0"/>
                </a:cubicBezTo>
                <a:close/>
                <a:moveTo>
                  <a:pt x="118" y="501"/>
                </a:moveTo>
                <a:lnTo>
                  <a:pt x="118" y="501"/>
                </a:lnTo>
                <a:lnTo>
                  <a:pt x="104" y="515"/>
                </a:lnTo>
                <a:cubicBezTo>
                  <a:pt x="59" y="515"/>
                  <a:pt x="59" y="515"/>
                  <a:pt x="59" y="515"/>
                </a:cubicBezTo>
                <a:cubicBezTo>
                  <a:pt x="45" y="515"/>
                  <a:pt x="45" y="501"/>
                  <a:pt x="45" y="501"/>
                </a:cubicBezTo>
                <a:cubicBezTo>
                  <a:pt x="45" y="59"/>
                  <a:pt x="45" y="59"/>
                  <a:pt x="45" y="59"/>
                </a:cubicBezTo>
                <a:cubicBezTo>
                  <a:pt x="45" y="59"/>
                  <a:pt x="45" y="44"/>
                  <a:pt x="59" y="44"/>
                </a:cubicBezTo>
                <a:cubicBezTo>
                  <a:pt x="104" y="44"/>
                  <a:pt x="104" y="44"/>
                  <a:pt x="104" y="44"/>
                </a:cubicBezTo>
                <a:lnTo>
                  <a:pt x="118" y="59"/>
                </a:lnTo>
                <a:lnTo>
                  <a:pt x="118" y="50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6" name="Freeform 125"/>
          <p:cNvSpPr/>
          <p:nvPr/>
        </p:nvSpPr>
        <p:spPr>
          <a:xfrm>
            <a:off x="2921040" y="2228760"/>
            <a:ext cx="190440" cy="241560"/>
          </a:xfrm>
          <a:custGeom>
            <a:avLst/>
            <a:gdLst/>
            <a:ahLst/>
            <a:rect l="l" t="t" r="r" b="b"/>
            <a:pathLst>
              <a:path w="443" h="561">
                <a:moveTo>
                  <a:pt x="427" y="250"/>
                </a:moveTo>
                <a:lnTo>
                  <a:pt x="427" y="250"/>
                </a:lnTo>
                <a:cubicBezTo>
                  <a:pt x="59" y="15"/>
                  <a:pt x="59" y="15"/>
                  <a:pt x="59" y="15"/>
                </a:cubicBezTo>
                <a:cubicBezTo>
                  <a:pt x="30" y="0"/>
                  <a:pt x="0" y="0"/>
                  <a:pt x="0" y="44"/>
                </a:cubicBezTo>
                <a:cubicBezTo>
                  <a:pt x="0" y="515"/>
                  <a:pt x="0" y="515"/>
                  <a:pt x="0" y="515"/>
                </a:cubicBezTo>
                <a:cubicBezTo>
                  <a:pt x="0" y="560"/>
                  <a:pt x="30" y="560"/>
                  <a:pt x="59" y="545"/>
                </a:cubicBezTo>
                <a:cubicBezTo>
                  <a:pt x="427" y="309"/>
                  <a:pt x="427" y="309"/>
                  <a:pt x="427" y="309"/>
                </a:cubicBezTo>
                <a:cubicBezTo>
                  <a:pt x="442" y="294"/>
                  <a:pt x="442" y="265"/>
                  <a:pt x="427" y="250"/>
                </a:cubicBezTo>
                <a:close/>
                <a:moveTo>
                  <a:pt x="44" y="501"/>
                </a:moveTo>
                <a:lnTo>
                  <a:pt x="44" y="501"/>
                </a:lnTo>
                <a:cubicBezTo>
                  <a:pt x="44" y="486"/>
                  <a:pt x="44" y="88"/>
                  <a:pt x="44" y="59"/>
                </a:cubicBezTo>
                <a:cubicBezTo>
                  <a:pt x="398" y="280"/>
                  <a:pt x="398" y="280"/>
                  <a:pt x="398" y="280"/>
                </a:cubicBezTo>
                <a:lnTo>
                  <a:pt x="44" y="50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7" name="Freeform 126"/>
          <p:cNvSpPr/>
          <p:nvPr/>
        </p:nvSpPr>
        <p:spPr>
          <a:xfrm>
            <a:off x="2451240" y="2228760"/>
            <a:ext cx="255600" cy="241560"/>
          </a:xfrm>
          <a:custGeom>
            <a:avLst/>
            <a:gdLst/>
            <a:ahLst/>
            <a:rect l="l" t="t" r="r" b="b"/>
            <a:pathLst>
              <a:path w="590" h="561">
                <a:moveTo>
                  <a:pt x="500" y="324"/>
                </a:moveTo>
                <a:lnTo>
                  <a:pt x="500" y="324"/>
                </a:lnTo>
                <a:cubicBezTo>
                  <a:pt x="500" y="30"/>
                  <a:pt x="500" y="30"/>
                  <a:pt x="500" y="30"/>
                </a:cubicBezTo>
                <a:cubicBezTo>
                  <a:pt x="500" y="15"/>
                  <a:pt x="500" y="0"/>
                  <a:pt x="486" y="0"/>
                </a:cubicBezTo>
                <a:cubicBezTo>
                  <a:pt x="471" y="0"/>
                  <a:pt x="471" y="15"/>
                  <a:pt x="471" y="30"/>
                </a:cubicBezTo>
                <a:cubicBezTo>
                  <a:pt x="471" y="324"/>
                  <a:pt x="471" y="324"/>
                  <a:pt x="471" y="324"/>
                </a:cubicBezTo>
                <a:cubicBezTo>
                  <a:pt x="427" y="324"/>
                  <a:pt x="382" y="368"/>
                  <a:pt x="382" y="412"/>
                </a:cubicBezTo>
                <a:cubicBezTo>
                  <a:pt x="382" y="471"/>
                  <a:pt x="427" y="501"/>
                  <a:pt x="471" y="515"/>
                </a:cubicBezTo>
                <a:cubicBezTo>
                  <a:pt x="471" y="530"/>
                  <a:pt x="471" y="530"/>
                  <a:pt x="471" y="530"/>
                </a:cubicBezTo>
                <a:cubicBezTo>
                  <a:pt x="471" y="545"/>
                  <a:pt x="471" y="560"/>
                  <a:pt x="486" y="560"/>
                </a:cubicBezTo>
                <a:cubicBezTo>
                  <a:pt x="500" y="560"/>
                  <a:pt x="500" y="545"/>
                  <a:pt x="500" y="530"/>
                </a:cubicBezTo>
                <a:cubicBezTo>
                  <a:pt x="500" y="515"/>
                  <a:pt x="500" y="515"/>
                  <a:pt x="500" y="515"/>
                </a:cubicBezTo>
                <a:cubicBezTo>
                  <a:pt x="545" y="501"/>
                  <a:pt x="589" y="471"/>
                  <a:pt x="589" y="412"/>
                </a:cubicBezTo>
                <a:cubicBezTo>
                  <a:pt x="589" y="368"/>
                  <a:pt x="545" y="324"/>
                  <a:pt x="500" y="324"/>
                </a:cubicBezTo>
                <a:close/>
                <a:moveTo>
                  <a:pt x="486" y="471"/>
                </a:moveTo>
                <a:lnTo>
                  <a:pt x="486" y="471"/>
                </a:lnTo>
                <a:cubicBezTo>
                  <a:pt x="456" y="471"/>
                  <a:pt x="427" y="456"/>
                  <a:pt x="427" y="412"/>
                </a:cubicBezTo>
                <a:cubicBezTo>
                  <a:pt x="427" y="383"/>
                  <a:pt x="456" y="353"/>
                  <a:pt x="486" y="353"/>
                </a:cubicBezTo>
                <a:cubicBezTo>
                  <a:pt x="515" y="353"/>
                  <a:pt x="545" y="383"/>
                  <a:pt x="545" y="412"/>
                </a:cubicBezTo>
                <a:cubicBezTo>
                  <a:pt x="545" y="456"/>
                  <a:pt x="515" y="471"/>
                  <a:pt x="486" y="471"/>
                </a:cubicBezTo>
                <a:close/>
                <a:moveTo>
                  <a:pt x="309" y="44"/>
                </a:moveTo>
                <a:lnTo>
                  <a:pt x="309" y="44"/>
                </a:lnTo>
                <a:cubicBezTo>
                  <a:pt x="309" y="30"/>
                  <a:pt x="309" y="30"/>
                  <a:pt x="309" y="30"/>
                </a:cubicBezTo>
                <a:cubicBezTo>
                  <a:pt x="309" y="15"/>
                  <a:pt x="294" y="0"/>
                  <a:pt x="294" y="0"/>
                </a:cubicBezTo>
                <a:cubicBezTo>
                  <a:pt x="280" y="0"/>
                  <a:pt x="265" y="15"/>
                  <a:pt x="265" y="30"/>
                </a:cubicBezTo>
                <a:cubicBezTo>
                  <a:pt x="265" y="44"/>
                  <a:pt x="265" y="44"/>
                  <a:pt x="265" y="44"/>
                </a:cubicBezTo>
                <a:cubicBezTo>
                  <a:pt x="221" y="59"/>
                  <a:pt x="191" y="88"/>
                  <a:pt x="191" y="147"/>
                </a:cubicBezTo>
                <a:cubicBezTo>
                  <a:pt x="191" y="192"/>
                  <a:pt x="221" y="235"/>
                  <a:pt x="265" y="235"/>
                </a:cubicBezTo>
                <a:cubicBezTo>
                  <a:pt x="265" y="530"/>
                  <a:pt x="265" y="530"/>
                  <a:pt x="265" y="530"/>
                </a:cubicBezTo>
                <a:cubicBezTo>
                  <a:pt x="265" y="545"/>
                  <a:pt x="280" y="560"/>
                  <a:pt x="294" y="560"/>
                </a:cubicBezTo>
                <a:cubicBezTo>
                  <a:pt x="294" y="560"/>
                  <a:pt x="309" y="545"/>
                  <a:pt x="309" y="530"/>
                </a:cubicBezTo>
                <a:cubicBezTo>
                  <a:pt x="309" y="235"/>
                  <a:pt x="309" y="235"/>
                  <a:pt x="309" y="235"/>
                </a:cubicBezTo>
                <a:cubicBezTo>
                  <a:pt x="353" y="235"/>
                  <a:pt x="382" y="192"/>
                  <a:pt x="382" y="147"/>
                </a:cubicBezTo>
                <a:cubicBezTo>
                  <a:pt x="382" y="88"/>
                  <a:pt x="353" y="59"/>
                  <a:pt x="309" y="44"/>
                </a:cubicBezTo>
                <a:close/>
                <a:moveTo>
                  <a:pt x="294" y="206"/>
                </a:moveTo>
                <a:lnTo>
                  <a:pt x="294" y="206"/>
                </a:lnTo>
                <a:cubicBezTo>
                  <a:pt x="250" y="206"/>
                  <a:pt x="235" y="177"/>
                  <a:pt x="235" y="147"/>
                </a:cubicBezTo>
                <a:cubicBezTo>
                  <a:pt x="235" y="103"/>
                  <a:pt x="250" y="88"/>
                  <a:pt x="294" y="88"/>
                </a:cubicBezTo>
                <a:cubicBezTo>
                  <a:pt x="324" y="88"/>
                  <a:pt x="353" y="103"/>
                  <a:pt x="353" y="147"/>
                </a:cubicBezTo>
                <a:cubicBezTo>
                  <a:pt x="353" y="177"/>
                  <a:pt x="324" y="206"/>
                  <a:pt x="294" y="206"/>
                </a:cubicBezTo>
                <a:close/>
                <a:moveTo>
                  <a:pt x="118" y="235"/>
                </a:moveTo>
                <a:lnTo>
                  <a:pt x="118" y="235"/>
                </a:lnTo>
                <a:cubicBezTo>
                  <a:pt x="118" y="30"/>
                  <a:pt x="118" y="30"/>
                  <a:pt x="118" y="30"/>
                </a:cubicBezTo>
                <a:cubicBezTo>
                  <a:pt x="118" y="15"/>
                  <a:pt x="103" y="0"/>
                  <a:pt x="88" y="0"/>
                </a:cubicBezTo>
                <a:cubicBezTo>
                  <a:pt x="88" y="0"/>
                  <a:pt x="73" y="15"/>
                  <a:pt x="73" y="30"/>
                </a:cubicBezTo>
                <a:cubicBezTo>
                  <a:pt x="73" y="235"/>
                  <a:pt x="73" y="235"/>
                  <a:pt x="73" y="235"/>
                </a:cubicBezTo>
                <a:cubicBezTo>
                  <a:pt x="29" y="250"/>
                  <a:pt x="0" y="294"/>
                  <a:pt x="0" y="339"/>
                </a:cubicBezTo>
                <a:cubicBezTo>
                  <a:pt x="0" y="383"/>
                  <a:pt x="29" y="427"/>
                  <a:pt x="73" y="442"/>
                </a:cubicBezTo>
                <a:cubicBezTo>
                  <a:pt x="73" y="530"/>
                  <a:pt x="73" y="530"/>
                  <a:pt x="73" y="530"/>
                </a:cubicBezTo>
                <a:cubicBezTo>
                  <a:pt x="73" y="545"/>
                  <a:pt x="88" y="560"/>
                  <a:pt x="88" y="560"/>
                </a:cubicBezTo>
                <a:cubicBezTo>
                  <a:pt x="103" y="560"/>
                  <a:pt x="118" y="545"/>
                  <a:pt x="118" y="530"/>
                </a:cubicBezTo>
                <a:cubicBezTo>
                  <a:pt x="118" y="442"/>
                  <a:pt x="118" y="442"/>
                  <a:pt x="118" y="442"/>
                </a:cubicBezTo>
                <a:cubicBezTo>
                  <a:pt x="162" y="427"/>
                  <a:pt x="191" y="383"/>
                  <a:pt x="191" y="339"/>
                </a:cubicBezTo>
                <a:cubicBezTo>
                  <a:pt x="191" y="294"/>
                  <a:pt x="162" y="250"/>
                  <a:pt x="118" y="235"/>
                </a:cubicBezTo>
                <a:close/>
                <a:moveTo>
                  <a:pt x="88" y="397"/>
                </a:moveTo>
                <a:lnTo>
                  <a:pt x="88" y="397"/>
                </a:lnTo>
                <a:cubicBezTo>
                  <a:pt x="59" y="397"/>
                  <a:pt x="29" y="368"/>
                  <a:pt x="29" y="339"/>
                </a:cubicBezTo>
                <a:cubicBezTo>
                  <a:pt x="29" y="309"/>
                  <a:pt x="59" y="280"/>
                  <a:pt x="88" y="280"/>
                </a:cubicBezTo>
                <a:cubicBezTo>
                  <a:pt x="132" y="280"/>
                  <a:pt x="147" y="309"/>
                  <a:pt x="147" y="339"/>
                </a:cubicBezTo>
                <a:cubicBezTo>
                  <a:pt x="147" y="368"/>
                  <a:pt x="132" y="397"/>
                  <a:pt x="88" y="39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8" name="Freeform 127"/>
          <p:cNvSpPr/>
          <p:nvPr/>
        </p:nvSpPr>
        <p:spPr>
          <a:xfrm>
            <a:off x="2003400" y="2247840"/>
            <a:ext cx="255600" cy="203400"/>
          </a:xfrm>
          <a:custGeom>
            <a:avLst/>
            <a:gdLst/>
            <a:ahLst/>
            <a:rect l="l" t="t" r="r" b="b"/>
            <a:pathLst>
              <a:path w="590" h="472">
                <a:moveTo>
                  <a:pt x="501" y="236"/>
                </a:moveTo>
                <a:lnTo>
                  <a:pt x="501" y="236"/>
                </a:lnTo>
                <a:cubicBezTo>
                  <a:pt x="589" y="148"/>
                  <a:pt x="589" y="148"/>
                  <a:pt x="589" y="148"/>
                </a:cubicBezTo>
                <a:cubicBezTo>
                  <a:pt x="589" y="148"/>
                  <a:pt x="589" y="133"/>
                  <a:pt x="589" y="118"/>
                </a:cubicBezTo>
                <a:cubicBezTo>
                  <a:pt x="574" y="118"/>
                  <a:pt x="560" y="118"/>
                  <a:pt x="560" y="133"/>
                </a:cubicBezTo>
                <a:cubicBezTo>
                  <a:pt x="471" y="206"/>
                  <a:pt x="471" y="206"/>
                  <a:pt x="471" y="206"/>
                </a:cubicBezTo>
                <a:cubicBezTo>
                  <a:pt x="398" y="133"/>
                  <a:pt x="398" y="133"/>
                  <a:pt x="398" y="133"/>
                </a:cubicBezTo>
                <a:cubicBezTo>
                  <a:pt x="383" y="118"/>
                  <a:pt x="369" y="118"/>
                  <a:pt x="369" y="118"/>
                </a:cubicBezTo>
                <a:cubicBezTo>
                  <a:pt x="354" y="133"/>
                  <a:pt x="354" y="148"/>
                  <a:pt x="369" y="148"/>
                </a:cubicBezTo>
                <a:cubicBezTo>
                  <a:pt x="442" y="236"/>
                  <a:pt x="442" y="236"/>
                  <a:pt x="442" y="236"/>
                </a:cubicBezTo>
                <a:cubicBezTo>
                  <a:pt x="369" y="324"/>
                  <a:pt x="369" y="324"/>
                  <a:pt x="369" y="324"/>
                </a:cubicBezTo>
                <a:cubicBezTo>
                  <a:pt x="354" y="324"/>
                  <a:pt x="354" y="339"/>
                  <a:pt x="369" y="353"/>
                </a:cubicBezTo>
                <a:cubicBezTo>
                  <a:pt x="369" y="353"/>
                  <a:pt x="383" y="353"/>
                  <a:pt x="398" y="339"/>
                </a:cubicBezTo>
                <a:cubicBezTo>
                  <a:pt x="471" y="265"/>
                  <a:pt x="471" y="265"/>
                  <a:pt x="471" y="265"/>
                </a:cubicBezTo>
                <a:cubicBezTo>
                  <a:pt x="560" y="339"/>
                  <a:pt x="560" y="339"/>
                  <a:pt x="560" y="339"/>
                </a:cubicBezTo>
                <a:cubicBezTo>
                  <a:pt x="560" y="353"/>
                  <a:pt x="574" y="353"/>
                  <a:pt x="589" y="353"/>
                </a:cubicBezTo>
                <a:cubicBezTo>
                  <a:pt x="589" y="339"/>
                  <a:pt x="589" y="324"/>
                  <a:pt x="589" y="324"/>
                </a:cubicBezTo>
                <a:lnTo>
                  <a:pt x="501" y="236"/>
                </a:lnTo>
                <a:close/>
                <a:moveTo>
                  <a:pt x="280" y="0"/>
                </a:moveTo>
                <a:lnTo>
                  <a:pt x="280" y="0"/>
                </a:lnTo>
                <a:cubicBezTo>
                  <a:pt x="103" y="118"/>
                  <a:pt x="103" y="118"/>
                  <a:pt x="103" y="118"/>
                </a:cubicBezTo>
                <a:cubicBezTo>
                  <a:pt x="44" y="118"/>
                  <a:pt x="44" y="118"/>
                  <a:pt x="44" y="118"/>
                </a:cubicBezTo>
                <a:cubicBezTo>
                  <a:pt x="30" y="118"/>
                  <a:pt x="0" y="133"/>
                  <a:pt x="0" y="162"/>
                </a:cubicBezTo>
                <a:cubicBezTo>
                  <a:pt x="0" y="309"/>
                  <a:pt x="0" y="309"/>
                  <a:pt x="0" y="309"/>
                </a:cubicBezTo>
                <a:cubicBezTo>
                  <a:pt x="0" y="339"/>
                  <a:pt x="30" y="353"/>
                  <a:pt x="44" y="353"/>
                </a:cubicBezTo>
                <a:cubicBezTo>
                  <a:pt x="103" y="353"/>
                  <a:pt x="103" y="353"/>
                  <a:pt x="103" y="353"/>
                </a:cubicBezTo>
                <a:cubicBezTo>
                  <a:pt x="280" y="471"/>
                  <a:pt x="280" y="471"/>
                  <a:pt x="280" y="471"/>
                </a:cubicBezTo>
                <a:cubicBezTo>
                  <a:pt x="295" y="471"/>
                  <a:pt x="324" y="457"/>
                  <a:pt x="324" y="427"/>
                </a:cubicBezTo>
                <a:cubicBezTo>
                  <a:pt x="324" y="44"/>
                  <a:pt x="324" y="44"/>
                  <a:pt x="324" y="44"/>
                </a:cubicBezTo>
                <a:cubicBezTo>
                  <a:pt x="324" y="15"/>
                  <a:pt x="295" y="0"/>
                  <a:pt x="280" y="0"/>
                </a:cubicBezTo>
                <a:close/>
                <a:moveTo>
                  <a:pt x="103" y="295"/>
                </a:moveTo>
                <a:lnTo>
                  <a:pt x="103" y="295"/>
                </a:lnTo>
                <a:cubicBezTo>
                  <a:pt x="103" y="309"/>
                  <a:pt x="89" y="309"/>
                  <a:pt x="89" y="309"/>
                </a:cubicBezTo>
                <a:cubicBezTo>
                  <a:pt x="59" y="309"/>
                  <a:pt x="59" y="309"/>
                  <a:pt x="59" y="309"/>
                </a:cubicBezTo>
                <a:cubicBezTo>
                  <a:pt x="59" y="309"/>
                  <a:pt x="44" y="309"/>
                  <a:pt x="44" y="295"/>
                </a:cubicBezTo>
                <a:cubicBezTo>
                  <a:pt x="44" y="177"/>
                  <a:pt x="44" y="177"/>
                  <a:pt x="44" y="177"/>
                </a:cubicBezTo>
                <a:cubicBezTo>
                  <a:pt x="44" y="162"/>
                  <a:pt x="59" y="162"/>
                  <a:pt x="59" y="162"/>
                </a:cubicBezTo>
                <a:cubicBezTo>
                  <a:pt x="89" y="162"/>
                  <a:pt x="89" y="162"/>
                  <a:pt x="89" y="162"/>
                </a:cubicBezTo>
                <a:cubicBezTo>
                  <a:pt x="89" y="162"/>
                  <a:pt x="103" y="162"/>
                  <a:pt x="103" y="177"/>
                </a:cubicBezTo>
                <a:lnTo>
                  <a:pt x="103" y="295"/>
                </a:lnTo>
                <a:close/>
                <a:moveTo>
                  <a:pt x="280" y="427"/>
                </a:moveTo>
                <a:lnTo>
                  <a:pt x="280" y="427"/>
                </a:lnTo>
                <a:cubicBezTo>
                  <a:pt x="148" y="339"/>
                  <a:pt x="148" y="339"/>
                  <a:pt x="148" y="339"/>
                </a:cubicBezTo>
                <a:cubicBezTo>
                  <a:pt x="148" y="118"/>
                  <a:pt x="148" y="118"/>
                  <a:pt x="148" y="118"/>
                </a:cubicBezTo>
                <a:cubicBezTo>
                  <a:pt x="280" y="44"/>
                  <a:pt x="280" y="44"/>
                  <a:pt x="280" y="44"/>
                </a:cubicBezTo>
                <a:lnTo>
                  <a:pt x="280" y="42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9" name="Freeform 128"/>
          <p:cNvSpPr/>
          <p:nvPr/>
        </p:nvSpPr>
        <p:spPr>
          <a:xfrm>
            <a:off x="1560600" y="2228760"/>
            <a:ext cx="260280" cy="241560"/>
          </a:xfrm>
          <a:custGeom>
            <a:avLst/>
            <a:gdLst/>
            <a:ahLst/>
            <a:rect l="l" t="t" r="r" b="b"/>
            <a:pathLst>
              <a:path w="604" h="561">
                <a:moveTo>
                  <a:pt x="368" y="0"/>
                </a:moveTo>
                <a:lnTo>
                  <a:pt x="368" y="0"/>
                </a:lnTo>
                <a:cubicBezTo>
                  <a:pt x="368" y="44"/>
                  <a:pt x="368" y="44"/>
                  <a:pt x="368" y="44"/>
                </a:cubicBezTo>
                <a:cubicBezTo>
                  <a:pt x="486" y="74"/>
                  <a:pt x="559" y="162"/>
                  <a:pt x="559" y="280"/>
                </a:cubicBezTo>
                <a:cubicBezTo>
                  <a:pt x="559" y="397"/>
                  <a:pt x="486" y="486"/>
                  <a:pt x="368" y="515"/>
                </a:cubicBezTo>
                <a:cubicBezTo>
                  <a:pt x="368" y="560"/>
                  <a:pt x="368" y="560"/>
                  <a:pt x="368" y="560"/>
                </a:cubicBezTo>
                <a:cubicBezTo>
                  <a:pt x="500" y="530"/>
                  <a:pt x="603" y="427"/>
                  <a:pt x="603" y="280"/>
                </a:cubicBezTo>
                <a:cubicBezTo>
                  <a:pt x="603" y="133"/>
                  <a:pt x="500" y="30"/>
                  <a:pt x="368" y="0"/>
                </a:cubicBezTo>
                <a:close/>
                <a:moveTo>
                  <a:pt x="486" y="280"/>
                </a:moveTo>
                <a:lnTo>
                  <a:pt x="486" y="280"/>
                </a:lnTo>
                <a:cubicBezTo>
                  <a:pt x="486" y="206"/>
                  <a:pt x="441" y="147"/>
                  <a:pt x="368" y="147"/>
                </a:cubicBezTo>
                <a:cubicBezTo>
                  <a:pt x="368" y="177"/>
                  <a:pt x="368" y="177"/>
                  <a:pt x="368" y="177"/>
                </a:cubicBezTo>
                <a:cubicBezTo>
                  <a:pt x="412" y="192"/>
                  <a:pt x="441" y="235"/>
                  <a:pt x="441" y="280"/>
                </a:cubicBezTo>
                <a:cubicBezTo>
                  <a:pt x="441" y="324"/>
                  <a:pt x="412" y="368"/>
                  <a:pt x="368" y="383"/>
                </a:cubicBezTo>
                <a:cubicBezTo>
                  <a:pt x="368" y="412"/>
                  <a:pt x="368" y="412"/>
                  <a:pt x="368" y="412"/>
                </a:cubicBezTo>
                <a:cubicBezTo>
                  <a:pt x="441" y="412"/>
                  <a:pt x="486" y="353"/>
                  <a:pt x="486" y="280"/>
                </a:cubicBezTo>
                <a:close/>
                <a:moveTo>
                  <a:pt x="265" y="44"/>
                </a:moveTo>
                <a:lnTo>
                  <a:pt x="265" y="44"/>
                </a:lnTo>
                <a:cubicBezTo>
                  <a:pt x="88" y="162"/>
                  <a:pt x="88" y="162"/>
                  <a:pt x="88" y="162"/>
                </a:cubicBezTo>
                <a:cubicBezTo>
                  <a:pt x="29" y="162"/>
                  <a:pt x="29" y="162"/>
                  <a:pt x="29" y="162"/>
                </a:cubicBezTo>
                <a:cubicBezTo>
                  <a:pt x="15" y="162"/>
                  <a:pt x="0" y="177"/>
                  <a:pt x="0" y="206"/>
                </a:cubicBezTo>
                <a:cubicBezTo>
                  <a:pt x="0" y="353"/>
                  <a:pt x="0" y="353"/>
                  <a:pt x="0" y="353"/>
                </a:cubicBezTo>
                <a:cubicBezTo>
                  <a:pt x="0" y="383"/>
                  <a:pt x="15" y="397"/>
                  <a:pt x="29" y="397"/>
                </a:cubicBezTo>
                <a:cubicBezTo>
                  <a:pt x="88" y="397"/>
                  <a:pt x="88" y="397"/>
                  <a:pt x="88" y="397"/>
                </a:cubicBezTo>
                <a:cubicBezTo>
                  <a:pt x="265" y="515"/>
                  <a:pt x="265" y="515"/>
                  <a:pt x="265" y="515"/>
                </a:cubicBezTo>
                <a:cubicBezTo>
                  <a:pt x="294" y="515"/>
                  <a:pt x="309" y="501"/>
                  <a:pt x="309" y="471"/>
                </a:cubicBezTo>
                <a:cubicBezTo>
                  <a:pt x="309" y="88"/>
                  <a:pt x="309" y="88"/>
                  <a:pt x="309" y="88"/>
                </a:cubicBezTo>
                <a:cubicBezTo>
                  <a:pt x="309" y="59"/>
                  <a:pt x="294" y="44"/>
                  <a:pt x="265" y="44"/>
                </a:cubicBezTo>
                <a:close/>
                <a:moveTo>
                  <a:pt x="88" y="339"/>
                </a:moveTo>
                <a:lnTo>
                  <a:pt x="88" y="339"/>
                </a:lnTo>
                <a:cubicBezTo>
                  <a:pt x="88" y="353"/>
                  <a:pt x="88" y="353"/>
                  <a:pt x="73" y="353"/>
                </a:cubicBezTo>
                <a:cubicBezTo>
                  <a:pt x="59" y="353"/>
                  <a:pt x="59" y="353"/>
                  <a:pt x="59" y="353"/>
                </a:cubicBezTo>
                <a:cubicBezTo>
                  <a:pt x="44" y="353"/>
                  <a:pt x="29" y="353"/>
                  <a:pt x="29" y="339"/>
                </a:cubicBezTo>
                <a:cubicBezTo>
                  <a:pt x="29" y="221"/>
                  <a:pt x="29" y="221"/>
                  <a:pt x="29" y="221"/>
                </a:cubicBezTo>
                <a:cubicBezTo>
                  <a:pt x="29" y="206"/>
                  <a:pt x="44" y="206"/>
                  <a:pt x="59" y="206"/>
                </a:cubicBezTo>
                <a:cubicBezTo>
                  <a:pt x="73" y="206"/>
                  <a:pt x="73" y="206"/>
                  <a:pt x="73" y="206"/>
                </a:cubicBezTo>
                <a:cubicBezTo>
                  <a:pt x="88" y="206"/>
                  <a:pt x="88" y="206"/>
                  <a:pt x="88" y="221"/>
                </a:cubicBezTo>
                <a:lnTo>
                  <a:pt x="88" y="339"/>
                </a:lnTo>
                <a:close/>
                <a:moveTo>
                  <a:pt x="265" y="471"/>
                </a:moveTo>
                <a:lnTo>
                  <a:pt x="265" y="471"/>
                </a:lnTo>
                <a:cubicBezTo>
                  <a:pt x="132" y="383"/>
                  <a:pt x="132" y="383"/>
                  <a:pt x="132" y="383"/>
                </a:cubicBezTo>
                <a:cubicBezTo>
                  <a:pt x="132" y="353"/>
                  <a:pt x="132" y="192"/>
                  <a:pt x="132" y="162"/>
                </a:cubicBezTo>
                <a:cubicBezTo>
                  <a:pt x="265" y="88"/>
                  <a:pt x="265" y="88"/>
                  <a:pt x="265" y="88"/>
                </a:cubicBezTo>
                <a:cubicBezTo>
                  <a:pt x="265" y="103"/>
                  <a:pt x="265" y="456"/>
                  <a:pt x="265" y="4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0" name="Freeform 129"/>
          <p:cNvSpPr/>
          <p:nvPr/>
        </p:nvSpPr>
        <p:spPr>
          <a:xfrm>
            <a:off x="1138320" y="2247840"/>
            <a:ext cx="217440" cy="203400"/>
          </a:xfrm>
          <a:custGeom>
            <a:avLst/>
            <a:gdLst/>
            <a:ahLst/>
            <a:rect l="l" t="t" r="r" b="b"/>
            <a:pathLst>
              <a:path w="502" h="472">
                <a:moveTo>
                  <a:pt x="280" y="0"/>
                </a:moveTo>
                <a:lnTo>
                  <a:pt x="280" y="0"/>
                </a:lnTo>
                <a:cubicBezTo>
                  <a:pt x="103" y="118"/>
                  <a:pt x="103" y="118"/>
                  <a:pt x="103" y="118"/>
                </a:cubicBezTo>
                <a:cubicBezTo>
                  <a:pt x="44" y="118"/>
                  <a:pt x="44" y="118"/>
                  <a:pt x="44" y="118"/>
                </a:cubicBezTo>
                <a:cubicBezTo>
                  <a:pt x="30" y="118"/>
                  <a:pt x="0" y="133"/>
                  <a:pt x="0" y="162"/>
                </a:cubicBezTo>
                <a:cubicBezTo>
                  <a:pt x="0" y="309"/>
                  <a:pt x="0" y="309"/>
                  <a:pt x="0" y="309"/>
                </a:cubicBezTo>
                <a:cubicBezTo>
                  <a:pt x="0" y="339"/>
                  <a:pt x="30" y="353"/>
                  <a:pt x="44" y="353"/>
                </a:cubicBezTo>
                <a:cubicBezTo>
                  <a:pt x="103" y="353"/>
                  <a:pt x="103" y="353"/>
                  <a:pt x="103" y="353"/>
                </a:cubicBezTo>
                <a:cubicBezTo>
                  <a:pt x="280" y="471"/>
                  <a:pt x="280" y="471"/>
                  <a:pt x="280" y="471"/>
                </a:cubicBezTo>
                <a:cubicBezTo>
                  <a:pt x="295" y="471"/>
                  <a:pt x="324" y="457"/>
                  <a:pt x="324" y="427"/>
                </a:cubicBezTo>
                <a:cubicBezTo>
                  <a:pt x="324" y="44"/>
                  <a:pt x="324" y="44"/>
                  <a:pt x="324" y="44"/>
                </a:cubicBezTo>
                <a:cubicBezTo>
                  <a:pt x="324" y="15"/>
                  <a:pt x="295" y="0"/>
                  <a:pt x="280" y="0"/>
                </a:cubicBezTo>
                <a:close/>
                <a:moveTo>
                  <a:pt x="103" y="295"/>
                </a:moveTo>
                <a:lnTo>
                  <a:pt x="103" y="295"/>
                </a:lnTo>
                <a:cubicBezTo>
                  <a:pt x="103" y="309"/>
                  <a:pt x="89" y="309"/>
                  <a:pt x="89" y="309"/>
                </a:cubicBezTo>
                <a:cubicBezTo>
                  <a:pt x="59" y="309"/>
                  <a:pt x="59" y="309"/>
                  <a:pt x="59" y="309"/>
                </a:cubicBezTo>
                <a:cubicBezTo>
                  <a:pt x="59" y="309"/>
                  <a:pt x="44" y="309"/>
                  <a:pt x="44" y="295"/>
                </a:cubicBezTo>
                <a:cubicBezTo>
                  <a:pt x="44" y="177"/>
                  <a:pt x="44" y="177"/>
                  <a:pt x="44" y="177"/>
                </a:cubicBezTo>
                <a:cubicBezTo>
                  <a:pt x="44" y="162"/>
                  <a:pt x="59" y="162"/>
                  <a:pt x="59" y="162"/>
                </a:cubicBezTo>
                <a:cubicBezTo>
                  <a:pt x="89" y="162"/>
                  <a:pt x="89" y="162"/>
                  <a:pt x="89" y="162"/>
                </a:cubicBezTo>
                <a:cubicBezTo>
                  <a:pt x="89" y="162"/>
                  <a:pt x="103" y="162"/>
                  <a:pt x="103" y="177"/>
                </a:cubicBezTo>
                <a:lnTo>
                  <a:pt x="103" y="295"/>
                </a:lnTo>
                <a:close/>
                <a:moveTo>
                  <a:pt x="280" y="427"/>
                </a:moveTo>
                <a:lnTo>
                  <a:pt x="280" y="427"/>
                </a:lnTo>
                <a:cubicBezTo>
                  <a:pt x="148" y="339"/>
                  <a:pt x="148" y="339"/>
                  <a:pt x="148" y="339"/>
                </a:cubicBezTo>
                <a:cubicBezTo>
                  <a:pt x="148" y="309"/>
                  <a:pt x="148" y="148"/>
                  <a:pt x="148" y="118"/>
                </a:cubicBezTo>
                <a:cubicBezTo>
                  <a:pt x="280" y="44"/>
                  <a:pt x="280" y="44"/>
                  <a:pt x="280" y="44"/>
                </a:cubicBezTo>
                <a:cubicBezTo>
                  <a:pt x="280" y="59"/>
                  <a:pt x="280" y="412"/>
                  <a:pt x="280" y="427"/>
                </a:cubicBezTo>
                <a:close/>
                <a:moveTo>
                  <a:pt x="383" y="103"/>
                </a:moveTo>
                <a:lnTo>
                  <a:pt x="383" y="103"/>
                </a:lnTo>
                <a:cubicBezTo>
                  <a:pt x="383" y="133"/>
                  <a:pt x="383" y="133"/>
                  <a:pt x="383" y="133"/>
                </a:cubicBezTo>
                <a:cubicBezTo>
                  <a:pt x="427" y="148"/>
                  <a:pt x="457" y="191"/>
                  <a:pt x="457" y="236"/>
                </a:cubicBezTo>
                <a:cubicBezTo>
                  <a:pt x="457" y="280"/>
                  <a:pt x="427" y="324"/>
                  <a:pt x="383" y="339"/>
                </a:cubicBezTo>
                <a:cubicBezTo>
                  <a:pt x="383" y="368"/>
                  <a:pt x="383" y="368"/>
                  <a:pt x="383" y="368"/>
                </a:cubicBezTo>
                <a:cubicBezTo>
                  <a:pt x="442" y="368"/>
                  <a:pt x="501" y="309"/>
                  <a:pt x="501" y="236"/>
                </a:cubicBezTo>
                <a:cubicBezTo>
                  <a:pt x="501" y="162"/>
                  <a:pt x="442" y="103"/>
                  <a:pt x="383" y="10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1" name="Freeform 130"/>
          <p:cNvSpPr/>
          <p:nvPr/>
        </p:nvSpPr>
        <p:spPr>
          <a:xfrm>
            <a:off x="731880" y="2247840"/>
            <a:ext cx="141120" cy="203400"/>
          </a:xfrm>
          <a:custGeom>
            <a:avLst/>
            <a:gdLst/>
            <a:ahLst/>
            <a:rect l="l" t="t" r="r" b="b"/>
            <a:pathLst>
              <a:path w="325" h="472">
                <a:moveTo>
                  <a:pt x="280" y="0"/>
                </a:moveTo>
                <a:lnTo>
                  <a:pt x="280" y="0"/>
                </a:lnTo>
                <a:cubicBezTo>
                  <a:pt x="103" y="118"/>
                  <a:pt x="103" y="118"/>
                  <a:pt x="103" y="118"/>
                </a:cubicBezTo>
                <a:cubicBezTo>
                  <a:pt x="44" y="118"/>
                  <a:pt x="44" y="118"/>
                  <a:pt x="44" y="118"/>
                </a:cubicBezTo>
                <a:cubicBezTo>
                  <a:pt x="30" y="118"/>
                  <a:pt x="0" y="133"/>
                  <a:pt x="0" y="162"/>
                </a:cubicBezTo>
                <a:cubicBezTo>
                  <a:pt x="0" y="309"/>
                  <a:pt x="0" y="309"/>
                  <a:pt x="0" y="309"/>
                </a:cubicBezTo>
                <a:cubicBezTo>
                  <a:pt x="0" y="339"/>
                  <a:pt x="30" y="353"/>
                  <a:pt x="44" y="353"/>
                </a:cubicBezTo>
                <a:cubicBezTo>
                  <a:pt x="103" y="353"/>
                  <a:pt x="103" y="353"/>
                  <a:pt x="103" y="353"/>
                </a:cubicBezTo>
                <a:cubicBezTo>
                  <a:pt x="280" y="471"/>
                  <a:pt x="280" y="471"/>
                  <a:pt x="280" y="471"/>
                </a:cubicBezTo>
                <a:cubicBezTo>
                  <a:pt x="294" y="471"/>
                  <a:pt x="324" y="457"/>
                  <a:pt x="324" y="427"/>
                </a:cubicBezTo>
                <a:cubicBezTo>
                  <a:pt x="324" y="44"/>
                  <a:pt x="324" y="44"/>
                  <a:pt x="324" y="44"/>
                </a:cubicBezTo>
                <a:cubicBezTo>
                  <a:pt x="324" y="15"/>
                  <a:pt x="294" y="0"/>
                  <a:pt x="280" y="0"/>
                </a:cubicBezTo>
                <a:close/>
                <a:moveTo>
                  <a:pt x="103" y="295"/>
                </a:moveTo>
                <a:lnTo>
                  <a:pt x="103" y="295"/>
                </a:lnTo>
                <a:cubicBezTo>
                  <a:pt x="103" y="309"/>
                  <a:pt x="88" y="309"/>
                  <a:pt x="88" y="309"/>
                </a:cubicBezTo>
                <a:cubicBezTo>
                  <a:pt x="59" y="309"/>
                  <a:pt x="59" y="309"/>
                  <a:pt x="59" y="309"/>
                </a:cubicBezTo>
                <a:cubicBezTo>
                  <a:pt x="59" y="309"/>
                  <a:pt x="44" y="309"/>
                  <a:pt x="44" y="295"/>
                </a:cubicBezTo>
                <a:cubicBezTo>
                  <a:pt x="44" y="177"/>
                  <a:pt x="44" y="177"/>
                  <a:pt x="44" y="177"/>
                </a:cubicBezTo>
                <a:cubicBezTo>
                  <a:pt x="44" y="162"/>
                  <a:pt x="59" y="162"/>
                  <a:pt x="59" y="162"/>
                </a:cubicBezTo>
                <a:cubicBezTo>
                  <a:pt x="88" y="162"/>
                  <a:pt x="88" y="162"/>
                  <a:pt x="88" y="162"/>
                </a:cubicBezTo>
                <a:cubicBezTo>
                  <a:pt x="88" y="162"/>
                  <a:pt x="103" y="162"/>
                  <a:pt x="103" y="177"/>
                </a:cubicBezTo>
                <a:lnTo>
                  <a:pt x="103" y="295"/>
                </a:lnTo>
                <a:close/>
                <a:moveTo>
                  <a:pt x="280" y="427"/>
                </a:moveTo>
                <a:lnTo>
                  <a:pt x="280" y="427"/>
                </a:lnTo>
                <a:cubicBezTo>
                  <a:pt x="147" y="339"/>
                  <a:pt x="147" y="339"/>
                  <a:pt x="147" y="339"/>
                </a:cubicBezTo>
                <a:cubicBezTo>
                  <a:pt x="147" y="309"/>
                  <a:pt x="147" y="148"/>
                  <a:pt x="147" y="118"/>
                </a:cubicBezTo>
                <a:cubicBezTo>
                  <a:pt x="280" y="44"/>
                  <a:pt x="280" y="44"/>
                  <a:pt x="280" y="44"/>
                </a:cubicBezTo>
                <a:cubicBezTo>
                  <a:pt x="280" y="59"/>
                  <a:pt x="280" y="412"/>
                  <a:pt x="280" y="42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2" name="Freeform 131"/>
          <p:cNvSpPr/>
          <p:nvPr/>
        </p:nvSpPr>
        <p:spPr>
          <a:xfrm>
            <a:off x="266760" y="2214720"/>
            <a:ext cx="204840" cy="266400"/>
          </a:xfrm>
          <a:custGeom>
            <a:avLst/>
            <a:gdLst/>
            <a:ahLst/>
            <a:rect l="l" t="t" r="r" b="b"/>
            <a:pathLst>
              <a:path w="472" h="619">
                <a:moveTo>
                  <a:pt x="368" y="441"/>
                </a:moveTo>
                <a:lnTo>
                  <a:pt x="368" y="441"/>
                </a:lnTo>
                <a:cubicBezTo>
                  <a:pt x="368" y="368"/>
                  <a:pt x="309" y="309"/>
                  <a:pt x="236" y="309"/>
                </a:cubicBezTo>
                <a:cubicBezTo>
                  <a:pt x="162" y="309"/>
                  <a:pt x="104" y="368"/>
                  <a:pt x="104" y="441"/>
                </a:cubicBezTo>
                <a:cubicBezTo>
                  <a:pt x="104" y="515"/>
                  <a:pt x="162" y="589"/>
                  <a:pt x="236" y="589"/>
                </a:cubicBezTo>
                <a:cubicBezTo>
                  <a:pt x="309" y="589"/>
                  <a:pt x="368" y="515"/>
                  <a:pt x="368" y="441"/>
                </a:cubicBezTo>
                <a:close/>
                <a:moveTo>
                  <a:pt x="236" y="544"/>
                </a:moveTo>
                <a:lnTo>
                  <a:pt x="236" y="544"/>
                </a:lnTo>
                <a:cubicBezTo>
                  <a:pt x="177" y="544"/>
                  <a:pt x="133" y="500"/>
                  <a:pt x="133" y="441"/>
                </a:cubicBezTo>
                <a:cubicBezTo>
                  <a:pt x="133" y="397"/>
                  <a:pt x="177" y="353"/>
                  <a:pt x="236" y="353"/>
                </a:cubicBezTo>
                <a:cubicBezTo>
                  <a:pt x="295" y="353"/>
                  <a:pt x="339" y="397"/>
                  <a:pt x="339" y="441"/>
                </a:cubicBezTo>
                <a:cubicBezTo>
                  <a:pt x="339" y="500"/>
                  <a:pt x="295" y="544"/>
                  <a:pt x="236" y="544"/>
                </a:cubicBezTo>
                <a:close/>
                <a:moveTo>
                  <a:pt x="398" y="0"/>
                </a:moveTo>
                <a:lnTo>
                  <a:pt x="398" y="0"/>
                </a:lnTo>
                <a:cubicBezTo>
                  <a:pt x="74" y="0"/>
                  <a:pt x="74" y="0"/>
                  <a:pt x="74" y="0"/>
                </a:cubicBezTo>
                <a:cubicBezTo>
                  <a:pt x="30" y="0"/>
                  <a:pt x="0" y="29"/>
                  <a:pt x="0" y="73"/>
                </a:cubicBezTo>
                <a:cubicBezTo>
                  <a:pt x="0" y="544"/>
                  <a:pt x="0" y="544"/>
                  <a:pt x="0" y="544"/>
                </a:cubicBezTo>
                <a:cubicBezTo>
                  <a:pt x="0" y="589"/>
                  <a:pt x="30" y="618"/>
                  <a:pt x="74" y="618"/>
                </a:cubicBezTo>
                <a:cubicBezTo>
                  <a:pt x="398" y="618"/>
                  <a:pt x="398" y="618"/>
                  <a:pt x="398" y="618"/>
                </a:cubicBezTo>
                <a:cubicBezTo>
                  <a:pt x="442" y="618"/>
                  <a:pt x="471" y="589"/>
                  <a:pt x="471" y="544"/>
                </a:cubicBezTo>
                <a:cubicBezTo>
                  <a:pt x="471" y="73"/>
                  <a:pt x="471" y="73"/>
                  <a:pt x="471" y="73"/>
                </a:cubicBezTo>
                <a:cubicBezTo>
                  <a:pt x="471" y="29"/>
                  <a:pt x="442" y="0"/>
                  <a:pt x="398" y="0"/>
                </a:cubicBezTo>
                <a:close/>
                <a:moveTo>
                  <a:pt x="427" y="544"/>
                </a:moveTo>
                <a:lnTo>
                  <a:pt x="427" y="544"/>
                </a:lnTo>
                <a:cubicBezTo>
                  <a:pt x="427" y="559"/>
                  <a:pt x="413" y="589"/>
                  <a:pt x="398" y="589"/>
                </a:cubicBezTo>
                <a:cubicBezTo>
                  <a:pt x="236" y="589"/>
                  <a:pt x="236" y="589"/>
                  <a:pt x="236" y="589"/>
                </a:cubicBezTo>
                <a:cubicBezTo>
                  <a:pt x="74" y="589"/>
                  <a:pt x="74" y="589"/>
                  <a:pt x="74" y="589"/>
                </a:cubicBezTo>
                <a:cubicBezTo>
                  <a:pt x="59" y="589"/>
                  <a:pt x="45" y="559"/>
                  <a:pt x="45" y="544"/>
                </a:cubicBezTo>
                <a:cubicBezTo>
                  <a:pt x="45" y="73"/>
                  <a:pt x="45" y="73"/>
                  <a:pt x="45" y="73"/>
                </a:cubicBezTo>
                <a:cubicBezTo>
                  <a:pt x="45" y="59"/>
                  <a:pt x="59" y="29"/>
                  <a:pt x="74" y="29"/>
                </a:cubicBezTo>
                <a:cubicBezTo>
                  <a:pt x="398" y="29"/>
                  <a:pt x="398" y="29"/>
                  <a:pt x="398" y="29"/>
                </a:cubicBezTo>
                <a:cubicBezTo>
                  <a:pt x="413" y="29"/>
                  <a:pt x="427" y="59"/>
                  <a:pt x="427" y="73"/>
                </a:cubicBezTo>
                <a:lnTo>
                  <a:pt x="427" y="544"/>
                </a:lnTo>
                <a:close/>
                <a:moveTo>
                  <a:pt x="236" y="73"/>
                </a:moveTo>
                <a:lnTo>
                  <a:pt x="236" y="73"/>
                </a:lnTo>
                <a:cubicBezTo>
                  <a:pt x="177" y="73"/>
                  <a:pt x="133" y="117"/>
                  <a:pt x="133" y="176"/>
                </a:cubicBezTo>
                <a:cubicBezTo>
                  <a:pt x="133" y="221"/>
                  <a:pt x="177" y="264"/>
                  <a:pt x="236" y="264"/>
                </a:cubicBezTo>
                <a:cubicBezTo>
                  <a:pt x="295" y="264"/>
                  <a:pt x="339" y="221"/>
                  <a:pt x="339" y="176"/>
                </a:cubicBezTo>
                <a:cubicBezTo>
                  <a:pt x="339" y="117"/>
                  <a:pt x="295" y="73"/>
                  <a:pt x="236" y="73"/>
                </a:cubicBezTo>
                <a:close/>
                <a:moveTo>
                  <a:pt x="236" y="235"/>
                </a:moveTo>
                <a:lnTo>
                  <a:pt x="236" y="235"/>
                </a:lnTo>
                <a:cubicBezTo>
                  <a:pt x="207" y="235"/>
                  <a:pt x="177" y="206"/>
                  <a:pt x="177" y="176"/>
                </a:cubicBezTo>
                <a:cubicBezTo>
                  <a:pt x="177" y="132"/>
                  <a:pt x="207" y="117"/>
                  <a:pt x="236" y="117"/>
                </a:cubicBezTo>
                <a:cubicBezTo>
                  <a:pt x="266" y="117"/>
                  <a:pt x="295" y="132"/>
                  <a:pt x="295" y="176"/>
                </a:cubicBezTo>
                <a:cubicBezTo>
                  <a:pt x="295" y="206"/>
                  <a:pt x="266" y="235"/>
                  <a:pt x="236" y="23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3" name="Freeform 132"/>
          <p:cNvSpPr/>
          <p:nvPr/>
        </p:nvSpPr>
        <p:spPr>
          <a:xfrm>
            <a:off x="4206960" y="1770120"/>
            <a:ext cx="266760" cy="274680"/>
          </a:xfrm>
          <a:custGeom>
            <a:avLst/>
            <a:gdLst/>
            <a:ahLst/>
            <a:rect l="l" t="t" r="r" b="b"/>
            <a:pathLst>
              <a:path w="619" h="634">
                <a:moveTo>
                  <a:pt x="530" y="515"/>
                </a:moveTo>
                <a:lnTo>
                  <a:pt x="530" y="515"/>
                </a:lnTo>
                <a:cubicBezTo>
                  <a:pt x="515" y="515"/>
                  <a:pt x="500" y="530"/>
                  <a:pt x="500" y="530"/>
                </a:cubicBezTo>
                <a:cubicBezTo>
                  <a:pt x="500" y="545"/>
                  <a:pt x="515" y="560"/>
                  <a:pt x="530" y="560"/>
                </a:cubicBezTo>
                <a:cubicBezTo>
                  <a:pt x="530" y="560"/>
                  <a:pt x="545" y="545"/>
                  <a:pt x="545" y="530"/>
                </a:cubicBezTo>
                <a:lnTo>
                  <a:pt x="530" y="515"/>
                </a:lnTo>
                <a:close/>
                <a:moveTo>
                  <a:pt x="88" y="118"/>
                </a:moveTo>
                <a:lnTo>
                  <a:pt x="88" y="118"/>
                </a:lnTo>
                <a:cubicBezTo>
                  <a:pt x="103" y="118"/>
                  <a:pt x="118" y="118"/>
                  <a:pt x="118" y="103"/>
                </a:cubicBezTo>
                <a:cubicBezTo>
                  <a:pt x="118" y="88"/>
                  <a:pt x="103" y="88"/>
                  <a:pt x="88" y="88"/>
                </a:cubicBezTo>
                <a:cubicBezTo>
                  <a:pt x="88" y="88"/>
                  <a:pt x="74" y="88"/>
                  <a:pt x="74" y="103"/>
                </a:cubicBezTo>
                <a:cubicBezTo>
                  <a:pt x="74" y="118"/>
                  <a:pt x="88" y="118"/>
                  <a:pt x="88" y="118"/>
                </a:cubicBezTo>
                <a:close/>
                <a:moveTo>
                  <a:pt x="88" y="515"/>
                </a:moveTo>
                <a:lnTo>
                  <a:pt x="88" y="515"/>
                </a:lnTo>
                <a:lnTo>
                  <a:pt x="74" y="530"/>
                </a:lnTo>
                <a:cubicBezTo>
                  <a:pt x="74" y="545"/>
                  <a:pt x="88" y="560"/>
                  <a:pt x="88" y="560"/>
                </a:cubicBezTo>
                <a:cubicBezTo>
                  <a:pt x="103" y="560"/>
                  <a:pt x="118" y="545"/>
                  <a:pt x="118" y="530"/>
                </a:cubicBezTo>
                <a:cubicBezTo>
                  <a:pt x="118" y="530"/>
                  <a:pt x="103" y="515"/>
                  <a:pt x="88" y="515"/>
                </a:cubicBezTo>
                <a:close/>
                <a:moveTo>
                  <a:pt x="309" y="88"/>
                </a:moveTo>
                <a:lnTo>
                  <a:pt x="309" y="88"/>
                </a:lnTo>
                <a:cubicBezTo>
                  <a:pt x="177" y="88"/>
                  <a:pt x="74" y="192"/>
                  <a:pt x="74" y="324"/>
                </a:cubicBezTo>
                <a:cubicBezTo>
                  <a:pt x="74" y="456"/>
                  <a:pt x="177" y="560"/>
                  <a:pt x="309" y="560"/>
                </a:cubicBezTo>
                <a:cubicBezTo>
                  <a:pt x="441" y="560"/>
                  <a:pt x="545" y="456"/>
                  <a:pt x="545" y="324"/>
                </a:cubicBezTo>
                <a:cubicBezTo>
                  <a:pt x="545" y="192"/>
                  <a:pt x="441" y="88"/>
                  <a:pt x="309" y="88"/>
                </a:cubicBezTo>
                <a:close/>
                <a:moveTo>
                  <a:pt x="309" y="515"/>
                </a:moveTo>
                <a:lnTo>
                  <a:pt x="309" y="515"/>
                </a:lnTo>
                <a:cubicBezTo>
                  <a:pt x="206" y="515"/>
                  <a:pt x="118" y="427"/>
                  <a:pt x="118" y="324"/>
                </a:cubicBezTo>
                <a:cubicBezTo>
                  <a:pt x="118" y="206"/>
                  <a:pt x="206" y="118"/>
                  <a:pt x="309" y="118"/>
                </a:cubicBezTo>
                <a:cubicBezTo>
                  <a:pt x="412" y="118"/>
                  <a:pt x="500" y="206"/>
                  <a:pt x="500" y="324"/>
                </a:cubicBezTo>
                <a:cubicBezTo>
                  <a:pt x="500" y="427"/>
                  <a:pt x="412" y="515"/>
                  <a:pt x="309" y="515"/>
                </a:cubicBezTo>
                <a:close/>
                <a:moveTo>
                  <a:pt x="309" y="206"/>
                </a:moveTo>
                <a:lnTo>
                  <a:pt x="309" y="206"/>
                </a:lnTo>
                <a:cubicBezTo>
                  <a:pt x="250" y="206"/>
                  <a:pt x="191" y="251"/>
                  <a:pt x="191" y="324"/>
                </a:cubicBezTo>
                <a:cubicBezTo>
                  <a:pt x="191" y="383"/>
                  <a:pt x="250" y="442"/>
                  <a:pt x="309" y="442"/>
                </a:cubicBezTo>
                <a:cubicBezTo>
                  <a:pt x="368" y="442"/>
                  <a:pt x="427" y="383"/>
                  <a:pt x="427" y="324"/>
                </a:cubicBezTo>
                <a:cubicBezTo>
                  <a:pt x="427" y="251"/>
                  <a:pt x="368" y="206"/>
                  <a:pt x="309" y="206"/>
                </a:cubicBezTo>
                <a:close/>
                <a:moveTo>
                  <a:pt x="309" y="398"/>
                </a:moveTo>
                <a:lnTo>
                  <a:pt x="309" y="398"/>
                </a:lnTo>
                <a:cubicBezTo>
                  <a:pt x="265" y="398"/>
                  <a:pt x="236" y="368"/>
                  <a:pt x="236" y="324"/>
                </a:cubicBezTo>
                <a:cubicBezTo>
                  <a:pt x="236" y="280"/>
                  <a:pt x="265" y="235"/>
                  <a:pt x="309" y="235"/>
                </a:cubicBezTo>
                <a:cubicBezTo>
                  <a:pt x="353" y="235"/>
                  <a:pt x="383" y="280"/>
                  <a:pt x="383" y="324"/>
                </a:cubicBezTo>
                <a:cubicBezTo>
                  <a:pt x="383" y="368"/>
                  <a:pt x="353" y="398"/>
                  <a:pt x="309" y="398"/>
                </a:cubicBezTo>
                <a:close/>
                <a:moveTo>
                  <a:pt x="545" y="0"/>
                </a:moveTo>
                <a:lnTo>
                  <a:pt x="545" y="0"/>
                </a:lnTo>
                <a:cubicBezTo>
                  <a:pt x="74" y="0"/>
                  <a:pt x="74" y="0"/>
                  <a:pt x="74" y="0"/>
                </a:cubicBezTo>
                <a:cubicBezTo>
                  <a:pt x="29" y="0"/>
                  <a:pt x="0" y="44"/>
                  <a:pt x="0" y="88"/>
                </a:cubicBezTo>
                <a:cubicBezTo>
                  <a:pt x="0" y="560"/>
                  <a:pt x="0" y="560"/>
                  <a:pt x="0" y="560"/>
                </a:cubicBezTo>
                <a:cubicBezTo>
                  <a:pt x="0" y="604"/>
                  <a:pt x="29" y="633"/>
                  <a:pt x="74" y="633"/>
                </a:cubicBezTo>
                <a:cubicBezTo>
                  <a:pt x="545" y="633"/>
                  <a:pt x="545" y="633"/>
                  <a:pt x="545" y="633"/>
                </a:cubicBezTo>
                <a:cubicBezTo>
                  <a:pt x="589" y="633"/>
                  <a:pt x="618" y="604"/>
                  <a:pt x="618" y="560"/>
                </a:cubicBezTo>
                <a:cubicBezTo>
                  <a:pt x="618" y="88"/>
                  <a:pt x="618" y="88"/>
                  <a:pt x="618" y="88"/>
                </a:cubicBezTo>
                <a:cubicBezTo>
                  <a:pt x="618" y="44"/>
                  <a:pt x="589" y="0"/>
                  <a:pt x="545" y="0"/>
                </a:cubicBezTo>
                <a:close/>
                <a:moveTo>
                  <a:pt x="589" y="560"/>
                </a:moveTo>
                <a:lnTo>
                  <a:pt x="589" y="560"/>
                </a:lnTo>
                <a:cubicBezTo>
                  <a:pt x="589" y="574"/>
                  <a:pt x="559" y="589"/>
                  <a:pt x="545" y="589"/>
                </a:cubicBezTo>
                <a:cubicBezTo>
                  <a:pt x="74" y="589"/>
                  <a:pt x="74" y="589"/>
                  <a:pt x="74" y="589"/>
                </a:cubicBezTo>
                <a:cubicBezTo>
                  <a:pt x="59" y="589"/>
                  <a:pt x="29" y="574"/>
                  <a:pt x="29" y="560"/>
                </a:cubicBezTo>
                <a:cubicBezTo>
                  <a:pt x="29" y="88"/>
                  <a:pt x="29" y="88"/>
                  <a:pt x="29" y="88"/>
                </a:cubicBezTo>
                <a:cubicBezTo>
                  <a:pt x="29" y="59"/>
                  <a:pt x="59" y="44"/>
                  <a:pt x="74" y="44"/>
                </a:cubicBezTo>
                <a:cubicBezTo>
                  <a:pt x="545" y="44"/>
                  <a:pt x="545" y="44"/>
                  <a:pt x="545" y="44"/>
                </a:cubicBezTo>
                <a:cubicBezTo>
                  <a:pt x="559" y="44"/>
                  <a:pt x="589" y="59"/>
                  <a:pt x="589" y="88"/>
                </a:cubicBezTo>
                <a:lnTo>
                  <a:pt x="589" y="560"/>
                </a:lnTo>
                <a:close/>
                <a:moveTo>
                  <a:pt x="530" y="88"/>
                </a:moveTo>
                <a:lnTo>
                  <a:pt x="530" y="88"/>
                </a:lnTo>
                <a:cubicBezTo>
                  <a:pt x="515" y="88"/>
                  <a:pt x="500" y="88"/>
                  <a:pt x="500" y="103"/>
                </a:cubicBezTo>
                <a:cubicBezTo>
                  <a:pt x="500" y="118"/>
                  <a:pt x="515" y="118"/>
                  <a:pt x="530" y="118"/>
                </a:cubicBezTo>
                <a:cubicBezTo>
                  <a:pt x="530" y="118"/>
                  <a:pt x="545" y="118"/>
                  <a:pt x="545" y="103"/>
                </a:cubicBezTo>
                <a:cubicBezTo>
                  <a:pt x="545" y="88"/>
                  <a:pt x="530" y="88"/>
                  <a:pt x="530" y="8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4" name="Freeform 133"/>
          <p:cNvSpPr/>
          <p:nvPr/>
        </p:nvSpPr>
        <p:spPr>
          <a:xfrm>
            <a:off x="3807000" y="1770120"/>
            <a:ext cx="183960" cy="274680"/>
          </a:xfrm>
          <a:custGeom>
            <a:avLst/>
            <a:gdLst/>
            <a:ahLst/>
            <a:rect l="l" t="t" r="r" b="b"/>
            <a:pathLst>
              <a:path w="428" h="634">
                <a:moveTo>
                  <a:pt x="413" y="147"/>
                </a:moveTo>
                <a:lnTo>
                  <a:pt x="413" y="147"/>
                </a:lnTo>
                <a:cubicBezTo>
                  <a:pt x="383" y="59"/>
                  <a:pt x="309" y="0"/>
                  <a:pt x="221" y="0"/>
                </a:cubicBezTo>
                <a:cubicBezTo>
                  <a:pt x="118" y="0"/>
                  <a:pt x="45" y="59"/>
                  <a:pt x="30" y="147"/>
                </a:cubicBezTo>
                <a:cubicBezTo>
                  <a:pt x="15" y="147"/>
                  <a:pt x="0" y="162"/>
                  <a:pt x="0" y="177"/>
                </a:cubicBezTo>
                <a:cubicBezTo>
                  <a:pt x="0" y="221"/>
                  <a:pt x="0" y="221"/>
                  <a:pt x="0" y="221"/>
                </a:cubicBezTo>
                <a:cubicBezTo>
                  <a:pt x="0" y="235"/>
                  <a:pt x="15" y="265"/>
                  <a:pt x="45" y="265"/>
                </a:cubicBezTo>
                <a:lnTo>
                  <a:pt x="45" y="265"/>
                </a:lnTo>
                <a:cubicBezTo>
                  <a:pt x="59" y="280"/>
                  <a:pt x="74" y="309"/>
                  <a:pt x="104" y="324"/>
                </a:cubicBezTo>
                <a:cubicBezTo>
                  <a:pt x="133" y="589"/>
                  <a:pt x="133" y="589"/>
                  <a:pt x="133" y="589"/>
                </a:cubicBezTo>
                <a:cubicBezTo>
                  <a:pt x="133" y="618"/>
                  <a:pt x="163" y="633"/>
                  <a:pt x="177" y="633"/>
                </a:cubicBezTo>
                <a:cubicBezTo>
                  <a:pt x="251" y="633"/>
                  <a:pt x="251" y="633"/>
                  <a:pt x="251" y="633"/>
                </a:cubicBezTo>
                <a:cubicBezTo>
                  <a:pt x="280" y="633"/>
                  <a:pt x="295" y="618"/>
                  <a:pt x="295" y="589"/>
                </a:cubicBezTo>
                <a:cubicBezTo>
                  <a:pt x="339" y="324"/>
                  <a:pt x="339" y="324"/>
                  <a:pt x="339" y="324"/>
                </a:cubicBezTo>
                <a:cubicBezTo>
                  <a:pt x="354" y="309"/>
                  <a:pt x="383" y="280"/>
                  <a:pt x="398" y="265"/>
                </a:cubicBezTo>
                <a:lnTo>
                  <a:pt x="398" y="265"/>
                </a:lnTo>
                <a:cubicBezTo>
                  <a:pt x="413" y="265"/>
                  <a:pt x="427" y="235"/>
                  <a:pt x="427" y="221"/>
                </a:cubicBezTo>
                <a:cubicBezTo>
                  <a:pt x="427" y="177"/>
                  <a:pt x="427" y="177"/>
                  <a:pt x="427" y="177"/>
                </a:cubicBezTo>
                <a:cubicBezTo>
                  <a:pt x="427" y="162"/>
                  <a:pt x="427" y="147"/>
                  <a:pt x="413" y="147"/>
                </a:cubicBezTo>
                <a:close/>
                <a:moveTo>
                  <a:pt x="221" y="44"/>
                </a:moveTo>
                <a:lnTo>
                  <a:pt x="221" y="44"/>
                </a:lnTo>
                <a:cubicBezTo>
                  <a:pt x="280" y="44"/>
                  <a:pt x="354" y="88"/>
                  <a:pt x="368" y="147"/>
                </a:cubicBezTo>
                <a:cubicBezTo>
                  <a:pt x="59" y="147"/>
                  <a:pt x="59" y="147"/>
                  <a:pt x="59" y="147"/>
                </a:cubicBezTo>
                <a:cubicBezTo>
                  <a:pt x="89" y="88"/>
                  <a:pt x="148" y="44"/>
                  <a:pt x="221" y="44"/>
                </a:cubicBezTo>
                <a:close/>
                <a:moveTo>
                  <a:pt x="251" y="560"/>
                </a:moveTo>
                <a:lnTo>
                  <a:pt x="251" y="560"/>
                </a:lnTo>
                <a:cubicBezTo>
                  <a:pt x="251" y="574"/>
                  <a:pt x="251" y="589"/>
                  <a:pt x="236" y="589"/>
                </a:cubicBezTo>
                <a:cubicBezTo>
                  <a:pt x="192" y="589"/>
                  <a:pt x="192" y="589"/>
                  <a:pt x="192" y="589"/>
                </a:cubicBezTo>
                <a:cubicBezTo>
                  <a:pt x="177" y="589"/>
                  <a:pt x="177" y="574"/>
                  <a:pt x="177" y="560"/>
                </a:cubicBezTo>
                <a:cubicBezTo>
                  <a:pt x="133" y="339"/>
                  <a:pt x="133" y="339"/>
                  <a:pt x="133" y="339"/>
                </a:cubicBezTo>
                <a:cubicBezTo>
                  <a:pt x="163" y="353"/>
                  <a:pt x="192" y="353"/>
                  <a:pt x="221" y="353"/>
                </a:cubicBezTo>
                <a:cubicBezTo>
                  <a:pt x="251" y="353"/>
                  <a:pt x="266" y="353"/>
                  <a:pt x="295" y="339"/>
                </a:cubicBezTo>
                <a:lnTo>
                  <a:pt x="251" y="560"/>
                </a:lnTo>
                <a:close/>
                <a:moveTo>
                  <a:pt x="221" y="324"/>
                </a:moveTo>
                <a:lnTo>
                  <a:pt x="221" y="324"/>
                </a:lnTo>
                <a:cubicBezTo>
                  <a:pt x="163" y="324"/>
                  <a:pt x="118" y="294"/>
                  <a:pt x="89" y="265"/>
                </a:cubicBezTo>
                <a:cubicBezTo>
                  <a:pt x="339" y="265"/>
                  <a:pt x="339" y="265"/>
                  <a:pt x="339" y="265"/>
                </a:cubicBezTo>
                <a:cubicBezTo>
                  <a:pt x="309" y="294"/>
                  <a:pt x="266" y="324"/>
                  <a:pt x="221" y="324"/>
                </a:cubicBezTo>
                <a:close/>
                <a:moveTo>
                  <a:pt x="368" y="221"/>
                </a:moveTo>
                <a:lnTo>
                  <a:pt x="368" y="221"/>
                </a:lnTo>
                <a:cubicBezTo>
                  <a:pt x="59" y="221"/>
                  <a:pt x="59" y="221"/>
                  <a:pt x="59" y="221"/>
                </a:cubicBezTo>
                <a:cubicBezTo>
                  <a:pt x="45" y="221"/>
                  <a:pt x="45" y="206"/>
                  <a:pt x="45" y="206"/>
                </a:cubicBezTo>
                <a:cubicBezTo>
                  <a:pt x="45" y="192"/>
                  <a:pt x="45" y="177"/>
                  <a:pt x="59" y="177"/>
                </a:cubicBezTo>
                <a:cubicBezTo>
                  <a:pt x="368" y="177"/>
                  <a:pt x="368" y="177"/>
                  <a:pt x="368" y="177"/>
                </a:cubicBezTo>
                <a:cubicBezTo>
                  <a:pt x="383" y="177"/>
                  <a:pt x="398" y="192"/>
                  <a:pt x="398" y="206"/>
                </a:cubicBezTo>
                <a:cubicBezTo>
                  <a:pt x="398" y="206"/>
                  <a:pt x="383" y="221"/>
                  <a:pt x="368" y="22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5" name="Freeform 134"/>
          <p:cNvSpPr/>
          <p:nvPr/>
        </p:nvSpPr>
        <p:spPr>
          <a:xfrm>
            <a:off x="3322800" y="1770120"/>
            <a:ext cx="274320" cy="274680"/>
          </a:xfrm>
          <a:custGeom>
            <a:avLst/>
            <a:gdLst/>
            <a:ahLst/>
            <a:rect l="l" t="t" r="r" b="b"/>
            <a:pathLst>
              <a:path w="634" h="634">
                <a:moveTo>
                  <a:pt x="588" y="294"/>
                </a:moveTo>
                <a:lnTo>
                  <a:pt x="588" y="294"/>
                </a:lnTo>
                <a:cubicBezTo>
                  <a:pt x="588" y="280"/>
                  <a:pt x="588" y="280"/>
                  <a:pt x="588" y="265"/>
                </a:cubicBezTo>
                <a:cubicBezTo>
                  <a:pt x="588" y="118"/>
                  <a:pt x="471" y="0"/>
                  <a:pt x="309" y="0"/>
                </a:cubicBezTo>
                <a:cubicBezTo>
                  <a:pt x="162" y="0"/>
                  <a:pt x="44" y="118"/>
                  <a:pt x="44" y="265"/>
                </a:cubicBezTo>
                <a:cubicBezTo>
                  <a:pt x="44" y="280"/>
                  <a:pt x="44" y="280"/>
                  <a:pt x="44" y="294"/>
                </a:cubicBezTo>
                <a:cubicBezTo>
                  <a:pt x="14" y="309"/>
                  <a:pt x="0" y="324"/>
                  <a:pt x="0" y="353"/>
                </a:cubicBezTo>
                <a:cubicBezTo>
                  <a:pt x="0" y="471"/>
                  <a:pt x="0" y="471"/>
                  <a:pt x="0" y="471"/>
                </a:cubicBezTo>
                <a:cubicBezTo>
                  <a:pt x="0" y="515"/>
                  <a:pt x="29" y="560"/>
                  <a:pt x="73" y="560"/>
                </a:cubicBezTo>
                <a:lnTo>
                  <a:pt x="162" y="560"/>
                </a:lnTo>
                <a:cubicBezTo>
                  <a:pt x="206" y="560"/>
                  <a:pt x="235" y="515"/>
                  <a:pt x="235" y="471"/>
                </a:cubicBezTo>
                <a:cubicBezTo>
                  <a:pt x="235" y="353"/>
                  <a:pt x="235" y="353"/>
                  <a:pt x="235" y="353"/>
                </a:cubicBezTo>
                <a:cubicBezTo>
                  <a:pt x="235" y="309"/>
                  <a:pt x="206" y="280"/>
                  <a:pt x="162" y="280"/>
                </a:cubicBezTo>
                <a:cubicBezTo>
                  <a:pt x="162" y="280"/>
                  <a:pt x="88" y="280"/>
                  <a:pt x="73" y="280"/>
                </a:cubicBezTo>
                <a:cubicBezTo>
                  <a:pt x="73" y="147"/>
                  <a:pt x="176" y="44"/>
                  <a:pt x="309" y="44"/>
                </a:cubicBezTo>
                <a:cubicBezTo>
                  <a:pt x="442" y="44"/>
                  <a:pt x="544" y="133"/>
                  <a:pt x="544" y="280"/>
                </a:cubicBezTo>
                <a:lnTo>
                  <a:pt x="471" y="280"/>
                </a:lnTo>
                <a:cubicBezTo>
                  <a:pt x="426" y="280"/>
                  <a:pt x="397" y="309"/>
                  <a:pt x="397" y="353"/>
                </a:cubicBezTo>
                <a:cubicBezTo>
                  <a:pt x="397" y="471"/>
                  <a:pt x="397" y="471"/>
                  <a:pt x="397" y="471"/>
                </a:cubicBezTo>
                <a:cubicBezTo>
                  <a:pt x="397" y="515"/>
                  <a:pt x="426" y="560"/>
                  <a:pt x="471" y="560"/>
                </a:cubicBezTo>
                <a:lnTo>
                  <a:pt x="515" y="560"/>
                </a:lnTo>
                <a:cubicBezTo>
                  <a:pt x="515" y="618"/>
                  <a:pt x="515" y="618"/>
                  <a:pt x="515" y="618"/>
                </a:cubicBezTo>
                <a:cubicBezTo>
                  <a:pt x="515" y="618"/>
                  <a:pt x="515" y="633"/>
                  <a:pt x="530" y="633"/>
                </a:cubicBezTo>
                <a:cubicBezTo>
                  <a:pt x="544" y="633"/>
                  <a:pt x="544" y="618"/>
                  <a:pt x="544" y="618"/>
                </a:cubicBezTo>
                <a:cubicBezTo>
                  <a:pt x="544" y="560"/>
                  <a:pt x="544" y="560"/>
                  <a:pt x="544" y="560"/>
                </a:cubicBezTo>
                <a:cubicBezTo>
                  <a:pt x="588" y="560"/>
                  <a:pt x="633" y="515"/>
                  <a:pt x="633" y="471"/>
                </a:cubicBezTo>
                <a:cubicBezTo>
                  <a:pt x="633" y="353"/>
                  <a:pt x="633" y="353"/>
                  <a:pt x="633" y="353"/>
                </a:cubicBezTo>
                <a:cubicBezTo>
                  <a:pt x="633" y="324"/>
                  <a:pt x="618" y="309"/>
                  <a:pt x="588" y="294"/>
                </a:cubicBezTo>
                <a:close/>
                <a:moveTo>
                  <a:pt x="132" y="324"/>
                </a:moveTo>
                <a:lnTo>
                  <a:pt x="132" y="324"/>
                </a:lnTo>
                <a:cubicBezTo>
                  <a:pt x="162" y="324"/>
                  <a:pt x="162" y="324"/>
                  <a:pt x="162" y="324"/>
                </a:cubicBezTo>
                <a:cubicBezTo>
                  <a:pt x="176" y="324"/>
                  <a:pt x="191" y="339"/>
                  <a:pt x="191" y="353"/>
                </a:cubicBezTo>
                <a:cubicBezTo>
                  <a:pt x="191" y="471"/>
                  <a:pt x="191" y="471"/>
                  <a:pt x="191" y="471"/>
                </a:cubicBezTo>
                <a:cubicBezTo>
                  <a:pt x="191" y="501"/>
                  <a:pt x="176" y="515"/>
                  <a:pt x="162" y="515"/>
                </a:cubicBezTo>
                <a:cubicBezTo>
                  <a:pt x="147" y="515"/>
                  <a:pt x="147" y="515"/>
                  <a:pt x="147" y="515"/>
                </a:cubicBezTo>
                <a:cubicBezTo>
                  <a:pt x="132" y="486"/>
                  <a:pt x="117" y="442"/>
                  <a:pt x="117" y="412"/>
                </a:cubicBezTo>
                <a:cubicBezTo>
                  <a:pt x="117" y="383"/>
                  <a:pt x="117" y="353"/>
                  <a:pt x="132" y="324"/>
                </a:cubicBezTo>
                <a:close/>
                <a:moveTo>
                  <a:pt x="88" y="324"/>
                </a:moveTo>
                <a:lnTo>
                  <a:pt x="88" y="324"/>
                </a:lnTo>
                <a:cubicBezTo>
                  <a:pt x="88" y="353"/>
                  <a:pt x="73" y="383"/>
                  <a:pt x="73" y="412"/>
                </a:cubicBezTo>
                <a:cubicBezTo>
                  <a:pt x="73" y="442"/>
                  <a:pt x="88" y="486"/>
                  <a:pt x="103" y="515"/>
                </a:cubicBezTo>
                <a:cubicBezTo>
                  <a:pt x="73" y="515"/>
                  <a:pt x="73" y="515"/>
                  <a:pt x="73" y="515"/>
                </a:cubicBezTo>
                <a:cubicBezTo>
                  <a:pt x="59" y="515"/>
                  <a:pt x="44" y="501"/>
                  <a:pt x="44" y="471"/>
                </a:cubicBezTo>
                <a:cubicBezTo>
                  <a:pt x="44" y="353"/>
                  <a:pt x="44" y="353"/>
                  <a:pt x="44" y="353"/>
                </a:cubicBezTo>
                <a:cubicBezTo>
                  <a:pt x="44" y="339"/>
                  <a:pt x="59" y="324"/>
                  <a:pt x="73" y="324"/>
                </a:cubicBezTo>
                <a:lnTo>
                  <a:pt x="88" y="324"/>
                </a:lnTo>
                <a:close/>
                <a:moveTo>
                  <a:pt x="485" y="515"/>
                </a:moveTo>
                <a:lnTo>
                  <a:pt x="485" y="515"/>
                </a:lnTo>
                <a:cubicBezTo>
                  <a:pt x="471" y="515"/>
                  <a:pt x="471" y="515"/>
                  <a:pt x="471" y="515"/>
                </a:cubicBezTo>
                <a:cubicBezTo>
                  <a:pt x="456" y="515"/>
                  <a:pt x="426" y="501"/>
                  <a:pt x="426" y="471"/>
                </a:cubicBezTo>
                <a:cubicBezTo>
                  <a:pt x="426" y="353"/>
                  <a:pt x="426" y="353"/>
                  <a:pt x="426" y="353"/>
                </a:cubicBezTo>
                <a:cubicBezTo>
                  <a:pt x="426" y="339"/>
                  <a:pt x="456" y="324"/>
                  <a:pt x="471" y="324"/>
                </a:cubicBezTo>
                <a:cubicBezTo>
                  <a:pt x="500" y="324"/>
                  <a:pt x="500" y="324"/>
                  <a:pt x="500" y="324"/>
                </a:cubicBezTo>
                <a:cubicBezTo>
                  <a:pt x="500" y="353"/>
                  <a:pt x="515" y="383"/>
                  <a:pt x="515" y="412"/>
                </a:cubicBezTo>
                <a:cubicBezTo>
                  <a:pt x="515" y="442"/>
                  <a:pt x="500" y="486"/>
                  <a:pt x="485" y="515"/>
                </a:cubicBezTo>
                <a:close/>
                <a:moveTo>
                  <a:pt x="588" y="471"/>
                </a:moveTo>
                <a:lnTo>
                  <a:pt x="588" y="471"/>
                </a:lnTo>
                <a:cubicBezTo>
                  <a:pt x="588" y="501"/>
                  <a:pt x="574" y="515"/>
                  <a:pt x="544" y="515"/>
                </a:cubicBezTo>
                <a:cubicBezTo>
                  <a:pt x="530" y="515"/>
                  <a:pt x="530" y="515"/>
                  <a:pt x="530" y="515"/>
                </a:cubicBezTo>
                <a:cubicBezTo>
                  <a:pt x="544" y="486"/>
                  <a:pt x="544" y="442"/>
                  <a:pt x="544" y="412"/>
                </a:cubicBezTo>
                <a:cubicBezTo>
                  <a:pt x="544" y="383"/>
                  <a:pt x="544" y="353"/>
                  <a:pt x="530" y="324"/>
                </a:cubicBezTo>
                <a:cubicBezTo>
                  <a:pt x="544" y="324"/>
                  <a:pt x="544" y="324"/>
                  <a:pt x="544" y="324"/>
                </a:cubicBezTo>
                <a:cubicBezTo>
                  <a:pt x="574" y="324"/>
                  <a:pt x="588" y="339"/>
                  <a:pt x="588" y="353"/>
                </a:cubicBezTo>
                <a:lnTo>
                  <a:pt x="588" y="47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6" name="Freeform 135"/>
          <p:cNvSpPr/>
          <p:nvPr/>
        </p:nvSpPr>
        <p:spPr>
          <a:xfrm>
            <a:off x="2889360" y="1770120"/>
            <a:ext cx="255600" cy="274680"/>
          </a:xfrm>
          <a:custGeom>
            <a:avLst/>
            <a:gdLst/>
            <a:ahLst/>
            <a:rect l="l" t="t" r="r" b="b"/>
            <a:pathLst>
              <a:path w="589" h="634">
                <a:moveTo>
                  <a:pt x="456" y="353"/>
                </a:moveTo>
                <a:lnTo>
                  <a:pt x="456" y="353"/>
                </a:lnTo>
                <a:cubicBezTo>
                  <a:pt x="485" y="353"/>
                  <a:pt x="515" y="339"/>
                  <a:pt x="515" y="294"/>
                </a:cubicBezTo>
                <a:cubicBezTo>
                  <a:pt x="515" y="265"/>
                  <a:pt x="485" y="235"/>
                  <a:pt x="456" y="235"/>
                </a:cubicBezTo>
                <a:cubicBezTo>
                  <a:pt x="412" y="235"/>
                  <a:pt x="397" y="265"/>
                  <a:pt x="397" y="294"/>
                </a:cubicBezTo>
                <a:cubicBezTo>
                  <a:pt x="397" y="339"/>
                  <a:pt x="412" y="353"/>
                  <a:pt x="456" y="353"/>
                </a:cubicBezTo>
                <a:close/>
                <a:moveTo>
                  <a:pt x="426" y="280"/>
                </a:moveTo>
                <a:lnTo>
                  <a:pt x="426" y="280"/>
                </a:lnTo>
                <a:cubicBezTo>
                  <a:pt x="471" y="280"/>
                  <a:pt x="471" y="280"/>
                  <a:pt x="471" y="280"/>
                </a:cubicBezTo>
                <a:cubicBezTo>
                  <a:pt x="471" y="324"/>
                  <a:pt x="471" y="324"/>
                  <a:pt x="471" y="324"/>
                </a:cubicBezTo>
                <a:cubicBezTo>
                  <a:pt x="426" y="324"/>
                  <a:pt x="426" y="324"/>
                  <a:pt x="426" y="324"/>
                </a:cubicBezTo>
                <a:lnTo>
                  <a:pt x="426" y="280"/>
                </a:lnTo>
                <a:close/>
                <a:moveTo>
                  <a:pt x="456" y="515"/>
                </a:moveTo>
                <a:lnTo>
                  <a:pt x="456" y="515"/>
                </a:lnTo>
                <a:cubicBezTo>
                  <a:pt x="485" y="515"/>
                  <a:pt x="515" y="486"/>
                  <a:pt x="515" y="456"/>
                </a:cubicBezTo>
                <a:cubicBezTo>
                  <a:pt x="515" y="427"/>
                  <a:pt x="485" y="398"/>
                  <a:pt x="456" y="398"/>
                </a:cubicBezTo>
                <a:cubicBezTo>
                  <a:pt x="412" y="398"/>
                  <a:pt x="397" y="427"/>
                  <a:pt x="397" y="456"/>
                </a:cubicBezTo>
                <a:cubicBezTo>
                  <a:pt x="397" y="486"/>
                  <a:pt x="412" y="515"/>
                  <a:pt x="456" y="515"/>
                </a:cubicBezTo>
                <a:close/>
                <a:moveTo>
                  <a:pt x="426" y="442"/>
                </a:moveTo>
                <a:lnTo>
                  <a:pt x="426" y="442"/>
                </a:lnTo>
                <a:cubicBezTo>
                  <a:pt x="471" y="442"/>
                  <a:pt x="471" y="442"/>
                  <a:pt x="471" y="442"/>
                </a:cubicBezTo>
                <a:cubicBezTo>
                  <a:pt x="471" y="471"/>
                  <a:pt x="471" y="471"/>
                  <a:pt x="471" y="471"/>
                </a:cubicBezTo>
                <a:cubicBezTo>
                  <a:pt x="426" y="471"/>
                  <a:pt x="426" y="471"/>
                  <a:pt x="426" y="471"/>
                </a:cubicBezTo>
                <a:lnTo>
                  <a:pt x="426" y="442"/>
                </a:lnTo>
                <a:close/>
                <a:moveTo>
                  <a:pt x="515" y="0"/>
                </a:moveTo>
                <a:lnTo>
                  <a:pt x="515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44"/>
                  <a:pt x="0" y="88"/>
                </a:cubicBezTo>
                <a:cubicBezTo>
                  <a:pt x="0" y="560"/>
                  <a:pt x="0" y="560"/>
                  <a:pt x="0" y="560"/>
                </a:cubicBezTo>
                <a:cubicBezTo>
                  <a:pt x="0" y="604"/>
                  <a:pt x="29" y="633"/>
                  <a:pt x="73" y="633"/>
                </a:cubicBezTo>
                <a:cubicBezTo>
                  <a:pt x="515" y="633"/>
                  <a:pt x="515" y="633"/>
                  <a:pt x="515" y="633"/>
                </a:cubicBezTo>
                <a:cubicBezTo>
                  <a:pt x="559" y="633"/>
                  <a:pt x="588" y="604"/>
                  <a:pt x="588" y="560"/>
                </a:cubicBezTo>
                <a:cubicBezTo>
                  <a:pt x="588" y="88"/>
                  <a:pt x="588" y="88"/>
                  <a:pt x="588" y="88"/>
                </a:cubicBezTo>
                <a:cubicBezTo>
                  <a:pt x="588" y="44"/>
                  <a:pt x="559" y="0"/>
                  <a:pt x="515" y="0"/>
                </a:cubicBezTo>
                <a:close/>
                <a:moveTo>
                  <a:pt x="544" y="560"/>
                </a:moveTo>
                <a:lnTo>
                  <a:pt x="544" y="560"/>
                </a:lnTo>
                <a:cubicBezTo>
                  <a:pt x="544" y="574"/>
                  <a:pt x="530" y="589"/>
                  <a:pt x="515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8" y="589"/>
                  <a:pt x="44" y="574"/>
                  <a:pt x="44" y="560"/>
                </a:cubicBezTo>
                <a:cubicBezTo>
                  <a:pt x="44" y="162"/>
                  <a:pt x="44" y="162"/>
                  <a:pt x="44" y="162"/>
                </a:cubicBezTo>
                <a:cubicBezTo>
                  <a:pt x="544" y="162"/>
                  <a:pt x="544" y="162"/>
                  <a:pt x="544" y="162"/>
                </a:cubicBezTo>
                <a:lnTo>
                  <a:pt x="544" y="560"/>
                </a:lnTo>
                <a:close/>
                <a:moveTo>
                  <a:pt x="544" y="118"/>
                </a:moveTo>
                <a:lnTo>
                  <a:pt x="544" y="118"/>
                </a:lnTo>
                <a:cubicBezTo>
                  <a:pt x="44" y="118"/>
                  <a:pt x="44" y="118"/>
                  <a:pt x="44" y="118"/>
                </a:cubicBezTo>
                <a:cubicBezTo>
                  <a:pt x="44" y="88"/>
                  <a:pt x="44" y="88"/>
                  <a:pt x="44" y="88"/>
                </a:cubicBezTo>
                <a:cubicBezTo>
                  <a:pt x="44" y="59"/>
                  <a:pt x="58" y="44"/>
                  <a:pt x="73" y="44"/>
                </a:cubicBezTo>
                <a:cubicBezTo>
                  <a:pt x="515" y="44"/>
                  <a:pt x="515" y="44"/>
                  <a:pt x="515" y="44"/>
                </a:cubicBezTo>
                <a:cubicBezTo>
                  <a:pt x="530" y="44"/>
                  <a:pt x="544" y="59"/>
                  <a:pt x="544" y="88"/>
                </a:cubicBezTo>
                <a:lnTo>
                  <a:pt x="544" y="118"/>
                </a:lnTo>
                <a:close/>
                <a:moveTo>
                  <a:pt x="294" y="353"/>
                </a:moveTo>
                <a:lnTo>
                  <a:pt x="294" y="353"/>
                </a:lnTo>
                <a:cubicBezTo>
                  <a:pt x="324" y="353"/>
                  <a:pt x="353" y="339"/>
                  <a:pt x="353" y="294"/>
                </a:cubicBezTo>
                <a:cubicBezTo>
                  <a:pt x="353" y="265"/>
                  <a:pt x="324" y="235"/>
                  <a:pt x="294" y="235"/>
                </a:cubicBezTo>
                <a:cubicBezTo>
                  <a:pt x="265" y="235"/>
                  <a:pt x="235" y="265"/>
                  <a:pt x="235" y="294"/>
                </a:cubicBezTo>
                <a:cubicBezTo>
                  <a:pt x="235" y="339"/>
                  <a:pt x="265" y="353"/>
                  <a:pt x="294" y="353"/>
                </a:cubicBezTo>
                <a:close/>
                <a:moveTo>
                  <a:pt x="279" y="280"/>
                </a:moveTo>
                <a:lnTo>
                  <a:pt x="279" y="280"/>
                </a:lnTo>
                <a:cubicBezTo>
                  <a:pt x="309" y="280"/>
                  <a:pt x="309" y="280"/>
                  <a:pt x="309" y="280"/>
                </a:cubicBezTo>
                <a:cubicBezTo>
                  <a:pt x="309" y="324"/>
                  <a:pt x="309" y="324"/>
                  <a:pt x="309" y="324"/>
                </a:cubicBezTo>
                <a:cubicBezTo>
                  <a:pt x="279" y="324"/>
                  <a:pt x="279" y="324"/>
                  <a:pt x="279" y="324"/>
                </a:cubicBezTo>
                <a:lnTo>
                  <a:pt x="279" y="280"/>
                </a:lnTo>
                <a:close/>
                <a:moveTo>
                  <a:pt x="132" y="353"/>
                </a:moveTo>
                <a:lnTo>
                  <a:pt x="132" y="353"/>
                </a:lnTo>
                <a:cubicBezTo>
                  <a:pt x="176" y="353"/>
                  <a:pt x="191" y="339"/>
                  <a:pt x="191" y="294"/>
                </a:cubicBezTo>
                <a:cubicBezTo>
                  <a:pt x="191" y="265"/>
                  <a:pt x="176" y="235"/>
                  <a:pt x="132" y="235"/>
                </a:cubicBezTo>
                <a:cubicBezTo>
                  <a:pt x="103" y="235"/>
                  <a:pt x="73" y="265"/>
                  <a:pt x="73" y="294"/>
                </a:cubicBezTo>
                <a:cubicBezTo>
                  <a:pt x="73" y="339"/>
                  <a:pt x="103" y="353"/>
                  <a:pt x="132" y="353"/>
                </a:cubicBezTo>
                <a:close/>
                <a:moveTo>
                  <a:pt x="117" y="280"/>
                </a:moveTo>
                <a:lnTo>
                  <a:pt x="117" y="280"/>
                </a:lnTo>
                <a:cubicBezTo>
                  <a:pt x="162" y="280"/>
                  <a:pt x="162" y="280"/>
                  <a:pt x="162" y="280"/>
                </a:cubicBezTo>
                <a:cubicBezTo>
                  <a:pt x="162" y="324"/>
                  <a:pt x="162" y="324"/>
                  <a:pt x="162" y="324"/>
                </a:cubicBezTo>
                <a:cubicBezTo>
                  <a:pt x="117" y="324"/>
                  <a:pt x="117" y="324"/>
                  <a:pt x="117" y="324"/>
                </a:cubicBezTo>
                <a:lnTo>
                  <a:pt x="117" y="280"/>
                </a:lnTo>
                <a:close/>
                <a:moveTo>
                  <a:pt x="294" y="515"/>
                </a:moveTo>
                <a:lnTo>
                  <a:pt x="294" y="515"/>
                </a:lnTo>
                <a:cubicBezTo>
                  <a:pt x="324" y="515"/>
                  <a:pt x="353" y="486"/>
                  <a:pt x="353" y="456"/>
                </a:cubicBezTo>
                <a:cubicBezTo>
                  <a:pt x="353" y="427"/>
                  <a:pt x="324" y="398"/>
                  <a:pt x="294" y="398"/>
                </a:cubicBezTo>
                <a:cubicBezTo>
                  <a:pt x="265" y="398"/>
                  <a:pt x="235" y="427"/>
                  <a:pt x="235" y="456"/>
                </a:cubicBezTo>
                <a:cubicBezTo>
                  <a:pt x="235" y="486"/>
                  <a:pt x="265" y="515"/>
                  <a:pt x="294" y="515"/>
                </a:cubicBezTo>
                <a:close/>
                <a:moveTo>
                  <a:pt x="279" y="442"/>
                </a:moveTo>
                <a:lnTo>
                  <a:pt x="279" y="442"/>
                </a:lnTo>
                <a:cubicBezTo>
                  <a:pt x="309" y="442"/>
                  <a:pt x="309" y="442"/>
                  <a:pt x="309" y="442"/>
                </a:cubicBezTo>
                <a:cubicBezTo>
                  <a:pt x="309" y="471"/>
                  <a:pt x="309" y="471"/>
                  <a:pt x="309" y="471"/>
                </a:cubicBezTo>
                <a:cubicBezTo>
                  <a:pt x="279" y="471"/>
                  <a:pt x="279" y="471"/>
                  <a:pt x="279" y="471"/>
                </a:cubicBezTo>
                <a:lnTo>
                  <a:pt x="279" y="442"/>
                </a:lnTo>
                <a:close/>
                <a:moveTo>
                  <a:pt x="132" y="515"/>
                </a:moveTo>
                <a:lnTo>
                  <a:pt x="132" y="515"/>
                </a:lnTo>
                <a:cubicBezTo>
                  <a:pt x="176" y="515"/>
                  <a:pt x="191" y="486"/>
                  <a:pt x="191" y="456"/>
                </a:cubicBezTo>
                <a:cubicBezTo>
                  <a:pt x="191" y="427"/>
                  <a:pt x="176" y="398"/>
                  <a:pt x="132" y="398"/>
                </a:cubicBezTo>
                <a:cubicBezTo>
                  <a:pt x="103" y="398"/>
                  <a:pt x="73" y="427"/>
                  <a:pt x="73" y="456"/>
                </a:cubicBezTo>
                <a:cubicBezTo>
                  <a:pt x="73" y="486"/>
                  <a:pt x="103" y="515"/>
                  <a:pt x="132" y="515"/>
                </a:cubicBezTo>
                <a:close/>
                <a:moveTo>
                  <a:pt x="117" y="442"/>
                </a:moveTo>
                <a:lnTo>
                  <a:pt x="117" y="442"/>
                </a:lnTo>
                <a:cubicBezTo>
                  <a:pt x="162" y="442"/>
                  <a:pt x="162" y="442"/>
                  <a:pt x="162" y="442"/>
                </a:cubicBezTo>
                <a:cubicBezTo>
                  <a:pt x="162" y="471"/>
                  <a:pt x="162" y="471"/>
                  <a:pt x="162" y="471"/>
                </a:cubicBezTo>
                <a:cubicBezTo>
                  <a:pt x="117" y="471"/>
                  <a:pt x="117" y="471"/>
                  <a:pt x="117" y="471"/>
                </a:cubicBezTo>
                <a:lnTo>
                  <a:pt x="117" y="44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7" name="Freeform 136"/>
          <p:cNvSpPr/>
          <p:nvPr/>
        </p:nvSpPr>
        <p:spPr>
          <a:xfrm>
            <a:off x="2436840" y="1770120"/>
            <a:ext cx="274680" cy="274680"/>
          </a:xfrm>
          <a:custGeom>
            <a:avLst/>
            <a:gdLst/>
            <a:ahLst/>
            <a:rect l="l" t="t" r="r" b="b"/>
            <a:pathLst>
              <a:path w="634" h="634">
                <a:moveTo>
                  <a:pt x="501" y="235"/>
                </a:moveTo>
                <a:lnTo>
                  <a:pt x="501" y="235"/>
                </a:lnTo>
                <a:cubicBezTo>
                  <a:pt x="457" y="235"/>
                  <a:pt x="442" y="265"/>
                  <a:pt x="442" y="294"/>
                </a:cubicBezTo>
                <a:cubicBezTo>
                  <a:pt x="442" y="339"/>
                  <a:pt x="457" y="353"/>
                  <a:pt x="501" y="353"/>
                </a:cubicBezTo>
                <a:cubicBezTo>
                  <a:pt x="530" y="353"/>
                  <a:pt x="560" y="339"/>
                  <a:pt x="560" y="294"/>
                </a:cubicBezTo>
                <a:cubicBezTo>
                  <a:pt x="560" y="265"/>
                  <a:pt x="530" y="235"/>
                  <a:pt x="501" y="235"/>
                </a:cubicBezTo>
                <a:close/>
                <a:moveTo>
                  <a:pt x="516" y="324"/>
                </a:moveTo>
                <a:lnTo>
                  <a:pt x="516" y="324"/>
                </a:lnTo>
                <a:cubicBezTo>
                  <a:pt x="471" y="324"/>
                  <a:pt x="471" y="324"/>
                  <a:pt x="471" y="324"/>
                </a:cubicBezTo>
                <a:cubicBezTo>
                  <a:pt x="471" y="280"/>
                  <a:pt x="471" y="280"/>
                  <a:pt x="471" y="280"/>
                </a:cubicBezTo>
                <a:cubicBezTo>
                  <a:pt x="516" y="280"/>
                  <a:pt x="516" y="280"/>
                  <a:pt x="516" y="280"/>
                </a:cubicBezTo>
                <a:lnTo>
                  <a:pt x="516" y="324"/>
                </a:lnTo>
                <a:close/>
                <a:moveTo>
                  <a:pt x="530" y="515"/>
                </a:moveTo>
                <a:lnTo>
                  <a:pt x="530" y="515"/>
                </a:lnTo>
                <a:cubicBezTo>
                  <a:pt x="457" y="515"/>
                  <a:pt x="457" y="515"/>
                  <a:pt x="457" y="515"/>
                </a:cubicBezTo>
                <a:cubicBezTo>
                  <a:pt x="442" y="515"/>
                  <a:pt x="442" y="530"/>
                  <a:pt x="442" y="530"/>
                </a:cubicBezTo>
                <a:cubicBezTo>
                  <a:pt x="442" y="545"/>
                  <a:pt x="442" y="560"/>
                  <a:pt x="457" y="560"/>
                </a:cubicBezTo>
                <a:cubicBezTo>
                  <a:pt x="530" y="560"/>
                  <a:pt x="530" y="560"/>
                  <a:pt x="530" y="560"/>
                </a:cubicBezTo>
                <a:cubicBezTo>
                  <a:pt x="545" y="560"/>
                  <a:pt x="560" y="545"/>
                  <a:pt x="560" y="530"/>
                </a:cubicBezTo>
                <a:cubicBezTo>
                  <a:pt x="560" y="530"/>
                  <a:pt x="545" y="515"/>
                  <a:pt x="530" y="515"/>
                </a:cubicBezTo>
                <a:close/>
                <a:moveTo>
                  <a:pt x="354" y="235"/>
                </a:moveTo>
                <a:lnTo>
                  <a:pt x="354" y="235"/>
                </a:lnTo>
                <a:cubicBezTo>
                  <a:pt x="118" y="235"/>
                  <a:pt x="118" y="235"/>
                  <a:pt x="118" y="235"/>
                </a:cubicBezTo>
                <a:cubicBezTo>
                  <a:pt x="103" y="235"/>
                  <a:pt x="89" y="265"/>
                  <a:pt x="89" y="280"/>
                </a:cubicBezTo>
                <a:cubicBezTo>
                  <a:pt x="89" y="515"/>
                  <a:pt x="89" y="515"/>
                  <a:pt x="89" y="515"/>
                </a:cubicBezTo>
                <a:cubicBezTo>
                  <a:pt x="89" y="530"/>
                  <a:pt x="103" y="560"/>
                  <a:pt x="118" y="560"/>
                </a:cubicBezTo>
                <a:cubicBezTo>
                  <a:pt x="354" y="560"/>
                  <a:pt x="354" y="560"/>
                  <a:pt x="354" y="560"/>
                </a:cubicBezTo>
                <a:cubicBezTo>
                  <a:pt x="383" y="560"/>
                  <a:pt x="398" y="530"/>
                  <a:pt x="398" y="515"/>
                </a:cubicBezTo>
                <a:cubicBezTo>
                  <a:pt x="398" y="280"/>
                  <a:pt x="398" y="280"/>
                  <a:pt x="398" y="280"/>
                </a:cubicBezTo>
                <a:cubicBezTo>
                  <a:pt x="398" y="265"/>
                  <a:pt x="383" y="235"/>
                  <a:pt x="354" y="235"/>
                </a:cubicBezTo>
                <a:close/>
                <a:moveTo>
                  <a:pt x="354" y="501"/>
                </a:moveTo>
                <a:lnTo>
                  <a:pt x="354" y="501"/>
                </a:lnTo>
                <a:cubicBezTo>
                  <a:pt x="354" y="501"/>
                  <a:pt x="354" y="515"/>
                  <a:pt x="339" y="515"/>
                </a:cubicBezTo>
                <a:cubicBezTo>
                  <a:pt x="148" y="515"/>
                  <a:pt x="148" y="515"/>
                  <a:pt x="148" y="515"/>
                </a:cubicBezTo>
                <a:cubicBezTo>
                  <a:pt x="133" y="515"/>
                  <a:pt x="118" y="501"/>
                  <a:pt x="118" y="501"/>
                </a:cubicBezTo>
                <a:cubicBezTo>
                  <a:pt x="118" y="294"/>
                  <a:pt x="118" y="294"/>
                  <a:pt x="118" y="294"/>
                </a:cubicBezTo>
                <a:cubicBezTo>
                  <a:pt x="118" y="294"/>
                  <a:pt x="133" y="280"/>
                  <a:pt x="148" y="280"/>
                </a:cubicBezTo>
                <a:cubicBezTo>
                  <a:pt x="339" y="280"/>
                  <a:pt x="339" y="280"/>
                  <a:pt x="339" y="280"/>
                </a:cubicBezTo>
                <a:cubicBezTo>
                  <a:pt x="354" y="280"/>
                  <a:pt x="354" y="294"/>
                  <a:pt x="354" y="294"/>
                </a:cubicBezTo>
                <a:lnTo>
                  <a:pt x="354" y="501"/>
                </a:lnTo>
                <a:close/>
                <a:moveTo>
                  <a:pt x="530" y="456"/>
                </a:moveTo>
                <a:lnTo>
                  <a:pt x="530" y="456"/>
                </a:lnTo>
                <a:cubicBezTo>
                  <a:pt x="457" y="456"/>
                  <a:pt x="457" y="456"/>
                  <a:pt x="457" y="456"/>
                </a:cubicBezTo>
                <a:cubicBezTo>
                  <a:pt x="442" y="456"/>
                  <a:pt x="442" y="471"/>
                  <a:pt x="442" y="471"/>
                </a:cubicBezTo>
                <a:cubicBezTo>
                  <a:pt x="442" y="486"/>
                  <a:pt x="442" y="501"/>
                  <a:pt x="457" y="501"/>
                </a:cubicBezTo>
                <a:cubicBezTo>
                  <a:pt x="530" y="501"/>
                  <a:pt x="530" y="501"/>
                  <a:pt x="530" y="501"/>
                </a:cubicBezTo>
                <a:cubicBezTo>
                  <a:pt x="545" y="501"/>
                  <a:pt x="560" y="486"/>
                  <a:pt x="560" y="471"/>
                </a:cubicBezTo>
                <a:cubicBezTo>
                  <a:pt x="560" y="471"/>
                  <a:pt x="545" y="456"/>
                  <a:pt x="530" y="456"/>
                </a:cubicBezTo>
                <a:close/>
                <a:moveTo>
                  <a:pt x="560" y="162"/>
                </a:moveTo>
                <a:lnTo>
                  <a:pt x="560" y="162"/>
                </a:lnTo>
                <a:cubicBezTo>
                  <a:pt x="369" y="162"/>
                  <a:pt x="369" y="162"/>
                  <a:pt x="369" y="162"/>
                </a:cubicBezTo>
                <a:cubicBezTo>
                  <a:pt x="545" y="44"/>
                  <a:pt x="545" y="44"/>
                  <a:pt x="545" y="44"/>
                </a:cubicBezTo>
                <a:cubicBezTo>
                  <a:pt x="560" y="44"/>
                  <a:pt x="560" y="30"/>
                  <a:pt x="545" y="15"/>
                </a:cubicBezTo>
                <a:cubicBezTo>
                  <a:pt x="545" y="0"/>
                  <a:pt x="530" y="0"/>
                  <a:pt x="530" y="15"/>
                </a:cubicBezTo>
                <a:cubicBezTo>
                  <a:pt x="530" y="15"/>
                  <a:pt x="339" y="133"/>
                  <a:pt x="324" y="147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03" y="0"/>
                  <a:pt x="89" y="0"/>
                  <a:pt x="89" y="15"/>
                </a:cubicBezTo>
                <a:cubicBezTo>
                  <a:pt x="89" y="30"/>
                  <a:pt x="89" y="44"/>
                  <a:pt x="89" y="44"/>
                </a:cubicBezTo>
                <a:cubicBezTo>
                  <a:pt x="265" y="162"/>
                  <a:pt x="265" y="162"/>
                  <a:pt x="265" y="162"/>
                </a:cubicBezTo>
                <a:cubicBezTo>
                  <a:pt x="89" y="162"/>
                  <a:pt x="89" y="162"/>
                  <a:pt x="89" y="162"/>
                </a:cubicBezTo>
                <a:cubicBezTo>
                  <a:pt x="45" y="162"/>
                  <a:pt x="0" y="192"/>
                  <a:pt x="0" y="235"/>
                </a:cubicBezTo>
                <a:cubicBezTo>
                  <a:pt x="0" y="560"/>
                  <a:pt x="0" y="560"/>
                  <a:pt x="0" y="560"/>
                </a:cubicBezTo>
                <a:cubicBezTo>
                  <a:pt x="0" y="604"/>
                  <a:pt x="45" y="633"/>
                  <a:pt x="89" y="633"/>
                </a:cubicBezTo>
                <a:cubicBezTo>
                  <a:pt x="560" y="633"/>
                  <a:pt x="560" y="633"/>
                  <a:pt x="560" y="633"/>
                </a:cubicBezTo>
                <a:cubicBezTo>
                  <a:pt x="604" y="633"/>
                  <a:pt x="633" y="604"/>
                  <a:pt x="633" y="560"/>
                </a:cubicBezTo>
                <a:cubicBezTo>
                  <a:pt x="633" y="235"/>
                  <a:pt x="633" y="235"/>
                  <a:pt x="633" y="235"/>
                </a:cubicBezTo>
                <a:cubicBezTo>
                  <a:pt x="633" y="192"/>
                  <a:pt x="604" y="162"/>
                  <a:pt x="560" y="162"/>
                </a:cubicBezTo>
                <a:close/>
                <a:moveTo>
                  <a:pt x="589" y="560"/>
                </a:moveTo>
                <a:lnTo>
                  <a:pt x="589" y="560"/>
                </a:lnTo>
                <a:cubicBezTo>
                  <a:pt x="589" y="574"/>
                  <a:pt x="575" y="589"/>
                  <a:pt x="560" y="589"/>
                </a:cubicBezTo>
                <a:cubicBezTo>
                  <a:pt x="89" y="589"/>
                  <a:pt x="89" y="589"/>
                  <a:pt x="89" y="589"/>
                </a:cubicBezTo>
                <a:cubicBezTo>
                  <a:pt x="59" y="589"/>
                  <a:pt x="45" y="574"/>
                  <a:pt x="45" y="560"/>
                </a:cubicBezTo>
                <a:cubicBezTo>
                  <a:pt x="45" y="235"/>
                  <a:pt x="45" y="235"/>
                  <a:pt x="45" y="235"/>
                </a:cubicBezTo>
                <a:cubicBezTo>
                  <a:pt x="45" y="221"/>
                  <a:pt x="59" y="206"/>
                  <a:pt x="89" y="206"/>
                </a:cubicBezTo>
                <a:cubicBezTo>
                  <a:pt x="560" y="206"/>
                  <a:pt x="560" y="206"/>
                  <a:pt x="560" y="206"/>
                </a:cubicBezTo>
                <a:cubicBezTo>
                  <a:pt x="575" y="206"/>
                  <a:pt x="589" y="221"/>
                  <a:pt x="589" y="235"/>
                </a:cubicBezTo>
                <a:lnTo>
                  <a:pt x="589" y="56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8" name="Freeform 137"/>
          <p:cNvSpPr/>
          <p:nvPr/>
        </p:nvSpPr>
        <p:spPr>
          <a:xfrm>
            <a:off x="1998720" y="1789200"/>
            <a:ext cx="274680" cy="236520"/>
          </a:xfrm>
          <a:custGeom>
            <a:avLst/>
            <a:gdLst/>
            <a:ahLst/>
            <a:rect l="l" t="t" r="r" b="b"/>
            <a:pathLst>
              <a:path w="634" h="546">
                <a:moveTo>
                  <a:pt x="221" y="236"/>
                </a:moveTo>
                <a:lnTo>
                  <a:pt x="221" y="236"/>
                </a:lnTo>
                <a:cubicBezTo>
                  <a:pt x="103" y="236"/>
                  <a:pt x="103" y="236"/>
                  <a:pt x="103" y="236"/>
                </a:cubicBezTo>
                <a:cubicBezTo>
                  <a:pt x="88" y="236"/>
                  <a:pt x="73" y="250"/>
                  <a:pt x="73" y="250"/>
                </a:cubicBezTo>
                <a:cubicBezTo>
                  <a:pt x="73" y="265"/>
                  <a:pt x="88" y="280"/>
                  <a:pt x="103" y="280"/>
                </a:cubicBezTo>
                <a:cubicBezTo>
                  <a:pt x="221" y="280"/>
                  <a:pt x="221" y="280"/>
                  <a:pt x="221" y="280"/>
                </a:cubicBezTo>
                <a:cubicBezTo>
                  <a:pt x="221" y="280"/>
                  <a:pt x="235" y="265"/>
                  <a:pt x="235" y="250"/>
                </a:cubicBezTo>
                <a:lnTo>
                  <a:pt x="221" y="236"/>
                </a:lnTo>
                <a:close/>
                <a:moveTo>
                  <a:pt x="221" y="398"/>
                </a:moveTo>
                <a:lnTo>
                  <a:pt x="221" y="398"/>
                </a:lnTo>
                <a:cubicBezTo>
                  <a:pt x="103" y="398"/>
                  <a:pt x="103" y="398"/>
                  <a:pt x="103" y="398"/>
                </a:cubicBezTo>
                <a:cubicBezTo>
                  <a:pt x="88" y="398"/>
                  <a:pt x="73" y="398"/>
                  <a:pt x="73" y="412"/>
                </a:cubicBezTo>
                <a:cubicBezTo>
                  <a:pt x="73" y="427"/>
                  <a:pt x="88" y="427"/>
                  <a:pt x="103" y="427"/>
                </a:cubicBezTo>
                <a:cubicBezTo>
                  <a:pt x="221" y="427"/>
                  <a:pt x="221" y="427"/>
                  <a:pt x="221" y="427"/>
                </a:cubicBezTo>
                <a:cubicBezTo>
                  <a:pt x="221" y="427"/>
                  <a:pt x="235" y="427"/>
                  <a:pt x="235" y="412"/>
                </a:cubicBezTo>
                <a:cubicBezTo>
                  <a:pt x="235" y="398"/>
                  <a:pt x="221" y="398"/>
                  <a:pt x="221" y="398"/>
                </a:cubicBezTo>
                <a:close/>
                <a:moveTo>
                  <a:pt x="221" y="309"/>
                </a:moveTo>
                <a:lnTo>
                  <a:pt x="221" y="309"/>
                </a:lnTo>
                <a:cubicBezTo>
                  <a:pt x="103" y="309"/>
                  <a:pt x="103" y="309"/>
                  <a:pt x="103" y="309"/>
                </a:cubicBezTo>
                <a:cubicBezTo>
                  <a:pt x="88" y="309"/>
                  <a:pt x="73" y="324"/>
                  <a:pt x="73" y="339"/>
                </a:cubicBezTo>
                <a:cubicBezTo>
                  <a:pt x="73" y="339"/>
                  <a:pt x="88" y="354"/>
                  <a:pt x="103" y="354"/>
                </a:cubicBezTo>
                <a:cubicBezTo>
                  <a:pt x="221" y="354"/>
                  <a:pt x="221" y="354"/>
                  <a:pt x="221" y="354"/>
                </a:cubicBezTo>
                <a:lnTo>
                  <a:pt x="235" y="339"/>
                </a:lnTo>
                <a:cubicBezTo>
                  <a:pt x="235" y="324"/>
                  <a:pt x="221" y="309"/>
                  <a:pt x="221" y="309"/>
                </a:cubicBezTo>
                <a:close/>
                <a:moveTo>
                  <a:pt x="412" y="221"/>
                </a:moveTo>
                <a:lnTo>
                  <a:pt x="412" y="221"/>
                </a:lnTo>
                <a:cubicBezTo>
                  <a:pt x="353" y="221"/>
                  <a:pt x="294" y="265"/>
                  <a:pt x="294" y="339"/>
                </a:cubicBezTo>
                <a:cubicBezTo>
                  <a:pt x="294" y="398"/>
                  <a:pt x="353" y="457"/>
                  <a:pt x="412" y="457"/>
                </a:cubicBezTo>
                <a:cubicBezTo>
                  <a:pt x="471" y="457"/>
                  <a:pt x="530" y="398"/>
                  <a:pt x="530" y="339"/>
                </a:cubicBezTo>
                <a:cubicBezTo>
                  <a:pt x="530" y="265"/>
                  <a:pt x="471" y="221"/>
                  <a:pt x="412" y="221"/>
                </a:cubicBezTo>
                <a:close/>
                <a:moveTo>
                  <a:pt x="412" y="412"/>
                </a:moveTo>
                <a:lnTo>
                  <a:pt x="412" y="412"/>
                </a:lnTo>
                <a:cubicBezTo>
                  <a:pt x="368" y="412"/>
                  <a:pt x="338" y="383"/>
                  <a:pt x="338" y="339"/>
                </a:cubicBezTo>
                <a:cubicBezTo>
                  <a:pt x="338" y="295"/>
                  <a:pt x="368" y="250"/>
                  <a:pt x="412" y="250"/>
                </a:cubicBezTo>
                <a:cubicBezTo>
                  <a:pt x="456" y="250"/>
                  <a:pt x="485" y="295"/>
                  <a:pt x="485" y="339"/>
                </a:cubicBezTo>
                <a:cubicBezTo>
                  <a:pt x="485" y="383"/>
                  <a:pt x="456" y="412"/>
                  <a:pt x="412" y="412"/>
                </a:cubicBezTo>
                <a:close/>
                <a:moveTo>
                  <a:pt x="544" y="118"/>
                </a:moveTo>
                <a:lnTo>
                  <a:pt x="544" y="118"/>
                </a:lnTo>
                <a:cubicBezTo>
                  <a:pt x="515" y="118"/>
                  <a:pt x="515" y="118"/>
                  <a:pt x="515" y="118"/>
                </a:cubicBezTo>
                <a:cubicBezTo>
                  <a:pt x="294" y="0"/>
                  <a:pt x="294" y="0"/>
                  <a:pt x="294" y="0"/>
                </a:cubicBezTo>
                <a:cubicBezTo>
                  <a:pt x="294" y="0"/>
                  <a:pt x="279" y="0"/>
                  <a:pt x="279" y="15"/>
                </a:cubicBezTo>
                <a:cubicBezTo>
                  <a:pt x="265" y="15"/>
                  <a:pt x="279" y="30"/>
                  <a:pt x="279" y="30"/>
                </a:cubicBezTo>
                <a:cubicBezTo>
                  <a:pt x="426" y="118"/>
                  <a:pt x="426" y="118"/>
                  <a:pt x="426" y="118"/>
                </a:cubicBezTo>
                <a:cubicBezTo>
                  <a:pt x="73" y="118"/>
                  <a:pt x="73" y="118"/>
                  <a:pt x="73" y="118"/>
                </a:cubicBezTo>
                <a:cubicBezTo>
                  <a:pt x="29" y="118"/>
                  <a:pt x="0" y="148"/>
                  <a:pt x="0" y="191"/>
                </a:cubicBezTo>
                <a:cubicBezTo>
                  <a:pt x="0" y="471"/>
                  <a:pt x="0" y="471"/>
                  <a:pt x="0" y="471"/>
                </a:cubicBezTo>
                <a:cubicBezTo>
                  <a:pt x="0" y="516"/>
                  <a:pt x="29" y="545"/>
                  <a:pt x="73" y="545"/>
                </a:cubicBezTo>
                <a:cubicBezTo>
                  <a:pt x="544" y="545"/>
                  <a:pt x="544" y="545"/>
                  <a:pt x="544" y="545"/>
                </a:cubicBezTo>
                <a:cubicBezTo>
                  <a:pt x="588" y="545"/>
                  <a:pt x="633" y="516"/>
                  <a:pt x="633" y="471"/>
                </a:cubicBezTo>
                <a:cubicBezTo>
                  <a:pt x="633" y="191"/>
                  <a:pt x="633" y="191"/>
                  <a:pt x="633" y="191"/>
                </a:cubicBezTo>
                <a:cubicBezTo>
                  <a:pt x="633" y="148"/>
                  <a:pt x="588" y="118"/>
                  <a:pt x="544" y="118"/>
                </a:cubicBezTo>
                <a:close/>
                <a:moveTo>
                  <a:pt x="588" y="471"/>
                </a:moveTo>
                <a:lnTo>
                  <a:pt x="588" y="471"/>
                </a:lnTo>
                <a:cubicBezTo>
                  <a:pt x="588" y="486"/>
                  <a:pt x="574" y="516"/>
                  <a:pt x="544" y="516"/>
                </a:cubicBezTo>
                <a:cubicBezTo>
                  <a:pt x="73" y="516"/>
                  <a:pt x="73" y="516"/>
                  <a:pt x="73" y="516"/>
                </a:cubicBezTo>
                <a:cubicBezTo>
                  <a:pt x="58" y="516"/>
                  <a:pt x="44" y="486"/>
                  <a:pt x="44" y="471"/>
                </a:cubicBezTo>
                <a:cubicBezTo>
                  <a:pt x="44" y="191"/>
                  <a:pt x="44" y="191"/>
                  <a:pt x="44" y="191"/>
                </a:cubicBezTo>
                <a:cubicBezTo>
                  <a:pt x="44" y="177"/>
                  <a:pt x="58" y="162"/>
                  <a:pt x="73" y="162"/>
                </a:cubicBezTo>
                <a:cubicBezTo>
                  <a:pt x="544" y="162"/>
                  <a:pt x="544" y="162"/>
                  <a:pt x="544" y="162"/>
                </a:cubicBezTo>
                <a:cubicBezTo>
                  <a:pt x="574" y="162"/>
                  <a:pt x="588" y="177"/>
                  <a:pt x="588" y="191"/>
                </a:cubicBezTo>
                <a:lnTo>
                  <a:pt x="588" y="47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9" name="Freeform 138"/>
          <p:cNvSpPr/>
          <p:nvPr/>
        </p:nvSpPr>
        <p:spPr>
          <a:xfrm>
            <a:off x="1590840" y="1781280"/>
            <a:ext cx="203040" cy="255600"/>
          </a:xfrm>
          <a:custGeom>
            <a:avLst/>
            <a:gdLst/>
            <a:ahLst/>
            <a:rect l="l" t="t" r="r" b="b"/>
            <a:pathLst>
              <a:path w="473" h="589">
                <a:moveTo>
                  <a:pt x="398" y="0"/>
                </a:moveTo>
                <a:lnTo>
                  <a:pt x="398" y="0"/>
                </a:lnTo>
                <a:cubicBezTo>
                  <a:pt x="74" y="0"/>
                  <a:pt x="74" y="0"/>
                  <a:pt x="74" y="0"/>
                </a:cubicBezTo>
                <a:cubicBezTo>
                  <a:pt x="30" y="0"/>
                  <a:pt x="0" y="29"/>
                  <a:pt x="0" y="73"/>
                </a:cubicBezTo>
                <a:cubicBezTo>
                  <a:pt x="0" y="588"/>
                  <a:pt x="0" y="588"/>
                  <a:pt x="0" y="588"/>
                </a:cubicBezTo>
                <a:cubicBezTo>
                  <a:pt x="45" y="588"/>
                  <a:pt x="30" y="588"/>
                  <a:pt x="74" y="588"/>
                </a:cubicBezTo>
                <a:cubicBezTo>
                  <a:pt x="398" y="588"/>
                  <a:pt x="398" y="588"/>
                  <a:pt x="398" y="588"/>
                </a:cubicBezTo>
                <a:cubicBezTo>
                  <a:pt x="442" y="588"/>
                  <a:pt x="413" y="588"/>
                  <a:pt x="472" y="588"/>
                </a:cubicBezTo>
                <a:cubicBezTo>
                  <a:pt x="472" y="73"/>
                  <a:pt x="472" y="73"/>
                  <a:pt x="472" y="73"/>
                </a:cubicBezTo>
                <a:cubicBezTo>
                  <a:pt x="472" y="29"/>
                  <a:pt x="442" y="0"/>
                  <a:pt x="398" y="0"/>
                </a:cubicBezTo>
                <a:close/>
                <a:moveTo>
                  <a:pt x="74" y="544"/>
                </a:moveTo>
                <a:lnTo>
                  <a:pt x="74" y="544"/>
                </a:lnTo>
                <a:cubicBezTo>
                  <a:pt x="45" y="544"/>
                  <a:pt x="45" y="544"/>
                  <a:pt x="45" y="544"/>
                </a:cubicBezTo>
                <a:cubicBezTo>
                  <a:pt x="45" y="500"/>
                  <a:pt x="45" y="500"/>
                  <a:pt x="45" y="500"/>
                </a:cubicBezTo>
                <a:cubicBezTo>
                  <a:pt x="74" y="500"/>
                  <a:pt x="74" y="500"/>
                  <a:pt x="74" y="500"/>
                </a:cubicBezTo>
                <a:lnTo>
                  <a:pt x="74" y="544"/>
                </a:lnTo>
                <a:close/>
                <a:moveTo>
                  <a:pt x="74" y="471"/>
                </a:moveTo>
                <a:lnTo>
                  <a:pt x="74" y="471"/>
                </a:lnTo>
                <a:cubicBezTo>
                  <a:pt x="45" y="471"/>
                  <a:pt x="45" y="471"/>
                  <a:pt x="45" y="471"/>
                </a:cubicBezTo>
                <a:cubicBezTo>
                  <a:pt x="45" y="426"/>
                  <a:pt x="45" y="426"/>
                  <a:pt x="45" y="426"/>
                </a:cubicBezTo>
                <a:cubicBezTo>
                  <a:pt x="74" y="426"/>
                  <a:pt x="74" y="426"/>
                  <a:pt x="74" y="426"/>
                </a:cubicBezTo>
                <a:lnTo>
                  <a:pt x="74" y="471"/>
                </a:lnTo>
                <a:close/>
                <a:moveTo>
                  <a:pt x="74" y="382"/>
                </a:moveTo>
                <a:lnTo>
                  <a:pt x="74" y="382"/>
                </a:lnTo>
                <a:cubicBezTo>
                  <a:pt x="45" y="382"/>
                  <a:pt x="45" y="382"/>
                  <a:pt x="45" y="382"/>
                </a:cubicBezTo>
                <a:cubicBezTo>
                  <a:pt x="45" y="353"/>
                  <a:pt x="45" y="353"/>
                  <a:pt x="45" y="353"/>
                </a:cubicBezTo>
                <a:cubicBezTo>
                  <a:pt x="74" y="353"/>
                  <a:pt x="74" y="353"/>
                  <a:pt x="74" y="353"/>
                </a:cubicBezTo>
                <a:lnTo>
                  <a:pt x="74" y="382"/>
                </a:lnTo>
                <a:close/>
                <a:moveTo>
                  <a:pt x="74" y="309"/>
                </a:moveTo>
                <a:lnTo>
                  <a:pt x="74" y="309"/>
                </a:lnTo>
                <a:cubicBezTo>
                  <a:pt x="45" y="309"/>
                  <a:pt x="45" y="309"/>
                  <a:pt x="45" y="309"/>
                </a:cubicBezTo>
                <a:cubicBezTo>
                  <a:pt x="45" y="264"/>
                  <a:pt x="45" y="264"/>
                  <a:pt x="45" y="264"/>
                </a:cubicBezTo>
                <a:cubicBezTo>
                  <a:pt x="74" y="264"/>
                  <a:pt x="74" y="264"/>
                  <a:pt x="74" y="264"/>
                </a:cubicBezTo>
                <a:lnTo>
                  <a:pt x="74" y="309"/>
                </a:lnTo>
                <a:close/>
                <a:moveTo>
                  <a:pt x="74" y="235"/>
                </a:moveTo>
                <a:lnTo>
                  <a:pt x="74" y="235"/>
                </a:lnTo>
                <a:cubicBezTo>
                  <a:pt x="45" y="235"/>
                  <a:pt x="45" y="235"/>
                  <a:pt x="45" y="235"/>
                </a:cubicBezTo>
                <a:cubicBezTo>
                  <a:pt x="45" y="191"/>
                  <a:pt x="45" y="191"/>
                  <a:pt x="45" y="191"/>
                </a:cubicBezTo>
                <a:cubicBezTo>
                  <a:pt x="74" y="191"/>
                  <a:pt x="74" y="191"/>
                  <a:pt x="74" y="191"/>
                </a:cubicBezTo>
                <a:lnTo>
                  <a:pt x="74" y="235"/>
                </a:lnTo>
                <a:close/>
                <a:moveTo>
                  <a:pt x="74" y="147"/>
                </a:moveTo>
                <a:lnTo>
                  <a:pt x="74" y="147"/>
                </a:lnTo>
                <a:cubicBezTo>
                  <a:pt x="45" y="147"/>
                  <a:pt x="45" y="147"/>
                  <a:pt x="45" y="147"/>
                </a:cubicBezTo>
                <a:cubicBezTo>
                  <a:pt x="45" y="117"/>
                  <a:pt x="45" y="117"/>
                  <a:pt x="45" y="117"/>
                </a:cubicBezTo>
                <a:cubicBezTo>
                  <a:pt x="74" y="117"/>
                  <a:pt x="74" y="117"/>
                  <a:pt x="74" y="117"/>
                </a:cubicBezTo>
                <a:lnTo>
                  <a:pt x="74" y="147"/>
                </a:lnTo>
                <a:close/>
                <a:moveTo>
                  <a:pt x="354" y="530"/>
                </a:moveTo>
                <a:lnTo>
                  <a:pt x="354" y="530"/>
                </a:lnTo>
                <a:lnTo>
                  <a:pt x="339" y="544"/>
                </a:lnTo>
                <a:cubicBezTo>
                  <a:pt x="133" y="544"/>
                  <a:pt x="133" y="544"/>
                  <a:pt x="133" y="544"/>
                </a:cubicBezTo>
                <a:lnTo>
                  <a:pt x="118" y="530"/>
                </a:lnTo>
                <a:cubicBezTo>
                  <a:pt x="118" y="323"/>
                  <a:pt x="118" y="323"/>
                  <a:pt x="118" y="323"/>
                </a:cubicBezTo>
                <a:lnTo>
                  <a:pt x="133" y="309"/>
                </a:lnTo>
                <a:cubicBezTo>
                  <a:pt x="339" y="309"/>
                  <a:pt x="339" y="309"/>
                  <a:pt x="339" y="309"/>
                </a:cubicBezTo>
                <a:lnTo>
                  <a:pt x="354" y="323"/>
                </a:lnTo>
                <a:lnTo>
                  <a:pt x="354" y="530"/>
                </a:lnTo>
                <a:close/>
                <a:moveTo>
                  <a:pt x="354" y="250"/>
                </a:moveTo>
                <a:lnTo>
                  <a:pt x="354" y="250"/>
                </a:lnTo>
                <a:cubicBezTo>
                  <a:pt x="354" y="264"/>
                  <a:pt x="339" y="264"/>
                  <a:pt x="339" y="264"/>
                </a:cubicBezTo>
                <a:cubicBezTo>
                  <a:pt x="133" y="264"/>
                  <a:pt x="133" y="264"/>
                  <a:pt x="133" y="264"/>
                </a:cubicBezTo>
                <a:cubicBezTo>
                  <a:pt x="133" y="264"/>
                  <a:pt x="118" y="264"/>
                  <a:pt x="118" y="250"/>
                </a:cubicBezTo>
                <a:cubicBezTo>
                  <a:pt x="118" y="58"/>
                  <a:pt x="118" y="58"/>
                  <a:pt x="118" y="58"/>
                </a:cubicBezTo>
                <a:cubicBezTo>
                  <a:pt x="118" y="44"/>
                  <a:pt x="133" y="29"/>
                  <a:pt x="133" y="29"/>
                </a:cubicBezTo>
                <a:cubicBezTo>
                  <a:pt x="339" y="29"/>
                  <a:pt x="339" y="29"/>
                  <a:pt x="339" y="29"/>
                </a:cubicBezTo>
                <a:cubicBezTo>
                  <a:pt x="339" y="29"/>
                  <a:pt x="354" y="44"/>
                  <a:pt x="354" y="58"/>
                </a:cubicBezTo>
                <a:lnTo>
                  <a:pt x="354" y="250"/>
                </a:lnTo>
                <a:close/>
                <a:moveTo>
                  <a:pt x="427" y="544"/>
                </a:moveTo>
                <a:lnTo>
                  <a:pt x="427" y="544"/>
                </a:lnTo>
                <a:cubicBezTo>
                  <a:pt x="398" y="544"/>
                  <a:pt x="398" y="544"/>
                  <a:pt x="398" y="544"/>
                </a:cubicBezTo>
                <a:cubicBezTo>
                  <a:pt x="398" y="500"/>
                  <a:pt x="398" y="500"/>
                  <a:pt x="398" y="500"/>
                </a:cubicBezTo>
                <a:cubicBezTo>
                  <a:pt x="427" y="500"/>
                  <a:pt x="427" y="500"/>
                  <a:pt x="427" y="500"/>
                </a:cubicBezTo>
                <a:lnTo>
                  <a:pt x="427" y="544"/>
                </a:lnTo>
                <a:close/>
                <a:moveTo>
                  <a:pt x="427" y="471"/>
                </a:moveTo>
                <a:lnTo>
                  <a:pt x="427" y="471"/>
                </a:lnTo>
                <a:cubicBezTo>
                  <a:pt x="398" y="471"/>
                  <a:pt x="398" y="471"/>
                  <a:pt x="398" y="471"/>
                </a:cubicBezTo>
                <a:cubicBezTo>
                  <a:pt x="398" y="426"/>
                  <a:pt x="398" y="426"/>
                  <a:pt x="398" y="426"/>
                </a:cubicBezTo>
                <a:cubicBezTo>
                  <a:pt x="427" y="426"/>
                  <a:pt x="427" y="426"/>
                  <a:pt x="427" y="426"/>
                </a:cubicBezTo>
                <a:lnTo>
                  <a:pt x="427" y="471"/>
                </a:lnTo>
                <a:close/>
                <a:moveTo>
                  <a:pt x="427" y="382"/>
                </a:moveTo>
                <a:lnTo>
                  <a:pt x="427" y="382"/>
                </a:lnTo>
                <a:cubicBezTo>
                  <a:pt x="398" y="382"/>
                  <a:pt x="398" y="382"/>
                  <a:pt x="398" y="382"/>
                </a:cubicBezTo>
                <a:cubicBezTo>
                  <a:pt x="398" y="353"/>
                  <a:pt x="398" y="353"/>
                  <a:pt x="398" y="353"/>
                </a:cubicBezTo>
                <a:cubicBezTo>
                  <a:pt x="427" y="353"/>
                  <a:pt x="427" y="353"/>
                  <a:pt x="427" y="353"/>
                </a:cubicBezTo>
                <a:lnTo>
                  <a:pt x="427" y="382"/>
                </a:lnTo>
                <a:close/>
                <a:moveTo>
                  <a:pt x="427" y="309"/>
                </a:moveTo>
                <a:lnTo>
                  <a:pt x="427" y="309"/>
                </a:lnTo>
                <a:cubicBezTo>
                  <a:pt x="398" y="309"/>
                  <a:pt x="398" y="309"/>
                  <a:pt x="398" y="309"/>
                </a:cubicBezTo>
                <a:cubicBezTo>
                  <a:pt x="398" y="264"/>
                  <a:pt x="398" y="264"/>
                  <a:pt x="398" y="264"/>
                </a:cubicBezTo>
                <a:cubicBezTo>
                  <a:pt x="427" y="264"/>
                  <a:pt x="427" y="264"/>
                  <a:pt x="427" y="264"/>
                </a:cubicBezTo>
                <a:lnTo>
                  <a:pt x="427" y="309"/>
                </a:lnTo>
                <a:close/>
                <a:moveTo>
                  <a:pt x="427" y="235"/>
                </a:moveTo>
                <a:lnTo>
                  <a:pt x="427" y="235"/>
                </a:lnTo>
                <a:cubicBezTo>
                  <a:pt x="398" y="235"/>
                  <a:pt x="398" y="235"/>
                  <a:pt x="398" y="235"/>
                </a:cubicBezTo>
                <a:cubicBezTo>
                  <a:pt x="398" y="191"/>
                  <a:pt x="398" y="191"/>
                  <a:pt x="398" y="191"/>
                </a:cubicBezTo>
                <a:cubicBezTo>
                  <a:pt x="427" y="191"/>
                  <a:pt x="427" y="191"/>
                  <a:pt x="427" y="191"/>
                </a:cubicBezTo>
                <a:lnTo>
                  <a:pt x="427" y="235"/>
                </a:lnTo>
                <a:close/>
                <a:moveTo>
                  <a:pt x="427" y="147"/>
                </a:moveTo>
                <a:lnTo>
                  <a:pt x="427" y="147"/>
                </a:lnTo>
                <a:cubicBezTo>
                  <a:pt x="398" y="147"/>
                  <a:pt x="398" y="147"/>
                  <a:pt x="398" y="147"/>
                </a:cubicBezTo>
                <a:cubicBezTo>
                  <a:pt x="398" y="117"/>
                  <a:pt x="398" y="117"/>
                  <a:pt x="398" y="117"/>
                </a:cubicBezTo>
                <a:cubicBezTo>
                  <a:pt x="427" y="117"/>
                  <a:pt x="427" y="117"/>
                  <a:pt x="427" y="117"/>
                </a:cubicBezTo>
                <a:lnTo>
                  <a:pt x="427" y="14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0" name="Freeform 139"/>
          <p:cNvSpPr/>
          <p:nvPr/>
        </p:nvSpPr>
        <p:spPr>
          <a:xfrm>
            <a:off x="1112760" y="1789200"/>
            <a:ext cx="274680" cy="236520"/>
          </a:xfrm>
          <a:custGeom>
            <a:avLst/>
            <a:gdLst/>
            <a:ahLst/>
            <a:rect l="l" t="t" r="r" b="b"/>
            <a:pathLst>
              <a:path w="634" h="546">
                <a:moveTo>
                  <a:pt x="589" y="236"/>
                </a:moveTo>
                <a:lnTo>
                  <a:pt x="589" y="236"/>
                </a:lnTo>
                <a:cubicBezTo>
                  <a:pt x="471" y="309"/>
                  <a:pt x="471" y="309"/>
                  <a:pt x="471" y="309"/>
                </a:cubicBezTo>
                <a:cubicBezTo>
                  <a:pt x="471" y="295"/>
                  <a:pt x="471" y="265"/>
                  <a:pt x="442" y="250"/>
                </a:cubicBezTo>
                <a:cubicBezTo>
                  <a:pt x="486" y="236"/>
                  <a:pt x="516" y="191"/>
                  <a:pt x="516" y="133"/>
                </a:cubicBezTo>
                <a:cubicBezTo>
                  <a:pt x="516" y="59"/>
                  <a:pt x="457" y="0"/>
                  <a:pt x="383" y="0"/>
                </a:cubicBezTo>
                <a:cubicBezTo>
                  <a:pt x="310" y="0"/>
                  <a:pt x="236" y="59"/>
                  <a:pt x="236" y="133"/>
                </a:cubicBezTo>
                <a:cubicBezTo>
                  <a:pt x="236" y="177"/>
                  <a:pt x="251" y="207"/>
                  <a:pt x="280" y="236"/>
                </a:cubicBezTo>
                <a:cubicBezTo>
                  <a:pt x="207" y="236"/>
                  <a:pt x="207" y="236"/>
                  <a:pt x="207" y="236"/>
                </a:cubicBezTo>
                <a:cubicBezTo>
                  <a:pt x="236" y="221"/>
                  <a:pt x="236" y="191"/>
                  <a:pt x="236" y="162"/>
                </a:cubicBezTo>
                <a:cubicBezTo>
                  <a:pt x="236" y="89"/>
                  <a:pt x="192" y="44"/>
                  <a:pt x="118" y="44"/>
                </a:cubicBezTo>
                <a:cubicBezTo>
                  <a:pt x="59" y="44"/>
                  <a:pt x="0" y="89"/>
                  <a:pt x="0" y="162"/>
                </a:cubicBezTo>
                <a:cubicBezTo>
                  <a:pt x="0" y="191"/>
                  <a:pt x="15" y="221"/>
                  <a:pt x="44" y="250"/>
                </a:cubicBezTo>
                <a:cubicBezTo>
                  <a:pt x="15" y="265"/>
                  <a:pt x="0" y="280"/>
                  <a:pt x="0" y="309"/>
                </a:cubicBezTo>
                <a:cubicBezTo>
                  <a:pt x="0" y="471"/>
                  <a:pt x="0" y="471"/>
                  <a:pt x="0" y="471"/>
                </a:cubicBezTo>
                <a:cubicBezTo>
                  <a:pt x="0" y="516"/>
                  <a:pt x="44" y="545"/>
                  <a:pt x="89" y="545"/>
                </a:cubicBezTo>
                <a:cubicBezTo>
                  <a:pt x="398" y="545"/>
                  <a:pt x="398" y="545"/>
                  <a:pt x="398" y="545"/>
                </a:cubicBezTo>
                <a:cubicBezTo>
                  <a:pt x="442" y="545"/>
                  <a:pt x="471" y="516"/>
                  <a:pt x="471" y="471"/>
                </a:cubicBezTo>
                <a:cubicBezTo>
                  <a:pt x="471" y="457"/>
                  <a:pt x="471" y="457"/>
                  <a:pt x="471" y="457"/>
                </a:cubicBezTo>
                <a:cubicBezTo>
                  <a:pt x="589" y="545"/>
                  <a:pt x="589" y="545"/>
                  <a:pt x="589" y="545"/>
                </a:cubicBezTo>
                <a:cubicBezTo>
                  <a:pt x="619" y="545"/>
                  <a:pt x="633" y="530"/>
                  <a:pt x="633" y="516"/>
                </a:cubicBezTo>
                <a:cubicBezTo>
                  <a:pt x="633" y="280"/>
                  <a:pt x="633" y="280"/>
                  <a:pt x="633" y="280"/>
                </a:cubicBezTo>
                <a:cubicBezTo>
                  <a:pt x="633" y="250"/>
                  <a:pt x="619" y="236"/>
                  <a:pt x="589" y="236"/>
                </a:cubicBezTo>
                <a:close/>
                <a:moveTo>
                  <a:pt x="44" y="162"/>
                </a:moveTo>
                <a:lnTo>
                  <a:pt x="44" y="162"/>
                </a:lnTo>
                <a:cubicBezTo>
                  <a:pt x="44" y="118"/>
                  <a:pt x="74" y="74"/>
                  <a:pt x="118" y="74"/>
                </a:cubicBezTo>
                <a:cubicBezTo>
                  <a:pt x="162" y="74"/>
                  <a:pt x="207" y="118"/>
                  <a:pt x="207" y="162"/>
                </a:cubicBezTo>
                <a:cubicBezTo>
                  <a:pt x="207" y="207"/>
                  <a:pt x="162" y="236"/>
                  <a:pt x="118" y="236"/>
                </a:cubicBezTo>
                <a:cubicBezTo>
                  <a:pt x="74" y="236"/>
                  <a:pt x="44" y="207"/>
                  <a:pt x="44" y="162"/>
                </a:cubicBezTo>
                <a:close/>
                <a:moveTo>
                  <a:pt x="442" y="471"/>
                </a:moveTo>
                <a:lnTo>
                  <a:pt x="442" y="471"/>
                </a:lnTo>
                <a:cubicBezTo>
                  <a:pt x="442" y="486"/>
                  <a:pt x="412" y="516"/>
                  <a:pt x="398" y="516"/>
                </a:cubicBezTo>
                <a:cubicBezTo>
                  <a:pt x="89" y="516"/>
                  <a:pt x="89" y="516"/>
                  <a:pt x="89" y="516"/>
                </a:cubicBezTo>
                <a:cubicBezTo>
                  <a:pt x="59" y="516"/>
                  <a:pt x="44" y="486"/>
                  <a:pt x="44" y="471"/>
                </a:cubicBezTo>
                <a:cubicBezTo>
                  <a:pt x="44" y="309"/>
                  <a:pt x="44" y="309"/>
                  <a:pt x="44" y="309"/>
                </a:cubicBezTo>
                <a:cubicBezTo>
                  <a:pt x="44" y="295"/>
                  <a:pt x="59" y="280"/>
                  <a:pt x="89" y="280"/>
                </a:cubicBezTo>
                <a:cubicBezTo>
                  <a:pt x="398" y="280"/>
                  <a:pt x="398" y="280"/>
                  <a:pt x="398" y="280"/>
                </a:cubicBezTo>
                <a:cubicBezTo>
                  <a:pt x="412" y="280"/>
                  <a:pt x="442" y="295"/>
                  <a:pt x="442" y="309"/>
                </a:cubicBezTo>
                <a:lnTo>
                  <a:pt x="442" y="471"/>
                </a:lnTo>
                <a:close/>
                <a:moveTo>
                  <a:pt x="383" y="236"/>
                </a:moveTo>
                <a:lnTo>
                  <a:pt x="383" y="236"/>
                </a:lnTo>
                <a:cubicBezTo>
                  <a:pt x="324" y="236"/>
                  <a:pt x="280" y="191"/>
                  <a:pt x="280" y="133"/>
                </a:cubicBezTo>
                <a:cubicBezTo>
                  <a:pt x="280" y="89"/>
                  <a:pt x="324" y="44"/>
                  <a:pt x="383" y="44"/>
                </a:cubicBezTo>
                <a:cubicBezTo>
                  <a:pt x="427" y="44"/>
                  <a:pt x="471" y="89"/>
                  <a:pt x="471" y="133"/>
                </a:cubicBezTo>
                <a:cubicBezTo>
                  <a:pt x="471" y="191"/>
                  <a:pt x="427" y="236"/>
                  <a:pt x="383" y="236"/>
                </a:cubicBezTo>
                <a:close/>
                <a:moveTo>
                  <a:pt x="589" y="516"/>
                </a:moveTo>
                <a:lnTo>
                  <a:pt x="589" y="516"/>
                </a:lnTo>
                <a:cubicBezTo>
                  <a:pt x="471" y="412"/>
                  <a:pt x="471" y="412"/>
                  <a:pt x="471" y="412"/>
                </a:cubicBezTo>
                <a:cubicBezTo>
                  <a:pt x="471" y="398"/>
                  <a:pt x="471" y="368"/>
                  <a:pt x="471" y="354"/>
                </a:cubicBezTo>
                <a:cubicBezTo>
                  <a:pt x="589" y="280"/>
                  <a:pt x="589" y="280"/>
                  <a:pt x="589" y="280"/>
                </a:cubicBezTo>
                <a:cubicBezTo>
                  <a:pt x="589" y="309"/>
                  <a:pt x="589" y="501"/>
                  <a:pt x="589" y="51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1" name="Freeform 140"/>
          <p:cNvSpPr/>
          <p:nvPr/>
        </p:nvSpPr>
        <p:spPr>
          <a:xfrm>
            <a:off x="674640" y="1770120"/>
            <a:ext cx="274680" cy="274680"/>
          </a:xfrm>
          <a:custGeom>
            <a:avLst/>
            <a:gdLst/>
            <a:ahLst/>
            <a:rect l="l" t="t" r="r" b="b"/>
            <a:pathLst>
              <a:path w="634" h="634">
                <a:moveTo>
                  <a:pt x="544" y="0"/>
                </a:moveTo>
                <a:lnTo>
                  <a:pt x="544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44"/>
                  <a:pt x="0" y="88"/>
                </a:cubicBezTo>
                <a:cubicBezTo>
                  <a:pt x="0" y="560"/>
                  <a:pt x="0" y="560"/>
                  <a:pt x="0" y="560"/>
                </a:cubicBezTo>
                <a:cubicBezTo>
                  <a:pt x="0" y="604"/>
                  <a:pt x="29" y="633"/>
                  <a:pt x="73" y="633"/>
                </a:cubicBezTo>
                <a:cubicBezTo>
                  <a:pt x="544" y="633"/>
                  <a:pt x="544" y="633"/>
                  <a:pt x="544" y="633"/>
                </a:cubicBezTo>
                <a:cubicBezTo>
                  <a:pt x="588" y="633"/>
                  <a:pt x="633" y="604"/>
                  <a:pt x="633" y="560"/>
                </a:cubicBezTo>
                <a:cubicBezTo>
                  <a:pt x="633" y="88"/>
                  <a:pt x="633" y="88"/>
                  <a:pt x="633" y="88"/>
                </a:cubicBezTo>
                <a:cubicBezTo>
                  <a:pt x="633" y="44"/>
                  <a:pt x="588" y="0"/>
                  <a:pt x="544" y="0"/>
                </a:cubicBezTo>
                <a:close/>
                <a:moveTo>
                  <a:pt x="162" y="44"/>
                </a:moveTo>
                <a:lnTo>
                  <a:pt x="162" y="44"/>
                </a:lnTo>
                <a:cubicBezTo>
                  <a:pt x="162" y="44"/>
                  <a:pt x="456" y="44"/>
                  <a:pt x="471" y="44"/>
                </a:cubicBezTo>
                <a:cubicBezTo>
                  <a:pt x="471" y="221"/>
                  <a:pt x="471" y="221"/>
                  <a:pt x="471" y="221"/>
                </a:cubicBezTo>
                <a:cubicBezTo>
                  <a:pt x="471" y="235"/>
                  <a:pt x="456" y="235"/>
                  <a:pt x="456" y="235"/>
                </a:cubicBezTo>
                <a:cubicBezTo>
                  <a:pt x="176" y="235"/>
                  <a:pt x="176" y="235"/>
                  <a:pt x="176" y="235"/>
                </a:cubicBezTo>
                <a:cubicBezTo>
                  <a:pt x="162" y="235"/>
                  <a:pt x="162" y="235"/>
                  <a:pt x="162" y="221"/>
                </a:cubicBezTo>
                <a:lnTo>
                  <a:pt x="162" y="44"/>
                </a:lnTo>
                <a:close/>
                <a:moveTo>
                  <a:pt x="588" y="560"/>
                </a:moveTo>
                <a:lnTo>
                  <a:pt x="588" y="560"/>
                </a:lnTo>
                <a:cubicBezTo>
                  <a:pt x="588" y="574"/>
                  <a:pt x="574" y="589"/>
                  <a:pt x="544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8" y="589"/>
                  <a:pt x="44" y="574"/>
                  <a:pt x="44" y="560"/>
                </a:cubicBezTo>
                <a:cubicBezTo>
                  <a:pt x="44" y="88"/>
                  <a:pt x="44" y="88"/>
                  <a:pt x="44" y="88"/>
                </a:cubicBezTo>
                <a:cubicBezTo>
                  <a:pt x="44" y="59"/>
                  <a:pt x="58" y="44"/>
                  <a:pt x="73" y="44"/>
                </a:cubicBezTo>
                <a:cubicBezTo>
                  <a:pt x="117" y="44"/>
                  <a:pt x="117" y="44"/>
                  <a:pt x="117" y="44"/>
                </a:cubicBezTo>
                <a:cubicBezTo>
                  <a:pt x="117" y="235"/>
                  <a:pt x="117" y="235"/>
                  <a:pt x="117" y="235"/>
                </a:cubicBezTo>
                <a:cubicBezTo>
                  <a:pt x="117" y="265"/>
                  <a:pt x="132" y="280"/>
                  <a:pt x="162" y="280"/>
                </a:cubicBezTo>
                <a:cubicBezTo>
                  <a:pt x="471" y="280"/>
                  <a:pt x="471" y="280"/>
                  <a:pt x="471" y="280"/>
                </a:cubicBezTo>
                <a:cubicBezTo>
                  <a:pt x="485" y="280"/>
                  <a:pt x="515" y="265"/>
                  <a:pt x="515" y="235"/>
                </a:cubicBezTo>
                <a:cubicBezTo>
                  <a:pt x="515" y="44"/>
                  <a:pt x="515" y="44"/>
                  <a:pt x="515" y="44"/>
                </a:cubicBezTo>
                <a:cubicBezTo>
                  <a:pt x="544" y="44"/>
                  <a:pt x="544" y="44"/>
                  <a:pt x="544" y="44"/>
                </a:cubicBezTo>
                <a:cubicBezTo>
                  <a:pt x="574" y="44"/>
                  <a:pt x="588" y="59"/>
                  <a:pt x="588" y="88"/>
                </a:cubicBezTo>
                <a:lnTo>
                  <a:pt x="588" y="560"/>
                </a:lnTo>
                <a:close/>
                <a:moveTo>
                  <a:pt x="367" y="206"/>
                </a:moveTo>
                <a:lnTo>
                  <a:pt x="367" y="206"/>
                </a:lnTo>
                <a:cubicBezTo>
                  <a:pt x="383" y="206"/>
                  <a:pt x="397" y="192"/>
                  <a:pt x="397" y="177"/>
                </a:cubicBezTo>
                <a:cubicBezTo>
                  <a:pt x="397" y="103"/>
                  <a:pt x="397" y="103"/>
                  <a:pt x="397" y="103"/>
                </a:cubicBezTo>
                <a:cubicBezTo>
                  <a:pt x="397" y="88"/>
                  <a:pt x="383" y="88"/>
                  <a:pt x="367" y="88"/>
                </a:cubicBezTo>
                <a:cubicBezTo>
                  <a:pt x="367" y="88"/>
                  <a:pt x="353" y="88"/>
                  <a:pt x="353" y="103"/>
                </a:cubicBezTo>
                <a:cubicBezTo>
                  <a:pt x="353" y="177"/>
                  <a:pt x="353" y="177"/>
                  <a:pt x="353" y="177"/>
                </a:cubicBezTo>
                <a:cubicBezTo>
                  <a:pt x="353" y="192"/>
                  <a:pt x="367" y="206"/>
                  <a:pt x="367" y="20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2" name="Freeform 141"/>
          <p:cNvSpPr/>
          <p:nvPr/>
        </p:nvSpPr>
        <p:spPr>
          <a:xfrm>
            <a:off x="285840" y="1770120"/>
            <a:ext cx="166680" cy="274680"/>
          </a:xfrm>
          <a:custGeom>
            <a:avLst/>
            <a:gdLst/>
            <a:ahLst/>
            <a:rect l="l" t="t" r="r" b="b"/>
            <a:pathLst>
              <a:path w="383" h="634">
                <a:moveTo>
                  <a:pt x="191" y="162"/>
                </a:moveTo>
                <a:lnTo>
                  <a:pt x="191" y="162"/>
                </a:lnTo>
                <a:cubicBezTo>
                  <a:pt x="176" y="162"/>
                  <a:pt x="176" y="177"/>
                  <a:pt x="176" y="177"/>
                </a:cubicBezTo>
                <a:cubicBezTo>
                  <a:pt x="176" y="265"/>
                  <a:pt x="176" y="265"/>
                  <a:pt x="176" y="265"/>
                </a:cubicBezTo>
                <a:cubicBezTo>
                  <a:pt x="176" y="265"/>
                  <a:pt x="176" y="280"/>
                  <a:pt x="191" y="280"/>
                </a:cubicBezTo>
                <a:cubicBezTo>
                  <a:pt x="206" y="280"/>
                  <a:pt x="206" y="265"/>
                  <a:pt x="206" y="265"/>
                </a:cubicBezTo>
                <a:cubicBezTo>
                  <a:pt x="206" y="177"/>
                  <a:pt x="206" y="177"/>
                  <a:pt x="206" y="177"/>
                </a:cubicBezTo>
                <a:cubicBezTo>
                  <a:pt x="206" y="177"/>
                  <a:pt x="206" y="162"/>
                  <a:pt x="191" y="162"/>
                </a:cubicBezTo>
                <a:close/>
                <a:moveTo>
                  <a:pt x="309" y="88"/>
                </a:moveTo>
                <a:lnTo>
                  <a:pt x="309" y="88"/>
                </a:lnTo>
                <a:cubicBezTo>
                  <a:pt x="206" y="88"/>
                  <a:pt x="206" y="88"/>
                  <a:pt x="206" y="88"/>
                </a:cubicBezTo>
                <a:cubicBezTo>
                  <a:pt x="206" y="0"/>
                  <a:pt x="206" y="0"/>
                  <a:pt x="206" y="0"/>
                </a:cubicBezTo>
                <a:cubicBezTo>
                  <a:pt x="132" y="0"/>
                  <a:pt x="132" y="0"/>
                  <a:pt x="132" y="0"/>
                </a:cubicBezTo>
                <a:cubicBezTo>
                  <a:pt x="117" y="0"/>
                  <a:pt x="117" y="15"/>
                  <a:pt x="117" y="30"/>
                </a:cubicBezTo>
                <a:cubicBezTo>
                  <a:pt x="117" y="30"/>
                  <a:pt x="117" y="44"/>
                  <a:pt x="132" y="44"/>
                </a:cubicBezTo>
                <a:cubicBezTo>
                  <a:pt x="176" y="44"/>
                  <a:pt x="176" y="44"/>
                  <a:pt x="176" y="44"/>
                </a:cubicBezTo>
                <a:cubicBezTo>
                  <a:pt x="176" y="88"/>
                  <a:pt x="176" y="88"/>
                  <a:pt x="176" y="88"/>
                </a:cubicBezTo>
                <a:cubicBezTo>
                  <a:pt x="73" y="88"/>
                  <a:pt x="73" y="88"/>
                  <a:pt x="73" y="88"/>
                </a:cubicBezTo>
                <a:cubicBezTo>
                  <a:pt x="29" y="88"/>
                  <a:pt x="0" y="118"/>
                  <a:pt x="0" y="162"/>
                </a:cubicBezTo>
                <a:cubicBezTo>
                  <a:pt x="0" y="560"/>
                  <a:pt x="0" y="560"/>
                  <a:pt x="0" y="560"/>
                </a:cubicBezTo>
                <a:cubicBezTo>
                  <a:pt x="0" y="604"/>
                  <a:pt x="29" y="633"/>
                  <a:pt x="73" y="633"/>
                </a:cubicBezTo>
                <a:cubicBezTo>
                  <a:pt x="309" y="633"/>
                  <a:pt x="309" y="633"/>
                  <a:pt x="309" y="633"/>
                </a:cubicBezTo>
                <a:cubicBezTo>
                  <a:pt x="353" y="633"/>
                  <a:pt x="382" y="604"/>
                  <a:pt x="382" y="560"/>
                </a:cubicBezTo>
                <a:cubicBezTo>
                  <a:pt x="382" y="162"/>
                  <a:pt x="382" y="162"/>
                  <a:pt x="382" y="162"/>
                </a:cubicBezTo>
                <a:cubicBezTo>
                  <a:pt x="382" y="118"/>
                  <a:pt x="353" y="88"/>
                  <a:pt x="309" y="88"/>
                </a:cubicBezTo>
                <a:close/>
                <a:moveTo>
                  <a:pt x="353" y="560"/>
                </a:moveTo>
                <a:lnTo>
                  <a:pt x="353" y="560"/>
                </a:lnTo>
                <a:cubicBezTo>
                  <a:pt x="353" y="574"/>
                  <a:pt x="323" y="589"/>
                  <a:pt x="309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9" y="589"/>
                  <a:pt x="29" y="574"/>
                  <a:pt x="29" y="560"/>
                </a:cubicBezTo>
                <a:cubicBezTo>
                  <a:pt x="29" y="162"/>
                  <a:pt x="29" y="162"/>
                  <a:pt x="29" y="162"/>
                </a:cubicBezTo>
                <a:cubicBezTo>
                  <a:pt x="29" y="147"/>
                  <a:pt x="59" y="118"/>
                  <a:pt x="73" y="118"/>
                </a:cubicBezTo>
                <a:cubicBezTo>
                  <a:pt x="309" y="118"/>
                  <a:pt x="309" y="118"/>
                  <a:pt x="309" y="118"/>
                </a:cubicBezTo>
                <a:cubicBezTo>
                  <a:pt x="323" y="118"/>
                  <a:pt x="353" y="147"/>
                  <a:pt x="353" y="162"/>
                </a:cubicBezTo>
                <a:lnTo>
                  <a:pt x="353" y="56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3" name="Freeform 142"/>
          <p:cNvSpPr/>
          <p:nvPr/>
        </p:nvSpPr>
        <p:spPr>
          <a:xfrm>
            <a:off x="4206960" y="1328760"/>
            <a:ext cx="261720" cy="276120"/>
          </a:xfrm>
          <a:custGeom>
            <a:avLst/>
            <a:gdLst/>
            <a:ahLst/>
            <a:rect l="l" t="t" r="r" b="b"/>
            <a:pathLst>
              <a:path w="604" h="634">
                <a:moveTo>
                  <a:pt x="530" y="0"/>
                </a:moveTo>
                <a:lnTo>
                  <a:pt x="530" y="0"/>
                </a:lnTo>
                <a:cubicBezTo>
                  <a:pt x="74" y="0"/>
                  <a:pt x="74" y="0"/>
                  <a:pt x="74" y="0"/>
                </a:cubicBezTo>
                <a:cubicBezTo>
                  <a:pt x="29" y="0"/>
                  <a:pt x="0" y="30"/>
                  <a:pt x="0" y="74"/>
                </a:cubicBezTo>
                <a:cubicBezTo>
                  <a:pt x="0" y="427"/>
                  <a:pt x="0" y="427"/>
                  <a:pt x="0" y="427"/>
                </a:cubicBezTo>
                <a:cubicBezTo>
                  <a:pt x="0" y="471"/>
                  <a:pt x="29" y="516"/>
                  <a:pt x="74" y="516"/>
                </a:cubicBezTo>
                <a:cubicBezTo>
                  <a:pt x="236" y="516"/>
                  <a:pt x="236" y="516"/>
                  <a:pt x="236" y="516"/>
                </a:cubicBezTo>
                <a:cubicBezTo>
                  <a:pt x="236" y="589"/>
                  <a:pt x="236" y="589"/>
                  <a:pt x="236" y="589"/>
                </a:cubicBezTo>
                <a:cubicBezTo>
                  <a:pt x="191" y="589"/>
                  <a:pt x="191" y="589"/>
                  <a:pt x="191" y="589"/>
                </a:cubicBezTo>
                <a:cubicBezTo>
                  <a:pt x="177" y="589"/>
                  <a:pt x="177" y="604"/>
                  <a:pt x="177" y="604"/>
                </a:cubicBezTo>
                <a:cubicBezTo>
                  <a:pt x="177" y="619"/>
                  <a:pt x="177" y="633"/>
                  <a:pt x="191" y="633"/>
                </a:cubicBezTo>
                <a:cubicBezTo>
                  <a:pt x="427" y="633"/>
                  <a:pt x="427" y="633"/>
                  <a:pt x="427" y="633"/>
                </a:cubicBezTo>
                <a:cubicBezTo>
                  <a:pt x="441" y="633"/>
                  <a:pt x="441" y="619"/>
                  <a:pt x="441" y="604"/>
                </a:cubicBezTo>
                <a:cubicBezTo>
                  <a:pt x="441" y="604"/>
                  <a:pt x="441" y="589"/>
                  <a:pt x="427" y="589"/>
                </a:cubicBezTo>
                <a:cubicBezTo>
                  <a:pt x="383" y="589"/>
                  <a:pt x="383" y="589"/>
                  <a:pt x="383" y="589"/>
                </a:cubicBezTo>
                <a:cubicBezTo>
                  <a:pt x="383" y="516"/>
                  <a:pt x="383" y="516"/>
                  <a:pt x="383" y="516"/>
                </a:cubicBezTo>
                <a:cubicBezTo>
                  <a:pt x="530" y="516"/>
                  <a:pt x="530" y="516"/>
                  <a:pt x="530" y="516"/>
                </a:cubicBezTo>
                <a:cubicBezTo>
                  <a:pt x="574" y="516"/>
                  <a:pt x="603" y="471"/>
                  <a:pt x="603" y="427"/>
                </a:cubicBezTo>
                <a:cubicBezTo>
                  <a:pt x="603" y="74"/>
                  <a:pt x="603" y="74"/>
                  <a:pt x="603" y="74"/>
                </a:cubicBezTo>
                <a:cubicBezTo>
                  <a:pt x="603" y="30"/>
                  <a:pt x="574" y="0"/>
                  <a:pt x="530" y="0"/>
                </a:cubicBezTo>
                <a:close/>
                <a:moveTo>
                  <a:pt x="353" y="589"/>
                </a:moveTo>
                <a:lnTo>
                  <a:pt x="353" y="589"/>
                </a:lnTo>
                <a:cubicBezTo>
                  <a:pt x="265" y="589"/>
                  <a:pt x="265" y="589"/>
                  <a:pt x="265" y="589"/>
                </a:cubicBezTo>
                <a:cubicBezTo>
                  <a:pt x="265" y="516"/>
                  <a:pt x="265" y="516"/>
                  <a:pt x="265" y="516"/>
                </a:cubicBezTo>
                <a:cubicBezTo>
                  <a:pt x="353" y="516"/>
                  <a:pt x="353" y="516"/>
                  <a:pt x="353" y="516"/>
                </a:cubicBezTo>
                <a:lnTo>
                  <a:pt x="353" y="589"/>
                </a:lnTo>
                <a:close/>
                <a:moveTo>
                  <a:pt x="559" y="427"/>
                </a:moveTo>
                <a:lnTo>
                  <a:pt x="559" y="427"/>
                </a:lnTo>
                <a:cubicBezTo>
                  <a:pt x="559" y="457"/>
                  <a:pt x="545" y="471"/>
                  <a:pt x="530" y="471"/>
                </a:cubicBezTo>
                <a:cubicBezTo>
                  <a:pt x="74" y="471"/>
                  <a:pt x="74" y="471"/>
                  <a:pt x="74" y="471"/>
                </a:cubicBezTo>
                <a:cubicBezTo>
                  <a:pt x="59" y="471"/>
                  <a:pt x="29" y="457"/>
                  <a:pt x="29" y="427"/>
                </a:cubicBezTo>
                <a:cubicBezTo>
                  <a:pt x="29" y="398"/>
                  <a:pt x="29" y="398"/>
                  <a:pt x="29" y="398"/>
                </a:cubicBezTo>
                <a:cubicBezTo>
                  <a:pt x="559" y="398"/>
                  <a:pt x="559" y="398"/>
                  <a:pt x="559" y="398"/>
                </a:cubicBezTo>
                <a:lnTo>
                  <a:pt x="559" y="427"/>
                </a:lnTo>
                <a:close/>
                <a:moveTo>
                  <a:pt x="559" y="354"/>
                </a:moveTo>
                <a:lnTo>
                  <a:pt x="559" y="354"/>
                </a:lnTo>
                <a:cubicBezTo>
                  <a:pt x="29" y="354"/>
                  <a:pt x="29" y="354"/>
                  <a:pt x="29" y="354"/>
                </a:cubicBezTo>
                <a:cubicBezTo>
                  <a:pt x="29" y="74"/>
                  <a:pt x="29" y="74"/>
                  <a:pt x="29" y="74"/>
                </a:cubicBezTo>
                <a:cubicBezTo>
                  <a:pt x="29" y="59"/>
                  <a:pt x="59" y="44"/>
                  <a:pt x="74" y="44"/>
                </a:cubicBezTo>
                <a:cubicBezTo>
                  <a:pt x="530" y="44"/>
                  <a:pt x="530" y="44"/>
                  <a:pt x="530" y="44"/>
                </a:cubicBezTo>
                <a:cubicBezTo>
                  <a:pt x="545" y="44"/>
                  <a:pt x="559" y="59"/>
                  <a:pt x="559" y="74"/>
                </a:cubicBezTo>
                <a:lnTo>
                  <a:pt x="559" y="35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4" name="Freeform 143"/>
          <p:cNvSpPr/>
          <p:nvPr/>
        </p:nvSpPr>
        <p:spPr>
          <a:xfrm>
            <a:off x="3800520" y="1328760"/>
            <a:ext cx="190440" cy="276120"/>
          </a:xfrm>
          <a:custGeom>
            <a:avLst/>
            <a:gdLst/>
            <a:ahLst/>
            <a:rect l="l" t="t" r="r" b="b"/>
            <a:pathLst>
              <a:path w="442" h="634">
                <a:moveTo>
                  <a:pt x="368" y="0"/>
                </a:moveTo>
                <a:lnTo>
                  <a:pt x="368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30"/>
                  <a:pt x="0" y="74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589"/>
                  <a:pt x="29" y="633"/>
                  <a:pt x="73" y="633"/>
                </a:cubicBezTo>
                <a:cubicBezTo>
                  <a:pt x="368" y="633"/>
                  <a:pt x="368" y="633"/>
                  <a:pt x="368" y="633"/>
                </a:cubicBezTo>
                <a:cubicBezTo>
                  <a:pt x="412" y="633"/>
                  <a:pt x="441" y="589"/>
                  <a:pt x="441" y="545"/>
                </a:cubicBezTo>
                <a:cubicBezTo>
                  <a:pt x="441" y="74"/>
                  <a:pt x="441" y="74"/>
                  <a:pt x="441" y="74"/>
                </a:cubicBezTo>
                <a:cubicBezTo>
                  <a:pt x="441" y="30"/>
                  <a:pt x="412" y="0"/>
                  <a:pt x="368" y="0"/>
                </a:cubicBezTo>
                <a:close/>
                <a:moveTo>
                  <a:pt x="412" y="545"/>
                </a:moveTo>
                <a:lnTo>
                  <a:pt x="412" y="545"/>
                </a:lnTo>
                <a:cubicBezTo>
                  <a:pt x="412" y="574"/>
                  <a:pt x="382" y="589"/>
                  <a:pt x="368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9" y="589"/>
                  <a:pt x="29" y="574"/>
                  <a:pt x="29" y="545"/>
                </a:cubicBezTo>
                <a:cubicBezTo>
                  <a:pt x="29" y="486"/>
                  <a:pt x="29" y="486"/>
                  <a:pt x="29" y="486"/>
                </a:cubicBezTo>
                <a:cubicBezTo>
                  <a:pt x="412" y="486"/>
                  <a:pt x="412" y="486"/>
                  <a:pt x="412" y="486"/>
                </a:cubicBezTo>
                <a:lnTo>
                  <a:pt x="412" y="545"/>
                </a:lnTo>
                <a:close/>
                <a:moveTo>
                  <a:pt x="412" y="457"/>
                </a:moveTo>
                <a:lnTo>
                  <a:pt x="412" y="457"/>
                </a:lnTo>
                <a:cubicBezTo>
                  <a:pt x="29" y="457"/>
                  <a:pt x="29" y="457"/>
                  <a:pt x="29" y="457"/>
                </a:cubicBezTo>
                <a:cubicBezTo>
                  <a:pt x="29" y="133"/>
                  <a:pt x="29" y="133"/>
                  <a:pt x="29" y="133"/>
                </a:cubicBezTo>
                <a:cubicBezTo>
                  <a:pt x="412" y="133"/>
                  <a:pt x="412" y="133"/>
                  <a:pt x="412" y="133"/>
                </a:cubicBezTo>
                <a:lnTo>
                  <a:pt x="412" y="457"/>
                </a:lnTo>
                <a:close/>
                <a:moveTo>
                  <a:pt x="412" y="103"/>
                </a:moveTo>
                <a:lnTo>
                  <a:pt x="412" y="103"/>
                </a:lnTo>
                <a:cubicBezTo>
                  <a:pt x="29" y="103"/>
                  <a:pt x="29" y="103"/>
                  <a:pt x="29" y="103"/>
                </a:cubicBezTo>
                <a:cubicBezTo>
                  <a:pt x="29" y="74"/>
                  <a:pt x="29" y="74"/>
                  <a:pt x="29" y="74"/>
                </a:cubicBezTo>
                <a:cubicBezTo>
                  <a:pt x="29" y="59"/>
                  <a:pt x="59" y="44"/>
                  <a:pt x="73" y="44"/>
                </a:cubicBezTo>
                <a:cubicBezTo>
                  <a:pt x="368" y="44"/>
                  <a:pt x="368" y="44"/>
                  <a:pt x="368" y="44"/>
                </a:cubicBezTo>
                <a:cubicBezTo>
                  <a:pt x="382" y="44"/>
                  <a:pt x="412" y="59"/>
                  <a:pt x="412" y="74"/>
                </a:cubicBezTo>
                <a:lnTo>
                  <a:pt x="412" y="103"/>
                </a:lnTo>
                <a:close/>
                <a:moveTo>
                  <a:pt x="221" y="574"/>
                </a:moveTo>
                <a:lnTo>
                  <a:pt x="221" y="574"/>
                </a:lnTo>
                <a:cubicBezTo>
                  <a:pt x="235" y="574"/>
                  <a:pt x="250" y="560"/>
                  <a:pt x="250" y="545"/>
                </a:cubicBezTo>
                <a:cubicBezTo>
                  <a:pt x="250" y="530"/>
                  <a:pt x="235" y="516"/>
                  <a:pt x="221" y="516"/>
                </a:cubicBezTo>
                <a:cubicBezTo>
                  <a:pt x="206" y="516"/>
                  <a:pt x="191" y="530"/>
                  <a:pt x="191" y="545"/>
                </a:cubicBezTo>
                <a:cubicBezTo>
                  <a:pt x="191" y="560"/>
                  <a:pt x="206" y="574"/>
                  <a:pt x="221" y="57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5" name="Freeform 144"/>
          <p:cNvSpPr/>
          <p:nvPr/>
        </p:nvSpPr>
        <p:spPr>
          <a:xfrm>
            <a:off x="3379680" y="1328760"/>
            <a:ext cx="152640" cy="276120"/>
          </a:xfrm>
          <a:custGeom>
            <a:avLst/>
            <a:gdLst/>
            <a:ahLst/>
            <a:rect l="l" t="t" r="r" b="b"/>
            <a:pathLst>
              <a:path w="354" h="634">
                <a:moveTo>
                  <a:pt x="177" y="545"/>
                </a:moveTo>
                <a:lnTo>
                  <a:pt x="177" y="545"/>
                </a:lnTo>
                <a:cubicBezTo>
                  <a:pt x="206" y="545"/>
                  <a:pt x="221" y="530"/>
                  <a:pt x="221" y="516"/>
                </a:cubicBezTo>
                <a:cubicBezTo>
                  <a:pt x="221" y="486"/>
                  <a:pt x="206" y="471"/>
                  <a:pt x="177" y="471"/>
                </a:cubicBezTo>
                <a:cubicBezTo>
                  <a:pt x="162" y="471"/>
                  <a:pt x="147" y="486"/>
                  <a:pt x="147" y="516"/>
                </a:cubicBezTo>
                <a:cubicBezTo>
                  <a:pt x="147" y="530"/>
                  <a:pt x="162" y="545"/>
                  <a:pt x="177" y="545"/>
                </a:cubicBezTo>
                <a:close/>
                <a:moveTo>
                  <a:pt x="280" y="0"/>
                </a:moveTo>
                <a:lnTo>
                  <a:pt x="280" y="0"/>
                </a:lnTo>
                <a:cubicBezTo>
                  <a:pt x="89" y="0"/>
                  <a:pt x="89" y="0"/>
                  <a:pt x="89" y="0"/>
                </a:cubicBezTo>
                <a:cubicBezTo>
                  <a:pt x="44" y="0"/>
                  <a:pt x="0" y="30"/>
                  <a:pt x="0" y="74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589"/>
                  <a:pt x="44" y="633"/>
                  <a:pt x="89" y="633"/>
                </a:cubicBezTo>
                <a:cubicBezTo>
                  <a:pt x="280" y="633"/>
                  <a:pt x="280" y="633"/>
                  <a:pt x="280" y="633"/>
                </a:cubicBezTo>
                <a:cubicBezTo>
                  <a:pt x="324" y="633"/>
                  <a:pt x="353" y="589"/>
                  <a:pt x="353" y="545"/>
                </a:cubicBezTo>
                <a:cubicBezTo>
                  <a:pt x="353" y="74"/>
                  <a:pt x="353" y="74"/>
                  <a:pt x="353" y="74"/>
                </a:cubicBezTo>
                <a:cubicBezTo>
                  <a:pt x="353" y="30"/>
                  <a:pt x="324" y="0"/>
                  <a:pt x="280" y="0"/>
                </a:cubicBezTo>
                <a:close/>
                <a:moveTo>
                  <a:pt x="324" y="545"/>
                </a:moveTo>
                <a:lnTo>
                  <a:pt x="324" y="545"/>
                </a:lnTo>
                <a:cubicBezTo>
                  <a:pt x="324" y="574"/>
                  <a:pt x="294" y="589"/>
                  <a:pt x="280" y="589"/>
                </a:cubicBezTo>
                <a:cubicBezTo>
                  <a:pt x="89" y="589"/>
                  <a:pt x="89" y="589"/>
                  <a:pt x="89" y="589"/>
                </a:cubicBezTo>
                <a:cubicBezTo>
                  <a:pt x="59" y="589"/>
                  <a:pt x="44" y="574"/>
                  <a:pt x="44" y="545"/>
                </a:cubicBezTo>
                <a:cubicBezTo>
                  <a:pt x="44" y="427"/>
                  <a:pt x="44" y="427"/>
                  <a:pt x="44" y="427"/>
                </a:cubicBezTo>
                <a:cubicBezTo>
                  <a:pt x="324" y="427"/>
                  <a:pt x="324" y="427"/>
                  <a:pt x="324" y="427"/>
                </a:cubicBezTo>
                <a:lnTo>
                  <a:pt x="324" y="545"/>
                </a:lnTo>
                <a:close/>
                <a:moveTo>
                  <a:pt x="324" y="398"/>
                </a:moveTo>
                <a:lnTo>
                  <a:pt x="324" y="398"/>
                </a:lnTo>
                <a:cubicBezTo>
                  <a:pt x="44" y="398"/>
                  <a:pt x="44" y="398"/>
                  <a:pt x="44" y="398"/>
                </a:cubicBezTo>
                <a:cubicBezTo>
                  <a:pt x="44" y="133"/>
                  <a:pt x="44" y="133"/>
                  <a:pt x="44" y="133"/>
                </a:cubicBezTo>
                <a:cubicBezTo>
                  <a:pt x="324" y="133"/>
                  <a:pt x="324" y="133"/>
                  <a:pt x="324" y="133"/>
                </a:cubicBezTo>
                <a:lnTo>
                  <a:pt x="324" y="398"/>
                </a:lnTo>
                <a:close/>
                <a:moveTo>
                  <a:pt x="324" y="103"/>
                </a:moveTo>
                <a:lnTo>
                  <a:pt x="324" y="103"/>
                </a:lnTo>
                <a:cubicBezTo>
                  <a:pt x="44" y="103"/>
                  <a:pt x="44" y="103"/>
                  <a:pt x="44" y="103"/>
                </a:cubicBezTo>
                <a:cubicBezTo>
                  <a:pt x="44" y="74"/>
                  <a:pt x="44" y="74"/>
                  <a:pt x="44" y="74"/>
                </a:cubicBezTo>
                <a:cubicBezTo>
                  <a:pt x="44" y="59"/>
                  <a:pt x="59" y="44"/>
                  <a:pt x="89" y="44"/>
                </a:cubicBezTo>
                <a:cubicBezTo>
                  <a:pt x="280" y="44"/>
                  <a:pt x="280" y="44"/>
                  <a:pt x="280" y="44"/>
                </a:cubicBezTo>
                <a:cubicBezTo>
                  <a:pt x="294" y="44"/>
                  <a:pt x="324" y="59"/>
                  <a:pt x="324" y="74"/>
                </a:cubicBezTo>
                <a:lnTo>
                  <a:pt x="324" y="10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6" name="Freeform 145"/>
          <p:cNvSpPr/>
          <p:nvPr/>
        </p:nvSpPr>
        <p:spPr>
          <a:xfrm>
            <a:off x="2908440" y="1328760"/>
            <a:ext cx="217440" cy="276120"/>
          </a:xfrm>
          <a:custGeom>
            <a:avLst/>
            <a:gdLst/>
            <a:ahLst/>
            <a:rect l="l" t="t" r="r" b="b"/>
            <a:pathLst>
              <a:path w="501" h="634">
                <a:moveTo>
                  <a:pt x="382" y="516"/>
                </a:moveTo>
                <a:lnTo>
                  <a:pt x="382" y="516"/>
                </a:lnTo>
                <a:cubicBezTo>
                  <a:pt x="382" y="516"/>
                  <a:pt x="368" y="516"/>
                  <a:pt x="368" y="530"/>
                </a:cubicBezTo>
                <a:cubicBezTo>
                  <a:pt x="368" y="545"/>
                  <a:pt x="382" y="545"/>
                  <a:pt x="382" y="545"/>
                </a:cubicBezTo>
                <a:cubicBezTo>
                  <a:pt x="397" y="545"/>
                  <a:pt x="412" y="545"/>
                  <a:pt x="412" y="530"/>
                </a:cubicBezTo>
                <a:cubicBezTo>
                  <a:pt x="412" y="516"/>
                  <a:pt x="397" y="516"/>
                  <a:pt x="382" y="516"/>
                </a:cubicBezTo>
                <a:close/>
                <a:moveTo>
                  <a:pt x="309" y="427"/>
                </a:moveTo>
                <a:lnTo>
                  <a:pt x="309" y="427"/>
                </a:lnTo>
                <a:cubicBezTo>
                  <a:pt x="294" y="427"/>
                  <a:pt x="294" y="442"/>
                  <a:pt x="294" y="457"/>
                </a:cubicBezTo>
                <a:cubicBezTo>
                  <a:pt x="294" y="457"/>
                  <a:pt x="294" y="471"/>
                  <a:pt x="309" y="471"/>
                </a:cubicBezTo>
                <a:cubicBezTo>
                  <a:pt x="324" y="471"/>
                  <a:pt x="324" y="457"/>
                  <a:pt x="324" y="457"/>
                </a:cubicBezTo>
                <a:cubicBezTo>
                  <a:pt x="324" y="442"/>
                  <a:pt x="324" y="427"/>
                  <a:pt x="309" y="427"/>
                </a:cubicBezTo>
                <a:close/>
                <a:moveTo>
                  <a:pt x="294" y="516"/>
                </a:moveTo>
                <a:lnTo>
                  <a:pt x="294" y="516"/>
                </a:lnTo>
                <a:cubicBezTo>
                  <a:pt x="280" y="516"/>
                  <a:pt x="265" y="516"/>
                  <a:pt x="265" y="530"/>
                </a:cubicBezTo>
                <a:cubicBezTo>
                  <a:pt x="265" y="545"/>
                  <a:pt x="280" y="545"/>
                  <a:pt x="294" y="545"/>
                </a:cubicBezTo>
                <a:cubicBezTo>
                  <a:pt x="294" y="545"/>
                  <a:pt x="309" y="545"/>
                  <a:pt x="309" y="530"/>
                </a:cubicBezTo>
                <a:cubicBezTo>
                  <a:pt x="309" y="516"/>
                  <a:pt x="294" y="516"/>
                  <a:pt x="294" y="516"/>
                </a:cubicBezTo>
                <a:close/>
                <a:moveTo>
                  <a:pt x="177" y="471"/>
                </a:moveTo>
                <a:lnTo>
                  <a:pt x="177" y="471"/>
                </a:lnTo>
                <a:cubicBezTo>
                  <a:pt x="147" y="471"/>
                  <a:pt x="147" y="471"/>
                  <a:pt x="147" y="471"/>
                </a:cubicBezTo>
                <a:cubicBezTo>
                  <a:pt x="147" y="457"/>
                  <a:pt x="147" y="457"/>
                  <a:pt x="147" y="457"/>
                </a:cubicBezTo>
                <a:cubicBezTo>
                  <a:pt x="147" y="442"/>
                  <a:pt x="147" y="427"/>
                  <a:pt x="132" y="427"/>
                </a:cubicBezTo>
                <a:cubicBezTo>
                  <a:pt x="118" y="427"/>
                  <a:pt x="118" y="442"/>
                  <a:pt x="118" y="457"/>
                </a:cubicBezTo>
                <a:cubicBezTo>
                  <a:pt x="118" y="471"/>
                  <a:pt x="118" y="471"/>
                  <a:pt x="118" y="471"/>
                </a:cubicBezTo>
                <a:cubicBezTo>
                  <a:pt x="88" y="471"/>
                  <a:pt x="88" y="471"/>
                  <a:pt x="88" y="471"/>
                </a:cubicBezTo>
                <a:lnTo>
                  <a:pt x="73" y="486"/>
                </a:lnTo>
                <a:cubicBezTo>
                  <a:pt x="73" y="501"/>
                  <a:pt x="88" y="516"/>
                  <a:pt x="88" y="516"/>
                </a:cubicBezTo>
                <a:cubicBezTo>
                  <a:pt x="118" y="516"/>
                  <a:pt x="118" y="516"/>
                  <a:pt x="118" y="516"/>
                </a:cubicBezTo>
                <a:cubicBezTo>
                  <a:pt x="118" y="530"/>
                  <a:pt x="118" y="530"/>
                  <a:pt x="118" y="530"/>
                </a:cubicBezTo>
                <a:cubicBezTo>
                  <a:pt x="118" y="545"/>
                  <a:pt x="118" y="545"/>
                  <a:pt x="132" y="545"/>
                </a:cubicBezTo>
                <a:cubicBezTo>
                  <a:pt x="147" y="545"/>
                  <a:pt x="147" y="545"/>
                  <a:pt x="147" y="530"/>
                </a:cubicBezTo>
                <a:cubicBezTo>
                  <a:pt x="147" y="516"/>
                  <a:pt x="147" y="516"/>
                  <a:pt x="147" y="516"/>
                </a:cubicBezTo>
                <a:cubicBezTo>
                  <a:pt x="177" y="516"/>
                  <a:pt x="177" y="516"/>
                  <a:pt x="177" y="516"/>
                </a:cubicBezTo>
                <a:cubicBezTo>
                  <a:pt x="177" y="516"/>
                  <a:pt x="191" y="501"/>
                  <a:pt x="191" y="486"/>
                </a:cubicBezTo>
                <a:lnTo>
                  <a:pt x="177" y="471"/>
                </a:lnTo>
                <a:close/>
                <a:moveTo>
                  <a:pt x="427" y="0"/>
                </a:moveTo>
                <a:lnTo>
                  <a:pt x="427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30"/>
                  <a:pt x="0" y="74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589"/>
                  <a:pt x="29" y="633"/>
                  <a:pt x="73" y="633"/>
                </a:cubicBezTo>
                <a:cubicBezTo>
                  <a:pt x="427" y="633"/>
                  <a:pt x="427" y="633"/>
                  <a:pt x="427" y="633"/>
                </a:cubicBezTo>
                <a:cubicBezTo>
                  <a:pt x="471" y="633"/>
                  <a:pt x="500" y="589"/>
                  <a:pt x="500" y="545"/>
                </a:cubicBezTo>
                <a:cubicBezTo>
                  <a:pt x="500" y="74"/>
                  <a:pt x="500" y="74"/>
                  <a:pt x="500" y="74"/>
                </a:cubicBezTo>
                <a:cubicBezTo>
                  <a:pt x="500" y="30"/>
                  <a:pt x="471" y="0"/>
                  <a:pt x="427" y="0"/>
                </a:cubicBezTo>
                <a:close/>
                <a:moveTo>
                  <a:pt x="471" y="545"/>
                </a:moveTo>
                <a:lnTo>
                  <a:pt x="471" y="545"/>
                </a:lnTo>
                <a:cubicBezTo>
                  <a:pt x="471" y="574"/>
                  <a:pt x="441" y="589"/>
                  <a:pt x="427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9" y="589"/>
                  <a:pt x="29" y="574"/>
                  <a:pt x="29" y="545"/>
                </a:cubicBezTo>
                <a:cubicBezTo>
                  <a:pt x="29" y="74"/>
                  <a:pt x="29" y="74"/>
                  <a:pt x="29" y="74"/>
                </a:cubicBezTo>
                <a:cubicBezTo>
                  <a:pt x="29" y="59"/>
                  <a:pt x="59" y="44"/>
                  <a:pt x="73" y="44"/>
                </a:cubicBezTo>
                <a:cubicBezTo>
                  <a:pt x="427" y="44"/>
                  <a:pt x="427" y="44"/>
                  <a:pt x="427" y="44"/>
                </a:cubicBezTo>
                <a:cubicBezTo>
                  <a:pt x="441" y="44"/>
                  <a:pt x="471" y="59"/>
                  <a:pt x="471" y="74"/>
                </a:cubicBezTo>
                <a:lnTo>
                  <a:pt x="471" y="545"/>
                </a:lnTo>
                <a:close/>
                <a:moveTo>
                  <a:pt x="412" y="427"/>
                </a:moveTo>
                <a:lnTo>
                  <a:pt x="412" y="427"/>
                </a:lnTo>
                <a:cubicBezTo>
                  <a:pt x="397" y="427"/>
                  <a:pt x="382" y="442"/>
                  <a:pt x="382" y="457"/>
                </a:cubicBezTo>
                <a:cubicBezTo>
                  <a:pt x="382" y="457"/>
                  <a:pt x="397" y="471"/>
                  <a:pt x="412" y="471"/>
                </a:cubicBezTo>
                <a:lnTo>
                  <a:pt x="427" y="457"/>
                </a:lnTo>
                <a:cubicBezTo>
                  <a:pt x="427" y="442"/>
                  <a:pt x="412" y="427"/>
                  <a:pt x="412" y="427"/>
                </a:cubicBezTo>
                <a:close/>
                <a:moveTo>
                  <a:pt x="382" y="74"/>
                </a:moveTo>
                <a:lnTo>
                  <a:pt x="382" y="74"/>
                </a:lnTo>
                <a:cubicBezTo>
                  <a:pt x="118" y="74"/>
                  <a:pt x="118" y="74"/>
                  <a:pt x="118" y="74"/>
                </a:cubicBezTo>
                <a:cubicBezTo>
                  <a:pt x="88" y="74"/>
                  <a:pt x="73" y="103"/>
                  <a:pt x="73" y="118"/>
                </a:cubicBezTo>
                <a:cubicBezTo>
                  <a:pt x="73" y="354"/>
                  <a:pt x="73" y="354"/>
                  <a:pt x="73" y="354"/>
                </a:cubicBezTo>
                <a:cubicBezTo>
                  <a:pt x="73" y="368"/>
                  <a:pt x="88" y="398"/>
                  <a:pt x="118" y="398"/>
                </a:cubicBezTo>
                <a:cubicBezTo>
                  <a:pt x="382" y="398"/>
                  <a:pt x="382" y="398"/>
                  <a:pt x="382" y="398"/>
                </a:cubicBezTo>
                <a:cubicBezTo>
                  <a:pt x="412" y="398"/>
                  <a:pt x="427" y="368"/>
                  <a:pt x="427" y="354"/>
                </a:cubicBezTo>
                <a:cubicBezTo>
                  <a:pt x="427" y="118"/>
                  <a:pt x="427" y="118"/>
                  <a:pt x="427" y="118"/>
                </a:cubicBezTo>
                <a:cubicBezTo>
                  <a:pt x="427" y="103"/>
                  <a:pt x="412" y="74"/>
                  <a:pt x="382" y="74"/>
                </a:cubicBezTo>
                <a:close/>
                <a:moveTo>
                  <a:pt x="382" y="339"/>
                </a:moveTo>
                <a:lnTo>
                  <a:pt x="382" y="339"/>
                </a:lnTo>
                <a:cubicBezTo>
                  <a:pt x="382" y="339"/>
                  <a:pt x="382" y="354"/>
                  <a:pt x="368" y="354"/>
                </a:cubicBezTo>
                <a:cubicBezTo>
                  <a:pt x="132" y="354"/>
                  <a:pt x="132" y="354"/>
                  <a:pt x="132" y="354"/>
                </a:cubicBezTo>
                <a:cubicBezTo>
                  <a:pt x="118" y="354"/>
                  <a:pt x="118" y="339"/>
                  <a:pt x="118" y="339"/>
                </a:cubicBezTo>
                <a:cubicBezTo>
                  <a:pt x="118" y="133"/>
                  <a:pt x="118" y="133"/>
                  <a:pt x="118" y="133"/>
                </a:cubicBezTo>
                <a:cubicBezTo>
                  <a:pt x="118" y="133"/>
                  <a:pt x="118" y="118"/>
                  <a:pt x="132" y="118"/>
                </a:cubicBezTo>
                <a:cubicBezTo>
                  <a:pt x="368" y="118"/>
                  <a:pt x="368" y="118"/>
                  <a:pt x="368" y="118"/>
                </a:cubicBezTo>
                <a:cubicBezTo>
                  <a:pt x="382" y="118"/>
                  <a:pt x="382" y="133"/>
                  <a:pt x="382" y="133"/>
                </a:cubicBezTo>
                <a:lnTo>
                  <a:pt x="382" y="33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7" name="Freeform 146"/>
          <p:cNvSpPr/>
          <p:nvPr/>
        </p:nvSpPr>
        <p:spPr>
          <a:xfrm>
            <a:off x="2436840" y="1387440"/>
            <a:ext cx="274680" cy="152280"/>
          </a:xfrm>
          <a:custGeom>
            <a:avLst/>
            <a:gdLst/>
            <a:ahLst/>
            <a:rect l="l" t="t" r="r" b="b"/>
            <a:pathLst>
              <a:path w="634" h="354">
                <a:moveTo>
                  <a:pt x="383" y="147"/>
                </a:moveTo>
                <a:lnTo>
                  <a:pt x="383" y="147"/>
                </a:lnTo>
                <a:cubicBezTo>
                  <a:pt x="369" y="147"/>
                  <a:pt x="354" y="162"/>
                  <a:pt x="354" y="176"/>
                </a:cubicBezTo>
                <a:cubicBezTo>
                  <a:pt x="354" y="191"/>
                  <a:pt x="369" y="206"/>
                  <a:pt x="383" y="206"/>
                </a:cubicBezTo>
                <a:cubicBezTo>
                  <a:pt x="398" y="206"/>
                  <a:pt x="412" y="191"/>
                  <a:pt x="412" y="176"/>
                </a:cubicBezTo>
                <a:cubicBezTo>
                  <a:pt x="412" y="162"/>
                  <a:pt x="398" y="147"/>
                  <a:pt x="383" y="147"/>
                </a:cubicBezTo>
                <a:close/>
                <a:moveTo>
                  <a:pt x="265" y="162"/>
                </a:moveTo>
                <a:lnTo>
                  <a:pt x="265" y="162"/>
                </a:lnTo>
                <a:cubicBezTo>
                  <a:pt x="207" y="162"/>
                  <a:pt x="207" y="162"/>
                  <a:pt x="207" y="162"/>
                </a:cubicBezTo>
                <a:cubicBezTo>
                  <a:pt x="207" y="103"/>
                  <a:pt x="207" y="103"/>
                  <a:pt x="207" y="103"/>
                </a:cubicBezTo>
                <a:cubicBezTo>
                  <a:pt x="207" y="88"/>
                  <a:pt x="192" y="88"/>
                  <a:pt x="177" y="88"/>
                </a:cubicBezTo>
                <a:cubicBezTo>
                  <a:pt x="177" y="88"/>
                  <a:pt x="162" y="88"/>
                  <a:pt x="162" y="103"/>
                </a:cubicBezTo>
                <a:cubicBezTo>
                  <a:pt x="162" y="162"/>
                  <a:pt x="162" y="162"/>
                  <a:pt x="162" y="162"/>
                </a:cubicBezTo>
                <a:cubicBezTo>
                  <a:pt x="103" y="162"/>
                  <a:pt x="103" y="162"/>
                  <a:pt x="103" y="162"/>
                </a:cubicBezTo>
                <a:cubicBezTo>
                  <a:pt x="89" y="162"/>
                  <a:pt x="89" y="176"/>
                  <a:pt x="89" y="176"/>
                </a:cubicBezTo>
                <a:cubicBezTo>
                  <a:pt x="89" y="191"/>
                  <a:pt x="89" y="206"/>
                  <a:pt x="103" y="206"/>
                </a:cubicBezTo>
                <a:cubicBezTo>
                  <a:pt x="162" y="206"/>
                  <a:pt x="162" y="206"/>
                  <a:pt x="162" y="206"/>
                </a:cubicBezTo>
                <a:cubicBezTo>
                  <a:pt x="162" y="265"/>
                  <a:pt x="162" y="265"/>
                  <a:pt x="162" y="265"/>
                </a:cubicBezTo>
                <a:lnTo>
                  <a:pt x="177" y="279"/>
                </a:lnTo>
                <a:cubicBezTo>
                  <a:pt x="192" y="279"/>
                  <a:pt x="207" y="265"/>
                  <a:pt x="207" y="265"/>
                </a:cubicBezTo>
                <a:cubicBezTo>
                  <a:pt x="207" y="206"/>
                  <a:pt x="207" y="206"/>
                  <a:pt x="207" y="206"/>
                </a:cubicBezTo>
                <a:cubicBezTo>
                  <a:pt x="265" y="206"/>
                  <a:pt x="265" y="206"/>
                  <a:pt x="265" y="206"/>
                </a:cubicBezTo>
                <a:cubicBezTo>
                  <a:pt x="265" y="206"/>
                  <a:pt x="280" y="191"/>
                  <a:pt x="280" y="176"/>
                </a:cubicBezTo>
                <a:lnTo>
                  <a:pt x="265" y="162"/>
                </a:lnTo>
                <a:close/>
                <a:moveTo>
                  <a:pt x="442" y="221"/>
                </a:moveTo>
                <a:lnTo>
                  <a:pt x="442" y="221"/>
                </a:lnTo>
                <a:cubicBezTo>
                  <a:pt x="428" y="221"/>
                  <a:pt x="412" y="235"/>
                  <a:pt x="412" y="250"/>
                </a:cubicBezTo>
                <a:cubicBezTo>
                  <a:pt x="412" y="265"/>
                  <a:pt x="428" y="279"/>
                  <a:pt x="442" y="279"/>
                </a:cubicBezTo>
                <a:cubicBezTo>
                  <a:pt x="457" y="279"/>
                  <a:pt x="471" y="265"/>
                  <a:pt x="471" y="250"/>
                </a:cubicBezTo>
                <a:cubicBezTo>
                  <a:pt x="471" y="235"/>
                  <a:pt x="457" y="221"/>
                  <a:pt x="442" y="221"/>
                </a:cubicBezTo>
                <a:close/>
                <a:moveTo>
                  <a:pt x="516" y="0"/>
                </a:moveTo>
                <a:lnTo>
                  <a:pt x="516" y="0"/>
                </a:lnTo>
                <a:cubicBezTo>
                  <a:pt x="118" y="0"/>
                  <a:pt x="118" y="0"/>
                  <a:pt x="118" y="0"/>
                </a:cubicBezTo>
                <a:cubicBezTo>
                  <a:pt x="59" y="0"/>
                  <a:pt x="0" y="58"/>
                  <a:pt x="0" y="117"/>
                </a:cubicBezTo>
                <a:cubicBezTo>
                  <a:pt x="0" y="235"/>
                  <a:pt x="0" y="235"/>
                  <a:pt x="0" y="235"/>
                </a:cubicBezTo>
                <a:cubicBezTo>
                  <a:pt x="0" y="309"/>
                  <a:pt x="59" y="353"/>
                  <a:pt x="118" y="353"/>
                </a:cubicBezTo>
                <a:cubicBezTo>
                  <a:pt x="516" y="353"/>
                  <a:pt x="516" y="353"/>
                  <a:pt x="516" y="353"/>
                </a:cubicBezTo>
                <a:cubicBezTo>
                  <a:pt x="575" y="353"/>
                  <a:pt x="633" y="309"/>
                  <a:pt x="633" y="235"/>
                </a:cubicBezTo>
                <a:cubicBezTo>
                  <a:pt x="633" y="117"/>
                  <a:pt x="633" y="117"/>
                  <a:pt x="633" y="117"/>
                </a:cubicBezTo>
                <a:cubicBezTo>
                  <a:pt x="633" y="58"/>
                  <a:pt x="575" y="0"/>
                  <a:pt x="516" y="0"/>
                </a:cubicBezTo>
                <a:close/>
                <a:moveTo>
                  <a:pt x="589" y="235"/>
                </a:moveTo>
                <a:lnTo>
                  <a:pt x="589" y="235"/>
                </a:lnTo>
                <a:cubicBezTo>
                  <a:pt x="589" y="279"/>
                  <a:pt x="560" y="324"/>
                  <a:pt x="516" y="324"/>
                </a:cubicBezTo>
                <a:cubicBezTo>
                  <a:pt x="118" y="324"/>
                  <a:pt x="118" y="324"/>
                  <a:pt x="118" y="324"/>
                </a:cubicBezTo>
                <a:cubicBezTo>
                  <a:pt x="74" y="324"/>
                  <a:pt x="45" y="279"/>
                  <a:pt x="45" y="235"/>
                </a:cubicBezTo>
                <a:cubicBezTo>
                  <a:pt x="45" y="117"/>
                  <a:pt x="45" y="117"/>
                  <a:pt x="45" y="117"/>
                </a:cubicBezTo>
                <a:cubicBezTo>
                  <a:pt x="45" y="74"/>
                  <a:pt x="74" y="44"/>
                  <a:pt x="118" y="44"/>
                </a:cubicBezTo>
                <a:cubicBezTo>
                  <a:pt x="516" y="44"/>
                  <a:pt x="516" y="44"/>
                  <a:pt x="516" y="44"/>
                </a:cubicBezTo>
                <a:cubicBezTo>
                  <a:pt x="560" y="44"/>
                  <a:pt x="589" y="74"/>
                  <a:pt x="589" y="117"/>
                </a:cubicBezTo>
                <a:lnTo>
                  <a:pt x="589" y="235"/>
                </a:lnTo>
                <a:close/>
                <a:moveTo>
                  <a:pt x="530" y="162"/>
                </a:moveTo>
                <a:lnTo>
                  <a:pt x="530" y="162"/>
                </a:lnTo>
                <a:cubicBezTo>
                  <a:pt x="516" y="162"/>
                  <a:pt x="501" y="176"/>
                  <a:pt x="501" y="191"/>
                </a:cubicBezTo>
                <a:cubicBezTo>
                  <a:pt x="501" y="206"/>
                  <a:pt x="516" y="221"/>
                  <a:pt x="530" y="221"/>
                </a:cubicBezTo>
                <a:cubicBezTo>
                  <a:pt x="545" y="221"/>
                  <a:pt x="560" y="206"/>
                  <a:pt x="560" y="191"/>
                </a:cubicBezTo>
                <a:cubicBezTo>
                  <a:pt x="560" y="176"/>
                  <a:pt x="545" y="162"/>
                  <a:pt x="530" y="162"/>
                </a:cubicBezTo>
                <a:close/>
                <a:moveTo>
                  <a:pt x="471" y="88"/>
                </a:moveTo>
                <a:lnTo>
                  <a:pt x="471" y="88"/>
                </a:lnTo>
                <a:cubicBezTo>
                  <a:pt x="457" y="88"/>
                  <a:pt x="442" y="103"/>
                  <a:pt x="442" y="117"/>
                </a:cubicBezTo>
                <a:cubicBezTo>
                  <a:pt x="442" y="132"/>
                  <a:pt x="457" y="147"/>
                  <a:pt x="471" y="147"/>
                </a:cubicBezTo>
                <a:cubicBezTo>
                  <a:pt x="486" y="147"/>
                  <a:pt x="501" y="132"/>
                  <a:pt x="501" y="117"/>
                </a:cubicBezTo>
                <a:cubicBezTo>
                  <a:pt x="501" y="103"/>
                  <a:pt x="486" y="88"/>
                  <a:pt x="471" y="8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8" name="Freeform 147"/>
          <p:cNvSpPr/>
          <p:nvPr/>
        </p:nvSpPr>
        <p:spPr>
          <a:xfrm>
            <a:off x="1998720" y="1373040"/>
            <a:ext cx="274680" cy="185760"/>
          </a:xfrm>
          <a:custGeom>
            <a:avLst/>
            <a:gdLst/>
            <a:ahLst/>
            <a:rect l="l" t="t" r="r" b="b"/>
            <a:pathLst>
              <a:path w="634" h="428">
                <a:moveTo>
                  <a:pt x="103" y="265"/>
                </a:moveTo>
                <a:lnTo>
                  <a:pt x="103" y="265"/>
                </a:lnTo>
                <a:cubicBezTo>
                  <a:pt x="88" y="265"/>
                  <a:pt x="73" y="280"/>
                  <a:pt x="73" y="295"/>
                </a:cubicBezTo>
                <a:cubicBezTo>
                  <a:pt x="73" y="295"/>
                  <a:pt x="88" y="309"/>
                  <a:pt x="103" y="309"/>
                </a:cubicBezTo>
                <a:lnTo>
                  <a:pt x="117" y="295"/>
                </a:lnTo>
                <a:cubicBezTo>
                  <a:pt x="117" y="280"/>
                  <a:pt x="103" y="265"/>
                  <a:pt x="103" y="265"/>
                </a:cubicBezTo>
                <a:close/>
                <a:moveTo>
                  <a:pt x="456" y="74"/>
                </a:moveTo>
                <a:lnTo>
                  <a:pt x="456" y="74"/>
                </a:lnTo>
                <a:cubicBezTo>
                  <a:pt x="176" y="74"/>
                  <a:pt x="176" y="74"/>
                  <a:pt x="176" y="74"/>
                </a:cubicBezTo>
                <a:cubicBezTo>
                  <a:pt x="162" y="74"/>
                  <a:pt x="162" y="88"/>
                  <a:pt x="162" y="88"/>
                </a:cubicBezTo>
                <a:cubicBezTo>
                  <a:pt x="162" y="324"/>
                  <a:pt x="162" y="324"/>
                  <a:pt x="162" y="324"/>
                </a:cubicBezTo>
                <a:cubicBezTo>
                  <a:pt x="162" y="339"/>
                  <a:pt x="162" y="354"/>
                  <a:pt x="176" y="354"/>
                </a:cubicBezTo>
                <a:cubicBezTo>
                  <a:pt x="456" y="354"/>
                  <a:pt x="456" y="354"/>
                  <a:pt x="456" y="354"/>
                </a:cubicBezTo>
                <a:cubicBezTo>
                  <a:pt x="456" y="354"/>
                  <a:pt x="471" y="339"/>
                  <a:pt x="471" y="324"/>
                </a:cubicBezTo>
                <a:cubicBezTo>
                  <a:pt x="471" y="88"/>
                  <a:pt x="471" y="88"/>
                  <a:pt x="471" y="88"/>
                </a:cubicBezTo>
                <a:lnTo>
                  <a:pt x="456" y="74"/>
                </a:lnTo>
                <a:close/>
                <a:moveTo>
                  <a:pt x="426" y="295"/>
                </a:moveTo>
                <a:lnTo>
                  <a:pt x="426" y="295"/>
                </a:lnTo>
                <a:cubicBezTo>
                  <a:pt x="426" y="295"/>
                  <a:pt x="426" y="309"/>
                  <a:pt x="412" y="309"/>
                </a:cubicBezTo>
                <a:cubicBezTo>
                  <a:pt x="221" y="309"/>
                  <a:pt x="221" y="309"/>
                  <a:pt x="221" y="309"/>
                </a:cubicBezTo>
                <a:cubicBezTo>
                  <a:pt x="206" y="309"/>
                  <a:pt x="191" y="295"/>
                  <a:pt x="191" y="295"/>
                </a:cubicBezTo>
                <a:cubicBezTo>
                  <a:pt x="191" y="133"/>
                  <a:pt x="191" y="133"/>
                  <a:pt x="191" y="133"/>
                </a:cubicBezTo>
                <a:cubicBezTo>
                  <a:pt x="191" y="118"/>
                  <a:pt x="206" y="118"/>
                  <a:pt x="221" y="118"/>
                </a:cubicBezTo>
                <a:cubicBezTo>
                  <a:pt x="412" y="118"/>
                  <a:pt x="412" y="118"/>
                  <a:pt x="412" y="118"/>
                </a:cubicBezTo>
                <a:cubicBezTo>
                  <a:pt x="426" y="118"/>
                  <a:pt x="426" y="118"/>
                  <a:pt x="426" y="133"/>
                </a:cubicBezTo>
                <a:lnTo>
                  <a:pt x="426" y="295"/>
                </a:lnTo>
                <a:close/>
                <a:moveTo>
                  <a:pt x="103" y="192"/>
                </a:moveTo>
                <a:lnTo>
                  <a:pt x="103" y="192"/>
                </a:lnTo>
                <a:cubicBezTo>
                  <a:pt x="88" y="192"/>
                  <a:pt x="73" y="206"/>
                  <a:pt x="73" y="206"/>
                </a:cubicBezTo>
                <a:cubicBezTo>
                  <a:pt x="73" y="221"/>
                  <a:pt x="88" y="236"/>
                  <a:pt x="103" y="236"/>
                </a:cubicBezTo>
                <a:cubicBezTo>
                  <a:pt x="103" y="236"/>
                  <a:pt x="117" y="221"/>
                  <a:pt x="117" y="206"/>
                </a:cubicBezTo>
                <a:lnTo>
                  <a:pt x="103" y="192"/>
                </a:lnTo>
                <a:close/>
                <a:moveTo>
                  <a:pt x="544" y="0"/>
                </a:moveTo>
                <a:lnTo>
                  <a:pt x="544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30"/>
                  <a:pt x="0" y="74"/>
                </a:cubicBezTo>
                <a:cubicBezTo>
                  <a:pt x="0" y="354"/>
                  <a:pt x="0" y="354"/>
                  <a:pt x="0" y="354"/>
                </a:cubicBezTo>
                <a:cubicBezTo>
                  <a:pt x="0" y="398"/>
                  <a:pt x="29" y="427"/>
                  <a:pt x="73" y="427"/>
                </a:cubicBezTo>
                <a:cubicBezTo>
                  <a:pt x="544" y="427"/>
                  <a:pt x="544" y="427"/>
                  <a:pt x="544" y="427"/>
                </a:cubicBezTo>
                <a:cubicBezTo>
                  <a:pt x="588" y="427"/>
                  <a:pt x="633" y="398"/>
                  <a:pt x="633" y="354"/>
                </a:cubicBezTo>
                <a:cubicBezTo>
                  <a:pt x="633" y="74"/>
                  <a:pt x="633" y="74"/>
                  <a:pt x="633" y="74"/>
                </a:cubicBezTo>
                <a:cubicBezTo>
                  <a:pt x="633" y="30"/>
                  <a:pt x="588" y="0"/>
                  <a:pt x="544" y="0"/>
                </a:cubicBezTo>
                <a:close/>
                <a:moveTo>
                  <a:pt x="588" y="354"/>
                </a:moveTo>
                <a:lnTo>
                  <a:pt x="588" y="354"/>
                </a:lnTo>
                <a:cubicBezTo>
                  <a:pt x="588" y="368"/>
                  <a:pt x="574" y="383"/>
                  <a:pt x="544" y="383"/>
                </a:cubicBezTo>
                <a:cubicBezTo>
                  <a:pt x="73" y="383"/>
                  <a:pt x="73" y="383"/>
                  <a:pt x="73" y="383"/>
                </a:cubicBezTo>
                <a:cubicBezTo>
                  <a:pt x="58" y="383"/>
                  <a:pt x="44" y="368"/>
                  <a:pt x="44" y="354"/>
                </a:cubicBezTo>
                <a:cubicBezTo>
                  <a:pt x="44" y="74"/>
                  <a:pt x="44" y="74"/>
                  <a:pt x="44" y="74"/>
                </a:cubicBezTo>
                <a:cubicBezTo>
                  <a:pt x="44" y="59"/>
                  <a:pt x="58" y="30"/>
                  <a:pt x="73" y="30"/>
                </a:cubicBezTo>
                <a:cubicBezTo>
                  <a:pt x="544" y="30"/>
                  <a:pt x="544" y="30"/>
                  <a:pt x="544" y="30"/>
                </a:cubicBezTo>
                <a:cubicBezTo>
                  <a:pt x="574" y="30"/>
                  <a:pt x="588" y="59"/>
                  <a:pt x="588" y="74"/>
                </a:cubicBezTo>
                <a:lnTo>
                  <a:pt x="588" y="354"/>
                </a:lnTo>
                <a:close/>
                <a:moveTo>
                  <a:pt x="530" y="192"/>
                </a:moveTo>
                <a:lnTo>
                  <a:pt x="530" y="192"/>
                </a:lnTo>
                <a:cubicBezTo>
                  <a:pt x="515" y="192"/>
                  <a:pt x="515" y="206"/>
                  <a:pt x="515" y="206"/>
                </a:cubicBezTo>
                <a:cubicBezTo>
                  <a:pt x="515" y="221"/>
                  <a:pt x="515" y="236"/>
                  <a:pt x="530" y="236"/>
                </a:cubicBezTo>
                <a:cubicBezTo>
                  <a:pt x="544" y="236"/>
                  <a:pt x="544" y="221"/>
                  <a:pt x="544" y="206"/>
                </a:cubicBezTo>
                <a:cubicBezTo>
                  <a:pt x="544" y="206"/>
                  <a:pt x="544" y="192"/>
                  <a:pt x="530" y="192"/>
                </a:cubicBezTo>
                <a:close/>
                <a:moveTo>
                  <a:pt x="530" y="265"/>
                </a:moveTo>
                <a:lnTo>
                  <a:pt x="530" y="265"/>
                </a:lnTo>
                <a:cubicBezTo>
                  <a:pt x="515" y="265"/>
                  <a:pt x="515" y="280"/>
                  <a:pt x="515" y="295"/>
                </a:cubicBezTo>
                <a:cubicBezTo>
                  <a:pt x="515" y="295"/>
                  <a:pt x="515" y="309"/>
                  <a:pt x="530" y="309"/>
                </a:cubicBezTo>
                <a:cubicBezTo>
                  <a:pt x="544" y="309"/>
                  <a:pt x="544" y="295"/>
                  <a:pt x="544" y="295"/>
                </a:cubicBezTo>
                <a:cubicBezTo>
                  <a:pt x="544" y="280"/>
                  <a:pt x="544" y="265"/>
                  <a:pt x="530" y="26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9" name="Freeform 148"/>
          <p:cNvSpPr/>
          <p:nvPr/>
        </p:nvSpPr>
        <p:spPr>
          <a:xfrm>
            <a:off x="1560600" y="1347840"/>
            <a:ext cx="266760" cy="237960"/>
          </a:xfrm>
          <a:custGeom>
            <a:avLst/>
            <a:gdLst/>
            <a:ahLst/>
            <a:rect l="l" t="t" r="r" b="b"/>
            <a:pathLst>
              <a:path w="619" h="546">
                <a:moveTo>
                  <a:pt x="545" y="74"/>
                </a:moveTo>
                <a:lnTo>
                  <a:pt x="545" y="74"/>
                </a:lnTo>
                <a:cubicBezTo>
                  <a:pt x="486" y="74"/>
                  <a:pt x="486" y="74"/>
                  <a:pt x="486" y="74"/>
                </a:cubicBezTo>
                <a:cubicBezTo>
                  <a:pt x="471" y="30"/>
                  <a:pt x="471" y="30"/>
                  <a:pt x="471" y="30"/>
                </a:cubicBezTo>
                <a:cubicBezTo>
                  <a:pt x="456" y="15"/>
                  <a:pt x="441" y="0"/>
                  <a:pt x="427" y="0"/>
                </a:cubicBezTo>
                <a:cubicBezTo>
                  <a:pt x="191" y="0"/>
                  <a:pt x="191" y="0"/>
                  <a:pt x="191" y="0"/>
                </a:cubicBezTo>
                <a:cubicBezTo>
                  <a:pt x="177" y="0"/>
                  <a:pt x="162" y="15"/>
                  <a:pt x="147" y="30"/>
                </a:cubicBezTo>
                <a:cubicBezTo>
                  <a:pt x="132" y="74"/>
                  <a:pt x="132" y="74"/>
                  <a:pt x="132" y="74"/>
                </a:cubicBezTo>
                <a:cubicBezTo>
                  <a:pt x="73" y="74"/>
                  <a:pt x="73" y="74"/>
                  <a:pt x="73" y="74"/>
                </a:cubicBezTo>
                <a:cubicBezTo>
                  <a:pt x="29" y="74"/>
                  <a:pt x="0" y="104"/>
                  <a:pt x="0" y="147"/>
                </a:cubicBezTo>
                <a:cubicBezTo>
                  <a:pt x="0" y="472"/>
                  <a:pt x="0" y="472"/>
                  <a:pt x="0" y="472"/>
                </a:cubicBezTo>
                <a:cubicBezTo>
                  <a:pt x="0" y="516"/>
                  <a:pt x="29" y="545"/>
                  <a:pt x="73" y="545"/>
                </a:cubicBezTo>
                <a:cubicBezTo>
                  <a:pt x="545" y="545"/>
                  <a:pt x="545" y="545"/>
                  <a:pt x="545" y="545"/>
                </a:cubicBezTo>
                <a:cubicBezTo>
                  <a:pt x="589" y="545"/>
                  <a:pt x="618" y="516"/>
                  <a:pt x="618" y="472"/>
                </a:cubicBezTo>
                <a:cubicBezTo>
                  <a:pt x="618" y="147"/>
                  <a:pt x="618" y="147"/>
                  <a:pt x="618" y="147"/>
                </a:cubicBezTo>
                <a:cubicBezTo>
                  <a:pt x="618" y="104"/>
                  <a:pt x="589" y="74"/>
                  <a:pt x="545" y="74"/>
                </a:cubicBezTo>
                <a:close/>
                <a:moveTo>
                  <a:pt x="589" y="472"/>
                </a:moveTo>
                <a:lnTo>
                  <a:pt x="589" y="472"/>
                </a:lnTo>
                <a:cubicBezTo>
                  <a:pt x="589" y="486"/>
                  <a:pt x="559" y="501"/>
                  <a:pt x="545" y="501"/>
                </a:cubicBezTo>
                <a:cubicBezTo>
                  <a:pt x="73" y="501"/>
                  <a:pt x="73" y="501"/>
                  <a:pt x="73" y="501"/>
                </a:cubicBezTo>
                <a:cubicBezTo>
                  <a:pt x="59" y="501"/>
                  <a:pt x="29" y="486"/>
                  <a:pt x="29" y="472"/>
                </a:cubicBezTo>
                <a:cubicBezTo>
                  <a:pt x="29" y="147"/>
                  <a:pt x="29" y="147"/>
                  <a:pt x="29" y="147"/>
                </a:cubicBezTo>
                <a:cubicBezTo>
                  <a:pt x="29" y="133"/>
                  <a:pt x="59" y="118"/>
                  <a:pt x="73" y="118"/>
                </a:cubicBezTo>
                <a:cubicBezTo>
                  <a:pt x="147" y="118"/>
                  <a:pt x="147" y="118"/>
                  <a:pt x="147" y="118"/>
                </a:cubicBezTo>
                <a:cubicBezTo>
                  <a:pt x="177" y="74"/>
                  <a:pt x="177" y="74"/>
                  <a:pt x="177" y="74"/>
                </a:cubicBezTo>
                <a:cubicBezTo>
                  <a:pt x="191" y="45"/>
                  <a:pt x="191" y="30"/>
                  <a:pt x="206" y="30"/>
                </a:cubicBezTo>
                <a:cubicBezTo>
                  <a:pt x="412" y="30"/>
                  <a:pt x="412" y="30"/>
                  <a:pt x="412" y="30"/>
                </a:cubicBezTo>
                <a:cubicBezTo>
                  <a:pt x="427" y="30"/>
                  <a:pt x="427" y="45"/>
                  <a:pt x="441" y="74"/>
                </a:cubicBezTo>
                <a:cubicBezTo>
                  <a:pt x="471" y="118"/>
                  <a:pt x="471" y="118"/>
                  <a:pt x="471" y="118"/>
                </a:cubicBezTo>
                <a:cubicBezTo>
                  <a:pt x="545" y="118"/>
                  <a:pt x="545" y="118"/>
                  <a:pt x="545" y="118"/>
                </a:cubicBezTo>
                <a:cubicBezTo>
                  <a:pt x="559" y="118"/>
                  <a:pt x="589" y="133"/>
                  <a:pt x="589" y="147"/>
                </a:cubicBezTo>
                <a:lnTo>
                  <a:pt x="589" y="472"/>
                </a:lnTo>
                <a:close/>
                <a:moveTo>
                  <a:pt x="309" y="147"/>
                </a:moveTo>
                <a:lnTo>
                  <a:pt x="309" y="147"/>
                </a:lnTo>
                <a:cubicBezTo>
                  <a:pt x="221" y="147"/>
                  <a:pt x="147" y="221"/>
                  <a:pt x="147" y="310"/>
                </a:cubicBezTo>
                <a:cubicBezTo>
                  <a:pt x="147" y="398"/>
                  <a:pt x="221" y="472"/>
                  <a:pt x="309" y="472"/>
                </a:cubicBezTo>
                <a:cubicBezTo>
                  <a:pt x="398" y="472"/>
                  <a:pt x="471" y="398"/>
                  <a:pt x="471" y="310"/>
                </a:cubicBezTo>
                <a:cubicBezTo>
                  <a:pt x="471" y="221"/>
                  <a:pt x="398" y="147"/>
                  <a:pt x="309" y="147"/>
                </a:cubicBezTo>
                <a:close/>
                <a:moveTo>
                  <a:pt x="309" y="427"/>
                </a:moveTo>
                <a:lnTo>
                  <a:pt x="309" y="427"/>
                </a:lnTo>
                <a:cubicBezTo>
                  <a:pt x="250" y="427"/>
                  <a:pt x="191" y="368"/>
                  <a:pt x="191" y="310"/>
                </a:cubicBezTo>
                <a:cubicBezTo>
                  <a:pt x="191" y="251"/>
                  <a:pt x="250" y="192"/>
                  <a:pt x="309" y="192"/>
                </a:cubicBezTo>
                <a:cubicBezTo>
                  <a:pt x="368" y="192"/>
                  <a:pt x="427" y="251"/>
                  <a:pt x="427" y="310"/>
                </a:cubicBezTo>
                <a:cubicBezTo>
                  <a:pt x="427" y="368"/>
                  <a:pt x="368" y="427"/>
                  <a:pt x="309" y="42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0" name="Freeform 149"/>
          <p:cNvSpPr/>
          <p:nvPr/>
        </p:nvSpPr>
        <p:spPr>
          <a:xfrm>
            <a:off x="1184400" y="1328760"/>
            <a:ext cx="122040" cy="276120"/>
          </a:xfrm>
          <a:custGeom>
            <a:avLst/>
            <a:gdLst/>
            <a:ahLst/>
            <a:rect l="l" t="t" r="r" b="b"/>
            <a:pathLst>
              <a:path w="281" h="634">
                <a:moveTo>
                  <a:pt x="280" y="162"/>
                </a:moveTo>
                <a:lnTo>
                  <a:pt x="280" y="162"/>
                </a:lnTo>
                <a:cubicBezTo>
                  <a:pt x="280" y="74"/>
                  <a:pt x="207" y="0"/>
                  <a:pt x="133" y="0"/>
                </a:cubicBezTo>
                <a:cubicBezTo>
                  <a:pt x="59" y="0"/>
                  <a:pt x="0" y="74"/>
                  <a:pt x="0" y="162"/>
                </a:cubicBezTo>
                <a:cubicBezTo>
                  <a:pt x="0" y="236"/>
                  <a:pt x="45" y="295"/>
                  <a:pt x="118" y="309"/>
                </a:cubicBezTo>
                <a:lnTo>
                  <a:pt x="118" y="309"/>
                </a:lnTo>
                <a:cubicBezTo>
                  <a:pt x="118" y="604"/>
                  <a:pt x="118" y="604"/>
                  <a:pt x="118" y="604"/>
                </a:cubicBezTo>
                <a:cubicBezTo>
                  <a:pt x="118" y="619"/>
                  <a:pt x="133" y="633"/>
                  <a:pt x="133" y="633"/>
                </a:cubicBezTo>
                <a:cubicBezTo>
                  <a:pt x="148" y="633"/>
                  <a:pt x="162" y="619"/>
                  <a:pt x="162" y="604"/>
                </a:cubicBezTo>
                <a:cubicBezTo>
                  <a:pt x="162" y="309"/>
                  <a:pt x="162" y="309"/>
                  <a:pt x="162" y="309"/>
                </a:cubicBezTo>
                <a:lnTo>
                  <a:pt x="162" y="309"/>
                </a:lnTo>
                <a:cubicBezTo>
                  <a:pt x="221" y="295"/>
                  <a:pt x="280" y="236"/>
                  <a:pt x="280" y="162"/>
                </a:cubicBezTo>
                <a:close/>
                <a:moveTo>
                  <a:pt x="133" y="280"/>
                </a:moveTo>
                <a:lnTo>
                  <a:pt x="133" y="280"/>
                </a:lnTo>
                <a:cubicBezTo>
                  <a:pt x="89" y="280"/>
                  <a:pt x="45" y="221"/>
                  <a:pt x="45" y="162"/>
                </a:cubicBezTo>
                <a:cubicBezTo>
                  <a:pt x="45" y="89"/>
                  <a:pt x="89" y="44"/>
                  <a:pt x="133" y="44"/>
                </a:cubicBezTo>
                <a:cubicBezTo>
                  <a:pt x="192" y="44"/>
                  <a:pt x="236" y="89"/>
                  <a:pt x="236" y="162"/>
                </a:cubicBezTo>
                <a:cubicBezTo>
                  <a:pt x="236" y="221"/>
                  <a:pt x="192" y="280"/>
                  <a:pt x="133" y="28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1" name="Freeform 150"/>
          <p:cNvSpPr/>
          <p:nvPr/>
        </p:nvSpPr>
        <p:spPr>
          <a:xfrm>
            <a:off x="776160" y="1328760"/>
            <a:ext cx="69840" cy="276120"/>
          </a:xfrm>
          <a:custGeom>
            <a:avLst/>
            <a:gdLst/>
            <a:ahLst/>
            <a:rect l="l" t="t" r="r" b="b"/>
            <a:pathLst>
              <a:path w="163" h="634">
                <a:moveTo>
                  <a:pt x="44" y="0"/>
                </a:moveTo>
                <a:lnTo>
                  <a:pt x="44" y="0"/>
                </a:lnTo>
                <a:cubicBezTo>
                  <a:pt x="30" y="0"/>
                  <a:pt x="30" y="0"/>
                  <a:pt x="15" y="0"/>
                </a:cubicBezTo>
                <a:lnTo>
                  <a:pt x="0" y="15"/>
                </a:lnTo>
                <a:cubicBezTo>
                  <a:pt x="0" y="604"/>
                  <a:pt x="0" y="604"/>
                  <a:pt x="0" y="604"/>
                </a:cubicBezTo>
                <a:cubicBezTo>
                  <a:pt x="0" y="619"/>
                  <a:pt x="15" y="633"/>
                  <a:pt x="15" y="633"/>
                </a:cubicBezTo>
                <a:cubicBezTo>
                  <a:pt x="30" y="633"/>
                  <a:pt x="44" y="619"/>
                  <a:pt x="44" y="604"/>
                </a:cubicBezTo>
                <a:cubicBezTo>
                  <a:pt x="44" y="354"/>
                  <a:pt x="44" y="354"/>
                  <a:pt x="44" y="354"/>
                </a:cubicBezTo>
                <a:cubicBezTo>
                  <a:pt x="44" y="354"/>
                  <a:pt x="74" y="354"/>
                  <a:pt x="162" y="354"/>
                </a:cubicBezTo>
                <a:cubicBezTo>
                  <a:pt x="162" y="118"/>
                  <a:pt x="44" y="0"/>
                  <a:pt x="44" y="0"/>
                </a:cubicBezTo>
                <a:close/>
                <a:moveTo>
                  <a:pt x="44" y="59"/>
                </a:moveTo>
                <a:lnTo>
                  <a:pt x="44" y="59"/>
                </a:lnTo>
                <a:cubicBezTo>
                  <a:pt x="44" y="59"/>
                  <a:pt x="118" y="191"/>
                  <a:pt x="118" y="309"/>
                </a:cubicBezTo>
                <a:cubicBezTo>
                  <a:pt x="59" y="309"/>
                  <a:pt x="44" y="309"/>
                  <a:pt x="44" y="309"/>
                </a:cubicBezTo>
                <a:lnTo>
                  <a:pt x="44" y="5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2" name="Freeform 151"/>
          <p:cNvSpPr/>
          <p:nvPr/>
        </p:nvSpPr>
        <p:spPr>
          <a:xfrm>
            <a:off x="324000" y="1328760"/>
            <a:ext cx="90360" cy="276120"/>
          </a:xfrm>
          <a:custGeom>
            <a:avLst/>
            <a:gdLst/>
            <a:ahLst/>
            <a:rect l="l" t="t" r="r" b="b"/>
            <a:pathLst>
              <a:path w="207" h="634">
                <a:moveTo>
                  <a:pt x="176" y="0"/>
                </a:moveTo>
                <a:lnTo>
                  <a:pt x="176" y="0"/>
                </a:lnTo>
                <a:lnTo>
                  <a:pt x="162" y="15"/>
                </a:lnTo>
                <a:cubicBezTo>
                  <a:pt x="162" y="162"/>
                  <a:pt x="162" y="162"/>
                  <a:pt x="162" y="162"/>
                </a:cubicBezTo>
                <a:cubicBezTo>
                  <a:pt x="162" y="191"/>
                  <a:pt x="147" y="207"/>
                  <a:pt x="118" y="207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18" y="15"/>
                  <a:pt x="118" y="0"/>
                  <a:pt x="103" y="0"/>
                </a:cubicBezTo>
                <a:cubicBezTo>
                  <a:pt x="88" y="0"/>
                  <a:pt x="88" y="15"/>
                  <a:pt x="88" y="15"/>
                </a:cubicBezTo>
                <a:cubicBezTo>
                  <a:pt x="88" y="207"/>
                  <a:pt x="88" y="207"/>
                  <a:pt x="88" y="207"/>
                </a:cubicBezTo>
                <a:cubicBezTo>
                  <a:pt x="59" y="207"/>
                  <a:pt x="44" y="191"/>
                  <a:pt x="44" y="162"/>
                </a:cubicBezTo>
                <a:cubicBezTo>
                  <a:pt x="44" y="15"/>
                  <a:pt x="44" y="15"/>
                  <a:pt x="44" y="15"/>
                </a:cubicBezTo>
                <a:lnTo>
                  <a:pt x="29" y="0"/>
                </a:lnTo>
                <a:cubicBezTo>
                  <a:pt x="15" y="0"/>
                  <a:pt x="0" y="15"/>
                  <a:pt x="0" y="15"/>
                </a:cubicBezTo>
                <a:cubicBezTo>
                  <a:pt x="0" y="162"/>
                  <a:pt x="0" y="162"/>
                  <a:pt x="0" y="162"/>
                </a:cubicBezTo>
                <a:cubicBezTo>
                  <a:pt x="0" y="207"/>
                  <a:pt x="44" y="250"/>
                  <a:pt x="88" y="250"/>
                </a:cubicBezTo>
                <a:cubicBezTo>
                  <a:pt x="88" y="604"/>
                  <a:pt x="88" y="604"/>
                  <a:pt x="88" y="604"/>
                </a:cubicBezTo>
                <a:cubicBezTo>
                  <a:pt x="88" y="619"/>
                  <a:pt x="88" y="633"/>
                  <a:pt x="103" y="633"/>
                </a:cubicBezTo>
                <a:cubicBezTo>
                  <a:pt x="118" y="633"/>
                  <a:pt x="118" y="619"/>
                  <a:pt x="118" y="604"/>
                </a:cubicBezTo>
                <a:cubicBezTo>
                  <a:pt x="118" y="250"/>
                  <a:pt x="118" y="250"/>
                  <a:pt x="118" y="250"/>
                </a:cubicBezTo>
                <a:cubicBezTo>
                  <a:pt x="162" y="250"/>
                  <a:pt x="206" y="207"/>
                  <a:pt x="206" y="162"/>
                </a:cubicBezTo>
                <a:cubicBezTo>
                  <a:pt x="206" y="15"/>
                  <a:pt x="206" y="15"/>
                  <a:pt x="206" y="15"/>
                </a:cubicBezTo>
                <a:cubicBezTo>
                  <a:pt x="206" y="15"/>
                  <a:pt x="191" y="0"/>
                  <a:pt x="176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3" name="Freeform 152"/>
          <p:cNvSpPr/>
          <p:nvPr/>
        </p:nvSpPr>
        <p:spPr>
          <a:xfrm>
            <a:off x="4290840" y="890640"/>
            <a:ext cx="103320" cy="266760"/>
          </a:xfrm>
          <a:custGeom>
            <a:avLst/>
            <a:gdLst/>
            <a:ahLst/>
            <a:rect l="l" t="t" r="r" b="b"/>
            <a:pathLst>
              <a:path w="237" h="619">
                <a:moveTo>
                  <a:pt x="177" y="235"/>
                </a:moveTo>
                <a:lnTo>
                  <a:pt x="177" y="235"/>
                </a:lnTo>
                <a:lnTo>
                  <a:pt x="177" y="235"/>
                </a:lnTo>
                <a:cubicBezTo>
                  <a:pt x="177" y="14"/>
                  <a:pt x="177" y="14"/>
                  <a:pt x="177" y="14"/>
                </a:cubicBezTo>
                <a:cubicBezTo>
                  <a:pt x="177" y="0"/>
                  <a:pt x="162" y="0"/>
                  <a:pt x="162" y="0"/>
                </a:cubicBezTo>
                <a:cubicBezTo>
                  <a:pt x="74" y="0"/>
                  <a:pt x="74" y="0"/>
                  <a:pt x="74" y="0"/>
                </a:cubicBezTo>
                <a:cubicBezTo>
                  <a:pt x="74" y="0"/>
                  <a:pt x="59" y="0"/>
                  <a:pt x="59" y="14"/>
                </a:cubicBezTo>
                <a:cubicBezTo>
                  <a:pt x="59" y="235"/>
                  <a:pt x="59" y="235"/>
                  <a:pt x="59" y="235"/>
                </a:cubicBezTo>
                <a:lnTo>
                  <a:pt x="59" y="235"/>
                </a:lnTo>
                <a:cubicBezTo>
                  <a:pt x="15" y="235"/>
                  <a:pt x="0" y="264"/>
                  <a:pt x="0" y="309"/>
                </a:cubicBezTo>
                <a:cubicBezTo>
                  <a:pt x="0" y="618"/>
                  <a:pt x="0" y="618"/>
                  <a:pt x="0" y="618"/>
                </a:cubicBezTo>
                <a:cubicBezTo>
                  <a:pt x="236" y="618"/>
                  <a:pt x="236" y="618"/>
                  <a:pt x="236" y="618"/>
                </a:cubicBezTo>
                <a:cubicBezTo>
                  <a:pt x="236" y="309"/>
                  <a:pt x="236" y="309"/>
                  <a:pt x="236" y="309"/>
                </a:cubicBezTo>
                <a:cubicBezTo>
                  <a:pt x="236" y="264"/>
                  <a:pt x="221" y="235"/>
                  <a:pt x="177" y="235"/>
                </a:cubicBezTo>
                <a:close/>
                <a:moveTo>
                  <a:pt x="103" y="29"/>
                </a:moveTo>
                <a:lnTo>
                  <a:pt x="103" y="29"/>
                </a:lnTo>
                <a:cubicBezTo>
                  <a:pt x="133" y="29"/>
                  <a:pt x="133" y="29"/>
                  <a:pt x="133" y="29"/>
                </a:cubicBezTo>
                <a:cubicBezTo>
                  <a:pt x="133" y="73"/>
                  <a:pt x="133" y="73"/>
                  <a:pt x="133" y="73"/>
                </a:cubicBezTo>
                <a:cubicBezTo>
                  <a:pt x="103" y="73"/>
                  <a:pt x="103" y="73"/>
                  <a:pt x="103" y="73"/>
                </a:cubicBezTo>
                <a:lnTo>
                  <a:pt x="103" y="29"/>
                </a:lnTo>
                <a:close/>
                <a:moveTo>
                  <a:pt x="103" y="117"/>
                </a:moveTo>
                <a:lnTo>
                  <a:pt x="103" y="117"/>
                </a:lnTo>
                <a:cubicBezTo>
                  <a:pt x="133" y="117"/>
                  <a:pt x="133" y="117"/>
                  <a:pt x="133" y="117"/>
                </a:cubicBezTo>
                <a:cubicBezTo>
                  <a:pt x="133" y="235"/>
                  <a:pt x="133" y="235"/>
                  <a:pt x="133" y="235"/>
                </a:cubicBezTo>
                <a:cubicBezTo>
                  <a:pt x="103" y="235"/>
                  <a:pt x="103" y="235"/>
                  <a:pt x="103" y="235"/>
                </a:cubicBezTo>
                <a:lnTo>
                  <a:pt x="103" y="117"/>
                </a:lnTo>
                <a:close/>
                <a:moveTo>
                  <a:pt x="192" y="588"/>
                </a:moveTo>
                <a:lnTo>
                  <a:pt x="192" y="588"/>
                </a:lnTo>
                <a:cubicBezTo>
                  <a:pt x="45" y="588"/>
                  <a:pt x="45" y="588"/>
                  <a:pt x="45" y="588"/>
                </a:cubicBezTo>
                <a:cubicBezTo>
                  <a:pt x="45" y="309"/>
                  <a:pt x="45" y="309"/>
                  <a:pt x="45" y="309"/>
                </a:cubicBezTo>
                <a:cubicBezTo>
                  <a:pt x="45" y="294"/>
                  <a:pt x="59" y="264"/>
                  <a:pt x="74" y="264"/>
                </a:cubicBezTo>
                <a:cubicBezTo>
                  <a:pt x="162" y="264"/>
                  <a:pt x="162" y="264"/>
                  <a:pt x="162" y="264"/>
                </a:cubicBezTo>
                <a:cubicBezTo>
                  <a:pt x="177" y="264"/>
                  <a:pt x="192" y="294"/>
                  <a:pt x="192" y="309"/>
                </a:cubicBezTo>
                <a:lnTo>
                  <a:pt x="192" y="58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4" name="Freeform 153"/>
          <p:cNvSpPr/>
          <p:nvPr/>
        </p:nvSpPr>
        <p:spPr>
          <a:xfrm>
            <a:off x="3781440" y="903240"/>
            <a:ext cx="228600" cy="243000"/>
          </a:xfrm>
          <a:custGeom>
            <a:avLst/>
            <a:gdLst/>
            <a:ahLst/>
            <a:rect l="l" t="t" r="r" b="b"/>
            <a:pathLst>
              <a:path w="531" h="560">
                <a:moveTo>
                  <a:pt x="530" y="44"/>
                </a:moveTo>
                <a:lnTo>
                  <a:pt x="530" y="44"/>
                </a:lnTo>
                <a:cubicBezTo>
                  <a:pt x="530" y="29"/>
                  <a:pt x="530" y="29"/>
                  <a:pt x="530" y="29"/>
                </a:cubicBezTo>
                <a:cubicBezTo>
                  <a:pt x="530" y="15"/>
                  <a:pt x="530" y="15"/>
                  <a:pt x="515" y="0"/>
                </a:cubicBezTo>
                <a:lnTo>
                  <a:pt x="515" y="0"/>
                </a:lnTo>
                <a:cubicBezTo>
                  <a:pt x="14" y="0"/>
                  <a:pt x="14" y="0"/>
                  <a:pt x="14" y="0"/>
                </a:cubicBezTo>
                <a:cubicBezTo>
                  <a:pt x="14" y="0"/>
                  <a:pt x="14" y="0"/>
                  <a:pt x="0" y="15"/>
                </a:cubicBezTo>
                <a:cubicBezTo>
                  <a:pt x="0" y="15"/>
                  <a:pt x="0" y="29"/>
                  <a:pt x="0" y="44"/>
                </a:cubicBezTo>
                <a:cubicBezTo>
                  <a:pt x="250" y="338"/>
                  <a:pt x="250" y="338"/>
                  <a:pt x="250" y="338"/>
                </a:cubicBezTo>
                <a:cubicBezTo>
                  <a:pt x="250" y="515"/>
                  <a:pt x="250" y="515"/>
                  <a:pt x="250" y="515"/>
                </a:cubicBezTo>
                <a:cubicBezTo>
                  <a:pt x="176" y="515"/>
                  <a:pt x="176" y="515"/>
                  <a:pt x="176" y="515"/>
                </a:cubicBezTo>
                <a:cubicBezTo>
                  <a:pt x="162" y="515"/>
                  <a:pt x="162" y="530"/>
                  <a:pt x="162" y="530"/>
                </a:cubicBezTo>
                <a:cubicBezTo>
                  <a:pt x="162" y="545"/>
                  <a:pt x="162" y="559"/>
                  <a:pt x="176" y="559"/>
                </a:cubicBezTo>
                <a:cubicBezTo>
                  <a:pt x="367" y="559"/>
                  <a:pt x="367" y="559"/>
                  <a:pt x="367" y="559"/>
                </a:cubicBezTo>
                <a:cubicBezTo>
                  <a:pt x="383" y="559"/>
                  <a:pt x="397" y="545"/>
                  <a:pt x="397" y="530"/>
                </a:cubicBezTo>
                <a:cubicBezTo>
                  <a:pt x="397" y="530"/>
                  <a:pt x="383" y="515"/>
                  <a:pt x="367" y="515"/>
                </a:cubicBezTo>
                <a:cubicBezTo>
                  <a:pt x="294" y="515"/>
                  <a:pt x="294" y="515"/>
                  <a:pt x="294" y="515"/>
                </a:cubicBezTo>
                <a:cubicBezTo>
                  <a:pt x="294" y="338"/>
                  <a:pt x="294" y="338"/>
                  <a:pt x="294" y="338"/>
                </a:cubicBezTo>
                <a:lnTo>
                  <a:pt x="530" y="44"/>
                </a:lnTo>
                <a:close/>
                <a:moveTo>
                  <a:pt x="279" y="294"/>
                </a:moveTo>
                <a:lnTo>
                  <a:pt x="279" y="294"/>
                </a:lnTo>
                <a:cubicBezTo>
                  <a:pt x="58" y="44"/>
                  <a:pt x="58" y="44"/>
                  <a:pt x="58" y="44"/>
                </a:cubicBezTo>
                <a:cubicBezTo>
                  <a:pt x="471" y="44"/>
                  <a:pt x="471" y="44"/>
                  <a:pt x="471" y="44"/>
                </a:cubicBezTo>
                <a:lnTo>
                  <a:pt x="279" y="29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5" name="Freeform 154"/>
          <p:cNvSpPr/>
          <p:nvPr/>
        </p:nvSpPr>
        <p:spPr>
          <a:xfrm>
            <a:off x="3322800" y="915840"/>
            <a:ext cx="274320" cy="217800"/>
          </a:xfrm>
          <a:custGeom>
            <a:avLst/>
            <a:gdLst/>
            <a:ahLst/>
            <a:rect l="l" t="t" r="r" b="b"/>
            <a:pathLst>
              <a:path w="634" h="502">
                <a:moveTo>
                  <a:pt x="603" y="472"/>
                </a:moveTo>
                <a:lnTo>
                  <a:pt x="603" y="472"/>
                </a:lnTo>
                <a:cubicBezTo>
                  <a:pt x="14" y="472"/>
                  <a:pt x="14" y="472"/>
                  <a:pt x="14" y="472"/>
                </a:cubicBezTo>
                <a:cubicBezTo>
                  <a:pt x="14" y="472"/>
                  <a:pt x="0" y="472"/>
                  <a:pt x="0" y="486"/>
                </a:cubicBezTo>
                <a:cubicBezTo>
                  <a:pt x="0" y="501"/>
                  <a:pt x="14" y="501"/>
                  <a:pt x="14" y="501"/>
                </a:cubicBezTo>
                <a:cubicBezTo>
                  <a:pt x="603" y="501"/>
                  <a:pt x="603" y="501"/>
                  <a:pt x="603" y="501"/>
                </a:cubicBezTo>
                <a:cubicBezTo>
                  <a:pt x="618" y="501"/>
                  <a:pt x="633" y="501"/>
                  <a:pt x="633" y="486"/>
                </a:cubicBezTo>
                <a:cubicBezTo>
                  <a:pt x="633" y="472"/>
                  <a:pt x="618" y="472"/>
                  <a:pt x="603" y="472"/>
                </a:cubicBezTo>
                <a:close/>
                <a:moveTo>
                  <a:pt x="338" y="74"/>
                </a:moveTo>
                <a:lnTo>
                  <a:pt x="338" y="74"/>
                </a:lnTo>
                <a:cubicBezTo>
                  <a:pt x="338" y="30"/>
                  <a:pt x="338" y="30"/>
                  <a:pt x="338" y="30"/>
                </a:cubicBezTo>
                <a:cubicBezTo>
                  <a:pt x="368" y="30"/>
                  <a:pt x="368" y="30"/>
                  <a:pt x="368" y="30"/>
                </a:cubicBezTo>
                <a:cubicBezTo>
                  <a:pt x="383" y="30"/>
                  <a:pt x="397" y="30"/>
                  <a:pt x="397" y="15"/>
                </a:cubicBezTo>
                <a:cubicBezTo>
                  <a:pt x="397" y="0"/>
                  <a:pt x="383" y="0"/>
                  <a:pt x="368" y="0"/>
                </a:cubicBezTo>
                <a:cubicBezTo>
                  <a:pt x="250" y="0"/>
                  <a:pt x="250" y="0"/>
                  <a:pt x="250" y="0"/>
                </a:cubicBezTo>
                <a:cubicBezTo>
                  <a:pt x="250" y="0"/>
                  <a:pt x="235" y="0"/>
                  <a:pt x="235" y="15"/>
                </a:cubicBezTo>
                <a:cubicBezTo>
                  <a:pt x="235" y="30"/>
                  <a:pt x="250" y="30"/>
                  <a:pt x="250" y="30"/>
                </a:cubicBezTo>
                <a:cubicBezTo>
                  <a:pt x="294" y="30"/>
                  <a:pt x="294" y="30"/>
                  <a:pt x="294" y="30"/>
                </a:cubicBezTo>
                <a:lnTo>
                  <a:pt x="294" y="74"/>
                </a:lnTo>
                <a:cubicBezTo>
                  <a:pt x="132" y="89"/>
                  <a:pt x="0" y="221"/>
                  <a:pt x="0" y="383"/>
                </a:cubicBezTo>
                <a:cubicBezTo>
                  <a:pt x="0" y="398"/>
                  <a:pt x="0" y="398"/>
                  <a:pt x="0" y="413"/>
                </a:cubicBezTo>
                <a:lnTo>
                  <a:pt x="14" y="427"/>
                </a:lnTo>
                <a:cubicBezTo>
                  <a:pt x="603" y="427"/>
                  <a:pt x="603" y="427"/>
                  <a:pt x="603" y="427"/>
                </a:cubicBezTo>
                <a:cubicBezTo>
                  <a:pt x="618" y="427"/>
                  <a:pt x="633" y="413"/>
                  <a:pt x="633" y="413"/>
                </a:cubicBezTo>
                <a:cubicBezTo>
                  <a:pt x="633" y="398"/>
                  <a:pt x="633" y="398"/>
                  <a:pt x="633" y="383"/>
                </a:cubicBezTo>
                <a:cubicBezTo>
                  <a:pt x="633" y="221"/>
                  <a:pt x="500" y="89"/>
                  <a:pt x="338" y="74"/>
                </a:cubicBezTo>
                <a:close/>
                <a:moveTo>
                  <a:pt x="44" y="383"/>
                </a:moveTo>
                <a:lnTo>
                  <a:pt x="44" y="383"/>
                </a:lnTo>
                <a:cubicBezTo>
                  <a:pt x="44" y="236"/>
                  <a:pt x="162" y="118"/>
                  <a:pt x="309" y="118"/>
                </a:cubicBezTo>
                <a:cubicBezTo>
                  <a:pt x="471" y="118"/>
                  <a:pt x="588" y="236"/>
                  <a:pt x="588" y="383"/>
                </a:cubicBezTo>
                <a:lnTo>
                  <a:pt x="44" y="38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6" name="Freeform 155"/>
          <p:cNvSpPr/>
          <p:nvPr/>
        </p:nvSpPr>
        <p:spPr>
          <a:xfrm>
            <a:off x="2908440" y="890640"/>
            <a:ext cx="217440" cy="266760"/>
          </a:xfrm>
          <a:custGeom>
            <a:avLst/>
            <a:gdLst/>
            <a:ahLst/>
            <a:rect l="l" t="t" r="r" b="b"/>
            <a:pathLst>
              <a:path w="501" h="619">
                <a:moveTo>
                  <a:pt x="441" y="132"/>
                </a:moveTo>
                <a:lnTo>
                  <a:pt x="441" y="132"/>
                </a:lnTo>
                <a:cubicBezTo>
                  <a:pt x="353" y="162"/>
                  <a:pt x="339" y="220"/>
                  <a:pt x="353" y="264"/>
                </a:cubicBezTo>
                <a:cubicBezTo>
                  <a:pt x="280" y="191"/>
                  <a:pt x="294" y="117"/>
                  <a:pt x="294" y="0"/>
                </a:cubicBezTo>
                <a:cubicBezTo>
                  <a:pt x="88" y="73"/>
                  <a:pt x="132" y="279"/>
                  <a:pt x="132" y="353"/>
                </a:cubicBezTo>
                <a:cubicBezTo>
                  <a:pt x="88" y="309"/>
                  <a:pt x="73" y="205"/>
                  <a:pt x="73" y="205"/>
                </a:cubicBezTo>
                <a:cubicBezTo>
                  <a:pt x="14" y="235"/>
                  <a:pt x="0" y="309"/>
                  <a:pt x="0" y="367"/>
                </a:cubicBezTo>
                <a:cubicBezTo>
                  <a:pt x="0" y="515"/>
                  <a:pt x="103" y="618"/>
                  <a:pt x="250" y="618"/>
                </a:cubicBezTo>
                <a:cubicBezTo>
                  <a:pt x="397" y="618"/>
                  <a:pt x="500" y="515"/>
                  <a:pt x="500" y="367"/>
                </a:cubicBezTo>
                <a:cubicBezTo>
                  <a:pt x="500" y="279"/>
                  <a:pt x="441" y="250"/>
                  <a:pt x="441" y="132"/>
                </a:cubicBezTo>
                <a:close/>
                <a:moveTo>
                  <a:pt x="265" y="588"/>
                </a:moveTo>
                <a:lnTo>
                  <a:pt x="265" y="588"/>
                </a:lnTo>
                <a:cubicBezTo>
                  <a:pt x="132" y="588"/>
                  <a:pt x="29" y="485"/>
                  <a:pt x="29" y="353"/>
                </a:cubicBezTo>
                <a:cubicBezTo>
                  <a:pt x="29" y="338"/>
                  <a:pt x="29" y="309"/>
                  <a:pt x="59" y="294"/>
                </a:cubicBezTo>
                <a:cubicBezTo>
                  <a:pt x="59" y="309"/>
                  <a:pt x="88" y="412"/>
                  <a:pt x="177" y="397"/>
                </a:cubicBezTo>
                <a:cubicBezTo>
                  <a:pt x="177" y="323"/>
                  <a:pt x="147" y="117"/>
                  <a:pt x="250" y="58"/>
                </a:cubicBezTo>
                <a:cubicBezTo>
                  <a:pt x="250" y="162"/>
                  <a:pt x="265" y="309"/>
                  <a:pt x="382" y="323"/>
                </a:cubicBezTo>
                <a:cubicBezTo>
                  <a:pt x="382" y="279"/>
                  <a:pt x="382" y="220"/>
                  <a:pt x="412" y="205"/>
                </a:cubicBezTo>
                <a:cubicBezTo>
                  <a:pt x="412" y="264"/>
                  <a:pt x="471" y="309"/>
                  <a:pt x="471" y="367"/>
                </a:cubicBezTo>
                <a:cubicBezTo>
                  <a:pt x="471" y="485"/>
                  <a:pt x="353" y="588"/>
                  <a:pt x="265" y="58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7" name="Freeform 156"/>
          <p:cNvSpPr/>
          <p:nvPr/>
        </p:nvSpPr>
        <p:spPr>
          <a:xfrm>
            <a:off x="2463840" y="890640"/>
            <a:ext cx="223920" cy="266760"/>
          </a:xfrm>
          <a:custGeom>
            <a:avLst/>
            <a:gdLst/>
            <a:ahLst/>
            <a:rect l="l" t="t" r="r" b="b"/>
            <a:pathLst>
              <a:path w="517" h="619">
                <a:moveTo>
                  <a:pt x="265" y="0"/>
                </a:moveTo>
                <a:lnTo>
                  <a:pt x="265" y="0"/>
                </a:lnTo>
                <a:cubicBezTo>
                  <a:pt x="162" y="88"/>
                  <a:pt x="0" y="220"/>
                  <a:pt x="0" y="367"/>
                </a:cubicBezTo>
                <a:cubicBezTo>
                  <a:pt x="0" y="515"/>
                  <a:pt x="118" y="618"/>
                  <a:pt x="265" y="618"/>
                </a:cubicBezTo>
                <a:cubicBezTo>
                  <a:pt x="398" y="618"/>
                  <a:pt x="516" y="515"/>
                  <a:pt x="516" y="367"/>
                </a:cubicBezTo>
                <a:cubicBezTo>
                  <a:pt x="516" y="220"/>
                  <a:pt x="353" y="88"/>
                  <a:pt x="265" y="0"/>
                </a:cubicBezTo>
                <a:close/>
                <a:moveTo>
                  <a:pt x="265" y="588"/>
                </a:moveTo>
                <a:lnTo>
                  <a:pt x="265" y="588"/>
                </a:lnTo>
                <a:cubicBezTo>
                  <a:pt x="148" y="588"/>
                  <a:pt x="44" y="485"/>
                  <a:pt x="44" y="367"/>
                </a:cubicBezTo>
                <a:cubicBezTo>
                  <a:pt x="44" y="250"/>
                  <a:pt x="177" y="132"/>
                  <a:pt x="265" y="58"/>
                </a:cubicBezTo>
                <a:cubicBezTo>
                  <a:pt x="339" y="132"/>
                  <a:pt x="471" y="250"/>
                  <a:pt x="471" y="367"/>
                </a:cubicBezTo>
                <a:cubicBezTo>
                  <a:pt x="471" y="485"/>
                  <a:pt x="383" y="588"/>
                  <a:pt x="265" y="588"/>
                </a:cubicBezTo>
                <a:close/>
                <a:moveTo>
                  <a:pt x="265" y="191"/>
                </a:moveTo>
                <a:lnTo>
                  <a:pt x="265" y="191"/>
                </a:lnTo>
                <a:cubicBezTo>
                  <a:pt x="206" y="250"/>
                  <a:pt x="118" y="309"/>
                  <a:pt x="118" y="382"/>
                </a:cubicBezTo>
                <a:cubicBezTo>
                  <a:pt x="118" y="471"/>
                  <a:pt x="192" y="530"/>
                  <a:pt x="265" y="530"/>
                </a:cubicBezTo>
                <a:cubicBezTo>
                  <a:pt x="339" y="530"/>
                  <a:pt x="398" y="471"/>
                  <a:pt x="398" y="382"/>
                </a:cubicBezTo>
                <a:cubicBezTo>
                  <a:pt x="398" y="309"/>
                  <a:pt x="310" y="250"/>
                  <a:pt x="265" y="191"/>
                </a:cubicBezTo>
                <a:close/>
                <a:moveTo>
                  <a:pt x="265" y="485"/>
                </a:moveTo>
                <a:lnTo>
                  <a:pt x="265" y="485"/>
                </a:lnTo>
                <a:cubicBezTo>
                  <a:pt x="206" y="485"/>
                  <a:pt x="162" y="441"/>
                  <a:pt x="162" y="382"/>
                </a:cubicBezTo>
                <a:cubicBezTo>
                  <a:pt x="162" y="323"/>
                  <a:pt x="221" y="279"/>
                  <a:pt x="265" y="235"/>
                </a:cubicBezTo>
                <a:cubicBezTo>
                  <a:pt x="295" y="279"/>
                  <a:pt x="353" y="323"/>
                  <a:pt x="353" y="382"/>
                </a:cubicBezTo>
                <a:cubicBezTo>
                  <a:pt x="353" y="441"/>
                  <a:pt x="310" y="485"/>
                  <a:pt x="265" y="48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8" name="Freeform 157"/>
          <p:cNvSpPr/>
          <p:nvPr/>
        </p:nvSpPr>
        <p:spPr>
          <a:xfrm>
            <a:off x="1998720" y="890640"/>
            <a:ext cx="274680" cy="266760"/>
          </a:xfrm>
          <a:custGeom>
            <a:avLst/>
            <a:gdLst/>
            <a:ahLst/>
            <a:rect l="l" t="t" r="r" b="b"/>
            <a:pathLst>
              <a:path w="634" h="619">
                <a:moveTo>
                  <a:pt x="309" y="88"/>
                </a:moveTo>
                <a:lnTo>
                  <a:pt x="309" y="88"/>
                </a:lnTo>
                <a:cubicBezTo>
                  <a:pt x="235" y="88"/>
                  <a:pt x="176" y="162"/>
                  <a:pt x="176" y="235"/>
                </a:cubicBezTo>
                <a:cubicBezTo>
                  <a:pt x="176" y="309"/>
                  <a:pt x="235" y="367"/>
                  <a:pt x="309" y="367"/>
                </a:cubicBezTo>
                <a:cubicBezTo>
                  <a:pt x="383" y="367"/>
                  <a:pt x="456" y="309"/>
                  <a:pt x="456" y="235"/>
                </a:cubicBezTo>
                <a:cubicBezTo>
                  <a:pt x="456" y="162"/>
                  <a:pt x="383" y="88"/>
                  <a:pt x="309" y="88"/>
                </a:cubicBezTo>
                <a:close/>
                <a:moveTo>
                  <a:pt x="309" y="323"/>
                </a:moveTo>
                <a:lnTo>
                  <a:pt x="309" y="323"/>
                </a:lnTo>
                <a:cubicBezTo>
                  <a:pt x="265" y="323"/>
                  <a:pt x="221" y="279"/>
                  <a:pt x="221" y="235"/>
                </a:cubicBezTo>
                <a:cubicBezTo>
                  <a:pt x="221" y="176"/>
                  <a:pt x="265" y="132"/>
                  <a:pt x="309" y="132"/>
                </a:cubicBezTo>
                <a:cubicBezTo>
                  <a:pt x="368" y="132"/>
                  <a:pt x="412" y="176"/>
                  <a:pt x="412" y="235"/>
                </a:cubicBezTo>
                <a:cubicBezTo>
                  <a:pt x="412" y="279"/>
                  <a:pt x="368" y="323"/>
                  <a:pt x="309" y="323"/>
                </a:cubicBezTo>
                <a:close/>
                <a:moveTo>
                  <a:pt x="530" y="338"/>
                </a:moveTo>
                <a:lnTo>
                  <a:pt x="530" y="338"/>
                </a:lnTo>
                <a:cubicBezTo>
                  <a:pt x="544" y="309"/>
                  <a:pt x="559" y="264"/>
                  <a:pt x="559" y="235"/>
                </a:cubicBezTo>
                <a:cubicBezTo>
                  <a:pt x="559" y="103"/>
                  <a:pt x="441" y="0"/>
                  <a:pt x="309" y="0"/>
                </a:cubicBezTo>
                <a:cubicBezTo>
                  <a:pt x="176" y="0"/>
                  <a:pt x="73" y="103"/>
                  <a:pt x="73" y="235"/>
                </a:cubicBezTo>
                <a:cubicBezTo>
                  <a:pt x="73" y="264"/>
                  <a:pt x="88" y="309"/>
                  <a:pt x="103" y="338"/>
                </a:cubicBezTo>
                <a:cubicBezTo>
                  <a:pt x="0" y="500"/>
                  <a:pt x="0" y="500"/>
                  <a:pt x="0" y="500"/>
                </a:cubicBezTo>
                <a:cubicBezTo>
                  <a:pt x="0" y="500"/>
                  <a:pt x="58" y="515"/>
                  <a:pt x="117" y="530"/>
                </a:cubicBezTo>
                <a:cubicBezTo>
                  <a:pt x="162" y="574"/>
                  <a:pt x="206" y="618"/>
                  <a:pt x="206" y="618"/>
                </a:cubicBezTo>
                <a:cubicBezTo>
                  <a:pt x="294" y="471"/>
                  <a:pt x="294" y="471"/>
                  <a:pt x="294" y="471"/>
                </a:cubicBezTo>
                <a:cubicBezTo>
                  <a:pt x="309" y="471"/>
                  <a:pt x="309" y="471"/>
                  <a:pt x="309" y="471"/>
                </a:cubicBezTo>
                <a:cubicBezTo>
                  <a:pt x="324" y="471"/>
                  <a:pt x="324" y="471"/>
                  <a:pt x="324" y="471"/>
                </a:cubicBezTo>
                <a:cubicBezTo>
                  <a:pt x="412" y="618"/>
                  <a:pt x="412" y="618"/>
                  <a:pt x="412" y="618"/>
                </a:cubicBezTo>
                <a:cubicBezTo>
                  <a:pt x="412" y="618"/>
                  <a:pt x="456" y="574"/>
                  <a:pt x="500" y="530"/>
                </a:cubicBezTo>
                <a:cubicBezTo>
                  <a:pt x="559" y="515"/>
                  <a:pt x="633" y="500"/>
                  <a:pt x="633" y="500"/>
                </a:cubicBezTo>
                <a:lnTo>
                  <a:pt x="530" y="338"/>
                </a:lnTo>
                <a:close/>
                <a:moveTo>
                  <a:pt x="206" y="544"/>
                </a:moveTo>
                <a:lnTo>
                  <a:pt x="206" y="544"/>
                </a:lnTo>
                <a:cubicBezTo>
                  <a:pt x="206" y="544"/>
                  <a:pt x="176" y="530"/>
                  <a:pt x="147" y="500"/>
                </a:cubicBezTo>
                <a:cubicBezTo>
                  <a:pt x="103" y="485"/>
                  <a:pt x="58" y="471"/>
                  <a:pt x="58" y="471"/>
                </a:cubicBezTo>
                <a:cubicBezTo>
                  <a:pt x="117" y="382"/>
                  <a:pt x="117" y="382"/>
                  <a:pt x="117" y="382"/>
                </a:cubicBezTo>
                <a:cubicBezTo>
                  <a:pt x="147" y="412"/>
                  <a:pt x="206" y="456"/>
                  <a:pt x="250" y="456"/>
                </a:cubicBezTo>
                <a:lnTo>
                  <a:pt x="206" y="544"/>
                </a:lnTo>
                <a:close/>
                <a:moveTo>
                  <a:pt x="309" y="426"/>
                </a:moveTo>
                <a:lnTo>
                  <a:pt x="309" y="426"/>
                </a:lnTo>
                <a:cubicBezTo>
                  <a:pt x="206" y="426"/>
                  <a:pt x="117" y="338"/>
                  <a:pt x="117" y="235"/>
                </a:cubicBezTo>
                <a:cubicBezTo>
                  <a:pt x="117" y="117"/>
                  <a:pt x="206" y="29"/>
                  <a:pt x="309" y="29"/>
                </a:cubicBezTo>
                <a:cubicBezTo>
                  <a:pt x="426" y="29"/>
                  <a:pt x="515" y="117"/>
                  <a:pt x="515" y="235"/>
                </a:cubicBezTo>
                <a:cubicBezTo>
                  <a:pt x="515" y="338"/>
                  <a:pt x="426" y="426"/>
                  <a:pt x="309" y="426"/>
                </a:cubicBezTo>
                <a:close/>
                <a:moveTo>
                  <a:pt x="485" y="500"/>
                </a:moveTo>
                <a:lnTo>
                  <a:pt x="485" y="500"/>
                </a:lnTo>
                <a:cubicBezTo>
                  <a:pt x="456" y="530"/>
                  <a:pt x="426" y="544"/>
                  <a:pt x="426" y="544"/>
                </a:cubicBezTo>
                <a:cubicBezTo>
                  <a:pt x="368" y="456"/>
                  <a:pt x="368" y="456"/>
                  <a:pt x="368" y="456"/>
                </a:cubicBezTo>
                <a:cubicBezTo>
                  <a:pt x="426" y="456"/>
                  <a:pt x="471" y="412"/>
                  <a:pt x="500" y="382"/>
                </a:cubicBezTo>
                <a:cubicBezTo>
                  <a:pt x="559" y="471"/>
                  <a:pt x="559" y="471"/>
                  <a:pt x="559" y="471"/>
                </a:cubicBezTo>
                <a:cubicBezTo>
                  <a:pt x="559" y="471"/>
                  <a:pt x="530" y="485"/>
                  <a:pt x="485" y="50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9" name="Freeform 158"/>
          <p:cNvSpPr/>
          <p:nvPr/>
        </p:nvSpPr>
        <p:spPr>
          <a:xfrm>
            <a:off x="1552680" y="896760"/>
            <a:ext cx="279360" cy="255600"/>
          </a:xfrm>
          <a:custGeom>
            <a:avLst/>
            <a:gdLst/>
            <a:ahLst/>
            <a:rect l="l" t="t" r="r" b="b"/>
            <a:pathLst>
              <a:path w="649" h="590">
                <a:moveTo>
                  <a:pt x="515" y="74"/>
                </a:moveTo>
                <a:lnTo>
                  <a:pt x="515" y="74"/>
                </a:lnTo>
                <a:cubicBezTo>
                  <a:pt x="515" y="30"/>
                  <a:pt x="486" y="0"/>
                  <a:pt x="442" y="0"/>
                </a:cubicBezTo>
                <a:cubicBezTo>
                  <a:pt x="206" y="0"/>
                  <a:pt x="206" y="0"/>
                  <a:pt x="206" y="0"/>
                </a:cubicBezTo>
                <a:cubicBezTo>
                  <a:pt x="162" y="0"/>
                  <a:pt x="133" y="30"/>
                  <a:pt x="133" y="74"/>
                </a:cubicBezTo>
                <a:cubicBezTo>
                  <a:pt x="0" y="74"/>
                  <a:pt x="15" y="74"/>
                  <a:pt x="15" y="162"/>
                </a:cubicBezTo>
                <a:cubicBezTo>
                  <a:pt x="15" y="221"/>
                  <a:pt x="59" y="280"/>
                  <a:pt x="133" y="280"/>
                </a:cubicBezTo>
                <a:cubicBezTo>
                  <a:pt x="133" y="280"/>
                  <a:pt x="133" y="280"/>
                  <a:pt x="147" y="280"/>
                </a:cubicBezTo>
                <a:cubicBezTo>
                  <a:pt x="162" y="353"/>
                  <a:pt x="236" y="427"/>
                  <a:pt x="309" y="427"/>
                </a:cubicBezTo>
                <a:cubicBezTo>
                  <a:pt x="309" y="545"/>
                  <a:pt x="309" y="545"/>
                  <a:pt x="309" y="545"/>
                </a:cubicBezTo>
                <a:cubicBezTo>
                  <a:pt x="250" y="545"/>
                  <a:pt x="250" y="545"/>
                  <a:pt x="250" y="545"/>
                </a:cubicBezTo>
                <a:cubicBezTo>
                  <a:pt x="236" y="545"/>
                  <a:pt x="221" y="560"/>
                  <a:pt x="221" y="574"/>
                </a:cubicBezTo>
                <a:cubicBezTo>
                  <a:pt x="221" y="574"/>
                  <a:pt x="236" y="589"/>
                  <a:pt x="250" y="589"/>
                </a:cubicBezTo>
                <a:cubicBezTo>
                  <a:pt x="397" y="589"/>
                  <a:pt x="397" y="589"/>
                  <a:pt x="397" y="589"/>
                </a:cubicBezTo>
                <a:cubicBezTo>
                  <a:pt x="413" y="589"/>
                  <a:pt x="427" y="574"/>
                  <a:pt x="427" y="574"/>
                </a:cubicBezTo>
                <a:cubicBezTo>
                  <a:pt x="427" y="560"/>
                  <a:pt x="413" y="545"/>
                  <a:pt x="397" y="545"/>
                </a:cubicBezTo>
                <a:cubicBezTo>
                  <a:pt x="339" y="545"/>
                  <a:pt x="339" y="545"/>
                  <a:pt x="339" y="545"/>
                </a:cubicBezTo>
                <a:cubicBezTo>
                  <a:pt x="339" y="427"/>
                  <a:pt x="339" y="427"/>
                  <a:pt x="339" y="427"/>
                </a:cubicBezTo>
                <a:cubicBezTo>
                  <a:pt x="413" y="427"/>
                  <a:pt x="486" y="353"/>
                  <a:pt x="501" y="280"/>
                </a:cubicBezTo>
                <a:cubicBezTo>
                  <a:pt x="515" y="280"/>
                  <a:pt x="515" y="280"/>
                  <a:pt x="515" y="280"/>
                </a:cubicBezTo>
                <a:cubicBezTo>
                  <a:pt x="589" y="280"/>
                  <a:pt x="633" y="221"/>
                  <a:pt x="633" y="162"/>
                </a:cubicBezTo>
                <a:cubicBezTo>
                  <a:pt x="633" y="74"/>
                  <a:pt x="648" y="74"/>
                  <a:pt x="515" y="74"/>
                </a:cubicBezTo>
                <a:close/>
                <a:moveTo>
                  <a:pt x="133" y="236"/>
                </a:moveTo>
                <a:lnTo>
                  <a:pt x="133" y="236"/>
                </a:lnTo>
                <a:cubicBezTo>
                  <a:pt x="88" y="236"/>
                  <a:pt x="44" y="206"/>
                  <a:pt x="44" y="162"/>
                </a:cubicBezTo>
                <a:cubicBezTo>
                  <a:pt x="44" y="118"/>
                  <a:pt x="44" y="118"/>
                  <a:pt x="133" y="118"/>
                </a:cubicBezTo>
                <a:lnTo>
                  <a:pt x="133" y="236"/>
                </a:lnTo>
                <a:close/>
                <a:moveTo>
                  <a:pt x="486" y="191"/>
                </a:moveTo>
                <a:lnTo>
                  <a:pt x="486" y="191"/>
                </a:lnTo>
                <a:cubicBezTo>
                  <a:pt x="486" y="280"/>
                  <a:pt x="413" y="398"/>
                  <a:pt x="324" y="398"/>
                </a:cubicBezTo>
                <a:cubicBezTo>
                  <a:pt x="236" y="398"/>
                  <a:pt x="162" y="280"/>
                  <a:pt x="162" y="191"/>
                </a:cubicBezTo>
                <a:cubicBezTo>
                  <a:pt x="162" y="74"/>
                  <a:pt x="162" y="74"/>
                  <a:pt x="162" y="74"/>
                </a:cubicBezTo>
                <a:cubicBezTo>
                  <a:pt x="162" y="59"/>
                  <a:pt x="192" y="44"/>
                  <a:pt x="206" y="44"/>
                </a:cubicBezTo>
                <a:cubicBezTo>
                  <a:pt x="442" y="44"/>
                  <a:pt x="442" y="44"/>
                  <a:pt x="442" y="44"/>
                </a:cubicBezTo>
                <a:cubicBezTo>
                  <a:pt x="456" y="44"/>
                  <a:pt x="486" y="59"/>
                  <a:pt x="486" y="74"/>
                </a:cubicBezTo>
                <a:lnTo>
                  <a:pt x="486" y="191"/>
                </a:lnTo>
                <a:close/>
                <a:moveTo>
                  <a:pt x="515" y="236"/>
                </a:moveTo>
                <a:lnTo>
                  <a:pt x="515" y="236"/>
                </a:lnTo>
                <a:cubicBezTo>
                  <a:pt x="515" y="118"/>
                  <a:pt x="515" y="118"/>
                  <a:pt x="515" y="118"/>
                </a:cubicBezTo>
                <a:cubicBezTo>
                  <a:pt x="604" y="118"/>
                  <a:pt x="604" y="118"/>
                  <a:pt x="604" y="162"/>
                </a:cubicBezTo>
                <a:cubicBezTo>
                  <a:pt x="604" y="206"/>
                  <a:pt x="560" y="236"/>
                  <a:pt x="515" y="23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0" name="Freeform 159"/>
          <p:cNvSpPr/>
          <p:nvPr/>
        </p:nvSpPr>
        <p:spPr>
          <a:xfrm>
            <a:off x="1112760" y="890640"/>
            <a:ext cx="274680" cy="266760"/>
          </a:xfrm>
          <a:custGeom>
            <a:avLst/>
            <a:gdLst/>
            <a:ahLst/>
            <a:rect l="l" t="t" r="r" b="b"/>
            <a:pathLst>
              <a:path w="634" h="619">
                <a:moveTo>
                  <a:pt x="177" y="191"/>
                </a:moveTo>
                <a:lnTo>
                  <a:pt x="177" y="191"/>
                </a:lnTo>
                <a:lnTo>
                  <a:pt x="162" y="205"/>
                </a:lnTo>
                <a:cubicBezTo>
                  <a:pt x="162" y="412"/>
                  <a:pt x="162" y="412"/>
                  <a:pt x="162" y="412"/>
                </a:cubicBezTo>
                <a:lnTo>
                  <a:pt x="177" y="426"/>
                </a:lnTo>
                <a:cubicBezTo>
                  <a:pt x="192" y="426"/>
                  <a:pt x="207" y="412"/>
                  <a:pt x="207" y="412"/>
                </a:cubicBezTo>
                <a:cubicBezTo>
                  <a:pt x="207" y="205"/>
                  <a:pt x="207" y="205"/>
                  <a:pt x="207" y="205"/>
                </a:cubicBezTo>
                <a:cubicBezTo>
                  <a:pt x="207" y="205"/>
                  <a:pt x="192" y="191"/>
                  <a:pt x="177" y="191"/>
                </a:cubicBezTo>
                <a:close/>
                <a:moveTo>
                  <a:pt x="339" y="250"/>
                </a:moveTo>
                <a:lnTo>
                  <a:pt x="339" y="250"/>
                </a:lnTo>
                <a:cubicBezTo>
                  <a:pt x="324" y="250"/>
                  <a:pt x="324" y="264"/>
                  <a:pt x="324" y="264"/>
                </a:cubicBezTo>
                <a:cubicBezTo>
                  <a:pt x="324" y="382"/>
                  <a:pt x="324" y="382"/>
                  <a:pt x="324" y="382"/>
                </a:cubicBezTo>
                <a:cubicBezTo>
                  <a:pt x="324" y="397"/>
                  <a:pt x="324" y="412"/>
                  <a:pt x="339" y="412"/>
                </a:cubicBezTo>
                <a:cubicBezTo>
                  <a:pt x="354" y="412"/>
                  <a:pt x="354" y="397"/>
                  <a:pt x="354" y="382"/>
                </a:cubicBezTo>
                <a:cubicBezTo>
                  <a:pt x="354" y="264"/>
                  <a:pt x="354" y="264"/>
                  <a:pt x="354" y="264"/>
                </a:cubicBezTo>
                <a:cubicBezTo>
                  <a:pt x="354" y="264"/>
                  <a:pt x="354" y="250"/>
                  <a:pt x="339" y="250"/>
                </a:cubicBezTo>
                <a:close/>
                <a:moveTo>
                  <a:pt x="471" y="0"/>
                </a:moveTo>
                <a:lnTo>
                  <a:pt x="471" y="0"/>
                </a:lnTo>
                <a:cubicBezTo>
                  <a:pt x="324" y="117"/>
                  <a:pt x="324" y="117"/>
                  <a:pt x="324" y="117"/>
                </a:cubicBezTo>
                <a:cubicBezTo>
                  <a:pt x="162" y="58"/>
                  <a:pt x="162" y="58"/>
                  <a:pt x="162" y="58"/>
                </a:cubicBezTo>
                <a:cubicBezTo>
                  <a:pt x="0" y="147"/>
                  <a:pt x="0" y="147"/>
                  <a:pt x="0" y="147"/>
                </a:cubicBezTo>
                <a:cubicBezTo>
                  <a:pt x="0" y="618"/>
                  <a:pt x="0" y="618"/>
                  <a:pt x="0" y="618"/>
                </a:cubicBezTo>
                <a:cubicBezTo>
                  <a:pt x="162" y="530"/>
                  <a:pt x="162" y="530"/>
                  <a:pt x="162" y="530"/>
                </a:cubicBezTo>
                <a:cubicBezTo>
                  <a:pt x="324" y="588"/>
                  <a:pt x="324" y="588"/>
                  <a:pt x="324" y="588"/>
                </a:cubicBezTo>
                <a:cubicBezTo>
                  <a:pt x="471" y="471"/>
                  <a:pt x="471" y="471"/>
                  <a:pt x="471" y="471"/>
                </a:cubicBezTo>
                <a:cubicBezTo>
                  <a:pt x="633" y="588"/>
                  <a:pt x="633" y="588"/>
                  <a:pt x="633" y="588"/>
                </a:cubicBezTo>
                <a:cubicBezTo>
                  <a:pt x="633" y="117"/>
                  <a:pt x="633" y="117"/>
                  <a:pt x="633" y="117"/>
                </a:cubicBezTo>
                <a:lnTo>
                  <a:pt x="471" y="0"/>
                </a:lnTo>
                <a:close/>
                <a:moveTo>
                  <a:pt x="589" y="515"/>
                </a:moveTo>
                <a:lnTo>
                  <a:pt x="589" y="515"/>
                </a:lnTo>
                <a:cubicBezTo>
                  <a:pt x="471" y="426"/>
                  <a:pt x="471" y="426"/>
                  <a:pt x="471" y="426"/>
                </a:cubicBezTo>
                <a:cubicBezTo>
                  <a:pt x="324" y="544"/>
                  <a:pt x="324" y="544"/>
                  <a:pt x="324" y="544"/>
                </a:cubicBezTo>
                <a:cubicBezTo>
                  <a:pt x="162" y="485"/>
                  <a:pt x="162" y="485"/>
                  <a:pt x="162" y="485"/>
                </a:cubicBezTo>
                <a:cubicBezTo>
                  <a:pt x="44" y="559"/>
                  <a:pt x="44" y="559"/>
                  <a:pt x="44" y="559"/>
                </a:cubicBezTo>
                <a:cubicBezTo>
                  <a:pt x="44" y="162"/>
                  <a:pt x="44" y="162"/>
                  <a:pt x="44" y="162"/>
                </a:cubicBezTo>
                <a:cubicBezTo>
                  <a:pt x="162" y="88"/>
                  <a:pt x="162" y="88"/>
                  <a:pt x="162" y="88"/>
                </a:cubicBezTo>
                <a:cubicBezTo>
                  <a:pt x="324" y="147"/>
                  <a:pt x="324" y="147"/>
                  <a:pt x="324" y="147"/>
                </a:cubicBezTo>
                <a:cubicBezTo>
                  <a:pt x="471" y="29"/>
                  <a:pt x="471" y="29"/>
                  <a:pt x="471" y="29"/>
                </a:cubicBezTo>
                <a:cubicBezTo>
                  <a:pt x="589" y="117"/>
                  <a:pt x="589" y="117"/>
                  <a:pt x="589" y="117"/>
                </a:cubicBezTo>
                <a:lnTo>
                  <a:pt x="589" y="515"/>
                </a:lnTo>
                <a:close/>
                <a:moveTo>
                  <a:pt x="471" y="323"/>
                </a:moveTo>
                <a:lnTo>
                  <a:pt x="471" y="323"/>
                </a:lnTo>
                <a:cubicBezTo>
                  <a:pt x="471" y="338"/>
                  <a:pt x="486" y="353"/>
                  <a:pt x="501" y="353"/>
                </a:cubicBezTo>
                <a:cubicBezTo>
                  <a:pt x="501" y="353"/>
                  <a:pt x="516" y="338"/>
                  <a:pt x="516" y="323"/>
                </a:cubicBezTo>
                <a:cubicBezTo>
                  <a:pt x="516" y="176"/>
                  <a:pt x="516" y="176"/>
                  <a:pt x="516" y="176"/>
                </a:cubicBezTo>
                <a:cubicBezTo>
                  <a:pt x="516" y="162"/>
                  <a:pt x="501" y="147"/>
                  <a:pt x="501" y="147"/>
                </a:cubicBezTo>
                <a:cubicBezTo>
                  <a:pt x="486" y="147"/>
                  <a:pt x="471" y="162"/>
                  <a:pt x="471" y="176"/>
                </a:cubicBezTo>
                <a:lnTo>
                  <a:pt x="471" y="32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1" name="Freeform 160"/>
          <p:cNvSpPr/>
          <p:nvPr/>
        </p:nvSpPr>
        <p:spPr>
          <a:xfrm>
            <a:off x="700200" y="890640"/>
            <a:ext cx="222120" cy="266760"/>
          </a:xfrm>
          <a:custGeom>
            <a:avLst/>
            <a:gdLst/>
            <a:ahLst/>
            <a:rect l="l" t="t" r="r" b="b"/>
            <a:pathLst>
              <a:path w="517" h="619">
                <a:moveTo>
                  <a:pt x="501" y="235"/>
                </a:moveTo>
                <a:lnTo>
                  <a:pt x="501" y="235"/>
                </a:lnTo>
                <a:cubicBezTo>
                  <a:pt x="442" y="117"/>
                  <a:pt x="442" y="117"/>
                  <a:pt x="442" y="117"/>
                </a:cubicBezTo>
                <a:cubicBezTo>
                  <a:pt x="442" y="117"/>
                  <a:pt x="442" y="117"/>
                  <a:pt x="427" y="117"/>
                </a:cubicBezTo>
                <a:cubicBezTo>
                  <a:pt x="309" y="117"/>
                  <a:pt x="309" y="117"/>
                  <a:pt x="309" y="117"/>
                </a:cubicBezTo>
                <a:cubicBezTo>
                  <a:pt x="309" y="73"/>
                  <a:pt x="309" y="73"/>
                  <a:pt x="309" y="73"/>
                </a:cubicBezTo>
                <a:cubicBezTo>
                  <a:pt x="309" y="29"/>
                  <a:pt x="280" y="0"/>
                  <a:pt x="236" y="0"/>
                </a:cubicBezTo>
                <a:cubicBezTo>
                  <a:pt x="192" y="0"/>
                  <a:pt x="192" y="0"/>
                  <a:pt x="192" y="0"/>
                </a:cubicBezTo>
                <a:cubicBezTo>
                  <a:pt x="148" y="0"/>
                  <a:pt x="118" y="29"/>
                  <a:pt x="118" y="73"/>
                </a:cubicBezTo>
                <a:cubicBezTo>
                  <a:pt x="118" y="117"/>
                  <a:pt x="118" y="117"/>
                  <a:pt x="118" y="117"/>
                </a:cubicBezTo>
                <a:cubicBezTo>
                  <a:pt x="45" y="117"/>
                  <a:pt x="45" y="117"/>
                  <a:pt x="45" y="117"/>
                </a:cubicBezTo>
                <a:cubicBezTo>
                  <a:pt x="15" y="117"/>
                  <a:pt x="0" y="132"/>
                  <a:pt x="0" y="147"/>
                </a:cubicBezTo>
                <a:cubicBezTo>
                  <a:pt x="0" y="353"/>
                  <a:pt x="0" y="353"/>
                  <a:pt x="0" y="353"/>
                </a:cubicBezTo>
                <a:cubicBezTo>
                  <a:pt x="0" y="367"/>
                  <a:pt x="15" y="382"/>
                  <a:pt x="45" y="382"/>
                </a:cubicBezTo>
                <a:cubicBezTo>
                  <a:pt x="118" y="382"/>
                  <a:pt x="118" y="382"/>
                  <a:pt x="118" y="382"/>
                </a:cubicBezTo>
                <a:cubicBezTo>
                  <a:pt x="118" y="544"/>
                  <a:pt x="118" y="544"/>
                  <a:pt x="118" y="544"/>
                </a:cubicBezTo>
                <a:cubicBezTo>
                  <a:pt x="118" y="588"/>
                  <a:pt x="148" y="618"/>
                  <a:pt x="192" y="618"/>
                </a:cubicBezTo>
                <a:cubicBezTo>
                  <a:pt x="236" y="618"/>
                  <a:pt x="236" y="618"/>
                  <a:pt x="236" y="618"/>
                </a:cubicBezTo>
                <a:cubicBezTo>
                  <a:pt x="280" y="618"/>
                  <a:pt x="309" y="588"/>
                  <a:pt x="309" y="544"/>
                </a:cubicBezTo>
                <a:cubicBezTo>
                  <a:pt x="309" y="382"/>
                  <a:pt x="309" y="382"/>
                  <a:pt x="309" y="382"/>
                </a:cubicBezTo>
                <a:cubicBezTo>
                  <a:pt x="427" y="382"/>
                  <a:pt x="427" y="382"/>
                  <a:pt x="427" y="382"/>
                </a:cubicBezTo>
                <a:lnTo>
                  <a:pt x="427" y="382"/>
                </a:lnTo>
                <a:cubicBezTo>
                  <a:pt x="442" y="382"/>
                  <a:pt x="442" y="382"/>
                  <a:pt x="442" y="382"/>
                </a:cubicBezTo>
                <a:cubicBezTo>
                  <a:pt x="501" y="264"/>
                  <a:pt x="501" y="264"/>
                  <a:pt x="501" y="264"/>
                </a:cubicBezTo>
                <a:cubicBezTo>
                  <a:pt x="516" y="250"/>
                  <a:pt x="516" y="250"/>
                  <a:pt x="516" y="250"/>
                </a:cubicBezTo>
                <a:cubicBezTo>
                  <a:pt x="516" y="250"/>
                  <a:pt x="516" y="235"/>
                  <a:pt x="501" y="235"/>
                </a:cubicBezTo>
                <a:close/>
                <a:moveTo>
                  <a:pt x="162" y="73"/>
                </a:moveTo>
                <a:lnTo>
                  <a:pt x="162" y="73"/>
                </a:lnTo>
                <a:cubicBezTo>
                  <a:pt x="162" y="58"/>
                  <a:pt x="177" y="29"/>
                  <a:pt x="192" y="29"/>
                </a:cubicBezTo>
                <a:cubicBezTo>
                  <a:pt x="236" y="29"/>
                  <a:pt x="236" y="29"/>
                  <a:pt x="236" y="29"/>
                </a:cubicBezTo>
                <a:cubicBezTo>
                  <a:pt x="251" y="29"/>
                  <a:pt x="280" y="58"/>
                  <a:pt x="280" y="73"/>
                </a:cubicBezTo>
                <a:cubicBezTo>
                  <a:pt x="280" y="117"/>
                  <a:pt x="280" y="117"/>
                  <a:pt x="280" y="117"/>
                </a:cubicBezTo>
                <a:cubicBezTo>
                  <a:pt x="162" y="117"/>
                  <a:pt x="162" y="117"/>
                  <a:pt x="162" y="117"/>
                </a:cubicBezTo>
                <a:lnTo>
                  <a:pt x="162" y="73"/>
                </a:lnTo>
                <a:close/>
                <a:moveTo>
                  <a:pt x="280" y="544"/>
                </a:moveTo>
                <a:lnTo>
                  <a:pt x="280" y="544"/>
                </a:lnTo>
                <a:cubicBezTo>
                  <a:pt x="280" y="559"/>
                  <a:pt x="251" y="588"/>
                  <a:pt x="236" y="588"/>
                </a:cubicBezTo>
                <a:cubicBezTo>
                  <a:pt x="192" y="588"/>
                  <a:pt x="192" y="588"/>
                  <a:pt x="192" y="588"/>
                </a:cubicBezTo>
                <a:cubicBezTo>
                  <a:pt x="177" y="588"/>
                  <a:pt x="162" y="559"/>
                  <a:pt x="162" y="544"/>
                </a:cubicBezTo>
                <a:cubicBezTo>
                  <a:pt x="162" y="382"/>
                  <a:pt x="162" y="382"/>
                  <a:pt x="162" y="382"/>
                </a:cubicBezTo>
                <a:cubicBezTo>
                  <a:pt x="280" y="382"/>
                  <a:pt x="280" y="382"/>
                  <a:pt x="280" y="382"/>
                </a:cubicBezTo>
                <a:lnTo>
                  <a:pt x="280" y="544"/>
                </a:lnTo>
                <a:close/>
                <a:moveTo>
                  <a:pt x="427" y="338"/>
                </a:moveTo>
                <a:lnTo>
                  <a:pt x="427" y="338"/>
                </a:lnTo>
                <a:cubicBezTo>
                  <a:pt x="427" y="353"/>
                  <a:pt x="413" y="353"/>
                  <a:pt x="413" y="353"/>
                </a:cubicBezTo>
                <a:cubicBezTo>
                  <a:pt x="59" y="353"/>
                  <a:pt x="59" y="353"/>
                  <a:pt x="59" y="353"/>
                </a:cubicBezTo>
                <a:cubicBezTo>
                  <a:pt x="45" y="353"/>
                  <a:pt x="45" y="338"/>
                  <a:pt x="45" y="323"/>
                </a:cubicBezTo>
                <a:cubicBezTo>
                  <a:pt x="45" y="176"/>
                  <a:pt x="45" y="176"/>
                  <a:pt x="45" y="176"/>
                </a:cubicBezTo>
                <a:cubicBezTo>
                  <a:pt x="45" y="162"/>
                  <a:pt x="45" y="147"/>
                  <a:pt x="59" y="147"/>
                </a:cubicBezTo>
                <a:cubicBezTo>
                  <a:pt x="413" y="147"/>
                  <a:pt x="413" y="147"/>
                  <a:pt x="413" y="147"/>
                </a:cubicBezTo>
                <a:cubicBezTo>
                  <a:pt x="413" y="147"/>
                  <a:pt x="427" y="147"/>
                  <a:pt x="427" y="162"/>
                </a:cubicBezTo>
                <a:cubicBezTo>
                  <a:pt x="472" y="250"/>
                  <a:pt x="472" y="250"/>
                  <a:pt x="472" y="250"/>
                </a:cubicBezTo>
                <a:lnTo>
                  <a:pt x="427" y="33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2" name="Freeform 161"/>
          <p:cNvSpPr/>
          <p:nvPr/>
        </p:nvSpPr>
        <p:spPr>
          <a:xfrm>
            <a:off x="266760" y="890640"/>
            <a:ext cx="204840" cy="266760"/>
          </a:xfrm>
          <a:custGeom>
            <a:avLst/>
            <a:gdLst/>
            <a:ahLst/>
            <a:rect l="l" t="t" r="r" b="b"/>
            <a:pathLst>
              <a:path w="472" h="619">
                <a:moveTo>
                  <a:pt x="236" y="0"/>
                </a:moveTo>
                <a:lnTo>
                  <a:pt x="236" y="0"/>
                </a:lnTo>
                <a:cubicBezTo>
                  <a:pt x="104" y="0"/>
                  <a:pt x="0" y="103"/>
                  <a:pt x="0" y="235"/>
                </a:cubicBezTo>
                <a:cubicBezTo>
                  <a:pt x="0" y="323"/>
                  <a:pt x="192" y="618"/>
                  <a:pt x="236" y="618"/>
                </a:cubicBezTo>
                <a:cubicBezTo>
                  <a:pt x="280" y="618"/>
                  <a:pt x="471" y="323"/>
                  <a:pt x="471" y="235"/>
                </a:cubicBezTo>
                <a:cubicBezTo>
                  <a:pt x="471" y="103"/>
                  <a:pt x="368" y="0"/>
                  <a:pt x="236" y="0"/>
                </a:cubicBezTo>
                <a:close/>
                <a:moveTo>
                  <a:pt x="236" y="559"/>
                </a:moveTo>
                <a:lnTo>
                  <a:pt x="236" y="559"/>
                </a:lnTo>
                <a:cubicBezTo>
                  <a:pt x="207" y="559"/>
                  <a:pt x="45" y="309"/>
                  <a:pt x="45" y="235"/>
                </a:cubicBezTo>
                <a:cubicBezTo>
                  <a:pt x="45" y="117"/>
                  <a:pt x="133" y="29"/>
                  <a:pt x="236" y="29"/>
                </a:cubicBezTo>
                <a:cubicBezTo>
                  <a:pt x="339" y="29"/>
                  <a:pt x="427" y="117"/>
                  <a:pt x="427" y="235"/>
                </a:cubicBezTo>
                <a:cubicBezTo>
                  <a:pt x="427" y="309"/>
                  <a:pt x="266" y="559"/>
                  <a:pt x="236" y="559"/>
                </a:cubicBezTo>
                <a:close/>
                <a:moveTo>
                  <a:pt x="236" y="132"/>
                </a:moveTo>
                <a:lnTo>
                  <a:pt x="236" y="132"/>
                </a:lnTo>
                <a:cubicBezTo>
                  <a:pt x="177" y="132"/>
                  <a:pt x="133" y="176"/>
                  <a:pt x="133" y="235"/>
                </a:cubicBezTo>
                <a:cubicBezTo>
                  <a:pt x="133" y="279"/>
                  <a:pt x="177" y="323"/>
                  <a:pt x="236" y="323"/>
                </a:cubicBezTo>
                <a:cubicBezTo>
                  <a:pt x="295" y="323"/>
                  <a:pt x="339" y="279"/>
                  <a:pt x="339" y="235"/>
                </a:cubicBezTo>
                <a:cubicBezTo>
                  <a:pt x="339" y="176"/>
                  <a:pt x="295" y="132"/>
                  <a:pt x="236" y="132"/>
                </a:cubicBezTo>
                <a:close/>
                <a:moveTo>
                  <a:pt x="236" y="294"/>
                </a:moveTo>
                <a:lnTo>
                  <a:pt x="236" y="294"/>
                </a:lnTo>
                <a:cubicBezTo>
                  <a:pt x="207" y="294"/>
                  <a:pt x="177" y="264"/>
                  <a:pt x="177" y="235"/>
                </a:cubicBezTo>
                <a:cubicBezTo>
                  <a:pt x="177" y="191"/>
                  <a:pt x="207" y="176"/>
                  <a:pt x="236" y="176"/>
                </a:cubicBezTo>
                <a:cubicBezTo>
                  <a:pt x="266" y="176"/>
                  <a:pt x="295" y="191"/>
                  <a:pt x="295" y="235"/>
                </a:cubicBezTo>
                <a:cubicBezTo>
                  <a:pt x="295" y="264"/>
                  <a:pt x="266" y="294"/>
                  <a:pt x="236" y="29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Freeform 162"/>
          <p:cNvSpPr/>
          <p:nvPr/>
        </p:nvSpPr>
        <p:spPr>
          <a:xfrm>
            <a:off x="7232760" y="3863880"/>
            <a:ext cx="266760" cy="382680"/>
          </a:xfrm>
          <a:custGeom>
            <a:avLst/>
            <a:gdLst/>
            <a:ahLst/>
            <a:rect l="l" t="t" r="r" b="b"/>
            <a:pathLst>
              <a:path w="443" h="634">
                <a:moveTo>
                  <a:pt x="412" y="589"/>
                </a:moveTo>
                <a:lnTo>
                  <a:pt x="412" y="589"/>
                </a:lnTo>
                <a:cubicBezTo>
                  <a:pt x="383" y="589"/>
                  <a:pt x="383" y="589"/>
                  <a:pt x="383" y="589"/>
                </a:cubicBezTo>
                <a:cubicBezTo>
                  <a:pt x="383" y="456"/>
                  <a:pt x="383" y="456"/>
                  <a:pt x="383" y="456"/>
                </a:cubicBezTo>
                <a:cubicBezTo>
                  <a:pt x="383" y="383"/>
                  <a:pt x="310" y="324"/>
                  <a:pt x="236" y="324"/>
                </a:cubicBezTo>
                <a:cubicBezTo>
                  <a:pt x="310" y="324"/>
                  <a:pt x="383" y="250"/>
                  <a:pt x="383" y="176"/>
                </a:cubicBezTo>
                <a:cubicBezTo>
                  <a:pt x="383" y="44"/>
                  <a:pt x="383" y="44"/>
                  <a:pt x="383" y="44"/>
                </a:cubicBezTo>
                <a:cubicBezTo>
                  <a:pt x="412" y="44"/>
                  <a:pt x="412" y="44"/>
                  <a:pt x="412" y="44"/>
                </a:cubicBezTo>
                <a:cubicBezTo>
                  <a:pt x="427" y="44"/>
                  <a:pt x="442" y="29"/>
                  <a:pt x="442" y="29"/>
                </a:cubicBezTo>
                <a:cubicBezTo>
                  <a:pt x="442" y="15"/>
                  <a:pt x="427" y="0"/>
                  <a:pt x="412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15" y="0"/>
                  <a:pt x="0" y="15"/>
                  <a:pt x="0" y="29"/>
                </a:cubicBezTo>
                <a:cubicBezTo>
                  <a:pt x="0" y="29"/>
                  <a:pt x="15" y="44"/>
                  <a:pt x="30" y="44"/>
                </a:cubicBezTo>
                <a:cubicBezTo>
                  <a:pt x="59" y="44"/>
                  <a:pt x="59" y="44"/>
                  <a:pt x="59" y="44"/>
                </a:cubicBezTo>
                <a:cubicBezTo>
                  <a:pt x="59" y="176"/>
                  <a:pt x="59" y="176"/>
                  <a:pt x="59" y="176"/>
                </a:cubicBezTo>
                <a:cubicBezTo>
                  <a:pt x="59" y="250"/>
                  <a:pt x="133" y="324"/>
                  <a:pt x="206" y="324"/>
                </a:cubicBezTo>
                <a:cubicBezTo>
                  <a:pt x="133" y="324"/>
                  <a:pt x="59" y="383"/>
                  <a:pt x="59" y="456"/>
                </a:cubicBezTo>
                <a:cubicBezTo>
                  <a:pt x="59" y="589"/>
                  <a:pt x="59" y="589"/>
                  <a:pt x="59" y="589"/>
                </a:cubicBezTo>
                <a:cubicBezTo>
                  <a:pt x="30" y="589"/>
                  <a:pt x="30" y="589"/>
                  <a:pt x="30" y="589"/>
                </a:cubicBezTo>
                <a:cubicBezTo>
                  <a:pt x="15" y="589"/>
                  <a:pt x="0" y="604"/>
                  <a:pt x="0" y="618"/>
                </a:cubicBezTo>
                <a:cubicBezTo>
                  <a:pt x="0" y="618"/>
                  <a:pt x="15" y="633"/>
                  <a:pt x="30" y="633"/>
                </a:cubicBezTo>
                <a:cubicBezTo>
                  <a:pt x="412" y="633"/>
                  <a:pt x="412" y="633"/>
                  <a:pt x="412" y="633"/>
                </a:cubicBezTo>
                <a:cubicBezTo>
                  <a:pt x="427" y="633"/>
                  <a:pt x="442" y="618"/>
                  <a:pt x="442" y="618"/>
                </a:cubicBezTo>
                <a:cubicBezTo>
                  <a:pt x="442" y="604"/>
                  <a:pt x="427" y="589"/>
                  <a:pt x="412" y="589"/>
                </a:cubicBezTo>
                <a:close/>
                <a:moveTo>
                  <a:pt x="103" y="176"/>
                </a:moveTo>
                <a:lnTo>
                  <a:pt x="103" y="176"/>
                </a:lnTo>
                <a:cubicBezTo>
                  <a:pt x="103" y="147"/>
                  <a:pt x="103" y="44"/>
                  <a:pt x="103" y="44"/>
                </a:cubicBezTo>
                <a:cubicBezTo>
                  <a:pt x="339" y="44"/>
                  <a:pt x="339" y="44"/>
                  <a:pt x="339" y="44"/>
                </a:cubicBezTo>
                <a:cubicBezTo>
                  <a:pt x="339" y="44"/>
                  <a:pt x="339" y="147"/>
                  <a:pt x="339" y="176"/>
                </a:cubicBezTo>
                <a:cubicBezTo>
                  <a:pt x="339" y="235"/>
                  <a:pt x="295" y="280"/>
                  <a:pt x="236" y="280"/>
                </a:cubicBezTo>
                <a:cubicBezTo>
                  <a:pt x="206" y="280"/>
                  <a:pt x="206" y="280"/>
                  <a:pt x="206" y="280"/>
                </a:cubicBezTo>
                <a:cubicBezTo>
                  <a:pt x="148" y="280"/>
                  <a:pt x="103" y="235"/>
                  <a:pt x="103" y="176"/>
                </a:cubicBezTo>
                <a:close/>
                <a:moveTo>
                  <a:pt x="339" y="589"/>
                </a:moveTo>
                <a:lnTo>
                  <a:pt x="339" y="589"/>
                </a:lnTo>
                <a:cubicBezTo>
                  <a:pt x="103" y="589"/>
                  <a:pt x="103" y="589"/>
                  <a:pt x="103" y="589"/>
                </a:cubicBezTo>
                <a:cubicBezTo>
                  <a:pt x="103" y="589"/>
                  <a:pt x="103" y="486"/>
                  <a:pt x="103" y="456"/>
                </a:cubicBezTo>
                <a:cubicBezTo>
                  <a:pt x="103" y="397"/>
                  <a:pt x="148" y="353"/>
                  <a:pt x="206" y="353"/>
                </a:cubicBezTo>
                <a:cubicBezTo>
                  <a:pt x="236" y="353"/>
                  <a:pt x="236" y="353"/>
                  <a:pt x="236" y="353"/>
                </a:cubicBezTo>
                <a:cubicBezTo>
                  <a:pt x="295" y="353"/>
                  <a:pt x="339" y="397"/>
                  <a:pt x="339" y="456"/>
                </a:cubicBezTo>
                <a:cubicBezTo>
                  <a:pt x="339" y="486"/>
                  <a:pt x="339" y="589"/>
                  <a:pt x="339" y="58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4" name="Freeform 163"/>
          <p:cNvSpPr/>
          <p:nvPr/>
        </p:nvSpPr>
        <p:spPr>
          <a:xfrm>
            <a:off x="6595920" y="3882960"/>
            <a:ext cx="311400" cy="355680"/>
          </a:xfrm>
          <a:custGeom>
            <a:avLst/>
            <a:gdLst/>
            <a:ahLst/>
            <a:rect l="l" t="t" r="r" b="b"/>
            <a:pathLst>
              <a:path w="517" h="590">
                <a:moveTo>
                  <a:pt x="280" y="74"/>
                </a:moveTo>
                <a:lnTo>
                  <a:pt x="280" y="74"/>
                </a:lnTo>
                <a:lnTo>
                  <a:pt x="280" y="74"/>
                </a:lnTo>
                <a:cubicBezTo>
                  <a:pt x="280" y="30"/>
                  <a:pt x="280" y="30"/>
                  <a:pt x="280" y="30"/>
                </a:cubicBezTo>
                <a:cubicBezTo>
                  <a:pt x="353" y="30"/>
                  <a:pt x="353" y="30"/>
                  <a:pt x="353" y="30"/>
                </a:cubicBezTo>
                <a:cubicBezTo>
                  <a:pt x="369" y="30"/>
                  <a:pt x="383" y="30"/>
                  <a:pt x="383" y="15"/>
                </a:cubicBezTo>
                <a:cubicBezTo>
                  <a:pt x="383" y="0"/>
                  <a:pt x="369" y="0"/>
                  <a:pt x="353" y="0"/>
                </a:cubicBezTo>
                <a:cubicBezTo>
                  <a:pt x="162" y="0"/>
                  <a:pt x="162" y="0"/>
                  <a:pt x="162" y="0"/>
                </a:cubicBezTo>
                <a:cubicBezTo>
                  <a:pt x="148" y="0"/>
                  <a:pt x="148" y="0"/>
                  <a:pt x="148" y="15"/>
                </a:cubicBezTo>
                <a:cubicBezTo>
                  <a:pt x="148" y="30"/>
                  <a:pt x="148" y="30"/>
                  <a:pt x="162" y="30"/>
                </a:cubicBezTo>
                <a:cubicBezTo>
                  <a:pt x="236" y="30"/>
                  <a:pt x="236" y="30"/>
                  <a:pt x="236" y="30"/>
                </a:cubicBezTo>
                <a:cubicBezTo>
                  <a:pt x="236" y="74"/>
                  <a:pt x="236" y="74"/>
                  <a:pt x="236" y="74"/>
                </a:cubicBezTo>
                <a:lnTo>
                  <a:pt x="236" y="74"/>
                </a:lnTo>
                <a:cubicBezTo>
                  <a:pt x="103" y="89"/>
                  <a:pt x="0" y="192"/>
                  <a:pt x="0" y="324"/>
                </a:cubicBezTo>
                <a:cubicBezTo>
                  <a:pt x="0" y="472"/>
                  <a:pt x="118" y="589"/>
                  <a:pt x="265" y="589"/>
                </a:cubicBezTo>
                <a:cubicBezTo>
                  <a:pt x="398" y="589"/>
                  <a:pt x="516" y="472"/>
                  <a:pt x="516" y="324"/>
                </a:cubicBezTo>
                <a:cubicBezTo>
                  <a:pt x="516" y="192"/>
                  <a:pt x="412" y="89"/>
                  <a:pt x="280" y="74"/>
                </a:cubicBezTo>
                <a:close/>
                <a:moveTo>
                  <a:pt x="265" y="545"/>
                </a:moveTo>
                <a:lnTo>
                  <a:pt x="265" y="545"/>
                </a:lnTo>
                <a:cubicBezTo>
                  <a:pt x="148" y="545"/>
                  <a:pt x="44" y="442"/>
                  <a:pt x="44" y="324"/>
                </a:cubicBezTo>
                <a:cubicBezTo>
                  <a:pt x="44" y="206"/>
                  <a:pt x="148" y="118"/>
                  <a:pt x="265" y="118"/>
                </a:cubicBezTo>
                <a:cubicBezTo>
                  <a:pt x="383" y="118"/>
                  <a:pt x="471" y="206"/>
                  <a:pt x="471" y="324"/>
                </a:cubicBezTo>
                <a:cubicBezTo>
                  <a:pt x="471" y="442"/>
                  <a:pt x="383" y="545"/>
                  <a:pt x="265" y="545"/>
                </a:cubicBezTo>
                <a:close/>
                <a:moveTo>
                  <a:pt x="280" y="280"/>
                </a:moveTo>
                <a:lnTo>
                  <a:pt x="280" y="280"/>
                </a:lnTo>
                <a:cubicBezTo>
                  <a:pt x="280" y="177"/>
                  <a:pt x="280" y="177"/>
                  <a:pt x="280" y="177"/>
                </a:cubicBezTo>
                <a:cubicBezTo>
                  <a:pt x="280" y="163"/>
                  <a:pt x="265" y="147"/>
                  <a:pt x="265" y="147"/>
                </a:cubicBezTo>
                <a:cubicBezTo>
                  <a:pt x="251" y="147"/>
                  <a:pt x="236" y="163"/>
                  <a:pt x="236" y="177"/>
                </a:cubicBezTo>
                <a:cubicBezTo>
                  <a:pt x="236" y="280"/>
                  <a:pt x="236" y="280"/>
                  <a:pt x="236" y="280"/>
                </a:cubicBezTo>
                <a:cubicBezTo>
                  <a:pt x="221" y="280"/>
                  <a:pt x="207" y="309"/>
                  <a:pt x="207" y="324"/>
                </a:cubicBezTo>
                <a:cubicBezTo>
                  <a:pt x="207" y="368"/>
                  <a:pt x="221" y="383"/>
                  <a:pt x="265" y="383"/>
                </a:cubicBezTo>
                <a:cubicBezTo>
                  <a:pt x="295" y="383"/>
                  <a:pt x="324" y="368"/>
                  <a:pt x="324" y="324"/>
                </a:cubicBezTo>
                <a:cubicBezTo>
                  <a:pt x="324" y="309"/>
                  <a:pt x="310" y="280"/>
                  <a:pt x="280" y="28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5" name="Freeform 164"/>
          <p:cNvSpPr/>
          <p:nvPr/>
        </p:nvSpPr>
        <p:spPr>
          <a:xfrm>
            <a:off x="5958000" y="3882960"/>
            <a:ext cx="355320" cy="355680"/>
          </a:xfrm>
          <a:custGeom>
            <a:avLst/>
            <a:gdLst/>
            <a:ahLst/>
            <a:rect l="l" t="t" r="r" b="b"/>
            <a:pathLst>
              <a:path w="590" h="590">
                <a:moveTo>
                  <a:pt x="236" y="398"/>
                </a:moveTo>
                <a:lnTo>
                  <a:pt x="236" y="398"/>
                </a:lnTo>
                <a:cubicBezTo>
                  <a:pt x="251" y="309"/>
                  <a:pt x="251" y="309"/>
                  <a:pt x="251" y="309"/>
                </a:cubicBezTo>
                <a:cubicBezTo>
                  <a:pt x="221" y="295"/>
                  <a:pt x="221" y="295"/>
                  <a:pt x="221" y="295"/>
                </a:cubicBezTo>
                <a:cubicBezTo>
                  <a:pt x="192" y="472"/>
                  <a:pt x="192" y="472"/>
                  <a:pt x="192" y="472"/>
                </a:cubicBezTo>
                <a:cubicBezTo>
                  <a:pt x="339" y="354"/>
                  <a:pt x="339" y="354"/>
                  <a:pt x="339" y="354"/>
                </a:cubicBezTo>
                <a:cubicBezTo>
                  <a:pt x="295" y="339"/>
                  <a:pt x="295" y="339"/>
                  <a:pt x="295" y="339"/>
                </a:cubicBezTo>
                <a:lnTo>
                  <a:pt x="236" y="398"/>
                </a:lnTo>
                <a:close/>
                <a:moveTo>
                  <a:pt x="324" y="295"/>
                </a:moveTo>
                <a:lnTo>
                  <a:pt x="324" y="295"/>
                </a:lnTo>
                <a:cubicBezTo>
                  <a:pt x="324" y="280"/>
                  <a:pt x="310" y="265"/>
                  <a:pt x="295" y="265"/>
                </a:cubicBezTo>
                <a:cubicBezTo>
                  <a:pt x="280" y="265"/>
                  <a:pt x="265" y="280"/>
                  <a:pt x="265" y="295"/>
                </a:cubicBezTo>
                <a:cubicBezTo>
                  <a:pt x="265" y="309"/>
                  <a:pt x="280" y="324"/>
                  <a:pt x="295" y="324"/>
                </a:cubicBezTo>
                <a:cubicBezTo>
                  <a:pt x="310" y="324"/>
                  <a:pt x="324" y="309"/>
                  <a:pt x="324" y="295"/>
                </a:cubicBezTo>
                <a:close/>
                <a:moveTo>
                  <a:pt x="295" y="0"/>
                </a:moveTo>
                <a:lnTo>
                  <a:pt x="295" y="0"/>
                </a:lnTo>
                <a:cubicBezTo>
                  <a:pt x="133" y="0"/>
                  <a:pt x="0" y="133"/>
                  <a:pt x="0" y="295"/>
                </a:cubicBezTo>
                <a:cubicBezTo>
                  <a:pt x="0" y="457"/>
                  <a:pt x="133" y="589"/>
                  <a:pt x="295" y="589"/>
                </a:cubicBezTo>
                <a:cubicBezTo>
                  <a:pt x="457" y="589"/>
                  <a:pt x="589" y="457"/>
                  <a:pt x="589" y="295"/>
                </a:cubicBezTo>
                <a:cubicBezTo>
                  <a:pt x="589" y="133"/>
                  <a:pt x="457" y="0"/>
                  <a:pt x="295" y="0"/>
                </a:cubicBezTo>
                <a:close/>
                <a:moveTo>
                  <a:pt x="295" y="545"/>
                </a:moveTo>
                <a:lnTo>
                  <a:pt x="295" y="545"/>
                </a:lnTo>
                <a:cubicBezTo>
                  <a:pt x="162" y="545"/>
                  <a:pt x="45" y="427"/>
                  <a:pt x="45" y="295"/>
                </a:cubicBezTo>
                <a:cubicBezTo>
                  <a:pt x="45" y="147"/>
                  <a:pt x="162" y="30"/>
                  <a:pt x="295" y="30"/>
                </a:cubicBezTo>
                <a:cubicBezTo>
                  <a:pt x="442" y="30"/>
                  <a:pt x="560" y="147"/>
                  <a:pt x="560" y="295"/>
                </a:cubicBezTo>
                <a:cubicBezTo>
                  <a:pt x="560" y="427"/>
                  <a:pt x="442" y="545"/>
                  <a:pt x="295" y="545"/>
                </a:cubicBezTo>
                <a:close/>
                <a:moveTo>
                  <a:pt x="280" y="265"/>
                </a:moveTo>
                <a:lnTo>
                  <a:pt x="280" y="265"/>
                </a:lnTo>
                <a:cubicBezTo>
                  <a:pt x="354" y="192"/>
                  <a:pt x="354" y="192"/>
                  <a:pt x="354" y="192"/>
                </a:cubicBezTo>
                <a:cubicBezTo>
                  <a:pt x="324" y="295"/>
                  <a:pt x="324" y="295"/>
                  <a:pt x="324" y="295"/>
                </a:cubicBezTo>
                <a:cubicBezTo>
                  <a:pt x="369" y="309"/>
                  <a:pt x="369" y="309"/>
                  <a:pt x="369" y="309"/>
                </a:cubicBezTo>
                <a:cubicBezTo>
                  <a:pt x="383" y="133"/>
                  <a:pt x="383" y="133"/>
                  <a:pt x="383" y="133"/>
                </a:cubicBezTo>
                <a:cubicBezTo>
                  <a:pt x="251" y="236"/>
                  <a:pt x="251" y="236"/>
                  <a:pt x="251" y="236"/>
                </a:cubicBezTo>
                <a:lnTo>
                  <a:pt x="280" y="26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6" name="Freeform 165"/>
          <p:cNvSpPr/>
          <p:nvPr/>
        </p:nvSpPr>
        <p:spPr>
          <a:xfrm>
            <a:off x="5337000" y="3863880"/>
            <a:ext cx="371520" cy="382680"/>
          </a:xfrm>
          <a:custGeom>
            <a:avLst/>
            <a:gdLst/>
            <a:ahLst/>
            <a:rect l="l" t="t" r="r" b="b"/>
            <a:pathLst>
              <a:path w="619" h="634">
                <a:moveTo>
                  <a:pt x="294" y="559"/>
                </a:moveTo>
                <a:lnTo>
                  <a:pt x="294" y="559"/>
                </a:lnTo>
                <a:cubicBezTo>
                  <a:pt x="324" y="559"/>
                  <a:pt x="324" y="559"/>
                  <a:pt x="324" y="559"/>
                </a:cubicBezTo>
                <a:cubicBezTo>
                  <a:pt x="324" y="515"/>
                  <a:pt x="324" y="515"/>
                  <a:pt x="324" y="515"/>
                </a:cubicBezTo>
                <a:cubicBezTo>
                  <a:pt x="294" y="515"/>
                  <a:pt x="294" y="515"/>
                  <a:pt x="294" y="515"/>
                </a:cubicBezTo>
                <a:lnTo>
                  <a:pt x="294" y="559"/>
                </a:lnTo>
                <a:close/>
                <a:moveTo>
                  <a:pt x="132" y="456"/>
                </a:moveTo>
                <a:lnTo>
                  <a:pt x="132" y="456"/>
                </a:lnTo>
                <a:cubicBezTo>
                  <a:pt x="147" y="486"/>
                  <a:pt x="147" y="486"/>
                  <a:pt x="147" y="486"/>
                </a:cubicBezTo>
                <a:cubicBezTo>
                  <a:pt x="177" y="456"/>
                  <a:pt x="177" y="456"/>
                  <a:pt x="177" y="456"/>
                </a:cubicBezTo>
                <a:cubicBezTo>
                  <a:pt x="147" y="427"/>
                  <a:pt x="147" y="427"/>
                  <a:pt x="147" y="427"/>
                </a:cubicBezTo>
                <a:lnTo>
                  <a:pt x="132" y="456"/>
                </a:lnTo>
                <a:close/>
                <a:moveTo>
                  <a:pt x="191" y="162"/>
                </a:moveTo>
                <a:lnTo>
                  <a:pt x="191" y="162"/>
                </a:lnTo>
                <a:cubicBezTo>
                  <a:pt x="162" y="147"/>
                  <a:pt x="162" y="147"/>
                  <a:pt x="162" y="147"/>
                </a:cubicBezTo>
                <a:cubicBezTo>
                  <a:pt x="132" y="162"/>
                  <a:pt x="132" y="162"/>
                  <a:pt x="132" y="162"/>
                </a:cubicBezTo>
                <a:cubicBezTo>
                  <a:pt x="162" y="192"/>
                  <a:pt x="162" y="192"/>
                  <a:pt x="162" y="192"/>
                </a:cubicBezTo>
                <a:lnTo>
                  <a:pt x="191" y="162"/>
                </a:lnTo>
                <a:close/>
                <a:moveTo>
                  <a:pt x="309" y="88"/>
                </a:moveTo>
                <a:lnTo>
                  <a:pt x="309" y="88"/>
                </a:lnTo>
                <a:cubicBezTo>
                  <a:pt x="294" y="88"/>
                  <a:pt x="294" y="88"/>
                  <a:pt x="294" y="103"/>
                </a:cubicBezTo>
                <a:cubicBezTo>
                  <a:pt x="294" y="294"/>
                  <a:pt x="294" y="294"/>
                  <a:pt x="294" y="294"/>
                </a:cubicBezTo>
                <a:cubicBezTo>
                  <a:pt x="132" y="294"/>
                  <a:pt x="132" y="294"/>
                  <a:pt x="132" y="294"/>
                </a:cubicBezTo>
                <a:cubicBezTo>
                  <a:pt x="118" y="294"/>
                  <a:pt x="118" y="309"/>
                  <a:pt x="118" y="324"/>
                </a:cubicBezTo>
                <a:cubicBezTo>
                  <a:pt x="118" y="324"/>
                  <a:pt x="118" y="338"/>
                  <a:pt x="132" y="338"/>
                </a:cubicBezTo>
                <a:cubicBezTo>
                  <a:pt x="309" y="338"/>
                  <a:pt x="309" y="338"/>
                  <a:pt x="309" y="338"/>
                </a:cubicBezTo>
                <a:cubicBezTo>
                  <a:pt x="324" y="338"/>
                  <a:pt x="324" y="324"/>
                  <a:pt x="324" y="324"/>
                </a:cubicBezTo>
                <a:cubicBezTo>
                  <a:pt x="324" y="103"/>
                  <a:pt x="324" y="103"/>
                  <a:pt x="324" y="103"/>
                </a:cubicBezTo>
                <a:cubicBezTo>
                  <a:pt x="324" y="88"/>
                  <a:pt x="324" y="88"/>
                  <a:pt x="309" y="88"/>
                </a:cubicBezTo>
                <a:close/>
                <a:moveTo>
                  <a:pt x="427" y="456"/>
                </a:moveTo>
                <a:lnTo>
                  <a:pt x="427" y="456"/>
                </a:lnTo>
                <a:cubicBezTo>
                  <a:pt x="456" y="486"/>
                  <a:pt x="456" y="486"/>
                  <a:pt x="456" y="486"/>
                </a:cubicBezTo>
                <a:cubicBezTo>
                  <a:pt x="471" y="456"/>
                  <a:pt x="471" y="456"/>
                  <a:pt x="471" y="456"/>
                </a:cubicBezTo>
                <a:cubicBezTo>
                  <a:pt x="456" y="427"/>
                  <a:pt x="456" y="427"/>
                  <a:pt x="456" y="427"/>
                </a:cubicBezTo>
                <a:lnTo>
                  <a:pt x="427" y="456"/>
                </a:lnTo>
                <a:close/>
                <a:moveTo>
                  <a:pt x="427" y="162"/>
                </a:moveTo>
                <a:lnTo>
                  <a:pt x="427" y="162"/>
                </a:lnTo>
                <a:cubicBezTo>
                  <a:pt x="456" y="192"/>
                  <a:pt x="456" y="192"/>
                  <a:pt x="456" y="192"/>
                </a:cubicBezTo>
                <a:cubicBezTo>
                  <a:pt x="486" y="162"/>
                  <a:pt x="486" y="162"/>
                  <a:pt x="486" y="162"/>
                </a:cubicBezTo>
                <a:cubicBezTo>
                  <a:pt x="456" y="147"/>
                  <a:pt x="456" y="147"/>
                  <a:pt x="456" y="147"/>
                </a:cubicBezTo>
                <a:lnTo>
                  <a:pt x="427" y="162"/>
                </a:lnTo>
                <a:close/>
                <a:moveTo>
                  <a:pt x="309" y="0"/>
                </a:moveTo>
                <a:lnTo>
                  <a:pt x="309" y="0"/>
                </a:lnTo>
                <a:cubicBezTo>
                  <a:pt x="132" y="0"/>
                  <a:pt x="0" y="147"/>
                  <a:pt x="0" y="324"/>
                </a:cubicBezTo>
                <a:cubicBezTo>
                  <a:pt x="0" y="486"/>
                  <a:pt x="132" y="633"/>
                  <a:pt x="309" y="633"/>
                </a:cubicBezTo>
                <a:cubicBezTo>
                  <a:pt x="486" y="633"/>
                  <a:pt x="618" y="486"/>
                  <a:pt x="618" y="324"/>
                </a:cubicBezTo>
                <a:cubicBezTo>
                  <a:pt x="618" y="147"/>
                  <a:pt x="486" y="0"/>
                  <a:pt x="309" y="0"/>
                </a:cubicBezTo>
                <a:close/>
                <a:moveTo>
                  <a:pt x="309" y="589"/>
                </a:moveTo>
                <a:lnTo>
                  <a:pt x="309" y="589"/>
                </a:lnTo>
                <a:cubicBezTo>
                  <a:pt x="162" y="589"/>
                  <a:pt x="29" y="471"/>
                  <a:pt x="29" y="324"/>
                </a:cubicBezTo>
                <a:cubicBezTo>
                  <a:pt x="29" y="162"/>
                  <a:pt x="162" y="44"/>
                  <a:pt x="309" y="44"/>
                </a:cubicBezTo>
                <a:cubicBezTo>
                  <a:pt x="456" y="44"/>
                  <a:pt x="589" y="162"/>
                  <a:pt x="589" y="324"/>
                </a:cubicBezTo>
                <a:cubicBezTo>
                  <a:pt x="589" y="471"/>
                  <a:pt x="456" y="589"/>
                  <a:pt x="309" y="589"/>
                </a:cubicBezTo>
                <a:close/>
                <a:moveTo>
                  <a:pt x="500" y="294"/>
                </a:moveTo>
                <a:lnTo>
                  <a:pt x="500" y="294"/>
                </a:lnTo>
                <a:cubicBezTo>
                  <a:pt x="500" y="338"/>
                  <a:pt x="500" y="338"/>
                  <a:pt x="500" y="338"/>
                </a:cubicBezTo>
                <a:cubicBezTo>
                  <a:pt x="545" y="338"/>
                  <a:pt x="545" y="338"/>
                  <a:pt x="545" y="338"/>
                </a:cubicBezTo>
                <a:cubicBezTo>
                  <a:pt x="545" y="294"/>
                  <a:pt x="545" y="294"/>
                  <a:pt x="545" y="294"/>
                </a:cubicBezTo>
                <a:lnTo>
                  <a:pt x="500" y="29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7" name="Freeform 166"/>
          <p:cNvSpPr/>
          <p:nvPr/>
        </p:nvSpPr>
        <p:spPr>
          <a:xfrm>
            <a:off x="4714920" y="3863880"/>
            <a:ext cx="382680" cy="382680"/>
          </a:xfrm>
          <a:custGeom>
            <a:avLst/>
            <a:gdLst/>
            <a:ahLst/>
            <a:rect l="l" t="t" r="r" b="b"/>
            <a:pathLst>
              <a:path w="634" h="634">
                <a:moveTo>
                  <a:pt x="45" y="103"/>
                </a:moveTo>
                <a:lnTo>
                  <a:pt x="45" y="103"/>
                </a:lnTo>
                <a:cubicBezTo>
                  <a:pt x="45" y="74"/>
                  <a:pt x="74" y="44"/>
                  <a:pt x="103" y="44"/>
                </a:cubicBezTo>
                <a:cubicBezTo>
                  <a:pt x="148" y="44"/>
                  <a:pt x="148" y="44"/>
                  <a:pt x="148" y="44"/>
                </a:cubicBezTo>
                <a:cubicBezTo>
                  <a:pt x="148" y="0"/>
                  <a:pt x="148" y="0"/>
                  <a:pt x="148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45" y="0"/>
                  <a:pt x="0" y="44"/>
                  <a:pt x="0" y="103"/>
                </a:cubicBezTo>
                <a:cubicBezTo>
                  <a:pt x="0" y="147"/>
                  <a:pt x="0" y="147"/>
                  <a:pt x="0" y="147"/>
                </a:cubicBezTo>
                <a:cubicBezTo>
                  <a:pt x="30" y="147"/>
                  <a:pt x="45" y="147"/>
                  <a:pt x="45" y="147"/>
                </a:cubicBezTo>
                <a:lnTo>
                  <a:pt x="45" y="103"/>
                </a:lnTo>
                <a:close/>
                <a:moveTo>
                  <a:pt x="457" y="294"/>
                </a:moveTo>
                <a:lnTo>
                  <a:pt x="457" y="294"/>
                </a:lnTo>
                <a:cubicBezTo>
                  <a:pt x="339" y="294"/>
                  <a:pt x="339" y="294"/>
                  <a:pt x="339" y="294"/>
                </a:cubicBezTo>
                <a:cubicBezTo>
                  <a:pt x="339" y="162"/>
                  <a:pt x="339" y="162"/>
                  <a:pt x="339" y="162"/>
                </a:cubicBezTo>
                <a:cubicBezTo>
                  <a:pt x="339" y="147"/>
                  <a:pt x="324" y="147"/>
                  <a:pt x="324" y="147"/>
                </a:cubicBezTo>
                <a:cubicBezTo>
                  <a:pt x="310" y="147"/>
                  <a:pt x="295" y="147"/>
                  <a:pt x="295" y="162"/>
                </a:cubicBezTo>
                <a:cubicBezTo>
                  <a:pt x="295" y="324"/>
                  <a:pt x="295" y="324"/>
                  <a:pt x="295" y="324"/>
                </a:cubicBezTo>
                <a:cubicBezTo>
                  <a:pt x="295" y="324"/>
                  <a:pt x="310" y="338"/>
                  <a:pt x="324" y="338"/>
                </a:cubicBezTo>
                <a:cubicBezTo>
                  <a:pt x="457" y="338"/>
                  <a:pt x="457" y="338"/>
                  <a:pt x="457" y="338"/>
                </a:cubicBezTo>
                <a:cubicBezTo>
                  <a:pt x="471" y="338"/>
                  <a:pt x="471" y="324"/>
                  <a:pt x="471" y="324"/>
                </a:cubicBezTo>
                <a:cubicBezTo>
                  <a:pt x="471" y="309"/>
                  <a:pt x="471" y="294"/>
                  <a:pt x="457" y="294"/>
                </a:cubicBezTo>
                <a:close/>
                <a:moveTo>
                  <a:pt x="589" y="324"/>
                </a:moveTo>
                <a:lnTo>
                  <a:pt x="589" y="324"/>
                </a:lnTo>
                <a:cubicBezTo>
                  <a:pt x="589" y="162"/>
                  <a:pt x="471" y="44"/>
                  <a:pt x="324" y="44"/>
                </a:cubicBezTo>
                <a:cubicBezTo>
                  <a:pt x="162" y="44"/>
                  <a:pt x="45" y="162"/>
                  <a:pt x="45" y="324"/>
                </a:cubicBezTo>
                <a:cubicBezTo>
                  <a:pt x="45" y="427"/>
                  <a:pt x="103" y="515"/>
                  <a:pt x="192" y="559"/>
                </a:cubicBezTo>
                <a:cubicBezTo>
                  <a:pt x="118" y="633"/>
                  <a:pt x="118" y="633"/>
                  <a:pt x="118" y="633"/>
                </a:cubicBezTo>
                <a:cubicBezTo>
                  <a:pt x="177" y="633"/>
                  <a:pt x="177" y="633"/>
                  <a:pt x="177" y="633"/>
                </a:cubicBezTo>
                <a:cubicBezTo>
                  <a:pt x="236" y="574"/>
                  <a:pt x="236" y="574"/>
                  <a:pt x="236" y="574"/>
                </a:cubicBezTo>
                <a:cubicBezTo>
                  <a:pt x="265" y="589"/>
                  <a:pt x="295" y="589"/>
                  <a:pt x="324" y="589"/>
                </a:cubicBezTo>
                <a:cubicBezTo>
                  <a:pt x="354" y="589"/>
                  <a:pt x="383" y="589"/>
                  <a:pt x="398" y="574"/>
                </a:cubicBezTo>
                <a:cubicBezTo>
                  <a:pt x="457" y="633"/>
                  <a:pt x="457" y="633"/>
                  <a:pt x="457" y="633"/>
                </a:cubicBezTo>
                <a:cubicBezTo>
                  <a:pt x="516" y="633"/>
                  <a:pt x="516" y="633"/>
                  <a:pt x="516" y="633"/>
                </a:cubicBezTo>
                <a:cubicBezTo>
                  <a:pt x="457" y="559"/>
                  <a:pt x="457" y="559"/>
                  <a:pt x="457" y="559"/>
                </a:cubicBezTo>
                <a:cubicBezTo>
                  <a:pt x="530" y="515"/>
                  <a:pt x="589" y="427"/>
                  <a:pt x="589" y="324"/>
                </a:cubicBezTo>
                <a:close/>
                <a:moveTo>
                  <a:pt x="324" y="559"/>
                </a:moveTo>
                <a:lnTo>
                  <a:pt x="324" y="559"/>
                </a:lnTo>
                <a:cubicBezTo>
                  <a:pt x="192" y="559"/>
                  <a:pt x="89" y="456"/>
                  <a:pt x="89" y="324"/>
                </a:cubicBezTo>
                <a:cubicBezTo>
                  <a:pt x="89" y="192"/>
                  <a:pt x="192" y="88"/>
                  <a:pt x="324" y="88"/>
                </a:cubicBezTo>
                <a:cubicBezTo>
                  <a:pt x="457" y="88"/>
                  <a:pt x="560" y="192"/>
                  <a:pt x="560" y="324"/>
                </a:cubicBezTo>
                <a:cubicBezTo>
                  <a:pt x="560" y="456"/>
                  <a:pt x="457" y="559"/>
                  <a:pt x="324" y="559"/>
                </a:cubicBezTo>
                <a:close/>
                <a:moveTo>
                  <a:pt x="530" y="0"/>
                </a:moveTo>
                <a:lnTo>
                  <a:pt x="530" y="0"/>
                </a:lnTo>
                <a:cubicBezTo>
                  <a:pt x="501" y="0"/>
                  <a:pt x="501" y="0"/>
                  <a:pt x="501" y="0"/>
                </a:cubicBezTo>
                <a:cubicBezTo>
                  <a:pt x="501" y="44"/>
                  <a:pt x="501" y="44"/>
                  <a:pt x="501" y="44"/>
                </a:cubicBezTo>
                <a:cubicBezTo>
                  <a:pt x="530" y="44"/>
                  <a:pt x="530" y="44"/>
                  <a:pt x="530" y="44"/>
                </a:cubicBezTo>
                <a:cubicBezTo>
                  <a:pt x="575" y="44"/>
                  <a:pt x="589" y="74"/>
                  <a:pt x="589" y="103"/>
                </a:cubicBezTo>
                <a:cubicBezTo>
                  <a:pt x="589" y="147"/>
                  <a:pt x="589" y="147"/>
                  <a:pt x="589" y="147"/>
                </a:cubicBezTo>
                <a:cubicBezTo>
                  <a:pt x="604" y="147"/>
                  <a:pt x="604" y="147"/>
                  <a:pt x="633" y="147"/>
                </a:cubicBezTo>
                <a:cubicBezTo>
                  <a:pt x="633" y="103"/>
                  <a:pt x="633" y="103"/>
                  <a:pt x="633" y="103"/>
                </a:cubicBezTo>
                <a:cubicBezTo>
                  <a:pt x="633" y="44"/>
                  <a:pt x="589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8" name="Freeform 167"/>
          <p:cNvSpPr/>
          <p:nvPr/>
        </p:nvSpPr>
        <p:spPr>
          <a:xfrm>
            <a:off x="4111560" y="3863880"/>
            <a:ext cx="355680" cy="382680"/>
          </a:xfrm>
          <a:custGeom>
            <a:avLst/>
            <a:gdLst/>
            <a:ahLst/>
            <a:rect l="l" t="t" r="r" b="b"/>
            <a:pathLst>
              <a:path w="590" h="634">
                <a:moveTo>
                  <a:pt x="442" y="559"/>
                </a:moveTo>
                <a:lnTo>
                  <a:pt x="442" y="559"/>
                </a:lnTo>
                <a:cubicBezTo>
                  <a:pt x="471" y="559"/>
                  <a:pt x="471" y="559"/>
                  <a:pt x="471" y="559"/>
                </a:cubicBezTo>
                <a:cubicBezTo>
                  <a:pt x="501" y="559"/>
                  <a:pt x="516" y="530"/>
                  <a:pt x="516" y="515"/>
                </a:cubicBezTo>
                <a:cubicBezTo>
                  <a:pt x="516" y="471"/>
                  <a:pt x="516" y="471"/>
                  <a:pt x="516" y="471"/>
                </a:cubicBezTo>
                <a:cubicBezTo>
                  <a:pt x="516" y="456"/>
                  <a:pt x="501" y="442"/>
                  <a:pt x="471" y="442"/>
                </a:cubicBezTo>
                <a:cubicBezTo>
                  <a:pt x="442" y="442"/>
                  <a:pt x="442" y="442"/>
                  <a:pt x="442" y="442"/>
                </a:cubicBezTo>
                <a:cubicBezTo>
                  <a:pt x="412" y="442"/>
                  <a:pt x="398" y="456"/>
                  <a:pt x="398" y="471"/>
                </a:cubicBezTo>
                <a:cubicBezTo>
                  <a:pt x="398" y="515"/>
                  <a:pt x="398" y="515"/>
                  <a:pt x="398" y="515"/>
                </a:cubicBezTo>
                <a:cubicBezTo>
                  <a:pt x="398" y="530"/>
                  <a:pt x="412" y="559"/>
                  <a:pt x="442" y="559"/>
                </a:cubicBezTo>
                <a:close/>
                <a:moveTo>
                  <a:pt x="442" y="471"/>
                </a:moveTo>
                <a:lnTo>
                  <a:pt x="442" y="471"/>
                </a:lnTo>
                <a:cubicBezTo>
                  <a:pt x="471" y="471"/>
                  <a:pt x="471" y="471"/>
                  <a:pt x="471" y="471"/>
                </a:cubicBezTo>
                <a:cubicBezTo>
                  <a:pt x="471" y="515"/>
                  <a:pt x="471" y="515"/>
                  <a:pt x="471" y="515"/>
                </a:cubicBezTo>
                <a:cubicBezTo>
                  <a:pt x="442" y="515"/>
                  <a:pt x="442" y="515"/>
                  <a:pt x="442" y="515"/>
                </a:cubicBezTo>
                <a:lnTo>
                  <a:pt x="442" y="471"/>
                </a:lnTo>
                <a:close/>
                <a:moveTo>
                  <a:pt x="442" y="397"/>
                </a:moveTo>
                <a:lnTo>
                  <a:pt x="442" y="397"/>
                </a:lnTo>
                <a:cubicBezTo>
                  <a:pt x="471" y="397"/>
                  <a:pt x="471" y="397"/>
                  <a:pt x="471" y="397"/>
                </a:cubicBezTo>
                <a:cubicBezTo>
                  <a:pt x="501" y="397"/>
                  <a:pt x="516" y="383"/>
                  <a:pt x="516" y="353"/>
                </a:cubicBezTo>
                <a:cubicBezTo>
                  <a:pt x="516" y="324"/>
                  <a:pt x="516" y="324"/>
                  <a:pt x="516" y="324"/>
                </a:cubicBezTo>
                <a:cubicBezTo>
                  <a:pt x="516" y="294"/>
                  <a:pt x="501" y="280"/>
                  <a:pt x="471" y="280"/>
                </a:cubicBezTo>
                <a:cubicBezTo>
                  <a:pt x="442" y="280"/>
                  <a:pt x="442" y="280"/>
                  <a:pt x="442" y="280"/>
                </a:cubicBezTo>
                <a:cubicBezTo>
                  <a:pt x="412" y="280"/>
                  <a:pt x="398" y="294"/>
                  <a:pt x="398" y="324"/>
                </a:cubicBezTo>
                <a:cubicBezTo>
                  <a:pt x="398" y="353"/>
                  <a:pt x="398" y="353"/>
                  <a:pt x="398" y="353"/>
                </a:cubicBezTo>
                <a:cubicBezTo>
                  <a:pt x="398" y="383"/>
                  <a:pt x="412" y="397"/>
                  <a:pt x="442" y="397"/>
                </a:cubicBezTo>
                <a:close/>
                <a:moveTo>
                  <a:pt x="442" y="324"/>
                </a:moveTo>
                <a:lnTo>
                  <a:pt x="442" y="324"/>
                </a:lnTo>
                <a:cubicBezTo>
                  <a:pt x="471" y="324"/>
                  <a:pt x="471" y="324"/>
                  <a:pt x="471" y="324"/>
                </a:cubicBezTo>
                <a:cubicBezTo>
                  <a:pt x="471" y="353"/>
                  <a:pt x="471" y="353"/>
                  <a:pt x="471" y="353"/>
                </a:cubicBezTo>
                <a:cubicBezTo>
                  <a:pt x="442" y="353"/>
                  <a:pt x="442" y="353"/>
                  <a:pt x="442" y="353"/>
                </a:cubicBezTo>
                <a:lnTo>
                  <a:pt x="442" y="324"/>
                </a:lnTo>
                <a:close/>
                <a:moveTo>
                  <a:pt x="516" y="44"/>
                </a:moveTo>
                <a:lnTo>
                  <a:pt x="516" y="44"/>
                </a:lnTo>
                <a:cubicBezTo>
                  <a:pt x="442" y="44"/>
                  <a:pt x="442" y="44"/>
                  <a:pt x="442" y="44"/>
                </a:cubicBezTo>
                <a:cubicBezTo>
                  <a:pt x="442" y="29"/>
                  <a:pt x="442" y="29"/>
                  <a:pt x="442" y="29"/>
                </a:cubicBezTo>
                <a:cubicBezTo>
                  <a:pt x="442" y="15"/>
                  <a:pt x="427" y="0"/>
                  <a:pt x="412" y="0"/>
                </a:cubicBezTo>
                <a:cubicBezTo>
                  <a:pt x="412" y="0"/>
                  <a:pt x="398" y="15"/>
                  <a:pt x="398" y="29"/>
                </a:cubicBezTo>
                <a:cubicBezTo>
                  <a:pt x="398" y="44"/>
                  <a:pt x="398" y="44"/>
                  <a:pt x="398" y="44"/>
                </a:cubicBezTo>
                <a:cubicBezTo>
                  <a:pt x="207" y="44"/>
                  <a:pt x="207" y="44"/>
                  <a:pt x="207" y="44"/>
                </a:cubicBezTo>
                <a:cubicBezTo>
                  <a:pt x="207" y="29"/>
                  <a:pt x="207" y="29"/>
                  <a:pt x="207" y="29"/>
                </a:cubicBezTo>
                <a:cubicBezTo>
                  <a:pt x="207" y="15"/>
                  <a:pt x="192" y="0"/>
                  <a:pt x="177" y="0"/>
                </a:cubicBezTo>
                <a:cubicBezTo>
                  <a:pt x="177" y="0"/>
                  <a:pt x="162" y="15"/>
                  <a:pt x="162" y="29"/>
                </a:cubicBezTo>
                <a:cubicBezTo>
                  <a:pt x="162" y="44"/>
                  <a:pt x="162" y="44"/>
                  <a:pt x="162" y="44"/>
                </a:cubicBezTo>
                <a:cubicBezTo>
                  <a:pt x="89" y="44"/>
                  <a:pt x="89" y="44"/>
                  <a:pt x="89" y="44"/>
                </a:cubicBezTo>
                <a:cubicBezTo>
                  <a:pt x="44" y="44"/>
                  <a:pt x="0" y="74"/>
                  <a:pt x="0" y="118"/>
                </a:cubicBezTo>
                <a:cubicBezTo>
                  <a:pt x="0" y="559"/>
                  <a:pt x="0" y="559"/>
                  <a:pt x="0" y="559"/>
                </a:cubicBezTo>
                <a:cubicBezTo>
                  <a:pt x="0" y="604"/>
                  <a:pt x="44" y="633"/>
                  <a:pt x="89" y="633"/>
                </a:cubicBezTo>
                <a:cubicBezTo>
                  <a:pt x="516" y="633"/>
                  <a:pt x="516" y="633"/>
                  <a:pt x="516" y="633"/>
                </a:cubicBezTo>
                <a:cubicBezTo>
                  <a:pt x="560" y="633"/>
                  <a:pt x="589" y="604"/>
                  <a:pt x="589" y="559"/>
                </a:cubicBezTo>
                <a:cubicBezTo>
                  <a:pt x="589" y="118"/>
                  <a:pt x="589" y="118"/>
                  <a:pt x="589" y="118"/>
                </a:cubicBezTo>
                <a:cubicBezTo>
                  <a:pt x="589" y="74"/>
                  <a:pt x="560" y="44"/>
                  <a:pt x="516" y="44"/>
                </a:cubicBezTo>
                <a:close/>
                <a:moveTo>
                  <a:pt x="560" y="559"/>
                </a:moveTo>
                <a:lnTo>
                  <a:pt x="560" y="559"/>
                </a:lnTo>
                <a:cubicBezTo>
                  <a:pt x="560" y="574"/>
                  <a:pt x="530" y="589"/>
                  <a:pt x="516" y="589"/>
                </a:cubicBezTo>
                <a:cubicBezTo>
                  <a:pt x="89" y="589"/>
                  <a:pt x="89" y="589"/>
                  <a:pt x="89" y="589"/>
                </a:cubicBezTo>
                <a:cubicBezTo>
                  <a:pt x="59" y="589"/>
                  <a:pt x="44" y="574"/>
                  <a:pt x="44" y="559"/>
                </a:cubicBezTo>
                <a:cubicBezTo>
                  <a:pt x="44" y="206"/>
                  <a:pt x="44" y="206"/>
                  <a:pt x="44" y="206"/>
                </a:cubicBezTo>
                <a:cubicBezTo>
                  <a:pt x="560" y="206"/>
                  <a:pt x="560" y="206"/>
                  <a:pt x="560" y="206"/>
                </a:cubicBezTo>
                <a:lnTo>
                  <a:pt x="560" y="559"/>
                </a:lnTo>
                <a:close/>
                <a:moveTo>
                  <a:pt x="560" y="162"/>
                </a:moveTo>
                <a:lnTo>
                  <a:pt x="560" y="162"/>
                </a:lnTo>
                <a:cubicBezTo>
                  <a:pt x="44" y="162"/>
                  <a:pt x="44" y="162"/>
                  <a:pt x="44" y="162"/>
                </a:cubicBezTo>
                <a:cubicBezTo>
                  <a:pt x="44" y="118"/>
                  <a:pt x="44" y="118"/>
                  <a:pt x="44" y="118"/>
                </a:cubicBezTo>
                <a:cubicBezTo>
                  <a:pt x="44" y="103"/>
                  <a:pt x="59" y="88"/>
                  <a:pt x="89" y="88"/>
                </a:cubicBezTo>
                <a:cubicBezTo>
                  <a:pt x="162" y="88"/>
                  <a:pt x="162" y="88"/>
                  <a:pt x="162" y="88"/>
                </a:cubicBezTo>
                <a:cubicBezTo>
                  <a:pt x="162" y="103"/>
                  <a:pt x="162" y="103"/>
                  <a:pt x="162" y="103"/>
                </a:cubicBezTo>
                <a:cubicBezTo>
                  <a:pt x="162" y="118"/>
                  <a:pt x="177" y="118"/>
                  <a:pt x="177" y="118"/>
                </a:cubicBezTo>
                <a:cubicBezTo>
                  <a:pt x="192" y="118"/>
                  <a:pt x="207" y="118"/>
                  <a:pt x="207" y="103"/>
                </a:cubicBezTo>
                <a:cubicBezTo>
                  <a:pt x="207" y="88"/>
                  <a:pt x="207" y="88"/>
                  <a:pt x="207" y="88"/>
                </a:cubicBezTo>
                <a:cubicBezTo>
                  <a:pt x="398" y="88"/>
                  <a:pt x="398" y="88"/>
                  <a:pt x="398" y="88"/>
                </a:cubicBezTo>
                <a:cubicBezTo>
                  <a:pt x="398" y="103"/>
                  <a:pt x="398" y="103"/>
                  <a:pt x="398" y="103"/>
                </a:cubicBezTo>
                <a:cubicBezTo>
                  <a:pt x="398" y="118"/>
                  <a:pt x="412" y="118"/>
                  <a:pt x="412" y="118"/>
                </a:cubicBezTo>
                <a:cubicBezTo>
                  <a:pt x="427" y="118"/>
                  <a:pt x="442" y="118"/>
                  <a:pt x="442" y="103"/>
                </a:cubicBezTo>
                <a:cubicBezTo>
                  <a:pt x="442" y="88"/>
                  <a:pt x="442" y="88"/>
                  <a:pt x="442" y="88"/>
                </a:cubicBezTo>
                <a:cubicBezTo>
                  <a:pt x="516" y="88"/>
                  <a:pt x="516" y="88"/>
                  <a:pt x="516" y="88"/>
                </a:cubicBezTo>
                <a:cubicBezTo>
                  <a:pt x="530" y="88"/>
                  <a:pt x="560" y="103"/>
                  <a:pt x="560" y="118"/>
                </a:cubicBezTo>
                <a:lnTo>
                  <a:pt x="560" y="162"/>
                </a:lnTo>
                <a:close/>
                <a:moveTo>
                  <a:pt x="118" y="397"/>
                </a:moveTo>
                <a:lnTo>
                  <a:pt x="118" y="397"/>
                </a:lnTo>
                <a:cubicBezTo>
                  <a:pt x="162" y="397"/>
                  <a:pt x="162" y="397"/>
                  <a:pt x="162" y="397"/>
                </a:cubicBezTo>
                <a:cubicBezTo>
                  <a:pt x="177" y="397"/>
                  <a:pt x="207" y="383"/>
                  <a:pt x="207" y="353"/>
                </a:cubicBezTo>
                <a:cubicBezTo>
                  <a:pt x="207" y="324"/>
                  <a:pt x="207" y="324"/>
                  <a:pt x="207" y="324"/>
                </a:cubicBezTo>
                <a:cubicBezTo>
                  <a:pt x="207" y="294"/>
                  <a:pt x="177" y="280"/>
                  <a:pt x="162" y="280"/>
                </a:cubicBezTo>
                <a:cubicBezTo>
                  <a:pt x="118" y="280"/>
                  <a:pt x="118" y="280"/>
                  <a:pt x="118" y="280"/>
                </a:cubicBezTo>
                <a:cubicBezTo>
                  <a:pt x="103" y="280"/>
                  <a:pt x="89" y="294"/>
                  <a:pt x="89" y="324"/>
                </a:cubicBezTo>
                <a:cubicBezTo>
                  <a:pt x="89" y="353"/>
                  <a:pt x="89" y="353"/>
                  <a:pt x="89" y="353"/>
                </a:cubicBezTo>
                <a:cubicBezTo>
                  <a:pt x="89" y="383"/>
                  <a:pt x="103" y="397"/>
                  <a:pt x="118" y="397"/>
                </a:cubicBezTo>
                <a:close/>
                <a:moveTo>
                  <a:pt x="118" y="324"/>
                </a:moveTo>
                <a:lnTo>
                  <a:pt x="118" y="324"/>
                </a:lnTo>
                <a:cubicBezTo>
                  <a:pt x="162" y="324"/>
                  <a:pt x="162" y="324"/>
                  <a:pt x="162" y="324"/>
                </a:cubicBezTo>
                <a:cubicBezTo>
                  <a:pt x="162" y="353"/>
                  <a:pt x="162" y="353"/>
                  <a:pt x="162" y="353"/>
                </a:cubicBezTo>
                <a:cubicBezTo>
                  <a:pt x="118" y="353"/>
                  <a:pt x="118" y="353"/>
                  <a:pt x="118" y="353"/>
                </a:cubicBezTo>
                <a:lnTo>
                  <a:pt x="118" y="324"/>
                </a:lnTo>
                <a:close/>
                <a:moveTo>
                  <a:pt x="280" y="397"/>
                </a:moveTo>
                <a:lnTo>
                  <a:pt x="280" y="397"/>
                </a:lnTo>
                <a:cubicBezTo>
                  <a:pt x="324" y="397"/>
                  <a:pt x="324" y="397"/>
                  <a:pt x="324" y="397"/>
                </a:cubicBezTo>
                <a:cubicBezTo>
                  <a:pt x="339" y="397"/>
                  <a:pt x="354" y="383"/>
                  <a:pt x="354" y="353"/>
                </a:cubicBezTo>
                <a:cubicBezTo>
                  <a:pt x="354" y="324"/>
                  <a:pt x="354" y="324"/>
                  <a:pt x="354" y="324"/>
                </a:cubicBezTo>
                <a:cubicBezTo>
                  <a:pt x="354" y="294"/>
                  <a:pt x="339" y="280"/>
                  <a:pt x="324" y="280"/>
                </a:cubicBezTo>
                <a:cubicBezTo>
                  <a:pt x="280" y="280"/>
                  <a:pt x="280" y="280"/>
                  <a:pt x="280" y="280"/>
                </a:cubicBezTo>
                <a:cubicBezTo>
                  <a:pt x="265" y="280"/>
                  <a:pt x="236" y="294"/>
                  <a:pt x="236" y="324"/>
                </a:cubicBezTo>
                <a:cubicBezTo>
                  <a:pt x="236" y="353"/>
                  <a:pt x="236" y="353"/>
                  <a:pt x="236" y="353"/>
                </a:cubicBezTo>
                <a:cubicBezTo>
                  <a:pt x="236" y="383"/>
                  <a:pt x="265" y="397"/>
                  <a:pt x="280" y="397"/>
                </a:cubicBezTo>
                <a:close/>
                <a:moveTo>
                  <a:pt x="280" y="324"/>
                </a:moveTo>
                <a:lnTo>
                  <a:pt x="280" y="324"/>
                </a:lnTo>
                <a:cubicBezTo>
                  <a:pt x="324" y="324"/>
                  <a:pt x="324" y="324"/>
                  <a:pt x="324" y="324"/>
                </a:cubicBezTo>
                <a:cubicBezTo>
                  <a:pt x="324" y="353"/>
                  <a:pt x="324" y="353"/>
                  <a:pt x="324" y="353"/>
                </a:cubicBezTo>
                <a:cubicBezTo>
                  <a:pt x="280" y="353"/>
                  <a:pt x="280" y="353"/>
                  <a:pt x="280" y="353"/>
                </a:cubicBezTo>
                <a:lnTo>
                  <a:pt x="280" y="324"/>
                </a:lnTo>
                <a:close/>
                <a:moveTo>
                  <a:pt x="118" y="559"/>
                </a:moveTo>
                <a:lnTo>
                  <a:pt x="118" y="559"/>
                </a:lnTo>
                <a:cubicBezTo>
                  <a:pt x="162" y="559"/>
                  <a:pt x="162" y="559"/>
                  <a:pt x="162" y="559"/>
                </a:cubicBezTo>
                <a:cubicBezTo>
                  <a:pt x="177" y="559"/>
                  <a:pt x="207" y="530"/>
                  <a:pt x="207" y="515"/>
                </a:cubicBezTo>
                <a:cubicBezTo>
                  <a:pt x="207" y="471"/>
                  <a:pt x="207" y="471"/>
                  <a:pt x="207" y="471"/>
                </a:cubicBezTo>
                <a:cubicBezTo>
                  <a:pt x="207" y="456"/>
                  <a:pt x="177" y="442"/>
                  <a:pt x="162" y="442"/>
                </a:cubicBezTo>
                <a:cubicBezTo>
                  <a:pt x="118" y="442"/>
                  <a:pt x="118" y="442"/>
                  <a:pt x="118" y="442"/>
                </a:cubicBezTo>
                <a:cubicBezTo>
                  <a:pt x="103" y="442"/>
                  <a:pt x="89" y="456"/>
                  <a:pt x="89" y="471"/>
                </a:cubicBezTo>
                <a:cubicBezTo>
                  <a:pt x="89" y="515"/>
                  <a:pt x="89" y="515"/>
                  <a:pt x="89" y="515"/>
                </a:cubicBezTo>
                <a:cubicBezTo>
                  <a:pt x="89" y="530"/>
                  <a:pt x="103" y="559"/>
                  <a:pt x="118" y="559"/>
                </a:cubicBezTo>
                <a:close/>
                <a:moveTo>
                  <a:pt x="118" y="471"/>
                </a:moveTo>
                <a:lnTo>
                  <a:pt x="118" y="471"/>
                </a:lnTo>
                <a:cubicBezTo>
                  <a:pt x="162" y="471"/>
                  <a:pt x="162" y="471"/>
                  <a:pt x="162" y="471"/>
                </a:cubicBezTo>
                <a:cubicBezTo>
                  <a:pt x="162" y="515"/>
                  <a:pt x="162" y="515"/>
                  <a:pt x="162" y="515"/>
                </a:cubicBezTo>
                <a:cubicBezTo>
                  <a:pt x="118" y="515"/>
                  <a:pt x="118" y="515"/>
                  <a:pt x="118" y="515"/>
                </a:cubicBezTo>
                <a:lnTo>
                  <a:pt x="118" y="471"/>
                </a:lnTo>
                <a:close/>
                <a:moveTo>
                  <a:pt x="280" y="559"/>
                </a:moveTo>
                <a:lnTo>
                  <a:pt x="280" y="559"/>
                </a:lnTo>
                <a:cubicBezTo>
                  <a:pt x="324" y="559"/>
                  <a:pt x="324" y="559"/>
                  <a:pt x="324" y="559"/>
                </a:cubicBezTo>
                <a:cubicBezTo>
                  <a:pt x="339" y="559"/>
                  <a:pt x="354" y="530"/>
                  <a:pt x="354" y="515"/>
                </a:cubicBezTo>
                <a:cubicBezTo>
                  <a:pt x="354" y="471"/>
                  <a:pt x="354" y="471"/>
                  <a:pt x="354" y="471"/>
                </a:cubicBezTo>
                <a:cubicBezTo>
                  <a:pt x="354" y="456"/>
                  <a:pt x="339" y="442"/>
                  <a:pt x="324" y="442"/>
                </a:cubicBezTo>
                <a:cubicBezTo>
                  <a:pt x="280" y="442"/>
                  <a:pt x="280" y="442"/>
                  <a:pt x="280" y="442"/>
                </a:cubicBezTo>
                <a:cubicBezTo>
                  <a:pt x="265" y="442"/>
                  <a:pt x="236" y="456"/>
                  <a:pt x="236" y="471"/>
                </a:cubicBezTo>
                <a:cubicBezTo>
                  <a:pt x="236" y="515"/>
                  <a:pt x="236" y="515"/>
                  <a:pt x="236" y="515"/>
                </a:cubicBezTo>
                <a:cubicBezTo>
                  <a:pt x="236" y="530"/>
                  <a:pt x="265" y="559"/>
                  <a:pt x="280" y="559"/>
                </a:cubicBezTo>
                <a:close/>
                <a:moveTo>
                  <a:pt x="280" y="471"/>
                </a:moveTo>
                <a:lnTo>
                  <a:pt x="280" y="471"/>
                </a:lnTo>
                <a:cubicBezTo>
                  <a:pt x="324" y="471"/>
                  <a:pt x="324" y="471"/>
                  <a:pt x="324" y="471"/>
                </a:cubicBezTo>
                <a:cubicBezTo>
                  <a:pt x="324" y="515"/>
                  <a:pt x="324" y="515"/>
                  <a:pt x="324" y="515"/>
                </a:cubicBezTo>
                <a:cubicBezTo>
                  <a:pt x="280" y="515"/>
                  <a:pt x="280" y="515"/>
                  <a:pt x="280" y="515"/>
                </a:cubicBezTo>
                <a:lnTo>
                  <a:pt x="280" y="47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9" name="Freeform 168"/>
          <p:cNvSpPr/>
          <p:nvPr/>
        </p:nvSpPr>
        <p:spPr>
          <a:xfrm>
            <a:off x="3492360" y="3935520"/>
            <a:ext cx="371520" cy="239760"/>
          </a:xfrm>
          <a:custGeom>
            <a:avLst/>
            <a:gdLst/>
            <a:ahLst/>
            <a:rect l="l" t="t" r="r" b="b"/>
            <a:pathLst>
              <a:path w="619" h="398">
                <a:moveTo>
                  <a:pt x="427" y="88"/>
                </a:moveTo>
                <a:lnTo>
                  <a:pt x="427" y="88"/>
                </a:lnTo>
                <a:cubicBezTo>
                  <a:pt x="368" y="88"/>
                  <a:pt x="309" y="132"/>
                  <a:pt x="309" y="206"/>
                </a:cubicBezTo>
                <a:cubicBezTo>
                  <a:pt x="309" y="265"/>
                  <a:pt x="368" y="324"/>
                  <a:pt x="427" y="324"/>
                </a:cubicBezTo>
                <a:cubicBezTo>
                  <a:pt x="486" y="324"/>
                  <a:pt x="545" y="265"/>
                  <a:pt x="545" y="206"/>
                </a:cubicBezTo>
                <a:cubicBezTo>
                  <a:pt x="545" y="132"/>
                  <a:pt x="486" y="88"/>
                  <a:pt x="427" y="88"/>
                </a:cubicBezTo>
                <a:close/>
                <a:moveTo>
                  <a:pt x="427" y="279"/>
                </a:moveTo>
                <a:lnTo>
                  <a:pt x="427" y="279"/>
                </a:lnTo>
                <a:cubicBezTo>
                  <a:pt x="382" y="279"/>
                  <a:pt x="353" y="250"/>
                  <a:pt x="353" y="206"/>
                </a:cubicBezTo>
                <a:cubicBezTo>
                  <a:pt x="353" y="162"/>
                  <a:pt x="382" y="117"/>
                  <a:pt x="427" y="117"/>
                </a:cubicBezTo>
                <a:cubicBezTo>
                  <a:pt x="471" y="117"/>
                  <a:pt x="500" y="162"/>
                  <a:pt x="500" y="206"/>
                </a:cubicBezTo>
                <a:cubicBezTo>
                  <a:pt x="500" y="250"/>
                  <a:pt x="471" y="279"/>
                  <a:pt x="427" y="279"/>
                </a:cubicBezTo>
                <a:close/>
                <a:moveTo>
                  <a:pt x="427" y="0"/>
                </a:moveTo>
                <a:lnTo>
                  <a:pt x="427" y="0"/>
                </a:lnTo>
                <a:cubicBezTo>
                  <a:pt x="191" y="0"/>
                  <a:pt x="191" y="0"/>
                  <a:pt x="191" y="0"/>
                </a:cubicBezTo>
                <a:cubicBezTo>
                  <a:pt x="88" y="0"/>
                  <a:pt x="0" y="88"/>
                  <a:pt x="0" y="206"/>
                </a:cubicBezTo>
                <a:cubicBezTo>
                  <a:pt x="0" y="309"/>
                  <a:pt x="88" y="397"/>
                  <a:pt x="191" y="397"/>
                </a:cubicBezTo>
                <a:cubicBezTo>
                  <a:pt x="427" y="397"/>
                  <a:pt x="427" y="397"/>
                  <a:pt x="427" y="397"/>
                </a:cubicBezTo>
                <a:cubicBezTo>
                  <a:pt x="530" y="397"/>
                  <a:pt x="618" y="309"/>
                  <a:pt x="618" y="206"/>
                </a:cubicBezTo>
                <a:cubicBezTo>
                  <a:pt x="618" y="88"/>
                  <a:pt x="530" y="0"/>
                  <a:pt x="427" y="0"/>
                </a:cubicBezTo>
                <a:close/>
                <a:moveTo>
                  <a:pt x="427" y="353"/>
                </a:moveTo>
                <a:lnTo>
                  <a:pt x="427" y="353"/>
                </a:lnTo>
                <a:cubicBezTo>
                  <a:pt x="191" y="353"/>
                  <a:pt x="191" y="353"/>
                  <a:pt x="191" y="353"/>
                </a:cubicBezTo>
                <a:cubicBezTo>
                  <a:pt x="103" y="353"/>
                  <a:pt x="29" y="294"/>
                  <a:pt x="29" y="206"/>
                </a:cubicBezTo>
                <a:cubicBezTo>
                  <a:pt x="29" y="117"/>
                  <a:pt x="103" y="44"/>
                  <a:pt x="191" y="44"/>
                </a:cubicBezTo>
                <a:cubicBezTo>
                  <a:pt x="427" y="44"/>
                  <a:pt x="427" y="44"/>
                  <a:pt x="427" y="44"/>
                </a:cubicBezTo>
                <a:cubicBezTo>
                  <a:pt x="515" y="44"/>
                  <a:pt x="589" y="117"/>
                  <a:pt x="589" y="206"/>
                </a:cubicBezTo>
                <a:cubicBezTo>
                  <a:pt x="589" y="294"/>
                  <a:pt x="515" y="353"/>
                  <a:pt x="427" y="35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0" name="Freeform 169"/>
          <p:cNvSpPr/>
          <p:nvPr/>
        </p:nvSpPr>
        <p:spPr>
          <a:xfrm>
            <a:off x="2871720" y="3935520"/>
            <a:ext cx="382680" cy="239760"/>
          </a:xfrm>
          <a:custGeom>
            <a:avLst/>
            <a:gdLst/>
            <a:ahLst/>
            <a:rect l="l" t="t" r="r" b="b"/>
            <a:pathLst>
              <a:path w="634" h="398">
                <a:moveTo>
                  <a:pt x="442" y="0"/>
                </a:moveTo>
                <a:lnTo>
                  <a:pt x="442" y="0"/>
                </a:lnTo>
                <a:cubicBezTo>
                  <a:pt x="207" y="0"/>
                  <a:pt x="207" y="0"/>
                  <a:pt x="207" y="0"/>
                </a:cubicBezTo>
                <a:cubicBezTo>
                  <a:pt x="89" y="0"/>
                  <a:pt x="0" y="88"/>
                  <a:pt x="0" y="206"/>
                </a:cubicBezTo>
                <a:cubicBezTo>
                  <a:pt x="0" y="309"/>
                  <a:pt x="89" y="397"/>
                  <a:pt x="207" y="397"/>
                </a:cubicBezTo>
                <a:cubicBezTo>
                  <a:pt x="442" y="397"/>
                  <a:pt x="442" y="397"/>
                  <a:pt x="442" y="397"/>
                </a:cubicBezTo>
                <a:cubicBezTo>
                  <a:pt x="545" y="397"/>
                  <a:pt x="633" y="309"/>
                  <a:pt x="633" y="206"/>
                </a:cubicBezTo>
                <a:cubicBezTo>
                  <a:pt x="633" y="88"/>
                  <a:pt x="545" y="0"/>
                  <a:pt x="442" y="0"/>
                </a:cubicBezTo>
                <a:close/>
                <a:moveTo>
                  <a:pt x="442" y="353"/>
                </a:moveTo>
                <a:lnTo>
                  <a:pt x="442" y="353"/>
                </a:lnTo>
                <a:cubicBezTo>
                  <a:pt x="207" y="353"/>
                  <a:pt x="207" y="353"/>
                  <a:pt x="207" y="353"/>
                </a:cubicBezTo>
                <a:cubicBezTo>
                  <a:pt x="118" y="353"/>
                  <a:pt x="44" y="294"/>
                  <a:pt x="44" y="206"/>
                </a:cubicBezTo>
                <a:cubicBezTo>
                  <a:pt x="44" y="117"/>
                  <a:pt x="118" y="44"/>
                  <a:pt x="207" y="44"/>
                </a:cubicBezTo>
                <a:cubicBezTo>
                  <a:pt x="442" y="44"/>
                  <a:pt x="442" y="44"/>
                  <a:pt x="442" y="44"/>
                </a:cubicBezTo>
                <a:cubicBezTo>
                  <a:pt x="530" y="44"/>
                  <a:pt x="589" y="117"/>
                  <a:pt x="589" y="206"/>
                </a:cubicBezTo>
                <a:cubicBezTo>
                  <a:pt x="589" y="294"/>
                  <a:pt x="530" y="353"/>
                  <a:pt x="442" y="353"/>
                </a:cubicBezTo>
                <a:close/>
                <a:moveTo>
                  <a:pt x="207" y="88"/>
                </a:moveTo>
                <a:lnTo>
                  <a:pt x="207" y="88"/>
                </a:lnTo>
                <a:cubicBezTo>
                  <a:pt x="133" y="88"/>
                  <a:pt x="89" y="132"/>
                  <a:pt x="89" y="206"/>
                </a:cubicBezTo>
                <a:cubicBezTo>
                  <a:pt x="89" y="265"/>
                  <a:pt x="133" y="324"/>
                  <a:pt x="207" y="324"/>
                </a:cubicBezTo>
                <a:cubicBezTo>
                  <a:pt x="265" y="324"/>
                  <a:pt x="324" y="265"/>
                  <a:pt x="324" y="206"/>
                </a:cubicBezTo>
                <a:cubicBezTo>
                  <a:pt x="324" y="132"/>
                  <a:pt x="265" y="88"/>
                  <a:pt x="207" y="88"/>
                </a:cubicBezTo>
                <a:close/>
                <a:moveTo>
                  <a:pt x="207" y="279"/>
                </a:moveTo>
                <a:lnTo>
                  <a:pt x="207" y="279"/>
                </a:lnTo>
                <a:cubicBezTo>
                  <a:pt x="162" y="279"/>
                  <a:pt x="118" y="250"/>
                  <a:pt x="118" y="206"/>
                </a:cubicBezTo>
                <a:cubicBezTo>
                  <a:pt x="118" y="162"/>
                  <a:pt x="162" y="117"/>
                  <a:pt x="207" y="117"/>
                </a:cubicBezTo>
                <a:cubicBezTo>
                  <a:pt x="251" y="117"/>
                  <a:pt x="280" y="162"/>
                  <a:pt x="280" y="206"/>
                </a:cubicBezTo>
                <a:cubicBezTo>
                  <a:pt x="280" y="250"/>
                  <a:pt x="251" y="279"/>
                  <a:pt x="207" y="2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1" name="Freeform 170"/>
          <p:cNvSpPr/>
          <p:nvPr/>
        </p:nvSpPr>
        <p:spPr>
          <a:xfrm>
            <a:off x="2260440" y="3863880"/>
            <a:ext cx="382680" cy="382680"/>
          </a:xfrm>
          <a:custGeom>
            <a:avLst/>
            <a:gdLst/>
            <a:ahLst/>
            <a:rect l="l" t="t" r="r" b="b"/>
            <a:pathLst>
              <a:path w="634" h="634">
                <a:moveTo>
                  <a:pt x="515" y="471"/>
                </a:moveTo>
                <a:lnTo>
                  <a:pt x="515" y="471"/>
                </a:lnTo>
                <a:cubicBezTo>
                  <a:pt x="294" y="471"/>
                  <a:pt x="294" y="471"/>
                  <a:pt x="294" y="471"/>
                </a:cubicBezTo>
                <a:cubicBezTo>
                  <a:pt x="279" y="442"/>
                  <a:pt x="250" y="412"/>
                  <a:pt x="220" y="412"/>
                </a:cubicBezTo>
                <a:cubicBezTo>
                  <a:pt x="176" y="412"/>
                  <a:pt x="147" y="442"/>
                  <a:pt x="147" y="471"/>
                </a:cubicBezTo>
                <a:cubicBezTo>
                  <a:pt x="117" y="471"/>
                  <a:pt x="117" y="471"/>
                  <a:pt x="117" y="471"/>
                </a:cubicBezTo>
                <a:cubicBezTo>
                  <a:pt x="103" y="471"/>
                  <a:pt x="103" y="486"/>
                  <a:pt x="103" y="501"/>
                </a:cubicBezTo>
                <a:cubicBezTo>
                  <a:pt x="103" y="501"/>
                  <a:pt x="103" y="515"/>
                  <a:pt x="117" y="515"/>
                </a:cubicBezTo>
                <a:cubicBezTo>
                  <a:pt x="147" y="515"/>
                  <a:pt x="147" y="515"/>
                  <a:pt x="147" y="515"/>
                </a:cubicBezTo>
                <a:cubicBezTo>
                  <a:pt x="147" y="545"/>
                  <a:pt x="176" y="574"/>
                  <a:pt x="220" y="574"/>
                </a:cubicBezTo>
                <a:cubicBezTo>
                  <a:pt x="250" y="574"/>
                  <a:pt x="279" y="545"/>
                  <a:pt x="294" y="515"/>
                </a:cubicBezTo>
                <a:cubicBezTo>
                  <a:pt x="515" y="515"/>
                  <a:pt x="515" y="515"/>
                  <a:pt x="515" y="515"/>
                </a:cubicBezTo>
                <a:lnTo>
                  <a:pt x="530" y="501"/>
                </a:lnTo>
                <a:cubicBezTo>
                  <a:pt x="530" y="486"/>
                  <a:pt x="515" y="471"/>
                  <a:pt x="515" y="471"/>
                </a:cubicBezTo>
                <a:close/>
                <a:moveTo>
                  <a:pt x="220" y="545"/>
                </a:moveTo>
                <a:lnTo>
                  <a:pt x="220" y="545"/>
                </a:lnTo>
                <a:cubicBezTo>
                  <a:pt x="191" y="545"/>
                  <a:pt x="162" y="515"/>
                  <a:pt x="162" y="501"/>
                </a:cubicBezTo>
                <a:cubicBezTo>
                  <a:pt x="162" y="471"/>
                  <a:pt x="191" y="442"/>
                  <a:pt x="220" y="442"/>
                </a:cubicBezTo>
                <a:cubicBezTo>
                  <a:pt x="235" y="442"/>
                  <a:pt x="265" y="471"/>
                  <a:pt x="265" y="501"/>
                </a:cubicBezTo>
                <a:cubicBezTo>
                  <a:pt x="265" y="515"/>
                  <a:pt x="235" y="545"/>
                  <a:pt x="220" y="545"/>
                </a:cubicBezTo>
                <a:close/>
                <a:moveTo>
                  <a:pt x="515" y="162"/>
                </a:moveTo>
                <a:lnTo>
                  <a:pt x="515" y="162"/>
                </a:lnTo>
                <a:cubicBezTo>
                  <a:pt x="294" y="162"/>
                  <a:pt x="294" y="162"/>
                  <a:pt x="294" y="162"/>
                </a:cubicBezTo>
                <a:cubicBezTo>
                  <a:pt x="279" y="133"/>
                  <a:pt x="250" y="103"/>
                  <a:pt x="220" y="103"/>
                </a:cubicBezTo>
                <a:cubicBezTo>
                  <a:pt x="176" y="103"/>
                  <a:pt x="147" y="133"/>
                  <a:pt x="147" y="162"/>
                </a:cubicBezTo>
                <a:cubicBezTo>
                  <a:pt x="117" y="162"/>
                  <a:pt x="117" y="162"/>
                  <a:pt x="117" y="162"/>
                </a:cubicBezTo>
                <a:cubicBezTo>
                  <a:pt x="103" y="162"/>
                  <a:pt x="103" y="176"/>
                  <a:pt x="103" y="176"/>
                </a:cubicBezTo>
                <a:cubicBezTo>
                  <a:pt x="103" y="192"/>
                  <a:pt x="103" y="206"/>
                  <a:pt x="117" y="206"/>
                </a:cubicBezTo>
                <a:cubicBezTo>
                  <a:pt x="147" y="206"/>
                  <a:pt x="147" y="206"/>
                  <a:pt x="147" y="206"/>
                </a:cubicBezTo>
                <a:cubicBezTo>
                  <a:pt x="147" y="235"/>
                  <a:pt x="176" y="265"/>
                  <a:pt x="220" y="265"/>
                </a:cubicBezTo>
                <a:cubicBezTo>
                  <a:pt x="250" y="265"/>
                  <a:pt x="279" y="235"/>
                  <a:pt x="294" y="206"/>
                </a:cubicBezTo>
                <a:cubicBezTo>
                  <a:pt x="515" y="206"/>
                  <a:pt x="515" y="206"/>
                  <a:pt x="515" y="206"/>
                </a:cubicBezTo>
                <a:cubicBezTo>
                  <a:pt x="515" y="206"/>
                  <a:pt x="530" y="192"/>
                  <a:pt x="530" y="176"/>
                </a:cubicBezTo>
                <a:lnTo>
                  <a:pt x="515" y="162"/>
                </a:lnTo>
                <a:close/>
                <a:moveTo>
                  <a:pt x="220" y="235"/>
                </a:moveTo>
                <a:lnTo>
                  <a:pt x="220" y="235"/>
                </a:lnTo>
                <a:cubicBezTo>
                  <a:pt x="191" y="235"/>
                  <a:pt x="162" y="206"/>
                  <a:pt x="162" y="176"/>
                </a:cubicBezTo>
                <a:cubicBezTo>
                  <a:pt x="162" y="162"/>
                  <a:pt x="191" y="133"/>
                  <a:pt x="220" y="133"/>
                </a:cubicBezTo>
                <a:cubicBezTo>
                  <a:pt x="235" y="133"/>
                  <a:pt x="265" y="162"/>
                  <a:pt x="265" y="176"/>
                </a:cubicBezTo>
                <a:cubicBezTo>
                  <a:pt x="265" y="206"/>
                  <a:pt x="235" y="235"/>
                  <a:pt x="220" y="235"/>
                </a:cubicBezTo>
                <a:close/>
                <a:moveTo>
                  <a:pt x="515" y="324"/>
                </a:moveTo>
                <a:lnTo>
                  <a:pt x="515" y="324"/>
                </a:lnTo>
                <a:cubicBezTo>
                  <a:pt x="471" y="324"/>
                  <a:pt x="471" y="324"/>
                  <a:pt x="471" y="324"/>
                </a:cubicBezTo>
                <a:cubicBezTo>
                  <a:pt x="456" y="280"/>
                  <a:pt x="426" y="265"/>
                  <a:pt x="397" y="265"/>
                </a:cubicBezTo>
                <a:cubicBezTo>
                  <a:pt x="353" y="265"/>
                  <a:pt x="324" y="280"/>
                  <a:pt x="324" y="324"/>
                </a:cubicBezTo>
                <a:cubicBezTo>
                  <a:pt x="117" y="324"/>
                  <a:pt x="117" y="324"/>
                  <a:pt x="117" y="324"/>
                </a:cubicBezTo>
                <a:cubicBezTo>
                  <a:pt x="103" y="324"/>
                  <a:pt x="103" y="324"/>
                  <a:pt x="103" y="338"/>
                </a:cubicBezTo>
                <a:cubicBezTo>
                  <a:pt x="103" y="353"/>
                  <a:pt x="103" y="353"/>
                  <a:pt x="117" y="353"/>
                </a:cubicBezTo>
                <a:cubicBezTo>
                  <a:pt x="324" y="353"/>
                  <a:pt x="324" y="353"/>
                  <a:pt x="324" y="353"/>
                </a:cubicBezTo>
                <a:cubicBezTo>
                  <a:pt x="324" y="397"/>
                  <a:pt x="353" y="412"/>
                  <a:pt x="397" y="412"/>
                </a:cubicBezTo>
                <a:cubicBezTo>
                  <a:pt x="426" y="412"/>
                  <a:pt x="456" y="397"/>
                  <a:pt x="471" y="353"/>
                </a:cubicBezTo>
                <a:cubicBezTo>
                  <a:pt x="515" y="353"/>
                  <a:pt x="515" y="353"/>
                  <a:pt x="515" y="353"/>
                </a:cubicBezTo>
                <a:cubicBezTo>
                  <a:pt x="515" y="353"/>
                  <a:pt x="530" y="353"/>
                  <a:pt x="530" y="338"/>
                </a:cubicBezTo>
                <a:cubicBezTo>
                  <a:pt x="530" y="324"/>
                  <a:pt x="515" y="324"/>
                  <a:pt x="515" y="324"/>
                </a:cubicBezTo>
                <a:close/>
                <a:moveTo>
                  <a:pt x="397" y="383"/>
                </a:moveTo>
                <a:lnTo>
                  <a:pt x="397" y="383"/>
                </a:lnTo>
                <a:cubicBezTo>
                  <a:pt x="367" y="383"/>
                  <a:pt x="338" y="368"/>
                  <a:pt x="338" y="338"/>
                </a:cubicBezTo>
                <a:cubicBezTo>
                  <a:pt x="338" y="309"/>
                  <a:pt x="367" y="294"/>
                  <a:pt x="397" y="294"/>
                </a:cubicBezTo>
                <a:cubicBezTo>
                  <a:pt x="412" y="294"/>
                  <a:pt x="441" y="309"/>
                  <a:pt x="441" y="338"/>
                </a:cubicBezTo>
                <a:cubicBezTo>
                  <a:pt x="441" y="368"/>
                  <a:pt x="412" y="383"/>
                  <a:pt x="397" y="383"/>
                </a:cubicBezTo>
                <a:close/>
                <a:moveTo>
                  <a:pt x="544" y="0"/>
                </a:moveTo>
                <a:lnTo>
                  <a:pt x="544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44"/>
                  <a:pt x="0" y="88"/>
                </a:cubicBezTo>
                <a:cubicBezTo>
                  <a:pt x="0" y="559"/>
                  <a:pt x="0" y="559"/>
                  <a:pt x="0" y="559"/>
                </a:cubicBezTo>
                <a:cubicBezTo>
                  <a:pt x="0" y="604"/>
                  <a:pt x="29" y="633"/>
                  <a:pt x="73" y="633"/>
                </a:cubicBezTo>
                <a:cubicBezTo>
                  <a:pt x="544" y="633"/>
                  <a:pt x="544" y="633"/>
                  <a:pt x="544" y="633"/>
                </a:cubicBezTo>
                <a:cubicBezTo>
                  <a:pt x="588" y="633"/>
                  <a:pt x="633" y="604"/>
                  <a:pt x="633" y="559"/>
                </a:cubicBezTo>
                <a:cubicBezTo>
                  <a:pt x="633" y="88"/>
                  <a:pt x="633" y="88"/>
                  <a:pt x="633" y="88"/>
                </a:cubicBezTo>
                <a:cubicBezTo>
                  <a:pt x="633" y="44"/>
                  <a:pt x="588" y="0"/>
                  <a:pt x="544" y="0"/>
                </a:cubicBezTo>
                <a:close/>
                <a:moveTo>
                  <a:pt x="588" y="559"/>
                </a:moveTo>
                <a:lnTo>
                  <a:pt x="588" y="559"/>
                </a:lnTo>
                <a:cubicBezTo>
                  <a:pt x="588" y="574"/>
                  <a:pt x="574" y="589"/>
                  <a:pt x="544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8" y="589"/>
                  <a:pt x="44" y="574"/>
                  <a:pt x="44" y="559"/>
                </a:cubicBezTo>
                <a:cubicBezTo>
                  <a:pt x="44" y="88"/>
                  <a:pt x="44" y="88"/>
                  <a:pt x="44" y="88"/>
                </a:cubicBezTo>
                <a:cubicBezTo>
                  <a:pt x="44" y="59"/>
                  <a:pt x="58" y="44"/>
                  <a:pt x="73" y="44"/>
                </a:cubicBezTo>
                <a:cubicBezTo>
                  <a:pt x="544" y="44"/>
                  <a:pt x="544" y="44"/>
                  <a:pt x="544" y="44"/>
                </a:cubicBezTo>
                <a:cubicBezTo>
                  <a:pt x="574" y="44"/>
                  <a:pt x="588" y="59"/>
                  <a:pt x="588" y="88"/>
                </a:cubicBezTo>
                <a:lnTo>
                  <a:pt x="588" y="55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2" name="Freeform 171"/>
          <p:cNvSpPr/>
          <p:nvPr/>
        </p:nvSpPr>
        <p:spPr>
          <a:xfrm>
            <a:off x="1657440" y="3882960"/>
            <a:ext cx="355680" cy="355680"/>
          </a:xfrm>
          <a:custGeom>
            <a:avLst/>
            <a:gdLst/>
            <a:ahLst/>
            <a:rect l="l" t="t" r="r" b="b"/>
            <a:pathLst>
              <a:path w="589" h="590">
                <a:moveTo>
                  <a:pt x="294" y="192"/>
                </a:moveTo>
                <a:lnTo>
                  <a:pt x="294" y="192"/>
                </a:lnTo>
                <a:cubicBezTo>
                  <a:pt x="235" y="192"/>
                  <a:pt x="191" y="236"/>
                  <a:pt x="191" y="295"/>
                </a:cubicBezTo>
                <a:cubicBezTo>
                  <a:pt x="191" y="339"/>
                  <a:pt x="235" y="383"/>
                  <a:pt x="294" y="383"/>
                </a:cubicBezTo>
                <a:cubicBezTo>
                  <a:pt x="353" y="383"/>
                  <a:pt x="397" y="339"/>
                  <a:pt x="397" y="295"/>
                </a:cubicBezTo>
                <a:cubicBezTo>
                  <a:pt x="397" y="236"/>
                  <a:pt x="353" y="192"/>
                  <a:pt x="294" y="192"/>
                </a:cubicBezTo>
                <a:close/>
                <a:moveTo>
                  <a:pt x="294" y="354"/>
                </a:moveTo>
                <a:lnTo>
                  <a:pt x="294" y="354"/>
                </a:lnTo>
                <a:cubicBezTo>
                  <a:pt x="265" y="354"/>
                  <a:pt x="235" y="324"/>
                  <a:pt x="235" y="295"/>
                </a:cubicBezTo>
                <a:cubicBezTo>
                  <a:pt x="235" y="251"/>
                  <a:pt x="265" y="236"/>
                  <a:pt x="294" y="236"/>
                </a:cubicBezTo>
                <a:cubicBezTo>
                  <a:pt x="324" y="236"/>
                  <a:pt x="353" y="251"/>
                  <a:pt x="353" y="295"/>
                </a:cubicBezTo>
                <a:cubicBezTo>
                  <a:pt x="353" y="324"/>
                  <a:pt x="324" y="354"/>
                  <a:pt x="294" y="354"/>
                </a:cubicBezTo>
                <a:close/>
                <a:moveTo>
                  <a:pt x="574" y="354"/>
                </a:moveTo>
                <a:lnTo>
                  <a:pt x="574" y="354"/>
                </a:lnTo>
                <a:cubicBezTo>
                  <a:pt x="529" y="339"/>
                  <a:pt x="529" y="339"/>
                  <a:pt x="529" y="339"/>
                </a:cubicBezTo>
                <a:cubicBezTo>
                  <a:pt x="529" y="324"/>
                  <a:pt x="529" y="309"/>
                  <a:pt x="529" y="295"/>
                </a:cubicBezTo>
                <a:cubicBezTo>
                  <a:pt x="529" y="280"/>
                  <a:pt x="529" y="265"/>
                  <a:pt x="529" y="251"/>
                </a:cubicBezTo>
                <a:cubicBezTo>
                  <a:pt x="574" y="221"/>
                  <a:pt x="574" y="221"/>
                  <a:pt x="574" y="221"/>
                </a:cubicBezTo>
                <a:cubicBezTo>
                  <a:pt x="588" y="206"/>
                  <a:pt x="588" y="192"/>
                  <a:pt x="588" y="163"/>
                </a:cubicBezTo>
                <a:cubicBezTo>
                  <a:pt x="544" y="104"/>
                  <a:pt x="544" y="104"/>
                  <a:pt x="544" y="104"/>
                </a:cubicBezTo>
                <a:cubicBezTo>
                  <a:pt x="529" y="74"/>
                  <a:pt x="515" y="74"/>
                  <a:pt x="485" y="89"/>
                </a:cubicBezTo>
                <a:cubicBezTo>
                  <a:pt x="441" y="118"/>
                  <a:pt x="441" y="118"/>
                  <a:pt x="441" y="118"/>
                </a:cubicBezTo>
                <a:cubicBezTo>
                  <a:pt x="426" y="89"/>
                  <a:pt x="397" y="74"/>
                  <a:pt x="367" y="74"/>
                </a:cubicBezTo>
                <a:cubicBezTo>
                  <a:pt x="367" y="30"/>
                  <a:pt x="367" y="30"/>
                  <a:pt x="367" y="30"/>
                </a:cubicBezTo>
                <a:cubicBezTo>
                  <a:pt x="367" y="15"/>
                  <a:pt x="353" y="0"/>
                  <a:pt x="338" y="0"/>
                </a:cubicBezTo>
                <a:cubicBezTo>
                  <a:pt x="250" y="0"/>
                  <a:pt x="250" y="0"/>
                  <a:pt x="250" y="0"/>
                </a:cubicBezTo>
                <a:cubicBezTo>
                  <a:pt x="235" y="0"/>
                  <a:pt x="220" y="15"/>
                  <a:pt x="220" y="30"/>
                </a:cubicBezTo>
                <a:cubicBezTo>
                  <a:pt x="220" y="74"/>
                  <a:pt x="220" y="74"/>
                  <a:pt x="220" y="74"/>
                </a:cubicBezTo>
                <a:cubicBezTo>
                  <a:pt x="191" y="74"/>
                  <a:pt x="162" y="89"/>
                  <a:pt x="147" y="118"/>
                </a:cubicBezTo>
                <a:cubicBezTo>
                  <a:pt x="103" y="89"/>
                  <a:pt x="103" y="89"/>
                  <a:pt x="103" y="89"/>
                </a:cubicBezTo>
                <a:cubicBezTo>
                  <a:pt x="73" y="74"/>
                  <a:pt x="58" y="74"/>
                  <a:pt x="44" y="104"/>
                </a:cubicBezTo>
                <a:cubicBezTo>
                  <a:pt x="0" y="163"/>
                  <a:pt x="0" y="163"/>
                  <a:pt x="0" y="163"/>
                </a:cubicBezTo>
                <a:cubicBezTo>
                  <a:pt x="0" y="192"/>
                  <a:pt x="0" y="206"/>
                  <a:pt x="14" y="221"/>
                </a:cubicBezTo>
                <a:cubicBezTo>
                  <a:pt x="58" y="251"/>
                  <a:pt x="58" y="251"/>
                  <a:pt x="58" y="251"/>
                </a:cubicBezTo>
                <a:cubicBezTo>
                  <a:pt x="58" y="265"/>
                  <a:pt x="58" y="280"/>
                  <a:pt x="58" y="295"/>
                </a:cubicBezTo>
                <a:cubicBezTo>
                  <a:pt x="58" y="309"/>
                  <a:pt x="58" y="324"/>
                  <a:pt x="58" y="339"/>
                </a:cubicBezTo>
                <a:cubicBezTo>
                  <a:pt x="14" y="354"/>
                  <a:pt x="14" y="354"/>
                  <a:pt x="14" y="354"/>
                </a:cubicBezTo>
                <a:cubicBezTo>
                  <a:pt x="0" y="368"/>
                  <a:pt x="0" y="398"/>
                  <a:pt x="0" y="413"/>
                </a:cubicBezTo>
                <a:cubicBezTo>
                  <a:pt x="44" y="486"/>
                  <a:pt x="44" y="486"/>
                  <a:pt x="44" y="486"/>
                </a:cubicBezTo>
                <a:cubicBezTo>
                  <a:pt x="58" y="501"/>
                  <a:pt x="73" y="501"/>
                  <a:pt x="103" y="501"/>
                </a:cubicBezTo>
                <a:cubicBezTo>
                  <a:pt x="147" y="472"/>
                  <a:pt x="147" y="472"/>
                  <a:pt x="147" y="472"/>
                </a:cubicBezTo>
                <a:cubicBezTo>
                  <a:pt x="162" y="486"/>
                  <a:pt x="191" y="501"/>
                  <a:pt x="220" y="516"/>
                </a:cubicBezTo>
                <a:cubicBezTo>
                  <a:pt x="220" y="545"/>
                  <a:pt x="220" y="545"/>
                  <a:pt x="220" y="545"/>
                </a:cubicBezTo>
                <a:cubicBezTo>
                  <a:pt x="220" y="560"/>
                  <a:pt x="235" y="589"/>
                  <a:pt x="250" y="589"/>
                </a:cubicBezTo>
                <a:cubicBezTo>
                  <a:pt x="338" y="589"/>
                  <a:pt x="338" y="589"/>
                  <a:pt x="338" y="589"/>
                </a:cubicBezTo>
                <a:cubicBezTo>
                  <a:pt x="353" y="589"/>
                  <a:pt x="367" y="560"/>
                  <a:pt x="367" y="545"/>
                </a:cubicBezTo>
                <a:cubicBezTo>
                  <a:pt x="367" y="516"/>
                  <a:pt x="367" y="516"/>
                  <a:pt x="367" y="516"/>
                </a:cubicBezTo>
                <a:cubicBezTo>
                  <a:pt x="397" y="501"/>
                  <a:pt x="426" y="486"/>
                  <a:pt x="441" y="472"/>
                </a:cubicBezTo>
                <a:cubicBezTo>
                  <a:pt x="485" y="501"/>
                  <a:pt x="485" y="501"/>
                  <a:pt x="485" y="501"/>
                </a:cubicBezTo>
                <a:cubicBezTo>
                  <a:pt x="515" y="501"/>
                  <a:pt x="529" y="501"/>
                  <a:pt x="544" y="486"/>
                </a:cubicBezTo>
                <a:cubicBezTo>
                  <a:pt x="588" y="413"/>
                  <a:pt x="588" y="413"/>
                  <a:pt x="588" y="413"/>
                </a:cubicBezTo>
                <a:cubicBezTo>
                  <a:pt x="588" y="398"/>
                  <a:pt x="588" y="368"/>
                  <a:pt x="574" y="354"/>
                </a:cubicBezTo>
                <a:close/>
                <a:moveTo>
                  <a:pt x="544" y="413"/>
                </a:moveTo>
                <a:lnTo>
                  <a:pt x="544" y="413"/>
                </a:lnTo>
                <a:cubicBezTo>
                  <a:pt x="515" y="442"/>
                  <a:pt x="515" y="442"/>
                  <a:pt x="515" y="442"/>
                </a:cubicBezTo>
                <a:cubicBezTo>
                  <a:pt x="515" y="457"/>
                  <a:pt x="500" y="457"/>
                  <a:pt x="500" y="457"/>
                </a:cubicBezTo>
                <a:cubicBezTo>
                  <a:pt x="441" y="427"/>
                  <a:pt x="441" y="427"/>
                  <a:pt x="441" y="427"/>
                </a:cubicBezTo>
                <a:cubicBezTo>
                  <a:pt x="412" y="457"/>
                  <a:pt x="382" y="472"/>
                  <a:pt x="338" y="486"/>
                </a:cubicBezTo>
                <a:cubicBezTo>
                  <a:pt x="338" y="530"/>
                  <a:pt x="338" y="530"/>
                  <a:pt x="338" y="530"/>
                </a:cubicBezTo>
                <a:cubicBezTo>
                  <a:pt x="338" y="530"/>
                  <a:pt x="324" y="545"/>
                  <a:pt x="309" y="545"/>
                </a:cubicBezTo>
                <a:cubicBezTo>
                  <a:pt x="279" y="545"/>
                  <a:pt x="279" y="545"/>
                  <a:pt x="279" y="545"/>
                </a:cubicBezTo>
                <a:cubicBezTo>
                  <a:pt x="265" y="545"/>
                  <a:pt x="250" y="530"/>
                  <a:pt x="250" y="530"/>
                </a:cubicBezTo>
                <a:cubicBezTo>
                  <a:pt x="250" y="486"/>
                  <a:pt x="250" y="486"/>
                  <a:pt x="250" y="486"/>
                </a:cubicBezTo>
                <a:cubicBezTo>
                  <a:pt x="206" y="472"/>
                  <a:pt x="176" y="457"/>
                  <a:pt x="147" y="427"/>
                </a:cubicBezTo>
                <a:cubicBezTo>
                  <a:pt x="88" y="457"/>
                  <a:pt x="88" y="457"/>
                  <a:pt x="88" y="457"/>
                </a:cubicBezTo>
                <a:cubicBezTo>
                  <a:pt x="88" y="457"/>
                  <a:pt x="73" y="457"/>
                  <a:pt x="73" y="442"/>
                </a:cubicBezTo>
                <a:cubicBezTo>
                  <a:pt x="44" y="413"/>
                  <a:pt x="44" y="413"/>
                  <a:pt x="44" y="413"/>
                </a:cubicBezTo>
                <a:cubicBezTo>
                  <a:pt x="44" y="398"/>
                  <a:pt x="44" y="383"/>
                  <a:pt x="58" y="383"/>
                </a:cubicBezTo>
                <a:cubicBezTo>
                  <a:pt x="103" y="354"/>
                  <a:pt x="103" y="354"/>
                  <a:pt x="103" y="354"/>
                </a:cubicBezTo>
                <a:cubicBezTo>
                  <a:pt x="103" y="339"/>
                  <a:pt x="103" y="309"/>
                  <a:pt x="103" y="295"/>
                </a:cubicBezTo>
                <a:cubicBezTo>
                  <a:pt x="103" y="265"/>
                  <a:pt x="103" y="251"/>
                  <a:pt x="103" y="221"/>
                </a:cubicBezTo>
                <a:cubicBezTo>
                  <a:pt x="58" y="192"/>
                  <a:pt x="58" y="192"/>
                  <a:pt x="58" y="192"/>
                </a:cubicBezTo>
                <a:cubicBezTo>
                  <a:pt x="44" y="192"/>
                  <a:pt x="44" y="177"/>
                  <a:pt x="44" y="163"/>
                </a:cubicBezTo>
                <a:cubicBezTo>
                  <a:pt x="73" y="133"/>
                  <a:pt x="73" y="133"/>
                  <a:pt x="73" y="133"/>
                </a:cubicBezTo>
                <a:cubicBezTo>
                  <a:pt x="73" y="133"/>
                  <a:pt x="88" y="118"/>
                  <a:pt x="88" y="133"/>
                </a:cubicBezTo>
                <a:cubicBezTo>
                  <a:pt x="147" y="163"/>
                  <a:pt x="147" y="163"/>
                  <a:pt x="147" y="163"/>
                </a:cubicBezTo>
                <a:cubicBezTo>
                  <a:pt x="176" y="133"/>
                  <a:pt x="206" y="104"/>
                  <a:pt x="250" y="104"/>
                </a:cubicBezTo>
                <a:cubicBezTo>
                  <a:pt x="250" y="59"/>
                  <a:pt x="250" y="59"/>
                  <a:pt x="250" y="59"/>
                </a:cubicBezTo>
                <a:cubicBezTo>
                  <a:pt x="250" y="45"/>
                  <a:pt x="265" y="30"/>
                  <a:pt x="279" y="30"/>
                </a:cubicBezTo>
                <a:cubicBezTo>
                  <a:pt x="309" y="30"/>
                  <a:pt x="309" y="30"/>
                  <a:pt x="309" y="30"/>
                </a:cubicBezTo>
                <a:cubicBezTo>
                  <a:pt x="324" y="30"/>
                  <a:pt x="338" y="45"/>
                  <a:pt x="338" y="59"/>
                </a:cubicBezTo>
                <a:cubicBezTo>
                  <a:pt x="338" y="104"/>
                  <a:pt x="338" y="104"/>
                  <a:pt x="338" y="104"/>
                </a:cubicBezTo>
                <a:cubicBezTo>
                  <a:pt x="382" y="104"/>
                  <a:pt x="412" y="133"/>
                  <a:pt x="441" y="163"/>
                </a:cubicBezTo>
                <a:cubicBezTo>
                  <a:pt x="500" y="133"/>
                  <a:pt x="500" y="133"/>
                  <a:pt x="500" y="133"/>
                </a:cubicBezTo>
                <a:cubicBezTo>
                  <a:pt x="500" y="118"/>
                  <a:pt x="515" y="133"/>
                  <a:pt x="515" y="133"/>
                </a:cubicBezTo>
                <a:cubicBezTo>
                  <a:pt x="544" y="163"/>
                  <a:pt x="544" y="163"/>
                  <a:pt x="544" y="163"/>
                </a:cubicBezTo>
                <a:cubicBezTo>
                  <a:pt x="544" y="177"/>
                  <a:pt x="544" y="192"/>
                  <a:pt x="529" y="192"/>
                </a:cubicBezTo>
                <a:cubicBezTo>
                  <a:pt x="485" y="221"/>
                  <a:pt x="485" y="221"/>
                  <a:pt x="485" y="221"/>
                </a:cubicBezTo>
                <a:cubicBezTo>
                  <a:pt x="485" y="251"/>
                  <a:pt x="485" y="265"/>
                  <a:pt x="485" y="295"/>
                </a:cubicBezTo>
                <a:cubicBezTo>
                  <a:pt x="485" y="309"/>
                  <a:pt x="485" y="339"/>
                  <a:pt x="485" y="354"/>
                </a:cubicBezTo>
                <a:cubicBezTo>
                  <a:pt x="529" y="383"/>
                  <a:pt x="529" y="383"/>
                  <a:pt x="529" y="383"/>
                </a:cubicBezTo>
                <a:cubicBezTo>
                  <a:pt x="544" y="383"/>
                  <a:pt x="544" y="398"/>
                  <a:pt x="544" y="41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3" name="Freeform 172"/>
          <p:cNvSpPr/>
          <p:nvPr/>
        </p:nvSpPr>
        <p:spPr>
          <a:xfrm>
            <a:off x="7180200" y="3252960"/>
            <a:ext cx="371520" cy="374400"/>
          </a:xfrm>
          <a:custGeom>
            <a:avLst/>
            <a:gdLst/>
            <a:ahLst/>
            <a:rect l="l" t="t" r="r" b="b"/>
            <a:pathLst>
              <a:path w="619" h="620">
                <a:moveTo>
                  <a:pt x="589" y="118"/>
                </a:moveTo>
                <a:lnTo>
                  <a:pt x="589" y="118"/>
                </a:lnTo>
                <a:cubicBezTo>
                  <a:pt x="574" y="132"/>
                  <a:pt x="559" y="148"/>
                  <a:pt x="530" y="177"/>
                </a:cubicBezTo>
                <a:cubicBezTo>
                  <a:pt x="515" y="191"/>
                  <a:pt x="471" y="191"/>
                  <a:pt x="457" y="177"/>
                </a:cubicBezTo>
                <a:cubicBezTo>
                  <a:pt x="427" y="148"/>
                  <a:pt x="427" y="118"/>
                  <a:pt x="457" y="89"/>
                </a:cubicBezTo>
                <a:cubicBezTo>
                  <a:pt x="471" y="59"/>
                  <a:pt x="500" y="30"/>
                  <a:pt x="500" y="30"/>
                </a:cubicBezTo>
                <a:cubicBezTo>
                  <a:pt x="427" y="0"/>
                  <a:pt x="353" y="15"/>
                  <a:pt x="294" y="74"/>
                </a:cubicBezTo>
                <a:cubicBezTo>
                  <a:pt x="250" y="118"/>
                  <a:pt x="236" y="191"/>
                  <a:pt x="250" y="265"/>
                </a:cubicBezTo>
                <a:cubicBezTo>
                  <a:pt x="44" y="471"/>
                  <a:pt x="44" y="471"/>
                  <a:pt x="44" y="471"/>
                </a:cubicBezTo>
                <a:cubicBezTo>
                  <a:pt x="0" y="501"/>
                  <a:pt x="0" y="560"/>
                  <a:pt x="44" y="589"/>
                </a:cubicBezTo>
                <a:cubicBezTo>
                  <a:pt x="74" y="619"/>
                  <a:pt x="118" y="619"/>
                  <a:pt x="147" y="589"/>
                </a:cubicBezTo>
                <a:cubicBezTo>
                  <a:pt x="368" y="368"/>
                  <a:pt x="368" y="368"/>
                  <a:pt x="368" y="368"/>
                </a:cubicBezTo>
                <a:cubicBezTo>
                  <a:pt x="427" y="398"/>
                  <a:pt x="500" y="383"/>
                  <a:pt x="545" y="324"/>
                </a:cubicBezTo>
                <a:cubicBezTo>
                  <a:pt x="603" y="280"/>
                  <a:pt x="618" y="191"/>
                  <a:pt x="589" y="118"/>
                </a:cubicBezTo>
                <a:close/>
                <a:moveTo>
                  <a:pt x="530" y="295"/>
                </a:moveTo>
                <a:lnTo>
                  <a:pt x="530" y="295"/>
                </a:lnTo>
                <a:cubicBezTo>
                  <a:pt x="471" y="339"/>
                  <a:pt x="412" y="353"/>
                  <a:pt x="353" y="324"/>
                </a:cubicBezTo>
                <a:cubicBezTo>
                  <a:pt x="118" y="560"/>
                  <a:pt x="118" y="560"/>
                  <a:pt x="118" y="560"/>
                </a:cubicBezTo>
                <a:cubicBezTo>
                  <a:pt x="103" y="574"/>
                  <a:pt x="88" y="574"/>
                  <a:pt x="74" y="560"/>
                </a:cubicBezTo>
                <a:cubicBezTo>
                  <a:pt x="44" y="545"/>
                  <a:pt x="44" y="515"/>
                  <a:pt x="74" y="501"/>
                </a:cubicBezTo>
                <a:cubicBezTo>
                  <a:pt x="294" y="265"/>
                  <a:pt x="294" y="265"/>
                  <a:pt x="294" y="265"/>
                </a:cubicBezTo>
                <a:cubicBezTo>
                  <a:pt x="265" y="221"/>
                  <a:pt x="280" y="148"/>
                  <a:pt x="324" y="103"/>
                </a:cubicBezTo>
                <a:cubicBezTo>
                  <a:pt x="353" y="74"/>
                  <a:pt x="383" y="59"/>
                  <a:pt x="427" y="59"/>
                </a:cubicBezTo>
                <a:cubicBezTo>
                  <a:pt x="383" y="103"/>
                  <a:pt x="383" y="162"/>
                  <a:pt x="427" y="206"/>
                </a:cubicBezTo>
                <a:cubicBezTo>
                  <a:pt x="457" y="236"/>
                  <a:pt x="530" y="236"/>
                  <a:pt x="559" y="206"/>
                </a:cubicBezTo>
                <a:cubicBezTo>
                  <a:pt x="559" y="236"/>
                  <a:pt x="545" y="280"/>
                  <a:pt x="530" y="29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4" name="Freeform 173"/>
          <p:cNvSpPr/>
          <p:nvPr/>
        </p:nvSpPr>
        <p:spPr>
          <a:xfrm>
            <a:off x="6630840" y="3252960"/>
            <a:ext cx="238320" cy="382320"/>
          </a:xfrm>
          <a:custGeom>
            <a:avLst/>
            <a:gdLst/>
            <a:ahLst/>
            <a:rect l="l" t="t" r="r" b="b"/>
            <a:pathLst>
              <a:path w="399" h="634">
                <a:moveTo>
                  <a:pt x="206" y="398"/>
                </a:moveTo>
                <a:lnTo>
                  <a:pt x="206" y="398"/>
                </a:lnTo>
                <a:cubicBezTo>
                  <a:pt x="192" y="398"/>
                  <a:pt x="177" y="398"/>
                  <a:pt x="177" y="412"/>
                </a:cubicBezTo>
                <a:cubicBezTo>
                  <a:pt x="177" y="486"/>
                  <a:pt x="177" y="486"/>
                  <a:pt x="177" y="486"/>
                </a:cubicBezTo>
                <a:cubicBezTo>
                  <a:pt x="177" y="501"/>
                  <a:pt x="192" y="515"/>
                  <a:pt x="206" y="515"/>
                </a:cubicBezTo>
                <a:cubicBezTo>
                  <a:pt x="206" y="515"/>
                  <a:pt x="221" y="501"/>
                  <a:pt x="221" y="486"/>
                </a:cubicBezTo>
                <a:cubicBezTo>
                  <a:pt x="221" y="412"/>
                  <a:pt x="221" y="412"/>
                  <a:pt x="221" y="412"/>
                </a:cubicBezTo>
                <a:cubicBezTo>
                  <a:pt x="221" y="398"/>
                  <a:pt x="206" y="398"/>
                  <a:pt x="206" y="398"/>
                </a:cubicBezTo>
                <a:close/>
                <a:moveTo>
                  <a:pt x="353" y="309"/>
                </a:moveTo>
                <a:lnTo>
                  <a:pt x="353" y="309"/>
                </a:lnTo>
                <a:cubicBezTo>
                  <a:pt x="353" y="162"/>
                  <a:pt x="353" y="162"/>
                  <a:pt x="353" y="162"/>
                </a:cubicBezTo>
                <a:cubicBezTo>
                  <a:pt x="353" y="74"/>
                  <a:pt x="294" y="0"/>
                  <a:pt x="206" y="0"/>
                </a:cubicBezTo>
                <a:cubicBezTo>
                  <a:pt x="118" y="0"/>
                  <a:pt x="44" y="74"/>
                  <a:pt x="44" y="162"/>
                </a:cubicBezTo>
                <a:cubicBezTo>
                  <a:pt x="44" y="309"/>
                  <a:pt x="44" y="309"/>
                  <a:pt x="44" y="309"/>
                </a:cubicBezTo>
                <a:cubicBezTo>
                  <a:pt x="15" y="353"/>
                  <a:pt x="0" y="383"/>
                  <a:pt x="0" y="427"/>
                </a:cubicBezTo>
                <a:cubicBezTo>
                  <a:pt x="0" y="545"/>
                  <a:pt x="89" y="633"/>
                  <a:pt x="206" y="633"/>
                </a:cubicBezTo>
                <a:cubicBezTo>
                  <a:pt x="310" y="633"/>
                  <a:pt x="398" y="545"/>
                  <a:pt x="398" y="427"/>
                </a:cubicBezTo>
                <a:cubicBezTo>
                  <a:pt x="398" y="383"/>
                  <a:pt x="383" y="353"/>
                  <a:pt x="353" y="309"/>
                </a:cubicBezTo>
                <a:close/>
                <a:moveTo>
                  <a:pt x="89" y="162"/>
                </a:moveTo>
                <a:lnTo>
                  <a:pt x="89" y="162"/>
                </a:lnTo>
                <a:cubicBezTo>
                  <a:pt x="89" y="89"/>
                  <a:pt x="133" y="44"/>
                  <a:pt x="206" y="44"/>
                </a:cubicBezTo>
                <a:cubicBezTo>
                  <a:pt x="265" y="44"/>
                  <a:pt x="324" y="89"/>
                  <a:pt x="324" y="162"/>
                </a:cubicBezTo>
                <a:cubicBezTo>
                  <a:pt x="324" y="280"/>
                  <a:pt x="324" y="280"/>
                  <a:pt x="324" y="280"/>
                </a:cubicBezTo>
                <a:cubicBezTo>
                  <a:pt x="280" y="250"/>
                  <a:pt x="251" y="236"/>
                  <a:pt x="206" y="236"/>
                </a:cubicBezTo>
                <a:cubicBezTo>
                  <a:pt x="162" y="236"/>
                  <a:pt x="118" y="250"/>
                  <a:pt x="89" y="280"/>
                </a:cubicBezTo>
                <a:lnTo>
                  <a:pt x="89" y="162"/>
                </a:lnTo>
                <a:close/>
                <a:moveTo>
                  <a:pt x="206" y="589"/>
                </a:moveTo>
                <a:lnTo>
                  <a:pt x="206" y="589"/>
                </a:lnTo>
                <a:cubicBezTo>
                  <a:pt x="118" y="589"/>
                  <a:pt x="44" y="515"/>
                  <a:pt x="44" y="427"/>
                </a:cubicBezTo>
                <a:cubicBezTo>
                  <a:pt x="44" y="339"/>
                  <a:pt x="118" y="280"/>
                  <a:pt x="206" y="280"/>
                </a:cubicBezTo>
                <a:cubicBezTo>
                  <a:pt x="280" y="280"/>
                  <a:pt x="353" y="353"/>
                  <a:pt x="353" y="427"/>
                </a:cubicBezTo>
                <a:cubicBezTo>
                  <a:pt x="353" y="515"/>
                  <a:pt x="294" y="589"/>
                  <a:pt x="206" y="58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5" name="Freeform 174"/>
          <p:cNvSpPr/>
          <p:nvPr/>
        </p:nvSpPr>
        <p:spPr>
          <a:xfrm>
            <a:off x="6019920" y="3252960"/>
            <a:ext cx="237960" cy="382320"/>
          </a:xfrm>
          <a:custGeom>
            <a:avLst/>
            <a:gdLst/>
            <a:ahLst/>
            <a:rect l="l" t="t" r="r" b="b"/>
            <a:pathLst>
              <a:path w="399" h="634">
                <a:moveTo>
                  <a:pt x="192" y="398"/>
                </a:moveTo>
                <a:lnTo>
                  <a:pt x="192" y="398"/>
                </a:lnTo>
                <a:cubicBezTo>
                  <a:pt x="192" y="398"/>
                  <a:pt x="177" y="398"/>
                  <a:pt x="177" y="412"/>
                </a:cubicBezTo>
                <a:cubicBezTo>
                  <a:pt x="177" y="486"/>
                  <a:pt x="177" y="486"/>
                  <a:pt x="177" y="486"/>
                </a:cubicBezTo>
                <a:cubicBezTo>
                  <a:pt x="177" y="501"/>
                  <a:pt x="192" y="515"/>
                  <a:pt x="192" y="515"/>
                </a:cubicBezTo>
                <a:cubicBezTo>
                  <a:pt x="207" y="515"/>
                  <a:pt x="221" y="501"/>
                  <a:pt x="221" y="486"/>
                </a:cubicBezTo>
                <a:cubicBezTo>
                  <a:pt x="221" y="412"/>
                  <a:pt x="221" y="412"/>
                  <a:pt x="221" y="412"/>
                </a:cubicBezTo>
                <a:cubicBezTo>
                  <a:pt x="221" y="398"/>
                  <a:pt x="207" y="398"/>
                  <a:pt x="192" y="398"/>
                </a:cubicBezTo>
                <a:close/>
                <a:moveTo>
                  <a:pt x="192" y="236"/>
                </a:moveTo>
                <a:lnTo>
                  <a:pt x="192" y="236"/>
                </a:lnTo>
                <a:cubicBezTo>
                  <a:pt x="148" y="236"/>
                  <a:pt x="118" y="250"/>
                  <a:pt x="74" y="280"/>
                </a:cubicBezTo>
                <a:cubicBezTo>
                  <a:pt x="74" y="162"/>
                  <a:pt x="74" y="162"/>
                  <a:pt x="74" y="162"/>
                </a:cubicBezTo>
                <a:cubicBezTo>
                  <a:pt x="74" y="89"/>
                  <a:pt x="133" y="44"/>
                  <a:pt x="192" y="44"/>
                </a:cubicBezTo>
                <a:cubicBezTo>
                  <a:pt x="266" y="44"/>
                  <a:pt x="309" y="89"/>
                  <a:pt x="309" y="162"/>
                </a:cubicBezTo>
                <a:cubicBezTo>
                  <a:pt x="354" y="162"/>
                  <a:pt x="354" y="162"/>
                  <a:pt x="354" y="162"/>
                </a:cubicBezTo>
                <a:cubicBezTo>
                  <a:pt x="354" y="74"/>
                  <a:pt x="280" y="0"/>
                  <a:pt x="192" y="0"/>
                </a:cubicBezTo>
                <a:cubicBezTo>
                  <a:pt x="104" y="0"/>
                  <a:pt x="45" y="74"/>
                  <a:pt x="45" y="162"/>
                </a:cubicBezTo>
                <a:cubicBezTo>
                  <a:pt x="45" y="309"/>
                  <a:pt x="45" y="309"/>
                  <a:pt x="45" y="309"/>
                </a:cubicBezTo>
                <a:cubicBezTo>
                  <a:pt x="15" y="353"/>
                  <a:pt x="0" y="383"/>
                  <a:pt x="0" y="427"/>
                </a:cubicBezTo>
                <a:cubicBezTo>
                  <a:pt x="0" y="545"/>
                  <a:pt x="89" y="633"/>
                  <a:pt x="192" y="633"/>
                </a:cubicBezTo>
                <a:cubicBezTo>
                  <a:pt x="309" y="633"/>
                  <a:pt x="398" y="545"/>
                  <a:pt x="398" y="427"/>
                </a:cubicBezTo>
                <a:cubicBezTo>
                  <a:pt x="398" y="324"/>
                  <a:pt x="309" y="236"/>
                  <a:pt x="192" y="236"/>
                </a:cubicBezTo>
                <a:close/>
                <a:moveTo>
                  <a:pt x="192" y="589"/>
                </a:moveTo>
                <a:lnTo>
                  <a:pt x="192" y="589"/>
                </a:lnTo>
                <a:cubicBezTo>
                  <a:pt x="104" y="589"/>
                  <a:pt x="45" y="515"/>
                  <a:pt x="45" y="427"/>
                </a:cubicBezTo>
                <a:cubicBezTo>
                  <a:pt x="45" y="339"/>
                  <a:pt x="104" y="280"/>
                  <a:pt x="192" y="280"/>
                </a:cubicBezTo>
                <a:cubicBezTo>
                  <a:pt x="280" y="280"/>
                  <a:pt x="354" y="339"/>
                  <a:pt x="354" y="427"/>
                </a:cubicBezTo>
                <a:cubicBezTo>
                  <a:pt x="354" y="515"/>
                  <a:pt x="280" y="589"/>
                  <a:pt x="192" y="58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6" name="Freeform 175"/>
          <p:cNvSpPr/>
          <p:nvPr/>
        </p:nvSpPr>
        <p:spPr>
          <a:xfrm>
            <a:off x="5337000" y="3252960"/>
            <a:ext cx="371520" cy="382320"/>
          </a:xfrm>
          <a:custGeom>
            <a:avLst/>
            <a:gdLst/>
            <a:ahLst/>
            <a:rect l="l" t="t" r="r" b="b"/>
            <a:pathLst>
              <a:path w="619" h="634">
                <a:moveTo>
                  <a:pt x="353" y="324"/>
                </a:moveTo>
                <a:lnTo>
                  <a:pt x="353" y="324"/>
                </a:lnTo>
                <a:cubicBezTo>
                  <a:pt x="368" y="280"/>
                  <a:pt x="383" y="250"/>
                  <a:pt x="383" y="191"/>
                </a:cubicBezTo>
                <a:cubicBezTo>
                  <a:pt x="383" y="89"/>
                  <a:pt x="309" y="0"/>
                  <a:pt x="206" y="0"/>
                </a:cubicBezTo>
                <a:cubicBezTo>
                  <a:pt x="118" y="0"/>
                  <a:pt x="29" y="89"/>
                  <a:pt x="29" y="191"/>
                </a:cubicBezTo>
                <a:cubicBezTo>
                  <a:pt x="29" y="250"/>
                  <a:pt x="44" y="280"/>
                  <a:pt x="73" y="324"/>
                </a:cubicBezTo>
                <a:cubicBezTo>
                  <a:pt x="29" y="339"/>
                  <a:pt x="0" y="383"/>
                  <a:pt x="0" y="427"/>
                </a:cubicBezTo>
                <a:cubicBezTo>
                  <a:pt x="0" y="515"/>
                  <a:pt x="0" y="515"/>
                  <a:pt x="0" y="515"/>
                </a:cubicBezTo>
                <a:cubicBezTo>
                  <a:pt x="0" y="574"/>
                  <a:pt x="44" y="633"/>
                  <a:pt x="118" y="633"/>
                </a:cubicBezTo>
                <a:cubicBezTo>
                  <a:pt x="309" y="633"/>
                  <a:pt x="309" y="633"/>
                  <a:pt x="309" y="633"/>
                </a:cubicBezTo>
                <a:cubicBezTo>
                  <a:pt x="368" y="633"/>
                  <a:pt x="427" y="574"/>
                  <a:pt x="427" y="515"/>
                </a:cubicBezTo>
                <a:cubicBezTo>
                  <a:pt x="427" y="427"/>
                  <a:pt x="427" y="427"/>
                  <a:pt x="427" y="427"/>
                </a:cubicBezTo>
                <a:cubicBezTo>
                  <a:pt x="427" y="383"/>
                  <a:pt x="398" y="339"/>
                  <a:pt x="353" y="324"/>
                </a:cubicBezTo>
                <a:close/>
                <a:moveTo>
                  <a:pt x="73" y="191"/>
                </a:moveTo>
                <a:lnTo>
                  <a:pt x="73" y="191"/>
                </a:lnTo>
                <a:cubicBezTo>
                  <a:pt x="73" y="103"/>
                  <a:pt x="132" y="44"/>
                  <a:pt x="206" y="44"/>
                </a:cubicBezTo>
                <a:cubicBezTo>
                  <a:pt x="280" y="44"/>
                  <a:pt x="353" y="103"/>
                  <a:pt x="353" y="191"/>
                </a:cubicBezTo>
                <a:cubicBezTo>
                  <a:pt x="353" y="280"/>
                  <a:pt x="280" y="353"/>
                  <a:pt x="206" y="353"/>
                </a:cubicBezTo>
                <a:cubicBezTo>
                  <a:pt x="132" y="353"/>
                  <a:pt x="73" y="280"/>
                  <a:pt x="73" y="191"/>
                </a:cubicBezTo>
                <a:close/>
                <a:moveTo>
                  <a:pt x="383" y="501"/>
                </a:moveTo>
                <a:lnTo>
                  <a:pt x="383" y="501"/>
                </a:lnTo>
                <a:cubicBezTo>
                  <a:pt x="383" y="545"/>
                  <a:pt x="339" y="589"/>
                  <a:pt x="294" y="589"/>
                </a:cubicBezTo>
                <a:cubicBezTo>
                  <a:pt x="132" y="589"/>
                  <a:pt x="132" y="589"/>
                  <a:pt x="132" y="589"/>
                </a:cubicBezTo>
                <a:cubicBezTo>
                  <a:pt x="73" y="589"/>
                  <a:pt x="29" y="545"/>
                  <a:pt x="29" y="501"/>
                </a:cubicBezTo>
                <a:cubicBezTo>
                  <a:pt x="29" y="442"/>
                  <a:pt x="29" y="442"/>
                  <a:pt x="29" y="442"/>
                </a:cubicBezTo>
                <a:cubicBezTo>
                  <a:pt x="29" y="398"/>
                  <a:pt x="59" y="368"/>
                  <a:pt x="103" y="353"/>
                </a:cubicBezTo>
                <a:cubicBezTo>
                  <a:pt x="132" y="383"/>
                  <a:pt x="177" y="398"/>
                  <a:pt x="206" y="398"/>
                </a:cubicBezTo>
                <a:cubicBezTo>
                  <a:pt x="250" y="398"/>
                  <a:pt x="280" y="383"/>
                  <a:pt x="309" y="353"/>
                </a:cubicBezTo>
                <a:cubicBezTo>
                  <a:pt x="353" y="368"/>
                  <a:pt x="383" y="398"/>
                  <a:pt x="383" y="442"/>
                </a:cubicBezTo>
                <a:lnTo>
                  <a:pt x="383" y="501"/>
                </a:lnTo>
                <a:close/>
                <a:moveTo>
                  <a:pt x="441" y="162"/>
                </a:moveTo>
                <a:lnTo>
                  <a:pt x="441" y="162"/>
                </a:lnTo>
                <a:cubicBezTo>
                  <a:pt x="603" y="162"/>
                  <a:pt x="603" y="162"/>
                  <a:pt x="603" y="162"/>
                </a:cubicBezTo>
                <a:cubicBezTo>
                  <a:pt x="618" y="162"/>
                  <a:pt x="618" y="148"/>
                  <a:pt x="618" y="132"/>
                </a:cubicBezTo>
                <a:cubicBezTo>
                  <a:pt x="618" y="132"/>
                  <a:pt x="618" y="118"/>
                  <a:pt x="603" y="118"/>
                </a:cubicBezTo>
                <a:cubicBezTo>
                  <a:pt x="441" y="118"/>
                  <a:pt x="441" y="118"/>
                  <a:pt x="441" y="118"/>
                </a:cubicBezTo>
                <a:lnTo>
                  <a:pt x="427" y="132"/>
                </a:lnTo>
                <a:cubicBezTo>
                  <a:pt x="427" y="148"/>
                  <a:pt x="441" y="162"/>
                  <a:pt x="441" y="162"/>
                </a:cubicBezTo>
                <a:close/>
                <a:moveTo>
                  <a:pt x="603" y="471"/>
                </a:moveTo>
                <a:lnTo>
                  <a:pt x="603" y="471"/>
                </a:lnTo>
                <a:cubicBezTo>
                  <a:pt x="486" y="471"/>
                  <a:pt x="486" y="471"/>
                  <a:pt x="486" y="471"/>
                </a:cubicBezTo>
                <a:cubicBezTo>
                  <a:pt x="471" y="471"/>
                  <a:pt x="471" y="486"/>
                  <a:pt x="471" y="486"/>
                </a:cubicBezTo>
                <a:cubicBezTo>
                  <a:pt x="471" y="501"/>
                  <a:pt x="471" y="515"/>
                  <a:pt x="486" y="515"/>
                </a:cubicBezTo>
                <a:cubicBezTo>
                  <a:pt x="603" y="515"/>
                  <a:pt x="603" y="515"/>
                  <a:pt x="603" y="515"/>
                </a:cubicBezTo>
                <a:cubicBezTo>
                  <a:pt x="618" y="515"/>
                  <a:pt x="618" y="501"/>
                  <a:pt x="618" y="486"/>
                </a:cubicBezTo>
                <a:cubicBezTo>
                  <a:pt x="618" y="486"/>
                  <a:pt x="618" y="471"/>
                  <a:pt x="603" y="471"/>
                </a:cubicBezTo>
                <a:close/>
                <a:moveTo>
                  <a:pt x="603" y="236"/>
                </a:moveTo>
                <a:lnTo>
                  <a:pt x="603" y="236"/>
                </a:lnTo>
                <a:cubicBezTo>
                  <a:pt x="441" y="236"/>
                  <a:pt x="441" y="236"/>
                  <a:pt x="441" y="236"/>
                </a:cubicBezTo>
                <a:lnTo>
                  <a:pt x="427" y="250"/>
                </a:lnTo>
                <a:cubicBezTo>
                  <a:pt x="427" y="265"/>
                  <a:pt x="441" y="280"/>
                  <a:pt x="441" y="280"/>
                </a:cubicBezTo>
                <a:cubicBezTo>
                  <a:pt x="603" y="280"/>
                  <a:pt x="603" y="280"/>
                  <a:pt x="603" y="280"/>
                </a:cubicBezTo>
                <a:cubicBezTo>
                  <a:pt x="618" y="280"/>
                  <a:pt x="618" y="265"/>
                  <a:pt x="618" y="250"/>
                </a:cubicBezTo>
                <a:cubicBezTo>
                  <a:pt x="618" y="250"/>
                  <a:pt x="618" y="236"/>
                  <a:pt x="603" y="236"/>
                </a:cubicBezTo>
                <a:close/>
                <a:moveTo>
                  <a:pt x="603" y="353"/>
                </a:moveTo>
                <a:lnTo>
                  <a:pt x="603" y="353"/>
                </a:lnTo>
                <a:cubicBezTo>
                  <a:pt x="486" y="353"/>
                  <a:pt x="486" y="353"/>
                  <a:pt x="486" y="353"/>
                </a:cubicBezTo>
                <a:cubicBezTo>
                  <a:pt x="471" y="353"/>
                  <a:pt x="471" y="368"/>
                  <a:pt x="471" y="368"/>
                </a:cubicBezTo>
                <a:cubicBezTo>
                  <a:pt x="471" y="383"/>
                  <a:pt x="471" y="398"/>
                  <a:pt x="486" y="398"/>
                </a:cubicBezTo>
                <a:cubicBezTo>
                  <a:pt x="603" y="398"/>
                  <a:pt x="603" y="398"/>
                  <a:pt x="603" y="398"/>
                </a:cubicBezTo>
                <a:cubicBezTo>
                  <a:pt x="618" y="398"/>
                  <a:pt x="618" y="383"/>
                  <a:pt x="618" y="368"/>
                </a:cubicBezTo>
                <a:cubicBezTo>
                  <a:pt x="618" y="368"/>
                  <a:pt x="618" y="353"/>
                  <a:pt x="603" y="35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7" name="Freeform 176"/>
          <p:cNvSpPr/>
          <p:nvPr/>
        </p:nvSpPr>
        <p:spPr>
          <a:xfrm>
            <a:off x="4775040" y="3252960"/>
            <a:ext cx="258840" cy="382320"/>
          </a:xfrm>
          <a:custGeom>
            <a:avLst/>
            <a:gdLst/>
            <a:ahLst/>
            <a:rect l="l" t="t" r="r" b="b"/>
            <a:pathLst>
              <a:path w="428" h="634">
                <a:moveTo>
                  <a:pt x="354" y="324"/>
                </a:moveTo>
                <a:lnTo>
                  <a:pt x="354" y="324"/>
                </a:lnTo>
                <a:cubicBezTo>
                  <a:pt x="383" y="280"/>
                  <a:pt x="398" y="250"/>
                  <a:pt x="398" y="191"/>
                </a:cubicBezTo>
                <a:cubicBezTo>
                  <a:pt x="398" y="89"/>
                  <a:pt x="309" y="0"/>
                  <a:pt x="221" y="0"/>
                </a:cubicBezTo>
                <a:cubicBezTo>
                  <a:pt x="118" y="0"/>
                  <a:pt x="45" y="89"/>
                  <a:pt x="45" y="191"/>
                </a:cubicBezTo>
                <a:cubicBezTo>
                  <a:pt x="45" y="250"/>
                  <a:pt x="59" y="280"/>
                  <a:pt x="74" y="324"/>
                </a:cubicBezTo>
                <a:cubicBezTo>
                  <a:pt x="30" y="339"/>
                  <a:pt x="0" y="383"/>
                  <a:pt x="0" y="427"/>
                </a:cubicBezTo>
                <a:cubicBezTo>
                  <a:pt x="0" y="515"/>
                  <a:pt x="0" y="515"/>
                  <a:pt x="0" y="515"/>
                </a:cubicBezTo>
                <a:cubicBezTo>
                  <a:pt x="0" y="574"/>
                  <a:pt x="59" y="633"/>
                  <a:pt x="118" y="633"/>
                </a:cubicBezTo>
                <a:cubicBezTo>
                  <a:pt x="309" y="633"/>
                  <a:pt x="309" y="633"/>
                  <a:pt x="309" y="633"/>
                </a:cubicBezTo>
                <a:cubicBezTo>
                  <a:pt x="383" y="633"/>
                  <a:pt x="427" y="574"/>
                  <a:pt x="427" y="515"/>
                </a:cubicBezTo>
                <a:cubicBezTo>
                  <a:pt x="427" y="427"/>
                  <a:pt x="427" y="427"/>
                  <a:pt x="427" y="427"/>
                </a:cubicBezTo>
                <a:cubicBezTo>
                  <a:pt x="427" y="383"/>
                  <a:pt x="398" y="339"/>
                  <a:pt x="354" y="324"/>
                </a:cubicBezTo>
                <a:close/>
                <a:moveTo>
                  <a:pt x="74" y="191"/>
                </a:moveTo>
                <a:lnTo>
                  <a:pt x="74" y="191"/>
                </a:lnTo>
                <a:cubicBezTo>
                  <a:pt x="74" y="103"/>
                  <a:pt x="148" y="44"/>
                  <a:pt x="221" y="44"/>
                </a:cubicBezTo>
                <a:cubicBezTo>
                  <a:pt x="295" y="44"/>
                  <a:pt x="354" y="103"/>
                  <a:pt x="354" y="191"/>
                </a:cubicBezTo>
                <a:cubicBezTo>
                  <a:pt x="354" y="280"/>
                  <a:pt x="295" y="353"/>
                  <a:pt x="221" y="353"/>
                </a:cubicBezTo>
                <a:cubicBezTo>
                  <a:pt x="148" y="353"/>
                  <a:pt x="74" y="280"/>
                  <a:pt x="74" y="191"/>
                </a:cubicBezTo>
                <a:close/>
                <a:moveTo>
                  <a:pt x="398" y="501"/>
                </a:moveTo>
                <a:lnTo>
                  <a:pt x="398" y="501"/>
                </a:lnTo>
                <a:cubicBezTo>
                  <a:pt x="398" y="545"/>
                  <a:pt x="354" y="589"/>
                  <a:pt x="295" y="589"/>
                </a:cubicBezTo>
                <a:cubicBezTo>
                  <a:pt x="133" y="589"/>
                  <a:pt x="133" y="589"/>
                  <a:pt x="133" y="589"/>
                </a:cubicBezTo>
                <a:cubicBezTo>
                  <a:pt x="89" y="589"/>
                  <a:pt x="45" y="545"/>
                  <a:pt x="45" y="501"/>
                </a:cubicBezTo>
                <a:cubicBezTo>
                  <a:pt x="45" y="442"/>
                  <a:pt x="45" y="442"/>
                  <a:pt x="45" y="442"/>
                </a:cubicBezTo>
                <a:cubicBezTo>
                  <a:pt x="45" y="398"/>
                  <a:pt x="74" y="368"/>
                  <a:pt x="118" y="353"/>
                </a:cubicBezTo>
                <a:cubicBezTo>
                  <a:pt x="148" y="383"/>
                  <a:pt x="177" y="398"/>
                  <a:pt x="221" y="398"/>
                </a:cubicBezTo>
                <a:cubicBezTo>
                  <a:pt x="251" y="398"/>
                  <a:pt x="295" y="383"/>
                  <a:pt x="325" y="353"/>
                </a:cubicBezTo>
                <a:cubicBezTo>
                  <a:pt x="368" y="368"/>
                  <a:pt x="398" y="398"/>
                  <a:pt x="398" y="442"/>
                </a:cubicBezTo>
                <a:lnTo>
                  <a:pt x="398" y="50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8" name="Freeform 177"/>
          <p:cNvSpPr/>
          <p:nvPr/>
        </p:nvSpPr>
        <p:spPr>
          <a:xfrm>
            <a:off x="4095720" y="3241800"/>
            <a:ext cx="390600" cy="390240"/>
          </a:xfrm>
          <a:custGeom>
            <a:avLst/>
            <a:gdLst/>
            <a:ahLst/>
            <a:rect l="l" t="t" r="r" b="b"/>
            <a:pathLst>
              <a:path w="649" h="649">
                <a:moveTo>
                  <a:pt x="633" y="30"/>
                </a:moveTo>
                <a:lnTo>
                  <a:pt x="633" y="30"/>
                </a:lnTo>
                <a:cubicBezTo>
                  <a:pt x="603" y="0"/>
                  <a:pt x="559" y="15"/>
                  <a:pt x="530" y="30"/>
                </a:cubicBezTo>
                <a:cubicBezTo>
                  <a:pt x="412" y="163"/>
                  <a:pt x="412" y="163"/>
                  <a:pt x="412" y="163"/>
                </a:cubicBezTo>
                <a:cubicBezTo>
                  <a:pt x="177" y="74"/>
                  <a:pt x="177" y="74"/>
                  <a:pt x="177" y="74"/>
                </a:cubicBezTo>
                <a:cubicBezTo>
                  <a:pt x="162" y="74"/>
                  <a:pt x="132" y="59"/>
                  <a:pt x="103" y="89"/>
                </a:cubicBezTo>
                <a:cubicBezTo>
                  <a:pt x="88" y="104"/>
                  <a:pt x="59" y="133"/>
                  <a:pt x="103" y="177"/>
                </a:cubicBezTo>
                <a:cubicBezTo>
                  <a:pt x="265" y="310"/>
                  <a:pt x="265" y="310"/>
                  <a:pt x="265" y="310"/>
                </a:cubicBezTo>
                <a:cubicBezTo>
                  <a:pt x="162" y="413"/>
                  <a:pt x="162" y="413"/>
                  <a:pt x="162" y="413"/>
                </a:cubicBezTo>
                <a:cubicBezTo>
                  <a:pt x="59" y="383"/>
                  <a:pt x="59" y="383"/>
                  <a:pt x="59" y="383"/>
                </a:cubicBezTo>
                <a:cubicBezTo>
                  <a:pt x="44" y="383"/>
                  <a:pt x="44" y="383"/>
                  <a:pt x="29" y="398"/>
                </a:cubicBezTo>
                <a:cubicBezTo>
                  <a:pt x="29" y="398"/>
                  <a:pt x="0" y="413"/>
                  <a:pt x="15" y="442"/>
                </a:cubicBezTo>
                <a:cubicBezTo>
                  <a:pt x="132" y="530"/>
                  <a:pt x="132" y="530"/>
                  <a:pt x="132" y="530"/>
                </a:cubicBezTo>
                <a:cubicBezTo>
                  <a:pt x="221" y="634"/>
                  <a:pt x="221" y="634"/>
                  <a:pt x="221" y="634"/>
                </a:cubicBezTo>
                <a:cubicBezTo>
                  <a:pt x="236" y="648"/>
                  <a:pt x="250" y="648"/>
                  <a:pt x="265" y="619"/>
                </a:cubicBezTo>
                <a:cubicBezTo>
                  <a:pt x="280" y="619"/>
                  <a:pt x="280" y="604"/>
                  <a:pt x="265" y="589"/>
                </a:cubicBezTo>
                <a:cubicBezTo>
                  <a:pt x="250" y="501"/>
                  <a:pt x="250" y="501"/>
                  <a:pt x="250" y="501"/>
                </a:cubicBezTo>
                <a:cubicBezTo>
                  <a:pt x="353" y="398"/>
                  <a:pt x="353" y="398"/>
                  <a:pt x="353" y="398"/>
                </a:cubicBezTo>
                <a:cubicBezTo>
                  <a:pt x="486" y="560"/>
                  <a:pt x="486" y="560"/>
                  <a:pt x="486" y="560"/>
                </a:cubicBezTo>
                <a:cubicBezTo>
                  <a:pt x="530" y="589"/>
                  <a:pt x="559" y="560"/>
                  <a:pt x="574" y="560"/>
                </a:cubicBezTo>
                <a:cubicBezTo>
                  <a:pt x="589" y="530"/>
                  <a:pt x="589" y="501"/>
                  <a:pt x="589" y="486"/>
                </a:cubicBezTo>
                <a:cubicBezTo>
                  <a:pt x="500" y="251"/>
                  <a:pt x="500" y="251"/>
                  <a:pt x="500" y="251"/>
                </a:cubicBezTo>
                <a:cubicBezTo>
                  <a:pt x="618" y="118"/>
                  <a:pt x="618" y="118"/>
                  <a:pt x="618" y="118"/>
                </a:cubicBezTo>
                <a:cubicBezTo>
                  <a:pt x="648" y="104"/>
                  <a:pt x="648" y="59"/>
                  <a:pt x="633" y="30"/>
                </a:cubicBezTo>
                <a:close/>
                <a:moveTo>
                  <a:pt x="603" y="104"/>
                </a:moveTo>
                <a:lnTo>
                  <a:pt x="603" y="104"/>
                </a:lnTo>
                <a:cubicBezTo>
                  <a:pt x="456" y="251"/>
                  <a:pt x="456" y="251"/>
                  <a:pt x="456" y="251"/>
                </a:cubicBezTo>
                <a:cubicBezTo>
                  <a:pt x="545" y="486"/>
                  <a:pt x="545" y="486"/>
                  <a:pt x="545" y="486"/>
                </a:cubicBezTo>
                <a:cubicBezTo>
                  <a:pt x="545" y="501"/>
                  <a:pt x="545" y="516"/>
                  <a:pt x="545" y="530"/>
                </a:cubicBezTo>
                <a:cubicBezTo>
                  <a:pt x="530" y="545"/>
                  <a:pt x="515" y="530"/>
                  <a:pt x="500" y="530"/>
                </a:cubicBezTo>
                <a:cubicBezTo>
                  <a:pt x="368" y="339"/>
                  <a:pt x="368" y="339"/>
                  <a:pt x="368" y="339"/>
                </a:cubicBezTo>
                <a:cubicBezTo>
                  <a:pt x="206" y="486"/>
                  <a:pt x="206" y="486"/>
                  <a:pt x="206" y="486"/>
                </a:cubicBezTo>
                <a:cubicBezTo>
                  <a:pt x="236" y="589"/>
                  <a:pt x="236" y="589"/>
                  <a:pt x="236" y="589"/>
                </a:cubicBezTo>
                <a:cubicBezTo>
                  <a:pt x="221" y="589"/>
                  <a:pt x="162" y="501"/>
                  <a:pt x="162" y="501"/>
                </a:cubicBezTo>
                <a:cubicBezTo>
                  <a:pt x="162" y="501"/>
                  <a:pt x="73" y="427"/>
                  <a:pt x="59" y="427"/>
                </a:cubicBezTo>
                <a:cubicBezTo>
                  <a:pt x="162" y="457"/>
                  <a:pt x="162" y="457"/>
                  <a:pt x="162" y="457"/>
                </a:cubicBezTo>
                <a:cubicBezTo>
                  <a:pt x="324" y="295"/>
                  <a:pt x="324" y="295"/>
                  <a:pt x="324" y="295"/>
                </a:cubicBezTo>
                <a:cubicBezTo>
                  <a:pt x="132" y="147"/>
                  <a:pt x="132" y="147"/>
                  <a:pt x="132" y="147"/>
                </a:cubicBezTo>
                <a:cubicBezTo>
                  <a:pt x="132" y="147"/>
                  <a:pt x="118" y="133"/>
                  <a:pt x="132" y="118"/>
                </a:cubicBezTo>
                <a:cubicBezTo>
                  <a:pt x="147" y="118"/>
                  <a:pt x="162" y="118"/>
                  <a:pt x="177" y="118"/>
                </a:cubicBezTo>
                <a:cubicBezTo>
                  <a:pt x="412" y="206"/>
                  <a:pt x="412" y="206"/>
                  <a:pt x="412" y="206"/>
                </a:cubicBezTo>
                <a:cubicBezTo>
                  <a:pt x="559" y="59"/>
                  <a:pt x="559" y="59"/>
                  <a:pt x="559" y="59"/>
                </a:cubicBezTo>
                <a:cubicBezTo>
                  <a:pt x="574" y="45"/>
                  <a:pt x="589" y="45"/>
                  <a:pt x="603" y="59"/>
                </a:cubicBezTo>
                <a:cubicBezTo>
                  <a:pt x="603" y="74"/>
                  <a:pt x="618" y="89"/>
                  <a:pt x="603" y="10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9" name="Freeform 178"/>
          <p:cNvSpPr/>
          <p:nvPr/>
        </p:nvSpPr>
        <p:spPr>
          <a:xfrm>
            <a:off x="3492360" y="3260880"/>
            <a:ext cx="382680" cy="371160"/>
          </a:xfrm>
          <a:custGeom>
            <a:avLst/>
            <a:gdLst/>
            <a:ahLst/>
            <a:rect l="l" t="t" r="r" b="b"/>
            <a:pathLst>
              <a:path w="634" h="619">
                <a:moveTo>
                  <a:pt x="603" y="74"/>
                </a:moveTo>
                <a:lnTo>
                  <a:pt x="603" y="74"/>
                </a:lnTo>
                <a:cubicBezTo>
                  <a:pt x="545" y="15"/>
                  <a:pt x="545" y="15"/>
                  <a:pt x="545" y="15"/>
                </a:cubicBezTo>
                <a:cubicBezTo>
                  <a:pt x="530" y="0"/>
                  <a:pt x="500" y="0"/>
                  <a:pt x="486" y="15"/>
                </a:cubicBezTo>
                <a:cubicBezTo>
                  <a:pt x="412" y="133"/>
                  <a:pt x="412" y="133"/>
                  <a:pt x="412" y="133"/>
                </a:cubicBezTo>
                <a:cubicBezTo>
                  <a:pt x="398" y="147"/>
                  <a:pt x="398" y="176"/>
                  <a:pt x="412" y="191"/>
                </a:cubicBezTo>
                <a:cubicBezTo>
                  <a:pt x="441" y="221"/>
                  <a:pt x="441" y="221"/>
                  <a:pt x="441" y="221"/>
                </a:cubicBezTo>
                <a:cubicBezTo>
                  <a:pt x="412" y="250"/>
                  <a:pt x="382" y="294"/>
                  <a:pt x="353" y="324"/>
                </a:cubicBezTo>
                <a:cubicBezTo>
                  <a:pt x="309" y="368"/>
                  <a:pt x="265" y="397"/>
                  <a:pt x="235" y="427"/>
                </a:cubicBezTo>
                <a:cubicBezTo>
                  <a:pt x="191" y="397"/>
                  <a:pt x="191" y="397"/>
                  <a:pt x="191" y="397"/>
                </a:cubicBezTo>
                <a:cubicBezTo>
                  <a:pt x="177" y="383"/>
                  <a:pt x="162" y="383"/>
                  <a:pt x="132" y="397"/>
                </a:cubicBezTo>
                <a:cubicBezTo>
                  <a:pt x="29" y="486"/>
                  <a:pt x="29" y="486"/>
                  <a:pt x="29" y="486"/>
                </a:cubicBezTo>
                <a:cubicBezTo>
                  <a:pt x="0" y="500"/>
                  <a:pt x="15" y="515"/>
                  <a:pt x="29" y="530"/>
                </a:cubicBezTo>
                <a:cubicBezTo>
                  <a:pt x="88" y="589"/>
                  <a:pt x="88" y="589"/>
                  <a:pt x="88" y="589"/>
                </a:cubicBezTo>
                <a:cubicBezTo>
                  <a:pt x="118" y="618"/>
                  <a:pt x="147" y="618"/>
                  <a:pt x="191" y="589"/>
                </a:cubicBezTo>
                <a:cubicBezTo>
                  <a:pt x="191" y="589"/>
                  <a:pt x="324" y="530"/>
                  <a:pt x="427" y="412"/>
                </a:cubicBezTo>
                <a:cubicBezTo>
                  <a:pt x="530" y="324"/>
                  <a:pt x="603" y="191"/>
                  <a:pt x="603" y="191"/>
                </a:cubicBezTo>
                <a:cubicBezTo>
                  <a:pt x="618" y="147"/>
                  <a:pt x="633" y="103"/>
                  <a:pt x="603" y="74"/>
                </a:cubicBezTo>
                <a:close/>
                <a:moveTo>
                  <a:pt x="574" y="162"/>
                </a:moveTo>
                <a:lnTo>
                  <a:pt x="574" y="162"/>
                </a:lnTo>
                <a:cubicBezTo>
                  <a:pt x="545" y="221"/>
                  <a:pt x="471" y="324"/>
                  <a:pt x="412" y="383"/>
                </a:cubicBezTo>
                <a:cubicBezTo>
                  <a:pt x="339" y="456"/>
                  <a:pt x="162" y="559"/>
                  <a:pt x="162" y="559"/>
                </a:cubicBezTo>
                <a:cubicBezTo>
                  <a:pt x="147" y="574"/>
                  <a:pt x="118" y="574"/>
                  <a:pt x="103" y="559"/>
                </a:cubicBezTo>
                <a:cubicBezTo>
                  <a:pt x="73" y="530"/>
                  <a:pt x="73" y="530"/>
                  <a:pt x="73" y="530"/>
                </a:cubicBezTo>
                <a:cubicBezTo>
                  <a:pt x="59" y="515"/>
                  <a:pt x="59" y="500"/>
                  <a:pt x="73" y="486"/>
                </a:cubicBezTo>
                <a:cubicBezTo>
                  <a:pt x="147" y="442"/>
                  <a:pt x="147" y="442"/>
                  <a:pt x="147" y="442"/>
                </a:cubicBezTo>
                <a:cubicBezTo>
                  <a:pt x="162" y="427"/>
                  <a:pt x="177" y="427"/>
                  <a:pt x="177" y="442"/>
                </a:cubicBezTo>
                <a:cubicBezTo>
                  <a:pt x="221" y="486"/>
                  <a:pt x="221" y="486"/>
                  <a:pt x="221" y="486"/>
                </a:cubicBezTo>
                <a:cubicBezTo>
                  <a:pt x="235" y="471"/>
                  <a:pt x="398" y="368"/>
                  <a:pt x="500" y="221"/>
                </a:cubicBezTo>
                <a:cubicBezTo>
                  <a:pt x="441" y="176"/>
                  <a:pt x="441" y="176"/>
                  <a:pt x="441" y="176"/>
                </a:cubicBezTo>
                <a:cubicBezTo>
                  <a:pt x="441" y="162"/>
                  <a:pt x="441" y="147"/>
                  <a:pt x="441" y="133"/>
                </a:cubicBezTo>
                <a:cubicBezTo>
                  <a:pt x="500" y="59"/>
                  <a:pt x="500" y="59"/>
                  <a:pt x="500" y="59"/>
                </a:cubicBezTo>
                <a:cubicBezTo>
                  <a:pt x="515" y="44"/>
                  <a:pt x="530" y="59"/>
                  <a:pt x="545" y="59"/>
                </a:cubicBezTo>
                <a:cubicBezTo>
                  <a:pt x="574" y="103"/>
                  <a:pt x="574" y="103"/>
                  <a:pt x="574" y="103"/>
                </a:cubicBezTo>
                <a:cubicBezTo>
                  <a:pt x="589" y="117"/>
                  <a:pt x="589" y="147"/>
                  <a:pt x="574" y="16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0" name="Freeform 179"/>
          <p:cNvSpPr/>
          <p:nvPr/>
        </p:nvSpPr>
        <p:spPr>
          <a:xfrm>
            <a:off x="2871720" y="3260880"/>
            <a:ext cx="382680" cy="355320"/>
          </a:xfrm>
          <a:custGeom>
            <a:avLst/>
            <a:gdLst/>
            <a:ahLst/>
            <a:rect l="l" t="t" r="r" b="b"/>
            <a:pathLst>
              <a:path w="634" h="590">
                <a:moveTo>
                  <a:pt x="589" y="0"/>
                </a:moveTo>
                <a:lnTo>
                  <a:pt x="589" y="0"/>
                </a:lnTo>
                <a:cubicBezTo>
                  <a:pt x="412" y="117"/>
                  <a:pt x="412" y="117"/>
                  <a:pt x="412" y="117"/>
                </a:cubicBezTo>
                <a:cubicBezTo>
                  <a:pt x="162" y="117"/>
                  <a:pt x="162" y="117"/>
                  <a:pt x="162" y="117"/>
                </a:cubicBezTo>
                <a:cubicBezTo>
                  <a:pt x="74" y="117"/>
                  <a:pt x="0" y="176"/>
                  <a:pt x="0" y="265"/>
                </a:cubicBezTo>
                <a:cubicBezTo>
                  <a:pt x="0" y="338"/>
                  <a:pt x="59" y="383"/>
                  <a:pt x="118" y="397"/>
                </a:cubicBezTo>
                <a:lnTo>
                  <a:pt x="118" y="559"/>
                </a:lnTo>
                <a:cubicBezTo>
                  <a:pt x="118" y="574"/>
                  <a:pt x="148" y="589"/>
                  <a:pt x="162" y="589"/>
                </a:cubicBezTo>
                <a:cubicBezTo>
                  <a:pt x="221" y="589"/>
                  <a:pt x="221" y="589"/>
                  <a:pt x="221" y="589"/>
                </a:cubicBezTo>
                <a:cubicBezTo>
                  <a:pt x="236" y="589"/>
                  <a:pt x="265" y="574"/>
                  <a:pt x="265" y="559"/>
                </a:cubicBezTo>
                <a:cubicBezTo>
                  <a:pt x="265" y="397"/>
                  <a:pt x="265" y="397"/>
                  <a:pt x="265" y="397"/>
                </a:cubicBezTo>
                <a:cubicBezTo>
                  <a:pt x="412" y="397"/>
                  <a:pt x="412" y="397"/>
                  <a:pt x="412" y="397"/>
                </a:cubicBezTo>
                <a:cubicBezTo>
                  <a:pt x="589" y="515"/>
                  <a:pt x="589" y="515"/>
                  <a:pt x="589" y="515"/>
                </a:cubicBezTo>
                <a:cubicBezTo>
                  <a:pt x="619" y="515"/>
                  <a:pt x="633" y="500"/>
                  <a:pt x="633" y="471"/>
                </a:cubicBezTo>
                <a:cubicBezTo>
                  <a:pt x="633" y="44"/>
                  <a:pt x="633" y="44"/>
                  <a:pt x="633" y="44"/>
                </a:cubicBezTo>
                <a:cubicBezTo>
                  <a:pt x="633" y="29"/>
                  <a:pt x="619" y="0"/>
                  <a:pt x="589" y="0"/>
                </a:cubicBezTo>
                <a:close/>
                <a:moveTo>
                  <a:pt x="221" y="530"/>
                </a:moveTo>
                <a:lnTo>
                  <a:pt x="221" y="530"/>
                </a:lnTo>
                <a:cubicBezTo>
                  <a:pt x="221" y="545"/>
                  <a:pt x="207" y="559"/>
                  <a:pt x="207" y="559"/>
                </a:cubicBezTo>
                <a:cubicBezTo>
                  <a:pt x="177" y="559"/>
                  <a:pt x="177" y="559"/>
                  <a:pt x="177" y="559"/>
                </a:cubicBezTo>
                <a:cubicBezTo>
                  <a:pt x="177" y="559"/>
                  <a:pt x="162" y="545"/>
                  <a:pt x="162" y="530"/>
                </a:cubicBezTo>
                <a:cubicBezTo>
                  <a:pt x="162" y="397"/>
                  <a:pt x="162" y="397"/>
                  <a:pt x="162" y="397"/>
                </a:cubicBezTo>
                <a:cubicBezTo>
                  <a:pt x="162" y="397"/>
                  <a:pt x="207" y="397"/>
                  <a:pt x="221" y="397"/>
                </a:cubicBezTo>
                <a:lnTo>
                  <a:pt x="221" y="530"/>
                </a:lnTo>
                <a:close/>
                <a:moveTo>
                  <a:pt x="324" y="353"/>
                </a:moveTo>
                <a:lnTo>
                  <a:pt x="324" y="353"/>
                </a:lnTo>
                <a:cubicBezTo>
                  <a:pt x="162" y="353"/>
                  <a:pt x="162" y="353"/>
                  <a:pt x="162" y="353"/>
                </a:cubicBezTo>
                <a:cubicBezTo>
                  <a:pt x="118" y="353"/>
                  <a:pt x="44" y="353"/>
                  <a:pt x="44" y="265"/>
                </a:cubicBezTo>
                <a:cubicBezTo>
                  <a:pt x="44" y="176"/>
                  <a:pt x="118" y="162"/>
                  <a:pt x="162" y="162"/>
                </a:cubicBezTo>
                <a:cubicBezTo>
                  <a:pt x="324" y="162"/>
                  <a:pt x="324" y="162"/>
                  <a:pt x="324" y="162"/>
                </a:cubicBezTo>
                <a:lnTo>
                  <a:pt x="324" y="353"/>
                </a:lnTo>
                <a:close/>
                <a:moveTo>
                  <a:pt x="412" y="353"/>
                </a:moveTo>
                <a:lnTo>
                  <a:pt x="412" y="353"/>
                </a:lnTo>
                <a:cubicBezTo>
                  <a:pt x="354" y="353"/>
                  <a:pt x="354" y="353"/>
                  <a:pt x="354" y="353"/>
                </a:cubicBezTo>
                <a:cubicBezTo>
                  <a:pt x="354" y="162"/>
                  <a:pt x="354" y="162"/>
                  <a:pt x="354" y="162"/>
                </a:cubicBezTo>
                <a:cubicBezTo>
                  <a:pt x="412" y="162"/>
                  <a:pt x="412" y="162"/>
                  <a:pt x="412" y="162"/>
                </a:cubicBezTo>
                <a:cubicBezTo>
                  <a:pt x="412" y="162"/>
                  <a:pt x="412" y="338"/>
                  <a:pt x="412" y="353"/>
                </a:cubicBezTo>
                <a:close/>
                <a:moveTo>
                  <a:pt x="589" y="471"/>
                </a:moveTo>
                <a:lnTo>
                  <a:pt x="589" y="471"/>
                </a:lnTo>
                <a:cubicBezTo>
                  <a:pt x="457" y="383"/>
                  <a:pt x="457" y="383"/>
                  <a:pt x="457" y="383"/>
                </a:cubicBezTo>
                <a:cubicBezTo>
                  <a:pt x="457" y="353"/>
                  <a:pt x="457" y="162"/>
                  <a:pt x="457" y="147"/>
                </a:cubicBezTo>
                <a:cubicBezTo>
                  <a:pt x="589" y="44"/>
                  <a:pt x="589" y="44"/>
                  <a:pt x="589" y="44"/>
                </a:cubicBezTo>
                <a:cubicBezTo>
                  <a:pt x="589" y="74"/>
                  <a:pt x="589" y="456"/>
                  <a:pt x="589" y="4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1" name="Freeform 180"/>
          <p:cNvSpPr/>
          <p:nvPr/>
        </p:nvSpPr>
        <p:spPr>
          <a:xfrm>
            <a:off x="2286000" y="3252960"/>
            <a:ext cx="291960" cy="382320"/>
          </a:xfrm>
          <a:custGeom>
            <a:avLst/>
            <a:gdLst/>
            <a:ahLst/>
            <a:rect l="l" t="t" r="r" b="b"/>
            <a:pathLst>
              <a:path w="487" h="634">
                <a:moveTo>
                  <a:pt x="73" y="383"/>
                </a:moveTo>
                <a:lnTo>
                  <a:pt x="73" y="383"/>
                </a:lnTo>
                <a:cubicBezTo>
                  <a:pt x="73" y="368"/>
                  <a:pt x="73" y="368"/>
                  <a:pt x="73" y="368"/>
                </a:cubicBezTo>
                <a:cubicBezTo>
                  <a:pt x="29" y="368"/>
                  <a:pt x="29" y="368"/>
                  <a:pt x="29" y="368"/>
                </a:cubicBezTo>
                <a:cubicBezTo>
                  <a:pt x="29" y="383"/>
                  <a:pt x="44" y="398"/>
                  <a:pt x="44" y="412"/>
                </a:cubicBezTo>
                <a:lnTo>
                  <a:pt x="73" y="383"/>
                </a:lnTo>
                <a:close/>
                <a:moveTo>
                  <a:pt x="456" y="59"/>
                </a:moveTo>
                <a:lnTo>
                  <a:pt x="456" y="59"/>
                </a:lnTo>
                <a:cubicBezTo>
                  <a:pt x="0" y="501"/>
                  <a:pt x="0" y="501"/>
                  <a:pt x="0" y="501"/>
                </a:cubicBezTo>
                <a:cubicBezTo>
                  <a:pt x="29" y="530"/>
                  <a:pt x="29" y="530"/>
                  <a:pt x="29" y="530"/>
                </a:cubicBezTo>
                <a:cubicBezTo>
                  <a:pt x="486" y="89"/>
                  <a:pt x="486" y="89"/>
                  <a:pt x="486" y="89"/>
                </a:cubicBezTo>
                <a:lnTo>
                  <a:pt x="456" y="59"/>
                </a:lnTo>
                <a:close/>
                <a:moveTo>
                  <a:pt x="147" y="132"/>
                </a:moveTo>
                <a:lnTo>
                  <a:pt x="147" y="132"/>
                </a:lnTo>
                <a:cubicBezTo>
                  <a:pt x="147" y="89"/>
                  <a:pt x="191" y="44"/>
                  <a:pt x="250" y="44"/>
                </a:cubicBezTo>
                <a:cubicBezTo>
                  <a:pt x="294" y="44"/>
                  <a:pt x="323" y="74"/>
                  <a:pt x="339" y="103"/>
                </a:cubicBezTo>
                <a:cubicBezTo>
                  <a:pt x="368" y="74"/>
                  <a:pt x="368" y="74"/>
                  <a:pt x="368" y="74"/>
                </a:cubicBezTo>
                <a:cubicBezTo>
                  <a:pt x="353" y="30"/>
                  <a:pt x="309" y="0"/>
                  <a:pt x="250" y="0"/>
                </a:cubicBezTo>
                <a:cubicBezTo>
                  <a:pt x="176" y="0"/>
                  <a:pt x="118" y="59"/>
                  <a:pt x="118" y="132"/>
                </a:cubicBezTo>
                <a:cubicBezTo>
                  <a:pt x="118" y="339"/>
                  <a:pt x="118" y="339"/>
                  <a:pt x="118" y="339"/>
                </a:cubicBezTo>
                <a:lnTo>
                  <a:pt x="147" y="295"/>
                </a:lnTo>
                <a:lnTo>
                  <a:pt x="147" y="132"/>
                </a:lnTo>
                <a:close/>
                <a:moveTo>
                  <a:pt x="250" y="427"/>
                </a:moveTo>
                <a:lnTo>
                  <a:pt x="250" y="427"/>
                </a:lnTo>
                <a:cubicBezTo>
                  <a:pt x="235" y="427"/>
                  <a:pt x="221" y="427"/>
                  <a:pt x="206" y="412"/>
                </a:cubicBezTo>
                <a:cubicBezTo>
                  <a:pt x="176" y="442"/>
                  <a:pt x="176" y="442"/>
                  <a:pt x="176" y="442"/>
                </a:cubicBezTo>
                <a:cubicBezTo>
                  <a:pt x="191" y="457"/>
                  <a:pt x="221" y="471"/>
                  <a:pt x="250" y="471"/>
                </a:cubicBezTo>
                <a:cubicBezTo>
                  <a:pt x="323" y="471"/>
                  <a:pt x="382" y="412"/>
                  <a:pt x="382" y="339"/>
                </a:cubicBezTo>
                <a:cubicBezTo>
                  <a:pt x="382" y="236"/>
                  <a:pt x="382" y="236"/>
                  <a:pt x="382" y="236"/>
                </a:cubicBezTo>
                <a:cubicBezTo>
                  <a:pt x="353" y="280"/>
                  <a:pt x="353" y="280"/>
                  <a:pt x="353" y="280"/>
                </a:cubicBezTo>
                <a:cubicBezTo>
                  <a:pt x="353" y="339"/>
                  <a:pt x="353" y="339"/>
                  <a:pt x="353" y="339"/>
                </a:cubicBezTo>
                <a:cubicBezTo>
                  <a:pt x="353" y="383"/>
                  <a:pt x="309" y="427"/>
                  <a:pt x="250" y="427"/>
                </a:cubicBezTo>
                <a:close/>
                <a:moveTo>
                  <a:pt x="250" y="515"/>
                </a:moveTo>
                <a:lnTo>
                  <a:pt x="250" y="515"/>
                </a:lnTo>
                <a:cubicBezTo>
                  <a:pt x="206" y="515"/>
                  <a:pt x="176" y="501"/>
                  <a:pt x="147" y="471"/>
                </a:cubicBezTo>
                <a:cubicBezTo>
                  <a:pt x="118" y="501"/>
                  <a:pt x="118" y="501"/>
                  <a:pt x="118" y="501"/>
                </a:cubicBezTo>
                <a:cubicBezTo>
                  <a:pt x="147" y="530"/>
                  <a:pt x="191" y="545"/>
                  <a:pt x="235" y="545"/>
                </a:cubicBezTo>
                <a:cubicBezTo>
                  <a:pt x="235" y="589"/>
                  <a:pt x="235" y="589"/>
                  <a:pt x="235" y="589"/>
                </a:cubicBezTo>
                <a:cubicBezTo>
                  <a:pt x="206" y="589"/>
                  <a:pt x="206" y="589"/>
                  <a:pt x="206" y="589"/>
                </a:cubicBezTo>
                <a:lnTo>
                  <a:pt x="191" y="604"/>
                </a:lnTo>
                <a:cubicBezTo>
                  <a:pt x="191" y="619"/>
                  <a:pt x="206" y="633"/>
                  <a:pt x="206" y="633"/>
                </a:cubicBezTo>
                <a:cubicBezTo>
                  <a:pt x="294" y="633"/>
                  <a:pt x="294" y="633"/>
                  <a:pt x="294" y="633"/>
                </a:cubicBezTo>
                <a:cubicBezTo>
                  <a:pt x="294" y="633"/>
                  <a:pt x="309" y="619"/>
                  <a:pt x="309" y="604"/>
                </a:cubicBezTo>
                <a:lnTo>
                  <a:pt x="294" y="589"/>
                </a:lnTo>
                <a:cubicBezTo>
                  <a:pt x="265" y="589"/>
                  <a:pt x="265" y="589"/>
                  <a:pt x="265" y="589"/>
                </a:cubicBezTo>
                <a:cubicBezTo>
                  <a:pt x="265" y="545"/>
                  <a:pt x="265" y="545"/>
                  <a:pt x="265" y="545"/>
                </a:cubicBezTo>
                <a:cubicBezTo>
                  <a:pt x="368" y="545"/>
                  <a:pt x="441" y="471"/>
                  <a:pt x="471" y="368"/>
                </a:cubicBezTo>
                <a:cubicBezTo>
                  <a:pt x="427" y="368"/>
                  <a:pt x="427" y="368"/>
                  <a:pt x="427" y="368"/>
                </a:cubicBezTo>
                <a:cubicBezTo>
                  <a:pt x="412" y="457"/>
                  <a:pt x="339" y="515"/>
                  <a:pt x="250" y="51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2" name="Freeform 181"/>
          <p:cNvSpPr/>
          <p:nvPr/>
        </p:nvSpPr>
        <p:spPr>
          <a:xfrm>
            <a:off x="1700280" y="3252960"/>
            <a:ext cx="264960" cy="382320"/>
          </a:xfrm>
          <a:custGeom>
            <a:avLst/>
            <a:gdLst/>
            <a:ahLst/>
            <a:rect l="l" t="t" r="r" b="b"/>
            <a:pathLst>
              <a:path w="443" h="634">
                <a:moveTo>
                  <a:pt x="442" y="368"/>
                </a:moveTo>
                <a:lnTo>
                  <a:pt x="442" y="368"/>
                </a:lnTo>
                <a:cubicBezTo>
                  <a:pt x="398" y="368"/>
                  <a:pt x="398" y="368"/>
                  <a:pt x="398" y="368"/>
                </a:cubicBezTo>
                <a:cubicBezTo>
                  <a:pt x="383" y="457"/>
                  <a:pt x="309" y="515"/>
                  <a:pt x="221" y="515"/>
                </a:cubicBezTo>
                <a:cubicBezTo>
                  <a:pt x="133" y="515"/>
                  <a:pt x="59" y="457"/>
                  <a:pt x="44" y="368"/>
                </a:cubicBezTo>
                <a:cubicBezTo>
                  <a:pt x="0" y="368"/>
                  <a:pt x="0" y="368"/>
                  <a:pt x="0" y="368"/>
                </a:cubicBezTo>
                <a:cubicBezTo>
                  <a:pt x="30" y="471"/>
                  <a:pt x="103" y="545"/>
                  <a:pt x="206" y="545"/>
                </a:cubicBezTo>
                <a:cubicBezTo>
                  <a:pt x="206" y="589"/>
                  <a:pt x="206" y="589"/>
                  <a:pt x="206" y="589"/>
                </a:cubicBezTo>
                <a:cubicBezTo>
                  <a:pt x="177" y="589"/>
                  <a:pt x="177" y="589"/>
                  <a:pt x="177" y="589"/>
                </a:cubicBezTo>
                <a:lnTo>
                  <a:pt x="162" y="604"/>
                </a:lnTo>
                <a:cubicBezTo>
                  <a:pt x="162" y="619"/>
                  <a:pt x="177" y="633"/>
                  <a:pt x="177" y="633"/>
                </a:cubicBezTo>
                <a:cubicBezTo>
                  <a:pt x="265" y="633"/>
                  <a:pt x="265" y="633"/>
                  <a:pt x="265" y="633"/>
                </a:cubicBezTo>
                <a:cubicBezTo>
                  <a:pt x="265" y="633"/>
                  <a:pt x="280" y="619"/>
                  <a:pt x="280" y="604"/>
                </a:cubicBezTo>
                <a:lnTo>
                  <a:pt x="265" y="589"/>
                </a:lnTo>
                <a:cubicBezTo>
                  <a:pt x="236" y="589"/>
                  <a:pt x="236" y="589"/>
                  <a:pt x="236" y="589"/>
                </a:cubicBezTo>
                <a:cubicBezTo>
                  <a:pt x="236" y="545"/>
                  <a:pt x="236" y="545"/>
                  <a:pt x="236" y="545"/>
                </a:cubicBezTo>
                <a:cubicBezTo>
                  <a:pt x="339" y="545"/>
                  <a:pt x="412" y="471"/>
                  <a:pt x="442" y="368"/>
                </a:cubicBezTo>
                <a:close/>
                <a:moveTo>
                  <a:pt x="221" y="471"/>
                </a:moveTo>
                <a:lnTo>
                  <a:pt x="221" y="471"/>
                </a:lnTo>
                <a:cubicBezTo>
                  <a:pt x="294" y="471"/>
                  <a:pt x="353" y="412"/>
                  <a:pt x="353" y="339"/>
                </a:cubicBezTo>
                <a:cubicBezTo>
                  <a:pt x="353" y="132"/>
                  <a:pt x="353" y="132"/>
                  <a:pt x="353" y="132"/>
                </a:cubicBezTo>
                <a:cubicBezTo>
                  <a:pt x="353" y="59"/>
                  <a:pt x="294" y="0"/>
                  <a:pt x="221" y="0"/>
                </a:cubicBezTo>
                <a:cubicBezTo>
                  <a:pt x="147" y="0"/>
                  <a:pt x="89" y="59"/>
                  <a:pt x="89" y="132"/>
                </a:cubicBezTo>
                <a:cubicBezTo>
                  <a:pt x="89" y="339"/>
                  <a:pt x="89" y="339"/>
                  <a:pt x="89" y="339"/>
                </a:cubicBezTo>
                <a:cubicBezTo>
                  <a:pt x="89" y="412"/>
                  <a:pt x="147" y="471"/>
                  <a:pt x="221" y="471"/>
                </a:cubicBezTo>
                <a:close/>
                <a:moveTo>
                  <a:pt x="118" y="132"/>
                </a:moveTo>
                <a:lnTo>
                  <a:pt x="118" y="132"/>
                </a:lnTo>
                <a:cubicBezTo>
                  <a:pt x="118" y="89"/>
                  <a:pt x="162" y="44"/>
                  <a:pt x="221" y="44"/>
                </a:cubicBezTo>
                <a:cubicBezTo>
                  <a:pt x="280" y="44"/>
                  <a:pt x="324" y="89"/>
                  <a:pt x="324" y="132"/>
                </a:cubicBezTo>
                <a:cubicBezTo>
                  <a:pt x="324" y="339"/>
                  <a:pt x="324" y="339"/>
                  <a:pt x="324" y="339"/>
                </a:cubicBezTo>
                <a:cubicBezTo>
                  <a:pt x="324" y="383"/>
                  <a:pt x="280" y="427"/>
                  <a:pt x="221" y="427"/>
                </a:cubicBezTo>
                <a:cubicBezTo>
                  <a:pt x="162" y="427"/>
                  <a:pt x="118" y="383"/>
                  <a:pt x="118" y="339"/>
                </a:cubicBezTo>
                <a:lnTo>
                  <a:pt x="118" y="13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3" name="Freeform 182"/>
          <p:cNvSpPr/>
          <p:nvPr/>
        </p:nvSpPr>
        <p:spPr>
          <a:xfrm>
            <a:off x="7180200" y="2630520"/>
            <a:ext cx="382680" cy="382680"/>
          </a:xfrm>
          <a:custGeom>
            <a:avLst/>
            <a:gdLst/>
            <a:ahLst/>
            <a:rect l="l" t="t" r="r" b="b"/>
            <a:pathLst>
              <a:path w="634" h="633">
                <a:moveTo>
                  <a:pt x="603" y="14"/>
                </a:moveTo>
                <a:lnTo>
                  <a:pt x="603" y="14"/>
                </a:lnTo>
                <a:cubicBezTo>
                  <a:pt x="574" y="14"/>
                  <a:pt x="0" y="309"/>
                  <a:pt x="0" y="309"/>
                </a:cubicBezTo>
                <a:lnTo>
                  <a:pt x="191" y="427"/>
                </a:lnTo>
                <a:lnTo>
                  <a:pt x="309" y="632"/>
                </a:lnTo>
                <a:cubicBezTo>
                  <a:pt x="309" y="632"/>
                  <a:pt x="618" y="44"/>
                  <a:pt x="618" y="29"/>
                </a:cubicBezTo>
                <a:cubicBezTo>
                  <a:pt x="633" y="14"/>
                  <a:pt x="618" y="0"/>
                  <a:pt x="603" y="14"/>
                </a:cubicBezTo>
                <a:close/>
                <a:moveTo>
                  <a:pt x="74" y="309"/>
                </a:moveTo>
                <a:lnTo>
                  <a:pt x="74" y="309"/>
                </a:lnTo>
                <a:cubicBezTo>
                  <a:pt x="530" y="88"/>
                  <a:pt x="530" y="88"/>
                  <a:pt x="530" y="88"/>
                </a:cubicBezTo>
                <a:cubicBezTo>
                  <a:pt x="206" y="382"/>
                  <a:pt x="206" y="382"/>
                  <a:pt x="206" y="382"/>
                </a:cubicBezTo>
                <a:lnTo>
                  <a:pt x="74" y="309"/>
                </a:lnTo>
                <a:close/>
                <a:moveTo>
                  <a:pt x="309" y="559"/>
                </a:moveTo>
                <a:lnTo>
                  <a:pt x="309" y="559"/>
                </a:lnTo>
                <a:cubicBezTo>
                  <a:pt x="309" y="559"/>
                  <a:pt x="250" y="441"/>
                  <a:pt x="236" y="397"/>
                </a:cubicBezTo>
                <a:cubicBezTo>
                  <a:pt x="545" y="102"/>
                  <a:pt x="545" y="102"/>
                  <a:pt x="545" y="102"/>
                </a:cubicBezTo>
                <a:lnTo>
                  <a:pt x="309" y="55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4" name="Freeform 183"/>
          <p:cNvSpPr/>
          <p:nvPr/>
        </p:nvSpPr>
        <p:spPr>
          <a:xfrm>
            <a:off x="6561000" y="2638440"/>
            <a:ext cx="382680" cy="372960"/>
          </a:xfrm>
          <a:custGeom>
            <a:avLst/>
            <a:gdLst/>
            <a:ahLst/>
            <a:rect l="l" t="t" r="r" b="b"/>
            <a:pathLst>
              <a:path w="634" h="619">
                <a:moveTo>
                  <a:pt x="324" y="0"/>
                </a:moveTo>
                <a:lnTo>
                  <a:pt x="324" y="0"/>
                </a:lnTo>
                <a:cubicBezTo>
                  <a:pt x="0" y="177"/>
                  <a:pt x="0" y="177"/>
                  <a:pt x="0" y="177"/>
                </a:cubicBezTo>
                <a:cubicBezTo>
                  <a:pt x="0" y="221"/>
                  <a:pt x="0" y="545"/>
                  <a:pt x="0" y="545"/>
                </a:cubicBezTo>
                <a:cubicBezTo>
                  <a:pt x="0" y="589"/>
                  <a:pt x="45" y="618"/>
                  <a:pt x="89" y="618"/>
                </a:cubicBezTo>
                <a:cubicBezTo>
                  <a:pt x="560" y="618"/>
                  <a:pt x="560" y="618"/>
                  <a:pt x="560" y="618"/>
                </a:cubicBezTo>
                <a:cubicBezTo>
                  <a:pt x="604" y="618"/>
                  <a:pt x="633" y="589"/>
                  <a:pt x="633" y="545"/>
                </a:cubicBezTo>
                <a:cubicBezTo>
                  <a:pt x="633" y="545"/>
                  <a:pt x="633" y="221"/>
                  <a:pt x="633" y="177"/>
                </a:cubicBezTo>
                <a:lnTo>
                  <a:pt x="324" y="0"/>
                </a:lnTo>
                <a:close/>
                <a:moveTo>
                  <a:pt x="45" y="545"/>
                </a:moveTo>
                <a:lnTo>
                  <a:pt x="45" y="545"/>
                </a:lnTo>
                <a:cubicBezTo>
                  <a:pt x="45" y="236"/>
                  <a:pt x="45" y="236"/>
                  <a:pt x="45" y="236"/>
                </a:cubicBezTo>
                <a:cubicBezTo>
                  <a:pt x="221" y="383"/>
                  <a:pt x="221" y="383"/>
                  <a:pt x="221" y="383"/>
                </a:cubicBezTo>
                <a:cubicBezTo>
                  <a:pt x="45" y="560"/>
                  <a:pt x="45" y="560"/>
                  <a:pt x="45" y="560"/>
                </a:cubicBezTo>
                <a:lnTo>
                  <a:pt x="45" y="545"/>
                </a:lnTo>
                <a:close/>
                <a:moveTo>
                  <a:pt x="74" y="589"/>
                </a:moveTo>
                <a:lnTo>
                  <a:pt x="74" y="589"/>
                </a:lnTo>
                <a:cubicBezTo>
                  <a:pt x="251" y="398"/>
                  <a:pt x="251" y="398"/>
                  <a:pt x="251" y="398"/>
                </a:cubicBezTo>
                <a:cubicBezTo>
                  <a:pt x="324" y="442"/>
                  <a:pt x="324" y="442"/>
                  <a:pt x="324" y="442"/>
                </a:cubicBezTo>
                <a:cubicBezTo>
                  <a:pt x="383" y="398"/>
                  <a:pt x="383" y="398"/>
                  <a:pt x="383" y="398"/>
                </a:cubicBezTo>
                <a:cubicBezTo>
                  <a:pt x="560" y="589"/>
                  <a:pt x="560" y="589"/>
                  <a:pt x="560" y="589"/>
                </a:cubicBezTo>
                <a:lnTo>
                  <a:pt x="74" y="589"/>
                </a:lnTo>
                <a:close/>
                <a:moveTo>
                  <a:pt x="589" y="545"/>
                </a:moveTo>
                <a:lnTo>
                  <a:pt x="589" y="545"/>
                </a:lnTo>
                <a:lnTo>
                  <a:pt x="589" y="560"/>
                </a:lnTo>
                <a:cubicBezTo>
                  <a:pt x="412" y="383"/>
                  <a:pt x="412" y="383"/>
                  <a:pt x="412" y="383"/>
                </a:cubicBezTo>
                <a:cubicBezTo>
                  <a:pt x="589" y="236"/>
                  <a:pt x="589" y="236"/>
                  <a:pt x="589" y="236"/>
                </a:cubicBezTo>
                <a:lnTo>
                  <a:pt x="589" y="545"/>
                </a:lnTo>
                <a:close/>
                <a:moveTo>
                  <a:pt x="324" y="398"/>
                </a:moveTo>
                <a:lnTo>
                  <a:pt x="324" y="398"/>
                </a:lnTo>
                <a:cubicBezTo>
                  <a:pt x="45" y="192"/>
                  <a:pt x="45" y="192"/>
                  <a:pt x="45" y="192"/>
                </a:cubicBezTo>
                <a:cubicBezTo>
                  <a:pt x="324" y="45"/>
                  <a:pt x="324" y="45"/>
                  <a:pt x="324" y="45"/>
                </a:cubicBezTo>
                <a:cubicBezTo>
                  <a:pt x="589" y="192"/>
                  <a:pt x="589" y="192"/>
                  <a:pt x="589" y="192"/>
                </a:cubicBezTo>
                <a:lnTo>
                  <a:pt x="324" y="3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5" name="Freeform 184"/>
          <p:cNvSpPr/>
          <p:nvPr/>
        </p:nvSpPr>
        <p:spPr>
          <a:xfrm>
            <a:off x="5946840" y="2684520"/>
            <a:ext cx="382680" cy="284040"/>
          </a:xfrm>
          <a:custGeom>
            <a:avLst/>
            <a:gdLst/>
            <a:ahLst/>
            <a:rect l="l" t="t" r="r" b="b"/>
            <a:pathLst>
              <a:path w="634" h="472">
                <a:moveTo>
                  <a:pt x="338" y="280"/>
                </a:moveTo>
                <a:lnTo>
                  <a:pt x="338" y="280"/>
                </a:lnTo>
                <a:cubicBezTo>
                  <a:pt x="103" y="280"/>
                  <a:pt x="103" y="280"/>
                  <a:pt x="103" y="280"/>
                </a:cubicBezTo>
                <a:cubicBezTo>
                  <a:pt x="88" y="280"/>
                  <a:pt x="73" y="280"/>
                  <a:pt x="73" y="294"/>
                </a:cubicBezTo>
                <a:cubicBezTo>
                  <a:pt x="73" y="309"/>
                  <a:pt x="88" y="309"/>
                  <a:pt x="103" y="309"/>
                </a:cubicBezTo>
                <a:cubicBezTo>
                  <a:pt x="338" y="309"/>
                  <a:pt x="338" y="309"/>
                  <a:pt x="338" y="309"/>
                </a:cubicBezTo>
                <a:cubicBezTo>
                  <a:pt x="338" y="309"/>
                  <a:pt x="353" y="309"/>
                  <a:pt x="353" y="294"/>
                </a:cubicBezTo>
                <a:cubicBezTo>
                  <a:pt x="353" y="280"/>
                  <a:pt x="338" y="280"/>
                  <a:pt x="338" y="280"/>
                </a:cubicBezTo>
                <a:close/>
                <a:moveTo>
                  <a:pt x="338" y="353"/>
                </a:moveTo>
                <a:lnTo>
                  <a:pt x="338" y="353"/>
                </a:lnTo>
                <a:cubicBezTo>
                  <a:pt x="103" y="353"/>
                  <a:pt x="103" y="353"/>
                  <a:pt x="103" y="353"/>
                </a:cubicBezTo>
                <a:cubicBezTo>
                  <a:pt x="88" y="353"/>
                  <a:pt x="73" y="368"/>
                  <a:pt x="73" y="368"/>
                </a:cubicBezTo>
                <a:cubicBezTo>
                  <a:pt x="73" y="383"/>
                  <a:pt x="88" y="397"/>
                  <a:pt x="103" y="397"/>
                </a:cubicBezTo>
                <a:cubicBezTo>
                  <a:pt x="338" y="397"/>
                  <a:pt x="338" y="397"/>
                  <a:pt x="338" y="397"/>
                </a:cubicBezTo>
                <a:cubicBezTo>
                  <a:pt x="338" y="397"/>
                  <a:pt x="353" y="383"/>
                  <a:pt x="353" y="368"/>
                </a:cubicBezTo>
                <a:lnTo>
                  <a:pt x="338" y="353"/>
                </a:lnTo>
                <a:close/>
                <a:moveTo>
                  <a:pt x="544" y="0"/>
                </a:moveTo>
                <a:lnTo>
                  <a:pt x="544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30"/>
                  <a:pt x="0" y="73"/>
                </a:cubicBezTo>
                <a:cubicBezTo>
                  <a:pt x="0" y="397"/>
                  <a:pt x="0" y="397"/>
                  <a:pt x="0" y="397"/>
                </a:cubicBezTo>
                <a:cubicBezTo>
                  <a:pt x="0" y="442"/>
                  <a:pt x="29" y="471"/>
                  <a:pt x="73" y="471"/>
                </a:cubicBezTo>
                <a:cubicBezTo>
                  <a:pt x="544" y="471"/>
                  <a:pt x="544" y="471"/>
                  <a:pt x="544" y="471"/>
                </a:cubicBezTo>
                <a:cubicBezTo>
                  <a:pt x="588" y="471"/>
                  <a:pt x="633" y="442"/>
                  <a:pt x="633" y="397"/>
                </a:cubicBezTo>
                <a:cubicBezTo>
                  <a:pt x="633" y="73"/>
                  <a:pt x="633" y="73"/>
                  <a:pt x="633" y="73"/>
                </a:cubicBezTo>
                <a:cubicBezTo>
                  <a:pt x="633" y="30"/>
                  <a:pt x="588" y="0"/>
                  <a:pt x="544" y="0"/>
                </a:cubicBezTo>
                <a:close/>
                <a:moveTo>
                  <a:pt x="588" y="397"/>
                </a:moveTo>
                <a:lnTo>
                  <a:pt x="588" y="397"/>
                </a:lnTo>
                <a:cubicBezTo>
                  <a:pt x="588" y="412"/>
                  <a:pt x="574" y="427"/>
                  <a:pt x="544" y="427"/>
                </a:cubicBezTo>
                <a:cubicBezTo>
                  <a:pt x="73" y="427"/>
                  <a:pt x="73" y="427"/>
                  <a:pt x="73" y="427"/>
                </a:cubicBezTo>
                <a:cubicBezTo>
                  <a:pt x="59" y="427"/>
                  <a:pt x="44" y="412"/>
                  <a:pt x="44" y="397"/>
                </a:cubicBezTo>
                <a:cubicBezTo>
                  <a:pt x="44" y="73"/>
                  <a:pt x="44" y="73"/>
                  <a:pt x="44" y="73"/>
                </a:cubicBezTo>
                <a:cubicBezTo>
                  <a:pt x="44" y="59"/>
                  <a:pt x="59" y="44"/>
                  <a:pt x="73" y="44"/>
                </a:cubicBezTo>
                <a:cubicBezTo>
                  <a:pt x="544" y="44"/>
                  <a:pt x="544" y="44"/>
                  <a:pt x="544" y="44"/>
                </a:cubicBezTo>
                <a:cubicBezTo>
                  <a:pt x="574" y="44"/>
                  <a:pt x="588" y="59"/>
                  <a:pt x="588" y="73"/>
                </a:cubicBezTo>
                <a:lnTo>
                  <a:pt x="588" y="397"/>
                </a:lnTo>
                <a:close/>
                <a:moveTo>
                  <a:pt x="515" y="73"/>
                </a:moveTo>
                <a:lnTo>
                  <a:pt x="515" y="73"/>
                </a:lnTo>
                <a:cubicBezTo>
                  <a:pt x="426" y="73"/>
                  <a:pt x="426" y="73"/>
                  <a:pt x="426" y="73"/>
                </a:cubicBezTo>
                <a:cubicBezTo>
                  <a:pt x="412" y="73"/>
                  <a:pt x="397" y="103"/>
                  <a:pt x="397" y="118"/>
                </a:cubicBezTo>
                <a:cubicBezTo>
                  <a:pt x="397" y="191"/>
                  <a:pt x="397" y="191"/>
                  <a:pt x="397" y="191"/>
                </a:cubicBezTo>
                <a:cubicBezTo>
                  <a:pt x="397" y="221"/>
                  <a:pt x="412" y="235"/>
                  <a:pt x="426" y="235"/>
                </a:cubicBezTo>
                <a:cubicBezTo>
                  <a:pt x="515" y="235"/>
                  <a:pt x="515" y="235"/>
                  <a:pt x="515" y="235"/>
                </a:cubicBezTo>
                <a:cubicBezTo>
                  <a:pt x="530" y="235"/>
                  <a:pt x="544" y="221"/>
                  <a:pt x="544" y="191"/>
                </a:cubicBezTo>
                <a:cubicBezTo>
                  <a:pt x="544" y="118"/>
                  <a:pt x="544" y="118"/>
                  <a:pt x="544" y="118"/>
                </a:cubicBezTo>
                <a:cubicBezTo>
                  <a:pt x="544" y="103"/>
                  <a:pt x="530" y="73"/>
                  <a:pt x="515" y="73"/>
                </a:cubicBezTo>
                <a:close/>
                <a:moveTo>
                  <a:pt x="515" y="177"/>
                </a:moveTo>
                <a:lnTo>
                  <a:pt x="515" y="177"/>
                </a:lnTo>
                <a:cubicBezTo>
                  <a:pt x="515" y="191"/>
                  <a:pt x="500" y="191"/>
                  <a:pt x="485" y="191"/>
                </a:cubicBezTo>
                <a:cubicBezTo>
                  <a:pt x="456" y="191"/>
                  <a:pt x="456" y="191"/>
                  <a:pt x="456" y="191"/>
                </a:cubicBezTo>
                <a:cubicBezTo>
                  <a:pt x="442" y="191"/>
                  <a:pt x="426" y="191"/>
                  <a:pt x="426" y="177"/>
                </a:cubicBezTo>
                <a:cubicBezTo>
                  <a:pt x="426" y="132"/>
                  <a:pt x="426" y="132"/>
                  <a:pt x="426" y="132"/>
                </a:cubicBezTo>
                <a:cubicBezTo>
                  <a:pt x="426" y="132"/>
                  <a:pt x="442" y="118"/>
                  <a:pt x="456" y="118"/>
                </a:cubicBezTo>
                <a:cubicBezTo>
                  <a:pt x="485" y="118"/>
                  <a:pt x="485" y="118"/>
                  <a:pt x="485" y="118"/>
                </a:cubicBezTo>
                <a:cubicBezTo>
                  <a:pt x="500" y="118"/>
                  <a:pt x="515" y="132"/>
                  <a:pt x="515" y="132"/>
                </a:cubicBezTo>
                <a:lnTo>
                  <a:pt x="515" y="17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6" name="Freeform 185"/>
          <p:cNvSpPr/>
          <p:nvPr/>
        </p:nvSpPr>
        <p:spPr>
          <a:xfrm>
            <a:off x="5337000" y="2684520"/>
            <a:ext cx="371520" cy="284040"/>
          </a:xfrm>
          <a:custGeom>
            <a:avLst/>
            <a:gdLst/>
            <a:ahLst/>
            <a:rect l="l" t="t" r="r" b="b"/>
            <a:pathLst>
              <a:path w="619" h="472">
                <a:moveTo>
                  <a:pt x="545" y="0"/>
                </a:moveTo>
                <a:lnTo>
                  <a:pt x="545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30"/>
                  <a:pt x="0" y="73"/>
                </a:cubicBezTo>
                <a:cubicBezTo>
                  <a:pt x="0" y="397"/>
                  <a:pt x="0" y="397"/>
                  <a:pt x="0" y="397"/>
                </a:cubicBezTo>
                <a:cubicBezTo>
                  <a:pt x="0" y="442"/>
                  <a:pt x="29" y="471"/>
                  <a:pt x="73" y="471"/>
                </a:cubicBezTo>
                <a:cubicBezTo>
                  <a:pt x="545" y="471"/>
                  <a:pt x="545" y="471"/>
                  <a:pt x="545" y="471"/>
                </a:cubicBezTo>
                <a:cubicBezTo>
                  <a:pt x="589" y="471"/>
                  <a:pt x="618" y="442"/>
                  <a:pt x="618" y="397"/>
                </a:cubicBezTo>
                <a:cubicBezTo>
                  <a:pt x="618" y="73"/>
                  <a:pt x="618" y="73"/>
                  <a:pt x="618" y="73"/>
                </a:cubicBezTo>
                <a:cubicBezTo>
                  <a:pt x="618" y="30"/>
                  <a:pt x="589" y="0"/>
                  <a:pt x="545" y="0"/>
                </a:cubicBezTo>
                <a:close/>
                <a:moveTo>
                  <a:pt x="559" y="44"/>
                </a:moveTo>
                <a:lnTo>
                  <a:pt x="559" y="44"/>
                </a:lnTo>
                <a:cubicBezTo>
                  <a:pt x="309" y="235"/>
                  <a:pt x="309" y="235"/>
                  <a:pt x="309" y="235"/>
                </a:cubicBezTo>
                <a:cubicBezTo>
                  <a:pt x="59" y="44"/>
                  <a:pt x="59" y="44"/>
                  <a:pt x="59" y="44"/>
                </a:cubicBezTo>
                <a:lnTo>
                  <a:pt x="559" y="44"/>
                </a:lnTo>
                <a:close/>
                <a:moveTo>
                  <a:pt x="29" y="397"/>
                </a:moveTo>
                <a:lnTo>
                  <a:pt x="29" y="397"/>
                </a:lnTo>
                <a:cubicBezTo>
                  <a:pt x="29" y="73"/>
                  <a:pt x="29" y="73"/>
                  <a:pt x="29" y="73"/>
                </a:cubicBezTo>
                <a:cubicBezTo>
                  <a:pt x="206" y="221"/>
                  <a:pt x="206" y="221"/>
                  <a:pt x="206" y="221"/>
                </a:cubicBezTo>
                <a:cubicBezTo>
                  <a:pt x="29" y="397"/>
                  <a:pt x="29" y="397"/>
                  <a:pt x="29" y="397"/>
                </a:cubicBezTo>
                <a:close/>
                <a:moveTo>
                  <a:pt x="59" y="427"/>
                </a:moveTo>
                <a:lnTo>
                  <a:pt x="59" y="427"/>
                </a:lnTo>
                <a:cubicBezTo>
                  <a:pt x="236" y="235"/>
                  <a:pt x="236" y="235"/>
                  <a:pt x="236" y="235"/>
                </a:cubicBezTo>
                <a:cubicBezTo>
                  <a:pt x="309" y="294"/>
                  <a:pt x="309" y="294"/>
                  <a:pt x="309" y="294"/>
                </a:cubicBezTo>
                <a:cubicBezTo>
                  <a:pt x="368" y="235"/>
                  <a:pt x="368" y="235"/>
                  <a:pt x="368" y="235"/>
                </a:cubicBezTo>
                <a:cubicBezTo>
                  <a:pt x="559" y="427"/>
                  <a:pt x="559" y="427"/>
                  <a:pt x="559" y="427"/>
                </a:cubicBezTo>
                <a:cubicBezTo>
                  <a:pt x="545" y="427"/>
                  <a:pt x="73" y="427"/>
                  <a:pt x="59" y="427"/>
                </a:cubicBezTo>
                <a:close/>
                <a:moveTo>
                  <a:pt x="589" y="397"/>
                </a:moveTo>
                <a:lnTo>
                  <a:pt x="589" y="397"/>
                </a:lnTo>
                <a:lnTo>
                  <a:pt x="589" y="397"/>
                </a:lnTo>
                <a:cubicBezTo>
                  <a:pt x="412" y="221"/>
                  <a:pt x="412" y="221"/>
                  <a:pt x="412" y="221"/>
                </a:cubicBezTo>
                <a:cubicBezTo>
                  <a:pt x="589" y="73"/>
                  <a:pt x="589" y="73"/>
                  <a:pt x="589" y="73"/>
                </a:cubicBezTo>
                <a:lnTo>
                  <a:pt x="589" y="39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7" name="Freeform 186"/>
          <p:cNvSpPr/>
          <p:nvPr/>
        </p:nvSpPr>
        <p:spPr>
          <a:xfrm>
            <a:off x="4714920" y="2638440"/>
            <a:ext cx="382680" cy="372960"/>
          </a:xfrm>
          <a:custGeom>
            <a:avLst/>
            <a:gdLst/>
            <a:ahLst/>
            <a:rect l="l" t="t" r="r" b="b"/>
            <a:pathLst>
              <a:path w="634" h="619">
                <a:moveTo>
                  <a:pt x="530" y="0"/>
                </a:moveTo>
                <a:lnTo>
                  <a:pt x="530" y="0"/>
                </a:lnTo>
                <a:cubicBezTo>
                  <a:pt x="103" y="0"/>
                  <a:pt x="103" y="0"/>
                  <a:pt x="103" y="0"/>
                </a:cubicBezTo>
                <a:cubicBezTo>
                  <a:pt x="59" y="0"/>
                  <a:pt x="0" y="45"/>
                  <a:pt x="0" y="104"/>
                </a:cubicBezTo>
                <a:cubicBezTo>
                  <a:pt x="0" y="427"/>
                  <a:pt x="0" y="427"/>
                  <a:pt x="0" y="427"/>
                </a:cubicBezTo>
                <a:cubicBezTo>
                  <a:pt x="0" y="486"/>
                  <a:pt x="45" y="530"/>
                  <a:pt x="103" y="530"/>
                </a:cubicBezTo>
                <a:cubicBezTo>
                  <a:pt x="236" y="530"/>
                  <a:pt x="236" y="530"/>
                  <a:pt x="236" y="530"/>
                </a:cubicBezTo>
                <a:cubicBezTo>
                  <a:pt x="324" y="618"/>
                  <a:pt x="324" y="618"/>
                  <a:pt x="324" y="618"/>
                </a:cubicBezTo>
                <a:cubicBezTo>
                  <a:pt x="398" y="530"/>
                  <a:pt x="398" y="530"/>
                  <a:pt x="398" y="530"/>
                </a:cubicBezTo>
                <a:cubicBezTo>
                  <a:pt x="530" y="530"/>
                  <a:pt x="530" y="530"/>
                  <a:pt x="530" y="530"/>
                </a:cubicBezTo>
                <a:cubicBezTo>
                  <a:pt x="589" y="530"/>
                  <a:pt x="633" y="486"/>
                  <a:pt x="633" y="427"/>
                </a:cubicBezTo>
                <a:cubicBezTo>
                  <a:pt x="633" y="104"/>
                  <a:pt x="633" y="104"/>
                  <a:pt x="633" y="104"/>
                </a:cubicBezTo>
                <a:cubicBezTo>
                  <a:pt x="633" y="45"/>
                  <a:pt x="589" y="0"/>
                  <a:pt x="530" y="0"/>
                </a:cubicBezTo>
                <a:close/>
                <a:moveTo>
                  <a:pt x="589" y="427"/>
                </a:moveTo>
                <a:lnTo>
                  <a:pt x="589" y="427"/>
                </a:lnTo>
                <a:cubicBezTo>
                  <a:pt x="589" y="457"/>
                  <a:pt x="560" y="486"/>
                  <a:pt x="530" y="486"/>
                </a:cubicBezTo>
                <a:cubicBezTo>
                  <a:pt x="383" y="486"/>
                  <a:pt x="383" y="486"/>
                  <a:pt x="383" y="486"/>
                </a:cubicBezTo>
                <a:cubicBezTo>
                  <a:pt x="324" y="560"/>
                  <a:pt x="324" y="560"/>
                  <a:pt x="324" y="560"/>
                </a:cubicBezTo>
                <a:cubicBezTo>
                  <a:pt x="265" y="486"/>
                  <a:pt x="265" y="486"/>
                  <a:pt x="265" y="486"/>
                </a:cubicBezTo>
                <a:cubicBezTo>
                  <a:pt x="103" y="486"/>
                  <a:pt x="103" y="486"/>
                  <a:pt x="103" y="486"/>
                </a:cubicBezTo>
                <a:cubicBezTo>
                  <a:pt x="74" y="486"/>
                  <a:pt x="45" y="457"/>
                  <a:pt x="45" y="427"/>
                </a:cubicBezTo>
                <a:cubicBezTo>
                  <a:pt x="45" y="88"/>
                  <a:pt x="45" y="88"/>
                  <a:pt x="45" y="88"/>
                </a:cubicBezTo>
                <a:cubicBezTo>
                  <a:pt x="45" y="59"/>
                  <a:pt x="74" y="30"/>
                  <a:pt x="103" y="30"/>
                </a:cubicBezTo>
                <a:cubicBezTo>
                  <a:pt x="530" y="30"/>
                  <a:pt x="530" y="30"/>
                  <a:pt x="530" y="30"/>
                </a:cubicBezTo>
                <a:cubicBezTo>
                  <a:pt x="560" y="30"/>
                  <a:pt x="589" y="59"/>
                  <a:pt x="589" y="88"/>
                </a:cubicBezTo>
                <a:lnTo>
                  <a:pt x="589" y="42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8" name="Freeform 187"/>
          <p:cNvSpPr/>
          <p:nvPr/>
        </p:nvSpPr>
        <p:spPr>
          <a:xfrm>
            <a:off x="4103640" y="2638440"/>
            <a:ext cx="382680" cy="372960"/>
          </a:xfrm>
          <a:custGeom>
            <a:avLst/>
            <a:gdLst/>
            <a:ahLst/>
            <a:rect l="l" t="t" r="r" b="b"/>
            <a:pathLst>
              <a:path w="634" h="619">
                <a:moveTo>
                  <a:pt x="309" y="0"/>
                </a:moveTo>
                <a:lnTo>
                  <a:pt x="309" y="0"/>
                </a:lnTo>
                <a:cubicBezTo>
                  <a:pt x="147" y="0"/>
                  <a:pt x="0" y="118"/>
                  <a:pt x="0" y="265"/>
                </a:cubicBezTo>
                <a:cubicBezTo>
                  <a:pt x="0" y="383"/>
                  <a:pt x="103" y="486"/>
                  <a:pt x="221" y="530"/>
                </a:cubicBezTo>
                <a:cubicBezTo>
                  <a:pt x="309" y="618"/>
                  <a:pt x="309" y="618"/>
                  <a:pt x="309" y="618"/>
                </a:cubicBezTo>
                <a:cubicBezTo>
                  <a:pt x="397" y="530"/>
                  <a:pt x="397" y="530"/>
                  <a:pt x="397" y="530"/>
                </a:cubicBezTo>
                <a:cubicBezTo>
                  <a:pt x="530" y="486"/>
                  <a:pt x="633" y="383"/>
                  <a:pt x="633" y="265"/>
                </a:cubicBezTo>
                <a:cubicBezTo>
                  <a:pt x="633" y="118"/>
                  <a:pt x="485" y="0"/>
                  <a:pt x="309" y="0"/>
                </a:cubicBezTo>
                <a:close/>
                <a:moveTo>
                  <a:pt x="383" y="486"/>
                </a:moveTo>
                <a:lnTo>
                  <a:pt x="383" y="486"/>
                </a:lnTo>
                <a:cubicBezTo>
                  <a:pt x="338" y="530"/>
                  <a:pt x="338" y="530"/>
                  <a:pt x="338" y="530"/>
                </a:cubicBezTo>
                <a:cubicBezTo>
                  <a:pt x="309" y="560"/>
                  <a:pt x="309" y="560"/>
                  <a:pt x="309" y="560"/>
                </a:cubicBezTo>
                <a:cubicBezTo>
                  <a:pt x="250" y="486"/>
                  <a:pt x="250" y="486"/>
                  <a:pt x="250" y="486"/>
                </a:cubicBezTo>
                <a:cubicBezTo>
                  <a:pt x="132" y="457"/>
                  <a:pt x="44" y="368"/>
                  <a:pt x="44" y="265"/>
                </a:cubicBezTo>
                <a:cubicBezTo>
                  <a:pt x="44" y="133"/>
                  <a:pt x="162" y="30"/>
                  <a:pt x="309" y="30"/>
                </a:cubicBezTo>
                <a:cubicBezTo>
                  <a:pt x="471" y="30"/>
                  <a:pt x="588" y="133"/>
                  <a:pt x="588" y="265"/>
                </a:cubicBezTo>
                <a:cubicBezTo>
                  <a:pt x="588" y="368"/>
                  <a:pt x="500" y="457"/>
                  <a:pt x="383" y="48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9" name="Freeform 188"/>
          <p:cNvSpPr/>
          <p:nvPr/>
        </p:nvSpPr>
        <p:spPr>
          <a:xfrm>
            <a:off x="3500280" y="2638440"/>
            <a:ext cx="363600" cy="372960"/>
          </a:xfrm>
          <a:custGeom>
            <a:avLst/>
            <a:gdLst/>
            <a:ahLst/>
            <a:rect l="l" t="t" r="r" b="b"/>
            <a:pathLst>
              <a:path w="604" h="619">
                <a:moveTo>
                  <a:pt x="250" y="251"/>
                </a:moveTo>
                <a:lnTo>
                  <a:pt x="250" y="251"/>
                </a:lnTo>
                <a:cubicBezTo>
                  <a:pt x="265" y="251"/>
                  <a:pt x="279" y="236"/>
                  <a:pt x="279" y="221"/>
                </a:cubicBezTo>
                <a:cubicBezTo>
                  <a:pt x="279" y="206"/>
                  <a:pt x="265" y="192"/>
                  <a:pt x="250" y="192"/>
                </a:cubicBezTo>
                <a:cubicBezTo>
                  <a:pt x="235" y="192"/>
                  <a:pt x="220" y="206"/>
                  <a:pt x="220" y="221"/>
                </a:cubicBezTo>
                <a:cubicBezTo>
                  <a:pt x="220" y="236"/>
                  <a:pt x="235" y="251"/>
                  <a:pt x="250" y="251"/>
                </a:cubicBezTo>
                <a:close/>
                <a:moveTo>
                  <a:pt x="132" y="251"/>
                </a:moveTo>
                <a:lnTo>
                  <a:pt x="132" y="251"/>
                </a:lnTo>
                <a:cubicBezTo>
                  <a:pt x="147" y="251"/>
                  <a:pt x="162" y="236"/>
                  <a:pt x="162" y="221"/>
                </a:cubicBezTo>
                <a:cubicBezTo>
                  <a:pt x="162" y="206"/>
                  <a:pt x="147" y="192"/>
                  <a:pt x="132" y="192"/>
                </a:cubicBezTo>
                <a:cubicBezTo>
                  <a:pt x="117" y="192"/>
                  <a:pt x="103" y="206"/>
                  <a:pt x="103" y="221"/>
                </a:cubicBezTo>
                <a:cubicBezTo>
                  <a:pt x="103" y="236"/>
                  <a:pt x="117" y="251"/>
                  <a:pt x="132" y="251"/>
                </a:cubicBezTo>
                <a:close/>
                <a:moveTo>
                  <a:pt x="367" y="251"/>
                </a:moveTo>
                <a:lnTo>
                  <a:pt x="367" y="251"/>
                </a:lnTo>
                <a:cubicBezTo>
                  <a:pt x="383" y="251"/>
                  <a:pt x="397" y="236"/>
                  <a:pt x="397" y="221"/>
                </a:cubicBezTo>
                <a:cubicBezTo>
                  <a:pt x="397" y="206"/>
                  <a:pt x="383" y="192"/>
                  <a:pt x="367" y="192"/>
                </a:cubicBezTo>
                <a:cubicBezTo>
                  <a:pt x="353" y="192"/>
                  <a:pt x="338" y="206"/>
                  <a:pt x="338" y="221"/>
                </a:cubicBezTo>
                <a:cubicBezTo>
                  <a:pt x="338" y="236"/>
                  <a:pt x="353" y="251"/>
                  <a:pt x="367" y="251"/>
                </a:cubicBezTo>
                <a:close/>
                <a:moveTo>
                  <a:pt x="530" y="177"/>
                </a:moveTo>
                <a:lnTo>
                  <a:pt x="530" y="177"/>
                </a:lnTo>
                <a:lnTo>
                  <a:pt x="530" y="192"/>
                </a:lnTo>
                <a:cubicBezTo>
                  <a:pt x="530" y="206"/>
                  <a:pt x="530" y="221"/>
                  <a:pt x="530" y="221"/>
                </a:cubicBezTo>
                <a:cubicBezTo>
                  <a:pt x="559" y="265"/>
                  <a:pt x="574" y="295"/>
                  <a:pt x="574" y="339"/>
                </a:cubicBezTo>
                <a:cubicBezTo>
                  <a:pt x="574" y="398"/>
                  <a:pt x="530" y="457"/>
                  <a:pt x="471" y="501"/>
                </a:cubicBezTo>
                <a:cubicBezTo>
                  <a:pt x="471" y="560"/>
                  <a:pt x="471" y="560"/>
                  <a:pt x="471" y="560"/>
                </a:cubicBezTo>
                <a:cubicBezTo>
                  <a:pt x="397" y="516"/>
                  <a:pt x="397" y="516"/>
                  <a:pt x="397" y="516"/>
                </a:cubicBezTo>
                <a:cubicBezTo>
                  <a:pt x="383" y="530"/>
                  <a:pt x="367" y="530"/>
                  <a:pt x="353" y="530"/>
                </a:cubicBezTo>
                <a:cubicBezTo>
                  <a:pt x="309" y="530"/>
                  <a:pt x="279" y="516"/>
                  <a:pt x="235" y="486"/>
                </a:cubicBezTo>
                <a:cubicBezTo>
                  <a:pt x="220" y="486"/>
                  <a:pt x="220" y="486"/>
                  <a:pt x="206" y="486"/>
                </a:cubicBezTo>
                <a:cubicBezTo>
                  <a:pt x="191" y="486"/>
                  <a:pt x="191" y="486"/>
                  <a:pt x="176" y="486"/>
                </a:cubicBezTo>
                <a:cubicBezTo>
                  <a:pt x="235" y="530"/>
                  <a:pt x="279" y="560"/>
                  <a:pt x="353" y="560"/>
                </a:cubicBezTo>
                <a:cubicBezTo>
                  <a:pt x="367" y="560"/>
                  <a:pt x="383" y="560"/>
                  <a:pt x="397" y="560"/>
                </a:cubicBezTo>
                <a:cubicBezTo>
                  <a:pt x="515" y="618"/>
                  <a:pt x="515" y="618"/>
                  <a:pt x="515" y="618"/>
                </a:cubicBezTo>
                <a:cubicBezTo>
                  <a:pt x="515" y="516"/>
                  <a:pt x="515" y="516"/>
                  <a:pt x="515" y="516"/>
                </a:cubicBezTo>
                <a:cubicBezTo>
                  <a:pt x="574" y="471"/>
                  <a:pt x="603" y="413"/>
                  <a:pt x="603" y="339"/>
                </a:cubicBezTo>
                <a:cubicBezTo>
                  <a:pt x="603" y="280"/>
                  <a:pt x="574" y="221"/>
                  <a:pt x="530" y="177"/>
                </a:cubicBezTo>
                <a:close/>
                <a:moveTo>
                  <a:pt x="191" y="442"/>
                </a:moveTo>
                <a:lnTo>
                  <a:pt x="191" y="442"/>
                </a:lnTo>
                <a:cubicBezTo>
                  <a:pt x="206" y="442"/>
                  <a:pt x="235" y="442"/>
                  <a:pt x="250" y="442"/>
                </a:cubicBezTo>
                <a:cubicBezTo>
                  <a:pt x="397" y="442"/>
                  <a:pt x="485" y="339"/>
                  <a:pt x="485" y="221"/>
                </a:cubicBezTo>
                <a:cubicBezTo>
                  <a:pt x="485" y="88"/>
                  <a:pt x="367" y="0"/>
                  <a:pt x="250" y="0"/>
                </a:cubicBezTo>
                <a:cubicBezTo>
                  <a:pt x="117" y="0"/>
                  <a:pt x="0" y="88"/>
                  <a:pt x="0" y="221"/>
                </a:cubicBezTo>
                <a:cubicBezTo>
                  <a:pt x="0" y="295"/>
                  <a:pt x="29" y="354"/>
                  <a:pt x="73" y="398"/>
                </a:cubicBezTo>
                <a:cubicBezTo>
                  <a:pt x="73" y="501"/>
                  <a:pt x="73" y="501"/>
                  <a:pt x="73" y="501"/>
                </a:cubicBezTo>
                <a:lnTo>
                  <a:pt x="191" y="442"/>
                </a:lnTo>
                <a:close/>
                <a:moveTo>
                  <a:pt x="44" y="221"/>
                </a:moveTo>
                <a:lnTo>
                  <a:pt x="44" y="221"/>
                </a:lnTo>
                <a:cubicBezTo>
                  <a:pt x="44" y="118"/>
                  <a:pt x="132" y="30"/>
                  <a:pt x="250" y="30"/>
                </a:cubicBezTo>
                <a:cubicBezTo>
                  <a:pt x="353" y="30"/>
                  <a:pt x="456" y="118"/>
                  <a:pt x="456" y="221"/>
                </a:cubicBezTo>
                <a:cubicBezTo>
                  <a:pt x="456" y="324"/>
                  <a:pt x="367" y="413"/>
                  <a:pt x="250" y="413"/>
                </a:cubicBezTo>
                <a:cubicBezTo>
                  <a:pt x="235" y="413"/>
                  <a:pt x="206" y="413"/>
                  <a:pt x="191" y="398"/>
                </a:cubicBezTo>
                <a:cubicBezTo>
                  <a:pt x="117" y="442"/>
                  <a:pt x="117" y="442"/>
                  <a:pt x="117" y="442"/>
                </a:cubicBezTo>
                <a:cubicBezTo>
                  <a:pt x="117" y="383"/>
                  <a:pt x="117" y="383"/>
                  <a:pt x="117" y="383"/>
                </a:cubicBezTo>
                <a:cubicBezTo>
                  <a:pt x="73" y="339"/>
                  <a:pt x="44" y="280"/>
                  <a:pt x="44" y="22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0" name="Freeform 189"/>
          <p:cNvSpPr/>
          <p:nvPr/>
        </p:nvSpPr>
        <p:spPr>
          <a:xfrm>
            <a:off x="2871720" y="2638440"/>
            <a:ext cx="382680" cy="372960"/>
          </a:xfrm>
          <a:custGeom>
            <a:avLst/>
            <a:gdLst/>
            <a:ahLst/>
            <a:rect l="l" t="t" r="r" b="b"/>
            <a:pathLst>
              <a:path w="634" h="619">
                <a:moveTo>
                  <a:pt x="324" y="236"/>
                </a:moveTo>
                <a:lnTo>
                  <a:pt x="324" y="236"/>
                </a:lnTo>
                <a:cubicBezTo>
                  <a:pt x="295" y="236"/>
                  <a:pt x="280" y="251"/>
                  <a:pt x="280" y="265"/>
                </a:cubicBezTo>
                <a:cubicBezTo>
                  <a:pt x="280" y="295"/>
                  <a:pt x="295" y="309"/>
                  <a:pt x="324" y="309"/>
                </a:cubicBezTo>
                <a:cubicBezTo>
                  <a:pt x="339" y="309"/>
                  <a:pt x="354" y="295"/>
                  <a:pt x="354" y="265"/>
                </a:cubicBezTo>
                <a:cubicBezTo>
                  <a:pt x="354" y="251"/>
                  <a:pt x="339" y="236"/>
                  <a:pt x="324" y="236"/>
                </a:cubicBezTo>
                <a:close/>
                <a:moveTo>
                  <a:pt x="162" y="236"/>
                </a:moveTo>
                <a:lnTo>
                  <a:pt x="162" y="236"/>
                </a:lnTo>
                <a:cubicBezTo>
                  <a:pt x="148" y="236"/>
                  <a:pt x="118" y="251"/>
                  <a:pt x="118" y="265"/>
                </a:cubicBezTo>
                <a:cubicBezTo>
                  <a:pt x="118" y="295"/>
                  <a:pt x="148" y="309"/>
                  <a:pt x="162" y="309"/>
                </a:cubicBezTo>
                <a:cubicBezTo>
                  <a:pt x="177" y="309"/>
                  <a:pt x="207" y="295"/>
                  <a:pt x="207" y="265"/>
                </a:cubicBezTo>
                <a:cubicBezTo>
                  <a:pt x="207" y="251"/>
                  <a:pt x="177" y="236"/>
                  <a:pt x="162" y="236"/>
                </a:cubicBezTo>
                <a:close/>
                <a:moveTo>
                  <a:pt x="324" y="0"/>
                </a:moveTo>
                <a:lnTo>
                  <a:pt x="324" y="0"/>
                </a:lnTo>
                <a:cubicBezTo>
                  <a:pt x="148" y="0"/>
                  <a:pt x="0" y="118"/>
                  <a:pt x="0" y="265"/>
                </a:cubicBezTo>
                <a:cubicBezTo>
                  <a:pt x="0" y="354"/>
                  <a:pt x="44" y="427"/>
                  <a:pt x="118" y="486"/>
                </a:cubicBezTo>
                <a:cubicBezTo>
                  <a:pt x="118" y="618"/>
                  <a:pt x="118" y="618"/>
                  <a:pt x="118" y="618"/>
                </a:cubicBezTo>
                <a:cubicBezTo>
                  <a:pt x="265" y="545"/>
                  <a:pt x="265" y="545"/>
                  <a:pt x="265" y="545"/>
                </a:cubicBezTo>
                <a:cubicBezTo>
                  <a:pt x="280" y="545"/>
                  <a:pt x="295" y="545"/>
                  <a:pt x="324" y="545"/>
                </a:cubicBezTo>
                <a:cubicBezTo>
                  <a:pt x="486" y="545"/>
                  <a:pt x="633" y="427"/>
                  <a:pt x="633" y="265"/>
                </a:cubicBezTo>
                <a:cubicBezTo>
                  <a:pt x="633" y="118"/>
                  <a:pt x="486" y="0"/>
                  <a:pt x="324" y="0"/>
                </a:cubicBezTo>
                <a:close/>
                <a:moveTo>
                  <a:pt x="324" y="501"/>
                </a:moveTo>
                <a:lnTo>
                  <a:pt x="324" y="501"/>
                </a:lnTo>
                <a:cubicBezTo>
                  <a:pt x="295" y="501"/>
                  <a:pt x="280" y="501"/>
                  <a:pt x="251" y="501"/>
                </a:cubicBezTo>
                <a:cubicBezTo>
                  <a:pt x="162" y="560"/>
                  <a:pt x="162" y="560"/>
                  <a:pt x="162" y="560"/>
                </a:cubicBezTo>
                <a:cubicBezTo>
                  <a:pt x="162" y="457"/>
                  <a:pt x="162" y="457"/>
                  <a:pt x="162" y="457"/>
                </a:cubicBezTo>
                <a:cubicBezTo>
                  <a:pt x="89" y="427"/>
                  <a:pt x="44" y="354"/>
                  <a:pt x="44" y="265"/>
                </a:cubicBezTo>
                <a:cubicBezTo>
                  <a:pt x="44" y="133"/>
                  <a:pt x="162" y="30"/>
                  <a:pt x="324" y="30"/>
                </a:cubicBezTo>
                <a:cubicBezTo>
                  <a:pt x="471" y="30"/>
                  <a:pt x="589" y="133"/>
                  <a:pt x="589" y="265"/>
                </a:cubicBezTo>
                <a:cubicBezTo>
                  <a:pt x="589" y="398"/>
                  <a:pt x="471" y="501"/>
                  <a:pt x="324" y="501"/>
                </a:cubicBezTo>
                <a:close/>
                <a:moveTo>
                  <a:pt x="471" y="236"/>
                </a:moveTo>
                <a:lnTo>
                  <a:pt x="471" y="236"/>
                </a:lnTo>
                <a:cubicBezTo>
                  <a:pt x="457" y="236"/>
                  <a:pt x="442" y="251"/>
                  <a:pt x="442" y="265"/>
                </a:cubicBezTo>
                <a:cubicBezTo>
                  <a:pt x="442" y="295"/>
                  <a:pt x="457" y="309"/>
                  <a:pt x="471" y="309"/>
                </a:cubicBezTo>
                <a:cubicBezTo>
                  <a:pt x="501" y="309"/>
                  <a:pt x="516" y="295"/>
                  <a:pt x="516" y="265"/>
                </a:cubicBezTo>
                <a:cubicBezTo>
                  <a:pt x="516" y="251"/>
                  <a:pt x="501" y="236"/>
                  <a:pt x="471" y="23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1" name="Freeform 190"/>
          <p:cNvSpPr/>
          <p:nvPr/>
        </p:nvSpPr>
        <p:spPr>
          <a:xfrm>
            <a:off x="2260440" y="2638440"/>
            <a:ext cx="382680" cy="372960"/>
          </a:xfrm>
          <a:custGeom>
            <a:avLst/>
            <a:gdLst/>
            <a:ahLst/>
            <a:rect l="l" t="t" r="r" b="b"/>
            <a:pathLst>
              <a:path w="634" h="619">
                <a:moveTo>
                  <a:pt x="412" y="324"/>
                </a:moveTo>
                <a:lnTo>
                  <a:pt x="412" y="324"/>
                </a:lnTo>
                <a:cubicBezTo>
                  <a:pt x="220" y="324"/>
                  <a:pt x="220" y="324"/>
                  <a:pt x="220" y="324"/>
                </a:cubicBezTo>
                <a:cubicBezTo>
                  <a:pt x="206" y="324"/>
                  <a:pt x="191" y="339"/>
                  <a:pt x="191" y="354"/>
                </a:cubicBezTo>
                <a:cubicBezTo>
                  <a:pt x="191" y="354"/>
                  <a:pt x="206" y="368"/>
                  <a:pt x="220" y="368"/>
                </a:cubicBezTo>
                <a:cubicBezTo>
                  <a:pt x="412" y="368"/>
                  <a:pt x="412" y="368"/>
                  <a:pt x="412" y="368"/>
                </a:cubicBezTo>
                <a:cubicBezTo>
                  <a:pt x="426" y="368"/>
                  <a:pt x="426" y="354"/>
                  <a:pt x="426" y="354"/>
                </a:cubicBezTo>
                <a:cubicBezTo>
                  <a:pt x="426" y="339"/>
                  <a:pt x="426" y="324"/>
                  <a:pt x="412" y="324"/>
                </a:cubicBezTo>
                <a:close/>
                <a:moveTo>
                  <a:pt x="456" y="206"/>
                </a:moveTo>
                <a:lnTo>
                  <a:pt x="456" y="206"/>
                </a:lnTo>
                <a:cubicBezTo>
                  <a:pt x="176" y="206"/>
                  <a:pt x="176" y="206"/>
                  <a:pt x="176" y="206"/>
                </a:cubicBezTo>
                <a:cubicBezTo>
                  <a:pt x="162" y="206"/>
                  <a:pt x="162" y="221"/>
                  <a:pt x="162" y="236"/>
                </a:cubicBezTo>
                <a:cubicBezTo>
                  <a:pt x="162" y="236"/>
                  <a:pt x="162" y="251"/>
                  <a:pt x="176" y="251"/>
                </a:cubicBezTo>
                <a:cubicBezTo>
                  <a:pt x="456" y="251"/>
                  <a:pt x="456" y="251"/>
                  <a:pt x="456" y="251"/>
                </a:cubicBezTo>
                <a:lnTo>
                  <a:pt x="471" y="236"/>
                </a:lnTo>
                <a:cubicBezTo>
                  <a:pt x="471" y="221"/>
                  <a:pt x="456" y="206"/>
                  <a:pt x="456" y="206"/>
                </a:cubicBezTo>
                <a:close/>
                <a:moveTo>
                  <a:pt x="309" y="0"/>
                </a:moveTo>
                <a:lnTo>
                  <a:pt x="309" y="0"/>
                </a:lnTo>
                <a:cubicBezTo>
                  <a:pt x="147" y="0"/>
                  <a:pt x="0" y="118"/>
                  <a:pt x="0" y="265"/>
                </a:cubicBezTo>
                <a:cubicBezTo>
                  <a:pt x="0" y="354"/>
                  <a:pt x="44" y="427"/>
                  <a:pt x="117" y="486"/>
                </a:cubicBezTo>
                <a:cubicBezTo>
                  <a:pt x="117" y="618"/>
                  <a:pt x="117" y="618"/>
                  <a:pt x="117" y="618"/>
                </a:cubicBezTo>
                <a:cubicBezTo>
                  <a:pt x="250" y="545"/>
                  <a:pt x="250" y="545"/>
                  <a:pt x="250" y="545"/>
                </a:cubicBezTo>
                <a:cubicBezTo>
                  <a:pt x="279" y="545"/>
                  <a:pt x="294" y="545"/>
                  <a:pt x="309" y="545"/>
                </a:cubicBezTo>
                <a:cubicBezTo>
                  <a:pt x="485" y="545"/>
                  <a:pt x="633" y="427"/>
                  <a:pt x="633" y="265"/>
                </a:cubicBezTo>
                <a:cubicBezTo>
                  <a:pt x="633" y="118"/>
                  <a:pt x="485" y="0"/>
                  <a:pt x="309" y="0"/>
                </a:cubicBezTo>
                <a:close/>
                <a:moveTo>
                  <a:pt x="309" y="501"/>
                </a:moveTo>
                <a:lnTo>
                  <a:pt x="309" y="501"/>
                </a:lnTo>
                <a:cubicBezTo>
                  <a:pt x="294" y="501"/>
                  <a:pt x="265" y="501"/>
                  <a:pt x="250" y="501"/>
                </a:cubicBezTo>
                <a:cubicBezTo>
                  <a:pt x="162" y="560"/>
                  <a:pt x="162" y="560"/>
                  <a:pt x="162" y="560"/>
                </a:cubicBezTo>
                <a:cubicBezTo>
                  <a:pt x="162" y="457"/>
                  <a:pt x="162" y="457"/>
                  <a:pt x="162" y="457"/>
                </a:cubicBezTo>
                <a:cubicBezTo>
                  <a:pt x="88" y="427"/>
                  <a:pt x="44" y="354"/>
                  <a:pt x="44" y="265"/>
                </a:cubicBezTo>
                <a:cubicBezTo>
                  <a:pt x="44" y="133"/>
                  <a:pt x="162" y="30"/>
                  <a:pt x="309" y="30"/>
                </a:cubicBezTo>
                <a:cubicBezTo>
                  <a:pt x="471" y="30"/>
                  <a:pt x="588" y="133"/>
                  <a:pt x="588" y="265"/>
                </a:cubicBezTo>
                <a:cubicBezTo>
                  <a:pt x="588" y="398"/>
                  <a:pt x="471" y="501"/>
                  <a:pt x="309" y="50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2" name="Freeform 191"/>
          <p:cNvSpPr/>
          <p:nvPr/>
        </p:nvSpPr>
        <p:spPr>
          <a:xfrm>
            <a:off x="1646280" y="2638440"/>
            <a:ext cx="371520" cy="372960"/>
          </a:xfrm>
          <a:custGeom>
            <a:avLst/>
            <a:gdLst/>
            <a:ahLst/>
            <a:rect l="l" t="t" r="r" b="b"/>
            <a:pathLst>
              <a:path w="619" h="619">
                <a:moveTo>
                  <a:pt x="309" y="0"/>
                </a:moveTo>
                <a:lnTo>
                  <a:pt x="309" y="0"/>
                </a:lnTo>
                <a:cubicBezTo>
                  <a:pt x="132" y="0"/>
                  <a:pt x="0" y="118"/>
                  <a:pt x="0" y="265"/>
                </a:cubicBezTo>
                <a:cubicBezTo>
                  <a:pt x="0" y="354"/>
                  <a:pt x="44" y="427"/>
                  <a:pt x="118" y="486"/>
                </a:cubicBezTo>
                <a:cubicBezTo>
                  <a:pt x="118" y="618"/>
                  <a:pt x="118" y="618"/>
                  <a:pt x="118" y="618"/>
                </a:cubicBezTo>
                <a:cubicBezTo>
                  <a:pt x="250" y="545"/>
                  <a:pt x="250" y="545"/>
                  <a:pt x="250" y="545"/>
                </a:cubicBezTo>
                <a:cubicBezTo>
                  <a:pt x="265" y="545"/>
                  <a:pt x="294" y="545"/>
                  <a:pt x="309" y="545"/>
                </a:cubicBezTo>
                <a:cubicBezTo>
                  <a:pt x="486" y="545"/>
                  <a:pt x="618" y="427"/>
                  <a:pt x="618" y="265"/>
                </a:cubicBezTo>
                <a:cubicBezTo>
                  <a:pt x="618" y="118"/>
                  <a:pt x="486" y="0"/>
                  <a:pt x="309" y="0"/>
                </a:cubicBezTo>
                <a:close/>
                <a:moveTo>
                  <a:pt x="309" y="501"/>
                </a:moveTo>
                <a:lnTo>
                  <a:pt x="309" y="501"/>
                </a:lnTo>
                <a:cubicBezTo>
                  <a:pt x="280" y="501"/>
                  <a:pt x="265" y="501"/>
                  <a:pt x="235" y="501"/>
                </a:cubicBezTo>
                <a:cubicBezTo>
                  <a:pt x="147" y="560"/>
                  <a:pt x="147" y="560"/>
                  <a:pt x="147" y="560"/>
                </a:cubicBezTo>
                <a:cubicBezTo>
                  <a:pt x="147" y="457"/>
                  <a:pt x="147" y="457"/>
                  <a:pt x="147" y="457"/>
                </a:cubicBezTo>
                <a:cubicBezTo>
                  <a:pt x="73" y="427"/>
                  <a:pt x="29" y="354"/>
                  <a:pt x="29" y="265"/>
                </a:cubicBezTo>
                <a:cubicBezTo>
                  <a:pt x="29" y="133"/>
                  <a:pt x="162" y="30"/>
                  <a:pt x="309" y="30"/>
                </a:cubicBezTo>
                <a:cubicBezTo>
                  <a:pt x="456" y="30"/>
                  <a:pt x="589" y="133"/>
                  <a:pt x="589" y="265"/>
                </a:cubicBezTo>
                <a:cubicBezTo>
                  <a:pt x="589" y="398"/>
                  <a:pt x="456" y="501"/>
                  <a:pt x="309" y="50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3" name="Freeform 192"/>
          <p:cNvSpPr/>
          <p:nvPr/>
        </p:nvSpPr>
        <p:spPr>
          <a:xfrm>
            <a:off x="7199280" y="2089080"/>
            <a:ext cx="336600" cy="239760"/>
          </a:xfrm>
          <a:custGeom>
            <a:avLst/>
            <a:gdLst/>
            <a:ahLst/>
            <a:rect l="l" t="t" r="r" b="b"/>
            <a:pathLst>
              <a:path w="561" h="399">
                <a:moveTo>
                  <a:pt x="45" y="325"/>
                </a:moveTo>
                <a:lnTo>
                  <a:pt x="45" y="325"/>
                </a:lnTo>
                <a:cubicBezTo>
                  <a:pt x="30" y="325"/>
                  <a:pt x="0" y="339"/>
                  <a:pt x="0" y="354"/>
                </a:cubicBezTo>
                <a:cubicBezTo>
                  <a:pt x="0" y="383"/>
                  <a:pt x="30" y="398"/>
                  <a:pt x="45" y="398"/>
                </a:cubicBezTo>
                <a:cubicBezTo>
                  <a:pt x="59" y="398"/>
                  <a:pt x="89" y="383"/>
                  <a:pt x="89" y="354"/>
                </a:cubicBezTo>
                <a:cubicBezTo>
                  <a:pt x="89" y="339"/>
                  <a:pt x="59" y="325"/>
                  <a:pt x="45" y="325"/>
                </a:cubicBezTo>
                <a:close/>
                <a:moveTo>
                  <a:pt x="45" y="162"/>
                </a:moveTo>
                <a:lnTo>
                  <a:pt x="45" y="162"/>
                </a:lnTo>
                <a:cubicBezTo>
                  <a:pt x="30" y="162"/>
                  <a:pt x="0" y="177"/>
                  <a:pt x="0" y="207"/>
                </a:cubicBezTo>
                <a:cubicBezTo>
                  <a:pt x="0" y="221"/>
                  <a:pt x="30" y="236"/>
                  <a:pt x="45" y="236"/>
                </a:cubicBezTo>
                <a:cubicBezTo>
                  <a:pt x="59" y="236"/>
                  <a:pt x="89" y="221"/>
                  <a:pt x="89" y="207"/>
                </a:cubicBezTo>
                <a:cubicBezTo>
                  <a:pt x="89" y="177"/>
                  <a:pt x="59" y="162"/>
                  <a:pt x="45" y="162"/>
                </a:cubicBezTo>
                <a:close/>
                <a:moveTo>
                  <a:pt x="530" y="177"/>
                </a:moveTo>
                <a:lnTo>
                  <a:pt x="530" y="177"/>
                </a:lnTo>
                <a:cubicBezTo>
                  <a:pt x="177" y="177"/>
                  <a:pt x="177" y="177"/>
                  <a:pt x="177" y="177"/>
                </a:cubicBezTo>
                <a:cubicBezTo>
                  <a:pt x="177" y="177"/>
                  <a:pt x="162" y="192"/>
                  <a:pt x="162" y="207"/>
                </a:cubicBezTo>
                <a:lnTo>
                  <a:pt x="177" y="221"/>
                </a:lnTo>
                <a:cubicBezTo>
                  <a:pt x="530" y="221"/>
                  <a:pt x="530" y="221"/>
                  <a:pt x="530" y="221"/>
                </a:cubicBezTo>
                <a:cubicBezTo>
                  <a:pt x="545" y="221"/>
                  <a:pt x="560" y="207"/>
                  <a:pt x="560" y="207"/>
                </a:cubicBezTo>
                <a:cubicBezTo>
                  <a:pt x="560" y="192"/>
                  <a:pt x="545" y="177"/>
                  <a:pt x="530" y="177"/>
                </a:cubicBezTo>
                <a:close/>
                <a:moveTo>
                  <a:pt x="177" y="59"/>
                </a:moveTo>
                <a:lnTo>
                  <a:pt x="177" y="59"/>
                </a:lnTo>
                <a:cubicBezTo>
                  <a:pt x="530" y="59"/>
                  <a:pt x="530" y="59"/>
                  <a:pt x="530" y="59"/>
                </a:cubicBezTo>
                <a:cubicBezTo>
                  <a:pt x="545" y="59"/>
                  <a:pt x="560" y="59"/>
                  <a:pt x="560" y="45"/>
                </a:cubicBezTo>
                <a:cubicBezTo>
                  <a:pt x="560" y="30"/>
                  <a:pt x="545" y="30"/>
                  <a:pt x="530" y="30"/>
                </a:cubicBezTo>
                <a:cubicBezTo>
                  <a:pt x="177" y="30"/>
                  <a:pt x="177" y="30"/>
                  <a:pt x="177" y="30"/>
                </a:cubicBezTo>
                <a:cubicBezTo>
                  <a:pt x="177" y="30"/>
                  <a:pt x="162" y="30"/>
                  <a:pt x="162" y="45"/>
                </a:cubicBezTo>
                <a:cubicBezTo>
                  <a:pt x="162" y="59"/>
                  <a:pt x="177" y="59"/>
                  <a:pt x="177" y="59"/>
                </a:cubicBezTo>
                <a:close/>
                <a:moveTo>
                  <a:pt x="45" y="0"/>
                </a:moveTo>
                <a:lnTo>
                  <a:pt x="45" y="0"/>
                </a:lnTo>
                <a:cubicBezTo>
                  <a:pt x="30" y="0"/>
                  <a:pt x="0" y="30"/>
                  <a:pt x="0" y="45"/>
                </a:cubicBezTo>
                <a:cubicBezTo>
                  <a:pt x="0" y="59"/>
                  <a:pt x="30" y="89"/>
                  <a:pt x="45" y="89"/>
                </a:cubicBezTo>
                <a:cubicBezTo>
                  <a:pt x="59" y="89"/>
                  <a:pt x="89" y="59"/>
                  <a:pt x="89" y="45"/>
                </a:cubicBezTo>
                <a:cubicBezTo>
                  <a:pt x="89" y="30"/>
                  <a:pt x="59" y="0"/>
                  <a:pt x="45" y="0"/>
                </a:cubicBezTo>
                <a:close/>
                <a:moveTo>
                  <a:pt x="530" y="339"/>
                </a:moveTo>
                <a:lnTo>
                  <a:pt x="530" y="339"/>
                </a:lnTo>
                <a:cubicBezTo>
                  <a:pt x="177" y="339"/>
                  <a:pt x="177" y="339"/>
                  <a:pt x="177" y="339"/>
                </a:cubicBezTo>
                <a:lnTo>
                  <a:pt x="162" y="354"/>
                </a:lnTo>
                <a:cubicBezTo>
                  <a:pt x="162" y="369"/>
                  <a:pt x="177" y="383"/>
                  <a:pt x="177" y="383"/>
                </a:cubicBezTo>
                <a:cubicBezTo>
                  <a:pt x="530" y="383"/>
                  <a:pt x="530" y="383"/>
                  <a:pt x="530" y="383"/>
                </a:cubicBezTo>
                <a:cubicBezTo>
                  <a:pt x="545" y="383"/>
                  <a:pt x="560" y="369"/>
                  <a:pt x="560" y="354"/>
                </a:cubicBezTo>
                <a:cubicBezTo>
                  <a:pt x="560" y="354"/>
                  <a:pt x="545" y="339"/>
                  <a:pt x="530" y="33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4" name="Freeform 193"/>
          <p:cNvSpPr/>
          <p:nvPr/>
        </p:nvSpPr>
        <p:spPr>
          <a:xfrm>
            <a:off x="6588000" y="2046240"/>
            <a:ext cx="344520" cy="330120"/>
          </a:xfrm>
          <a:custGeom>
            <a:avLst/>
            <a:gdLst/>
            <a:ahLst/>
            <a:rect l="l" t="t" r="r" b="b"/>
            <a:pathLst>
              <a:path w="575" h="546">
                <a:moveTo>
                  <a:pt x="544" y="515"/>
                </a:moveTo>
                <a:lnTo>
                  <a:pt x="544" y="515"/>
                </a:lnTo>
                <a:cubicBezTo>
                  <a:pt x="279" y="515"/>
                  <a:pt x="279" y="515"/>
                  <a:pt x="279" y="515"/>
                </a:cubicBezTo>
                <a:cubicBezTo>
                  <a:pt x="265" y="515"/>
                  <a:pt x="250" y="515"/>
                  <a:pt x="250" y="530"/>
                </a:cubicBezTo>
                <a:cubicBezTo>
                  <a:pt x="250" y="545"/>
                  <a:pt x="265" y="545"/>
                  <a:pt x="279" y="545"/>
                </a:cubicBezTo>
                <a:cubicBezTo>
                  <a:pt x="544" y="545"/>
                  <a:pt x="544" y="545"/>
                  <a:pt x="544" y="545"/>
                </a:cubicBezTo>
                <a:cubicBezTo>
                  <a:pt x="559" y="545"/>
                  <a:pt x="574" y="545"/>
                  <a:pt x="574" y="530"/>
                </a:cubicBezTo>
                <a:cubicBezTo>
                  <a:pt x="574" y="515"/>
                  <a:pt x="559" y="515"/>
                  <a:pt x="544" y="515"/>
                </a:cubicBezTo>
                <a:close/>
                <a:moveTo>
                  <a:pt x="309" y="191"/>
                </a:moveTo>
                <a:lnTo>
                  <a:pt x="309" y="191"/>
                </a:lnTo>
                <a:cubicBezTo>
                  <a:pt x="309" y="177"/>
                  <a:pt x="309" y="177"/>
                  <a:pt x="309" y="162"/>
                </a:cubicBezTo>
                <a:cubicBezTo>
                  <a:pt x="176" y="0"/>
                  <a:pt x="176" y="0"/>
                  <a:pt x="176" y="0"/>
                </a:cubicBezTo>
                <a:cubicBezTo>
                  <a:pt x="162" y="0"/>
                  <a:pt x="162" y="0"/>
                  <a:pt x="162" y="0"/>
                </a:cubicBezTo>
                <a:cubicBezTo>
                  <a:pt x="147" y="0"/>
                  <a:pt x="147" y="0"/>
                  <a:pt x="147" y="0"/>
                </a:cubicBezTo>
                <a:cubicBezTo>
                  <a:pt x="0" y="162"/>
                  <a:pt x="0" y="162"/>
                  <a:pt x="0" y="162"/>
                </a:cubicBezTo>
                <a:cubicBezTo>
                  <a:pt x="0" y="177"/>
                  <a:pt x="0" y="177"/>
                  <a:pt x="0" y="191"/>
                </a:cubicBezTo>
                <a:cubicBezTo>
                  <a:pt x="14" y="191"/>
                  <a:pt x="29" y="191"/>
                  <a:pt x="29" y="191"/>
                </a:cubicBezTo>
                <a:cubicBezTo>
                  <a:pt x="132" y="73"/>
                  <a:pt x="132" y="73"/>
                  <a:pt x="132" y="73"/>
                </a:cubicBezTo>
                <a:cubicBezTo>
                  <a:pt x="132" y="545"/>
                  <a:pt x="132" y="545"/>
                  <a:pt x="132" y="545"/>
                </a:cubicBezTo>
                <a:cubicBezTo>
                  <a:pt x="176" y="545"/>
                  <a:pt x="176" y="545"/>
                  <a:pt x="176" y="545"/>
                </a:cubicBezTo>
                <a:cubicBezTo>
                  <a:pt x="176" y="73"/>
                  <a:pt x="176" y="73"/>
                  <a:pt x="176" y="73"/>
                </a:cubicBezTo>
                <a:cubicBezTo>
                  <a:pt x="279" y="191"/>
                  <a:pt x="279" y="191"/>
                  <a:pt x="279" y="191"/>
                </a:cubicBezTo>
                <a:cubicBezTo>
                  <a:pt x="294" y="191"/>
                  <a:pt x="294" y="191"/>
                  <a:pt x="309" y="191"/>
                </a:cubicBezTo>
                <a:close/>
                <a:moveTo>
                  <a:pt x="309" y="73"/>
                </a:moveTo>
                <a:lnTo>
                  <a:pt x="309" y="73"/>
                </a:lnTo>
                <a:cubicBezTo>
                  <a:pt x="544" y="73"/>
                  <a:pt x="544" y="73"/>
                  <a:pt x="544" y="73"/>
                </a:cubicBezTo>
                <a:cubicBezTo>
                  <a:pt x="559" y="73"/>
                  <a:pt x="574" y="73"/>
                  <a:pt x="574" y="59"/>
                </a:cubicBezTo>
                <a:cubicBezTo>
                  <a:pt x="574" y="44"/>
                  <a:pt x="559" y="44"/>
                  <a:pt x="544" y="44"/>
                </a:cubicBezTo>
                <a:cubicBezTo>
                  <a:pt x="309" y="44"/>
                  <a:pt x="309" y="44"/>
                  <a:pt x="309" y="44"/>
                </a:cubicBezTo>
                <a:cubicBezTo>
                  <a:pt x="309" y="44"/>
                  <a:pt x="294" y="44"/>
                  <a:pt x="294" y="59"/>
                </a:cubicBezTo>
                <a:cubicBezTo>
                  <a:pt x="294" y="73"/>
                  <a:pt x="309" y="73"/>
                  <a:pt x="309" y="73"/>
                </a:cubicBezTo>
                <a:close/>
                <a:moveTo>
                  <a:pt x="544" y="398"/>
                </a:moveTo>
                <a:lnTo>
                  <a:pt x="544" y="398"/>
                </a:lnTo>
                <a:cubicBezTo>
                  <a:pt x="279" y="398"/>
                  <a:pt x="279" y="398"/>
                  <a:pt x="279" y="398"/>
                </a:cubicBezTo>
                <a:cubicBezTo>
                  <a:pt x="265" y="398"/>
                  <a:pt x="250" y="398"/>
                  <a:pt x="250" y="412"/>
                </a:cubicBezTo>
                <a:cubicBezTo>
                  <a:pt x="250" y="427"/>
                  <a:pt x="265" y="427"/>
                  <a:pt x="279" y="427"/>
                </a:cubicBezTo>
                <a:cubicBezTo>
                  <a:pt x="544" y="427"/>
                  <a:pt x="544" y="427"/>
                  <a:pt x="544" y="427"/>
                </a:cubicBezTo>
                <a:cubicBezTo>
                  <a:pt x="559" y="427"/>
                  <a:pt x="574" y="427"/>
                  <a:pt x="574" y="412"/>
                </a:cubicBezTo>
                <a:cubicBezTo>
                  <a:pt x="574" y="398"/>
                  <a:pt x="559" y="398"/>
                  <a:pt x="544" y="398"/>
                </a:cubicBezTo>
                <a:close/>
                <a:moveTo>
                  <a:pt x="544" y="162"/>
                </a:moveTo>
                <a:lnTo>
                  <a:pt x="544" y="162"/>
                </a:lnTo>
                <a:cubicBezTo>
                  <a:pt x="397" y="162"/>
                  <a:pt x="397" y="162"/>
                  <a:pt x="397" y="162"/>
                </a:cubicBezTo>
                <a:cubicBezTo>
                  <a:pt x="383" y="162"/>
                  <a:pt x="367" y="162"/>
                  <a:pt x="367" y="177"/>
                </a:cubicBezTo>
                <a:cubicBezTo>
                  <a:pt x="367" y="191"/>
                  <a:pt x="383" y="191"/>
                  <a:pt x="397" y="191"/>
                </a:cubicBezTo>
                <a:cubicBezTo>
                  <a:pt x="544" y="191"/>
                  <a:pt x="544" y="191"/>
                  <a:pt x="544" y="191"/>
                </a:cubicBezTo>
                <a:cubicBezTo>
                  <a:pt x="559" y="191"/>
                  <a:pt x="574" y="191"/>
                  <a:pt x="574" y="177"/>
                </a:cubicBezTo>
                <a:cubicBezTo>
                  <a:pt x="574" y="162"/>
                  <a:pt x="559" y="162"/>
                  <a:pt x="544" y="162"/>
                </a:cubicBezTo>
                <a:close/>
                <a:moveTo>
                  <a:pt x="544" y="280"/>
                </a:moveTo>
                <a:lnTo>
                  <a:pt x="544" y="280"/>
                </a:lnTo>
                <a:cubicBezTo>
                  <a:pt x="279" y="280"/>
                  <a:pt x="279" y="280"/>
                  <a:pt x="279" y="280"/>
                </a:cubicBezTo>
                <a:cubicBezTo>
                  <a:pt x="265" y="280"/>
                  <a:pt x="250" y="280"/>
                  <a:pt x="250" y="294"/>
                </a:cubicBezTo>
                <a:cubicBezTo>
                  <a:pt x="250" y="309"/>
                  <a:pt x="265" y="309"/>
                  <a:pt x="279" y="309"/>
                </a:cubicBezTo>
                <a:cubicBezTo>
                  <a:pt x="544" y="309"/>
                  <a:pt x="544" y="309"/>
                  <a:pt x="544" y="309"/>
                </a:cubicBezTo>
                <a:cubicBezTo>
                  <a:pt x="559" y="309"/>
                  <a:pt x="574" y="309"/>
                  <a:pt x="574" y="294"/>
                </a:cubicBezTo>
                <a:cubicBezTo>
                  <a:pt x="574" y="280"/>
                  <a:pt x="559" y="280"/>
                  <a:pt x="544" y="28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5" name="Freeform 194"/>
          <p:cNvSpPr/>
          <p:nvPr/>
        </p:nvSpPr>
        <p:spPr>
          <a:xfrm>
            <a:off x="5973840" y="2046240"/>
            <a:ext cx="338040" cy="330120"/>
          </a:xfrm>
          <a:custGeom>
            <a:avLst/>
            <a:gdLst/>
            <a:ahLst/>
            <a:rect l="l" t="t" r="r" b="b"/>
            <a:pathLst>
              <a:path w="560" h="546">
                <a:moveTo>
                  <a:pt x="309" y="353"/>
                </a:moveTo>
                <a:lnTo>
                  <a:pt x="309" y="353"/>
                </a:lnTo>
                <a:cubicBezTo>
                  <a:pt x="294" y="353"/>
                  <a:pt x="280" y="353"/>
                  <a:pt x="280" y="353"/>
                </a:cubicBezTo>
                <a:cubicBezTo>
                  <a:pt x="177" y="471"/>
                  <a:pt x="177" y="471"/>
                  <a:pt x="177" y="471"/>
                </a:cubicBezTo>
                <a:cubicBezTo>
                  <a:pt x="177" y="0"/>
                  <a:pt x="177" y="0"/>
                  <a:pt x="177" y="0"/>
                </a:cubicBezTo>
                <a:cubicBezTo>
                  <a:pt x="132" y="0"/>
                  <a:pt x="132" y="0"/>
                  <a:pt x="132" y="0"/>
                </a:cubicBezTo>
                <a:cubicBezTo>
                  <a:pt x="132" y="486"/>
                  <a:pt x="132" y="486"/>
                  <a:pt x="132" y="486"/>
                </a:cubicBezTo>
                <a:cubicBezTo>
                  <a:pt x="29" y="353"/>
                  <a:pt x="29" y="353"/>
                  <a:pt x="29" y="353"/>
                </a:cubicBezTo>
                <a:cubicBezTo>
                  <a:pt x="15" y="353"/>
                  <a:pt x="15" y="353"/>
                  <a:pt x="0" y="353"/>
                </a:cubicBezTo>
                <a:cubicBezTo>
                  <a:pt x="0" y="368"/>
                  <a:pt x="0" y="383"/>
                  <a:pt x="0" y="383"/>
                </a:cubicBezTo>
                <a:cubicBezTo>
                  <a:pt x="132" y="545"/>
                  <a:pt x="132" y="545"/>
                  <a:pt x="132" y="545"/>
                </a:cubicBezTo>
                <a:cubicBezTo>
                  <a:pt x="147" y="545"/>
                  <a:pt x="147" y="545"/>
                  <a:pt x="147" y="545"/>
                </a:cubicBezTo>
                <a:cubicBezTo>
                  <a:pt x="162" y="545"/>
                  <a:pt x="162" y="545"/>
                  <a:pt x="162" y="545"/>
                </a:cubicBezTo>
                <a:cubicBezTo>
                  <a:pt x="309" y="383"/>
                  <a:pt x="309" y="383"/>
                  <a:pt x="309" y="383"/>
                </a:cubicBezTo>
                <a:cubicBezTo>
                  <a:pt x="309" y="383"/>
                  <a:pt x="309" y="368"/>
                  <a:pt x="309" y="353"/>
                </a:cubicBezTo>
                <a:close/>
                <a:moveTo>
                  <a:pt x="265" y="44"/>
                </a:moveTo>
                <a:lnTo>
                  <a:pt x="265" y="44"/>
                </a:lnTo>
                <a:cubicBezTo>
                  <a:pt x="544" y="44"/>
                  <a:pt x="544" y="44"/>
                  <a:pt x="544" y="44"/>
                </a:cubicBezTo>
                <a:cubicBezTo>
                  <a:pt x="559" y="44"/>
                  <a:pt x="559" y="30"/>
                  <a:pt x="559" y="15"/>
                </a:cubicBezTo>
                <a:cubicBezTo>
                  <a:pt x="559" y="15"/>
                  <a:pt x="559" y="0"/>
                  <a:pt x="544" y="0"/>
                </a:cubicBezTo>
                <a:cubicBezTo>
                  <a:pt x="265" y="0"/>
                  <a:pt x="265" y="0"/>
                  <a:pt x="265" y="0"/>
                </a:cubicBezTo>
                <a:lnTo>
                  <a:pt x="250" y="15"/>
                </a:lnTo>
                <a:cubicBezTo>
                  <a:pt x="250" y="30"/>
                  <a:pt x="265" y="44"/>
                  <a:pt x="265" y="44"/>
                </a:cubicBezTo>
                <a:close/>
                <a:moveTo>
                  <a:pt x="544" y="471"/>
                </a:moveTo>
                <a:lnTo>
                  <a:pt x="544" y="471"/>
                </a:lnTo>
                <a:cubicBezTo>
                  <a:pt x="309" y="471"/>
                  <a:pt x="309" y="471"/>
                  <a:pt x="309" y="471"/>
                </a:cubicBezTo>
                <a:cubicBezTo>
                  <a:pt x="294" y="471"/>
                  <a:pt x="294" y="486"/>
                  <a:pt x="294" y="486"/>
                </a:cubicBezTo>
                <a:cubicBezTo>
                  <a:pt x="294" y="501"/>
                  <a:pt x="294" y="515"/>
                  <a:pt x="309" y="515"/>
                </a:cubicBezTo>
                <a:cubicBezTo>
                  <a:pt x="544" y="515"/>
                  <a:pt x="544" y="515"/>
                  <a:pt x="544" y="515"/>
                </a:cubicBezTo>
                <a:cubicBezTo>
                  <a:pt x="559" y="515"/>
                  <a:pt x="559" y="501"/>
                  <a:pt x="559" y="486"/>
                </a:cubicBezTo>
                <a:cubicBezTo>
                  <a:pt x="559" y="486"/>
                  <a:pt x="559" y="471"/>
                  <a:pt x="544" y="471"/>
                </a:cubicBezTo>
                <a:close/>
                <a:moveTo>
                  <a:pt x="544" y="353"/>
                </a:moveTo>
                <a:lnTo>
                  <a:pt x="544" y="353"/>
                </a:lnTo>
                <a:cubicBezTo>
                  <a:pt x="382" y="353"/>
                  <a:pt x="382" y="353"/>
                  <a:pt x="382" y="353"/>
                </a:cubicBezTo>
                <a:lnTo>
                  <a:pt x="368" y="368"/>
                </a:lnTo>
                <a:cubicBezTo>
                  <a:pt x="368" y="383"/>
                  <a:pt x="382" y="398"/>
                  <a:pt x="382" y="398"/>
                </a:cubicBezTo>
                <a:cubicBezTo>
                  <a:pt x="544" y="398"/>
                  <a:pt x="544" y="398"/>
                  <a:pt x="544" y="398"/>
                </a:cubicBezTo>
                <a:cubicBezTo>
                  <a:pt x="559" y="398"/>
                  <a:pt x="559" y="383"/>
                  <a:pt x="559" y="368"/>
                </a:cubicBezTo>
                <a:cubicBezTo>
                  <a:pt x="559" y="368"/>
                  <a:pt x="559" y="353"/>
                  <a:pt x="544" y="353"/>
                </a:cubicBezTo>
                <a:close/>
                <a:moveTo>
                  <a:pt x="544" y="118"/>
                </a:moveTo>
                <a:lnTo>
                  <a:pt x="544" y="118"/>
                </a:lnTo>
                <a:cubicBezTo>
                  <a:pt x="265" y="118"/>
                  <a:pt x="265" y="118"/>
                  <a:pt x="265" y="118"/>
                </a:cubicBezTo>
                <a:lnTo>
                  <a:pt x="250" y="132"/>
                </a:lnTo>
                <a:cubicBezTo>
                  <a:pt x="250" y="147"/>
                  <a:pt x="265" y="162"/>
                  <a:pt x="265" y="162"/>
                </a:cubicBezTo>
                <a:cubicBezTo>
                  <a:pt x="544" y="162"/>
                  <a:pt x="544" y="162"/>
                  <a:pt x="544" y="162"/>
                </a:cubicBezTo>
                <a:cubicBezTo>
                  <a:pt x="559" y="162"/>
                  <a:pt x="559" y="147"/>
                  <a:pt x="559" y="132"/>
                </a:cubicBezTo>
                <a:cubicBezTo>
                  <a:pt x="559" y="132"/>
                  <a:pt x="559" y="118"/>
                  <a:pt x="544" y="118"/>
                </a:cubicBezTo>
                <a:close/>
                <a:moveTo>
                  <a:pt x="544" y="235"/>
                </a:moveTo>
                <a:lnTo>
                  <a:pt x="544" y="235"/>
                </a:lnTo>
                <a:cubicBezTo>
                  <a:pt x="265" y="235"/>
                  <a:pt x="265" y="235"/>
                  <a:pt x="265" y="235"/>
                </a:cubicBezTo>
                <a:lnTo>
                  <a:pt x="250" y="250"/>
                </a:lnTo>
                <a:cubicBezTo>
                  <a:pt x="250" y="265"/>
                  <a:pt x="265" y="280"/>
                  <a:pt x="265" y="280"/>
                </a:cubicBezTo>
                <a:cubicBezTo>
                  <a:pt x="544" y="280"/>
                  <a:pt x="544" y="280"/>
                  <a:pt x="544" y="280"/>
                </a:cubicBezTo>
                <a:cubicBezTo>
                  <a:pt x="559" y="280"/>
                  <a:pt x="559" y="265"/>
                  <a:pt x="559" y="250"/>
                </a:cubicBezTo>
                <a:cubicBezTo>
                  <a:pt x="559" y="250"/>
                  <a:pt x="559" y="235"/>
                  <a:pt x="544" y="23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6" name="Freeform 195"/>
          <p:cNvSpPr/>
          <p:nvPr/>
        </p:nvSpPr>
        <p:spPr>
          <a:xfrm>
            <a:off x="5337000" y="2054160"/>
            <a:ext cx="328680" cy="311040"/>
          </a:xfrm>
          <a:custGeom>
            <a:avLst/>
            <a:gdLst/>
            <a:ahLst/>
            <a:rect l="l" t="t" r="r" b="b"/>
            <a:pathLst>
              <a:path w="546" h="516">
                <a:moveTo>
                  <a:pt x="309" y="471"/>
                </a:moveTo>
                <a:lnTo>
                  <a:pt x="309" y="471"/>
                </a:lnTo>
                <a:cubicBezTo>
                  <a:pt x="15" y="471"/>
                  <a:pt x="15" y="471"/>
                  <a:pt x="15" y="471"/>
                </a:cubicBezTo>
                <a:cubicBezTo>
                  <a:pt x="0" y="471"/>
                  <a:pt x="0" y="486"/>
                  <a:pt x="0" y="500"/>
                </a:cubicBezTo>
                <a:cubicBezTo>
                  <a:pt x="0" y="500"/>
                  <a:pt x="0" y="515"/>
                  <a:pt x="15" y="515"/>
                </a:cubicBezTo>
                <a:cubicBezTo>
                  <a:pt x="309" y="515"/>
                  <a:pt x="309" y="515"/>
                  <a:pt x="309" y="515"/>
                </a:cubicBezTo>
                <a:cubicBezTo>
                  <a:pt x="324" y="515"/>
                  <a:pt x="324" y="500"/>
                  <a:pt x="324" y="500"/>
                </a:cubicBezTo>
                <a:cubicBezTo>
                  <a:pt x="324" y="486"/>
                  <a:pt x="324" y="471"/>
                  <a:pt x="309" y="471"/>
                </a:cubicBezTo>
                <a:close/>
                <a:moveTo>
                  <a:pt x="15" y="44"/>
                </a:moveTo>
                <a:lnTo>
                  <a:pt x="15" y="44"/>
                </a:lnTo>
                <a:cubicBezTo>
                  <a:pt x="530" y="44"/>
                  <a:pt x="530" y="44"/>
                  <a:pt x="530" y="44"/>
                </a:cubicBezTo>
                <a:lnTo>
                  <a:pt x="545" y="29"/>
                </a:lnTo>
                <a:cubicBezTo>
                  <a:pt x="545" y="15"/>
                  <a:pt x="530" y="0"/>
                  <a:pt x="530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0" y="0"/>
                  <a:pt x="0" y="15"/>
                  <a:pt x="0" y="29"/>
                </a:cubicBezTo>
                <a:cubicBezTo>
                  <a:pt x="0" y="29"/>
                  <a:pt x="0" y="44"/>
                  <a:pt x="15" y="44"/>
                </a:cubicBezTo>
                <a:close/>
                <a:moveTo>
                  <a:pt x="530" y="324"/>
                </a:moveTo>
                <a:lnTo>
                  <a:pt x="530" y="324"/>
                </a:lnTo>
                <a:cubicBezTo>
                  <a:pt x="15" y="324"/>
                  <a:pt x="15" y="324"/>
                  <a:pt x="15" y="324"/>
                </a:cubicBezTo>
                <a:cubicBezTo>
                  <a:pt x="0" y="324"/>
                  <a:pt x="0" y="324"/>
                  <a:pt x="0" y="338"/>
                </a:cubicBezTo>
                <a:cubicBezTo>
                  <a:pt x="0" y="353"/>
                  <a:pt x="0" y="353"/>
                  <a:pt x="15" y="353"/>
                </a:cubicBezTo>
                <a:cubicBezTo>
                  <a:pt x="530" y="353"/>
                  <a:pt x="530" y="353"/>
                  <a:pt x="530" y="353"/>
                </a:cubicBezTo>
                <a:cubicBezTo>
                  <a:pt x="530" y="353"/>
                  <a:pt x="545" y="353"/>
                  <a:pt x="545" y="338"/>
                </a:cubicBezTo>
                <a:cubicBezTo>
                  <a:pt x="545" y="324"/>
                  <a:pt x="530" y="324"/>
                  <a:pt x="530" y="324"/>
                </a:cubicBezTo>
                <a:close/>
                <a:moveTo>
                  <a:pt x="530" y="162"/>
                </a:moveTo>
                <a:lnTo>
                  <a:pt x="530" y="162"/>
                </a:lnTo>
                <a:cubicBezTo>
                  <a:pt x="15" y="162"/>
                  <a:pt x="15" y="162"/>
                  <a:pt x="15" y="162"/>
                </a:cubicBezTo>
                <a:cubicBezTo>
                  <a:pt x="0" y="162"/>
                  <a:pt x="0" y="176"/>
                  <a:pt x="0" y="176"/>
                </a:cubicBezTo>
                <a:cubicBezTo>
                  <a:pt x="0" y="191"/>
                  <a:pt x="0" y="206"/>
                  <a:pt x="15" y="206"/>
                </a:cubicBezTo>
                <a:cubicBezTo>
                  <a:pt x="530" y="206"/>
                  <a:pt x="530" y="206"/>
                  <a:pt x="530" y="206"/>
                </a:cubicBezTo>
                <a:cubicBezTo>
                  <a:pt x="530" y="206"/>
                  <a:pt x="545" y="191"/>
                  <a:pt x="545" y="176"/>
                </a:cubicBezTo>
                <a:lnTo>
                  <a:pt x="530" y="16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7" name="Freeform 196"/>
          <p:cNvSpPr/>
          <p:nvPr/>
        </p:nvSpPr>
        <p:spPr>
          <a:xfrm>
            <a:off x="4741920" y="2054160"/>
            <a:ext cx="328680" cy="311040"/>
          </a:xfrm>
          <a:custGeom>
            <a:avLst/>
            <a:gdLst/>
            <a:ahLst/>
            <a:rect l="l" t="t" r="r" b="b"/>
            <a:pathLst>
              <a:path w="545" h="516">
                <a:moveTo>
                  <a:pt x="14" y="44"/>
                </a:moveTo>
                <a:lnTo>
                  <a:pt x="14" y="44"/>
                </a:lnTo>
                <a:cubicBezTo>
                  <a:pt x="530" y="44"/>
                  <a:pt x="530" y="44"/>
                  <a:pt x="530" y="44"/>
                </a:cubicBezTo>
                <a:cubicBezTo>
                  <a:pt x="544" y="44"/>
                  <a:pt x="544" y="29"/>
                  <a:pt x="544" y="29"/>
                </a:cubicBezTo>
                <a:cubicBezTo>
                  <a:pt x="544" y="15"/>
                  <a:pt x="544" y="0"/>
                  <a:pt x="530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4" y="0"/>
                  <a:pt x="0" y="15"/>
                  <a:pt x="0" y="29"/>
                </a:cubicBezTo>
                <a:lnTo>
                  <a:pt x="14" y="44"/>
                </a:lnTo>
                <a:close/>
                <a:moveTo>
                  <a:pt x="103" y="162"/>
                </a:moveTo>
                <a:lnTo>
                  <a:pt x="103" y="162"/>
                </a:lnTo>
                <a:cubicBezTo>
                  <a:pt x="88" y="162"/>
                  <a:pt x="73" y="176"/>
                  <a:pt x="73" y="176"/>
                </a:cubicBezTo>
                <a:cubicBezTo>
                  <a:pt x="73" y="191"/>
                  <a:pt x="88" y="206"/>
                  <a:pt x="103" y="206"/>
                </a:cubicBezTo>
                <a:cubicBezTo>
                  <a:pt x="456" y="206"/>
                  <a:pt x="456" y="206"/>
                  <a:pt x="456" y="206"/>
                </a:cubicBezTo>
                <a:cubicBezTo>
                  <a:pt x="456" y="206"/>
                  <a:pt x="471" y="191"/>
                  <a:pt x="471" y="176"/>
                </a:cubicBezTo>
                <a:lnTo>
                  <a:pt x="456" y="162"/>
                </a:lnTo>
                <a:lnTo>
                  <a:pt x="103" y="162"/>
                </a:lnTo>
                <a:close/>
                <a:moveTo>
                  <a:pt x="530" y="324"/>
                </a:moveTo>
                <a:lnTo>
                  <a:pt x="530" y="324"/>
                </a:lnTo>
                <a:cubicBezTo>
                  <a:pt x="14" y="324"/>
                  <a:pt x="14" y="324"/>
                  <a:pt x="14" y="324"/>
                </a:cubicBezTo>
                <a:cubicBezTo>
                  <a:pt x="14" y="324"/>
                  <a:pt x="0" y="324"/>
                  <a:pt x="0" y="338"/>
                </a:cubicBezTo>
                <a:cubicBezTo>
                  <a:pt x="0" y="353"/>
                  <a:pt x="14" y="353"/>
                  <a:pt x="14" y="353"/>
                </a:cubicBezTo>
                <a:cubicBezTo>
                  <a:pt x="530" y="353"/>
                  <a:pt x="530" y="353"/>
                  <a:pt x="530" y="353"/>
                </a:cubicBezTo>
                <a:cubicBezTo>
                  <a:pt x="544" y="353"/>
                  <a:pt x="544" y="353"/>
                  <a:pt x="544" y="338"/>
                </a:cubicBezTo>
                <a:cubicBezTo>
                  <a:pt x="544" y="324"/>
                  <a:pt x="544" y="324"/>
                  <a:pt x="530" y="324"/>
                </a:cubicBezTo>
                <a:close/>
                <a:moveTo>
                  <a:pt x="412" y="471"/>
                </a:moveTo>
                <a:lnTo>
                  <a:pt x="412" y="471"/>
                </a:lnTo>
                <a:cubicBezTo>
                  <a:pt x="132" y="471"/>
                  <a:pt x="132" y="471"/>
                  <a:pt x="132" y="471"/>
                </a:cubicBezTo>
                <a:cubicBezTo>
                  <a:pt x="132" y="471"/>
                  <a:pt x="117" y="486"/>
                  <a:pt x="117" y="500"/>
                </a:cubicBezTo>
                <a:lnTo>
                  <a:pt x="132" y="515"/>
                </a:lnTo>
                <a:cubicBezTo>
                  <a:pt x="412" y="515"/>
                  <a:pt x="412" y="515"/>
                  <a:pt x="412" y="515"/>
                </a:cubicBezTo>
                <a:cubicBezTo>
                  <a:pt x="426" y="515"/>
                  <a:pt x="426" y="500"/>
                  <a:pt x="426" y="500"/>
                </a:cubicBezTo>
                <a:cubicBezTo>
                  <a:pt x="426" y="486"/>
                  <a:pt x="426" y="471"/>
                  <a:pt x="412" y="4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8" name="Freeform 197"/>
          <p:cNvSpPr/>
          <p:nvPr/>
        </p:nvSpPr>
        <p:spPr>
          <a:xfrm>
            <a:off x="4103640" y="2054160"/>
            <a:ext cx="330120" cy="311040"/>
          </a:xfrm>
          <a:custGeom>
            <a:avLst/>
            <a:gdLst/>
            <a:ahLst/>
            <a:rect l="l" t="t" r="r" b="b"/>
            <a:pathLst>
              <a:path w="545" h="516">
                <a:moveTo>
                  <a:pt x="14" y="206"/>
                </a:moveTo>
                <a:lnTo>
                  <a:pt x="14" y="206"/>
                </a:lnTo>
                <a:cubicBezTo>
                  <a:pt x="368" y="206"/>
                  <a:pt x="368" y="206"/>
                  <a:pt x="368" y="206"/>
                </a:cubicBezTo>
                <a:cubicBezTo>
                  <a:pt x="383" y="206"/>
                  <a:pt x="397" y="191"/>
                  <a:pt x="397" y="176"/>
                </a:cubicBezTo>
                <a:cubicBezTo>
                  <a:pt x="397" y="176"/>
                  <a:pt x="383" y="162"/>
                  <a:pt x="368" y="162"/>
                </a:cubicBezTo>
                <a:cubicBezTo>
                  <a:pt x="14" y="162"/>
                  <a:pt x="14" y="162"/>
                  <a:pt x="14" y="162"/>
                </a:cubicBezTo>
                <a:lnTo>
                  <a:pt x="0" y="176"/>
                </a:lnTo>
                <a:cubicBezTo>
                  <a:pt x="0" y="191"/>
                  <a:pt x="14" y="206"/>
                  <a:pt x="14" y="206"/>
                </a:cubicBezTo>
                <a:close/>
                <a:moveTo>
                  <a:pt x="14" y="44"/>
                </a:moveTo>
                <a:lnTo>
                  <a:pt x="14" y="44"/>
                </a:lnTo>
                <a:cubicBezTo>
                  <a:pt x="530" y="44"/>
                  <a:pt x="530" y="44"/>
                  <a:pt x="530" y="44"/>
                </a:cubicBezTo>
                <a:cubicBezTo>
                  <a:pt x="544" y="44"/>
                  <a:pt x="544" y="29"/>
                  <a:pt x="544" y="29"/>
                </a:cubicBezTo>
                <a:cubicBezTo>
                  <a:pt x="544" y="15"/>
                  <a:pt x="544" y="0"/>
                  <a:pt x="530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4" y="0"/>
                  <a:pt x="0" y="15"/>
                  <a:pt x="0" y="29"/>
                </a:cubicBezTo>
                <a:lnTo>
                  <a:pt x="14" y="44"/>
                </a:lnTo>
                <a:close/>
                <a:moveTo>
                  <a:pt x="309" y="471"/>
                </a:moveTo>
                <a:lnTo>
                  <a:pt x="309" y="471"/>
                </a:lnTo>
                <a:cubicBezTo>
                  <a:pt x="14" y="471"/>
                  <a:pt x="14" y="471"/>
                  <a:pt x="14" y="471"/>
                </a:cubicBezTo>
                <a:cubicBezTo>
                  <a:pt x="14" y="471"/>
                  <a:pt x="0" y="486"/>
                  <a:pt x="0" y="500"/>
                </a:cubicBezTo>
                <a:lnTo>
                  <a:pt x="14" y="515"/>
                </a:lnTo>
                <a:cubicBezTo>
                  <a:pt x="309" y="515"/>
                  <a:pt x="309" y="515"/>
                  <a:pt x="309" y="515"/>
                </a:cubicBezTo>
                <a:cubicBezTo>
                  <a:pt x="324" y="515"/>
                  <a:pt x="338" y="500"/>
                  <a:pt x="338" y="500"/>
                </a:cubicBezTo>
                <a:cubicBezTo>
                  <a:pt x="338" y="486"/>
                  <a:pt x="324" y="471"/>
                  <a:pt x="309" y="471"/>
                </a:cubicBezTo>
                <a:close/>
                <a:moveTo>
                  <a:pt x="530" y="324"/>
                </a:moveTo>
                <a:lnTo>
                  <a:pt x="530" y="324"/>
                </a:lnTo>
                <a:cubicBezTo>
                  <a:pt x="14" y="324"/>
                  <a:pt x="14" y="324"/>
                  <a:pt x="14" y="324"/>
                </a:cubicBezTo>
                <a:cubicBezTo>
                  <a:pt x="14" y="324"/>
                  <a:pt x="0" y="324"/>
                  <a:pt x="0" y="338"/>
                </a:cubicBezTo>
                <a:cubicBezTo>
                  <a:pt x="0" y="353"/>
                  <a:pt x="14" y="353"/>
                  <a:pt x="14" y="353"/>
                </a:cubicBezTo>
                <a:cubicBezTo>
                  <a:pt x="530" y="353"/>
                  <a:pt x="530" y="353"/>
                  <a:pt x="530" y="353"/>
                </a:cubicBezTo>
                <a:cubicBezTo>
                  <a:pt x="544" y="353"/>
                  <a:pt x="544" y="353"/>
                  <a:pt x="544" y="338"/>
                </a:cubicBezTo>
                <a:cubicBezTo>
                  <a:pt x="544" y="324"/>
                  <a:pt x="544" y="324"/>
                  <a:pt x="530" y="32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9" name="Freeform 198"/>
          <p:cNvSpPr/>
          <p:nvPr/>
        </p:nvSpPr>
        <p:spPr>
          <a:xfrm>
            <a:off x="3527280" y="2021040"/>
            <a:ext cx="303480" cy="382320"/>
          </a:xfrm>
          <a:custGeom>
            <a:avLst/>
            <a:gdLst/>
            <a:ahLst/>
            <a:rect l="l" t="t" r="r" b="b"/>
            <a:pathLst>
              <a:path w="501" h="634">
                <a:moveTo>
                  <a:pt x="353" y="559"/>
                </a:moveTo>
                <a:lnTo>
                  <a:pt x="353" y="559"/>
                </a:lnTo>
                <a:cubicBezTo>
                  <a:pt x="353" y="559"/>
                  <a:pt x="368" y="545"/>
                  <a:pt x="368" y="530"/>
                </a:cubicBezTo>
                <a:cubicBezTo>
                  <a:pt x="368" y="294"/>
                  <a:pt x="368" y="294"/>
                  <a:pt x="368" y="294"/>
                </a:cubicBezTo>
                <a:lnTo>
                  <a:pt x="353" y="279"/>
                </a:lnTo>
                <a:cubicBezTo>
                  <a:pt x="339" y="279"/>
                  <a:pt x="323" y="294"/>
                  <a:pt x="323" y="294"/>
                </a:cubicBezTo>
                <a:cubicBezTo>
                  <a:pt x="323" y="530"/>
                  <a:pt x="323" y="530"/>
                  <a:pt x="323" y="530"/>
                </a:cubicBezTo>
                <a:cubicBezTo>
                  <a:pt x="323" y="545"/>
                  <a:pt x="339" y="559"/>
                  <a:pt x="353" y="559"/>
                </a:cubicBezTo>
                <a:close/>
                <a:moveTo>
                  <a:pt x="147" y="559"/>
                </a:moveTo>
                <a:lnTo>
                  <a:pt x="147" y="559"/>
                </a:lnTo>
                <a:cubicBezTo>
                  <a:pt x="162" y="559"/>
                  <a:pt x="176" y="545"/>
                  <a:pt x="176" y="530"/>
                </a:cubicBezTo>
                <a:cubicBezTo>
                  <a:pt x="176" y="294"/>
                  <a:pt x="176" y="294"/>
                  <a:pt x="176" y="294"/>
                </a:cubicBezTo>
                <a:cubicBezTo>
                  <a:pt x="176" y="294"/>
                  <a:pt x="162" y="279"/>
                  <a:pt x="147" y="279"/>
                </a:cubicBezTo>
                <a:lnTo>
                  <a:pt x="132" y="294"/>
                </a:lnTo>
                <a:cubicBezTo>
                  <a:pt x="132" y="530"/>
                  <a:pt x="132" y="530"/>
                  <a:pt x="132" y="530"/>
                </a:cubicBezTo>
                <a:cubicBezTo>
                  <a:pt x="132" y="545"/>
                  <a:pt x="147" y="559"/>
                  <a:pt x="147" y="559"/>
                </a:cubicBezTo>
                <a:close/>
                <a:moveTo>
                  <a:pt x="250" y="559"/>
                </a:moveTo>
                <a:lnTo>
                  <a:pt x="250" y="559"/>
                </a:lnTo>
                <a:cubicBezTo>
                  <a:pt x="265" y="559"/>
                  <a:pt x="265" y="545"/>
                  <a:pt x="265" y="530"/>
                </a:cubicBezTo>
                <a:cubicBezTo>
                  <a:pt x="265" y="294"/>
                  <a:pt x="265" y="294"/>
                  <a:pt x="265" y="294"/>
                </a:cubicBezTo>
                <a:cubicBezTo>
                  <a:pt x="265" y="294"/>
                  <a:pt x="265" y="279"/>
                  <a:pt x="250" y="279"/>
                </a:cubicBezTo>
                <a:cubicBezTo>
                  <a:pt x="235" y="279"/>
                  <a:pt x="235" y="294"/>
                  <a:pt x="235" y="294"/>
                </a:cubicBezTo>
                <a:cubicBezTo>
                  <a:pt x="235" y="530"/>
                  <a:pt x="235" y="530"/>
                  <a:pt x="235" y="530"/>
                </a:cubicBezTo>
                <a:cubicBezTo>
                  <a:pt x="235" y="545"/>
                  <a:pt x="235" y="559"/>
                  <a:pt x="250" y="559"/>
                </a:cubicBezTo>
                <a:close/>
                <a:moveTo>
                  <a:pt x="471" y="88"/>
                </a:moveTo>
                <a:lnTo>
                  <a:pt x="471" y="88"/>
                </a:lnTo>
                <a:cubicBezTo>
                  <a:pt x="353" y="88"/>
                  <a:pt x="353" y="88"/>
                  <a:pt x="353" y="88"/>
                </a:cubicBezTo>
                <a:cubicBezTo>
                  <a:pt x="353" y="44"/>
                  <a:pt x="353" y="44"/>
                  <a:pt x="353" y="44"/>
                </a:cubicBezTo>
                <a:cubicBezTo>
                  <a:pt x="353" y="29"/>
                  <a:pt x="323" y="0"/>
                  <a:pt x="309" y="0"/>
                </a:cubicBezTo>
                <a:cubicBezTo>
                  <a:pt x="191" y="0"/>
                  <a:pt x="191" y="0"/>
                  <a:pt x="191" y="0"/>
                </a:cubicBezTo>
                <a:cubicBezTo>
                  <a:pt x="176" y="0"/>
                  <a:pt x="147" y="29"/>
                  <a:pt x="147" y="44"/>
                </a:cubicBezTo>
                <a:cubicBezTo>
                  <a:pt x="147" y="88"/>
                  <a:pt x="147" y="88"/>
                  <a:pt x="147" y="88"/>
                </a:cubicBezTo>
                <a:cubicBezTo>
                  <a:pt x="29" y="88"/>
                  <a:pt x="29" y="88"/>
                  <a:pt x="29" y="88"/>
                </a:cubicBezTo>
                <a:cubicBezTo>
                  <a:pt x="14" y="88"/>
                  <a:pt x="0" y="103"/>
                  <a:pt x="0" y="117"/>
                </a:cubicBezTo>
                <a:cubicBezTo>
                  <a:pt x="0" y="162"/>
                  <a:pt x="0" y="162"/>
                  <a:pt x="0" y="162"/>
                </a:cubicBezTo>
                <a:cubicBezTo>
                  <a:pt x="0" y="176"/>
                  <a:pt x="14" y="206"/>
                  <a:pt x="29" y="206"/>
                </a:cubicBezTo>
                <a:cubicBezTo>
                  <a:pt x="29" y="559"/>
                  <a:pt x="29" y="559"/>
                  <a:pt x="29" y="559"/>
                </a:cubicBezTo>
                <a:cubicBezTo>
                  <a:pt x="29" y="604"/>
                  <a:pt x="73" y="633"/>
                  <a:pt x="118" y="633"/>
                </a:cubicBezTo>
                <a:cubicBezTo>
                  <a:pt x="382" y="633"/>
                  <a:pt x="382" y="633"/>
                  <a:pt x="382" y="633"/>
                </a:cubicBezTo>
                <a:cubicBezTo>
                  <a:pt x="427" y="633"/>
                  <a:pt x="471" y="604"/>
                  <a:pt x="471" y="559"/>
                </a:cubicBezTo>
                <a:cubicBezTo>
                  <a:pt x="471" y="206"/>
                  <a:pt x="471" y="206"/>
                  <a:pt x="471" y="206"/>
                </a:cubicBezTo>
                <a:cubicBezTo>
                  <a:pt x="486" y="206"/>
                  <a:pt x="500" y="176"/>
                  <a:pt x="500" y="162"/>
                </a:cubicBezTo>
                <a:cubicBezTo>
                  <a:pt x="500" y="117"/>
                  <a:pt x="500" y="117"/>
                  <a:pt x="500" y="117"/>
                </a:cubicBezTo>
                <a:cubicBezTo>
                  <a:pt x="500" y="103"/>
                  <a:pt x="486" y="88"/>
                  <a:pt x="471" y="88"/>
                </a:cubicBezTo>
                <a:close/>
                <a:moveTo>
                  <a:pt x="191" y="59"/>
                </a:moveTo>
                <a:lnTo>
                  <a:pt x="191" y="59"/>
                </a:lnTo>
                <a:lnTo>
                  <a:pt x="206" y="44"/>
                </a:lnTo>
                <a:cubicBezTo>
                  <a:pt x="294" y="44"/>
                  <a:pt x="294" y="44"/>
                  <a:pt x="294" y="44"/>
                </a:cubicBezTo>
                <a:lnTo>
                  <a:pt x="309" y="59"/>
                </a:lnTo>
                <a:cubicBezTo>
                  <a:pt x="309" y="88"/>
                  <a:pt x="309" y="88"/>
                  <a:pt x="309" y="88"/>
                </a:cubicBezTo>
                <a:cubicBezTo>
                  <a:pt x="294" y="88"/>
                  <a:pt x="191" y="88"/>
                  <a:pt x="191" y="88"/>
                </a:cubicBezTo>
                <a:lnTo>
                  <a:pt x="191" y="59"/>
                </a:lnTo>
                <a:close/>
                <a:moveTo>
                  <a:pt x="427" y="559"/>
                </a:moveTo>
                <a:lnTo>
                  <a:pt x="427" y="559"/>
                </a:lnTo>
                <a:cubicBezTo>
                  <a:pt x="427" y="574"/>
                  <a:pt x="412" y="589"/>
                  <a:pt x="382" y="589"/>
                </a:cubicBezTo>
                <a:cubicBezTo>
                  <a:pt x="118" y="589"/>
                  <a:pt x="118" y="589"/>
                  <a:pt x="118" y="589"/>
                </a:cubicBezTo>
                <a:cubicBezTo>
                  <a:pt x="88" y="589"/>
                  <a:pt x="73" y="574"/>
                  <a:pt x="73" y="559"/>
                </a:cubicBezTo>
                <a:cubicBezTo>
                  <a:pt x="73" y="206"/>
                  <a:pt x="73" y="206"/>
                  <a:pt x="73" y="206"/>
                </a:cubicBezTo>
                <a:cubicBezTo>
                  <a:pt x="103" y="206"/>
                  <a:pt x="412" y="206"/>
                  <a:pt x="427" y="206"/>
                </a:cubicBezTo>
                <a:lnTo>
                  <a:pt x="427" y="559"/>
                </a:lnTo>
                <a:close/>
                <a:moveTo>
                  <a:pt x="441" y="162"/>
                </a:moveTo>
                <a:lnTo>
                  <a:pt x="441" y="162"/>
                </a:lnTo>
                <a:cubicBezTo>
                  <a:pt x="59" y="162"/>
                  <a:pt x="59" y="162"/>
                  <a:pt x="59" y="162"/>
                </a:cubicBezTo>
                <a:cubicBezTo>
                  <a:pt x="44" y="162"/>
                  <a:pt x="29" y="147"/>
                  <a:pt x="29" y="147"/>
                </a:cubicBezTo>
                <a:cubicBezTo>
                  <a:pt x="29" y="132"/>
                  <a:pt x="44" y="117"/>
                  <a:pt x="59" y="117"/>
                </a:cubicBezTo>
                <a:cubicBezTo>
                  <a:pt x="441" y="117"/>
                  <a:pt x="441" y="117"/>
                  <a:pt x="441" y="117"/>
                </a:cubicBezTo>
                <a:cubicBezTo>
                  <a:pt x="456" y="117"/>
                  <a:pt x="471" y="132"/>
                  <a:pt x="471" y="147"/>
                </a:cubicBezTo>
                <a:cubicBezTo>
                  <a:pt x="471" y="147"/>
                  <a:pt x="456" y="162"/>
                  <a:pt x="441" y="16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0" name="Freeform 199"/>
          <p:cNvSpPr/>
          <p:nvPr/>
        </p:nvSpPr>
        <p:spPr>
          <a:xfrm>
            <a:off x="2871720" y="2036880"/>
            <a:ext cx="382680" cy="355320"/>
          </a:xfrm>
          <a:custGeom>
            <a:avLst/>
            <a:gdLst/>
            <a:ahLst/>
            <a:rect l="l" t="t" r="r" b="b"/>
            <a:pathLst>
              <a:path w="634" h="590">
                <a:moveTo>
                  <a:pt x="560" y="74"/>
                </a:moveTo>
                <a:lnTo>
                  <a:pt x="560" y="74"/>
                </a:lnTo>
                <a:cubicBezTo>
                  <a:pt x="442" y="74"/>
                  <a:pt x="442" y="74"/>
                  <a:pt x="442" y="74"/>
                </a:cubicBezTo>
                <a:cubicBezTo>
                  <a:pt x="442" y="30"/>
                  <a:pt x="442" y="30"/>
                  <a:pt x="442" y="30"/>
                </a:cubicBezTo>
                <a:cubicBezTo>
                  <a:pt x="442" y="15"/>
                  <a:pt x="412" y="0"/>
                  <a:pt x="398" y="0"/>
                </a:cubicBezTo>
                <a:cubicBezTo>
                  <a:pt x="236" y="0"/>
                  <a:pt x="236" y="0"/>
                  <a:pt x="236" y="0"/>
                </a:cubicBezTo>
                <a:cubicBezTo>
                  <a:pt x="221" y="0"/>
                  <a:pt x="207" y="15"/>
                  <a:pt x="207" y="30"/>
                </a:cubicBezTo>
                <a:cubicBezTo>
                  <a:pt x="207" y="74"/>
                  <a:pt x="207" y="74"/>
                  <a:pt x="207" y="74"/>
                </a:cubicBezTo>
                <a:cubicBezTo>
                  <a:pt x="89" y="74"/>
                  <a:pt x="89" y="74"/>
                  <a:pt x="89" y="74"/>
                </a:cubicBezTo>
                <a:cubicBezTo>
                  <a:pt x="44" y="74"/>
                  <a:pt x="0" y="103"/>
                  <a:pt x="0" y="147"/>
                </a:cubicBezTo>
                <a:cubicBezTo>
                  <a:pt x="0" y="501"/>
                  <a:pt x="0" y="501"/>
                  <a:pt x="0" y="501"/>
                </a:cubicBezTo>
                <a:cubicBezTo>
                  <a:pt x="0" y="545"/>
                  <a:pt x="44" y="589"/>
                  <a:pt x="89" y="589"/>
                </a:cubicBezTo>
                <a:cubicBezTo>
                  <a:pt x="560" y="589"/>
                  <a:pt x="560" y="589"/>
                  <a:pt x="560" y="589"/>
                </a:cubicBezTo>
                <a:cubicBezTo>
                  <a:pt x="604" y="589"/>
                  <a:pt x="633" y="545"/>
                  <a:pt x="633" y="501"/>
                </a:cubicBezTo>
                <a:cubicBezTo>
                  <a:pt x="633" y="147"/>
                  <a:pt x="633" y="147"/>
                  <a:pt x="633" y="147"/>
                </a:cubicBezTo>
                <a:cubicBezTo>
                  <a:pt x="633" y="103"/>
                  <a:pt x="604" y="74"/>
                  <a:pt x="560" y="74"/>
                </a:cubicBezTo>
                <a:close/>
                <a:moveTo>
                  <a:pt x="236" y="59"/>
                </a:moveTo>
                <a:lnTo>
                  <a:pt x="236" y="59"/>
                </a:lnTo>
                <a:cubicBezTo>
                  <a:pt x="236" y="45"/>
                  <a:pt x="251" y="30"/>
                  <a:pt x="265" y="30"/>
                </a:cubicBezTo>
                <a:cubicBezTo>
                  <a:pt x="383" y="30"/>
                  <a:pt x="383" y="30"/>
                  <a:pt x="383" y="30"/>
                </a:cubicBezTo>
                <a:cubicBezTo>
                  <a:pt x="383" y="30"/>
                  <a:pt x="398" y="45"/>
                  <a:pt x="398" y="59"/>
                </a:cubicBezTo>
                <a:cubicBezTo>
                  <a:pt x="398" y="74"/>
                  <a:pt x="398" y="74"/>
                  <a:pt x="398" y="74"/>
                </a:cubicBezTo>
                <a:cubicBezTo>
                  <a:pt x="236" y="74"/>
                  <a:pt x="236" y="74"/>
                  <a:pt x="236" y="74"/>
                </a:cubicBezTo>
                <a:lnTo>
                  <a:pt x="236" y="59"/>
                </a:lnTo>
                <a:close/>
                <a:moveTo>
                  <a:pt x="589" y="501"/>
                </a:moveTo>
                <a:lnTo>
                  <a:pt x="589" y="501"/>
                </a:lnTo>
                <a:cubicBezTo>
                  <a:pt x="589" y="530"/>
                  <a:pt x="574" y="545"/>
                  <a:pt x="560" y="545"/>
                </a:cubicBezTo>
                <a:cubicBezTo>
                  <a:pt x="89" y="545"/>
                  <a:pt x="89" y="545"/>
                  <a:pt x="89" y="545"/>
                </a:cubicBezTo>
                <a:cubicBezTo>
                  <a:pt x="59" y="545"/>
                  <a:pt x="44" y="530"/>
                  <a:pt x="44" y="501"/>
                </a:cubicBezTo>
                <a:cubicBezTo>
                  <a:pt x="44" y="295"/>
                  <a:pt x="44" y="295"/>
                  <a:pt x="44" y="295"/>
                </a:cubicBezTo>
                <a:cubicBezTo>
                  <a:pt x="251" y="295"/>
                  <a:pt x="251" y="295"/>
                  <a:pt x="251" y="295"/>
                </a:cubicBezTo>
                <a:cubicBezTo>
                  <a:pt x="236" y="295"/>
                  <a:pt x="236" y="309"/>
                  <a:pt x="236" y="309"/>
                </a:cubicBezTo>
                <a:cubicBezTo>
                  <a:pt x="236" y="354"/>
                  <a:pt x="280" y="383"/>
                  <a:pt x="324" y="383"/>
                </a:cubicBezTo>
                <a:cubicBezTo>
                  <a:pt x="369" y="383"/>
                  <a:pt x="398" y="354"/>
                  <a:pt x="398" y="309"/>
                </a:cubicBezTo>
                <a:lnTo>
                  <a:pt x="398" y="295"/>
                </a:lnTo>
                <a:cubicBezTo>
                  <a:pt x="589" y="295"/>
                  <a:pt x="589" y="295"/>
                  <a:pt x="589" y="295"/>
                </a:cubicBezTo>
                <a:lnTo>
                  <a:pt x="589" y="501"/>
                </a:lnTo>
                <a:close/>
                <a:moveTo>
                  <a:pt x="280" y="309"/>
                </a:moveTo>
                <a:lnTo>
                  <a:pt x="280" y="309"/>
                </a:lnTo>
                <a:lnTo>
                  <a:pt x="280" y="295"/>
                </a:lnTo>
                <a:cubicBezTo>
                  <a:pt x="354" y="295"/>
                  <a:pt x="354" y="295"/>
                  <a:pt x="354" y="295"/>
                </a:cubicBezTo>
                <a:lnTo>
                  <a:pt x="354" y="309"/>
                </a:lnTo>
                <a:cubicBezTo>
                  <a:pt x="354" y="324"/>
                  <a:pt x="339" y="354"/>
                  <a:pt x="324" y="354"/>
                </a:cubicBezTo>
                <a:cubicBezTo>
                  <a:pt x="295" y="354"/>
                  <a:pt x="280" y="324"/>
                  <a:pt x="280" y="309"/>
                </a:cubicBezTo>
                <a:close/>
                <a:moveTo>
                  <a:pt x="589" y="250"/>
                </a:moveTo>
                <a:lnTo>
                  <a:pt x="589" y="250"/>
                </a:lnTo>
                <a:cubicBezTo>
                  <a:pt x="44" y="250"/>
                  <a:pt x="44" y="250"/>
                  <a:pt x="44" y="250"/>
                </a:cubicBezTo>
                <a:cubicBezTo>
                  <a:pt x="44" y="147"/>
                  <a:pt x="44" y="147"/>
                  <a:pt x="44" y="147"/>
                </a:cubicBezTo>
                <a:cubicBezTo>
                  <a:pt x="44" y="133"/>
                  <a:pt x="59" y="118"/>
                  <a:pt x="89" y="118"/>
                </a:cubicBezTo>
                <a:cubicBezTo>
                  <a:pt x="560" y="118"/>
                  <a:pt x="560" y="118"/>
                  <a:pt x="560" y="118"/>
                </a:cubicBezTo>
                <a:cubicBezTo>
                  <a:pt x="574" y="118"/>
                  <a:pt x="589" y="133"/>
                  <a:pt x="589" y="147"/>
                </a:cubicBezTo>
                <a:lnTo>
                  <a:pt x="589" y="25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1" name="Freeform 200"/>
          <p:cNvSpPr/>
          <p:nvPr/>
        </p:nvSpPr>
        <p:spPr>
          <a:xfrm>
            <a:off x="2260440" y="2028960"/>
            <a:ext cx="382680" cy="363240"/>
          </a:xfrm>
          <a:custGeom>
            <a:avLst/>
            <a:gdLst/>
            <a:ahLst/>
            <a:rect l="l" t="t" r="r" b="b"/>
            <a:pathLst>
              <a:path w="634" h="604">
                <a:moveTo>
                  <a:pt x="309" y="44"/>
                </a:moveTo>
                <a:lnTo>
                  <a:pt x="309" y="44"/>
                </a:lnTo>
                <a:close/>
                <a:moveTo>
                  <a:pt x="14" y="220"/>
                </a:moveTo>
                <a:lnTo>
                  <a:pt x="14" y="220"/>
                </a:lnTo>
                <a:cubicBezTo>
                  <a:pt x="279" y="338"/>
                  <a:pt x="279" y="338"/>
                  <a:pt x="279" y="338"/>
                </a:cubicBezTo>
                <a:cubicBezTo>
                  <a:pt x="309" y="353"/>
                  <a:pt x="324" y="353"/>
                  <a:pt x="338" y="338"/>
                </a:cubicBezTo>
                <a:cubicBezTo>
                  <a:pt x="603" y="220"/>
                  <a:pt x="603" y="220"/>
                  <a:pt x="603" y="220"/>
                </a:cubicBezTo>
                <a:cubicBezTo>
                  <a:pt x="633" y="206"/>
                  <a:pt x="633" y="176"/>
                  <a:pt x="603" y="161"/>
                </a:cubicBezTo>
                <a:cubicBezTo>
                  <a:pt x="338" y="14"/>
                  <a:pt x="338" y="14"/>
                  <a:pt x="338" y="14"/>
                </a:cubicBezTo>
                <a:cubicBezTo>
                  <a:pt x="324" y="0"/>
                  <a:pt x="309" y="14"/>
                  <a:pt x="279" y="14"/>
                </a:cubicBezTo>
                <a:cubicBezTo>
                  <a:pt x="14" y="161"/>
                  <a:pt x="14" y="161"/>
                  <a:pt x="14" y="161"/>
                </a:cubicBezTo>
                <a:cubicBezTo>
                  <a:pt x="0" y="176"/>
                  <a:pt x="0" y="206"/>
                  <a:pt x="14" y="220"/>
                </a:cubicBezTo>
                <a:close/>
                <a:moveTo>
                  <a:pt x="309" y="44"/>
                </a:moveTo>
                <a:lnTo>
                  <a:pt x="309" y="44"/>
                </a:lnTo>
                <a:cubicBezTo>
                  <a:pt x="588" y="191"/>
                  <a:pt x="588" y="191"/>
                  <a:pt x="588" y="191"/>
                </a:cubicBezTo>
                <a:cubicBezTo>
                  <a:pt x="309" y="309"/>
                  <a:pt x="309" y="309"/>
                  <a:pt x="309" y="309"/>
                </a:cubicBezTo>
                <a:cubicBezTo>
                  <a:pt x="44" y="191"/>
                  <a:pt x="44" y="191"/>
                  <a:pt x="44" y="191"/>
                </a:cubicBezTo>
                <a:lnTo>
                  <a:pt x="309" y="44"/>
                </a:lnTo>
                <a:close/>
                <a:moveTo>
                  <a:pt x="309" y="559"/>
                </a:moveTo>
                <a:lnTo>
                  <a:pt x="309" y="559"/>
                </a:lnTo>
                <a:cubicBezTo>
                  <a:pt x="44" y="441"/>
                  <a:pt x="44" y="441"/>
                  <a:pt x="44" y="441"/>
                </a:cubicBezTo>
                <a:cubicBezTo>
                  <a:pt x="44" y="441"/>
                  <a:pt x="14" y="427"/>
                  <a:pt x="0" y="427"/>
                </a:cubicBezTo>
                <a:cubicBezTo>
                  <a:pt x="0" y="441"/>
                  <a:pt x="0" y="456"/>
                  <a:pt x="14" y="471"/>
                </a:cubicBezTo>
                <a:cubicBezTo>
                  <a:pt x="279" y="589"/>
                  <a:pt x="279" y="589"/>
                  <a:pt x="279" y="589"/>
                </a:cubicBezTo>
                <a:cubicBezTo>
                  <a:pt x="309" y="603"/>
                  <a:pt x="324" y="603"/>
                  <a:pt x="338" y="589"/>
                </a:cubicBezTo>
                <a:cubicBezTo>
                  <a:pt x="603" y="471"/>
                  <a:pt x="603" y="471"/>
                  <a:pt x="603" y="471"/>
                </a:cubicBezTo>
                <a:cubicBezTo>
                  <a:pt x="618" y="471"/>
                  <a:pt x="633" y="441"/>
                  <a:pt x="633" y="427"/>
                </a:cubicBezTo>
                <a:cubicBezTo>
                  <a:pt x="618" y="427"/>
                  <a:pt x="588" y="441"/>
                  <a:pt x="588" y="441"/>
                </a:cubicBezTo>
                <a:lnTo>
                  <a:pt x="309" y="559"/>
                </a:lnTo>
                <a:close/>
                <a:moveTo>
                  <a:pt x="14" y="338"/>
                </a:moveTo>
                <a:lnTo>
                  <a:pt x="14" y="338"/>
                </a:lnTo>
                <a:cubicBezTo>
                  <a:pt x="279" y="471"/>
                  <a:pt x="279" y="471"/>
                  <a:pt x="279" y="471"/>
                </a:cubicBezTo>
                <a:cubicBezTo>
                  <a:pt x="309" y="471"/>
                  <a:pt x="324" y="471"/>
                  <a:pt x="338" y="471"/>
                </a:cubicBezTo>
                <a:cubicBezTo>
                  <a:pt x="603" y="338"/>
                  <a:pt x="603" y="338"/>
                  <a:pt x="603" y="338"/>
                </a:cubicBezTo>
                <a:cubicBezTo>
                  <a:pt x="618" y="338"/>
                  <a:pt x="633" y="309"/>
                  <a:pt x="633" y="294"/>
                </a:cubicBezTo>
                <a:cubicBezTo>
                  <a:pt x="618" y="309"/>
                  <a:pt x="588" y="309"/>
                  <a:pt x="588" y="309"/>
                </a:cubicBezTo>
                <a:cubicBezTo>
                  <a:pt x="309" y="441"/>
                  <a:pt x="309" y="441"/>
                  <a:pt x="309" y="441"/>
                </a:cubicBezTo>
                <a:cubicBezTo>
                  <a:pt x="44" y="309"/>
                  <a:pt x="44" y="309"/>
                  <a:pt x="44" y="309"/>
                </a:cubicBezTo>
                <a:cubicBezTo>
                  <a:pt x="44" y="309"/>
                  <a:pt x="14" y="309"/>
                  <a:pt x="0" y="294"/>
                </a:cubicBezTo>
                <a:cubicBezTo>
                  <a:pt x="0" y="309"/>
                  <a:pt x="0" y="338"/>
                  <a:pt x="14" y="3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2" name="Freeform 201"/>
          <p:cNvSpPr/>
          <p:nvPr/>
        </p:nvSpPr>
        <p:spPr>
          <a:xfrm>
            <a:off x="1646280" y="2046240"/>
            <a:ext cx="371520" cy="330120"/>
          </a:xfrm>
          <a:custGeom>
            <a:avLst/>
            <a:gdLst/>
            <a:ahLst/>
            <a:rect l="l" t="t" r="r" b="b"/>
            <a:pathLst>
              <a:path w="619" h="546">
                <a:moveTo>
                  <a:pt x="544" y="294"/>
                </a:moveTo>
                <a:lnTo>
                  <a:pt x="544" y="294"/>
                </a:lnTo>
                <a:cubicBezTo>
                  <a:pt x="500" y="294"/>
                  <a:pt x="500" y="294"/>
                  <a:pt x="500" y="294"/>
                </a:cubicBezTo>
                <a:cubicBezTo>
                  <a:pt x="500" y="73"/>
                  <a:pt x="500" y="73"/>
                  <a:pt x="500" y="73"/>
                </a:cubicBezTo>
                <a:cubicBezTo>
                  <a:pt x="500" y="30"/>
                  <a:pt x="471" y="0"/>
                  <a:pt x="427" y="0"/>
                </a:cubicBezTo>
                <a:cubicBezTo>
                  <a:pt x="191" y="0"/>
                  <a:pt x="191" y="0"/>
                  <a:pt x="191" y="0"/>
                </a:cubicBezTo>
                <a:cubicBezTo>
                  <a:pt x="147" y="0"/>
                  <a:pt x="118" y="30"/>
                  <a:pt x="118" y="73"/>
                </a:cubicBezTo>
                <a:cubicBezTo>
                  <a:pt x="118" y="73"/>
                  <a:pt x="118" y="280"/>
                  <a:pt x="118" y="294"/>
                </a:cubicBezTo>
                <a:cubicBezTo>
                  <a:pt x="73" y="294"/>
                  <a:pt x="73" y="294"/>
                  <a:pt x="73" y="294"/>
                </a:cubicBezTo>
                <a:cubicBezTo>
                  <a:pt x="29" y="294"/>
                  <a:pt x="0" y="324"/>
                  <a:pt x="0" y="368"/>
                </a:cubicBezTo>
                <a:cubicBezTo>
                  <a:pt x="0" y="412"/>
                  <a:pt x="0" y="412"/>
                  <a:pt x="0" y="412"/>
                </a:cubicBezTo>
                <a:cubicBezTo>
                  <a:pt x="0" y="456"/>
                  <a:pt x="29" y="486"/>
                  <a:pt x="73" y="486"/>
                </a:cubicBezTo>
                <a:cubicBezTo>
                  <a:pt x="118" y="486"/>
                  <a:pt x="118" y="486"/>
                  <a:pt x="118" y="486"/>
                </a:cubicBezTo>
                <a:cubicBezTo>
                  <a:pt x="118" y="530"/>
                  <a:pt x="162" y="545"/>
                  <a:pt x="191" y="545"/>
                </a:cubicBezTo>
                <a:cubicBezTo>
                  <a:pt x="427" y="545"/>
                  <a:pt x="427" y="545"/>
                  <a:pt x="427" y="545"/>
                </a:cubicBezTo>
                <a:cubicBezTo>
                  <a:pt x="456" y="545"/>
                  <a:pt x="500" y="530"/>
                  <a:pt x="500" y="486"/>
                </a:cubicBezTo>
                <a:cubicBezTo>
                  <a:pt x="544" y="486"/>
                  <a:pt x="544" y="486"/>
                  <a:pt x="544" y="486"/>
                </a:cubicBezTo>
                <a:cubicBezTo>
                  <a:pt x="589" y="486"/>
                  <a:pt x="618" y="456"/>
                  <a:pt x="618" y="412"/>
                </a:cubicBezTo>
                <a:cubicBezTo>
                  <a:pt x="618" y="368"/>
                  <a:pt x="618" y="368"/>
                  <a:pt x="618" y="368"/>
                </a:cubicBezTo>
                <a:cubicBezTo>
                  <a:pt x="618" y="324"/>
                  <a:pt x="589" y="294"/>
                  <a:pt x="544" y="294"/>
                </a:cubicBezTo>
                <a:close/>
                <a:moveTo>
                  <a:pt x="147" y="73"/>
                </a:moveTo>
                <a:lnTo>
                  <a:pt x="147" y="73"/>
                </a:lnTo>
                <a:cubicBezTo>
                  <a:pt x="147" y="59"/>
                  <a:pt x="177" y="44"/>
                  <a:pt x="191" y="44"/>
                </a:cubicBezTo>
                <a:cubicBezTo>
                  <a:pt x="427" y="44"/>
                  <a:pt x="427" y="44"/>
                  <a:pt x="427" y="44"/>
                </a:cubicBezTo>
                <a:cubicBezTo>
                  <a:pt x="441" y="44"/>
                  <a:pt x="471" y="59"/>
                  <a:pt x="471" y="73"/>
                </a:cubicBezTo>
                <a:cubicBezTo>
                  <a:pt x="471" y="294"/>
                  <a:pt x="471" y="294"/>
                  <a:pt x="471" y="294"/>
                </a:cubicBezTo>
                <a:cubicBezTo>
                  <a:pt x="147" y="294"/>
                  <a:pt x="147" y="294"/>
                  <a:pt x="147" y="294"/>
                </a:cubicBezTo>
                <a:lnTo>
                  <a:pt x="147" y="73"/>
                </a:lnTo>
                <a:close/>
                <a:moveTo>
                  <a:pt x="427" y="515"/>
                </a:moveTo>
                <a:lnTo>
                  <a:pt x="427" y="515"/>
                </a:lnTo>
                <a:cubicBezTo>
                  <a:pt x="191" y="515"/>
                  <a:pt x="191" y="515"/>
                  <a:pt x="191" y="515"/>
                </a:cubicBezTo>
                <a:cubicBezTo>
                  <a:pt x="177" y="515"/>
                  <a:pt x="147" y="486"/>
                  <a:pt x="147" y="471"/>
                </a:cubicBezTo>
                <a:cubicBezTo>
                  <a:pt x="147" y="456"/>
                  <a:pt x="177" y="427"/>
                  <a:pt x="191" y="427"/>
                </a:cubicBezTo>
                <a:cubicBezTo>
                  <a:pt x="427" y="427"/>
                  <a:pt x="427" y="427"/>
                  <a:pt x="427" y="427"/>
                </a:cubicBezTo>
                <a:cubicBezTo>
                  <a:pt x="441" y="427"/>
                  <a:pt x="471" y="456"/>
                  <a:pt x="471" y="471"/>
                </a:cubicBezTo>
                <a:cubicBezTo>
                  <a:pt x="471" y="486"/>
                  <a:pt x="441" y="515"/>
                  <a:pt x="427" y="515"/>
                </a:cubicBezTo>
                <a:close/>
                <a:moveTo>
                  <a:pt x="589" y="412"/>
                </a:moveTo>
                <a:lnTo>
                  <a:pt x="589" y="412"/>
                </a:lnTo>
                <a:cubicBezTo>
                  <a:pt x="589" y="427"/>
                  <a:pt x="559" y="456"/>
                  <a:pt x="544" y="456"/>
                </a:cubicBezTo>
                <a:cubicBezTo>
                  <a:pt x="500" y="456"/>
                  <a:pt x="500" y="456"/>
                  <a:pt x="500" y="456"/>
                </a:cubicBezTo>
                <a:cubicBezTo>
                  <a:pt x="500" y="412"/>
                  <a:pt x="456" y="398"/>
                  <a:pt x="427" y="398"/>
                </a:cubicBezTo>
                <a:cubicBezTo>
                  <a:pt x="191" y="398"/>
                  <a:pt x="191" y="398"/>
                  <a:pt x="191" y="398"/>
                </a:cubicBezTo>
                <a:cubicBezTo>
                  <a:pt x="162" y="398"/>
                  <a:pt x="118" y="412"/>
                  <a:pt x="118" y="456"/>
                </a:cubicBezTo>
                <a:cubicBezTo>
                  <a:pt x="73" y="456"/>
                  <a:pt x="73" y="456"/>
                  <a:pt x="73" y="456"/>
                </a:cubicBezTo>
                <a:cubicBezTo>
                  <a:pt x="59" y="456"/>
                  <a:pt x="29" y="427"/>
                  <a:pt x="29" y="412"/>
                </a:cubicBezTo>
                <a:cubicBezTo>
                  <a:pt x="29" y="368"/>
                  <a:pt x="29" y="368"/>
                  <a:pt x="29" y="368"/>
                </a:cubicBezTo>
                <a:cubicBezTo>
                  <a:pt x="29" y="353"/>
                  <a:pt x="59" y="339"/>
                  <a:pt x="73" y="339"/>
                </a:cubicBezTo>
                <a:cubicBezTo>
                  <a:pt x="544" y="339"/>
                  <a:pt x="544" y="339"/>
                  <a:pt x="544" y="339"/>
                </a:cubicBezTo>
                <a:cubicBezTo>
                  <a:pt x="559" y="339"/>
                  <a:pt x="589" y="353"/>
                  <a:pt x="589" y="368"/>
                </a:cubicBezTo>
                <a:lnTo>
                  <a:pt x="589" y="41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3" name="Freeform 202"/>
          <p:cNvSpPr/>
          <p:nvPr/>
        </p:nvSpPr>
        <p:spPr>
          <a:xfrm>
            <a:off x="7191360" y="1406520"/>
            <a:ext cx="355680" cy="382680"/>
          </a:xfrm>
          <a:custGeom>
            <a:avLst/>
            <a:gdLst/>
            <a:ahLst/>
            <a:rect l="l" t="t" r="r" b="b"/>
            <a:pathLst>
              <a:path w="589" h="634">
                <a:moveTo>
                  <a:pt x="456" y="353"/>
                </a:moveTo>
                <a:lnTo>
                  <a:pt x="456" y="353"/>
                </a:lnTo>
                <a:cubicBezTo>
                  <a:pt x="485" y="353"/>
                  <a:pt x="515" y="324"/>
                  <a:pt x="515" y="294"/>
                </a:cubicBezTo>
                <a:cubicBezTo>
                  <a:pt x="515" y="265"/>
                  <a:pt x="485" y="236"/>
                  <a:pt x="456" y="236"/>
                </a:cubicBezTo>
                <a:cubicBezTo>
                  <a:pt x="412" y="236"/>
                  <a:pt x="397" y="265"/>
                  <a:pt x="397" y="294"/>
                </a:cubicBezTo>
                <a:cubicBezTo>
                  <a:pt x="397" y="324"/>
                  <a:pt x="412" y="353"/>
                  <a:pt x="456" y="353"/>
                </a:cubicBezTo>
                <a:close/>
                <a:moveTo>
                  <a:pt x="426" y="280"/>
                </a:moveTo>
                <a:lnTo>
                  <a:pt x="426" y="280"/>
                </a:lnTo>
                <a:cubicBezTo>
                  <a:pt x="471" y="280"/>
                  <a:pt x="471" y="280"/>
                  <a:pt x="471" y="280"/>
                </a:cubicBezTo>
                <a:cubicBezTo>
                  <a:pt x="471" y="309"/>
                  <a:pt x="471" y="309"/>
                  <a:pt x="471" y="309"/>
                </a:cubicBezTo>
                <a:cubicBezTo>
                  <a:pt x="426" y="309"/>
                  <a:pt x="426" y="309"/>
                  <a:pt x="426" y="309"/>
                </a:cubicBezTo>
                <a:lnTo>
                  <a:pt x="426" y="280"/>
                </a:lnTo>
                <a:close/>
                <a:moveTo>
                  <a:pt x="456" y="515"/>
                </a:moveTo>
                <a:lnTo>
                  <a:pt x="456" y="515"/>
                </a:lnTo>
                <a:cubicBezTo>
                  <a:pt x="485" y="515"/>
                  <a:pt x="515" y="486"/>
                  <a:pt x="515" y="456"/>
                </a:cubicBezTo>
                <a:cubicBezTo>
                  <a:pt x="515" y="412"/>
                  <a:pt x="485" y="398"/>
                  <a:pt x="456" y="398"/>
                </a:cubicBezTo>
                <a:cubicBezTo>
                  <a:pt x="412" y="398"/>
                  <a:pt x="397" y="412"/>
                  <a:pt x="397" y="456"/>
                </a:cubicBezTo>
                <a:cubicBezTo>
                  <a:pt x="397" y="486"/>
                  <a:pt x="412" y="515"/>
                  <a:pt x="456" y="515"/>
                </a:cubicBezTo>
                <a:close/>
                <a:moveTo>
                  <a:pt x="426" y="427"/>
                </a:moveTo>
                <a:lnTo>
                  <a:pt x="426" y="427"/>
                </a:lnTo>
                <a:cubicBezTo>
                  <a:pt x="471" y="427"/>
                  <a:pt x="471" y="427"/>
                  <a:pt x="471" y="427"/>
                </a:cubicBezTo>
                <a:cubicBezTo>
                  <a:pt x="471" y="471"/>
                  <a:pt x="471" y="471"/>
                  <a:pt x="471" y="471"/>
                </a:cubicBezTo>
                <a:cubicBezTo>
                  <a:pt x="426" y="471"/>
                  <a:pt x="426" y="471"/>
                  <a:pt x="426" y="471"/>
                </a:cubicBezTo>
                <a:lnTo>
                  <a:pt x="426" y="427"/>
                </a:lnTo>
                <a:close/>
                <a:moveTo>
                  <a:pt x="294" y="515"/>
                </a:moveTo>
                <a:lnTo>
                  <a:pt x="294" y="515"/>
                </a:lnTo>
                <a:cubicBezTo>
                  <a:pt x="324" y="515"/>
                  <a:pt x="353" y="486"/>
                  <a:pt x="353" y="456"/>
                </a:cubicBezTo>
                <a:cubicBezTo>
                  <a:pt x="353" y="412"/>
                  <a:pt x="324" y="398"/>
                  <a:pt x="294" y="398"/>
                </a:cubicBezTo>
                <a:cubicBezTo>
                  <a:pt x="265" y="398"/>
                  <a:pt x="235" y="412"/>
                  <a:pt x="235" y="456"/>
                </a:cubicBezTo>
                <a:cubicBezTo>
                  <a:pt x="235" y="486"/>
                  <a:pt x="265" y="515"/>
                  <a:pt x="294" y="515"/>
                </a:cubicBezTo>
                <a:close/>
                <a:moveTo>
                  <a:pt x="279" y="427"/>
                </a:moveTo>
                <a:lnTo>
                  <a:pt x="279" y="427"/>
                </a:lnTo>
                <a:cubicBezTo>
                  <a:pt x="309" y="427"/>
                  <a:pt x="309" y="427"/>
                  <a:pt x="309" y="427"/>
                </a:cubicBezTo>
                <a:cubicBezTo>
                  <a:pt x="309" y="471"/>
                  <a:pt x="309" y="471"/>
                  <a:pt x="309" y="471"/>
                </a:cubicBezTo>
                <a:cubicBezTo>
                  <a:pt x="279" y="471"/>
                  <a:pt x="279" y="471"/>
                  <a:pt x="279" y="471"/>
                </a:cubicBezTo>
                <a:lnTo>
                  <a:pt x="279" y="427"/>
                </a:lnTo>
                <a:close/>
                <a:moveTo>
                  <a:pt x="515" y="0"/>
                </a:moveTo>
                <a:lnTo>
                  <a:pt x="515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30"/>
                  <a:pt x="0" y="73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589"/>
                  <a:pt x="29" y="633"/>
                  <a:pt x="73" y="633"/>
                </a:cubicBezTo>
                <a:cubicBezTo>
                  <a:pt x="515" y="633"/>
                  <a:pt x="515" y="633"/>
                  <a:pt x="515" y="633"/>
                </a:cubicBezTo>
                <a:cubicBezTo>
                  <a:pt x="559" y="633"/>
                  <a:pt x="588" y="589"/>
                  <a:pt x="588" y="545"/>
                </a:cubicBezTo>
                <a:cubicBezTo>
                  <a:pt x="588" y="73"/>
                  <a:pt x="588" y="73"/>
                  <a:pt x="588" y="73"/>
                </a:cubicBezTo>
                <a:cubicBezTo>
                  <a:pt x="588" y="30"/>
                  <a:pt x="559" y="0"/>
                  <a:pt x="515" y="0"/>
                </a:cubicBezTo>
                <a:close/>
                <a:moveTo>
                  <a:pt x="544" y="545"/>
                </a:moveTo>
                <a:lnTo>
                  <a:pt x="544" y="545"/>
                </a:lnTo>
                <a:cubicBezTo>
                  <a:pt x="544" y="574"/>
                  <a:pt x="530" y="589"/>
                  <a:pt x="515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9" y="589"/>
                  <a:pt x="44" y="574"/>
                  <a:pt x="44" y="545"/>
                </a:cubicBezTo>
                <a:cubicBezTo>
                  <a:pt x="44" y="162"/>
                  <a:pt x="44" y="162"/>
                  <a:pt x="44" y="162"/>
                </a:cubicBezTo>
                <a:cubicBezTo>
                  <a:pt x="544" y="162"/>
                  <a:pt x="544" y="162"/>
                  <a:pt x="544" y="162"/>
                </a:cubicBezTo>
                <a:lnTo>
                  <a:pt x="544" y="545"/>
                </a:lnTo>
                <a:close/>
                <a:moveTo>
                  <a:pt x="544" y="118"/>
                </a:moveTo>
                <a:lnTo>
                  <a:pt x="544" y="118"/>
                </a:lnTo>
                <a:cubicBezTo>
                  <a:pt x="44" y="118"/>
                  <a:pt x="44" y="118"/>
                  <a:pt x="44" y="118"/>
                </a:cubicBezTo>
                <a:cubicBezTo>
                  <a:pt x="44" y="73"/>
                  <a:pt x="44" y="73"/>
                  <a:pt x="44" y="73"/>
                </a:cubicBezTo>
                <a:cubicBezTo>
                  <a:pt x="44" y="59"/>
                  <a:pt x="59" y="44"/>
                  <a:pt x="73" y="44"/>
                </a:cubicBezTo>
                <a:cubicBezTo>
                  <a:pt x="515" y="44"/>
                  <a:pt x="515" y="44"/>
                  <a:pt x="515" y="44"/>
                </a:cubicBezTo>
                <a:cubicBezTo>
                  <a:pt x="530" y="44"/>
                  <a:pt x="544" y="59"/>
                  <a:pt x="544" y="73"/>
                </a:cubicBezTo>
                <a:lnTo>
                  <a:pt x="544" y="118"/>
                </a:lnTo>
                <a:close/>
                <a:moveTo>
                  <a:pt x="294" y="353"/>
                </a:moveTo>
                <a:lnTo>
                  <a:pt x="294" y="353"/>
                </a:lnTo>
                <a:cubicBezTo>
                  <a:pt x="324" y="353"/>
                  <a:pt x="353" y="324"/>
                  <a:pt x="353" y="294"/>
                </a:cubicBezTo>
                <a:cubicBezTo>
                  <a:pt x="353" y="265"/>
                  <a:pt x="324" y="236"/>
                  <a:pt x="294" y="236"/>
                </a:cubicBezTo>
                <a:cubicBezTo>
                  <a:pt x="265" y="236"/>
                  <a:pt x="235" y="265"/>
                  <a:pt x="235" y="294"/>
                </a:cubicBezTo>
                <a:cubicBezTo>
                  <a:pt x="235" y="324"/>
                  <a:pt x="265" y="353"/>
                  <a:pt x="294" y="353"/>
                </a:cubicBezTo>
                <a:close/>
                <a:moveTo>
                  <a:pt x="279" y="280"/>
                </a:moveTo>
                <a:lnTo>
                  <a:pt x="279" y="280"/>
                </a:lnTo>
                <a:cubicBezTo>
                  <a:pt x="309" y="280"/>
                  <a:pt x="309" y="280"/>
                  <a:pt x="309" y="280"/>
                </a:cubicBezTo>
                <a:cubicBezTo>
                  <a:pt x="309" y="309"/>
                  <a:pt x="309" y="309"/>
                  <a:pt x="309" y="309"/>
                </a:cubicBezTo>
                <a:cubicBezTo>
                  <a:pt x="279" y="309"/>
                  <a:pt x="279" y="309"/>
                  <a:pt x="279" y="309"/>
                </a:cubicBezTo>
                <a:lnTo>
                  <a:pt x="279" y="280"/>
                </a:lnTo>
                <a:close/>
                <a:moveTo>
                  <a:pt x="132" y="515"/>
                </a:moveTo>
                <a:lnTo>
                  <a:pt x="132" y="515"/>
                </a:lnTo>
                <a:cubicBezTo>
                  <a:pt x="176" y="515"/>
                  <a:pt x="191" y="486"/>
                  <a:pt x="191" y="456"/>
                </a:cubicBezTo>
                <a:cubicBezTo>
                  <a:pt x="191" y="412"/>
                  <a:pt x="176" y="398"/>
                  <a:pt x="132" y="398"/>
                </a:cubicBezTo>
                <a:cubicBezTo>
                  <a:pt x="103" y="398"/>
                  <a:pt x="73" y="412"/>
                  <a:pt x="73" y="456"/>
                </a:cubicBezTo>
                <a:cubicBezTo>
                  <a:pt x="73" y="486"/>
                  <a:pt x="103" y="515"/>
                  <a:pt x="132" y="515"/>
                </a:cubicBezTo>
                <a:close/>
                <a:moveTo>
                  <a:pt x="117" y="427"/>
                </a:moveTo>
                <a:lnTo>
                  <a:pt x="117" y="427"/>
                </a:lnTo>
                <a:cubicBezTo>
                  <a:pt x="162" y="427"/>
                  <a:pt x="162" y="427"/>
                  <a:pt x="162" y="427"/>
                </a:cubicBezTo>
                <a:cubicBezTo>
                  <a:pt x="162" y="471"/>
                  <a:pt x="162" y="471"/>
                  <a:pt x="162" y="471"/>
                </a:cubicBezTo>
                <a:cubicBezTo>
                  <a:pt x="117" y="471"/>
                  <a:pt x="117" y="471"/>
                  <a:pt x="117" y="471"/>
                </a:cubicBezTo>
                <a:lnTo>
                  <a:pt x="117" y="427"/>
                </a:lnTo>
                <a:close/>
                <a:moveTo>
                  <a:pt x="132" y="353"/>
                </a:moveTo>
                <a:lnTo>
                  <a:pt x="132" y="353"/>
                </a:lnTo>
                <a:cubicBezTo>
                  <a:pt x="176" y="353"/>
                  <a:pt x="191" y="324"/>
                  <a:pt x="191" y="294"/>
                </a:cubicBezTo>
                <a:cubicBezTo>
                  <a:pt x="191" y="265"/>
                  <a:pt x="176" y="236"/>
                  <a:pt x="132" y="236"/>
                </a:cubicBezTo>
                <a:cubicBezTo>
                  <a:pt x="103" y="236"/>
                  <a:pt x="73" y="265"/>
                  <a:pt x="73" y="294"/>
                </a:cubicBezTo>
                <a:cubicBezTo>
                  <a:pt x="73" y="324"/>
                  <a:pt x="103" y="353"/>
                  <a:pt x="132" y="353"/>
                </a:cubicBezTo>
                <a:close/>
                <a:moveTo>
                  <a:pt x="117" y="280"/>
                </a:moveTo>
                <a:lnTo>
                  <a:pt x="117" y="280"/>
                </a:lnTo>
                <a:cubicBezTo>
                  <a:pt x="162" y="280"/>
                  <a:pt x="162" y="280"/>
                  <a:pt x="162" y="280"/>
                </a:cubicBezTo>
                <a:cubicBezTo>
                  <a:pt x="162" y="309"/>
                  <a:pt x="162" y="309"/>
                  <a:pt x="162" y="309"/>
                </a:cubicBezTo>
                <a:cubicBezTo>
                  <a:pt x="117" y="309"/>
                  <a:pt x="117" y="309"/>
                  <a:pt x="117" y="309"/>
                </a:cubicBezTo>
                <a:lnTo>
                  <a:pt x="117" y="28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4" name="Freeform 203"/>
          <p:cNvSpPr/>
          <p:nvPr/>
        </p:nvSpPr>
        <p:spPr>
          <a:xfrm>
            <a:off x="6561000" y="1406520"/>
            <a:ext cx="382680" cy="382680"/>
          </a:xfrm>
          <a:custGeom>
            <a:avLst/>
            <a:gdLst/>
            <a:ahLst/>
            <a:rect l="l" t="t" r="r" b="b"/>
            <a:pathLst>
              <a:path w="634" h="634">
                <a:moveTo>
                  <a:pt x="295" y="0"/>
                </a:moveTo>
                <a:lnTo>
                  <a:pt x="295" y="0"/>
                </a:lnTo>
                <a:cubicBezTo>
                  <a:pt x="266" y="0"/>
                  <a:pt x="266" y="0"/>
                  <a:pt x="266" y="0"/>
                </a:cubicBezTo>
                <a:cubicBezTo>
                  <a:pt x="266" y="59"/>
                  <a:pt x="266" y="59"/>
                  <a:pt x="266" y="59"/>
                </a:cubicBezTo>
                <a:cubicBezTo>
                  <a:pt x="118" y="73"/>
                  <a:pt x="0" y="191"/>
                  <a:pt x="0" y="339"/>
                </a:cubicBezTo>
                <a:cubicBezTo>
                  <a:pt x="0" y="501"/>
                  <a:pt x="133" y="633"/>
                  <a:pt x="295" y="633"/>
                </a:cubicBezTo>
                <a:cubicBezTo>
                  <a:pt x="412" y="633"/>
                  <a:pt x="501" y="560"/>
                  <a:pt x="545" y="456"/>
                </a:cubicBezTo>
                <a:cubicBezTo>
                  <a:pt x="589" y="471"/>
                  <a:pt x="589" y="471"/>
                  <a:pt x="589" y="471"/>
                </a:cubicBezTo>
                <a:cubicBezTo>
                  <a:pt x="619" y="442"/>
                  <a:pt x="633" y="383"/>
                  <a:pt x="633" y="324"/>
                </a:cubicBezTo>
                <a:cubicBezTo>
                  <a:pt x="633" y="147"/>
                  <a:pt x="471" y="0"/>
                  <a:pt x="295" y="0"/>
                </a:cubicBezTo>
                <a:close/>
                <a:moveTo>
                  <a:pt x="295" y="589"/>
                </a:moveTo>
                <a:lnTo>
                  <a:pt x="295" y="589"/>
                </a:lnTo>
                <a:cubicBezTo>
                  <a:pt x="148" y="589"/>
                  <a:pt x="45" y="486"/>
                  <a:pt x="45" y="339"/>
                </a:cubicBezTo>
                <a:cubicBezTo>
                  <a:pt x="45" y="221"/>
                  <a:pt x="148" y="118"/>
                  <a:pt x="266" y="103"/>
                </a:cubicBezTo>
                <a:cubicBezTo>
                  <a:pt x="266" y="368"/>
                  <a:pt x="266" y="368"/>
                  <a:pt x="266" y="368"/>
                </a:cubicBezTo>
                <a:cubicBezTo>
                  <a:pt x="516" y="442"/>
                  <a:pt x="516" y="442"/>
                  <a:pt x="516" y="442"/>
                </a:cubicBezTo>
                <a:cubicBezTo>
                  <a:pt x="471" y="530"/>
                  <a:pt x="383" y="589"/>
                  <a:pt x="295" y="589"/>
                </a:cubicBezTo>
                <a:close/>
                <a:moveTo>
                  <a:pt x="560" y="427"/>
                </a:moveTo>
                <a:lnTo>
                  <a:pt x="560" y="427"/>
                </a:lnTo>
                <a:cubicBezTo>
                  <a:pt x="295" y="339"/>
                  <a:pt x="295" y="339"/>
                  <a:pt x="295" y="339"/>
                </a:cubicBezTo>
                <a:cubicBezTo>
                  <a:pt x="295" y="44"/>
                  <a:pt x="295" y="44"/>
                  <a:pt x="295" y="44"/>
                </a:cubicBezTo>
                <a:cubicBezTo>
                  <a:pt x="457" y="44"/>
                  <a:pt x="589" y="177"/>
                  <a:pt x="589" y="324"/>
                </a:cubicBezTo>
                <a:cubicBezTo>
                  <a:pt x="589" y="368"/>
                  <a:pt x="575" y="398"/>
                  <a:pt x="560" y="42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5" name="Freeform 204"/>
          <p:cNvSpPr/>
          <p:nvPr/>
        </p:nvSpPr>
        <p:spPr>
          <a:xfrm>
            <a:off x="5946840" y="1406520"/>
            <a:ext cx="382680" cy="382680"/>
          </a:xfrm>
          <a:custGeom>
            <a:avLst/>
            <a:gdLst/>
            <a:ahLst/>
            <a:rect l="l" t="t" r="r" b="b"/>
            <a:pathLst>
              <a:path w="634" h="634">
                <a:moveTo>
                  <a:pt x="309" y="398"/>
                </a:moveTo>
                <a:lnTo>
                  <a:pt x="309" y="398"/>
                </a:lnTo>
                <a:cubicBezTo>
                  <a:pt x="324" y="398"/>
                  <a:pt x="338" y="383"/>
                  <a:pt x="338" y="368"/>
                </a:cubicBezTo>
                <a:cubicBezTo>
                  <a:pt x="338" y="132"/>
                  <a:pt x="338" y="132"/>
                  <a:pt x="338" y="132"/>
                </a:cubicBezTo>
                <a:cubicBezTo>
                  <a:pt x="338" y="132"/>
                  <a:pt x="324" y="118"/>
                  <a:pt x="309" y="118"/>
                </a:cubicBezTo>
                <a:lnTo>
                  <a:pt x="294" y="132"/>
                </a:lnTo>
                <a:cubicBezTo>
                  <a:pt x="294" y="368"/>
                  <a:pt x="294" y="368"/>
                  <a:pt x="294" y="368"/>
                </a:cubicBezTo>
                <a:cubicBezTo>
                  <a:pt x="294" y="383"/>
                  <a:pt x="309" y="398"/>
                  <a:pt x="309" y="398"/>
                </a:cubicBezTo>
                <a:close/>
                <a:moveTo>
                  <a:pt x="426" y="398"/>
                </a:moveTo>
                <a:lnTo>
                  <a:pt x="426" y="398"/>
                </a:lnTo>
                <a:cubicBezTo>
                  <a:pt x="442" y="398"/>
                  <a:pt x="456" y="383"/>
                  <a:pt x="456" y="368"/>
                </a:cubicBezTo>
                <a:cubicBezTo>
                  <a:pt x="456" y="191"/>
                  <a:pt x="456" y="191"/>
                  <a:pt x="456" y="191"/>
                </a:cubicBezTo>
                <a:cubicBezTo>
                  <a:pt x="456" y="191"/>
                  <a:pt x="442" y="177"/>
                  <a:pt x="426" y="177"/>
                </a:cubicBezTo>
                <a:lnTo>
                  <a:pt x="412" y="191"/>
                </a:lnTo>
                <a:cubicBezTo>
                  <a:pt x="412" y="368"/>
                  <a:pt x="412" y="368"/>
                  <a:pt x="412" y="368"/>
                </a:cubicBezTo>
                <a:cubicBezTo>
                  <a:pt x="412" y="383"/>
                  <a:pt x="426" y="398"/>
                  <a:pt x="426" y="398"/>
                </a:cubicBezTo>
                <a:close/>
                <a:moveTo>
                  <a:pt x="191" y="398"/>
                </a:moveTo>
                <a:lnTo>
                  <a:pt x="191" y="398"/>
                </a:lnTo>
                <a:cubicBezTo>
                  <a:pt x="206" y="398"/>
                  <a:pt x="221" y="383"/>
                  <a:pt x="221" y="368"/>
                </a:cubicBezTo>
                <a:cubicBezTo>
                  <a:pt x="221" y="294"/>
                  <a:pt x="221" y="294"/>
                  <a:pt x="221" y="294"/>
                </a:cubicBezTo>
                <a:cubicBezTo>
                  <a:pt x="221" y="280"/>
                  <a:pt x="206" y="280"/>
                  <a:pt x="191" y="280"/>
                </a:cubicBezTo>
                <a:cubicBezTo>
                  <a:pt x="191" y="280"/>
                  <a:pt x="176" y="280"/>
                  <a:pt x="176" y="294"/>
                </a:cubicBezTo>
                <a:cubicBezTo>
                  <a:pt x="176" y="368"/>
                  <a:pt x="176" y="368"/>
                  <a:pt x="176" y="368"/>
                </a:cubicBezTo>
                <a:cubicBezTo>
                  <a:pt x="176" y="383"/>
                  <a:pt x="191" y="398"/>
                  <a:pt x="191" y="398"/>
                </a:cubicBezTo>
                <a:close/>
                <a:moveTo>
                  <a:pt x="0" y="0"/>
                </a:moveTo>
                <a:lnTo>
                  <a:pt x="0" y="0"/>
                </a:lnTo>
                <a:cubicBezTo>
                  <a:pt x="0" y="44"/>
                  <a:pt x="0" y="44"/>
                  <a:pt x="0" y="44"/>
                </a:cubicBezTo>
                <a:cubicBezTo>
                  <a:pt x="44" y="44"/>
                  <a:pt x="44" y="44"/>
                  <a:pt x="44" y="44"/>
                </a:cubicBezTo>
                <a:cubicBezTo>
                  <a:pt x="44" y="73"/>
                  <a:pt x="44" y="412"/>
                  <a:pt x="44" y="412"/>
                </a:cubicBezTo>
                <a:cubicBezTo>
                  <a:pt x="44" y="456"/>
                  <a:pt x="73" y="486"/>
                  <a:pt x="117" y="486"/>
                </a:cubicBezTo>
                <a:cubicBezTo>
                  <a:pt x="235" y="486"/>
                  <a:pt x="235" y="486"/>
                  <a:pt x="235" y="486"/>
                </a:cubicBezTo>
                <a:cubicBezTo>
                  <a:pt x="162" y="633"/>
                  <a:pt x="162" y="633"/>
                  <a:pt x="162" y="633"/>
                </a:cubicBezTo>
                <a:cubicBezTo>
                  <a:pt x="221" y="633"/>
                  <a:pt x="221" y="633"/>
                  <a:pt x="221" y="633"/>
                </a:cubicBezTo>
                <a:cubicBezTo>
                  <a:pt x="294" y="486"/>
                  <a:pt x="294" y="486"/>
                  <a:pt x="294" y="486"/>
                </a:cubicBezTo>
                <a:cubicBezTo>
                  <a:pt x="338" y="486"/>
                  <a:pt x="338" y="486"/>
                  <a:pt x="338" y="486"/>
                </a:cubicBezTo>
                <a:cubicBezTo>
                  <a:pt x="412" y="633"/>
                  <a:pt x="412" y="633"/>
                  <a:pt x="412" y="633"/>
                </a:cubicBezTo>
                <a:cubicBezTo>
                  <a:pt x="471" y="633"/>
                  <a:pt x="471" y="633"/>
                  <a:pt x="471" y="633"/>
                </a:cubicBezTo>
                <a:cubicBezTo>
                  <a:pt x="397" y="486"/>
                  <a:pt x="397" y="486"/>
                  <a:pt x="397" y="486"/>
                </a:cubicBezTo>
                <a:cubicBezTo>
                  <a:pt x="515" y="486"/>
                  <a:pt x="515" y="486"/>
                  <a:pt x="515" y="486"/>
                </a:cubicBezTo>
                <a:cubicBezTo>
                  <a:pt x="559" y="486"/>
                  <a:pt x="588" y="456"/>
                  <a:pt x="588" y="412"/>
                </a:cubicBezTo>
                <a:cubicBezTo>
                  <a:pt x="588" y="412"/>
                  <a:pt x="588" y="73"/>
                  <a:pt x="588" y="44"/>
                </a:cubicBezTo>
                <a:cubicBezTo>
                  <a:pt x="633" y="44"/>
                  <a:pt x="633" y="44"/>
                  <a:pt x="633" y="44"/>
                </a:cubicBezTo>
                <a:cubicBezTo>
                  <a:pt x="633" y="0"/>
                  <a:pt x="633" y="0"/>
                  <a:pt x="633" y="0"/>
                </a:cubicBezTo>
                <a:lnTo>
                  <a:pt x="0" y="0"/>
                </a:lnTo>
                <a:close/>
                <a:moveTo>
                  <a:pt x="544" y="412"/>
                </a:moveTo>
                <a:lnTo>
                  <a:pt x="544" y="412"/>
                </a:lnTo>
                <a:cubicBezTo>
                  <a:pt x="544" y="442"/>
                  <a:pt x="530" y="456"/>
                  <a:pt x="515" y="456"/>
                </a:cubicBezTo>
                <a:cubicBezTo>
                  <a:pt x="117" y="456"/>
                  <a:pt x="117" y="456"/>
                  <a:pt x="117" y="456"/>
                </a:cubicBezTo>
                <a:cubicBezTo>
                  <a:pt x="88" y="456"/>
                  <a:pt x="73" y="442"/>
                  <a:pt x="73" y="412"/>
                </a:cubicBezTo>
                <a:cubicBezTo>
                  <a:pt x="73" y="412"/>
                  <a:pt x="73" y="59"/>
                  <a:pt x="73" y="44"/>
                </a:cubicBezTo>
                <a:cubicBezTo>
                  <a:pt x="544" y="44"/>
                  <a:pt x="544" y="44"/>
                  <a:pt x="544" y="44"/>
                </a:cubicBezTo>
                <a:cubicBezTo>
                  <a:pt x="544" y="73"/>
                  <a:pt x="544" y="412"/>
                  <a:pt x="544" y="41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6" name="Freeform 205"/>
          <p:cNvSpPr/>
          <p:nvPr/>
        </p:nvSpPr>
        <p:spPr>
          <a:xfrm>
            <a:off x="5389560" y="1406520"/>
            <a:ext cx="264960" cy="355680"/>
          </a:xfrm>
          <a:custGeom>
            <a:avLst/>
            <a:gdLst/>
            <a:ahLst/>
            <a:rect l="l" t="t" r="r" b="b"/>
            <a:pathLst>
              <a:path w="443" h="590">
                <a:moveTo>
                  <a:pt x="353" y="0"/>
                </a:moveTo>
                <a:lnTo>
                  <a:pt x="353" y="0"/>
                </a:lnTo>
                <a:cubicBezTo>
                  <a:pt x="89" y="0"/>
                  <a:pt x="89" y="0"/>
                  <a:pt x="89" y="0"/>
                </a:cubicBezTo>
                <a:cubicBezTo>
                  <a:pt x="44" y="0"/>
                  <a:pt x="0" y="30"/>
                  <a:pt x="0" y="73"/>
                </a:cubicBezTo>
                <a:cubicBezTo>
                  <a:pt x="0" y="515"/>
                  <a:pt x="0" y="515"/>
                  <a:pt x="0" y="515"/>
                </a:cubicBezTo>
                <a:cubicBezTo>
                  <a:pt x="0" y="560"/>
                  <a:pt x="44" y="589"/>
                  <a:pt x="89" y="589"/>
                </a:cubicBezTo>
                <a:cubicBezTo>
                  <a:pt x="221" y="456"/>
                  <a:pt x="221" y="456"/>
                  <a:pt x="221" y="456"/>
                </a:cubicBezTo>
                <a:cubicBezTo>
                  <a:pt x="353" y="589"/>
                  <a:pt x="353" y="589"/>
                  <a:pt x="353" y="589"/>
                </a:cubicBezTo>
                <a:cubicBezTo>
                  <a:pt x="398" y="589"/>
                  <a:pt x="442" y="560"/>
                  <a:pt x="442" y="515"/>
                </a:cubicBezTo>
                <a:cubicBezTo>
                  <a:pt x="442" y="73"/>
                  <a:pt x="442" y="73"/>
                  <a:pt x="442" y="73"/>
                </a:cubicBezTo>
                <a:cubicBezTo>
                  <a:pt x="442" y="30"/>
                  <a:pt x="398" y="0"/>
                  <a:pt x="353" y="0"/>
                </a:cubicBezTo>
                <a:close/>
                <a:moveTo>
                  <a:pt x="398" y="515"/>
                </a:moveTo>
                <a:lnTo>
                  <a:pt x="398" y="515"/>
                </a:lnTo>
                <a:cubicBezTo>
                  <a:pt x="398" y="530"/>
                  <a:pt x="383" y="545"/>
                  <a:pt x="353" y="545"/>
                </a:cubicBezTo>
                <a:cubicBezTo>
                  <a:pt x="221" y="412"/>
                  <a:pt x="221" y="412"/>
                  <a:pt x="221" y="412"/>
                </a:cubicBezTo>
                <a:cubicBezTo>
                  <a:pt x="89" y="545"/>
                  <a:pt x="89" y="545"/>
                  <a:pt x="89" y="545"/>
                </a:cubicBezTo>
                <a:cubicBezTo>
                  <a:pt x="59" y="545"/>
                  <a:pt x="44" y="530"/>
                  <a:pt x="44" y="515"/>
                </a:cubicBezTo>
                <a:cubicBezTo>
                  <a:pt x="44" y="73"/>
                  <a:pt x="44" y="73"/>
                  <a:pt x="44" y="73"/>
                </a:cubicBezTo>
                <a:cubicBezTo>
                  <a:pt x="44" y="59"/>
                  <a:pt x="59" y="44"/>
                  <a:pt x="89" y="44"/>
                </a:cubicBezTo>
                <a:cubicBezTo>
                  <a:pt x="353" y="44"/>
                  <a:pt x="353" y="44"/>
                  <a:pt x="353" y="44"/>
                </a:cubicBezTo>
                <a:cubicBezTo>
                  <a:pt x="383" y="44"/>
                  <a:pt x="398" y="59"/>
                  <a:pt x="398" y="73"/>
                </a:cubicBezTo>
                <a:lnTo>
                  <a:pt x="398" y="5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7" name="Freeform 206"/>
          <p:cNvSpPr/>
          <p:nvPr/>
        </p:nvSpPr>
        <p:spPr>
          <a:xfrm>
            <a:off x="4714920" y="1406520"/>
            <a:ext cx="382680" cy="382680"/>
          </a:xfrm>
          <a:custGeom>
            <a:avLst/>
            <a:gdLst/>
            <a:ahLst/>
            <a:rect l="l" t="t" r="r" b="b"/>
            <a:pathLst>
              <a:path w="634" h="634">
                <a:moveTo>
                  <a:pt x="560" y="73"/>
                </a:moveTo>
                <a:lnTo>
                  <a:pt x="560" y="73"/>
                </a:lnTo>
                <a:cubicBezTo>
                  <a:pt x="280" y="73"/>
                  <a:pt x="280" y="73"/>
                  <a:pt x="280" y="73"/>
                </a:cubicBezTo>
                <a:cubicBezTo>
                  <a:pt x="280" y="30"/>
                  <a:pt x="251" y="0"/>
                  <a:pt x="207" y="0"/>
                </a:cubicBezTo>
                <a:cubicBezTo>
                  <a:pt x="89" y="0"/>
                  <a:pt x="89" y="0"/>
                  <a:pt x="89" y="0"/>
                </a:cubicBezTo>
                <a:cubicBezTo>
                  <a:pt x="45" y="0"/>
                  <a:pt x="0" y="30"/>
                  <a:pt x="0" y="73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589"/>
                  <a:pt x="45" y="633"/>
                  <a:pt x="89" y="633"/>
                </a:cubicBezTo>
                <a:cubicBezTo>
                  <a:pt x="560" y="633"/>
                  <a:pt x="560" y="633"/>
                  <a:pt x="560" y="633"/>
                </a:cubicBezTo>
                <a:cubicBezTo>
                  <a:pt x="604" y="633"/>
                  <a:pt x="633" y="589"/>
                  <a:pt x="633" y="545"/>
                </a:cubicBezTo>
                <a:cubicBezTo>
                  <a:pt x="633" y="162"/>
                  <a:pt x="633" y="162"/>
                  <a:pt x="633" y="162"/>
                </a:cubicBezTo>
                <a:cubicBezTo>
                  <a:pt x="633" y="118"/>
                  <a:pt x="604" y="73"/>
                  <a:pt x="560" y="73"/>
                </a:cubicBezTo>
                <a:close/>
                <a:moveTo>
                  <a:pt x="589" y="545"/>
                </a:moveTo>
                <a:lnTo>
                  <a:pt x="589" y="545"/>
                </a:lnTo>
                <a:cubicBezTo>
                  <a:pt x="589" y="574"/>
                  <a:pt x="575" y="589"/>
                  <a:pt x="560" y="589"/>
                </a:cubicBezTo>
                <a:cubicBezTo>
                  <a:pt x="89" y="589"/>
                  <a:pt x="89" y="589"/>
                  <a:pt x="89" y="589"/>
                </a:cubicBezTo>
                <a:cubicBezTo>
                  <a:pt x="59" y="589"/>
                  <a:pt x="45" y="574"/>
                  <a:pt x="45" y="545"/>
                </a:cubicBezTo>
                <a:cubicBezTo>
                  <a:pt x="45" y="236"/>
                  <a:pt x="45" y="236"/>
                  <a:pt x="45" y="236"/>
                </a:cubicBezTo>
                <a:cubicBezTo>
                  <a:pt x="589" y="236"/>
                  <a:pt x="589" y="236"/>
                  <a:pt x="589" y="236"/>
                </a:cubicBezTo>
                <a:lnTo>
                  <a:pt x="589" y="545"/>
                </a:lnTo>
                <a:close/>
                <a:moveTo>
                  <a:pt x="589" y="191"/>
                </a:moveTo>
                <a:lnTo>
                  <a:pt x="589" y="191"/>
                </a:lnTo>
                <a:cubicBezTo>
                  <a:pt x="45" y="191"/>
                  <a:pt x="45" y="191"/>
                  <a:pt x="45" y="191"/>
                </a:cubicBezTo>
                <a:cubicBezTo>
                  <a:pt x="45" y="73"/>
                  <a:pt x="45" y="73"/>
                  <a:pt x="45" y="73"/>
                </a:cubicBezTo>
                <a:cubicBezTo>
                  <a:pt x="45" y="59"/>
                  <a:pt x="59" y="44"/>
                  <a:pt x="89" y="44"/>
                </a:cubicBezTo>
                <a:cubicBezTo>
                  <a:pt x="207" y="44"/>
                  <a:pt x="207" y="44"/>
                  <a:pt x="207" y="44"/>
                </a:cubicBezTo>
                <a:cubicBezTo>
                  <a:pt x="221" y="44"/>
                  <a:pt x="236" y="59"/>
                  <a:pt x="236" y="73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560" y="118"/>
                  <a:pt x="560" y="118"/>
                  <a:pt x="560" y="118"/>
                </a:cubicBezTo>
                <a:cubicBezTo>
                  <a:pt x="575" y="118"/>
                  <a:pt x="589" y="132"/>
                  <a:pt x="589" y="162"/>
                </a:cubicBezTo>
                <a:lnTo>
                  <a:pt x="589" y="19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8" name="Freeform 207"/>
          <p:cNvSpPr/>
          <p:nvPr/>
        </p:nvSpPr>
        <p:spPr>
          <a:xfrm>
            <a:off x="4111560" y="1406520"/>
            <a:ext cx="355680" cy="382680"/>
          </a:xfrm>
          <a:custGeom>
            <a:avLst/>
            <a:gdLst/>
            <a:ahLst/>
            <a:rect l="l" t="t" r="r" b="b"/>
            <a:pathLst>
              <a:path w="590" h="634">
                <a:moveTo>
                  <a:pt x="516" y="0"/>
                </a:moveTo>
                <a:lnTo>
                  <a:pt x="516" y="0"/>
                </a:lnTo>
                <a:cubicBezTo>
                  <a:pt x="89" y="0"/>
                  <a:pt x="89" y="0"/>
                  <a:pt x="89" y="0"/>
                </a:cubicBezTo>
                <a:cubicBezTo>
                  <a:pt x="44" y="0"/>
                  <a:pt x="0" y="30"/>
                  <a:pt x="0" y="73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589"/>
                  <a:pt x="44" y="633"/>
                  <a:pt x="89" y="633"/>
                </a:cubicBezTo>
                <a:cubicBezTo>
                  <a:pt x="516" y="633"/>
                  <a:pt x="516" y="633"/>
                  <a:pt x="516" y="633"/>
                </a:cubicBezTo>
                <a:cubicBezTo>
                  <a:pt x="560" y="633"/>
                  <a:pt x="589" y="589"/>
                  <a:pt x="589" y="545"/>
                </a:cubicBezTo>
                <a:cubicBezTo>
                  <a:pt x="589" y="73"/>
                  <a:pt x="589" y="73"/>
                  <a:pt x="589" y="73"/>
                </a:cubicBezTo>
                <a:cubicBezTo>
                  <a:pt x="589" y="30"/>
                  <a:pt x="560" y="0"/>
                  <a:pt x="516" y="0"/>
                </a:cubicBezTo>
                <a:close/>
                <a:moveTo>
                  <a:pt x="89" y="44"/>
                </a:moveTo>
                <a:lnTo>
                  <a:pt x="89" y="44"/>
                </a:lnTo>
                <a:cubicBezTo>
                  <a:pt x="516" y="44"/>
                  <a:pt x="516" y="44"/>
                  <a:pt x="516" y="44"/>
                </a:cubicBezTo>
                <a:cubicBezTo>
                  <a:pt x="530" y="44"/>
                  <a:pt x="530" y="44"/>
                  <a:pt x="530" y="44"/>
                </a:cubicBezTo>
                <a:cubicBezTo>
                  <a:pt x="457" y="118"/>
                  <a:pt x="457" y="118"/>
                  <a:pt x="457" y="118"/>
                </a:cubicBezTo>
                <a:cubicBezTo>
                  <a:pt x="148" y="118"/>
                  <a:pt x="148" y="118"/>
                  <a:pt x="148" y="118"/>
                </a:cubicBezTo>
                <a:cubicBezTo>
                  <a:pt x="59" y="44"/>
                  <a:pt x="59" y="44"/>
                  <a:pt x="59" y="44"/>
                </a:cubicBezTo>
                <a:cubicBezTo>
                  <a:pt x="74" y="44"/>
                  <a:pt x="74" y="44"/>
                  <a:pt x="89" y="44"/>
                </a:cubicBezTo>
                <a:close/>
                <a:moveTo>
                  <a:pt x="560" y="545"/>
                </a:moveTo>
                <a:lnTo>
                  <a:pt x="560" y="545"/>
                </a:lnTo>
                <a:cubicBezTo>
                  <a:pt x="560" y="574"/>
                  <a:pt x="530" y="589"/>
                  <a:pt x="516" y="589"/>
                </a:cubicBezTo>
                <a:cubicBezTo>
                  <a:pt x="89" y="589"/>
                  <a:pt x="89" y="589"/>
                  <a:pt x="89" y="589"/>
                </a:cubicBezTo>
                <a:cubicBezTo>
                  <a:pt x="59" y="589"/>
                  <a:pt x="44" y="574"/>
                  <a:pt x="44" y="545"/>
                </a:cubicBezTo>
                <a:cubicBezTo>
                  <a:pt x="44" y="89"/>
                  <a:pt x="44" y="89"/>
                  <a:pt x="44" y="89"/>
                </a:cubicBezTo>
                <a:cubicBezTo>
                  <a:pt x="118" y="162"/>
                  <a:pt x="118" y="162"/>
                  <a:pt x="118" y="162"/>
                </a:cubicBezTo>
                <a:cubicBezTo>
                  <a:pt x="471" y="162"/>
                  <a:pt x="471" y="162"/>
                  <a:pt x="471" y="162"/>
                </a:cubicBezTo>
                <a:cubicBezTo>
                  <a:pt x="560" y="89"/>
                  <a:pt x="560" y="89"/>
                  <a:pt x="560" y="89"/>
                </a:cubicBezTo>
                <a:lnTo>
                  <a:pt x="560" y="54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9" name="Freeform 208"/>
          <p:cNvSpPr/>
          <p:nvPr/>
        </p:nvSpPr>
        <p:spPr>
          <a:xfrm>
            <a:off x="3500280" y="1433520"/>
            <a:ext cx="346320" cy="347760"/>
          </a:xfrm>
          <a:custGeom>
            <a:avLst/>
            <a:gdLst/>
            <a:ahLst/>
            <a:rect l="l" t="t" r="r" b="b"/>
            <a:pathLst>
              <a:path w="575" h="576">
                <a:moveTo>
                  <a:pt x="544" y="221"/>
                </a:moveTo>
                <a:lnTo>
                  <a:pt x="544" y="221"/>
                </a:lnTo>
                <a:cubicBezTo>
                  <a:pt x="265" y="486"/>
                  <a:pt x="265" y="486"/>
                  <a:pt x="265" y="486"/>
                </a:cubicBezTo>
                <a:cubicBezTo>
                  <a:pt x="220" y="530"/>
                  <a:pt x="147" y="530"/>
                  <a:pt x="88" y="486"/>
                </a:cubicBezTo>
                <a:cubicBezTo>
                  <a:pt x="44" y="442"/>
                  <a:pt x="44" y="368"/>
                  <a:pt x="88" y="324"/>
                </a:cubicBezTo>
                <a:cubicBezTo>
                  <a:pt x="338" y="74"/>
                  <a:pt x="338" y="74"/>
                  <a:pt x="338" y="74"/>
                </a:cubicBezTo>
                <a:cubicBezTo>
                  <a:pt x="383" y="45"/>
                  <a:pt x="426" y="45"/>
                  <a:pt x="456" y="74"/>
                </a:cubicBezTo>
                <a:cubicBezTo>
                  <a:pt x="485" y="103"/>
                  <a:pt x="485" y="162"/>
                  <a:pt x="456" y="192"/>
                </a:cubicBezTo>
                <a:cubicBezTo>
                  <a:pt x="206" y="442"/>
                  <a:pt x="206" y="442"/>
                  <a:pt x="206" y="442"/>
                </a:cubicBezTo>
                <a:cubicBezTo>
                  <a:pt x="191" y="457"/>
                  <a:pt x="162" y="457"/>
                  <a:pt x="147" y="442"/>
                </a:cubicBezTo>
                <a:cubicBezTo>
                  <a:pt x="132" y="427"/>
                  <a:pt x="132" y="398"/>
                  <a:pt x="147" y="383"/>
                </a:cubicBezTo>
                <a:cubicBezTo>
                  <a:pt x="367" y="162"/>
                  <a:pt x="367" y="162"/>
                  <a:pt x="367" y="162"/>
                </a:cubicBezTo>
                <a:cubicBezTo>
                  <a:pt x="338" y="133"/>
                  <a:pt x="338" y="133"/>
                  <a:pt x="338" y="133"/>
                </a:cubicBezTo>
                <a:cubicBezTo>
                  <a:pt x="117" y="354"/>
                  <a:pt x="117" y="354"/>
                  <a:pt x="117" y="354"/>
                </a:cubicBezTo>
                <a:cubicBezTo>
                  <a:pt x="88" y="383"/>
                  <a:pt x="88" y="427"/>
                  <a:pt x="117" y="457"/>
                </a:cubicBezTo>
                <a:cubicBezTo>
                  <a:pt x="147" y="501"/>
                  <a:pt x="206" y="501"/>
                  <a:pt x="235" y="457"/>
                </a:cubicBezTo>
                <a:cubicBezTo>
                  <a:pt x="485" y="221"/>
                  <a:pt x="485" y="221"/>
                  <a:pt x="485" y="221"/>
                </a:cubicBezTo>
                <a:cubicBezTo>
                  <a:pt x="530" y="162"/>
                  <a:pt x="530" y="88"/>
                  <a:pt x="485" y="45"/>
                </a:cubicBezTo>
                <a:cubicBezTo>
                  <a:pt x="441" y="0"/>
                  <a:pt x="367" y="0"/>
                  <a:pt x="324" y="45"/>
                </a:cubicBezTo>
                <a:cubicBezTo>
                  <a:pt x="58" y="309"/>
                  <a:pt x="58" y="309"/>
                  <a:pt x="58" y="309"/>
                </a:cubicBezTo>
                <a:lnTo>
                  <a:pt x="58" y="309"/>
                </a:lnTo>
                <a:cubicBezTo>
                  <a:pt x="0" y="368"/>
                  <a:pt x="14" y="457"/>
                  <a:pt x="58" y="516"/>
                </a:cubicBezTo>
                <a:cubicBezTo>
                  <a:pt x="117" y="575"/>
                  <a:pt x="206" y="575"/>
                  <a:pt x="279" y="530"/>
                </a:cubicBezTo>
                <a:lnTo>
                  <a:pt x="279" y="530"/>
                </a:lnTo>
                <a:cubicBezTo>
                  <a:pt x="574" y="236"/>
                  <a:pt x="574" y="236"/>
                  <a:pt x="574" y="236"/>
                </a:cubicBezTo>
                <a:lnTo>
                  <a:pt x="544" y="221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0" name="Freeform 209"/>
          <p:cNvSpPr/>
          <p:nvPr/>
        </p:nvSpPr>
        <p:spPr>
          <a:xfrm>
            <a:off x="2968560" y="1406520"/>
            <a:ext cx="187560" cy="382680"/>
          </a:xfrm>
          <a:custGeom>
            <a:avLst/>
            <a:gdLst/>
            <a:ahLst/>
            <a:rect l="l" t="t" r="r" b="b"/>
            <a:pathLst>
              <a:path w="310" h="634">
                <a:moveTo>
                  <a:pt x="280" y="73"/>
                </a:moveTo>
                <a:lnTo>
                  <a:pt x="280" y="73"/>
                </a:lnTo>
                <a:cubicBezTo>
                  <a:pt x="280" y="471"/>
                  <a:pt x="280" y="471"/>
                  <a:pt x="280" y="471"/>
                </a:cubicBezTo>
                <a:cubicBezTo>
                  <a:pt x="280" y="530"/>
                  <a:pt x="221" y="589"/>
                  <a:pt x="162" y="589"/>
                </a:cubicBezTo>
                <a:cubicBezTo>
                  <a:pt x="89" y="589"/>
                  <a:pt x="45" y="530"/>
                  <a:pt x="45" y="471"/>
                </a:cubicBezTo>
                <a:cubicBezTo>
                  <a:pt x="45" y="118"/>
                  <a:pt x="45" y="118"/>
                  <a:pt x="45" y="118"/>
                </a:cubicBezTo>
                <a:cubicBezTo>
                  <a:pt x="45" y="73"/>
                  <a:pt x="74" y="44"/>
                  <a:pt x="118" y="44"/>
                </a:cubicBezTo>
                <a:cubicBezTo>
                  <a:pt x="162" y="44"/>
                  <a:pt x="192" y="73"/>
                  <a:pt x="192" y="118"/>
                </a:cubicBezTo>
                <a:cubicBezTo>
                  <a:pt x="192" y="471"/>
                  <a:pt x="192" y="471"/>
                  <a:pt x="192" y="471"/>
                </a:cubicBezTo>
                <a:cubicBezTo>
                  <a:pt x="192" y="486"/>
                  <a:pt x="177" y="515"/>
                  <a:pt x="162" y="515"/>
                </a:cubicBezTo>
                <a:cubicBezTo>
                  <a:pt x="133" y="515"/>
                  <a:pt x="118" y="486"/>
                  <a:pt x="118" y="471"/>
                </a:cubicBezTo>
                <a:cubicBezTo>
                  <a:pt x="118" y="162"/>
                  <a:pt x="118" y="162"/>
                  <a:pt x="118" y="162"/>
                </a:cubicBezTo>
                <a:cubicBezTo>
                  <a:pt x="74" y="162"/>
                  <a:pt x="74" y="162"/>
                  <a:pt x="74" y="162"/>
                </a:cubicBezTo>
                <a:cubicBezTo>
                  <a:pt x="74" y="471"/>
                  <a:pt x="74" y="471"/>
                  <a:pt x="74" y="471"/>
                </a:cubicBezTo>
                <a:cubicBezTo>
                  <a:pt x="74" y="515"/>
                  <a:pt x="118" y="545"/>
                  <a:pt x="162" y="545"/>
                </a:cubicBezTo>
                <a:cubicBezTo>
                  <a:pt x="207" y="545"/>
                  <a:pt x="236" y="515"/>
                  <a:pt x="236" y="471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6" y="59"/>
                  <a:pt x="177" y="0"/>
                  <a:pt x="118" y="0"/>
                </a:cubicBezTo>
                <a:cubicBezTo>
                  <a:pt x="59" y="0"/>
                  <a:pt x="0" y="59"/>
                  <a:pt x="0" y="118"/>
                </a:cubicBezTo>
                <a:cubicBezTo>
                  <a:pt x="0" y="486"/>
                  <a:pt x="0" y="486"/>
                  <a:pt x="0" y="486"/>
                </a:cubicBezTo>
                <a:cubicBezTo>
                  <a:pt x="15" y="574"/>
                  <a:pt x="74" y="633"/>
                  <a:pt x="162" y="633"/>
                </a:cubicBezTo>
                <a:cubicBezTo>
                  <a:pt x="236" y="633"/>
                  <a:pt x="309" y="574"/>
                  <a:pt x="309" y="486"/>
                </a:cubicBezTo>
                <a:cubicBezTo>
                  <a:pt x="309" y="73"/>
                  <a:pt x="309" y="73"/>
                  <a:pt x="309" y="73"/>
                </a:cubicBezTo>
                <a:lnTo>
                  <a:pt x="280" y="73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1" name="Freeform 210"/>
          <p:cNvSpPr/>
          <p:nvPr/>
        </p:nvSpPr>
        <p:spPr>
          <a:xfrm>
            <a:off x="2268360" y="1417680"/>
            <a:ext cx="355680" cy="355680"/>
          </a:xfrm>
          <a:custGeom>
            <a:avLst/>
            <a:gdLst/>
            <a:ahLst/>
            <a:rect l="l" t="t" r="r" b="b"/>
            <a:pathLst>
              <a:path w="590" h="589">
                <a:moveTo>
                  <a:pt x="457" y="412"/>
                </a:moveTo>
                <a:lnTo>
                  <a:pt x="560" y="324"/>
                </a:lnTo>
                <a:lnTo>
                  <a:pt x="501" y="324"/>
                </a:lnTo>
                <a:lnTo>
                  <a:pt x="280" y="103"/>
                </a:lnTo>
                <a:lnTo>
                  <a:pt x="280" y="0"/>
                </a:lnTo>
                <a:lnTo>
                  <a:pt x="0" y="279"/>
                </a:lnTo>
                <a:lnTo>
                  <a:pt x="103" y="279"/>
                </a:lnTo>
                <a:lnTo>
                  <a:pt x="324" y="500"/>
                </a:lnTo>
                <a:lnTo>
                  <a:pt x="324" y="559"/>
                </a:lnTo>
                <a:lnTo>
                  <a:pt x="412" y="456"/>
                </a:lnTo>
                <a:lnTo>
                  <a:pt x="574" y="588"/>
                </a:lnTo>
                <a:lnTo>
                  <a:pt x="589" y="574"/>
                </a:lnTo>
                <a:lnTo>
                  <a:pt x="457" y="412"/>
                </a:lnTo>
                <a:close/>
                <a:moveTo>
                  <a:pt x="353" y="471"/>
                </a:moveTo>
                <a:lnTo>
                  <a:pt x="133" y="250"/>
                </a:lnTo>
                <a:lnTo>
                  <a:pt x="251" y="132"/>
                </a:lnTo>
                <a:lnTo>
                  <a:pt x="471" y="353"/>
                </a:lnTo>
                <a:lnTo>
                  <a:pt x="353" y="47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2" name="Freeform 211"/>
          <p:cNvSpPr/>
          <p:nvPr/>
        </p:nvSpPr>
        <p:spPr>
          <a:xfrm>
            <a:off x="1630440" y="1442880"/>
            <a:ext cx="382680" cy="365400"/>
          </a:xfrm>
          <a:custGeom>
            <a:avLst/>
            <a:gdLst/>
            <a:ahLst/>
            <a:rect l="l" t="t" r="r" b="b"/>
            <a:pathLst>
              <a:path w="634" h="604">
                <a:moveTo>
                  <a:pt x="619" y="14"/>
                </a:moveTo>
                <a:lnTo>
                  <a:pt x="619" y="14"/>
                </a:lnTo>
                <a:cubicBezTo>
                  <a:pt x="589" y="0"/>
                  <a:pt x="560" y="0"/>
                  <a:pt x="530" y="14"/>
                </a:cubicBezTo>
                <a:cubicBezTo>
                  <a:pt x="192" y="353"/>
                  <a:pt x="192" y="353"/>
                  <a:pt x="192" y="353"/>
                </a:cubicBezTo>
                <a:cubicBezTo>
                  <a:pt x="162" y="353"/>
                  <a:pt x="103" y="368"/>
                  <a:pt x="74" y="442"/>
                </a:cubicBezTo>
                <a:cubicBezTo>
                  <a:pt x="59" y="486"/>
                  <a:pt x="0" y="486"/>
                  <a:pt x="0" y="486"/>
                </a:cubicBezTo>
                <a:cubicBezTo>
                  <a:pt x="103" y="603"/>
                  <a:pt x="236" y="530"/>
                  <a:pt x="251" y="501"/>
                </a:cubicBezTo>
                <a:cubicBezTo>
                  <a:pt x="280" y="486"/>
                  <a:pt x="280" y="456"/>
                  <a:pt x="280" y="427"/>
                </a:cubicBezTo>
                <a:cubicBezTo>
                  <a:pt x="619" y="103"/>
                  <a:pt x="619" y="103"/>
                  <a:pt x="619" y="103"/>
                </a:cubicBezTo>
                <a:cubicBezTo>
                  <a:pt x="633" y="73"/>
                  <a:pt x="633" y="44"/>
                  <a:pt x="619" y="14"/>
                </a:cubicBezTo>
                <a:close/>
                <a:moveTo>
                  <a:pt x="236" y="486"/>
                </a:moveTo>
                <a:lnTo>
                  <a:pt x="236" y="486"/>
                </a:lnTo>
                <a:cubicBezTo>
                  <a:pt x="207" y="501"/>
                  <a:pt x="118" y="530"/>
                  <a:pt x="74" y="501"/>
                </a:cubicBezTo>
                <a:cubicBezTo>
                  <a:pt x="74" y="501"/>
                  <a:pt x="89" y="486"/>
                  <a:pt x="103" y="456"/>
                </a:cubicBezTo>
                <a:cubicBezTo>
                  <a:pt x="133" y="368"/>
                  <a:pt x="221" y="383"/>
                  <a:pt x="221" y="383"/>
                </a:cubicBezTo>
                <a:cubicBezTo>
                  <a:pt x="251" y="412"/>
                  <a:pt x="251" y="412"/>
                  <a:pt x="251" y="412"/>
                </a:cubicBezTo>
                <a:cubicBezTo>
                  <a:pt x="251" y="412"/>
                  <a:pt x="265" y="442"/>
                  <a:pt x="236" y="486"/>
                </a:cubicBezTo>
                <a:close/>
                <a:moveTo>
                  <a:pt x="265" y="383"/>
                </a:moveTo>
                <a:lnTo>
                  <a:pt x="265" y="383"/>
                </a:lnTo>
                <a:lnTo>
                  <a:pt x="251" y="353"/>
                </a:lnTo>
                <a:cubicBezTo>
                  <a:pt x="280" y="309"/>
                  <a:pt x="280" y="309"/>
                  <a:pt x="280" y="309"/>
                </a:cubicBezTo>
                <a:cubicBezTo>
                  <a:pt x="310" y="339"/>
                  <a:pt x="310" y="339"/>
                  <a:pt x="310" y="339"/>
                </a:cubicBezTo>
                <a:lnTo>
                  <a:pt x="265" y="383"/>
                </a:lnTo>
                <a:close/>
                <a:moveTo>
                  <a:pt x="589" y="73"/>
                </a:moveTo>
                <a:lnTo>
                  <a:pt x="589" y="73"/>
                </a:lnTo>
                <a:cubicBezTo>
                  <a:pt x="339" y="309"/>
                  <a:pt x="339" y="309"/>
                  <a:pt x="339" y="309"/>
                </a:cubicBezTo>
                <a:cubicBezTo>
                  <a:pt x="310" y="294"/>
                  <a:pt x="310" y="294"/>
                  <a:pt x="310" y="294"/>
                </a:cubicBezTo>
                <a:cubicBezTo>
                  <a:pt x="560" y="44"/>
                  <a:pt x="560" y="44"/>
                  <a:pt x="560" y="44"/>
                </a:cubicBezTo>
                <a:cubicBezTo>
                  <a:pt x="574" y="30"/>
                  <a:pt x="574" y="30"/>
                  <a:pt x="589" y="44"/>
                </a:cubicBezTo>
                <a:cubicBezTo>
                  <a:pt x="589" y="44"/>
                  <a:pt x="589" y="59"/>
                  <a:pt x="589" y="7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3" name="Freeform 212"/>
          <p:cNvSpPr/>
          <p:nvPr/>
        </p:nvSpPr>
        <p:spPr>
          <a:xfrm>
            <a:off x="7305840" y="795240"/>
            <a:ext cx="123840" cy="382680"/>
          </a:xfrm>
          <a:custGeom>
            <a:avLst/>
            <a:gdLst/>
            <a:ahLst/>
            <a:rect l="l" t="t" r="r" b="b"/>
            <a:pathLst>
              <a:path w="207" h="634">
                <a:moveTo>
                  <a:pt x="162" y="0"/>
                </a:moveTo>
                <a:lnTo>
                  <a:pt x="162" y="0"/>
                </a:lnTo>
                <a:cubicBezTo>
                  <a:pt x="44" y="0"/>
                  <a:pt x="44" y="0"/>
                  <a:pt x="44" y="0"/>
                </a:cubicBezTo>
                <a:cubicBezTo>
                  <a:pt x="15" y="0"/>
                  <a:pt x="0" y="15"/>
                  <a:pt x="0" y="29"/>
                </a:cubicBezTo>
                <a:cubicBezTo>
                  <a:pt x="0" y="471"/>
                  <a:pt x="0" y="471"/>
                  <a:pt x="0" y="471"/>
                </a:cubicBezTo>
                <a:cubicBezTo>
                  <a:pt x="88" y="604"/>
                  <a:pt x="88" y="604"/>
                  <a:pt x="88" y="604"/>
                </a:cubicBezTo>
                <a:cubicBezTo>
                  <a:pt x="88" y="633"/>
                  <a:pt x="118" y="633"/>
                  <a:pt x="118" y="604"/>
                </a:cubicBezTo>
                <a:cubicBezTo>
                  <a:pt x="206" y="471"/>
                  <a:pt x="206" y="471"/>
                  <a:pt x="206" y="471"/>
                </a:cubicBezTo>
                <a:cubicBezTo>
                  <a:pt x="206" y="29"/>
                  <a:pt x="206" y="29"/>
                  <a:pt x="206" y="29"/>
                </a:cubicBezTo>
                <a:cubicBezTo>
                  <a:pt x="206" y="15"/>
                  <a:pt x="192" y="0"/>
                  <a:pt x="162" y="0"/>
                </a:cubicBezTo>
                <a:close/>
                <a:moveTo>
                  <a:pt x="103" y="575"/>
                </a:moveTo>
                <a:lnTo>
                  <a:pt x="103" y="575"/>
                </a:lnTo>
                <a:cubicBezTo>
                  <a:pt x="44" y="471"/>
                  <a:pt x="44" y="471"/>
                  <a:pt x="44" y="471"/>
                </a:cubicBezTo>
                <a:cubicBezTo>
                  <a:pt x="162" y="471"/>
                  <a:pt x="162" y="471"/>
                  <a:pt x="162" y="471"/>
                </a:cubicBezTo>
                <a:lnTo>
                  <a:pt x="103" y="575"/>
                </a:lnTo>
                <a:close/>
                <a:moveTo>
                  <a:pt x="162" y="427"/>
                </a:moveTo>
                <a:lnTo>
                  <a:pt x="162" y="427"/>
                </a:lnTo>
                <a:cubicBezTo>
                  <a:pt x="118" y="427"/>
                  <a:pt x="59" y="427"/>
                  <a:pt x="44" y="427"/>
                </a:cubicBezTo>
                <a:cubicBezTo>
                  <a:pt x="44" y="177"/>
                  <a:pt x="44" y="177"/>
                  <a:pt x="44" y="177"/>
                </a:cubicBezTo>
                <a:cubicBezTo>
                  <a:pt x="162" y="177"/>
                  <a:pt x="162" y="177"/>
                  <a:pt x="162" y="177"/>
                </a:cubicBezTo>
                <a:lnTo>
                  <a:pt x="162" y="427"/>
                </a:lnTo>
                <a:close/>
                <a:moveTo>
                  <a:pt x="162" y="133"/>
                </a:moveTo>
                <a:lnTo>
                  <a:pt x="162" y="133"/>
                </a:lnTo>
                <a:cubicBezTo>
                  <a:pt x="44" y="133"/>
                  <a:pt x="44" y="133"/>
                  <a:pt x="44" y="133"/>
                </a:cubicBezTo>
                <a:cubicBezTo>
                  <a:pt x="44" y="59"/>
                  <a:pt x="44" y="59"/>
                  <a:pt x="44" y="59"/>
                </a:cubicBezTo>
                <a:cubicBezTo>
                  <a:pt x="44" y="29"/>
                  <a:pt x="44" y="29"/>
                  <a:pt x="59" y="29"/>
                </a:cubicBezTo>
                <a:cubicBezTo>
                  <a:pt x="147" y="29"/>
                  <a:pt x="147" y="29"/>
                  <a:pt x="147" y="29"/>
                </a:cubicBezTo>
                <a:cubicBezTo>
                  <a:pt x="162" y="29"/>
                  <a:pt x="162" y="29"/>
                  <a:pt x="162" y="59"/>
                </a:cubicBezTo>
                <a:lnTo>
                  <a:pt x="162" y="13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4" name="Freeform 213"/>
          <p:cNvSpPr/>
          <p:nvPr/>
        </p:nvSpPr>
        <p:spPr>
          <a:xfrm>
            <a:off x="6561000" y="795240"/>
            <a:ext cx="382680" cy="371520"/>
          </a:xfrm>
          <a:custGeom>
            <a:avLst/>
            <a:gdLst/>
            <a:ahLst/>
            <a:rect l="l" t="t" r="r" b="b"/>
            <a:pathLst>
              <a:path w="634" h="619">
                <a:moveTo>
                  <a:pt x="589" y="236"/>
                </a:moveTo>
                <a:lnTo>
                  <a:pt x="589" y="236"/>
                </a:lnTo>
                <a:cubicBezTo>
                  <a:pt x="589" y="545"/>
                  <a:pt x="589" y="545"/>
                  <a:pt x="589" y="545"/>
                </a:cubicBezTo>
                <a:cubicBezTo>
                  <a:pt x="589" y="559"/>
                  <a:pt x="575" y="589"/>
                  <a:pt x="545" y="589"/>
                </a:cubicBezTo>
                <a:cubicBezTo>
                  <a:pt x="89" y="589"/>
                  <a:pt x="89" y="589"/>
                  <a:pt x="89" y="589"/>
                </a:cubicBezTo>
                <a:cubicBezTo>
                  <a:pt x="59" y="589"/>
                  <a:pt x="45" y="559"/>
                  <a:pt x="45" y="545"/>
                </a:cubicBezTo>
                <a:cubicBezTo>
                  <a:pt x="45" y="74"/>
                  <a:pt x="45" y="74"/>
                  <a:pt x="45" y="74"/>
                </a:cubicBezTo>
                <a:cubicBezTo>
                  <a:pt x="45" y="59"/>
                  <a:pt x="59" y="29"/>
                  <a:pt x="89" y="29"/>
                </a:cubicBezTo>
                <a:cubicBezTo>
                  <a:pt x="398" y="29"/>
                  <a:pt x="398" y="29"/>
                  <a:pt x="398" y="29"/>
                </a:cubicBezTo>
                <a:cubicBezTo>
                  <a:pt x="398" y="0"/>
                  <a:pt x="398" y="0"/>
                  <a:pt x="398" y="0"/>
                </a:cubicBezTo>
                <a:cubicBezTo>
                  <a:pt x="89" y="0"/>
                  <a:pt x="89" y="0"/>
                  <a:pt x="89" y="0"/>
                </a:cubicBezTo>
                <a:cubicBezTo>
                  <a:pt x="45" y="0"/>
                  <a:pt x="0" y="29"/>
                  <a:pt x="0" y="74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589"/>
                  <a:pt x="45" y="618"/>
                  <a:pt x="89" y="618"/>
                </a:cubicBezTo>
                <a:cubicBezTo>
                  <a:pt x="545" y="618"/>
                  <a:pt x="545" y="618"/>
                  <a:pt x="545" y="618"/>
                </a:cubicBezTo>
                <a:cubicBezTo>
                  <a:pt x="589" y="618"/>
                  <a:pt x="633" y="589"/>
                  <a:pt x="633" y="545"/>
                </a:cubicBezTo>
                <a:cubicBezTo>
                  <a:pt x="633" y="236"/>
                  <a:pt x="633" y="236"/>
                  <a:pt x="633" y="236"/>
                </a:cubicBezTo>
                <a:lnTo>
                  <a:pt x="589" y="236"/>
                </a:lnTo>
                <a:close/>
                <a:moveTo>
                  <a:pt x="162" y="354"/>
                </a:moveTo>
                <a:lnTo>
                  <a:pt x="162" y="354"/>
                </a:lnTo>
                <a:cubicBezTo>
                  <a:pt x="74" y="516"/>
                  <a:pt x="74" y="516"/>
                  <a:pt x="74" y="516"/>
                </a:cubicBezTo>
                <a:cubicBezTo>
                  <a:pt x="74" y="545"/>
                  <a:pt x="89" y="559"/>
                  <a:pt x="103" y="545"/>
                </a:cubicBezTo>
                <a:cubicBezTo>
                  <a:pt x="280" y="457"/>
                  <a:pt x="280" y="457"/>
                  <a:pt x="280" y="457"/>
                </a:cubicBezTo>
                <a:lnTo>
                  <a:pt x="295" y="457"/>
                </a:lnTo>
                <a:cubicBezTo>
                  <a:pt x="604" y="147"/>
                  <a:pt x="604" y="147"/>
                  <a:pt x="604" y="147"/>
                </a:cubicBezTo>
                <a:cubicBezTo>
                  <a:pt x="619" y="133"/>
                  <a:pt x="619" y="103"/>
                  <a:pt x="604" y="88"/>
                </a:cubicBezTo>
                <a:cubicBezTo>
                  <a:pt x="530" y="29"/>
                  <a:pt x="530" y="29"/>
                  <a:pt x="530" y="29"/>
                </a:cubicBezTo>
                <a:cubicBezTo>
                  <a:pt x="516" y="15"/>
                  <a:pt x="486" y="15"/>
                  <a:pt x="471" y="29"/>
                </a:cubicBezTo>
                <a:cubicBezTo>
                  <a:pt x="177" y="324"/>
                  <a:pt x="177" y="324"/>
                  <a:pt x="177" y="324"/>
                </a:cubicBezTo>
                <a:cubicBezTo>
                  <a:pt x="162" y="339"/>
                  <a:pt x="162" y="339"/>
                  <a:pt x="162" y="354"/>
                </a:cubicBezTo>
                <a:close/>
                <a:moveTo>
                  <a:pt x="486" y="74"/>
                </a:moveTo>
                <a:lnTo>
                  <a:pt x="486" y="74"/>
                </a:lnTo>
                <a:cubicBezTo>
                  <a:pt x="501" y="59"/>
                  <a:pt x="516" y="59"/>
                  <a:pt x="516" y="74"/>
                </a:cubicBezTo>
                <a:cubicBezTo>
                  <a:pt x="560" y="103"/>
                  <a:pt x="560" y="103"/>
                  <a:pt x="560" y="103"/>
                </a:cubicBezTo>
                <a:cubicBezTo>
                  <a:pt x="575" y="118"/>
                  <a:pt x="575" y="133"/>
                  <a:pt x="560" y="133"/>
                </a:cubicBezTo>
                <a:cubicBezTo>
                  <a:pt x="516" y="177"/>
                  <a:pt x="516" y="177"/>
                  <a:pt x="516" y="177"/>
                </a:cubicBezTo>
                <a:cubicBezTo>
                  <a:pt x="457" y="103"/>
                  <a:pt x="457" y="103"/>
                  <a:pt x="457" y="103"/>
                </a:cubicBezTo>
                <a:lnTo>
                  <a:pt x="486" y="74"/>
                </a:lnTo>
                <a:close/>
                <a:moveTo>
                  <a:pt x="428" y="133"/>
                </a:moveTo>
                <a:lnTo>
                  <a:pt x="428" y="133"/>
                </a:lnTo>
                <a:cubicBezTo>
                  <a:pt x="486" y="206"/>
                  <a:pt x="486" y="206"/>
                  <a:pt x="486" y="206"/>
                </a:cubicBezTo>
                <a:cubicBezTo>
                  <a:pt x="266" y="427"/>
                  <a:pt x="266" y="427"/>
                  <a:pt x="266" y="427"/>
                </a:cubicBezTo>
                <a:cubicBezTo>
                  <a:pt x="251" y="398"/>
                  <a:pt x="207" y="368"/>
                  <a:pt x="207" y="354"/>
                </a:cubicBezTo>
                <a:lnTo>
                  <a:pt x="428" y="133"/>
                </a:lnTo>
                <a:close/>
                <a:moveTo>
                  <a:pt x="236" y="442"/>
                </a:moveTo>
                <a:lnTo>
                  <a:pt x="236" y="442"/>
                </a:lnTo>
                <a:cubicBezTo>
                  <a:pt x="133" y="516"/>
                  <a:pt x="133" y="516"/>
                  <a:pt x="133" y="516"/>
                </a:cubicBezTo>
                <a:cubicBezTo>
                  <a:pt x="118" y="516"/>
                  <a:pt x="118" y="501"/>
                  <a:pt x="118" y="501"/>
                </a:cubicBezTo>
                <a:cubicBezTo>
                  <a:pt x="177" y="398"/>
                  <a:pt x="177" y="398"/>
                  <a:pt x="177" y="398"/>
                </a:cubicBezTo>
                <a:lnTo>
                  <a:pt x="236" y="44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5" name="Freeform 214"/>
          <p:cNvSpPr/>
          <p:nvPr/>
        </p:nvSpPr>
        <p:spPr>
          <a:xfrm>
            <a:off x="5973840" y="795240"/>
            <a:ext cx="330120" cy="371520"/>
          </a:xfrm>
          <a:custGeom>
            <a:avLst/>
            <a:gdLst/>
            <a:ahLst/>
            <a:rect l="l" t="t" r="r" b="b"/>
            <a:pathLst>
              <a:path w="545" h="619">
                <a:moveTo>
                  <a:pt x="412" y="368"/>
                </a:moveTo>
                <a:lnTo>
                  <a:pt x="412" y="368"/>
                </a:lnTo>
                <a:cubicBezTo>
                  <a:pt x="132" y="368"/>
                  <a:pt x="132" y="368"/>
                  <a:pt x="132" y="368"/>
                </a:cubicBezTo>
                <a:cubicBezTo>
                  <a:pt x="118" y="368"/>
                  <a:pt x="118" y="383"/>
                  <a:pt x="118" y="383"/>
                </a:cubicBezTo>
                <a:cubicBezTo>
                  <a:pt x="118" y="398"/>
                  <a:pt x="118" y="412"/>
                  <a:pt x="132" y="412"/>
                </a:cubicBezTo>
                <a:cubicBezTo>
                  <a:pt x="412" y="412"/>
                  <a:pt x="412" y="412"/>
                  <a:pt x="412" y="412"/>
                </a:cubicBezTo>
                <a:cubicBezTo>
                  <a:pt x="412" y="412"/>
                  <a:pt x="427" y="398"/>
                  <a:pt x="427" y="383"/>
                </a:cubicBezTo>
                <a:lnTo>
                  <a:pt x="412" y="368"/>
                </a:lnTo>
                <a:close/>
                <a:moveTo>
                  <a:pt x="412" y="471"/>
                </a:moveTo>
                <a:lnTo>
                  <a:pt x="412" y="471"/>
                </a:lnTo>
                <a:cubicBezTo>
                  <a:pt x="132" y="471"/>
                  <a:pt x="132" y="471"/>
                  <a:pt x="132" y="471"/>
                </a:cubicBezTo>
                <a:cubicBezTo>
                  <a:pt x="118" y="471"/>
                  <a:pt x="118" y="471"/>
                  <a:pt x="118" y="486"/>
                </a:cubicBezTo>
                <a:cubicBezTo>
                  <a:pt x="118" y="501"/>
                  <a:pt x="118" y="501"/>
                  <a:pt x="132" y="501"/>
                </a:cubicBezTo>
                <a:cubicBezTo>
                  <a:pt x="412" y="501"/>
                  <a:pt x="412" y="501"/>
                  <a:pt x="412" y="501"/>
                </a:cubicBezTo>
                <a:cubicBezTo>
                  <a:pt x="412" y="501"/>
                  <a:pt x="427" y="501"/>
                  <a:pt x="427" y="486"/>
                </a:cubicBezTo>
                <a:cubicBezTo>
                  <a:pt x="427" y="471"/>
                  <a:pt x="412" y="471"/>
                  <a:pt x="412" y="471"/>
                </a:cubicBezTo>
                <a:close/>
                <a:moveTo>
                  <a:pt x="471" y="74"/>
                </a:moveTo>
                <a:lnTo>
                  <a:pt x="471" y="74"/>
                </a:lnTo>
                <a:cubicBezTo>
                  <a:pt x="412" y="74"/>
                  <a:pt x="412" y="74"/>
                  <a:pt x="412" y="74"/>
                </a:cubicBezTo>
                <a:cubicBezTo>
                  <a:pt x="412" y="29"/>
                  <a:pt x="412" y="29"/>
                  <a:pt x="412" y="29"/>
                </a:cubicBezTo>
                <a:cubicBezTo>
                  <a:pt x="353" y="29"/>
                  <a:pt x="353" y="29"/>
                  <a:pt x="353" y="29"/>
                </a:cubicBezTo>
                <a:cubicBezTo>
                  <a:pt x="339" y="15"/>
                  <a:pt x="309" y="0"/>
                  <a:pt x="265" y="0"/>
                </a:cubicBezTo>
                <a:cubicBezTo>
                  <a:pt x="235" y="0"/>
                  <a:pt x="206" y="15"/>
                  <a:pt x="191" y="29"/>
                </a:cubicBezTo>
                <a:cubicBezTo>
                  <a:pt x="132" y="29"/>
                  <a:pt x="132" y="29"/>
                  <a:pt x="132" y="29"/>
                </a:cubicBezTo>
                <a:cubicBezTo>
                  <a:pt x="132" y="74"/>
                  <a:pt x="132" y="74"/>
                  <a:pt x="132" y="74"/>
                </a:cubicBezTo>
                <a:cubicBezTo>
                  <a:pt x="73" y="74"/>
                  <a:pt x="73" y="74"/>
                  <a:pt x="73" y="74"/>
                </a:cubicBezTo>
                <a:cubicBezTo>
                  <a:pt x="29" y="74"/>
                  <a:pt x="0" y="103"/>
                  <a:pt x="0" y="147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589"/>
                  <a:pt x="29" y="618"/>
                  <a:pt x="73" y="618"/>
                </a:cubicBezTo>
                <a:cubicBezTo>
                  <a:pt x="471" y="618"/>
                  <a:pt x="471" y="618"/>
                  <a:pt x="471" y="618"/>
                </a:cubicBezTo>
                <a:cubicBezTo>
                  <a:pt x="515" y="618"/>
                  <a:pt x="544" y="589"/>
                  <a:pt x="544" y="545"/>
                </a:cubicBezTo>
                <a:cubicBezTo>
                  <a:pt x="544" y="147"/>
                  <a:pt x="544" y="147"/>
                  <a:pt x="544" y="147"/>
                </a:cubicBezTo>
                <a:cubicBezTo>
                  <a:pt x="544" y="103"/>
                  <a:pt x="515" y="74"/>
                  <a:pt x="471" y="74"/>
                </a:cubicBezTo>
                <a:close/>
                <a:moveTo>
                  <a:pt x="177" y="74"/>
                </a:moveTo>
                <a:lnTo>
                  <a:pt x="177" y="74"/>
                </a:lnTo>
                <a:cubicBezTo>
                  <a:pt x="221" y="74"/>
                  <a:pt x="221" y="74"/>
                  <a:pt x="221" y="74"/>
                </a:cubicBezTo>
                <a:cubicBezTo>
                  <a:pt x="221" y="59"/>
                  <a:pt x="235" y="29"/>
                  <a:pt x="265" y="29"/>
                </a:cubicBezTo>
                <a:cubicBezTo>
                  <a:pt x="294" y="29"/>
                  <a:pt x="324" y="59"/>
                  <a:pt x="324" y="74"/>
                </a:cubicBezTo>
                <a:cubicBezTo>
                  <a:pt x="368" y="74"/>
                  <a:pt x="368" y="74"/>
                  <a:pt x="368" y="74"/>
                </a:cubicBezTo>
                <a:cubicBezTo>
                  <a:pt x="368" y="147"/>
                  <a:pt x="368" y="147"/>
                  <a:pt x="368" y="147"/>
                </a:cubicBezTo>
                <a:cubicBezTo>
                  <a:pt x="177" y="147"/>
                  <a:pt x="177" y="147"/>
                  <a:pt x="177" y="147"/>
                </a:cubicBezTo>
                <a:lnTo>
                  <a:pt x="177" y="74"/>
                </a:lnTo>
                <a:close/>
                <a:moveTo>
                  <a:pt x="500" y="545"/>
                </a:moveTo>
                <a:lnTo>
                  <a:pt x="500" y="545"/>
                </a:lnTo>
                <a:cubicBezTo>
                  <a:pt x="500" y="559"/>
                  <a:pt x="486" y="589"/>
                  <a:pt x="471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9" y="589"/>
                  <a:pt x="29" y="559"/>
                  <a:pt x="29" y="545"/>
                </a:cubicBezTo>
                <a:cubicBezTo>
                  <a:pt x="29" y="147"/>
                  <a:pt x="29" y="147"/>
                  <a:pt x="29" y="147"/>
                </a:cubicBezTo>
                <a:cubicBezTo>
                  <a:pt x="29" y="133"/>
                  <a:pt x="59" y="118"/>
                  <a:pt x="73" y="118"/>
                </a:cubicBezTo>
                <a:cubicBezTo>
                  <a:pt x="132" y="118"/>
                  <a:pt x="132" y="118"/>
                  <a:pt x="132" y="118"/>
                </a:cubicBezTo>
                <a:cubicBezTo>
                  <a:pt x="132" y="192"/>
                  <a:pt x="132" y="192"/>
                  <a:pt x="132" y="192"/>
                </a:cubicBezTo>
                <a:cubicBezTo>
                  <a:pt x="412" y="192"/>
                  <a:pt x="412" y="192"/>
                  <a:pt x="412" y="192"/>
                </a:cubicBezTo>
                <a:cubicBezTo>
                  <a:pt x="412" y="118"/>
                  <a:pt x="412" y="118"/>
                  <a:pt x="412" y="118"/>
                </a:cubicBezTo>
                <a:cubicBezTo>
                  <a:pt x="471" y="118"/>
                  <a:pt x="471" y="118"/>
                  <a:pt x="471" y="118"/>
                </a:cubicBezTo>
                <a:cubicBezTo>
                  <a:pt x="486" y="118"/>
                  <a:pt x="500" y="133"/>
                  <a:pt x="500" y="147"/>
                </a:cubicBezTo>
                <a:lnTo>
                  <a:pt x="500" y="545"/>
                </a:lnTo>
                <a:close/>
                <a:moveTo>
                  <a:pt x="412" y="265"/>
                </a:moveTo>
                <a:lnTo>
                  <a:pt x="412" y="265"/>
                </a:lnTo>
                <a:cubicBezTo>
                  <a:pt x="132" y="265"/>
                  <a:pt x="132" y="265"/>
                  <a:pt x="132" y="265"/>
                </a:cubicBezTo>
                <a:cubicBezTo>
                  <a:pt x="118" y="265"/>
                  <a:pt x="118" y="280"/>
                  <a:pt x="118" y="295"/>
                </a:cubicBezTo>
                <a:cubicBezTo>
                  <a:pt x="118" y="295"/>
                  <a:pt x="118" y="309"/>
                  <a:pt x="132" y="309"/>
                </a:cubicBezTo>
                <a:cubicBezTo>
                  <a:pt x="412" y="309"/>
                  <a:pt x="412" y="309"/>
                  <a:pt x="412" y="309"/>
                </a:cubicBezTo>
                <a:lnTo>
                  <a:pt x="427" y="295"/>
                </a:lnTo>
                <a:cubicBezTo>
                  <a:pt x="427" y="280"/>
                  <a:pt x="412" y="265"/>
                  <a:pt x="412" y="26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6" name="Freeform 215"/>
          <p:cNvSpPr/>
          <p:nvPr/>
        </p:nvSpPr>
        <p:spPr>
          <a:xfrm>
            <a:off x="5337000" y="795240"/>
            <a:ext cx="371520" cy="371520"/>
          </a:xfrm>
          <a:custGeom>
            <a:avLst/>
            <a:gdLst/>
            <a:ahLst/>
            <a:rect l="l" t="t" r="r" b="b"/>
            <a:pathLst>
              <a:path w="619" h="619">
                <a:moveTo>
                  <a:pt x="545" y="0"/>
                </a:moveTo>
                <a:lnTo>
                  <a:pt x="545" y="0"/>
                </a:lnTo>
                <a:cubicBezTo>
                  <a:pt x="545" y="0"/>
                  <a:pt x="427" y="29"/>
                  <a:pt x="324" y="59"/>
                </a:cubicBezTo>
                <a:cubicBezTo>
                  <a:pt x="309" y="59"/>
                  <a:pt x="309" y="59"/>
                  <a:pt x="294" y="59"/>
                </a:cubicBezTo>
                <a:cubicBezTo>
                  <a:pt x="191" y="29"/>
                  <a:pt x="73" y="0"/>
                  <a:pt x="73" y="0"/>
                </a:cubicBezTo>
                <a:cubicBezTo>
                  <a:pt x="29" y="0"/>
                  <a:pt x="0" y="29"/>
                  <a:pt x="0" y="74"/>
                </a:cubicBezTo>
                <a:cubicBezTo>
                  <a:pt x="0" y="486"/>
                  <a:pt x="0" y="486"/>
                  <a:pt x="0" y="486"/>
                </a:cubicBezTo>
                <a:cubicBezTo>
                  <a:pt x="0" y="530"/>
                  <a:pt x="29" y="545"/>
                  <a:pt x="73" y="559"/>
                </a:cubicBezTo>
                <a:cubicBezTo>
                  <a:pt x="73" y="559"/>
                  <a:pt x="177" y="589"/>
                  <a:pt x="294" y="618"/>
                </a:cubicBezTo>
                <a:cubicBezTo>
                  <a:pt x="309" y="618"/>
                  <a:pt x="309" y="618"/>
                  <a:pt x="324" y="618"/>
                </a:cubicBezTo>
                <a:cubicBezTo>
                  <a:pt x="441" y="589"/>
                  <a:pt x="545" y="559"/>
                  <a:pt x="545" y="559"/>
                </a:cubicBezTo>
                <a:cubicBezTo>
                  <a:pt x="589" y="559"/>
                  <a:pt x="618" y="530"/>
                  <a:pt x="618" y="486"/>
                </a:cubicBezTo>
                <a:cubicBezTo>
                  <a:pt x="618" y="74"/>
                  <a:pt x="618" y="74"/>
                  <a:pt x="618" y="74"/>
                </a:cubicBezTo>
                <a:cubicBezTo>
                  <a:pt x="618" y="29"/>
                  <a:pt x="589" y="0"/>
                  <a:pt x="545" y="0"/>
                </a:cubicBezTo>
                <a:close/>
                <a:moveTo>
                  <a:pt x="294" y="589"/>
                </a:moveTo>
                <a:lnTo>
                  <a:pt x="294" y="589"/>
                </a:lnTo>
                <a:cubicBezTo>
                  <a:pt x="177" y="559"/>
                  <a:pt x="73" y="530"/>
                  <a:pt x="73" y="530"/>
                </a:cubicBezTo>
                <a:cubicBezTo>
                  <a:pt x="44" y="516"/>
                  <a:pt x="29" y="501"/>
                  <a:pt x="29" y="486"/>
                </a:cubicBezTo>
                <a:cubicBezTo>
                  <a:pt x="29" y="74"/>
                  <a:pt x="29" y="74"/>
                  <a:pt x="29" y="74"/>
                </a:cubicBezTo>
                <a:cubicBezTo>
                  <a:pt x="29" y="59"/>
                  <a:pt x="59" y="29"/>
                  <a:pt x="73" y="29"/>
                </a:cubicBezTo>
                <a:cubicBezTo>
                  <a:pt x="294" y="88"/>
                  <a:pt x="294" y="88"/>
                  <a:pt x="294" y="88"/>
                </a:cubicBezTo>
                <a:lnTo>
                  <a:pt x="294" y="589"/>
                </a:lnTo>
                <a:close/>
                <a:moveTo>
                  <a:pt x="589" y="486"/>
                </a:moveTo>
                <a:lnTo>
                  <a:pt x="589" y="486"/>
                </a:lnTo>
                <a:cubicBezTo>
                  <a:pt x="589" y="501"/>
                  <a:pt x="559" y="516"/>
                  <a:pt x="545" y="530"/>
                </a:cubicBezTo>
                <a:cubicBezTo>
                  <a:pt x="545" y="530"/>
                  <a:pt x="441" y="559"/>
                  <a:pt x="324" y="589"/>
                </a:cubicBezTo>
                <a:cubicBezTo>
                  <a:pt x="324" y="88"/>
                  <a:pt x="324" y="88"/>
                  <a:pt x="324" y="88"/>
                </a:cubicBezTo>
                <a:cubicBezTo>
                  <a:pt x="545" y="29"/>
                  <a:pt x="545" y="29"/>
                  <a:pt x="545" y="29"/>
                </a:cubicBezTo>
                <a:cubicBezTo>
                  <a:pt x="559" y="29"/>
                  <a:pt x="589" y="59"/>
                  <a:pt x="589" y="74"/>
                </a:cubicBezTo>
                <a:lnTo>
                  <a:pt x="589" y="48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7" name="Freeform 216"/>
          <p:cNvSpPr/>
          <p:nvPr/>
        </p:nvSpPr>
        <p:spPr>
          <a:xfrm>
            <a:off x="4714920" y="795240"/>
            <a:ext cx="382680" cy="371520"/>
          </a:xfrm>
          <a:custGeom>
            <a:avLst/>
            <a:gdLst/>
            <a:ahLst/>
            <a:rect l="l" t="t" r="r" b="b"/>
            <a:pathLst>
              <a:path w="634" h="619">
                <a:moveTo>
                  <a:pt x="560" y="0"/>
                </a:moveTo>
                <a:lnTo>
                  <a:pt x="560" y="0"/>
                </a:lnTo>
                <a:cubicBezTo>
                  <a:pt x="89" y="0"/>
                  <a:pt x="89" y="0"/>
                  <a:pt x="89" y="0"/>
                </a:cubicBezTo>
                <a:cubicBezTo>
                  <a:pt x="45" y="0"/>
                  <a:pt x="0" y="29"/>
                  <a:pt x="0" y="74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589"/>
                  <a:pt x="45" y="618"/>
                  <a:pt x="89" y="618"/>
                </a:cubicBezTo>
                <a:cubicBezTo>
                  <a:pt x="560" y="618"/>
                  <a:pt x="560" y="618"/>
                  <a:pt x="560" y="618"/>
                </a:cubicBezTo>
                <a:cubicBezTo>
                  <a:pt x="604" y="618"/>
                  <a:pt x="633" y="589"/>
                  <a:pt x="633" y="545"/>
                </a:cubicBezTo>
                <a:cubicBezTo>
                  <a:pt x="633" y="74"/>
                  <a:pt x="633" y="74"/>
                  <a:pt x="633" y="74"/>
                </a:cubicBezTo>
                <a:cubicBezTo>
                  <a:pt x="633" y="29"/>
                  <a:pt x="604" y="0"/>
                  <a:pt x="560" y="0"/>
                </a:cubicBezTo>
                <a:close/>
                <a:moveTo>
                  <a:pt x="89" y="589"/>
                </a:moveTo>
                <a:lnTo>
                  <a:pt x="89" y="589"/>
                </a:lnTo>
                <a:cubicBezTo>
                  <a:pt x="59" y="589"/>
                  <a:pt x="45" y="559"/>
                  <a:pt x="45" y="545"/>
                </a:cubicBezTo>
                <a:cubicBezTo>
                  <a:pt x="45" y="530"/>
                  <a:pt x="45" y="530"/>
                  <a:pt x="45" y="530"/>
                </a:cubicBezTo>
                <a:cubicBezTo>
                  <a:pt x="207" y="383"/>
                  <a:pt x="207" y="383"/>
                  <a:pt x="207" y="383"/>
                </a:cubicBezTo>
                <a:cubicBezTo>
                  <a:pt x="398" y="589"/>
                  <a:pt x="398" y="589"/>
                  <a:pt x="398" y="589"/>
                </a:cubicBezTo>
                <a:lnTo>
                  <a:pt x="89" y="589"/>
                </a:lnTo>
                <a:close/>
                <a:moveTo>
                  <a:pt x="589" y="545"/>
                </a:moveTo>
                <a:lnTo>
                  <a:pt x="589" y="545"/>
                </a:lnTo>
                <a:cubicBezTo>
                  <a:pt x="589" y="559"/>
                  <a:pt x="575" y="589"/>
                  <a:pt x="560" y="589"/>
                </a:cubicBezTo>
                <a:cubicBezTo>
                  <a:pt x="457" y="589"/>
                  <a:pt x="457" y="589"/>
                  <a:pt x="457" y="589"/>
                </a:cubicBezTo>
                <a:cubicBezTo>
                  <a:pt x="310" y="442"/>
                  <a:pt x="310" y="442"/>
                  <a:pt x="310" y="442"/>
                </a:cubicBezTo>
                <a:cubicBezTo>
                  <a:pt x="471" y="265"/>
                  <a:pt x="471" y="265"/>
                  <a:pt x="471" y="265"/>
                </a:cubicBezTo>
                <a:cubicBezTo>
                  <a:pt x="589" y="383"/>
                  <a:pt x="589" y="383"/>
                  <a:pt x="589" y="383"/>
                </a:cubicBezTo>
                <a:lnTo>
                  <a:pt x="589" y="545"/>
                </a:lnTo>
                <a:close/>
                <a:moveTo>
                  <a:pt x="589" y="339"/>
                </a:moveTo>
                <a:lnTo>
                  <a:pt x="589" y="339"/>
                </a:lnTo>
                <a:cubicBezTo>
                  <a:pt x="471" y="206"/>
                  <a:pt x="471" y="206"/>
                  <a:pt x="471" y="206"/>
                </a:cubicBezTo>
                <a:cubicBezTo>
                  <a:pt x="280" y="412"/>
                  <a:pt x="280" y="412"/>
                  <a:pt x="280" y="412"/>
                </a:cubicBezTo>
                <a:cubicBezTo>
                  <a:pt x="207" y="324"/>
                  <a:pt x="207" y="324"/>
                  <a:pt x="207" y="324"/>
                </a:cubicBezTo>
                <a:cubicBezTo>
                  <a:pt x="45" y="471"/>
                  <a:pt x="45" y="471"/>
                  <a:pt x="45" y="471"/>
                </a:cubicBezTo>
                <a:cubicBezTo>
                  <a:pt x="45" y="74"/>
                  <a:pt x="45" y="74"/>
                  <a:pt x="45" y="74"/>
                </a:cubicBezTo>
                <a:cubicBezTo>
                  <a:pt x="45" y="59"/>
                  <a:pt x="59" y="29"/>
                  <a:pt x="89" y="29"/>
                </a:cubicBezTo>
                <a:cubicBezTo>
                  <a:pt x="560" y="29"/>
                  <a:pt x="560" y="29"/>
                  <a:pt x="560" y="29"/>
                </a:cubicBezTo>
                <a:cubicBezTo>
                  <a:pt x="575" y="29"/>
                  <a:pt x="589" y="59"/>
                  <a:pt x="589" y="74"/>
                </a:cubicBezTo>
                <a:lnTo>
                  <a:pt x="589" y="339"/>
                </a:lnTo>
                <a:close/>
                <a:moveTo>
                  <a:pt x="162" y="74"/>
                </a:moveTo>
                <a:lnTo>
                  <a:pt x="162" y="74"/>
                </a:lnTo>
                <a:cubicBezTo>
                  <a:pt x="118" y="74"/>
                  <a:pt x="89" y="103"/>
                  <a:pt x="89" y="147"/>
                </a:cubicBezTo>
                <a:cubicBezTo>
                  <a:pt x="89" y="192"/>
                  <a:pt x="118" y="236"/>
                  <a:pt x="162" y="236"/>
                </a:cubicBezTo>
                <a:cubicBezTo>
                  <a:pt x="207" y="236"/>
                  <a:pt x="236" y="192"/>
                  <a:pt x="236" y="147"/>
                </a:cubicBezTo>
                <a:cubicBezTo>
                  <a:pt x="236" y="103"/>
                  <a:pt x="207" y="74"/>
                  <a:pt x="162" y="74"/>
                </a:cubicBezTo>
                <a:close/>
                <a:moveTo>
                  <a:pt x="162" y="192"/>
                </a:moveTo>
                <a:lnTo>
                  <a:pt x="162" y="192"/>
                </a:lnTo>
                <a:cubicBezTo>
                  <a:pt x="148" y="192"/>
                  <a:pt x="118" y="177"/>
                  <a:pt x="118" y="147"/>
                </a:cubicBezTo>
                <a:cubicBezTo>
                  <a:pt x="118" y="133"/>
                  <a:pt x="148" y="118"/>
                  <a:pt x="162" y="118"/>
                </a:cubicBezTo>
                <a:cubicBezTo>
                  <a:pt x="177" y="118"/>
                  <a:pt x="207" y="133"/>
                  <a:pt x="207" y="147"/>
                </a:cubicBezTo>
                <a:cubicBezTo>
                  <a:pt x="207" y="177"/>
                  <a:pt x="177" y="192"/>
                  <a:pt x="162" y="19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8" name="Freeform 217"/>
          <p:cNvSpPr/>
          <p:nvPr/>
        </p:nvSpPr>
        <p:spPr>
          <a:xfrm>
            <a:off x="4103640" y="795240"/>
            <a:ext cx="382680" cy="371520"/>
          </a:xfrm>
          <a:custGeom>
            <a:avLst/>
            <a:gdLst/>
            <a:ahLst/>
            <a:rect l="l" t="t" r="r" b="b"/>
            <a:pathLst>
              <a:path w="634" h="619">
                <a:moveTo>
                  <a:pt x="471" y="265"/>
                </a:moveTo>
                <a:lnTo>
                  <a:pt x="471" y="265"/>
                </a:lnTo>
                <a:cubicBezTo>
                  <a:pt x="162" y="265"/>
                  <a:pt x="162" y="265"/>
                  <a:pt x="162" y="265"/>
                </a:cubicBezTo>
                <a:cubicBezTo>
                  <a:pt x="147" y="265"/>
                  <a:pt x="132" y="280"/>
                  <a:pt x="132" y="295"/>
                </a:cubicBezTo>
                <a:cubicBezTo>
                  <a:pt x="132" y="295"/>
                  <a:pt x="147" y="309"/>
                  <a:pt x="162" y="309"/>
                </a:cubicBezTo>
                <a:cubicBezTo>
                  <a:pt x="471" y="309"/>
                  <a:pt x="471" y="309"/>
                  <a:pt x="471" y="309"/>
                </a:cubicBezTo>
                <a:cubicBezTo>
                  <a:pt x="485" y="309"/>
                  <a:pt x="485" y="295"/>
                  <a:pt x="485" y="295"/>
                </a:cubicBezTo>
                <a:cubicBezTo>
                  <a:pt x="485" y="280"/>
                  <a:pt x="485" y="265"/>
                  <a:pt x="471" y="265"/>
                </a:cubicBezTo>
                <a:close/>
                <a:moveTo>
                  <a:pt x="471" y="383"/>
                </a:moveTo>
                <a:lnTo>
                  <a:pt x="471" y="383"/>
                </a:lnTo>
                <a:cubicBezTo>
                  <a:pt x="162" y="383"/>
                  <a:pt x="162" y="383"/>
                  <a:pt x="162" y="383"/>
                </a:cubicBezTo>
                <a:cubicBezTo>
                  <a:pt x="147" y="383"/>
                  <a:pt x="132" y="398"/>
                  <a:pt x="132" y="412"/>
                </a:cubicBezTo>
                <a:cubicBezTo>
                  <a:pt x="132" y="412"/>
                  <a:pt x="147" y="427"/>
                  <a:pt x="162" y="427"/>
                </a:cubicBezTo>
                <a:cubicBezTo>
                  <a:pt x="471" y="427"/>
                  <a:pt x="471" y="427"/>
                  <a:pt x="471" y="427"/>
                </a:cubicBezTo>
                <a:cubicBezTo>
                  <a:pt x="485" y="427"/>
                  <a:pt x="485" y="412"/>
                  <a:pt x="485" y="412"/>
                </a:cubicBezTo>
                <a:cubicBezTo>
                  <a:pt x="485" y="398"/>
                  <a:pt x="485" y="383"/>
                  <a:pt x="471" y="383"/>
                </a:cubicBezTo>
                <a:close/>
                <a:moveTo>
                  <a:pt x="544" y="0"/>
                </a:moveTo>
                <a:lnTo>
                  <a:pt x="544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29"/>
                  <a:pt x="0" y="74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589"/>
                  <a:pt x="29" y="618"/>
                  <a:pt x="73" y="618"/>
                </a:cubicBezTo>
                <a:cubicBezTo>
                  <a:pt x="544" y="618"/>
                  <a:pt x="544" y="618"/>
                  <a:pt x="544" y="618"/>
                </a:cubicBezTo>
                <a:cubicBezTo>
                  <a:pt x="588" y="618"/>
                  <a:pt x="633" y="589"/>
                  <a:pt x="633" y="545"/>
                </a:cubicBezTo>
                <a:cubicBezTo>
                  <a:pt x="633" y="74"/>
                  <a:pt x="633" y="74"/>
                  <a:pt x="633" y="74"/>
                </a:cubicBezTo>
                <a:cubicBezTo>
                  <a:pt x="633" y="29"/>
                  <a:pt x="588" y="0"/>
                  <a:pt x="544" y="0"/>
                </a:cubicBezTo>
                <a:close/>
                <a:moveTo>
                  <a:pt x="588" y="545"/>
                </a:moveTo>
                <a:lnTo>
                  <a:pt x="588" y="545"/>
                </a:lnTo>
                <a:cubicBezTo>
                  <a:pt x="588" y="559"/>
                  <a:pt x="574" y="589"/>
                  <a:pt x="544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8" y="589"/>
                  <a:pt x="44" y="559"/>
                  <a:pt x="44" y="545"/>
                </a:cubicBezTo>
                <a:cubicBezTo>
                  <a:pt x="44" y="74"/>
                  <a:pt x="44" y="74"/>
                  <a:pt x="44" y="74"/>
                </a:cubicBezTo>
                <a:cubicBezTo>
                  <a:pt x="44" y="59"/>
                  <a:pt x="58" y="29"/>
                  <a:pt x="73" y="29"/>
                </a:cubicBezTo>
                <a:cubicBezTo>
                  <a:pt x="544" y="29"/>
                  <a:pt x="544" y="29"/>
                  <a:pt x="544" y="29"/>
                </a:cubicBezTo>
                <a:cubicBezTo>
                  <a:pt x="574" y="29"/>
                  <a:pt x="588" y="59"/>
                  <a:pt x="588" y="74"/>
                </a:cubicBezTo>
                <a:lnTo>
                  <a:pt x="588" y="545"/>
                </a:lnTo>
                <a:close/>
                <a:moveTo>
                  <a:pt x="471" y="147"/>
                </a:moveTo>
                <a:lnTo>
                  <a:pt x="471" y="147"/>
                </a:lnTo>
                <a:cubicBezTo>
                  <a:pt x="162" y="147"/>
                  <a:pt x="162" y="147"/>
                  <a:pt x="162" y="147"/>
                </a:cubicBezTo>
                <a:cubicBezTo>
                  <a:pt x="147" y="147"/>
                  <a:pt x="132" y="162"/>
                  <a:pt x="132" y="177"/>
                </a:cubicBezTo>
                <a:cubicBezTo>
                  <a:pt x="132" y="177"/>
                  <a:pt x="147" y="192"/>
                  <a:pt x="162" y="192"/>
                </a:cubicBezTo>
                <a:cubicBezTo>
                  <a:pt x="471" y="192"/>
                  <a:pt x="471" y="192"/>
                  <a:pt x="471" y="192"/>
                </a:cubicBezTo>
                <a:cubicBezTo>
                  <a:pt x="485" y="192"/>
                  <a:pt x="485" y="177"/>
                  <a:pt x="485" y="177"/>
                </a:cubicBezTo>
                <a:cubicBezTo>
                  <a:pt x="485" y="162"/>
                  <a:pt x="485" y="147"/>
                  <a:pt x="471" y="14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9" name="Freeform 218"/>
          <p:cNvSpPr/>
          <p:nvPr/>
        </p:nvSpPr>
        <p:spPr>
          <a:xfrm>
            <a:off x="3546360" y="795240"/>
            <a:ext cx="265320" cy="371520"/>
          </a:xfrm>
          <a:custGeom>
            <a:avLst/>
            <a:gdLst/>
            <a:ahLst/>
            <a:rect l="l" t="t" r="r" b="b"/>
            <a:pathLst>
              <a:path w="443" h="619">
                <a:moveTo>
                  <a:pt x="339" y="309"/>
                </a:moveTo>
                <a:lnTo>
                  <a:pt x="339" y="309"/>
                </a:lnTo>
                <a:cubicBezTo>
                  <a:pt x="103" y="309"/>
                  <a:pt x="103" y="309"/>
                  <a:pt x="103" y="309"/>
                </a:cubicBezTo>
                <a:cubicBezTo>
                  <a:pt x="89" y="309"/>
                  <a:pt x="89" y="324"/>
                  <a:pt x="89" y="324"/>
                </a:cubicBezTo>
                <a:cubicBezTo>
                  <a:pt x="89" y="339"/>
                  <a:pt x="89" y="354"/>
                  <a:pt x="103" y="354"/>
                </a:cubicBezTo>
                <a:cubicBezTo>
                  <a:pt x="339" y="354"/>
                  <a:pt x="339" y="354"/>
                  <a:pt x="339" y="354"/>
                </a:cubicBezTo>
                <a:cubicBezTo>
                  <a:pt x="353" y="354"/>
                  <a:pt x="353" y="339"/>
                  <a:pt x="353" y="324"/>
                </a:cubicBezTo>
                <a:cubicBezTo>
                  <a:pt x="353" y="324"/>
                  <a:pt x="353" y="309"/>
                  <a:pt x="339" y="309"/>
                </a:cubicBezTo>
                <a:close/>
                <a:moveTo>
                  <a:pt x="339" y="427"/>
                </a:moveTo>
                <a:lnTo>
                  <a:pt x="339" y="427"/>
                </a:lnTo>
                <a:cubicBezTo>
                  <a:pt x="103" y="427"/>
                  <a:pt x="103" y="427"/>
                  <a:pt x="103" y="427"/>
                </a:cubicBezTo>
                <a:cubicBezTo>
                  <a:pt x="89" y="427"/>
                  <a:pt x="89" y="442"/>
                  <a:pt x="89" y="442"/>
                </a:cubicBezTo>
                <a:cubicBezTo>
                  <a:pt x="89" y="457"/>
                  <a:pt x="89" y="471"/>
                  <a:pt x="103" y="471"/>
                </a:cubicBezTo>
                <a:cubicBezTo>
                  <a:pt x="339" y="471"/>
                  <a:pt x="339" y="471"/>
                  <a:pt x="339" y="471"/>
                </a:cubicBezTo>
                <a:cubicBezTo>
                  <a:pt x="353" y="471"/>
                  <a:pt x="353" y="457"/>
                  <a:pt x="353" y="442"/>
                </a:cubicBezTo>
                <a:cubicBezTo>
                  <a:pt x="353" y="442"/>
                  <a:pt x="353" y="427"/>
                  <a:pt x="339" y="427"/>
                </a:cubicBezTo>
                <a:close/>
                <a:moveTo>
                  <a:pt x="339" y="192"/>
                </a:moveTo>
                <a:lnTo>
                  <a:pt x="339" y="192"/>
                </a:lnTo>
                <a:cubicBezTo>
                  <a:pt x="103" y="192"/>
                  <a:pt x="103" y="192"/>
                  <a:pt x="103" y="192"/>
                </a:cubicBezTo>
                <a:cubicBezTo>
                  <a:pt x="89" y="192"/>
                  <a:pt x="89" y="206"/>
                  <a:pt x="89" y="206"/>
                </a:cubicBezTo>
                <a:cubicBezTo>
                  <a:pt x="89" y="221"/>
                  <a:pt x="89" y="236"/>
                  <a:pt x="103" y="236"/>
                </a:cubicBezTo>
                <a:cubicBezTo>
                  <a:pt x="339" y="236"/>
                  <a:pt x="339" y="236"/>
                  <a:pt x="339" y="236"/>
                </a:cubicBezTo>
                <a:cubicBezTo>
                  <a:pt x="353" y="236"/>
                  <a:pt x="353" y="221"/>
                  <a:pt x="353" y="206"/>
                </a:cubicBezTo>
                <a:cubicBezTo>
                  <a:pt x="353" y="206"/>
                  <a:pt x="353" y="192"/>
                  <a:pt x="339" y="192"/>
                </a:cubicBezTo>
                <a:close/>
                <a:moveTo>
                  <a:pt x="353" y="29"/>
                </a:moveTo>
                <a:lnTo>
                  <a:pt x="353" y="29"/>
                </a:lnTo>
                <a:cubicBezTo>
                  <a:pt x="353" y="0"/>
                  <a:pt x="353" y="0"/>
                  <a:pt x="353" y="0"/>
                </a:cubicBezTo>
                <a:cubicBezTo>
                  <a:pt x="324" y="0"/>
                  <a:pt x="324" y="0"/>
                  <a:pt x="324" y="0"/>
                </a:cubicBezTo>
                <a:cubicBezTo>
                  <a:pt x="324" y="29"/>
                  <a:pt x="324" y="29"/>
                  <a:pt x="324" y="29"/>
                </a:cubicBezTo>
                <a:cubicBezTo>
                  <a:pt x="236" y="29"/>
                  <a:pt x="236" y="29"/>
                  <a:pt x="236" y="29"/>
                </a:cubicBezTo>
                <a:cubicBezTo>
                  <a:pt x="236" y="0"/>
                  <a:pt x="236" y="0"/>
                  <a:pt x="236" y="0"/>
                </a:cubicBezTo>
                <a:cubicBezTo>
                  <a:pt x="206" y="0"/>
                  <a:pt x="206" y="0"/>
                  <a:pt x="206" y="0"/>
                </a:cubicBezTo>
                <a:cubicBezTo>
                  <a:pt x="206" y="29"/>
                  <a:pt x="206" y="29"/>
                  <a:pt x="206" y="29"/>
                </a:cubicBezTo>
                <a:cubicBezTo>
                  <a:pt x="118" y="29"/>
                  <a:pt x="118" y="29"/>
                  <a:pt x="118" y="29"/>
                </a:cubicBezTo>
                <a:cubicBezTo>
                  <a:pt x="118" y="0"/>
                  <a:pt x="118" y="0"/>
                  <a:pt x="118" y="0"/>
                </a:cubicBezTo>
                <a:cubicBezTo>
                  <a:pt x="89" y="0"/>
                  <a:pt x="89" y="0"/>
                  <a:pt x="89" y="0"/>
                </a:cubicBezTo>
                <a:cubicBezTo>
                  <a:pt x="89" y="29"/>
                  <a:pt x="89" y="29"/>
                  <a:pt x="89" y="29"/>
                </a:cubicBezTo>
                <a:cubicBezTo>
                  <a:pt x="44" y="29"/>
                  <a:pt x="0" y="74"/>
                  <a:pt x="0" y="118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589"/>
                  <a:pt x="44" y="618"/>
                  <a:pt x="89" y="618"/>
                </a:cubicBezTo>
                <a:cubicBezTo>
                  <a:pt x="353" y="618"/>
                  <a:pt x="353" y="618"/>
                  <a:pt x="353" y="618"/>
                </a:cubicBezTo>
                <a:cubicBezTo>
                  <a:pt x="398" y="618"/>
                  <a:pt x="442" y="589"/>
                  <a:pt x="442" y="545"/>
                </a:cubicBezTo>
                <a:cubicBezTo>
                  <a:pt x="442" y="118"/>
                  <a:pt x="442" y="118"/>
                  <a:pt x="442" y="118"/>
                </a:cubicBezTo>
                <a:cubicBezTo>
                  <a:pt x="442" y="74"/>
                  <a:pt x="398" y="29"/>
                  <a:pt x="353" y="29"/>
                </a:cubicBezTo>
                <a:close/>
                <a:moveTo>
                  <a:pt x="398" y="545"/>
                </a:moveTo>
                <a:lnTo>
                  <a:pt x="398" y="545"/>
                </a:lnTo>
                <a:cubicBezTo>
                  <a:pt x="398" y="559"/>
                  <a:pt x="383" y="589"/>
                  <a:pt x="353" y="589"/>
                </a:cubicBezTo>
                <a:cubicBezTo>
                  <a:pt x="89" y="589"/>
                  <a:pt x="89" y="589"/>
                  <a:pt x="89" y="589"/>
                </a:cubicBezTo>
                <a:cubicBezTo>
                  <a:pt x="59" y="589"/>
                  <a:pt x="44" y="559"/>
                  <a:pt x="44" y="545"/>
                </a:cubicBezTo>
                <a:cubicBezTo>
                  <a:pt x="44" y="118"/>
                  <a:pt x="44" y="118"/>
                  <a:pt x="44" y="118"/>
                </a:cubicBezTo>
                <a:cubicBezTo>
                  <a:pt x="44" y="88"/>
                  <a:pt x="59" y="74"/>
                  <a:pt x="89" y="74"/>
                </a:cubicBezTo>
                <a:cubicBezTo>
                  <a:pt x="353" y="74"/>
                  <a:pt x="353" y="74"/>
                  <a:pt x="353" y="74"/>
                </a:cubicBezTo>
                <a:cubicBezTo>
                  <a:pt x="383" y="74"/>
                  <a:pt x="398" y="88"/>
                  <a:pt x="398" y="118"/>
                </a:cubicBezTo>
                <a:lnTo>
                  <a:pt x="398" y="54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0" name="Freeform 219"/>
          <p:cNvSpPr/>
          <p:nvPr/>
        </p:nvSpPr>
        <p:spPr>
          <a:xfrm>
            <a:off x="2897280" y="795240"/>
            <a:ext cx="330120" cy="371520"/>
          </a:xfrm>
          <a:custGeom>
            <a:avLst/>
            <a:gdLst/>
            <a:ahLst/>
            <a:rect l="l" t="t" r="r" b="b"/>
            <a:pathLst>
              <a:path w="546" h="619">
                <a:moveTo>
                  <a:pt x="413" y="368"/>
                </a:moveTo>
                <a:lnTo>
                  <a:pt x="413" y="368"/>
                </a:lnTo>
                <a:cubicBezTo>
                  <a:pt x="236" y="368"/>
                  <a:pt x="236" y="368"/>
                  <a:pt x="236" y="368"/>
                </a:cubicBezTo>
                <a:cubicBezTo>
                  <a:pt x="221" y="368"/>
                  <a:pt x="221" y="383"/>
                  <a:pt x="221" y="383"/>
                </a:cubicBezTo>
                <a:cubicBezTo>
                  <a:pt x="221" y="398"/>
                  <a:pt x="221" y="412"/>
                  <a:pt x="236" y="412"/>
                </a:cubicBezTo>
                <a:cubicBezTo>
                  <a:pt x="413" y="412"/>
                  <a:pt x="413" y="412"/>
                  <a:pt x="413" y="412"/>
                </a:cubicBezTo>
                <a:cubicBezTo>
                  <a:pt x="427" y="412"/>
                  <a:pt x="427" y="398"/>
                  <a:pt x="427" y="383"/>
                </a:cubicBezTo>
                <a:cubicBezTo>
                  <a:pt x="427" y="383"/>
                  <a:pt x="427" y="368"/>
                  <a:pt x="413" y="368"/>
                </a:cubicBezTo>
                <a:close/>
                <a:moveTo>
                  <a:pt x="413" y="265"/>
                </a:moveTo>
                <a:lnTo>
                  <a:pt x="413" y="265"/>
                </a:lnTo>
                <a:cubicBezTo>
                  <a:pt x="236" y="265"/>
                  <a:pt x="236" y="265"/>
                  <a:pt x="236" y="265"/>
                </a:cubicBezTo>
                <a:cubicBezTo>
                  <a:pt x="221" y="265"/>
                  <a:pt x="221" y="280"/>
                  <a:pt x="221" y="295"/>
                </a:cubicBezTo>
                <a:cubicBezTo>
                  <a:pt x="221" y="295"/>
                  <a:pt x="221" y="309"/>
                  <a:pt x="236" y="309"/>
                </a:cubicBezTo>
                <a:cubicBezTo>
                  <a:pt x="413" y="309"/>
                  <a:pt x="413" y="309"/>
                  <a:pt x="413" y="309"/>
                </a:cubicBezTo>
                <a:cubicBezTo>
                  <a:pt x="427" y="309"/>
                  <a:pt x="427" y="295"/>
                  <a:pt x="427" y="295"/>
                </a:cubicBezTo>
                <a:cubicBezTo>
                  <a:pt x="427" y="280"/>
                  <a:pt x="427" y="265"/>
                  <a:pt x="413" y="265"/>
                </a:cubicBezTo>
                <a:close/>
                <a:moveTo>
                  <a:pt x="413" y="0"/>
                </a:moveTo>
                <a:lnTo>
                  <a:pt x="413" y="0"/>
                </a:lnTo>
                <a:lnTo>
                  <a:pt x="177" y="0"/>
                </a:lnTo>
                <a:cubicBezTo>
                  <a:pt x="133" y="0"/>
                  <a:pt x="104" y="29"/>
                  <a:pt x="104" y="74"/>
                </a:cubicBezTo>
                <a:cubicBezTo>
                  <a:pt x="74" y="74"/>
                  <a:pt x="74" y="74"/>
                  <a:pt x="74" y="74"/>
                </a:cubicBezTo>
                <a:cubicBezTo>
                  <a:pt x="30" y="74"/>
                  <a:pt x="0" y="118"/>
                  <a:pt x="0" y="147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589"/>
                  <a:pt x="45" y="618"/>
                  <a:pt x="74" y="618"/>
                </a:cubicBezTo>
                <a:cubicBezTo>
                  <a:pt x="368" y="618"/>
                  <a:pt x="368" y="618"/>
                  <a:pt x="368" y="618"/>
                </a:cubicBezTo>
                <a:cubicBezTo>
                  <a:pt x="413" y="618"/>
                  <a:pt x="457" y="589"/>
                  <a:pt x="457" y="545"/>
                </a:cubicBezTo>
                <a:cubicBezTo>
                  <a:pt x="472" y="545"/>
                  <a:pt x="472" y="545"/>
                  <a:pt x="472" y="545"/>
                </a:cubicBezTo>
                <a:cubicBezTo>
                  <a:pt x="516" y="545"/>
                  <a:pt x="545" y="501"/>
                  <a:pt x="545" y="471"/>
                </a:cubicBezTo>
                <a:cubicBezTo>
                  <a:pt x="545" y="192"/>
                  <a:pt x="545" y="192"/>
                  <a:pt x="545" y="192"/>
                </a:cubicBezTo>
                <a:cubicBezTo>
                  <a:pt x="545" y="147"/>
                  <a:pt x="545" y="147"/>
                  <a:pt x="545" y="147"/>
                </a:cubicBezTo>
                <a:lnTo>
                  <a:pt x="413" y="0"/>
                </a:lnTo>
                <a:close/>
                <a:moveTo>
                  <a:pt x="368" y="589"/>
                </a:moveTo>
                <a:lnTo>
                  <a:pt x="368" y="589"/>
                </a:lnTo>
                <a:cubicBezTo>
                  <a:pt x="74" y="589"/>
                  <a:pt x="74" y="589"/>
                  <a:pt x="74" y="589"/>
                </a:cubicBezTo>
                <a:cubicBezTo>
                  <a:pt x="59" y="589"/>
                  <a:pt x="45" y="559"/>
                  <a:pt x="45" y="545"/>
                </a:cubicBezTo>
                <a:cubicBezTo>
                  <a:pt x="45" y="147"/>
                  <a:pt x="45" y="147"/>
                  <a:pt x="45" y="147"/>
                </a:cubicBezTo>
                <a:cubicBezTo>
                  <a:pt x="45" y="133"/>
                  <a:pt x="59" y="118"/>
                  <a:pt x="74" y="118"/>
                </a:cubicBezTo>
                <a:cubicBezTo>
                  <a:pt x="104" y="118"/>
                  <a:pt x="104" y="118"/>
                  <a:pt x="104" y="118"/>
                </a:cubicBezTo>
                <a:cubicBezTo>
                  <a:pt x="104" y="471"/>
                  <a:pt x="104" y="471"/>
                  <a:pt x="104" y="471"/>
                </a:cubicBezTo>
                <a:cubicBezTo>
                  <a:pt x="104" y="501"/>
                  <a:pt x="133" y="545"/>
                  <a:pt x="177" y="545"/>
                </a:cubicBezTo>
                <a:cubicBezTo>
                  <a:pt x="413" y="545"/>
                  <a:pt x="413" y="545"/>
                  <a:pt x="413" y="545"/>
                </a:cubicBezTo>
                <a:cubicBezTo>
                  <a:pt x="413" y="559"/>
                  <a:pt x="398" y="589"/>
                  <a:pt x="368" y="589"/>
                </a:cubicBezTo>
                <a:close/>
                <a:moveTo>
                  <a:pt x="516" y="471"/>
                </a:moveTo>
                <a:lnTo>
                  <a:pt x="516" y="471"/>
                </a:lnTo>
                <a:cubicBezTo>
                  <a:pt x="516" y="486"/>
                  <a:pt x="486" y="501"/>
                  <a:pt x="472" y="501"/>
                </a:cubicBezTo>
                <a:cubicBezTo>
                  <a:pt x="177" y="501"/>
                  <a:pt x="177" y="501"/>
                  <a:pt x="177" y="501"/>
                </a:cubicBezTo>
                <a:cubicBezTo>
                  <a:pt x="163" y="501"/>
                  <a:pt x="133" y="486"/>
                  <a:pt x="133" y="471"/>
                </a:cubicBezTo>
                <a:cubicBezTo>
                  <a:pt x="133" y="74"/>
                  <a:pt x="133" y="74"/>
                  <a:pt x="133" y="74"/>
                </a:cubicBezTo>
                <a:cubicBezTo>
                  <a:pt x="133" y="59"/>
                  <a:pt x="163" y="29"/>
                  <a:pt x="177" y="29"/>
                </a:cubicBezTo>
                <a:cubicBezTo>
                  <a:pt x="368" y="29"/>
                  <a:pt x="368" y="29"/>
                  <a:pt x="368" y="29"/>
                </a:cubicBezTo>
                <a:cubicBezTo>
                  <a:pt x="368" y="74"/>
                  <a:pt x="368" y="118"/>
                  <a:pt x="368" y="118"/>
                </a:cubicBezTo>
                <a:cubicBezTo>
                  <a:pt x="368" y="147"/>
                  <a:pt x="413" y="192"/>
                  <a:pt x="457" y="192"/>
                </a:cubicBezTo>
                <a:cubicBezTo>
                  <a:pt x="457" y="192"/>
                  <a:pt x="472" y="192"/>
                  <a:pt x="516" y="192"/>
                </a:cubicBezTo>
                <a:lnTo>
                  <a:pt x="516" y="471"/>
                </a:lnTo>
                <a:close/>
                <a:moveTo>
                  <a:pt x="457" y="147"/>
                </a:moveTo>
                <a:lnTo>
                  <a:pt x="457" y="147"/>
                </a:lnTo>
                <a:cubicBezTo>
                  <a:pt x="427" y="147"/>
                  <a:pt x="413" y="118"/>
                  <a:pt x="413" y="88"/>
                </a:cubicBezTo>
                <a:cubicBezTo>
                  <a:pt x="413" y="88"/>
                  <a:pt x="413" y="74"/>
                  <a:pt x="413" y="29"/>
                </a:cubicBezTo>
                <a:lnTo>
                  <a:pt x="413" y="29"/>
                </a:lnTo>
                <a:cubicBezTo>
                  <a:pt x="516" y="147"/>
                  <a:pt x="516" y="147"/>
                  <a:pt x="516" y="147"/>
                </a:cubicBezTo>
                <a:lnTo>
                  <a:pt x="457" y="14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1" name="Freeform 220"/>
          <p:cNvSpPr/>
          <p:nvPr/>
        </p:nvSpPr>
        <p:spPr>
          <a:xfrm>
            <a:off x="2286000" y="795240"/>
            <a:ext cx="303120" cy="371520"/>
          </a:xfrm>
          <a:custGeom>
            <a:avLst/>
            <a:gdLst/>
            <a:ahLst/>
            <a:rect l="l" t="t" r="r" b="b"/>
            <a:pathLst>
              <a:path w="501" h="619">
                <a:moveTo>
                  <a:pt x="353" y="0"/>
                </a:moveTo>
                <a:lnTo>
                  <a:pt x="353" y="0"/>
                </a:lnTo>
                <a:lnTo>
                  <a:pt x="353" y="0"/>
                </a:lnTo>
                <a:cubicBezTo>
                  <a:pt x="339" y="0"/>
                  <a:pt x="339" y="0"/>
                  <a:pt x="309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29"/>
                  <a:pt x="0" y="74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589"/>
                  <a:pt x="29" y="618"/>
                  <a:pt x="73" y="618"/>
                </a:cubicBezTo>
                <a:cubicBezTo>
                  <a:pt x="427" y="618"/>
                  <a:pt x="427" y="618"/>
                  <a:pt x="427" y="618"/>
                </a:cubicBezTo>
                <a:cubicBezTo>
                  <a:pt x="471" y="618"/>
                  <a:pt x="500" y="589"/>
                  <a:pt x="500" y="545"/>
                </a:cubicBezTo>
                <a:cubicBezTo>
                  <a:pt x="500" y="192"/>
                  <a:pt x="500" y="192"/>
                  <a:pt x="500" y="192"/>
                </a:cubicBezTo>
                <a:cubicBezTo>
                  <a:pt x="500" y="192"/>
                  <a:pt x="500" y="177"/>
                  <a:pt x="500" y="147"/>
                </a:cubicBezTo>
                <a:lnTo>
                  <a:pt x="353" y="0"/>
                </a:lnTo>
                <a:close/>
                <a:moveTo>
                  <a:pt x="471" y="545"/>
                </a:moveTo>
                <a:lnTo>
                  <a:pt x="471" y="545"/>
                </a:lnTo>
                <a:cubicBezTo>
                  <a:pt x="471" y="559"/>
                  <a:pt x="441" y="589"/>
                  <a:pt x="427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9" y="589"/>
                  <a:pt x="29" y="559"/>
                  <a:pt x="29" y="545"/>
                </a:cubicBezTo>
                <a:cubicBezTo>
                  <a:pt x="29" y="74"/>
                  <a:pt x="29" y="74"/>
                  <a:pt x="29" y="74"/>
                </a:cubicBezTo>
                <a:cubicBezTo>
                  <a:pt x="29" y="59"/>
                  <a:pt x="59" y="29"/>
                  <a:pt x="73" y="29"/>
                </a:cubicBezTo>
                <a:cubicBezTo>
                  <a:pt x="309" y="29"/>
                  <a:pt x="309" y="29"/>
                  <a:pt x="309" y="29"/>
                </a:cubicBezTo>
                <a:cubicBezTo>
                  <a:pt x="309" y="88"/>
                  <a:pt x="309" y="118"/>
                  <a:pt x="309" y="118"/>
                </a:cubicBezTo>
                <a:cubicBezTo>
                  <a:pt x="309" y="162"/>
                  <a:pt x="339" y="192"/>
                  <a:pt x="382" y="192"/>
                </a:cubicBezTo>
                <a:cubicBezTo>
                  <a:pt x="382" y="192"/>
                  <a:pt x="427" y="192"/>
                  <a:pt x="471" y="192"/>
                </a:cubicBezTo>
                <a:lnTo>
                  <a:pt x="471" y="545"/>
                </a:lnTo>
                <a:close/>
                <a:moveTo>
                  <a:pt x="382" y="147"/>
                </a:moveTo>
                <a:lnTo>
                  <a:pt x="382" y="147"/>
                </a:lnTo>
                <a:cubicBezTo>
                  <a:pt x="368" y="147"/>
                  <a:pt x="353" y="133"/>
                  <a:pt x="353" y="118"/>
                </a:cubicBezTo>
                <a:cubicBezTo>
                  <a:pt x="353" y="118"/>
                  <a:pt x="353" y="88"/>
                  <a:pt x="353" y="29"/>
                </a:cubicBezTo>
                <a:cubicBezTo>
                  <a:pt x="471" y="147"/>
                  <a:pt x="471" y="147"/>
                  <a:pt x="471" y="147"/>
                </a:cubicBezTo>
                <a:lnTo>
                  <a:pt x="382" y="14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2" name="Freeform 221"/>
          <p:cNvSpPr/>
          <p:nvPr/>
        </p:nvSpPr>
        <p:spPr>
          <a:xfrm>
            <a:off x="1682640" y="795240"/>
            <a:ext cx="303480" cy="371520"/>
          </a:xfrm>
          <a:custGeom>
            <a:avLst/>
            <a:gdLst/>
            <a:ahLst/>
            <a:rect l="l" t="t" r="r" b="b"/>
            <a:pathLst>
              <a:path w="501" h="619">
                <a:moveTo>
                  <a:pt x="353" y="0"/>
                </a:moveTo>
                <a:lnTo>
                  <a:pt x="353" y="0"/>
                </a:lnTo>
                <a:lnTo>
                  <a:pt x="353" y="0"/>
                </a:lnTo>
                <a:cubicBezTo>
                  <a:pt x="338" y="0"/>
                  <a:pt x="338" y="0"/>
                  <a:pt x="309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29"/>
                  <a:pt x="0" y="74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589"/>
                  <a:pt x="29" y="618"/>
                  <a:pt x="73" y="618"/>
                </a:cubicBezTo>
                <a:cubicBezTo>
                  <a:pt x="427" y="618"/>
                  <a:pt x="427" y="618"/>
                  <a:pt x="427" y="618"/>
                </a:cubicBezTo>
                <a:cubicBezTo>
                  <a:pt x="471" y="618"/>
                  <a:pt x="500" y="589"/>
                  <a:pt x="500" y="545"/>
                </a:cubicBezTo>
                <a:cubicBezTo>
                  <a:pt x="500" y="147"/>
                  <a:pt x="500" y="147"/>
                  <a:pt x="500" y="147"/>
                </a:cubicBezTo>
                <a:lnTo>
                  <a:pt x="353" y="0"/>
                </a:lnTo>
                <a:close/>
                <a:moveTo>
                  <a:pt x="471" y="545"/>
                </a:moveTo>
                <a:lnTo>
                  <a:pt x="471" y="545"/>
                </a:lnTo>
                <a:cubicBezTo>
                  <a:pt x="471" y="559"/>
                  <a:pt x="441" y="589"/>
                  <a:pt x="427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9" y="589"/>
                  <a:pt x="29" y="559"/>
                  <a:pt x="29" y="545"/>
                </a:cubicBezTo>
                <a:cubicBezTo>
                  <a:pt x="29" y="74"/>
                  <a:pt x="29" y="74"/>
                  <a:pt x="29" y="74"/>
                </a:cubicBezTo>
                <a:cubicBezTo>
                  <a:pt x="29" y="59"/>
                  <a:pt x="59" y="29"/>
                  <a:pt x="73" y="29"/>
                </a:cubicBezTo>
                <a:cubicBezTo>
                  <a:pt x="309" y="29"/>
                  <a:pt x="309" y="29"/>
                  <a:pt x="309" y="29"/>
                </a:cubicBezTo>
                <a:cubicBezTo>
                  <a:pt x="309" y="88"/>
                  <a:pt x="309" y="118"/>
                  <a:pt x="309" y="118"/>
                </a:cubicBezTo>
                <a:cubicBezTo>
                  <a:pt x="309" y="162"/>
                  <a:pt x="338" y="192"/>
                  <a:pt x="382" y="192"/>
                </a:cubicBezTo>
                <a:cubicBezTo>
                  <a:pt x="382" y="192"/>
                  <a:pt x="427" y="192"/>
                  <a:pt x="471" y="192"/>
                </a:cubicBezTo>
                <a:lnTo>
                  <a:pt x="471" y="545"/>
                </a:lnTo>
                <a:close/>
                <a:moveTo>
                  <a:pt x="382" y="147"/>
                </a:moveTo>
                <a:lnTo>
                  <a:pt x="382" y="147"/>
                </a:lnTo>
                <a:cubicBezTo>
                  <a:pt x="368" y="147"/>
                  <a:pt x="353" y="133"/>
                  <a:pt x="353" y="118"/>
                </a:cubicBezTo>
                <a:cubicBezTo>
                  <a:pt x="353" y="118"/>
                  <a:pt x="353" y="88"/>
                  <a:pt x="353" y="29"/>
                </a:cubicBezTo>
                <a:cubicBezTo>
                  <a:pt x="471" y="147"/>
                  <a:pt x="471" y="147"/>
                  <a:pt x="471" y="147"/>
                </a:cubicBezTo>
                <a:lnTo>
                  <a:pt x="382" y="147"/>
                </a:lnTo>
                <a:close/>
                <a:moveTo>
                  <a:pt x="368" y="427"/>
                </a:moveTo>
                <a:lnTo>
                  <a:pt x="368" y="427"/>
                </a:lnTo>
                <a:cubicBezTo>
                  <a:pt x="132" y="427"/>
                  <a:pt x="132" y="427"/>
                  <a:pt x="132" y="427"/>
                </a:cubicBezTo>
                <a:cubicBezTo>
                  <a:pt x="118" y="427"/>
                  <a:pt x="118" y="442"/>
                  <a:pt x="118" y="442"/>
                </a:cubicBezTo>
                <a:cubicBezTo>
                  <a:pt x="118" y="457"/>
                  <a:pt x="118" y="471"/>
                  <a:pt x="132" y="471"/>
                </a:cubicBezTo>
                <a:cubicBezTo>
                  <a:pt x="368" y="471"/>
                  <a:pt x="368" y="471"/>
                  <a:pt x="368" y="471"/>
                </a:cubicBezTo>
                <a:cubicBezTo>
                  <a:pt x="382" y="471"/>
                  <a:pt x="382" y="457"/>
                  <a:pt x="382" y="442"/>
                </a:cubicBezTo>
                <a:cubicBezTo>
                  <a:pt x="382" y="442"/>
                  <a:pt x="382" y="427"/>
                  <a:pt x="368" y="427"/>
                </a:cubicBezTo>
                <a:close/>
                <a:moveTo>
                  <a:pt x="368" y="309"/>
                </a:moveTo>
                <a:lnTo>
                  <a:pt x="368" y="309"/>
                </a:lnTo>
                <a:cubicBezTo>
                  <a:pt x="132" y="309"/>
                  <a:pt x="132" y="309"/>
                  <a:pt x="132" y="309"/>
                </a:cubicBezTo>
                <a:cubicBezTo>
                  <a:pt x="118" y="309"/>
                  <a:pt x="118" y="324"/>
                  <a:pt x="118" y="324"/>
                </a:cubicBezTo>
                <a:cubicBezTo>
                  <a:pt x="118" y="339"/>
                  <a:pt x="118" y="354"/>
                  <a:pt x="132" y="354"/>
                </a:cubicBezTo>
                <a:cubicBezTo>
                  <a:pt x="368" y="354"/>
                  <a:pt x="368" y="354"/>
                  <a:pt x="368" y="354"/>
                </a:cubicBezTo>
                <a:cubicBezTo>
                  <a:pt x="382" y="354"/>
                  <a:pt x="382" y="339"/>
                  <a:pt x="382" y="324"/>
                </a:cubicBezTo>
                <a:cubicBezTo>
                  <a:pt x="382" y="324"/>
                  <a:pt x="382" y="309"/>
                  <a:pt x="368" y="30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Freeform 1"/>
          <p:cNvSpPr/>
          <p:nvPr/>
        </p:nvSpPr>
        <p:spPr>
          <a:xfrm>
            <a:off x="6561000" y="4370400"/>
            <a:ext cx="223920" cy="69840"/>
          </a:xfrm>
          <a:custGeom>
            <a:avLst/>
            <a:gdLst/>
            <a:ahLst/>
            <a:rect l="l" t="t" r="r" b="b"/>
            <a:pathLst>
              <a:path w="623" h="192">
                <a:moveTo>
                  <a:pt x="615" y="42"/>
                </a:moveTo>
                <a:lnTo>
                  <a:pt x="615" y="42"/>
                </a:lnTo>
                <a:cubicBezTo>
                  <a:pt x="601" y="42"/>
                  <a:pt x="587" y="84"/>
                  <a:pt x="544" y="84"/>
                </a:cubicBezTo>
                <a:cubicBezTo>
                  <a:pt x="495" y="84"/>
                  <a:pt x="473" y="0"/>
                  <a:pt x="396" y="0"/>
                </a:cubicBezTo>
                <a:cubicBezTo>
                  <a:pt x="339" y="0"/>
                  <a:pt x="318" y="49"/>
                  <a:pt x="311" y="49"/>
                </a:cubicBezTo>
                <a:cubicBezTo>
                  <a:pt x="311" y="49"/>
                  <a:pt x="290" y="0"/>
                  <a:pt x="226" y="0"/>
                </a:cubicBezTo>
                <a:cubicBezTo>
                  <a:pt x="148" y="0"/>
                  <a:pt x="127" y="84"/>
                  <a:pt x="78" y="84"/>
                </a:cubicBezTo>
                <a:cubicBezTo>
                  <a:pt x="42" y="84"/>
                  <a:pt x="21" y="42"/>
                  <a:pt x="14" y="42"/>
                </a:cubicBezTo>
                <a:cubicBezTo>
                  <a:pt x="0" y="49"/>
                  <a:pt x="35" y="191"/>
                  <a:pt x="169" y="191"/>
                </a:cubicBezTo>
                <a:cubicBezTo>
                  <a:pt x="254" y="191"/>
                  <a:pt x="304" y="120"/>
                  <a:pt x="311" y="120"/>
                </a:cubicBezTo>
                <a:cubicBezTo>
                  <a:pt x="318" y="120"/>
                  <a:pt x="375" y="191"/>
                  <a:pt x="459" y="191"/>
                </a:cubicBezTo>
                <a:cubicBezTo>
                  <a:pt x="594" y="191"/>
                  <a:pt x="622" y="49"/>
                  <a:pt x="615" y="4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23040" bIns="23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4" name="Freeform 2"/>
          <p:cNvSpPr/>
          <p:nvPr/>
        </p:nvSpPr>
        <p:spPr>
          <a:xfrm>
            <a:off x="6183360" y="4340160"/>
            <a:ext cx="218880" cy="130320"/>
          </a:xfrm>
          <a:custGeom>
            <a:avLst/>
            <a:gdLst/>
            <a:ahLst/>
            <a:rect l="l" t="t" r="r" b="b"/>
            <a:pathLst>
              <a:path w="609" h="361">
                <a:moveTo>
                  <a:pt x="579" y="205"/>
                </a:moveTo>
                <a:lnTo>
                  <a:pt x="579" y="205"/>
                </a:lnTo>
                <a:cubicBezTo>
                  <a:pt x="198" y="205"/>
                  <a:pt x="198" y="205"/>
                  <a:pt x="198" y="205"/>
                </a:cubicBezTo>
                <a:cubicBezTo>
                  <a:pt x="184" y="205"/>
                  <a:pt x="169" y="198"/>
                  <a:pt x="169" y="176"/>
                </a:cubicBezTo>
                <a:cubicBezTo>
                  <a:pt x="169" y="162"/>
                  <a:pt x="184" y="148"/>
                  <a:pt x="198" y="148"/>
                </a:cubicBezTo>
                <a:cubicBezTo>
                  <a:pt x="579" y="148"/>
                  <a:pt x="579" y="148"/>
                  <a:pt x="579" y="148"/>
                </a:cubicBezTo>
                <a:cubicBezTo>
                  <a:pt x="594" y="148"/>
                  <a:pt x="608" y="162"/>
                  <a:pt x="608" y="176"/>
                </a:cubicBezTo>
                <a:cubicBezTo>
                  <a:pt x="608" y="198"/>
                  <a:pt x="594" y="205"/>
                  <a:pt x="579" y="205"/>
                </a:cubicBezTo>
                <a:close/>
                <a:moveTo>
                  <a:pt x="579" y="56"/>
                </a:moveTo>
                <a:lnTo>
                  <a:pt x="579" y="56"/>
                </a:lnTo>
                <a:cubicBezTo>
                  <a:pt x="198" y="56"/>
                  <a:pt x="198" y="56"/>
                  <a:pt x="198" y="56"/>
                </a:cubicBezTo>
                <a:cubicBezTo>
                  <a:pt x="184" y="56"/>
                  <a:pt x="169" y="42"/>
                  <a:pt x="169" y="28"/>
                </a:cubicBezTo>
                <a:cubicBezTo>
                  <a:pt x="169" y="14"/>
                  <a:pt x="184" y="0"/>
                  <a:pt x="198" y="0"/>
                </a:cubicBezTo>
                <a:cubicBezTo>
                  <a:pt x="579" y="0"/>
                  <a:pt x="579" y="0"/>
                  <a:pt x="579" y="0"/>
                </a:cubicBezTo>
                <a:cubicBezTo>
                  <a:pt x="594" y="0"/>
                  <a:pt x="608" y="14"/>
                  <a:pt x="608" y="28"/>
                </a:cubicBezTo>
                <a:cubicBezTo>
                  <a:pt x="608" y="42"/>
                  <a:pt x="594" y="56"/>
                  <a:pt x="579" y="56"/>
                </a:cubicBezTo>
                <a:close/>
                <a:moveTo>
                  <a:pt x="85" y="360"/>
                </a:moveTo>
                <a:lnTo>
                  <a:pt x="85" y="360"/>
                </a:lnTo>
                <a:cubicBezTo>
                  <a:pt x="28" y="360"/>
                  <a:pt x="28" y="360"/>
                  <a:pt x="28" y="360"/>
                </a:cubicBezTo>
                <a:cubicBezTo>
                  <a:pt x="14" y="360"/>
                  <a:pt x="0" y="346"/>
                  <a:pt x="0" y="332"/>
                </a:cubicBezTo>
                <a:cubicBezTo>
                  <a:pt x="0" y="311"/>
                  <a:pt x="14" y="304"/>
                  <a:pt x="28" y="304"/>
                </a:cubicBezTo>
                <a:cubicBezTo>
                  <a:pt x="85" y="304"/>
                  <a:pt x="85" y="304"/>
                  <a:pt x="85" y="304"/>
                </a:cubicBezTo>
                <a:cubicBezTo>
                  <a:pt x="106" y="304"/>
                  <a:pt x="113" y="311"/>
                  <a:pt x="113" y="332"/>
                </a:cubicBezTo>
                <a:cubicBezTo>
                  <a:pt x="113" y="346"/>
                  <a:pt x="106" y="360"/>
                  <a:pt x="85" y="360"/>
                </a:cubicBezTo>
                <a:close/>
                <a:moveTo>
                  <a:pt x="85" y="205"/>
                </a:moveTo>
                <a:lnTo>
                  <a:pt x="85" y="205"/>
                </a:lnTo>
                <a:cubicBezTo>
                  <a:pt x="28" y="205"/>
                  <a:pt x="28" y="205"/>
                  <a:pt x="28" y="205"/>
                </a:cubicBezTo>
                <a:cubicBezTo>
                  <a:pt x="14" y="205"/>
                  <a:pt x="0" y="198"/>
                  <a:pt x="0" y="176"/>
                </a:cubicBezTo>
                <a:cubicBezTo>
                  <a:pt x="0" y="162"/>
                  <a:pt x="14" y="148"/>
                  <a:pt x="28" y="148"/>
                </a:cubicBezTo>
                <a:cubicBezTo>
                  <a:pt x="85" y="148"/>
                  <a:pt x="85" y="148"/>
                  <a:pt x="85" y="148"/>
                </a:cubicBezTo>
                <a:cubicBezTo>
                  <a:pt x="106" y="148"/>
                  <a:pt x="113" y="162"/>
                  <a:pt x="113" y="176"/>
                </a:cubicBezTo>
                <a:cubicBezTo>
                  <a:pt x="113" y="198"/>
                  <a:pt x="106" y="205"/>
                  <a:pt x="85" y="205"/>
                </a:cubicBezTo>
                <a:close/>
                <a:moveTo>
                  <a:pt x="85" y="56"/>
                </a:moveTo>
                <a:lnTo>
                  <a:pt x="85" y="56"/>
                </a:lnTo>
                <a:cubicBezTo>
                  <a:pt x="28" y="56"/>
                  <a:pt x="28" y="56"/>
                  <a:pt x="28" y="56"/>
                </a:cubicBezTo>
                <a:cubicBezTo>
                  <a:pt x="14" y="56"/>
                  <a:pt x="0" y="42"/>
                  <a:pt x="0" y="28"/>
                </a:cubicBezTo>
                <a:cubicBezTo>
                  <a:pt x="0" y="14"/>
                  <a:pt x="14" y="0"/>
                  <a:pt x="28" y="0"/>
                </a:cubicBezTo>
                <a:cubicBezTo>
                  <a:pt x="85" y="0"/>
                  <a:pt x="85" y="0"/>
                  <a:pt x="85" y="0"/>
                </a:cubicBezTo>
                <a:cubicBezTo>
                  <a:pt x="106" y="0"/>
                  <a:pt x="113" y="14"/>
                  <a:pt x="113" y="28"/>
                </a:cubicBezTo>
                <a:cubicBezTo>
                  <a:pt x="113" y="42"/>
                  <a:pt x="106" y="56"/>
                  <a:pt x="85" y="56"/>
                </a:cubicBezTo>
                <a:close/>
                <a:moveTo>
                  <a:pt x="198" y="360"/>
                </a:moveTo>
                <a:lnTo>
                  <a:pt x="198" y="360"/>
                </a:lnTo>
                <a:cubicBezTo>
                  <a:pt x="184" y="360"/>
                  <a:pt x="169" y="346"/>
                  <a:pt x="169" y="332"/>
                </a:cubicBezTo>
                <a:cubicBezTo>
                  <a:pt x="169" y="311"/>
                  <a:pt x="184" y="304"/>
                  <a:pt x="198" y="304"/>
                </a:cubicBezTo>
                <a:cubicBezTo>
                  <a:pt x="579" y="304"/>
                  <a:pt x="579" y="304"/>
                  <a:pt x="579" y="304"/>
                </a:cubicBezTo>
                <a:cubicBezTo>
                  <a:pt x="594" y="304"/>
                  <a:pt x="608" y="311"/>
                  <a:pt x="608" y="332"/>
                </a:cubicBezTo>
                <a:cubicBezTo>
                  <a:pt x="608" y="346"/>
                  <a:pt x="594" y="360"/>
                  <a:pt x="579" y="360"/>
                </a:cubicBezTo>
                <a:cubicBezTo>
                  <a:pt x="198" y="360"/>
                  <a:pt x="198" y="360"/>
                  <a:pt x="198" y="36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5" name="Freeform 3"/>
          <p:cNvSpPr/>
          <p:nvPr/>
        </p:nvSpPr>
        <p:spPr>
          <a:xfrm>
            <a:off x="5805360" y="4340160"/>
            <a:ext cx="217440" cy="130320"/>
          </a:xfrm>
          <a:custGeom>
            <a:avLst/>
            <a:gdLst/>
            <a:ahLst/>
            <a:rect l="l" t="t" r="r" b="b"/>
            <a:pathLst>
              <a:path w="602" h="361">
                <a:moveTo>
                  <a:pt x="572" y="205"/>
                </a:moveTo>
                <a:lnTo>
                  <a:pt x="572" y="205"/>
                </a:lnTo>
                <a:cubicBezTo>
                  <a:pt x="28" y="205"/>
                  <a:pt x="28" y="205"/>
                  <a:pt x="28" y="205"/>
                </a:cubicBezTo>
                <a:cubicBezTo>
                  <a:pt x="14" y="205"/>
                  <a:pt x="0" y="198"/>
                  <a:pt x="0" y="176"/>
                </a:cubicBezTo>
                <a:cubicBezTo>
                  <a:pt x="0" y="162"/>
                  <a:pt x="14" y="148"/>
                  <a:pt x="28" y="148"/>
                </a:cubicBezTo>
                <a:cubicBezTo>
                  <a:pt x="572" y="148"/>
                  <a:pt x="572" y="148"/>
                  <a:pt x="572" y="148"/>
                </a:cubicBezTo>
                <a:cubicBezTo>
                  <a:pt x="594" y="148"/>
                  <a:pt x="601" y="162"/>
                  <a:pt x="601" y="176"/>
                </a:cubicBezTo>
                <a:cubicBezTo>
                  <a:pt x="601" y="198"/>
                  <a:pt x="594" y="205"/>
                  <a:pt x="572" y="205"/>
                </a:cubicBezTo>
                <a:close/>
                <a:moveTo>
                  <a:pt x="572" y="56"/>
                </a:moveTo>
                <a:lnTo>
                  <a:pt x="572" y="56"/>
                </a:lnTo>
                <a:cubicBezTo>
                  <a:pt x="28" y="56"/>
                  <a:pt x="28" y="56"/>
                  <a:pt x="28" y="56"/>
                </a:cubicBezTo>
                <a:cubicBezTo>
                  <a:pt x="14" y="56"/>
                  <a:pt x="0" y="42"/>
                  <a:pt x="0" y="28"/>
                </a:cubicBezTo>
                <a:cubicBezTo>
                  <a:pt x="0" y="14"/>
                  <a:pt x="14" y="0"/>
                  <a:pt x="28" y="0"/>
                </a:cubicBezTo>
                <a:cubicBezTo>
                  <a:pt x="572" y="0"/>
                  <a:pt x="572" y="0"/>
                  <a:pt x="572" y="0"/>
                </a:cubicBezTo>
                <a:cubicBezTo>
                  <a:pt x="594" y="0"/>
                  <a:pt x="601" y="14"/>
                  <a:pt x="601" y="28"/>
                </a:cubicBezTo>
                <a:cubicBezTo>
                  <a:pt x="601" y="42"/>
                  <a:pt x="594" y="56"/>
                  <a:pt x="572" y="56"/>
                </a:cubicBezTo>
                <a:close/>
                <a:moveTo>
                  <a:pt x="28" y="304"/>
                </a:moveTo>
                <a:lnTo>
                  <a:pt x="28" y="304"/>
                </a:lnTo>
                <a:cubicBezTo>
                  <a:pt x="572" y="304"/>
                  <a:pt x="572" y="304"/>
                  <a:pt x="572" y="304"/>
                </a:cubicBezTo>
                <a:cubicBezTo>
                  <a:pt x="594" y="304"/>
                  <a:pt x="601" y="311"/>
                  <a:pt x="601" y="332"/>
                </a:cubicBezTo>
                <a:cubicBezTo>
                  <a:pt x="601" y="346"/>
                  <a:pt x="594" y="360"/>
                  <a:pt x="572" y="360"/>
                </a:cubicBezTo>
                <a:cubicBezTo>
                  <a:pt x="28" y="360"/>
                  <a:pt x="28" y="360"/>
                  <a:pt x="28" y="360"/>
                </a:cubicBezTo>
                <a:cubicBezTo>
                  <a:pt x="14" y="360"/>
                  <a:pt x="0" y="346"/>
                  <a:pt x="0" y="332"/>
                </a:cubicBezTo>
                <a:cubicBezTo>
                  <a:pt x="0" y="311"/>
                  <a:pt x="14" y="304"/>
                  <a:pt x="28" y="30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6" name="Freeform 4"/>
          <p:cNvSpPr/>
          <p:nvPr/>
        </p:nvSpPr>
        <p:spPr>
          <a:xfrm>
            <a:off x="5448240" y="4383000"/>
            <a:ext cx="171360" cy="41400"/>
          </a:xfrm>
          <a:custGeom>
            <a:avLst/>
            <a:gdLst/>
            <a:ahLst/>
            <a:rect l="l" t="t" r="r" b="b"/>
            <a:pathLst>
              <a:path w="475" h="114">
                <a:moveTo>
                  <a:pt x="417" y="113"/>
                </a:moveTo>
                <a:lnTo>
                  <a:pt x="417" y="113"/>
                </a:lnTo>
                <a:cubicBezTo>
                  <a:pt x="382" y="113"/>
                  <a:pt x="361" y="92"/>
                  <a:pt x="361" y="56"/>
                </a:cubicBezTo>
                <a:cubicBezTo>
                  <a:pt x="361" y="28"/>
                  <a:pt x="382" y="0"/>
                  <a:pt x="417" y="0"/>
                </a:cubicBezTo>
                <a:cubicBezTo>
                  <a:pt x="446" y="0"/>
                  <a:pt x="474" y="28"/>
                  <a:pt x="474" y="56"/>
                </a:cubicBezTo>
                <a:cubicBezTo>
                  <a:pt x="474" y="92"/>
                  <a:pt x="446" y="113"/>
                  <a:pt x="417" y="113"/>
                </a:cubicBezTo>
                <a:close/>
                <a:moveTo>
                  <a:pt x="234" y="113"/>
                </a:moveTo>
                <a:lnTo>
                  <a:pt x="234" y="113"/>
                </a:lnTo>
                <a:cubicBezTo>
                  <a:pt x="205" y="113"/>
                  <a:pt x="177" y="92"/>
                  <a:pt x="177" y="56"/>
                </a:cubicBezTo>
                <a:cubicBezTo>
                  <a:pt x="177" y="28"/>
                  <a:pt x="205" y="0"/>
                  <a:pt x="234" y="0"/>
                </a:cubicBezTo>
                <a:cubicBezTo>
                  <a:pt x="269" y="0"/>
                  <a:pt x="290" y="28"/>
                  <a:pt x="290" y="56"/>
                </a:cubicBezTo>
                <a:cubicBezTo>
                  <a:pt x="290" y="92"/>
                  <a:pt x="269" y="113"/>
                  <a:pt x="234" y="113"/>
                </a:cubicBezTo>
                <a:close/>
                <a:moveTo>
                  <a:pt x="57" y="113"/>
                </a:moveTo>
                <a:lnTo>
                  <a:pt x="57" y="113"/>
                </a:lnTo>
                <a:cubicBezTo>
                  <a:pt x="29" y="113"/>
                  <a:pt x="0" y="92"/>
                  <a:pt x="0" y="56"/>
                </a:cubicBezTo>
                <a:cubicBezTo>
                  <a:pt x="0" y="28"/>
                  <a:pt x="29" y="0"/>
                  <a:pt x="57" y="0"/>
                </a:cubicBezTo>
                <a:cubicBezTo>
                  <a:pt x="85" y="0"/>
                  <a:pt x="113" y="28"/>
                  <a:pt x="113" y="56"/>
                </a:cubicBezTo>
                <a:cubicBezTo>
                  <a:pt x="113" y="92"/>
                  <a:pt x="85" y="113"/>
                  <a:pt x="57" y="11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5400" bIns="-54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7" name="Freeform 5"/>
          <p:cNvSpPr/>
          <p:nvPr/>
        </p:nvSpPr>
        <p:spPr>
          <a:xfrm>
            <a:off x="5113440" y="4332240"/>
            <a:ext cx="82440" cy="142920"/>
          </a:xfrm>
          <a:custGeom>
            <a:avLst/>
            <a:gdLst/>
            <a:ahLst/>
            <a:rect l="l" t="t" r="r" b="b"/>
            <a:pathLst>
              <a:path w="228" h="396">
                <a:moveTo>
                  <a:pt x="7" y="49"/>
                </a:moveTo>
                <a:lnTo>
                  <a:pt x="7" y="49"/>
                </a:lnTo>
                <a:cubicBezTo>
                  <a:pt x="156" y="197"/>
                  <a:pt x="156" y="197"/>
                  <a:pt x="156" y="197"/>
                </a:cubicBezTo>
                <a:cubicBezTo>
                  <a:pt x="7" y="353"/>
                  <a:pt x="7" y="353"/>
                  <a:pt x="7" y="353"/>
                </a:cubicBezTo>
                <a:cubicBezTo>
                  <a:pt x="0" y="353"/>
                  <a:pt x="0" y="360"/>
                  <a:pt x="0" y="367"/>
                </a:cubicBezTo>
                <a:cubicBezTo>
                  <a:pt x="0" y="388"/>
                  <a:pt x="15" y="395"/>
                  <a:pt x="29" y="395"/>
                </a:cubicBezTo>
                <a:cubicBezTo>
                  <a:pt x="36" y="395"/>
                  <a:pt x="43" y="395"/>
                  <a:pt x="50" y="388"/>
                </a:cubicBezTo>
                <a:cubicBezTo>
                  <a:pt x="220" y="219"/>
                  <a:pt x="220" y="219"/>
                  <a:pt x="220" y="219"/>
                </a:cubicBezTo>
                <a:cubicBezTo>
                  <a:pt x="227" y="212"/>
                  <a:pt x="227" y="205"/>
                  <a:pt x="227" y="197"/>
                </a:cubicBezTo>
                <a:cubicBezTo>
                  <a:pt x="227" y="190"/>
                  <a:pt x="227" y="183"/>
                  <a:pt x="220" y="176"/>
                </a:cubicBezTo>
                <a:cubicBezTo>
                  <a:pt x="50" y="7"/>
                  <a:pt x="50" y="7"/>
                  <a:pt x="50" y="7"/>
                </a:cubicBezTo>
                <a:cubicBezTo>
                  <a:pt x="43" y="7"/>
                  <a:pt x="36" y="0"/>
                  <a:pt x="29" y="0"/>
                </a:cubicBezTo>
                <a:cubicBezTo>
                  <a:pt x="15" y="0"/>
                  <a:pt x="0" y="14"/>
                  <a:pt x="0" y="28"/>
                </a:cubicBezTo>
                <a:cubicBezTo>
                  <a:pt x="0" y="42"/>
                  <a:pt x="7" y="49"/>
                  <a:pt x="7" y="49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8" name="Freeform 6"/>
          <p:cNvSpPr/>
          <p:nvPr/>
        </p:nvSpPr>
        <p:spPr>
          <a:xfrm>
            <a:off x="4734000" y="4332240"/>
            <a:ext cx="82440" cy="142920"/>
          </a:xfrm>
          <a:custGeom>
            <a:avLst/>
            <a:gdLst/>
            <a:ahLst/>
            <a:rect l="l" t="t" r="r" b="b"/>
            <a:pathLst>
              <a:path w="228" h="396">
                <a:moveTo>
                  <a:pt x="212" y="49"/>
                </a:moveTo>
                <a:lnTo>
                  <a:pt x="212" y="49"/>
                </a:lnTo>
                <a:cubicBezTo>
                  <a:pt x="64" y="197"/>
                  <a:pt x="64" y="197"/>
                  <a:pt x="64" y="197"/>
                </a:cubicBezTo>
                <a:cubicBezTo>
                  <a:pt x="220" y="353"/>
                  <a:pt x="220" y="353"/>
                  <a:pt x="220" y="353"/>
                </a:cubicBezTo>
                <a:cubicBezTo>
                  <a:pt x="220" y="353"/>
                  <a:pt x="227" y="360"/>
                  <a:pt x="227" y="367"/>
                </a:cubicBezTo>
                <a:cubicBezTo>
                  <a:pt x="227" y="388"/>
                  <a:pt x="212" y="395"/>
                  <a:pt x="198" y="395"/>
                </a:cubicBezTo>
                <a:cubicBezTo>
                  <a:pt x="191" y="395"/>
                  <a:pt x="184" y="395"/>
                  <a:pt x="177" y="388"/>
                </a:cubicBezTo>
                <a:cubicBezTo>
                  <a:pt x="7" y="219"/>
                  <a:pt x="7" y="219"/>
                  <a:pt x="7" y="219"/>
                </a:cubicBezTo>
                <a:cubicBezTo>
                  <a:pt x="0" y="212"/>
                  <a:pt x="0" y="205"/>
                  <a:pt x="0" y="197"/>
                </a:cubicBezTo>
                <a:cubicBezTo>
                  <a:pt x="0" y="190"/>
                  <a:pt x="0" y="183"/>
                  <a:pt x="7" y="176"/>
                </a:cubicBezTo>
                <a:cubicBezTo>
                  <a:pt x="177" y="7"/>
                  <a:pt x="177" y="7"/>
                  <a:pt x="177" y="7"/>
                </a:cubicBezTo>
                <a:cubicBezTo>
                  <a:pt x="184" y="7"/>
                  <a:pt x="191" y="0"/>
                  <a:pt x="198" y="0"/>
                </a:cubicBezTo>
                <a:cubicBezTo>
                  <a:pt x="212" y="0"/>
                  <a:pt x="227" y="14"/>
                  <a:pt x="227" y="28"/>
                </a:cubicBezTo>
                <a:cubicBezTo>
                  <a:pt x="227" y="42"/>
                  <a:pt x="220" y="49"/>
                  <a:pt x="212" y="49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9" name="Freeform 7"/>
          <p:cNvSpPr/>
          <p:nvPr/>
        </p:nvSpPr>
        <p:spPr>
          <a:xfrm>
            <a:off x="4321080" y="4362480"/>
            <a:ext cx="142920" cy="82440"/>
          </a:xfrm>
          <a:custGeom>
            <a:avLst/>
            <a:gdLst/>
            <a:ahLst/>
            <a:rect l="l" t="t" r="r" b="b"/>
            <a:pathLst>
              <a:path w="397" h="228">
                <a:moveTo>
                  <a:pt x="50" y="220"/>
                </a:moveTo>
                <a:lnTo>
                  <a:pt x="50" y="220"/>
                </a:lnTo>
                <a:cubicBezTo>
                  <a:pt x="198" y="71"/>
                  <a:pt x="198" y="71"/>
                  <a:pt x="198" y="71"/>
                </a:cubicBezTo>
                <a:cubicBezTo>
                  <a:pt x="354" y="220"/>
                  <a:pt x="354" y="220"/>
                  <a:pt x="354" y="220"/>
                </a:cubicBezTo>
                <a:cubicBezTo>
                  <a:pt x="354" y="227"/>
                  <a:pt x="361" y="227"/>
                  <a:pt x="368" y="227"/>
                </a:cubicBezTo>
                <a:cubicBezTo>
                  <a:pt x="389" y="227"/>
                  <a:pt x="396" y="220"/>
                  <a:pt x="396" y="198"/>
                </a:cubicBezTo>
                <a:cubicBezTo>
                  <a:pt x="396" y="191"/>
                  <a:pt x="396" y="184"/>
                  <a:pt x="389" y="184"/>
                </a:cubicBezTo>
                <a:cubicBezTo>
                  <a:pt x="220" y="15"/>
                  <a:pt x="220" y="15"/>
                  <a:pt x="220" y="15"/>
                </a:cubicBezTo>
                <a:cubicBezTo>
                  <a:pt x="213" y="8"/>
                  <a:pt x="205" y="0"/>
                  <a:pt x="198" y="0"/>
                </a:cubicBezTo>
                <a:cubicBezTo>
                  <a:pt x="191" y="0"/>
                  <a:pt x="184" y="8"/>
                  <a:pt x="177" y="15"/>
                </a:cubicBezTo>
                <a:cubicBezTo>
                  <a:pt x="8" y="184"/>
                  <a:pt x="8" y="184"/>
                  <a:pt x="8" y="184"/>
                </a:cubicBezTo>
                <a:cubicBezTo>
                  <a:pt x="8" y="184"/>
                  <a:pt x="0" y="191"/>
                  <a:pt x="0" y="198"/>
                </a:cubicBezTo>
                <a:cubicBezTo>
                  <a:pt x="0" y="220"/>
                  <a:pt x="15" y="227"/>
                  <a:pt x="29" y="227"/>
                </a:cubicBezTo>
                <a:cubicBezTo>
                  <a:pt x="43" y="227"/>
                  <a:pt x="50" y="227"/>
                  <a:pt x="50" y="22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5640" bIns="356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0" name="Freeform 8"/>
          <p:cNvSpPr/>
          <p:nvPr/>
        </p:nvSpPr>
        <p:spPr>
          <a:xfrm>
            <a:off x="3943440" y="4362480"/>
            <a:ext cx="142920" cy="82440"/>
          </a:xfrm>
          <a:custGeom>
            <a:avLst/>
            <a:gdLst/>
            <a:ahLst/>
            <a:rect l="l" t="t" r="r" b="b"/>
            <a:pathLst>
              <a:path w="397" h="228">
                <a:moveTo>
                  <a:pt x="50" y="15"/>
                </a:moveTo>
                <a:lnTo>
                  <a:pt x="50" y="15"/>
                </a:lnTo>
                <a:cubicBezTo>
                  <a:pt x="198" y="163"/>
                  <a:pt x="198" y="163"/>
                  <a:pt x="198" y="163"/>
                </a:cubicBezTo>
                <a:cubicBezTo>
                  <a:pt x="347" y="8"/>
                  <a:pt x="347" y="8"/>
                  <a:pt x="347" y="8"/>
                </a:cubicBezTo>
                <a:cubicBezTo>
                  <a:pt x="354" y="8"/>
                  <a:pt x="361" y="0"/>
                  <a:pt x="368" y="0"/>
                </a:cubicBezTo>
                <a:cubicBezTo>
                  <a:pt x="382" y="0"/>
                  <a:pt x="396" y="15"/>
                  <a:pt x="396" y="29"/>
                </a:cubicBezTo>
                <a:cubicBezTo>
                  <a:pt x="396" y="36"/>
                  <a:pt x="396" y="43"/>
                  <a:pt x="389" y="50"/>
                </a:cubicBezTo>
                <a:cubicBezTo>
                  <a:pt x="220" y="220"/>
                  <a:pt x="220" y="220"/>
                  <a:pt x="220" y="220"/>
                </a:cubicBezTo>
                <a:cubicBezTo>
                  <a:pt x="212" y="227"/>
                  <a:pt x="205" y="227"/>
                  <a:pt x="198" y="227"/>
                </a:cubicBezTo>
                <a:cubicBezTo>
                  <a:pt x="191" y="227"/>
                  <a:pt x="184" y="227"/>
                  <a:pt x="177" y="220"/>
                </a:cubicBezTo>
                <a:cubicBezTo>
                  <a:pt x="7" y="50"/>
                  <a:pt x="7" y="50"/>
                  <a:pt x="7" y="50"/>
                </a:cubicBezTo>
                <a:cubicBezTo>
                  <a:pt x="0" y="43"/>
                  <a:pt x="0" y="36"/>
                  <a:pt x="0" y="29"/>
                </a:cubicBezTo>
                <a:cubicBezTo>
                  <a:pt x="0" y="15"/>
                  <a:pt x="15" y="0"/>
                  <a:pt x="29" y="0"/>
                </a:cubicBezTo>
                <a:cubicBezTo>
                  <a:pt x="36" y="0"/>
                  <a:pt x="43" y="8"/>
                  <a:pt x="50" y="1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5640" bIns="356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1" name="Freeform 9"/>
          <p:cNvSpPr/>
          <p:nvPr/>
        </p:nvSpPr>
        <p:spPr>
          <a:xfrm>
            <a:off x="3576600" y="4348080"/>
            <a:ext cx="114480" cy="114480"/>
          </a:xfrm>
          <a:custGeom>
            <a:avLst/>
            <a:gdLst/>
            <a:ahLst/>
            <a:rect l="l" t="t" r="r" b="b"/>
            <a:pathLst>
              <a:path w="319" h="319">
                <a:moveTo>
                  <a:pt x="311" y="42"/>
                </a:moveTo>
                <a:lnTo>
                  <a:pt x="311" y="42"/>
                </a:lnTo>
                <a:cubicBezTo>
                  <a:pt x="198" y="155"/>
                  <a:pt x="198" y="155"/>
                  <a:pt x="198" y="155"/>
                </a:cubicBezTo>
                <a:cubicBezTo>
                  <a:pt x="311" y="269"/>
                  <a:pt x="311" y="269"/>
                  <a:pt x="311" y="269"/>
                </a:cubicBezTo>
                <a:cubicBezTo>
                  <a:pt x="318" y="276"/>
                  <a:pt x="318" y="283"/>
                  <a:pt x="318" y="290"/>
                </a:cubicBezTo>
                <a:cubicBezTo>
                  <a:pt x="318" y="304"/>
                  <a:pt x="311" y="318"/>
                  <a:pt x="289" y="318"/>
                </a:cubicBezTo>
                <a:cubicBezTo>
                  <a:pt x="282" y="318"/>
                  <a:pt x="275" y="318"/>
                  <a:pt x="275" y="311"/>
                </a:cubicBezTo>
                <a:cubicBezTo>
                  <a:pt x="162" y="198"/>
                  <a:pt x="162" y="198"/>
                  <a:pt x="162" y="198"/>
                </a:cubicBezTo>
                <a:cubicBezTo>
                  <a:pt x="49" y="311"/>
                  <a:pt x="49" y="311"/>
                  <a:pt x="49" y="311"/>
                </a:cubicBezTo>
                <a:cubicBezTo>
                  <a:pt x="42" y="318"/>
                  <a:pt x="35" y="318"/>
                  <a:pt x="28" y="318"/>
                </a:cubicBezTo>
                <a:cubicBezTo>
                  <a:pt x="14" y="318"/>
                  <a:pt x="0" y="304"/>
                  <a:pt x="0" y="290"/>
                </a:cubicBezTo>
                <a:cubicBezTo>
                  <a:pt x="0" y="283"/>
                  <a:pt x="0" y="276"/>
                  <a:pt x="7" y="269"/>
                </a:cubicBezTo>
                <a:cubicBezTo>
                  <a:pt x="120" y="155"/>
                  <a:pt x="120" y="155"/>
                  <a:pt x="120" y="155"/>
                </a:cubicBezTo>
                <a:cubicBezTo>
                  <a:pt x="7" y="42"/>
                  <a:pt x="7" y="42"/>
                  <a:pt x="7" y="42"/>
                </a:cubicBezTo>
                <a:cubicBezTo>
                  <a:pt x="0" y="42"/>
                  <a:pt x="0" y="35"/>
                  <a:pt x="0" y="28"/>
                </a:cubicBezTo>
                <a:cubicBezTo>
                  <a:pt x="0" y="7"/>
                  <a:pt x="14" y="0"/>
                  <a:pt x="28" y="0"/>
                </a:cubicBezTo>
                <a:cubicBezTo>
                  <a:pt x="35" y="0"/>
                  <a:pt x="42" y="0"/>
                  <a:pt x="49" y="7"/>
                </a:cubicBezTo>
                <a:cubicBezTo>
                  <a:pt x="162" y="120"/>
                  <a:pt x="162" y="120"/>
                  <a:pt x="162" y="120"/>
                </a:cubicBezTo>
                <a:cubicBezTo>
                  <a:pt x="275" y="7"/>
                  <a:pt x="275" y="7"/>
                  <a:pt x="275" y="7"/>
                </a:cubicBezTo>
                <a:cubicBezTo>
                  <a:pt x="275" y="0"/>
                  <a:pt x="282" y="0"/>
                  <a:pt x="289" y="0"/>
                </a:cubicBezTo>
                <a:cubicBezTo>
                  <a:pt x="311" y="0"/>
                  <a:pt x="318" y="7"/>
                  <a:pt x="318" y="28"/>
                </a:cubicBezTo>
                <a:cubicBezTo>
                  <a:pt x="318" y="35"/>
                  <a:pt x="318" y="42"/>
                  <a:pt x="311" y="4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2" name="Freeform 10"/>
          <p:cNvSpPr/>
          <p:nvPr/>
        </p:nvSpPr>
        <p:spPr>
          <a:xfrm>
            <a:off x="3181320" y="4357800"/>
            <a:ext cx="142920" cy="96840"/>
          </a:xfrm>
          <a:custGeom>
            <a:avLst/>
            <a:gdLst/>
            <a:ahLst/>
            <a:rect l="l" t="t" r="r" b="b"/>
            <a:pathLst>
              <a:path w="397" h="270">
                <a:moveTo>
                  <a:pt x="389" y="43"/>
                </a:moveTo>
                <a:lnTo>
                  <a:pt x="389" y="43"/>
                </a:lnTo>
                <a:cubicBezTo>
                  <a:pt x="170" y="262"/>
                  <a:pt x="170" y="262"/>
                  <a:pt x="170" y="262"/>
                </a:cubicBezTo>
                <a:cubicBezTo>
                  <a:pt x="170" y="269"/>
                  <a:pt x="163" y="269"/>
                  <a:pt x="156" y="269"/>
                </a:cubicBezTo>
                <a:cubicBezTo>
                  <a:pt x="149" y="269"/>
                  <a:pt x="141" y="269"/>
                  <a:pt x="134" y="262"/>
                </a:cubicBezTo>
                <a:cubicBezTo>
                  <a:pt x="14" y="142"/>
                  <a:pt x="14" y="142"/>
                  <a:pt x="14" y="142"/>
                </a:cubicBezTo>
                <a:cubicBezTo>
                  <a:pt x="7" y="135"/>
                  <a:pt x="0" y="127"/>
                  <a:pt x="0" y="120"/>
                </a:cubicBezTo>
                <a:cubicBezTo>
                  <a:pt x="0" y="106"/>
                  <a:pt x="14" y="92"/>
                  <a:pt x="28" y="92"/>
                </a:cubicBezTo>
                <a:cubicBezTo>
                  <a:pt x="36" y="92"/>
                  <a:pt x="43" y="92"/>
                  <a:pt x="50" y="99"/>
                </a:cubicBezTo>
                <a:cubicBezTo>
                  <a:pt x="156" y="205"/>
                  <a:pt x="156" y="205"/>
                  <a:pt x="156" y="205"/>
                </a:cubicBezTo>
                <a:cubicBezTo>
                  <a:pt x="354" y="7"/>
                  <a:pt x="354" y="7"/>
                  <a:pt x="354" y="7"/>
                </a:cubicBezTo>
                <a:cubicBezTo>
                  <a:pt x="354" y="0"/>
                  <a:pt x="361" y="0"/>
                  <a:pt x="368" y="0"/>
                </a:cubicBezTo>
                <a:cubicBezTo>
                  <a:pt x="389" y="0"/>
                  <a:pt x="396" y="7"/>
                  <a:pt x="396" y="29"/>
                </a:cubicBezTo>
                <a:cubicBezTo>
                  <a:pt x="396" y="36"/>
                  <a:pt x="396" y="43"/>
                  <a:pt x="389" y="4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3" name="Freeform 11"/>
          <p:cNvSpPr/>
          <p:nvPr/>
        </p:nvSpPr>
        <p:spPr>
          <a:xfrm>
            <a:off x="2795760" y="4392720"/>
            <a:ext cx="158400" cy="20520"/>
          </a:xfrm>
          <a:custGeom>
            <a:avLst/>
            <a:gdLst/>
            <a:ahLst/>
            <a:rect l="l" t="t" r="r" b="b"/>
            <a:pathLst>
              <a:path w="439" h="58">
                <a:moveTo>
                  <a:pt x="410" y="57"/>
                </a:moveTo>
                <a:lnTo>
                  <a:pt x="410" y="57"/>
                </a:lnTo>
                <a:cubicBezTo>
                  <a:pt x="247" y="57"/>
                  <a:pt x="247" y="57"/>
                  <a:pt x="247" y="57"/>
                </a:cubicBezTo>
                <a:cubicBezTo>
                  <a:pt x="191" y="57"/>
                  <a:pt x="191" y="57"/>
                  <a:pt x="191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4" y="57"/>
                  <a:pt x="0" y="50"/>
                  <a:pt x="0" y="28"/>
                </a:cubicBezTo>
                <a:cubicBezTo>
                  <a:pt x="0" y="14"/>
                  <a:pt x="14" y="0"/>
                  <a:pt x="28" y="0"/>
                </a:cubicBezTo>
                <a:cubicBezTo>
                  <a:pt x="191" y="0"/>
                  <a:pt x="191" y="0"/>
                  <a:pt x="191" y="0"/>
                </a:cubicBezTo>
                <a:cubicBezTo>
                  <a:pt x="247" y="0"/>
                  <a:pt x="247" y="0"/>
                  <a:pt x="247" y="0"/>
                </a:cubicBezTo>
                <a:cubicBezTo>
                  <a:pt x="410" y="0"/>
                  <a:pt x="410" y="0"/>
                  <a:pt x="410" y="0"/>
                </a:cubicBezTo>
                <a:cubicBezTo>
                  <a:pt x="424" y="0"/>
                  <a:pt x="438" y="14"/>
                  <a:pt x="438" y="28"/>
                </a:cubicBezTo>
                <a:cubicBezTo>
                  <a:pt x="438" y="50"/>
                  <a:pt x="424" y="57"/>
                  <a:pt x="410" y="5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26280" bIns="-262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4" name="Freeform 12"/>
          <p:cNvSpPr/>
          <p:nvPr/>
        </p:nvSpPr>
        <p:spPr>
          <a:xfrm>
            <a:off x="2416320" y="4327560"/>
            <a:ext cx="155520" cy="155520"/>
          </a:xfrm>
          <a:custGeom>
            <a:avLst/>
            <a:gdLst/>
            <a:ahLst/>
            <a:rect l="l" t="t" r="r" b="b"/>
            <a:pathLst>
              <a:path w="432" h="432">
                <a:moveTo>
                  <a:pt x="403" y="240"/>
                </a:moveTo>
                <a:lnTo>
                  <a:pt x="403" y="240"/>
                </a:lnTo>
                <a:cubicBezTo>
                  <a:pt x="247" y="240"/>
                  <a:pt x="247" y="240"/>
                  <a:pt x="247" y="240"/>
                </a:cubicBezTo>
                <a:cubicBezTo>
                  <a:pt x="247" y="402"/>
                  <a:pt x="247" y="402"/>
                  <a:pt x="247" y="402"/>
                </a:cubicBezTo>
                <a:cubicBezTo>
                  <a:pt x="247" y="417"/>
                  <a:pt x="233" y="431"/>
                  <a:pt x="219" y="431"/>
                </a:cubicBezTo>
                <a:cubicBezTo>
                  <a:pt x="198" y="431"/>
                  <a:pt x="191" y="417"/>
                  <a:pt x="191" y="402"/>
                </a:cubicBezTo>
                <a:cubicBezTo>
                  <a:pt x="191" y="240"/>
                  <a:pt x="191" y="240"/>
                  <a:pt x="191" y="240"/>
                </a:cubicBezTo>
                <a:cubicBezTo>
                  <a:pt x="28" y="240"/>
                  <a:pt x="28" y="240"/>
                  <a:pt x="28" y="240"/>
                </a:cubicBezTo>
                <a:cubicBezTo>
                  <a:pt x="14" y="240"/>
                  <a:pt x="0" y="233"/>
                  <a:pt x="0" y="211"/>
                </a:cubicBezTo>
                <a:cubicBezTo>
                  <a:pt x="0" y="197"/>
                  <a:pt x="14" y="183"/>
                  <a:pt x="28" y="183"/>
                </a:cubicBezTo>
                <a:cubicBezTo>
                  <a:pt x="191" y="183"/>
                  <a:pt x="191" y="183"/>
                  <a:pt x="191" y="183"/>
                </a:cubicBezTo>
                <a:cubicBezTo>
                  <a:pt x="191" y="28"/>
                  <a:pt x="191" y="28"/>
                  <a:pt x="191" y="28"/>
                </a:cubicBezTo>
                <a:cubicBezTo>
                  <a:pt x="191" y="7"/>
                  <a:pt x="198" y="0"/>
                  <a:pt x="219" y="0"/>
                </a:cubicBezTo>
                <a:cubicBezTo>
                  <a:pt x="233" y="0"/>
                  <a:pt x="247" y="7"/>
                  <a:pt x="247" y="28"/>
                </a:cubicBezTo>
                <a:cubicBezTo>
                  <a:pt x="247" y="183"/>
                  <a:pt x="247" y="183"/>
                  <a:pt x="247" y="183"/>
                </a:cubicBezTo>
                <a:cubicBezTo>
                  <a:pt x="403" y="183"/>
                  <a:pt x="403" y="183"/>
                  <a:pt x="403" y="183"/>
                </a:cubicBezTo>
                <a:cubicBezTo>
                  <a:pt x="424" y="183"/>
                  <a:pt x="431" y="197"/>
                  <a:pt x="431" y="211"/>
                </a:cubicBezTo>
                <a:cubicBezTo>
                  <a:pt x="431" y="233"/>
                  <a:pt x="424" y="240"/>
                  <a:pt x="403" y="24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5" name="Freeform 13"/>
          <p:cNvSpPr/>
          <p:nvPr/>
        </p:nvSpPr>
        <p:spPr>
          <a:xfrm>
            <a:off x="6632640" y="3914640"/>
            <a:ext cx="81000" cy="184320"/>
          </a:xfrm>
          <a:custGeom>
            <a:avLst/>
            <a:gdLst/>
            <a:ahLst/>
            <a:rect l="l" t="t" r="r" b="b"/>
            <a:pathLst>
              <a:path w="227" h="510">
                <a:moveTo>
                  <a:pt x="113" y="396"/>
                </a:moveTo>
                <a:lnTo>
                  <a:pt x="113" y="396"/>
                </a:lnTo>
                <a:cubicBezTo>
                  <a:pt x="0" y="509"/>
                  <a:pt x="0" y="509"/>
                  <a:pt x="0" y="509"/>
                </a:cubicBezTo>
                <a:cubicBezTo>
                  <a:pt x="0" y="368"/>
                  <a:pt x="0" y="368"/>
                  <a:pt x="0" y="368"/>
                </a:cubicBezTo>
                <a:cubicBezTo>
                  <a:pt x="0" y="276"/>
                  <a:pt x="0" y="276"/>
                  <a:pt x="0" y="276"/>
                </a:cubicBezTo>
                <a:cubicBezTo>
                  <a:pt x="0" y="170"/>
                  <a:pt x="0" y="170"/>
                  <a:pt x="0" y="170"/>
                </a:cubicBezTo>
                <a:cubicBezTo>
                  <a:pt x="0" y="128"/>
                  <a:pt x="0" y="128"/>
                  <a:pt x="0" y="128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5"/>
                  <a:pt x="14" y="0"/>
                  <a:pt x="28" y="0"/>
                </a:cubicBezTo>
                <a:cubicBezTo>
                  <a:pt x="198" y="0"/>
                  <a:pt x="198" y="0"/>
                  <a:pt x="198" y="0"/>
                </a:cubicBezTo>
                <a:cubicBezTo>
                  <a:pt x="219" y="0"/>
                  <a:pt x="226" y="15"/>
                  <a:pt x="226" y="29"/>
                </a:cubicBezTo>
                <a:cubicBezTo>
                  <a:pt x="226" y="128"/>
                  <a:pt x="226" y="128"/>
                  <a:pt x="226" y="128"/>
                </a:cubicBezTo>
                <a:cubicBezTo>
                  <a:pt x="226" y="170"/>
                  <a:pt x="226" y="170"/>
                  <a:pt x="226" y="170"/>
                </a:cubicBezTo>
                <a:cubicBezTo>
                  <a:pt x="226" y="276"/>
                  <a:pt x="226" y="276"/>
                  <a:pt x="226" y="276"/>
                </a:cubicBezTo>
                <a:cubicBezTo>
                  <a:pt x="226" y="368"/>
                  <a:pt x="226" y="368"/>
                  <a:pt x="226" y="368"/>
                </a:cubicBezTo>
                <a:cubicBezTo>
                  <a:pt x="226" y="509"/>
                  <a:pt x="226" y="509"/>
                  <a:pt x="226" y="509"/>
                </a:cubicBezTo>
                <a:lnTo>
                  <a:pt x="113" y="396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6" name="Freeform 14"/>
          <p:cNvSpPr/>
          <p:nvPr/>
        </p:nvSpPr>
        <p:spPr>
          <a:xfrm>
            <a:off x="6183360" y="3914640"/>
            <a:ext cx="218880" cy="219240"/>
          </a:xfrm>
          <a:custGeom>
            <a:avLst/>
            <a:gdLst/>
            <a:ahLst/>
            <a:rect l="l" t="t" r="r" b="b"/>
            <a:pathLst>
              <a:path w="609" h="609">
                <a:moveTo>
                  <a:pt x="587" y="488"/>
                </a:moveTo>
                <a:lnTo>
                  <a:pt x="587" y="488"/>
                </a:lnTo>
                <a:cubicBezTo>
                  <a:pt x="318" y="601"/>
                  <a:pt x="318" y="601"/>
                  <a:pt x="318" y="601"/>
                </a:cubicBezTo>
                <a:cubicBezTo>
                  <a:pt x="311" y="608"/>
                  <a:pt x="311" y="608"/>
                  <a:pt x="304" y="608"/>
                </a:cubicBezTo>
                <a:cubicBezTo>
                  <a:pt x="297" y="608"/>
                  <a:pt x="297" y="608"/>
                  <a:pt x="290" y="601"/>
                </a:cubicBezTo>
                <a:cubicBezTo>
                  <a:pt x="21" y="488"/>
                  <a:pt x="21" y="488"/>
                  <a:pt x="21" y="488"/>
                </a:cubicBezTo>
                <a:cubicBezTo>
                  <a:pt x="7" y="488"/>
                  <a:pt x="0" y="474"/>
                  <a:pt x="0" y="467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5"/>
                  <a:pt x="14" y="0"/>
                  <a:pt x="28" y="0"/>
                </a:cubicBezTo>
                <a:cubicBezTo>
                  <a:pt x="35" y="0"/>
                  <a:pt x="35" y="0"/>
                  <a:pt x="42" y="8"/>
                </a:cubicBezTo>
                <a:cubicBezTo>
                  <a:pt x="304" y="114"/>
                  <a:pt x="304" y="114"/>
                  <a:pt x="304" y="114"/>
                </a:cubicBezTo>
                <a:cubicBezTo>
                  <a:pt x="565" y="8"/>
                  <a:pt x="565" y="8"/>
                  <a:pt x="565" y="8"/>
                </a:cubicBezTo>
                <a:cubicBezTo>
                  <a:pt x="572" y="0"/>
                  <a:pt x="572" y="0"/>
                  <a:pt x="579" y="0"/>
                </a:cubicBezTo>
                <a:cubicBezTo>
                  <a:pt x="594" y="0"/>
                  <a:pt x="608" y="15"/>
                  <a:pt x="608" y="29"/>
                </a:cubicBezTo>
                <a:cubicBezTo>
                  <a:pt x="608" y="467"/>
                  <a:pt x="608" y="467"/>
                  <a:pt x="608" y="467"/>
                </a:cubicBezTo>
                <a:cubicBezTo>
                  <a:pt x="608" y="474"/>
                  <a:pt x="601" y="488"/>
                  <a:pt x="587" y="488"/>
                </a:cubicBezTo>
                <a:close/>
                <a:moveTo>
                  <a:pt x="276" y="163"/>
                </a:moveTo>
                <a:lnTo>
                  <a:pt x="276" y="163"/>
                </a:lnTo>
                <a:cubicBezTo>
                  <a:pt x="56" y="71"/>
                  <a:pt x="56" y="71"/>
                  <a:pt x="56" y="71"/>
                </a:cubicBezTo>
                <a:cubicBezTo>
                  <a:pt x="56" y="446"/>
                  <a:pt x="56" y="446"/>
                  <a:pt x="56" y="446"/>
                </a:cubicBezTo>
                <a:cubicBezTo>
                  <a:pt x="276" y="538"/>
                  <a:pt x="276" y="538"/>
                  <a:pt x="276" y="538"/>
                </a:cubicBezTo>
                <a:lnTo>
                  <a:pt x="276" y="163"/>
                </a:lnTo>
                <a:close/>
                <a:moveTo>
                  <a:pt x="551" y="71"/>
                </a:moveTo>
                <a:lnTo>
                  <a:pt x="551" y="71"/>
                </a:lnTo>
                <a:cubicBezTo>
                  <a:pt x="332" y="163"/>
                  <a:pt x="332" y="163"/>
                  <a:pt x="332" y="163"/>
                </a:cubicBezTo>
                <a:cubicBezTo>
                  <a:pt x="332" y="538"/>
                  <a:pt x="332" y="538"/>
                  <a:pt x="332" y="538"/>
                </a:cubicBezTo>
                <a:cubicBezTo>
                  <a:pt x="551" y="446"/>
                  <a:pt x="551" y="446"/>
                  <a:pt x="551" y="446"/>
                </a:cubicBezTo>
                <a:lnTo>
                  <a:pt x="551" y="71"/>
                </a:lnTo>
                <a:close/>
                <a:moveTo>
                  <a:pt x="375" y="206"/>
                </a:moveTo>
                <a:lnTo>
                  <a:pt x="375" y="206"/>
                </a:lnTo>
                <a:cubicBezTo>
                  <a:pt x="480" y="156"/>
                  <a:pt x="480" y="156"/>
                  <a:pt x="480" y="156"/>
                </a:cubicBezTo>
                <a:cubicBezTo>
                  <a:pt x="488" y="156"/>
                  <a:pt x="488" y="156"/>
                  <a:pt x="495" y="156"/>
                </a:cubicBezTo>
                <a:cubicBezTo>
                  <a:pt x="509" y="156"/>
                  <a:pt x="523" y="163"/>
                  <a:pt x="523" y="184"/>
                </a:cubicBezTo>
                <a:cubicBezTo>
                  <a:pt x="523" y="191"/>
                  <a:pt x="516" y="206"/>
                  <a:pt x="502" y="206"/>
                </a:cubicBezTo>
                <a:cubicBezTo>
                  <a:pt x="403" y="255"/>
                  <a:pt x="403" y="255"/>
                  <a:pt x="403" y="255"/>
                </a:cubicBezTo>
                <a:cubicBezTo>
                  <a:pt x="396" y="255"/>
                  <a:pt x="396" y="255"/>
                  <a:pt x="389" y="255"/>
                </a:cubicBezTo>
                <a:cubicBezTo>
                  <a:pt x="375" y="255"/>
                  <a:pt x="360" y="248"/>
                  <a:pt x="360" y="227"/>
                </a:cubicBezTo>
                <a:cubicBezTo>
                  <a:pt x="360" y="220"/>
                  <a:pt x="367" y="206"/>
                  <a:pt x="375" y="206"/>
                </a:cubicBezTo>
                <a:close/>
                <a:moveTo>
                  <a:pt x="375" y="304"/>
                </a:moveTo>
                <a:lnTo>
                  <a:pt x="375" y="304"/>
                </a:lnTo>
                <a:cubicBezTo>
                  <a:pt x="480" y="262"/>
                  <a:pt x="480" y="262"/>
                  <a:pt x="480" y="262"/>
                </a:cubicBezTo>
                <a:cubicBezTo>
                  <a:pt x="488" y="255"/>
                  <a:pt x="488" y="255"/>
                  <a:pt x="495" y="255"/>
                </a:cubicBezTo>
                <a:cubicBezTo>
                  <a:pt x="509" y="255"/>
                  <a:pt x="523" y="269"/>
                  <a:pt x="523" y="283"/>
                </a:cubicBezTo>
                <a:cubicBezTo>
                  <a:pt x="523" y="297"/>
                  <a:pt x="516" y="304"/>
                  <a:pt x="502" y="311"/>
                </a:cubicBezTo>
                <a:cubicBezTo>
                  <a:pt x="403" y="361"/>
                  <a:pt x="403" y="361"/>
                  <a:pt x="403" y="361"/>
                </a:cubicBezTo>
                <a:cubicBezTo>
                  <a:pt x="396" y="361"/>
                  <a:pt x="396" y="361"/>
                  <a:pt x="389" y="361"/>
                </a:cubicBezTo>
                <a:cubicBezTo>
                  <a:pt x="375" y="361"/>
                  <a:pt x="360" y="347"/>
                  <a:pt x="360" y="333"/>
                </a:cubicBezTo>
                <a:cubicBezTo>
                  <a:pt x="360" y="319"/>
                  <a:pt x="367" y="311"/>
                  <a:pt x="375" y="304"/>
                </a:cubicBezTo>
                <a:close/>
                <a:moveTo>
                  <a:pt x="375" y="410"/>
                </a:moveTo>
                <a:lnTo>
                  <a:pt x="375" y="410"/>
                </a:lnTo>
                <a:cubicBezTo>
                  <a:pt x="480" y="361"/>
                  <a:pt x="480" y="361"/>
                  <a:pt x="480" y="361"/>
                </a:cubicBezTo>
                <a:cubicBezTo>
                  <a:pt x="488" y="361"/>
                  <a:pt x="488" y="361"/>
                  <a:pt x="495" y="361"/>
                </a:cubicBezTo>
                <a:cubicBezTo>
                  <a:pt x="509" y="361"/>
                  <a:pt x="523" y="375"/>
                  <a:pt x="523" y="389"/>
                </a:cubicBezTo>
                <a:cubicBezTo>
                  <a:pt x="523" y="403"/>
                  <a:pt x="516" y="410"/>
                  <a:pt x="502" y="417"/>
                </a:cubicBezTo>
                <a:cubicBezTo>
                  <a:pt x="403" y="460"/>
                  <a:pt x="403" y="460"/>
                  <a:pt x="403" y="460"/>
                </a:cubicBezTo>
                <a:cubicBezTo>
                  <a:pt x="396" y="467"/>
                  <a:pt x="396" y="467"/>
                  <a:pt x="389" y="467"/>
                </a:cubicBezTo>
                <a:cubicBezTo>
                  <a:pt x="375" y="467"/>
                  <a:pt x="360" y="453"/>
                  <a:pt x="360" y="439"/>
                </a:cubicBezTo>
                <a:cubicBezTo>
                  <a:pt x="360" y="425"/>
                  <a:pt x="367" y="417"/>
                  <a:pt x="375" y="410"/>
                </a:cubicBezTo>
                <a:close/>
                <a:moveTo>
                  <a:pt x="113" y="156"/>
                </a:moveTo>
                <a:lnTo>
                  <a:pt x="113" y="156"/>
                </a:lnTo>
                <a:cubicBezTo>
                  <a:pt x="120" y="156"/>
                  <a:pt x="120" y="156"/>
                  <a:pt x="127" y="156"/>
                </a:cubicBezTo>
                <a:cubicBezTo>
                  <a:pt x="233" y="206"/>
                  <a:pt x="233" y="206"/>
                  <a:pt x="233" y="206"/>
                </a:cubicBezTo>
                <a:cubicBezTo>
                  <a:pt x="240" y="206"/>
                  <a:pt x="247" y="220"/>
                  <a:pt x="247" y="227"/>
                </a:cubicBezTo>
                <a:cubicBezTo>
                  <a:pt x="247" y="248"/>
                  <a:pt x="233" y="255"/>
                  <a:pt x="219" y="255"/>
                </a:cubicBezTo>
                <a:cubicBezTo>
                  <a:pt x="212" y="255"/>
                  <a:pt x="212" y="255"/>
                  <a:pt x="205" y="255"/>
                </a:cubicBezTo>
                <a:cubicBezTo>
                  <a:pt x="106" y="206"/>
                  <a:pt x="106" y="206"/>
                  <a:pt x="106" y="206"/>
                </a:cubicBezTo>
                <a:cubicBezTo>
                  <a:pt x="92" y="206"/>
                  <a:pt x="85" y="191"/>
                  <a:pt x="85" y="184"/>
                </a:cubicBezTo>
                <a:cubicBezTo>
                  <a:pt x="85" y="163"/>
                  <a:pt x="99" y="156"/>
                  <a:pt x="113" y="156"/>
                </a:cubicBezTo>
                <a:close/>
                <a:moveTo>
                  <a:pt x="113" y="255"/>
                </a:moveTo>
                <a:lnTo>
                  <a:pt x="113" y="255"/>
                </a:lnTo>
                <a:cubicBezTo>
                  <a:pt x="120" y="255"/>
                  <a:pt x="120" y="255"/>
                  <a:pt x="127" y="262"/>
                </a:cubicBezTo>
                <a:cubicBezTo>
                  <a:pt x="233" y="304"/>
                  <a:pt x="233" y="304"/>
                  <a:pt x="233" y="304"/>
                </a:cubicBezTo>
                <a:cubicBezTo>
                  <a:pt x="240" y="311"/>
                  <a:pt x="247" y="319"/>
                  <a:pt x="247" y="333"/>
                </a:cubicBezTo>
                <a:cubicBezTo>
                  <a:pt x="247" y="347"/>
                  <a:pt x="233" y="361"/>
                  <a:pt x="219" y="361"/>
                </a:cubicBezTo>
                <a:cubicBezTo>
                  <a:pt x="212" y="361"/>
                  <a:pt x="212" y="361"/>
                  <a:pt x="205" y="361"/>
                </a:cubicBezTo>
                <a:cubicBezTo>
                  <a:pt x="106" y="311"/>
                  <a:pt x="106" y="311"/>
                  <a:pt x="106" y="311"/>
                </a:cubicBezTo>
                <a:cubicBezTo>
                  <a:pt x="92" y="304"/>
                  <a:pt x="85" y="297"/>
                  <a:pt x="85" y="283"/>
                </a:cubicBezTo>
                <a:cubicBezTo>
                  <a:pt x="85" y="269"/>
                  <a:pt x="99" y="255"/>
                  <a:pt x="113" y="255"/>
                </a:cubicBezTo>
                <a:close/>
                <a:moveTo>
                  <a:pt x="113" y="361"/>
                </a:moveTo>
                <a:lnTo>
                  <a:pt x="113" y="361"/>
                </a:lnTo>
                <a:cubicBezTo>
                  <a:pt x="120" y="361"/>
                  <a:pt x="120" y="361"/>
                  <a:pt x="127" y="361"/>
                </a:cubicBezTo>
                <a:cubicBezTo>
                  <a:pt x="233" y="410"/>
                  <a:pt x="233" y="410"/>
                  <a:pt x="233" y="410"/>
                </a:cubicBezTo>
                <a:cubicBezTo>
                  <a:pt x="240" y="417"/>
                  <a:pt x="247" y="425"/>
                  <a:pt x="247" y="439"/>
                </a:cubicBezTo>
                <a:cubicBezTo>
                  <a:pt x="247" y="453"/>
                  <a:pt x="233" y="467"/>
                  <a:pt x="219" y="467"/>
                </a:cubicBezTo>
                <a:cubicBezTo>
                  <a:pt x="212" y="467"/>
                  <a:pt x="212" y="467"/>
                  <a:pt x="205" y="460"/>
                </a:cubicBezTo>
                <a:cubicBezTo>
                  <a:pt x="106" y="417"/>
                  <a:pt x="106" y="417"/>
                  <a:pt x="106" y="417"/>
                </a:cubicBezTo>
                <a:cubicBezTo>
                  <a:pt x="92" y="410"/>
                  <a:pt x="85" y="403"/>
                  <a:pt x="85" y="389"/>
                </a:cubicBezTo>
                <a:cubicBezTo>
                  <a:pt x="85" y="375"/>
                  <a:pt x="99" y="361"/>
                  <a:pt x="113" y="36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7" name="Freeform 15"/>
          <p:cNvSpPr/>
          <p:nvPr/>
        </p:nvSpPr>
        <p:spPr>
          <a:xfrm>
            <a:off x="5805360" y="3914640"/>
            <a:ext cx="217440" cy="219240"/>
          </a:xfrm>
          <a:custGeom>
            <a:avLst/>
            <a:gdLst/>
            <a:ahLst/>
            <a:rect l="l" t="t" r="r" b="b"/>
            <a:pathLst>
              <a:path w="602" h="609">
                <a:moveTo>
                  <a:pt x="586" y="488"/>
                </a:moveTo>
                <a:lnTo>
                  <a:pt x="586" y="488"/>
                </a:lnTo>
                <a:cubicBezTo>
                  <a:pt x="311" y="601"/>
                  <a:pt x="311" y="601"/>
                  <a:pt x="311" y="601"/>
                </a:cubicBezTo>
                <a:cubicBezTo>
                  <a:pt x="311" y="608"/>
                  <a:pt x="304" y="608"/>
                  <a:pt x="304" y="608"/>
                </a:cubicBezTo>
                <a:cubicBezTo>
                  <a:pt x="297" y="608"/>
                  <a:pt x="297" y="608"/>
                  <a:pt x="290" y="601"/>
                </a:cubicBezTo>
                <a:cubicBezTo>
                  <a:pt x="14" y="488"/>
                  <a:pt x="14" y="488"/>
                  <a:pt x="14" y="488"/>
                </a:cubicBezTo>
                <a:cubicBezTo>
                  <a:pt x="7" y="488"/>
                  <a:pt x="0" y="474"/>
                  <a:pt x="0" y="467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5"/>
                  <a:pt x="14" y="0"/>
                  <a:pt x="28" y="0"/>
                </a:cubicBezTo>
                <a:cubicBezTo>
                  <a:pt x="35" y="0"/>
                  <a:pt x="35" y="0"/>
                  <a:pt x="42" y="8"/>
                </a:cubicBezTo>
                <a:cubicBezTo>
                  <a:pt x="304" y="114"/>
                  <a:pt x="304" y="114"/>
                  <a:pt x="304" y="114"/>
                </a:cubicBezTo>
                <a:cubicBezTo>
                  <a:pt x="565" y="8"/>
                  <a:pt x="565" y="8"/>
                  <a:pt x="565" y="8"/>
                </a:cubicBezTo>
                <a:cubicBezTo>
                  <a:pt x="565" y="0"/>
                  <a:pt x="572" y="0"/>
                  <a:pt x="572" y="0"/>
                </a:cubicBezTo>
                <a:cubicBezTo>
                  <a:pt x="594" y="0"/>
                  <a:pt x="601" y="15"/>
                  <a:pt x="601" y="29"/>
                </a:cubicBezTo>
                <a:cubicBezTo>
                  <a:pt x="601" y="467"/>
                  <a:pt x="601" y="467"/>
                  <a:pt x="601" y="467"/>
                </a:cubicBezTo>
                <a:cubicBezTo>
                  <a:pt x="601" y="474"/>
                  <a:pt x="594" y="488"/>
                  <a:pt x="586" y="488"/>
                </a:cubicBezTo>
                <a:close/>
                <a:moveTo>
                  <a:pt x="276" y="538"/>
                </a:moveTo>
                <a:lnTo>
                  <a:pt x="276" y="538"/>
                </a:lnTo>
                <a:cubicBezTo>
                  <a:pt x="276" y="163"/>
                  <a:pt x="276" y="163"/>
                  <a:pt x="276" y="163"/>
                </a:cubicBezTo>
                <a:cubicBezTo>
                  <a:pt x="56" y="71"/>
                  <a:pt x="56" y="71"/>
                  <a:pt x="56" y="71"/>
                </a:cubicBezTo>
                <a:cubicBezTo>
                  <a:pt x="56" y="446"/>
                  <a:pt x="56" y="446"/>
                  <a:pt x="56" y="446"/>
                </a:cubicBezTo>
                <a:lnTo>
                  <a:pt x="276" y="538"/>
                </a:lnTo>
                <a:close/>
                <a:moveTo>
                  <a:pt x="544" y="71"/>
                </a:moveTo>
                <a:lnTo>
                  <a:pt x="544" y="71"/>
                </a:lnTo>
                <a:cubicBezTo>
                  <a:pt x="332" y="163"/>
                  <a:pt x="332" y="163"/>
                  <a:pt x="332" y="163"/>
                </a:cubicBezTo>
                <a:cubicBezTo>
                  <a:pt x="332" y="538"/>
                  <a:pt x="332" y="538"/>
                  <a:pt x="332" y="538"/>
                </a:cubicBezTo>
                <a:cubicBezTo>
                  <a:pt x="544" y="446"/>
                  <a:pt x="544" y="446"/>
                  <a:pt x="544" y="446"/>
                </a:cubicBezTo>
                <a:lnTo>
                  <a:pt x="544" y="7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8" name="Freeform 16"/>
          <p:cNvSpPr/>
          <p:nvPr/>
        </p:nvSpPr>
        <p:spPr>
          <a:xfrm>
            <a:off x="5448240" y="3925800"/>
            <a:ext cx="171360" cy="198360"/>
          </a:xfrm>
          <a:custGeom>
            <a:avLst/>
            <a:gdLst/>
            <a:ahLst/>
            <a:rect l="l" t="t" r="r" b="b"/>
            <a:pathLst>
              <a:path w="475" h="552">
                <a:moveTo>
                  <a:pt x="446" y="551"/>
                </a:moveTo>
                <a:lnTo>
                  <a:pt x="446" y="551"/>
                </a:lnTo>
                <a:cubicBezTo>
                  <a:pt x="417" y="551"/>
                  <a:pt x="417" y="551"/>
                  <a:pt x="417" y="551"/>
                </a:cubicBezTo>
                <a:cubicBezTo>
                  <a:pt x="417" y="0"/>
                  <a:pt x="417" y="0"/>
                  <a:pt x="417" y="0"/>
                </a:cubicBezTo>
                <a:cubicBezTo>
                  <a:pt x="446" y="0"/>
                  <a:pt x="446" y="0"/>
                  <a:pt x="446" y="0"/>
                </a:cubicBezTo>
                <a:cubicBezTo>
                  <a:pt x="460" y="0"/>
                  <a:pt x="474" y="14"/>
                  <a:pt x="474" y="28"/>
                </a:cubicBezTo>
                <a:cubicBezTo>
                  <a:pt x="474" y="523"/>
                  <a:pt x="474" y="523"/>
                  <a:pt x="474" y="523"/>
                </a:cubicBezTo>
                <a:cubicBezTo>
                  <a:pt x="474" y="537"/>
                  <a:pt x="460" y="551"/>
                  <a:pt x="446" y="551"/>
                </a:cubicBezTo>
                <a:close/>
                <a:moveTo>
                  <a:pt x="57" y="523"/>
                </a:moveTo>
                <a:lnTo>
                  <a:pt x="57" y="523"/>
                </a:lnTo>
                <a:cubicBezTo>
                  <a:pt x="57" y="495"/>
                  <a:pt x="57" y="495"/>
                  <a:pt x="57" y="495"/>
                </a:cubicBezTo>
                <a:cubicBezTo>
                  <a:pt x="106" y="495"/>
                  <a:pt x="106" y="495"/>
                  <a:pt x="106" y="495"/>
                </a:cubicBezTo>
                <a:cubicBezTo>
                  <a:pt x="135" y="495"/>
                  <a:pt x="163" y="466"/>
                  <a:pt x="163" y="438"/>
                </a:cubicBezTo>
                <a:cubicBezTo>
                  <a:pt x="163" y="403"/>
                  <a:pt x="135" y="381"/>
                  <a:pt x="106" y="381"/>
                </a:cubicBezTo>
                <a:cubicBezTo>
                  <a:pt x="57" y="381"/>
                  <a:pt x="57" y="381"/>
                  <a:pt x="57" y="381"/>
                </a:cubicBezTo>
                <a:cubicBezTo>
                  <a:pt x="57" y="332"/>
                  <a:pt x="57" y="332"/>
                  <a:pt x="57" y="332"/>
                </a:cubicBezTo>
                <a:cubicBezTo>
                  <a:pt x="106" y="332"/>
                  <a:pt x="106" y="332"/>
                  <a:pt x="106" y="332"/>
                </a:cubicBezTo>
                <a:cubicBezTo>
                  <a:pt x="135" y="332"/>
                  <a:pt x="163" y="304"/>
                  <a:pt x="163" y="275"/>
                </a:cubicBezTo>
                <a:cubicBezTo>
                  <a:pt x="163" y="247"/>
                  <a:pt x="135" y="219"/>
                  <a:pt x="106" y="219"/>
                </a:cubicBezTo>
                <a:cubicBezTo>
                  <a:pt x="57" y="219"/>
                  <a:pt x="57" y="219"/>
                  <a:pt x="57" y="219"/>
                </a:cubicBezTo>
                <a:cubicBezTo>
                  <a:pt x="57" y="169"/>
                  <a:pt x="57" y="169"/>
                  <a:pt x="57" y="169"/>
                </a:cubicBezTo>
                <a:cubicBezTo>
                  <a:pt x="106" y="169"/>
                  <a:pt x="106" y="169"/>
                  <a:pt x="106" y="169"/>
                </a:cubicBezTo>
                <a:cubicBezTo>
                  <a:pt x="135" y="169"/>
                  <a:pt x="163" y="148"/>
                  <a:pt x="163" y="113"/>
                </a:cubicBezTo>
                <a:cubicBezTo>
                  <a:pt x="163" y="85"/>
                  <a:pt x="135" y="56"/>
                  <a:pt x="106" y="56"/>
                </a:cubicBezTo>
                <a:cubicBezTo>
                  <a:pt x="57" y="56"/>
                  <a:pt x="57" y="56"/>
                  <a:pt x="57" y="56"/>
                </a:cubicBezTo>
                <a:cubicBezTo>
                  <a:pt x="57" y="28"/>
                  <a:pt x="57" y="28"/>
                  <a:pt x="57" y="28"/>
                </a:cubicBezTo>
                <a:cubicBezTo>
                  <a:pt x="57" y="14"/>
                  <a:pt x="71" y="0"/>
                  <a:pt x="85" y="0"/>
                </a:cubicBezTo>
                <a:cubicBezTo>
                  <a:pt x="389" y="0"/>
                  <a:pt x="389" y="0"/>
                  <a:pt x="389" y="0"/>
                </a:cubicBezTo>
                <a:cubicBezTo>
                  <a:pt x="389" y="551"/>
                  <a:pt x="389" y="551"/>
                  <a:pt x="389" y="551"/>
                </a:cubicBezTo>
                <a:cubicBezTo>
                  <a:pt x="85" y="551"/>
                  <a:pt x="85" y="551"/>
                  <a:pt x="85" y="551"/>
                </a:cubicBezTo>
                <a:cubicBezTo>
                  <a:pt x="71" y="551"/>
                  <a:pt x="57" y="537"/>
                  <a:pt x="57" y="523"/>
                </a:cubicBezTo>
                <a:close/>
                <a:moveTo>
                  <a:pt x="135" y="113"/>
                </a:moveTo>
                <a:lnTo>
                  <a:pt x="135" y="113"/>
                </a:lnTo>
                <a:cubicBezTo>
                  <a:pt x="135" y="134"/>
                  <a:pt x="120" y="141"/>
                  <a:pt x="106" y="141"/>
                </a:cubicBezTo>
                <a:cubicBezTo>
                  <a:pt x="29" y="141"/>
                  <a:pt x="29" y="141"/>
                  <a:pt x="29" y="141"/>
                </a:cubicBezTo>
                <a:cubicBezTo>
                  <a:pt x="15" y="141"/>
                  <a:pt x="0" y="134"/>
                  <a:pt x="0" y="113"/>
                </a:cubicBezTo>
                <a:cubicBezTo>
                  <a:pt x="0" y="99"/>
                  <a:pt x="15" y="85"/>
                  <a:pt x="29" y="85"/>
                </a:cubicBezTo>
                <a:cubicBezTo>
                  <a:pt x="106" y="85"/>
                  <a:pt x="106" y="85"/>
                  <a:pt x="106" y="85"/>
                </a:cubicBezTo>
                <a:cubicBezTo>
                  <a:pt x="120" y="85"/>
                  <a:pt x="135" y="99"/>
                  <a:pt x="135" y="113"/>
                </a:cubicBezTo>
                <a:close/>
                <a:moveTo>
                  <a:pt x="29" y="247"/>
                </a:moveTo>
                <a:lnTo>
                  <a:pt x="29" y="247"/>
                </a:lnTo>
                <a:cubicBezTo>
                  <a:pt x="106" y="247"/>
                  <a:pt x="106" y="247"/>
                  <a:pt x="106" y="247"/>
                </a:cubicBezTo>
                <a:cubicBezTo>
                  <a:pt x="120" y="247"/>
                  <a:pt x="135" y="261"/>
                  <a:pt x="135" y="275"/>
                </a:cubicBezTo>
                <a:cubicBezTo>
                  <a:pt x="135" y="290"/>
                  <a:pt x="120" y="304"/>
                  <a:pt x="106" y="304"/>
                </a:cubicBezTo>
                <a:cubicBezTo>
                  <a:pt x="29" y="304"/>
                  <a:pt x="29" y="304"/>
                  <a:pt x="29" y="304"/>
                </a:cubicBezTo>
                <a:cubicBezTo>
                  <a:pt x="15" y="304"/>
                  <a:pt x="0" y="290"/>
                  <a:pt x="0" y="275"/>
                </a:cubicBezTo>
                <a:cubicBezTo>
                  <a:pt x="0" y="261"/>
                  <a:pt x="15" y="247"/>
                  <a:pt x="29" y="247"/>
                </a:cubicBezTo>
                <a:close/>
                <a:moveTo>
                  <a:pt x="29" y="410"/>
                </a:moveTo>
                <a:lnTo>
                  <a:pt x="29" y="410"/>
                </a:lnTo>
                <a:cubicBezTo>
                  <a:pt x="106" y="410"/>
                  <a:pt x="106" y="410"/>
                  <a:pt x="106" y="410"/>
                </a:cubicBezTo>
                <a:cubicBezTo>
                  <a:pt x="120" y="410"/>
                  <a:pt x="135" y="417"/>
                  <a:pt x="135" y="438"/>
                </a:cubicBezTo>
                <a:cubicBezTo>
                  <a:pt x="135" y="452"/>
                  <a:pt x="120" y="466"/>
                  <a:pt x="106" y="466"/>
                </a:cubicBezTo>
                <a:cubicBezTo>
                  <a:pt x="29" y="466"/>
                  <a:pt x="29" y="466"/>
                  <a:pt x="29" y="466"/>
                </a:cubicBezTo>
                <a:cubicBezTo>
                  <a:pt x="15" y="466"/>
                  <a:pt x="0" y="452"/>
                  <a:pt x="0" y="438"/>
                </a:cubicBezTo>
                <a:cubicBezTo>
                  <a:pt x="0" y="417"/>
                  <a:pt x="15" y="410"/>
                  <a:pt x="29" y="41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9" name="Freeform 17"/>
          <p:cNvSpPr/>
          <p:nvPr/>
        </p:nvSpPr>
        <p:spPr>
          <a:xfrm>
            <a:off x="5079960" y="3922560"/>
            <a:ext cx="182520" cy="211320"/>
          </a:xfrm>
          <a:custGeom>
            <a:avLst/>
            <a:gdLst/>
            <a:ahLst/>
            <a:rect l="l" t="t" r="r" b="b"/>
            <a:pathLst>
              <a:path w="509" h="587">
                <a:moveTo>
                  <a:pt x="480" y="452"/>
                </a:moveTo>
                <a:lnTo>
                  <a:pt x="480" y="452"/>
                </a:lnTo>
                <a:cubicBezTo>
                  <a:pt x="473" y="452"/>
                  <a:pt x="466" y="452"/>
                  <a:pt x="459" y="445"/>
                </a:cubicBezTo>
                <a:cubicBezTo>
                  <a:pt x="438" y="424"/>
                  <a:pt x="438" y="424"/>
                  <a:pt x="438" y="424"/>
                </a:cubicBezTo>
                <a:cubicBezTo>
                  <a:pt x="438" y="558"/>
                  <a:pt x="438" y="558"/>
                  <a:pt x="438" y="558"/>
                </a:cubicBezTo>
                <a:cubicBezTo>
                  <a:pt x="438" y="572"/>
                  <a:pt x="431" y="586"/>
                  <a:pt x="409" y="586"/>
                </a:cubicBezTo>
                <a:cubicBezTo>
                  <a:pt x="395" y="586"/>
                  <a:pt x="381" y="572"/>
                  <a:pt x="381" y="558"/>
                </a:cubicBezTo>
                <a:cubicBezTo>
                  <a:pt x="381" y="424"/>
                  <a:pt x="381" y="424"/>
                  <a:pt x="381" y="424"/>
                </a:cubicBezTo>
                <a:cubicBezTo>
                  <a:pt x="367" y="445"/>
                  <a:pt x="367" y="445"/>
                  <a:pt x="367" y="445"/>
                </a:cubicBezTo>
                <a:cubicBezTo>
                  <a:pt x="360" y="452"/>
                  <a:pt x="353" y="452"/>
                  <a:pt x="346" y="452"/>
                </a:cubicBezTo>
                <a:cubicBezTo>
                  <a:pt x="332" y="452"/>
                  <a:pt x="318" y="438"/>
                  <a:pt x="318" y="424"/>
                </a:cubicBezTo>
                <a:cubicBezTo>
                  <a:pt x="318" y="417"/>
                  <a:pt x="318" y="410"/>
                  <a:pt x="325" y="403"/>
                </a:cubicBezTo>
                <a:cubicBezTo>
                  <a:pt x="395" y="339"/>
                  <a:pt x="395" y="339"/>
                  <a:pt x="395" y="339"/>
                </a:cubicBezTo>
                <a:cubicBezTo>
                  <a:pt x="395" y="332"/>
                  <a:pt x="402" y="332"/>
                  <a:pt x="409" y="332"/>
                </a:cubicBezTo>
                <a:cubicBezTo>
                  <a:pt x="417" y="332"/>
                  <a:pt x="424" y="332"/>
                  <a:pt x="431" y="339"/>
                </a:cubicBezTo>
                <a:cubicBezTo>
                  <a:pt x="494" y="403"/>
                  <a:pt x="494" y="403"/>
                  <a:pt x="494" y="403"/>
                </a:cubicBezTo>
                <a:cubicBezTo>
                  <a:pt x="501" y="410"/>
                  <a:pt x="508" y="417"/>
                  <a:pt x="508" y="424"/>
                </a:cubicBezTo>
                <a:cubicBezTo>
                  <a:pt x="508" y="438"/>
                  <a:pt x="494" y="452"/>
                  <a:pt x="480" y="452"/>
                </a:cubicBezTo>
                <a:close/>
                <a:moveTo>
                  <a:pt x="304" y="381"/>
                </a:moveTo>
                <a:lnTo>
                  <a:pt x="304" y="381"/>
                </a:lnTo>
                <a:cubicBezTo>
                  <a:pt x="296" y="395"/>
                  <a:pt x="289" y="410"/>
                  <a:pt x="289" y="424"/>
                </a:cubicBezTo>
                <a:cubicBezTo>
                  <a:pt x="289" y="452"/>
                  <a:pt x="318" y="480"/>
                  <a:pt x="346" y="480"/>
                </a:cubicBezTo>
                <a:lnTo>
                  <a:pt x="353" y="480"/>
                </a:lnTo>
                <a:cubicBezTo>
                  <a:pt x="353" y="544"/>
                  <a:pt x="353" y="544"/>
                  <a:pt x="353" y="544"/>
                </a:cubicBezTo>
                <a:cubicBezTo>
                  <a:pt x="28" y="544"/>
                  <a:pt x="28" y="544"/>
                  <a:pt x="28" y="544"/>
                </a:cubicBezTo>
                <a:cubicBezTo>
                  <a:pt x="7" y="544"/>
                  <a:pt x="0" y="537"/>
                  <a:pt x="0" y="516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7" y="0"/>
                  <a:pt x="28" y="0"/>
                </a:cubicBezTo>
                <a:cubicBezTo>
                  <a:pt x="91" y="0"/>
                  <a:pt x="91" y="0"/>
                  <a:pt x="91" y="0"/>
                </a:cubicBezTo>
                <a:cubicBezTo>
                  <a:pt x="176" y="0"/>
                  <a:pt x="176" y="0"/>
                  <a:pt x="176" y="0"/>
                </a:cubicBezTo>
                <a:cubicBezTo>
                  <a:pt x="176" y="106"/>
                  <a:pt x="176" y="106"/>
                  <a:pt x="176" y="106"/>
                </a:cubicBezTo>
                <a:cubicBezTo>
                  <a:pt x="176" y="162"/>
                  <a:pt x="176" y="162"/>
                  <a:pt x="176" y="162"/>
                </a:cubicBezTo>
                <a:cubicBezTo>
                  <a:pt x="176" y="191"/>
                  <a:pt x="205" y="219"/>
                  <a:pt x="233" y="219"/>
                </a:cubicBezTo>
                <a:cubicBezTo>
                  <a:pt x="289" y="219"/>
                  <a:pt x="289" y="219"/>
                  <a:pt x="289" y="219"/>
                </a:cubicBezTo>
                <a:cubicBezTo>
                  <a:pt x="409" y="219"/>
                  <a:pt x="409" y="219"/>
                  <a:pt x="409" y="219"/>
                </a:cubicBezTo>
                <a:cubicBezTo>
                  <a:pt x="409" y="304"/>
                  <a:pt x="409" y="304"/>
                  <a:pt x="409" y="304"/>
                </a:cubicBezTo>
                <a:cubicBezTo>
                  <a:pt x="395" y="304"/>
                  <a:pt x="381" y="311"/>
                  <a:pt x="374" y="318"/>
                </a:cubicBezTo>
                <a:lnTo>
                  <a:pt x="304" y="381"/>
                </a:lnTo>
                <a:close/>
                <a:moveTo>
                  <a:pt x="233" y="191"/>
                </a:moveTo>
                <a:lnTo>
                  <a:pt x="233" y="191"/>
                </a:lnTo>
                <a:cubicBezTo>
                  <a:pt x="219" y="191"/>
                  <a:pt x="205" y="176"/>
                  <a:pt x="205" y="162"/>
                </a:cubicBezTo>
                <a:cubicBezTo>
                  <a:pt x="205" y="106"/>
                  <a:pt x="205" y="106"/>
                  <a:pt x="205" y="106"/>
                </a:cubicBezTo>
                <a:cubicBezTo>
                  <a:pt x="205" y="0"/>
                  <a:pt x="205" y="0"/>
                  <a:pt x="205" y="0"/>
                </a:cubicBezTo>
                <a:cubicBezTo>
                  <a:pt x="409" y="191"/>
                  <a:pt x="409" y="191"/>
                  <a:pt x="409" y="191"/>
                </a:cubicBezTo>
                <a:cubicBezTo>
                  <a:pt x="289" y="191"/>
                  <a:pt x="289" y="191"/>
                  <a:pt x="289" y="191"/>
                </a:cubicBezTo>
                <a:lnTo>
                  <a:pt x="233" y="19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0" name="Freeform 18"/>
          <p:cNvSpPr/>
          <p:nvPr/>
        </p:nvSpPr>
        <p:spPr>
          <a:xfrm>
            <a:off x="4697280" y="3922560"/>
            <a:ext cx="184320" cy="211320"/>
          </a:xfrm>
          <a:custGeom>
            <a:avLst/>
            <a:gdLst/>
            <a:ahLst/>
            <a:rect l="l" t="t" r="r" b="b"/>
            <a:pathLst>
              <a:path w="510" h="587">
                <a:moveTo>
                  <a:pt x="502" y="509"/>
                </a:moveTo>
                <a:lnTo>
                  <a:pt x="502" y="509"/>
                </a:lnTo>
                <a:cubicBezTo>
                  <a:pt x="439" y="572"/>
                  <a:pt x="439" y="572"/>
                  <a:pt x="439" y="572"/>
                </a:cubicBezTo>
                <a:cubicBezTo>
                  <a:pt x="432" y="579"/>
                  <a:pt x="424" y="586"/>
                  <a:pt x="417" y="586"/>
                </a:cubicBezTo>
                <a:cubicBezTo>
                  <a:pt x="410" y="586"/>
                  <a:pt x="403" y="579"/>
                  <a:pt x="396" y="572"/>
                </a:cubicBezTo>
                <a:cubicBezTo>
                  <a:pt x="333" y="509"/>
                  <a:pt x="333" y="509"/>
                  <a:pt x="333" y="509"/>
                </a:cubicBezTo>
                <a:cubicBezTo>
                  <a:pt x="326" y="502"/>
                  <a:pt x="326" y="495"/>
                  <a:pt x="326" y="487"/>
                </a:cubicBezTo>
                <a:cubicBezTo>
                  <a:pt x="326" y="473"/>
                  <a:pt x="333" y="459"/>
                  <a:pt x="354" y="459"/>
                </a:cubicBezTo>
                <a:cubicBezTo>
                  <a:pt x="361" y="459"/>
                  <a:pt x="368" y="466"/>
                  <a:pt x="368" y="473"/>
                </a:cubicBezTo>
                <a:cubicBezTo>
                  <a:pt x="389" y="487"/>
                  <a:pt x="389" y="487"/>
                  <a:pt x="389" y="487"/>
                </a:cubicBezTo>
                <a:cubicBezTo>
                  <a:pt x="389" y="360"/>
                  <a:pt x="389" y="360"/>
                  <a:pt x="389" y="360"/>
                </a:cubicBezTo>
                <a:cubicBezTo>
                  <a:pt x="389" y="339"/>
                  <a:pt x="403" y="332"/>
                  <a:pt x="417" y="332"/>
                </a:cubicBezTo>
                <a:cubicBezTo>
                  <a:pt x="432" y="332"/>
                  <a:pt x="446" y="339"/>
                  <a:pt x="446" y="360"/>
                </a:cubicBezTo>
                <a:cubicBezTo>
                  <a:pt x="446" y="487"/>
                  <a:pt x="446" y="487"/>
                  <a:pt x="446" y="487"/>
                </a:cubicBezTo>
                <a:cubicBezTo>
                  <a:pt x="467" y="473"/>
                  <a:pt x="467" y="473"/>
                  <a:pt x="467" y="473"/>
                </a:cubicBezTo>
                <a:cubicBezTo>
                  <a:pt x="467" y="466"/>
                  <a:pt x="474" y="459"/>
                  <a:pt x="481" y="459"/>
                </a:cubicBezTo>
                <a:cubicBezTo>
                  <a:pt x="502" y="459"/>
                  <a:pt x="509" y="473"/>
                  <a:pt x="509" y="487"/>
                </a:cubicBezTo>
                <a:cubicBezTo>
                  <a:pt x="509" y="495"/>
                  <a:pt x="509" y="502"/>
                  <a:pt x="502" y="509"/>
                </a:cubicBezTo>
                <a:close/>
                <a:moveTo>
                  <a:pt x="361" y="360"/>
                </a:moveTo>
                <a:lnTo>
                  <a:pt x="361" y="360"/>
                </a:lnTo>
                <a:cubicBezTo>
                  <a:pt x="361" y="431"/>
                  <a:pt x="361" y="431"/>
                  <a:pt x="361" y="431"/>
                </a:cubicBezTo>
                <a:lnTo>
                  <a:pt x="354" y="431"/>
                </a:lnTo>
                <a:cubicBezTo>
                  <a:pt x="319" y="431"/>
                  <a:pt x="297" y="459"/>
                  <a:pt x="297" y="487"/>
                </a:cubicBezTo>
                <a:cubicBezTo>
                  <a:pt x="297" y="509"/>
                  <a:pt x="304" y="523"/>
                  <a:pt x="311" y="530"/>
                </a:cubicBezTo>
                <a:cubicBezTo>
                  <a:pt x="326" y="544"/>
                  <a:pt x="326" y="544"/>
                  <a:pt x="326" y="544"/>
                </a:cubicBezTo>
                <a:cubicBezTo>
                  <a:pt x="29" y="544"/>
                  <a:pt x="29" y="544"/>
                  <a:pt x="29" y="544"/>
                </a:cubicBezTo>
                <a:cubicBezTo>
                  <a:pt x="15" y="544"/>
                  <a:pt x="0" y="537"/>
                  <a:pt x="0" y="516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15" y="0"/>
                  <a:pt x="29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184" y="0"/>
                  <a:pt x="184" y="0"/>
                  <a:pt x="184" y="0"/>
                </a:cubicBezTo>
                <a:cubicBezTo>
                  <a:pt x="184" y="106"/>
                  <a:pt x="184" y="106"/>
                  <a:pt x="184" y="106"/>
                </a:cubicBezTo>
                <a:cubicBezTo>
                  <a:pt x="184" y="162"/>
                  <a:pt x="184" y="162"/>
                  <a:pt x="184" y="162"/>
                </a:cubicBezTo>
                <a:cubicBezTo>
                  <a:pt x="184" y="191"/>
                  <a:pt x="206" y="219"/>
                  <a:pt x="241" y="219"/>
                </a:cubicBezTo>
                <a:cubicBezTo>
                  <a:pt x="297" y="219"/>
                  <a:pt x="297" y="219"/>
                  <a:pt x="297" y="219"/>
                </a:cubicBezTo>
                <a:cubicBezTo>
                  <a:pt x="417" y="219"/>
                  <a:pt x="417" y="219"/>
                  <a:pt x="417" y="219"/>
                </a:cubicBezTo>
                <a:cubicBezTo>
                  <a:pt x="417" y="304"/>
                  <a:pt x="417" y="304"/>
                  <a:pt x="417" y="304"/>
                </a:cubicBezTo>
                <a:cubicBezTo>
                  <a:pt x="389" y="304"/>
                  <a:pt x="361" y="325"/>
                  <a:pt x="361" y="360"/>
                </a:cubicBezTo>
                <a:close/>
                <a:moveTo>
                  <a:pt x="241" y="191"/>
                </a:moveTo>
                <a:lnTo>
                  <a:pt x="241" y="191"/>
                </a:lnTo>
                <a:cubicBezTo>
                  <a:pt x="220" y="191"/>
                  <a:pt x="213" y="176"/>
                  <a:pt x="213" y="162"/>
                </a:cubicBezTo>
                <a:cubicBezTo>
                  <a:pt x="213" y="106"/>
                  <a:pt x="213" y="106"/>
                  <a:pt x="213" y="106"/>
                </a:cubicBezTo>
                <a:cubicBezTo>
                  <a:pt x="213" y="0"/>
                  <a:pt x="213" y="0"/>
                  <a:pt x="213" y="0"/>
                </a:cubicBezTo>
                <a:cubicBezTo>
                  <a:pt x="417" y="191"/>
                  <a:pt x="417" y="191"/>
                  <a:pt x="417" y="191"/>
                </a:cubicBezTo>
                <a:cubicBezTo>
                  <a:pt x="297" y="191"/>
                  <a:pt x="297" y="191"/>
                  <a:pt x="297" y="191"/>
                </a:cubicBezTo>
                <a:lnTo>
                  <a:pt x="241" y="19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1" name="Freeform 19"/>
          <p:cNvSpPr/>
          <p:nvPr/>
        </p:nvSpPr>
        <p:spPr>
          <a:xfrm>
            <a:off x="4319640" y="3922560"/>
            <a:ext cx="183960" cy="206640"/>
          </a:xfrm>
          <a:custGeom>
            <a:avLst/>
            <a:gdLst/>
            <a:ahLst/>
            <a:rect l="l" t="t" r="r" b="b"/>
            <a:pathLst>
              <a:path w="510" h="573">
                <a:moveTo>
                  <a:pt x="502" y="452"/>
                </a:moveTo>
                <a:lnTo>
                  <a:pt x="502" y="452"/>
                </a:lnTo>
                <a:cubicBezTo>
                  <a:pt x="467" y="487"/>
                  <a:pt x="467" y="487"/>
                  <a:pt x="467" y="487"/>
                </a:cubicBezTo>
                <a:cubicBezTo>
                  <a:pt x="502" y="530"/>
                  <a:pt x="502" y="530"/>
                  <a:pt x="502" y="530"/>
                </a:cubicBezTo>
                <a:cubicBezTo>
                  <a:pt x="509" y="530"/>
                  <a:pt x="509" y="537"/>
                  <a:pt x="509" y="544"/>
                </a:cubicBezTo>
                <a:cubicBezTo>
                  <a:pt x="509" y="565"/>
                  <a:pt x="495" y="572"/>
                  <a:pt x="481" y="572"/>
                </a:cubicBezTo>
                <a:cubicBezTo>
                  <a:pt x="474" y="572"/>
                  <a:pt x="467" y="572"/>
                  <a:pt x="460" y="565"/>
                </a:cubicBezTo>
                <a:cubicBezTo>
                  <a:pt x="424" y="530"/>
                  <a:pt x="424" y="530"/>
                  <a:pt x="424" y="530"/>
                </a:cubicBezTo>
                <a:cubicBezTo>
                  <a:pt x="389" y="565"/>
                  <a:pt x="389" y="565"/>
                  <a:pt x="389" y="565"/>
                </a:cubicBezTo>
                <a:cubicBezTo>
                  <a:pt x="382" y="572"/>
                  <a:pt x="375" y="572"/>
                  <a:pt x="368" y="572"/>
                </a:cubicBezTo>
                <a:cubicBezTo>
                  <a:pt x="354" y="572"/>
                  <a:pt x="340" y="565"/>
                  <a:pt x="340" y="544"/>
                </a:cubicBezTo>
                <a:cubicBezTo>
                  <a:pt x="340" y="537"/>
                  <a:pt x="340" y="530"/>
                  <a:pt x="347" y="530"/>
                </a:cubicBezTo>
                <a:cubicBezTo>
                  <a:pt x="382" y="487"/>
                  <a:pt x="382" y="487"/>
                  <a:pt x="382" y="487"/>
                </a:cubicBezTo>
                <a:cubicBezTo>
                  <a:pt x="347" y="452"/>
                  <a:pt x="347" y="452"/>
                  <a:pt x="347" y="452"/>
                </a:cubicBezTo>
                <a:cubicBezTo>
                  <a:pt x="340" y="445"/>
                  <a:pt x="340" y="438"/>
                  <a:pt x="340" y="431"/>
                </a:cubicBezTo>
                <a:cubicBezTo>
                  <a:pt x="340" y="417"/>
                  <a:pt x="354" y="403"/>
                  <a:pt x="368" y="403"/>
                </a:cubicBezTo>
                <a:cubicBezTo>
                  <a:pt x="375" y="403"/>
                  <a:pt x="382" y="410"/>
                  <a:pt x="389" y="417"/>
                </a:cubicBezTo>
                <a:cubicBezTo>
                  <a:pt x="424" y="452"/>
                  <a:pt x="424" y="452"/>
                  <a:pt x="424" y="452"/>
                </a:cubicBezTo>
                <a:cubicBezTo>
                  <a:pt x="460" y="417"/>
                  <a:pt x="460" y="417"/>
                  <a:pt x="460" y="417"/>
                </a:cubicBezTo>
                <a:cubicBezTo>
                  <a:pt x="467" y="410"/>
                  <a:pt x="474" y="403"/>
                  <a:pt x="481" y="403"/>
                </a:cubicBezTo>
                <a:cubicBezTo>
                  <a:pt x="495" y="403"/>
                  <a:pt x="509" y="417"/>
                  <a:pt x="509" y="431"/>
                </a:cubicBezTo>
                <a:cubicBezTo>
                  <a:pt x="509" y="438"/>
                  <a:pt x="509" y="445"/>
                  <a:pt x="502" y="452"/>
                </a:cubicBezTo>
                <a:close/>
                <a:moveTo>
                  <a:pt x="417" y="403"/>
                </a:moveTo>
                <a:lnTo>
                  <a:pt x="417" y="403"/>
                </a:lnTo>
                <a:cubicBezTo>
                  <a:pt x="410" y="395"/>
                  <a:pt x="410" y="395"/>
                  <a:pt x="410" y="395"/>
                </a:cubicBezTo>
                <a:cubicBezTo>
                  <a:pt x="396" y="381"/>
                  <a:pt x="382" y="374"/>
                  <a:pt x="368" y="374"/>
                </a:cubicBezTo>
                <a:cubicBezTo>
                  <a:pt x="340" y="374"/>
                  <a:pt x="311" y="403"/>
                  <a:pt x="311" y="431"/>
                </a:cubicBezTo>
                <a:cubicBezTo>
                  <a:pt x="311" y="452"/>
                  <a:pt x="318" y="466"/>
                  <a:pt x="326" y="473"/>
                </a:cubicBezTo>
                <a:cubicBezTo>
                  <a:pt x="347" y="487"/>
                  <a:pt x="347" y="487"/>
                  <a:pt x="347" y="487"/>
                </a:cubicBezTo>
                <a:cubicBezTo>
                  <a:pt x="326" y="509"/>
                  <a:pt x="326" y="509"/>
                  <a:pt x="326" y="509"/>
                </a:cubicBezTo>
                <a:cubicBezTo>
                  <a:pt x="318" y="516"/>
                  <a:pt x="311" y="530"/>
                  <a:pt x="311" y="544"/>
                </a:cubicBezTo>
                <a:cubicBezTo>
                  <a:pt x="290" y="544"/>
                  <a:pt x="290" y="544"/>
                  <a:pt x="290" y="544"/>
                </a:cubicBezTo>
                <a:cubicBezTo>
                  <a:pt x="29" y="544"/>
                  <a:pt x="29" y="544"/>
                  <a:pt x="29" y="544"/>
                </a:cubicBezTo>
                <a:cubicBezTo>
                  <a:pt x="15" y="544"/>
                  <a:pt x="0" y="537"/>
                  <a:pt x="0" y="516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15" y="0"/>
                  <a:pt x="29" y="0"/>
                </a:cubicBezTo>
                <a:cubicBezTo>
                  <a:pt x="92" y="0"/>
                  <a:pt x="92" y="0"/>
                  <a:pt x="92" y="0"/>
                </a:cubicBezTo>
                <a:cubicBezTo>
                  <a:pt x="177" y="0"/>
                  <a:pt x="177" y="0"/>
                  <a:pt x="177" y="0"/>
                </a:cubicBezTo>
                <a:cubicBezTo>
                  <a:pt x="177" y="106"/>
                  <a:pt x="177" y="106"/>
                  <a:pt x="177" y="106"/>
                </a:cubicBezTo>
                <a:cubicBezTo>
                  <a:pt x="177" y="162"/>
                  <a:pt x="177" y="162"/>
                  <a:pt x="177" y="162"/>
                </a:cubicBezTo>
                <a:cubicBezTo>
                  <a:pt x="177" y="191"/>
                  <a:pt x="205" y="219"/>
                  <a:pt x="234" y="219"/>
                </a:cubicBezTo>
                <a:cubicBezTo>
                  <a:pt x="290" y="219"/>
                  <a:pt x="290" y="219"/>
                  <a:pt x="290" y="219"/>
                </a:cubicBezTo>
                <a:cubicBezTo>
                  <a:pt x="417" y="219"/>
                  <a:pt x="417" y="219"/>
                  <a:pt x="417" y="219"/>
                </a:cubicBezTo>
                <a:cubicBezTo>
                  <a:pt x="417" y="374"/>
                  <a:pt x="417" y="374"/>
                  <a:pt x="417" y="374"/>
                </a:cubicBezTo>
                <a:lnTo>
                  <a:pt x="417" y="403"/>
                </a:lnTo>
                <a:close/>
                <a:moveTo>
                  <a:pt x="234" y="191"/>
                </a:moveTo>
                <a:lnTo>
                  <a:pt x="234" y="191"/>
                </a:lnTo>
                <a:cubicBezTo>
                  <a:pt x="220" y="191"/>
                  <a:pt x="205" y="176"/>
                  <a:pt x="205" y="162"/>
                </a:cubicBezTo>
                <a:cubicBezTo>
                  <a:pt x="205" y="106"/>
                  <a:pt x="205" y="106"/>
                  <a:pt x="205" y="106"/>
                </a:cubicBezTo>
                <a:cubicBezTo>
                  <a:pt x="205" y="0"/>
                  <a:pt x="205" y="0"/>
                  <a:pt x="205" y="0"/>
                </a:cubicBezTo>
                <a:cubicBezTo>
                  <a:pt x="417" y="191"/>
                  <a:pt x="417" y="191"/>
                  <a:pt x="417" y="191"/>
                </a:cubicBezTo>
                <a:cubicBezTo>
                  <a:pt x="290" y="191"/>
                  <a:pt x="290" y="191"/>
                  <a:pt x="290" y="191"/>
                </a:cubicBezTo>
                <a:lnTo>
                  <a:pt x="234" y="19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2" name="Freeform 20"/>
          <p:cNvSpPr/>
          <p:nvPr/>
        </p:nvSpPr>
        <p:spPr>
          <a:xfrm>
            <a:off x="3940200" y="3922560"/>
            <a:ext cx="183960" cy="201600"/>
          </a:xfrm>
          <a:custGeom>
            <a:avLst/>
            <a:gdLst/>
            <a:ahLst/>
            <a:rect l="l" t="t" r="r" b="b"/>
            <a:pathLst>
              <a:path w="510" h="559">
                <a:moveTo>
                  <a:pt x="495" y="473"/>
                </a:moveTo>
                <a:lnTo>
                  <a:pt x="495" y="473"/>
                </a:lnTo>
                <a:cubicBezTo>
                  <a:pt x="424" y="544"/>
                  <a:pt x="424" y="544"/>
                  <a:pt x="424" y="544"/>
                </a:cubicBezTo>
                <a:cubicBezTo>
                  <a:pt x="417" y="551"/>
                  <a:pt x="410" y="558"/>
                  <a:pt x="403" y="558"/>
                </a:cubicBezTo>
                <a:cubicBezTo>
                  <a:pt x="396" y="558"/>
                  <a:pt x="389" y="551"/>
                  <a:pt x="382" y="544"/>
                </a:cubicBezTo>
                <a:cubicBezTo>
                  <a:pt x="347" y="509"/>
                  <a:pt x="347" y="509"/>
                  <a:pt x="347" y="509"/>
                </a:cubicBezTo>
                <a:cubicBezTo>
                  <a:pt x="340" y="502"/>
                  <a:pt x="340" y="495"/>
                  <a:pt x="340" y="487"/>
                </a:cubicBezTo>
                <a:cubicBezTo>
                  <a:pt x="340" y="473"/>
                  <a:pt x="347" y="459"/>
                  <a:pt x="368" y="459"/>
                </a:cubicBezTo>
                <a:cubicBezTo>
                  <a:pt x="375" y="459"/>
                  <a:pt x="382" y="466"/>
                  <a:pt x="382" y="473"/>
                </a:cubicBezTo>
                <a:cubicBezTo>
                  <a:pt x="403" y="487"/>
                  <a:pt x="403" y="487"/>
                  <a:pt x="403" y="487"/>
                </a:cubicBezTo>
                <a:cubicBezTo>
                  <a:pt x="460" y="431"/>
                  <a:pt x="460" y="431"/>
                  <a:pt x="460" y="431"/>
                </a:cubicBezTo>
                <a:cubicBezTo>
                  <a:pt x="467" y="424"/>
                  <a:pt x="474" y="424"/>
                  <a:pt x="481" y="424"/>
                </a:cubicBezTo>
                <a:cubicBezTo>
                  <a:pt x="495" y="424"/>
                  <a:pt x="509" y="438"/>
                  <a:pt x="509" y="452"/>
                </a:cubicBezTo>
                <a:cubicBezTo>
                  <a:pt x="509" y="459"/>
                  <a:pt x="502" y="466"/>
                  <a:pt x="495" y="473"/>
                </a:cubicBezTo>
                <a:close/>
                <a:moveTo>
                  <a:pt x="410" y="438"/>
                </a:moveTo>
                <a:lnTo>
                  <a:pt x="410" y="438"/>
                </a:lnTo>
                <a:cubicBezTo>
                  <a:pt x="403" y="445"/>
                  <a:pt x="403" y="445"/>
                  <a:pt x="403" y="445"/>
                </a:cubicBezTo>
                <a:cubicBezTo>
                  <a:pt x="396" y="438"/>
                  <a:pt x="382" y="431"/>
                  <a:pt x="368" y="431"/>
                </a:cubicBezTo>
                <a:cubicBezTo>
                  <a:pt x="333" y="431"/>
                  <a:pt x="311" y="459"/>
                  <a:pt x="311" y="487"/>
                </a:cubicBezTo>
                <a:cubicBezTo>
                  <a:pt x="311" y="509"/>
                  <a:pt x="318" y="523"/>
                  <a:pt x="325" y="530"/>
                </a:cubicBezTo>
                <a:cubicBezTo>
                  <a:pt x="340" y="544"/>
                  <a:pt x="340" y="544"/>
                  <a:pt x="340" y="544"/>
                </a:cubicBezTo>
                <a:cubicBezTo>
                  <a:pt x="241" y="544"/>
                  <a:pt x="241" y="544"/>
                  <a:pt x="241" y="544"/>
                </a:cubicBezTo>
                <a:cubicBezTo>
                  <a:pt x="29" y="544"/>
                  <a:pt x="29" y="544"/>
                  <a:pt x="29" y="544"/>
                </a:cubicBezTo>
                <a:cubicBezTo>
                  <a:pt x="7" y="544"/>
                  <a:pt x="0" y="537"/>
                  <a:pt x="0" y="516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7" y="0"/>
                  <a:pt x="29" y="0"/>
                </a:cubicBezTo>
                <a:cubicBezTo>
                  <a:pt x="92" y="0"/>
                  <a:pt x="92" y="0"/>
                  <a:pt x="92" y="0"/>
                </a:cubicBezTo>
                <a:cubicBezTo>
                  <a:pt x="177" y="0"/>
                  <a:pt x="177" y="0"/>
                  <a:pt x="177" y="0"/>
                </a:cubicBezTo>
                <a:cubicBezTo>
                  <a:pt x="177" y="106"/>
                  <a:pt x="177" y="106"/>
                  <a:pt x="177" y="106"/>
                </a:cubicBezTo>
                <a:cubicBezTo>
                  <a:pt x="177" y="162"/>
                  <a:pt x="177" y="162"/>
                  <a:pt x="177" y="162"/>
                </a:cubicBezTo>
                <a:cubicBezTo>
                  <a:pt x="177" y="191"/>
                  <a:pt x="205" y="219"/>
                  <a:pt x="234" y="219"/>
                </a:cubicBezTo>
                <a:cubicBezTo>
                  <a:pt x="290" y="219"/>
                  <a:pt x="290" y="219"/>
                  <a:pt x="290" y="219"/>
                </a:cubicBezTo>
                <a:cubicBezTo>
                  <a:pt x="410" y="219"/>
                  <a:pt x="410" y="219"/>
                  <a:pt x="410" y="219"/>
                </a:cubicBezTo>
                <a:cubicBezTo>
                  <a:pt x="410" y="388"/>
                  <a:pt x="410" y="388"/>
                  <a:pt x="410" y="388"/>
                </a:cubicBezTo>
                <a:lnTo>
                  <a:pt x="410" y="438"/>
                </a:lnTo>
                <a:close/>
                <a:moveTo>
                  <a:pt x="234" y="191"/>
                </a:moveTo>
                <a:lnTo>
                  <a:pt x="234" y="191"/>
                </a:lnTo>
                <a:cubicBezTo>
                  <a:pt x="219" y="191"/>
                  <a:pt x="205" y="176"/>
                  <a:pt x="205" y="162"/>
                </a:cubicBezTo>
                <a:cubicBezTo>
                  <a:pt x="205" y="106"/>
                  <a:pt x="205" y="106"/>
                  <a:pt x="205" y="106"/>
                </a:cubicBezTo>
                <a:cubicBezTo>
                  <a:pt x="205" y="0"/>
                  <a:pt x="205" y="0"/>
                  <a:pt x="205" y="0"/>
                </a:cubicBezTo>
                <a:cubicBezTo>
                  <a:pt x="410" y="191"/>
                  <a:pt x="410" y="191"/>
                  <a:pt x="410" y="191"/>
                </a:cubicBezTo>
                <a:cubicBezTo>
                  <a:pt x="290" y="191"/>
                  <a:pt x="290" y="191"/>
                  <a:pt x="290" y="191"/>
                </a:cubicBezTo>
                <a:lnTo>
                  <a:pt x="234" y="19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3" name="Freeform 21"/>
          <p:cNvSpPr/>
          <p:nvPr/>
        </p:nvSpPr>
        <p:spPr>
          <a:xfrm>
            <a:off x="3559320" y="3922560"/>
            <a:ext cx="180720" cy="196920"/>
          </a:xfrm>
          <a:custGeom>
            <a:avLst/>
            <a:gdLst/>
            <a:ahLst/>
            <a:rect l="l" t="t" r="r" b="b"/>
            <a:pathLst>
              <a:path w="503" h="545">
                <a:moveTo>
                  <a:pt x="474" y="516"/>
                </a:moveTo>
                <a:lnTo>
                  <a:pt x="474" y="516"/>
                </a:lnTo>
                <a:cubicBezTo>
                  <a:pt x="445" y="516"/>
                  <a:pt x="445" y="516"/>
                  <a:pt x="445" y="516"/>
                </a:cubicBezTo>
                <a:cubicBezTo>
                  <a:pt x="389" y="516"/>
                  <a:pt x="389" y="516"/>
                  <a:pt x="389" y="516"/>
                </a:cubicBezTo>
                <a:cubicBezTo>
                  <a:pt x="361" y="516"/>
                  <a:pt x="361" y="516"/>
                  <a:pt x="361" y="516"/>
                </a:cubicBezTo>
                <a:cubicBezTo>
                  <a:pt x="347" y="516"/>
                  <a:pt x="332" y="509"/>
                  <a:pt x="332" y="487"/>
                </a:cubicBezTo>
                <a:cubicBezTo>
                  <a:pt x="332" y="473"/>
                  <a:pt x="347" y="459"/>
                  <a:pt x="361" y="459"/>
                </a:cubicBezTo>
                <a:cubicBezTo>
                  <a:pt x="382" y="459"/>
                  <a:pt x="382" y="459"/>
                  <a:pt x="382" y="459"/>
                </a:cubicBezTo>
                <a:cubicBezTo>
                  <a:pt x="389" y="459"/>
                  <a:pt x="389" y="459"/>
                  <a:pt x="389" y="459"/>
                </a:cubicBezTo>
                <a:cubicBezTo>
                  <a:pt x="445" y="459"/>
                  <a:pt x="445" y="459"/>
                  <a:pt x="445" y="459"/>
                </a:cubicBezTo>
                <a:cubicBezTo>
                  <a:pt x="474" y="459"/>
                  <a:pt x="474" y="459"/>
                  <a:pt x="474" y="459"/>
                </a:cubicBezTo>
                <a:cubicBezTo>
                  <a:pt x="488" y="459"/>
                  <a:pt x="502" y="473"/>
                  <a:pt x="502" y="487"/>
                </a:cubicBezTo>
                <a:cubicBezTo>
                  <a:pt x="502" y="509"/>
                  <a:pt x="488" y="516"/>
                  <a:pt x="474" y="516"/>
                </a:cubicBezTo>
                <a:close/>
                <a:moveTo>
                  <a:pt x="417" y="374"/>
                </a:moveTo>
                <a:lnTo>
                  <a:pt x="417" y="374"/>
                </a:lnTo>
                <a:cubicBezTo>
                  <a:pt x="417" y="431"/>
                  <a:pt x="417" y="431"/>
                  <a:pt x="417" y="431"/>
                </a:cubicBezTo>
                <a:cubicBezTo>
                  <a:pt x="361" y="431"/>
                  <a:pt x="361" y="431"/>
                  <a:pt x="361" y="431"/>
                </a:cubicBezTo>
                <a:cubicBezTo>
                  <a:pt x="332" y="431"/>
                  <a:pt x="304" y="459"/>
                  <a:pt x="304" y="487"/>
                </a:cubicBezTo>
                <a:cubicBezTo>
                  <a:pt x="304" y="523"/>
                  <a:pt x="332" y="544"/>
                  <a:pt x="361" y="544"/>
                </a:cubicBezTo>
                <a:cubicBezTo>
                  <a:pt x="28" y="544"/>
                  <a:pt x="28" y="544"/>
                  <a:pt x="28" y="544"/>
                </a:cubicBezTo>
                <a:cubicBezTo>
                  <a:pt x="14" y="544"/>
                  <a:pt x="0" y="537"/>
                  <a:pt x="0" y="516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14" y="0"/>
                  <a:pt x="28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184" y="0"/>
                  <a:pt x="184" y="0"/>
                  <a:pt x="184" y="0"/>
                </a:cubicBezTo>
                <a:cubicBezTo>
                  <a:pt x="184" y="106"/>
                  <a:pt x="184" y="106"/>
                  <a:pt x="184" y="106"/>
                </a:cubicBezTo>
                <a:cubicBezTo>
                  <a:pt x="184" y="162"/>
                  <a:pt x="184" y="162"/>
                  <a:pt x="184" y="162"/>
                </a:cubicBezTo>
                <a:cubicBezTo>
                  <a:pt x="184" y="191"/>
                  <a:pt x="205" y="219"/>
                  <a:pt x="241" y="219"/>
                </a:cubicBezTo>
                <a:cubicBezTo>
                  <a:pt x="297" y="219"/>
                  <a:pt x="297" y="219"/>
                  <a:pt x="297" y="219"/>
                </a:cubicBezTo>
                <a:cubicBezTo>
                  <a:pt x="417" y="219"/>
                  <a:pt x="417" y="219"/>
                  <a:pt x="417" y="219"/>
                </a:cubicBezTo>
                <a:cubicBezTo>
                  <a:pt x="417" y="374"/>
                  <a:pt x="417" y="374"/>
                  <a:pt x="417" y="374"/>
                </a:cubicBezTo>
                <a:close/>
                <a:moveTo>
                  <a:pt x="241" y="191"/>
                </a:moveTo>
                <a:lnTo>
                  <a:pt x="241" y="191"/>
                </a:lnTo>
                <a:cubicBezTo>
                  <a:pt x="219" y="191"/>
                  <a:pt x="212" y="176"/>
                  <a:pt x="212" y="162"/>
                </a:cubicBezTo>
                <a:cubicBezTo>
                  <a:pt x="212" y="106"/>
                  <a:pt x="212" y="106"/>
                  <a:pt x="212" y="106"/>
                </a:cubicBezTo>
                <a:cubicBezTo>
                  <a:pt x="212" y="0"/>
                  <a:pt x="212" y="0"/>
                  <a:pt x="212" y="0"/>
                </a:cubicBezTo>
                <a:cubicBezTo>
                  <a:pt x="417" y="191"/>
                  <a:pt x="417" y="191"/>
                  <a:pt x="417" y="191"/>
                </a:cubicBezTo>
                <a:cubicBezTo>
                  <a:pt x="297" y="191"/>
                  <a:pt x="297" y="191"/>
                  <a:pt x="297" y="191"/>
                </a:cubicBezTo>
                <a:lnTo>
                  <a:pt x="241" y="19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4" name="Freeform 22"/>
          <p:cNvSpPr/>
          <p:nvPr/>
        </p:nvSpPr>
        <p:spPr>
          <a:xfrm>
            <a:off x="3179880" y="3922560"/>
            <a:ext cx="180720" cy="206640"/>
          </a:xfrm>
          <a:custGeom>
            <a:avLst/>
            <a:gdLst/>
            <a:ahLst/>
            <a:rect l="l" t="t" r="r" b="b"/>
            <a:pathLst>
              <a:path w="503" h="573">
                <a:moveTo>
                  <a:pt x="474" y="516"/>
                </a:moveTo>
                <a:lnTo>
                  <a:pt x="474" y="516"/>
                </a:lnTo>
                <a:cubicBezTo>
                  <a:pt x="445" y="516"/>
                  <a:pt x="445" y="516"/>
                  <a:pt x="445" y="516"/>
                </a:cubicBezTo>
                <a:cubicBezTo>
                  <a:pt x="445" y="544"/>
                  <a:pt x="445" y="544"/>
                  <a:pt x="445" y="544"/>
                </a:cubicBezTo>
                <a:cubicBezTo>
                  <a:pt x="445" y="565"/>
                  <a:pt x="431" y="572"/>
                  <a:pt x="417" y="572"/>
                </a:cubicBezTo>
                <a:cubicBezTo>
                  <a:pt x="396" y="572"/>
                  <a:pt x="389" y="565"/>
                  <a:pt x="389" y="544"/>
                </a:cubicBezTo>
                <a:cubicBezTo>
                  <a:pt x="389" y="516"/>
                  <a:pt x="389" y="516"/>
                  <a:pt x="389" y="516"/>
                </a:cubicBezTo>
                <a:cubicBezTo>
                  <a:pt x="361" y="516"/>
                  <a:pt x="361" y="516"/>
                  <a:pt x="361" y="516"/>
                </a:cubicBezTo>
                <a:cubicBezTo>
                  <a:pt x="339" y="516"/>
                  <a:pt x="332" y="509"/>
                  <a:pt x="332" y="487"/>
                </a:cubicBezTo>
                <a:cubicBezTo>
                  <a:pt x="332" y="473"/>
                  <a:pt x="339" y="459"/>
                  <a:pt x="361" y="459"/>
                </a:cubicBezTo>
                <a:cubicBezTo>
                  <a:pt x="389" y="459"/>
                  <a:pt x="389" y="459"/>
                  <a:pt x="389" y="459"/>
                </a:cubicBezTo>
                <a:cubicBezTo>
                  <a:pt x="389" y="431"/>
                  <a:pt x="389" y="431"/>
                  <a:pt x="389" y="431"/>
                </a:cubicBezTo>
                <a:cubicBezTo>
                  <a:pt x="389" y="417"/>
                  <a:pt x="396" y="403"/>
                  <a:pt x="417" y="403"/>
                </a:cubicBezTo>
                <a:cubicBezTo>
                  <a:pt x="431" y="403"/>
                  <a:pt x="445" y="417"/>
                  <a:pt x="445" y="431"/>
                </a:cubicBezTo>
                <a:cubicBezTo>
                  <a:pt x="445" y="459"/>
                  <a:pt x="445" y="459"/>
                  <a:pt x="445" y="459"/>
                </a:cubicBezTo>
                <a:cubicBezTo>
                  <a:pt x="474" y="459"/>
                  <a:pt x="474" y="459"/>
                  <a:pt x="474" y="459"/>
                </a:cubicBezTo>
                <a:cubicBezTo>
                  <a:pt x="488" y="459"/>
                  <a:pt x="502" y="473"/>
                  <a:pt x="502" y="487"/>
                </a:cubicBezTo>
                <a:cubicBezTo>
                  <a:pt x="502" y="509"/>
                  <a:pt x="488" y="516"/>
                  <a:pt x="474" y="516"/>
                </a:cubicBezTo>
                <a:close/>
                <a:moveTo>
                  <a:pt x="361" y="431"/>
                </a:moveTo>
                <a:lnTo>
                  <a:pt x="361" y="431"/>
                </a:lnTo>
                <a:cubicBezTo>
                  <a:pt x="325" y="431"/>
                  <a:pt x="304" y="459"/>
                  <a:pt x="304" y="487"/>
                </a:cubicBezTo>
                <a:cubicBezTo>
                  <a:pt x="304" y="523"/>
                  <a:pt x="325" y="544"/>
                  <a:pt x="361" y="544"/>
                </a:cubicBezTo>
                <a:cubicBezTo>
                  <a:pt x="28" y="544"/>
                  <a:pt x="28" y="544"/>
                  <a:pt x="28" y="544"/>
                </a:cubicBezTo>
                <a:cubicBezTo>
                  <a:pt x="14" y="544"/>
                  <a:pt x="0" y="537"/>
                  <a:pt x="0" y="516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14" y="0"/>
                  <a:pt x="28" y="0"/>
                </a:cubicBezTo>
                <a:cubicBezTo>
                  <a:pt x="92" y="0"/>
                  <a:pt x="92" y="0"/>
                  <a:pt x="92" y="0"/>
                </a:cubicBezTo>
                <a:cubicBezTo>
                  <a:pt x="177" y="0"/>
                  <a:pt x="177" y="0"/>
                  <a:pt x="177" y="0"/>
                </a:cubicBezTo>
                <a:cubicBezTo>
                  <a:pt x="177" y="106"/>
                  <a:pt x="177" y="106"/>
                  <a:pt x="177" y="106"/>
                </a:cubicBezTo>
                <a:cubicBezTo>
                  <a:pt x="177" y="162"/>
                  <a:pt x="177" y="162"/>
                  <a:pt x="177" y="162"/>
                </a:cubicBezTo>
                <a:cubicBezTo>
                  <a:pt x="177" y="191"/>
                  <a:pt x="205" y="219"/>
                  <a:pt x="233" y="219"/>
                </a:cubicBezTo>
                <a:cubicBezTo>
                  <a:pt x="290" y="219"/>
                  <a:pt x="290" y="219"/>
                  <a:pt x="290" y="219"/>
                </a:cubicBezTo>
                <a:cubicBezTo>
                  <a:pt x="417" y="219"/>
                  <a:pt x="417" y="219"/>
                  <a:pt x="417" y="219"/>
                </a:cubicBezTo>
                <a:cubicBezTo>
                  <a:pt x="417" y="374"/>
                  <a:pt x="417" y="374"/>
                  <a:pt x="417" y="374"/>
                </a:cubicBezTo>
                <a:cubicBezTo>
                  <a:pt x="382" y="374"/>
                  <a:pt x="361" y="403"/>
                  <a:pt x="361" y="431"/>
                </a:cubicBezTo>
                <a:close/>
                <a:moveTo>
                  <a:pt x="233" y="191"/>
                </a:moveTo>
                <a:lnTo>
                  <a:pt x="233" y="191"/>
                </a:lnTo>
                <a:cubicBezTo>
                  <a:pt x="219" y="191"/>
                  <a:pt x="205" y="176"/>
                  <a:pt x="205" y="162"/>
                </a:cubicBezTo>
                <a:cubicBezTo>
                  <a:pt x="205" y="106"/>
                  <a:pt x="205" y="106"/>
                  <a:pt x="205" y="106"/>
                </a:cubicBezTo>
                <a:cubicBezTo>
                  <a:pt x="205" y="0"/>
                  <a:pt x="205" y="0"/>
                  <a:pt x="205" y="0"/>
                </a:cubicBezTo>
                <a:cubicBezTo>
                  <a:pt x="417" y="191"/>
                  <a:pt x="417" y="191"/>
                  <a:pt x="417" y="191"/>
                </a:cubicBezTo>
                <a:cubicBezTo>
                  <a:pt x="290" y="191"/>
                  <a:pt x="290" y="191"/>
                  <a:pt x="290" y="191"/>
                </a:cubicBezTo>
                <a:lnTo>
                  <a:pt x="233" y="19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5" name="Freeform 23"/>
          <p:cNvSpPr/>
          <p:nvPr/>
        </p:nvSpPr>
        <p:spPr>
          <a:xfrm>
            <a:off x="2790720" y="3914640"/>
            <a:ext cx="168480" cy="219240"/>
          </a:xfrm>
          <a:custGeom>
            <a:avLst/>
            <a:gdLst/>
            <a:ahLst/>
            <a:rect l="l" t="t" r="r" b="b"/>
            <a:pathLst>
              <a:path w="467" h="609">
                <a:moveTo>
                  <a:pt x="438" y="552"/>
                </a:moveTo>
                <a:lnTo>
                  <a:pt x="438" y="552"/>
                </a:lnTo>
                <a:cubicBezTo>
                  <a:pt x="85" y="552"/>
                  <a:pt x="85" y="552"/>
                  <a:pt x="85" y="552"/>
                </a:cubicBezTo>
                <a:cubicBezTo>
                  <a:pt x="63" y="552"/>
                  <a:pt x="56" y="538"/>
                  <a:pt x="56" y="524"/>
                </a:cubicBezTo>
                <a:cubicBezTo>
                  <a:pt x="56" y="29"/>
                  <a:pt x="56" y="29"/>
                  <a:pt x="56" y="29"/>
                </a:cubicBezTo>
                <a:cubicBezTo>
                  <a:pt x="56" y="15"/>
                  <a:pt x="63" y="0"/>
                  <a:pt x="85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233" y="107"/>
                  <a:pt x="233" y="107"/>
                  <a:pt x="233" y="107"/>
                </a:cubicBezTo>
                <a:cubicBezTo>
                  <a:pt x="233" y="163"/>
                  <a:pt x="233" y="163"/>
                  <a:pt x="233" y="163"/>
                </a:cubicBezTo>
                <a:cubicBezTo>
                  <a:pt x="233" y="191"/>
                  <a:pt x="261" y="220"/>
                  <a:pt x="290" y="220"/>
                </a:cubicBezTo>
                <a:cubicBezTo>
                  <a:pt x="346" y="220"/>
                  <a:pt x="346" y="220"/>
                  <a:pt x="346" y="220"/>
                </a:cubicBezTo>
                <a:cubicBezTo>
                  <a:pt x="466" y="220"/>
                  <a:pt x="466" y="220"/>
                  <a:pt x="466" y="220"/>
                </a:cubicBezTo>
                <a:cubicBezTo>
                  <a:pt x="466" y="446"/>
                  <a:pt x="466" y="446"/>
                  <a:pt x="466" y="446"/>
                </a:cubicBezTo>
                <a:cubicBezTo>
                  <a:pt x="466" y="524"/>
                  <a:pt x="466" y="524"/>
                  <a:pt x="466" y="524"/>
                </a:cubicBezTo>
                <a:cubicBezTo>
                  <a:pt x="466" y="538"/>
                  <a:pt x="459" y="552"/>
                  <a:pt x="438" y="552"/>
                </a:cubicBezTo>
                <a:close/>
                <a:moveTo>
                  <a:pt x="290" y="191"/>
                </a:moveTo>
                <a:lnTo>
                  <a:pt x="290" y="191"/>
                </a:lnTo>
                <a:cubicBezTo>
                  <a:pt x="275" y="191"/>
                  <a:pt x="261" y="177"/>
                  <a:pt x="261" y="163"/>
                </a:cubicBezTo>
                <a:cubicBezTo>
                  <a:pt x="261" y="107"/>
                  <a:pt x="261" y="107"/>
                  <a:pt x="261" y="107"/>
                </a:cubicBezTo>
                <a:cubicBezTo>
                  <a:pt x="261" y="0"/>
                  <a:pt x="261" y="0"/>
                  <a:pt x="261" y="0"/>
                </a:cubicBezTo>
                <a:cubicBezTo>
                  <a:pt x="466" y="191"/>
                  <a:pt x="466" y="191"/>
                  <a:pt x="466" y="191"/>
                </a:cubicBezTo>
                <a:cubicBezTo>
                  <a:pt x="346" y="191"/>
                  <a:pt x="346" y="191"/>
                  <a:pt x="346" y="191"/>
                </a:cubicBezTo>
                <a:lnTo>
                  <a:pt x="290" y="191"/>
                </a:lnTo>
                <a:close/>
                <a:moveTo>
                  <a:pt x="106" y="580"/>
                </a:moveTo>
                <a:lnTo>
                  <a:pt x="106" y="580"/>
                </a:lnTo>
                <a:cubicBezTo>
                  <a:pt x="127" y="580"/>
                  <a:pt x="127" y="580"/>
                  <a:pt x="127" y="580"/>
                </a:cubicBezTo>
                <a:cubicBezTo>
                  <a:pt x="311" y="580"/>
                  <a:pt x="311" y="580"/>
                  <a:pt x="311" y="580"/>
                </a:cubicBezTo>
                <a:cubicBezTo>
                  <a:pt x="353" y="580"/>
                  <a:pt x="353" y="580"/>
                  <a:pt x="353" y="580"/>
                </a:cubicBezTo>
                <a:cubicBezTo>
                  <a:pt x="410" y="580"/>
                  <a:pt x="410" y="580"/>
                  <a:pt x="410" y="580"/>
                </a:cubicBezTo>
                <a:cubicBezTo>
                  <a:pt x="410" y="594"/>
                  <a:pt x="403" y="608"/>
                  <a:pt x="381" y="608"/>
                </a:cubicBezTo>
                <a:cubicBezTo>
                  <a:pt x="56" y="608"/>
                  <a:pt x="56" y="608"/>
                  <a:pt x="56" y="608"/>
                </a:cubicBezTo>
                <a:cubicBezTo>
                  <a:pt x="21" y="608"/>
                  <a:pt x="0" y="580"/>
                  <a:pt x="0" y="552"/>
                </a:cubicBezTo>
                <a:cubicBezTo>
                  <a:pt x="0" y="85"/>
                  <a:pt x="0" y="85"/>
                  <a:pt x="0" y="85"/>
                </a:cubicBezTo>
                <a:cubicBezTo>
                  <a:pt x="0" y="71"/>
                  <a:pt x="7" y="57"/>
                  <a:pt x="28" y="57"/>
                </a:cubicBezTo>
                <a:cubicBezTo>
                  <a:pt x="28" y="142"/>
                  <a:pt x="28" y="142"/>
                  <a:pt x="28" y="142"/>
                </a:cubicBezTo>
                <a:cubicBezTo>
                  <a:pt x="28" y="474"/>
                  <a:pt x="28" y="474"/>
                  <a:pt x="28" y="474"/>
                </a:cubicBezTo>
                <a:cubicBezTo>
                  <a:pt x="28" y="524"/>
                  <a:pt x="28" y="524"/>
                  <a:pt x="28" y="524"/>
                </a:cubicBezTo>
                <a:cubicBezTo>
                  <a:pt x="28" y="552"/>
                  <a:pt x="49" y="580"/>
                  <a:pt x="85" y="580"/>
                </a:cubicBezTo>
                <a:lnTo>
                  <a:pt x="106" y="58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6" name="Freeform 24"/>
          <p:cNvSpPr/>
          <p:nvPr/>
        </p:nvSpPr>
        <p:spPr>
          <a:xfrm>
            <a:off x="2419200" y="3922560"/>
            <a:ext cx="150840" cy="196920"/>
          </a:xfrm>
          <a:custGeom>
            <a:avLst/>
            <a:gdLst/>
            <a:ahLst/>
            <a:rect l="l" t="t" r="r" b="b"/>
            <a:pathLst>
              <a:path w="418" h="545">
                <a:moveTo>
                  <a:pt x="389" y="544"/>
                </a:moveTo>
                <a:lnTo>
                  <a:pt x="389" y="544"/>
                </a:lnTo>
                <a:cubicBezTo>
                  <a:pt x="28" y="544"/>
                  <a:pt x="28" y="544"/>
                  <a:pt x="28" y="544"/>
                </a:cubicBezTo>
                <a:cubicBezTo>
                  <a:pt x="14" y="544"/>
                  <a:pt x="0" y="537"/>
                  <a:pt x="0" y="516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14" y="0"/>
                  <a:pt x="28" y="0"/>
                </a:cubicBezTo>
                <a:cubicBezTo>
                  <a:pt x="184" y="0"/>
                  <a:pt x="184" y="0"/>
                  <a:pt x="184" y="0"/>
                </a:cubicBezTo>
                <a:cubicBezTo>
                  <a:pt x="184" y="106"/>
                  <a:pt x="184" y="106"/>
                  <a:pt x="184" y="106"/>
                </a:cubicBezTo>
                <a:cubicBezTo>
                  <a:pt x="184" y="162"/>
                  <a:pt x="184" y="162"/>
                  <a:pt x="184" y="162"/>
                </a:cubicBezTo>
                <a:cubicBezTo>
                  <a:pt x="184" y="191"/>
                  <a:pt x="205" y="219"/>
                  <a:pt x="240" y="219"/>
                </a:cubicBezTo>
                <a:cubicBezTo>
                  <a:pt x="297" y="219"/>
                  <a:pt x="297" y="219"/>
                  <a:pt x="297" y="219"/>
                </a:cubicBezTo>
                <a:cubicBezTo>
                  <a:pt x="417" y="219"/>
                  <a:pt x="417" y="219"/>
                  <a:pt x="417" y="219"/>
                </a:cubicBezTo>
                <a:cubicBezTo>
                  <a:pt x="417" y="445"/>
                  <a:pt x="417" y="445"/>
                  <a:pt x="417" y="445"/>
                </a:cubicBezTo>
                <a:cubicBezTo>
                  <a:pt x="417" y="516"/>
                  <a:pt x="417" y="516"/>
                  <a:pt x="417" y="516"/>
                </a:cubicBezTo>
                <a:cubicBezTo>
                  <a:pt x="417" y="537"/>
                  <a:pt x="403" y="544"/>
                  <a:pt x="389" y="544"/>
                </a:cubicBezTo>
                <a:close/>
                <a:moveTo>
                  <a:pt x="240" y="191"/>
                </a:moveTo>
                <a:lnTo>
                  <a:pt x="240" y="191"/>
                </a:lnTo>
                <a:cubicBezTo>
                  <a:pt x="219" y="191"/>
                  <a:pt x="212" y="176"/>
                  <a:pt x="212" y="162"/>
                </a:cubicBezTo>
                <a:cubicBezTo>
                  <a:pt x="212" y="106"/>
                  <a:pt x="212" y="106"/>
                  <a:pt x="212" y="106"/>
                </a:cubicBezTo>
                <a:cubicBezTo>
                  <a:pt x="212" y="0"/>
                  <a:pt x="212" y="0"/>
                  <a:pt x="212" y="0"/>
                </a:cubicBezTo>
                <a:cubicBezTo>
                  <a:pt x="417" y="191"/>
                  <a:pt x="417" y="191"/>
                  <a:pt x="417" y="191"/>
                </a:cubicBezTo>
                <a:cubicBezTo>
                  <a:pt x="297" y="191"/>
                  <a:pt x="297" y="191"/>
                  <a:pt x="297" y="191"/>
                </a:cubicBezTo>
                <a:lnTo>
                  <a:pt x="240" y="19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7" name="Freeform 25"/>
          <p:cNvSpPr/>
          <p:nvPr/>
        </p:nvSpPr>
        <p:spPr>
          <a:xfrm>
            <a:off x="6566040" y="3559320"/>
            <a:ext cx="217440" cy="193680"/>
          </a:xfrm>
          <a:custGeom>
            <a:avLst/>
            <a:gdLst/>
            <a:ahLst/>
            <a:rect l="l" t="t" r="r" b="b"/>
            <a:pathLst>
              <a:path w="602" h="538">
                <a:moveTo>
                  <a:pt x="573" y="339"/>
                </a:moveTo>
                <a:lnTo>
                  <a:pt x="573" y="339"/>
                </a:lnTo>
                <a:cubicBezTo>
                  <a:pt x="558" y="339"/>
                  <a:pt x="544" y="346"/>
                  <a:pt x="530" y="360"/>
                </a:cubicBezTo>
                <a:cubicBezTo>
                  <a:pt x="516" y="375"/>
                  <a:pt x="516" y="375"/>
                  <a:pt x="516" y="375"/>
                </a:cubicBezTo>
                <a:cubicBezTo>
                  <a:pt x="502" y="360"/>
                  <a:pt x="502" y="360"/>
                  <a:pt x="502" y="360"/>
                </a:cubicBezTo>
                <a:cubicBezTo>
                  <a:pt x="488" y="346"/>
                  <a:pt x="474" y="339"/>
                  <a:pt x="459" y="339"/>
                </a:cubicBezTo>
                <a:cubicBezTo>
                  <a:pt x="431" y="339"/>
                  <a:pt x="403" y="367"/>
                  <a:pt x="403" y="396"/>
                </a:cubicBezTo>
                <a:cubicBezTo>
                  <a:pt x="403" y="417"/>
                  <a:pt x="410" y="431"/>
                  <a:pt x="417" y="438"/>
                </a:cubicBezTo>
                <a:cubicBezTo>
                  <a:pt x="438" y="452"/>
                  <a:pt x="438" y="452"/>
                  <a:pt x="438" y="452"/>
                </a:cubicBezTo>
                <a:cubicBezTo>
                  <a:pt x="417" y="474"/>
                  <a:pt x="417" y="474"/>
                  <a:pt x="417" y="474"/>
                </a:cubicBezTo>
                <a:cubicBezTo>
                  <a:pt x="410" y="474"/>
                  <a:pt x="410" y="474"/>
                  <a:pt x="410" y="474"/>
                </a:cubicBezTo>
                <a:cubicBezTo>
                  <a:pt x="28" y="474"/>
                  <a:pt x="28" y="474"/>
                  <a:pt x="28" y="474"/>
                </a:cubicBezTo>
                <a:cubicBezTo>
                  <a:pt x="7" y="474"/>
                  <a:pt x="0" y="459"/>
                  <a:pt x="0" y="445"/>
                </a:cubicBezTo>
                <a:cubicBezTo>
                  <a:pt x="0" y="410"/>
                  <a:pt x="0" y="410"/>
                  <a:pt x="0" y="410"/>
                </a:cubicBezTo>
                <a:cubicBezTo>
                  <a:pt x="0" y="360"/>
                  <a:pt x="0" y="360"/>
                  <a:pt x="0" y="360"/>
                </a:cubicBezTo>
                <a:cubicBezTo>
                  <a:pt x="0" y="325"/>
                  <a:pt x="0" y="325"/>
                  <a:pt x="0" y="325"/>
                </a:cubicBezTo>
                <a:cubicBezTo>
                  <a:pt x="0" y="276"/>
                  <a:pt x="0" y="276"/>
                  <a:pt x="0" y="276"/>
                </a:cubicBezTo>
                <a:cubicBezTo>
                  <a:pt x="0" y="240"/>
                  <a:pt x="0" y="240"/>
                  <a:pt x="0" y="240"/>
                </a:cubicBezTo>
                <a:cubicBezTo>
                  <a:pt x="0" y="141"/>
                  <a:pt x="0" y="141"/>
                  <a:pt x="0" y="141"/>
                </a:cubicBezTo>
                <a:cubicBezTo>
                  <a:pt x="601" y="141"/>
                  <a:pt x="601" y="141"/>
                  <a:pt x="601" y="141"/>
                </a:cubicBezTo>
                <a:cubicBezTo>
                  <a:pt x="601" y="240"/>
                  <a:pt x="601" y="240"/>
                  <a:pt x="601" y="240"/>
                </a:cubicBezTo>
                <a:cubicBezTo>
                  <a:pt x="601" y="276"/>
                  <a:pt x="601" y="276"/>
                  <a:pt x="601" y="276"/>
                </a:cubicBezTo>
                <a:cubicBezTo>
                  <a:pt x="601" y="325"/>
                  <a:pt x="601" y="325"/>
                  <a:pt x="601" y="325"/>
                </a:cubicBezTo>
                <a:cubicBezTo>
                  <a:pt x="601" y="346"/>
                  <a:pt x="601" y="346"/>
                  <a:pt x="601" y="346"/>
                </a:cubicBezTo>
                <a:cubicBezTo>
                  <a:pt x="594" y="346"/>
                  <a:pt x="580" y="339"/>
                  <a:pt x="573" y="339"/>
                </a:cubicBezTo>
                <a:close/>
                <a:moveTo>
                  <a:pt x="0" y="85"/>
                </a:moveTo>
                <a:lnTo>
                  <a:pt x="0" y="85"/>
                </a:lnTo>
                <a:cubicBezTo>
                  <a:pt x="0" y="71"/>
                  <a:pt x="0" y="71"/>
                  <a:pt x="0" y="71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7" y="0"/>
                  <a:pt x="28" y="0"/>
                </a:cubicBezTo>
                <a:cubicBezTo>
                  <a:pt x="64" y="0"/>
                  <a:pt x="64" y="0"/>
                  <a:pt x="64" y="0"/>
                </a:cubicBezTo>
                <a:cubicBezTo>
                  <a:pt x="85" y="0"/>
                  <a:pt x="85" y="0"/>
                  <a:pt x="85" y="0"/>
                </a:cubicBezTo>
                <a:cubicBezTo>
                  <a:pt x="113" y="0"/>
                  <a:pt x="113" y="0"/>
                  <a:pt x="113" y="0"/>
                </a:cubicBezTo>
                <a:cubicBezTo>
                  <a:pt x="170" y="0"/>
                  <a:pt x="170" y="0"/>
                  <a:pt x="170" y="0"/>
                </a:cubicBezTo>
                <a:cubicBezTo>
                  <a:pt x="226" y="56"/>
                  <a:pt x="226" y="56"/>
                  <a:pt x="226" y="56"/>
                </a:cubicBezTo>
                <a:cubicBezTo>
                  <a:pt x="573" y="56"/>
                  <a:pt x="573" y="56"/>
                  <a:pt x="573" y="56"/>
                </a:cubicBezTo>
                <a:cubicBezTo>
                  <a:pt x="587" y="56"/>
                  <a:pt x="601" y="71"/>
                  <a:pt x="601" y="85"/>
                </a:cubicBezTo>
                <a:cubicBezTo>
                  <a:pt x="601" y="113"/>
                  <a:pt x="601" y="113"/>
                  <a:pt x="601" y="113"/>
                </a:cubicBezTo>
                <a:cubicBezTo>
                  <a:pt x="0" y="113"/>
                  <a:pt x="0" y="113"/>
                  <a:pt x="0" y="113"/>
                </a:cubicBezTo>
                <a:lnTo>
                  <a:pt x="0" y="85"/>
                </a:lnTo>
                <a:close/>
                <a:moveTo>
                  <a:pt x="438" y="495"/>
                </a:moveTo>
                <a:lnTo>
                  <a:pt x="438" y="495"/>
                </a:lnTo>
                <a:cubicBezTo>
                  <a:pt x="474" y="452"/>
                  <a:pt x="474" y="452"/>
                  <a:pt x="474" y="452"/>
                </a:cubicBezTo>
                <a:cubicBezTo>
                  <a:pt x="438" y="417"/>
                  <a:pt x="438" y="417"/>
                  <a:pt x="438" y="417"/>
                </a:cubicBezTo>
                <a:cubicBezTo>
                  <a:pt x="431" y="410"/>
                  <a:pt x="431" y="403"/>
                  <a:pt x="431" y="396"/>
                </a:cubicBezTo>
                <a:cubicBezTo>
                  <a:pt x="431" y="382"/>
                  <a:pt x="445" y="367"/>
                  <a:pt x="459" y="367"/>
                </a:cubicBezTo>
                <a:cubicBezTo>
                  <a:pt x="466" y="367"/>
                  <a:pt x="474" y="375"/>
                  <a:pt x="481" y="382"/>
                </a:cubicBezTo>
                <a:cubicBezTo>
                  <a:pt x="516" y="417"/>
                  <a:pt x="516" y="417"/>
                  <a:pt x="516" y="417"/>
                </a:cubicBezTo>
                <a:cubicBezTo>
                  <a:pt x="551" y="382"/>
                  <a:pt x="551" y="382"/>
                  <a:pt x="551" y="382"/>
                </a:cubicBezTo>
                <a:cubicBezTo>
                  <a:pt x="558" y="375"/>
                  <a:pt x="565" y="367"/>
                  <a:pt x="573" y="367"/>
                </a:cubicBezTo>
                <a:cubicBezTo>
                  <a:pt x="587" y="367"/>
                  <a:pt x="601" y="382"/>
                  <a:pt x="601" y="396"/>
                </a:cubicBezTo>
                <a:cubicBezTo>
                  <a:pt x="601" y="403"/>
                  <a:pt x="601" y="410"/>
                  <a:pt x="594" y="417"/>
                </a:cubicBezTo>
                <a:cubicBezTo>
                  <a:pt x="558" y="452"/>
                  <a:pt x="558" y="452"/>
                  <a:pt x="558" y="452"/>
                </a:cubicBezTo>
                <a:cubicBezTo>
                  <a:pt x="594" y="495"/>
                  <a:pt x="594" y="495"/>
                  <a:pt x="594" y="495"/>
                </a:cubicBezTo>
                <a:cubicBezTo>
                  <a:pt x="601" y="495"/>
                  <a:pt x="601" y="502"/>
                  <a:pt x="601" y="509"/>
                </a:cubicBezTo>
                <a:cubicBezTo>
                  <a:pt x="601" y="530"/>
                  <a:pt x="587" y="537"/>
                  <a:pt x="573" y="537"/>
                </a:cubicBezTo>
                <a:cubicBezTo>
                  <a:pt x="565" y="537"/>
                  <a:pt x="558" y="537"/>
                  <a:pt x="551" y="530"/>
                </a:cubicBezTo>
                <a:cubicBezTo>
                  <a:pt x="516" y="495"/>
                  <a:pt x="516" y="495"/>
                  <a:pt x="516" y="495"/>
                </a:cubicBezTo>
                <a:cubicBezTo>
                  <a:pt x="481" y="530"/>
                  <a:pt x="481" y="530"/>
                  <a:pt x="481" y="530"/>
                </a:cubicBezTo>
                <a:cubicBezTo>
                  <a:pt x="474" y="537"/>
                  <a:pt x="466" y="537"/>
                  <a:pt x="459" y="537"/>
                </a:cubicBezTo>
                <a:cubicBezTo>
                  <a:pt x="445" y="537"/>
                  <a:pt x="431" y="530"/>
                  <a:pt x="431" y="509"/>
                </a:cubicBezTo>
                <a:cubicBezTo>
                  <a:pt x="431" y="502"/>
                  <a:pt x="431" y="495"/>
                  <a:pt x="438" y="49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8" name="Freeform 26"/>
          <p:cNvSpPr/>
          <p:nvPr/>
        </p:nvSpPr>
        <p:spPr>
          <a:xfrm>
            <a:off x="6183360" y="3559320"/>
            <a:ext cx="218880" cy="188640"/>
          </a:xfrm>
          <a:custGeom>
            <a:avLst/>
            <a:gdLst/>
            <a:ahLst/>
            <a:rect l="l" t="t" r="r" b="b"/>
            <a:pathLst>
              <a:path w="609" h="524">
                <a:moveTo>
                  <a:pt x="579" y="360"/>
                </a:moveTo>
                <a:lnTo>
                  <a:pt x="579" y="360"/>
                </a:lnTo>
                <a:cubicBezTo>
                  <a:pt x="558" y="360"/>
                  <a:pt x="544" y="367"/>
                  <a:pt x="537" y="375"/>
                </a:cubicBezTo>
                <a:cubicBezTo>
                  <a:pt x="502" y="410"/>
                  <a:pt x="502" y="410"/>
                  <a:pt x="502" y="410"/>
                </a:cubicBezTo>
                <a:cubicBezTo>
                  <a:pt x="495" y="403"/>
                  <a:pt x="480" y="396"/>
                  <a:pt x="466" y="396"/>
                </a:cubicBezTo>
                <a:cubicBezTo>
                  <a:pt x="431" y="396"/>
                  <a:pt x="410" y="424"/>
                  <a:pt x="410" y="452"/>
                </a:cubicBezTo>
                <a:cubicBezTo>
                  <a:pt x="410" y="459"/>
                  <a:pt x="410" y="467"/>
                  <a:pt x="410" y="474"/>
                </a:cubicBezTo>
                <a:cubicBezTo>
                  <a:pt x="28" y="474"/>
                  <a:pt x="28" y="474"/>
                  <a:pt x="28" y="474"/>
                </a:cubicBezTo>
                <a:cubicBezTo>
                  <a:pt x="14" y="474"/>
                  <a:pt x="0" y="459"/>
                  <a:pt x="0" y="445"/>
                </a:cubicBezTo>
                <a:cubicBezTo>
                  <a:pt x="0" y="410"/>
                  <a:pt x="0" y="410"/>
                  <a:pt x="0" y="410"/>
                </a:cubicBezTo>
                <a:cubicBezTo>
                  <a:pt x="0" y="360"/>
                  <a:pt x="0" y="360"/>
                  <a:pt x="0" y="360"/>
                </a:cubicBezTo>
                <a:cubicBezTo>
                  <a:pt x="0" y="325"/>
                  <a:pt x="0" y="325"/>
                  <a:pt x="0" y="325"/>
                </a:cubicBezTo>
                <a:cubicBezTo>
                  <a:pt x="0" y="276"/>
                  <a:pt x="0" y="276"/>
                  <a:pt x="0" y="276"/>
                </a:cubicBezTo>
                <a:cubicBezTo>
                  <a:pt x="0" y="240"/>
                  <a:pt x="0" y="240"/>
                  <a:pt x="0" y="240"/>
                </a:cubicBezTo>
                <a:cubicBezTo>
                  <a:pt x="0" y="141"/>
                  <a:pt x="0" y="141"/>
                  <a:pt x="0" y="141"/>
                </a:cubicBezTo>
                <a:cubicBezTo>
                  <a:pt x="608" y="141"/>
                  <a:pt x="608" y="141"/>
                  <a:pt x="608" y="141"/>
                </a:cubicBezTo>
                <a:cubicBezTo>
                  <a:pt x="608" y="240"/>
                  <a:pt x="608" y="240"/>
                  <a:pt x="608" y="240"/>
                </a:cubicBezTo>
                <a:cubicBezTo>
                  <a:pt x="608" y="276"/>
                  <a:pt x="608" y="276"/>
                  <a:pt x="608" y="276"/>
                </a:cubicBezTo>
                <a:cubicBezTo>
                  <a:pt x="608" y="325"/>
                  <a:pt x="608" y="325"/>
                  <a:pt x="608" y="325"/>
                </a:cubicBezTo>
                <a:cubicBezTo>
                  <a:pt x="608" y="360"/>
                  <a:pt x="608" y="360"/>
                  <a:pt x="608" y="360"/>
                </a:cubicBezTo>
                <a:cubicBezTo>
                  <a:pt x="608" y="367"/>
                  <a:pt x="608" y="367"/>
                  <a:pt x="608" y="367"/>
                </a:cubicBezTo>
                <a:cubicBezTo>
                  <a:pt x="594" y="360"/>
                  <a:pt x="587" y="360"/>
                  <a:pt x="579" y="360"/>
                </a:cubicBezTo>
                <a:close/>
                <a:moveTo>
                  <a:pt x="0" y="85"/>
                </a:moveTo>
                <a:lnTo>
                  <a:pt x="0" y="85"/>
                </a:lnTo>
                <a:cubicBezTo>
                  <a:pt x="0" y="71"/>
                  <a:pt x="0" y="71"/>
                  <a:pt x="0" y="71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14" y="0"/>
                  <a:pt x="28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85" y="0"/>
                  <a:pt x="85" y="0"/>
                  <a:pt x="85" y="0"/>
                </a:cubicBezTo>
                <a:cubicBezTo>
                  <a:pt x="113" y="0"/>
                  <a:pt x="113" y="0"/>
                  <a:pt x="113" y="0"/>
                </a:cubicBezTo>
                <a:cubicBezTo>
                  <a:pt x="169" y="0"/>
                  <a:pt x="169" y="0"/>
                  <a:pt x="169" y="0"/>
                </a:cubicBezTo>
                <a:cubicBezTo>
                  <a:pt x="226" y="56"/>
                  <a:pt x="226" y="56"/>
                  <a:pt x="226" y="56"/>
                </a:cubicBezTo>
                <a:cubicBezTo>
                  <a:pt x="579" y="56"/>
                  <a:pt x="579" y="56"/>
                  <a:pt x="579" y="56"/>
                </a:cubicBezTo>
                <a:cubicBezTo>
                  <a:pt x="594" y="56"/>
                  <a:pt x="608" y="71"/>
                  <a:pt x="608" y="85"/>
                </a:cubicBezTo>
                <a:cubicBezTo>
                  <a:pt x="608" y="113"/>
                  <a:pt x="608" y="113"/>
                  <a:pt x="608" y="113"/>
                </a:cubicBezTo>
                <a:cubicBezTo>
                  <a:pt x="0" y="113"/>
                  <a:pt x="0" y="113"/>
                  <a:pt x="0" y="113"/>
                </a:cubicBezTo>
                <a:lnTo>
                  <a:pt x="0" y="85"/>
                </a:lnTo>
                <a:close/>
                <a:moveTo>
                  <a:pt x="466" y="424"/>
                </a:moveTo>
                <a:lnTo>
                  <a:pt x="466" y="424"/>
                </a:lnTo>
                <a:cubicBezTo>
                  <a:pt x="473" y="424"/>
                  <a:pt x="480" y="431"/>
                  <a:pt x="480" y="438"/>
                </a:cubicBezTo>
                <a:cubicBezTo>
                  <a:pt x="502" y="452"/>
                  <a:pt x="502" y="452"/>
                  <a:pt x="502" y="452"/>
                </a:cubicBezTo>
                <a:cubicBezTo>
                  <a:pt x="558" y="396"/>
                  <a:pt x="558" y="396"/>
                  <a:pt x="558" y="396"/>
                </a:cubicBezTo>
                <a:cubicBezTo>
                  <a:pt x="565" y="389"/>
                  <a:pt x="572" y="389"/>
                  <a:pt x="579" y="389"/>
                </a:cubicBezTo>
                <a:cubicBezTo>
                  <a:pt x="594" y="389"/>
                  <a:pt x="608" y="403"/>
                  <a:pt x="608" y="417"/>
                </a:cubicBezTo>
                <a:cubicBezTo>
                  <a:pt x="608" y="424"/>
                  <a:pt x="601" y="431"/>
                  <a:pt x="594" y="438"/>
                </a:cubicBezTo>
                <a:cubicBezTo>
                  <a:pt x="523" y="509"/>
                  <a:pt x="523" y="509"/>
                  <a:pt x="523" y="509"/>
                </a:cubicBezTo>
                <a:cubicBezTo>
                  <a:pt x="516" y="516"/>
                  <a:pt x="509" y="523"/>
                  <a:pt x="502" y="523"/>
                </a:cubicBezTo>
                <a:cubicBezTo>
                  <a:pt x="495" y="523"/>
                  <a:pt x="488" y="516"/>
                  <a:pt x="480" y="509"/>
                </a:cubicBezTo>
                <a:cubicBezTo>
                  <a:pt x="445" y="474"/>
                  <a:pt x="445" y="474"/>
                  <a:pt x="445" y="474"/>
                </a:cubicBezTo>
                <a:cubicBezTo>
                  <a:pt x="438" y="467"/>
                  <a:pt x="438" y="459"/>
                  <a:pt x="438" y="452"/>
                </a:cubicBezTo>
                <a:cubicBezTo>
                  <a:pt x="438" y="438"/>
                  <a:pt x="445" y="424"/>
                  <a:pt x="466" y="42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9" name="Freeform 27"/>
          <p:cNvSpPr/>
          <p:nvPr/>
        </p:nvSpPr>
        <p:spPr>
          <a:xfrm>
            <a:off x="5805360" y="3559320"/>
            <a:ext cx="217440" cy="172800"/>
          </a:xfrm>
          <a:custGeom>
            <a:avLst/>
            <a:gdLst/>
            <a:ahLst/>
            <a:rect l="l" t="t" r="r" b="b"/>
            <a:pathLst>
              <a:path w="602" h="482">
                <a:moveTo>
                  <a:pt x="565" y="396"/>
                </a:moveTo>
                <a:lnTo>
                  <a:pt x="565" y="396"/>
                </a:lnTo>
                <a:cubicBezTo>
                  <a:pt x="452" y="396"/>
                  <a:pt x="452" y="396"/>
                  <a:pt x="452" y="396"/>
                </a:cubicBezTo>
                <a:cubicBezTo>
                  <a:pt x="424" y="396"/>
                  <a:pt x="396" y="424"/>
                  <a:pt x="396" y="452"/>
                </a:cubicBezTo>
                <a:cubicBezTo>
                  <a:pt x="396" y="459"/>
                  <a:pt x="396" y="467"/>
                  <a:pt x="396" y="474"/>
                </a:cubicBezTo>
                <a:cubicBezTo>
                  <a:pt x="28" y="474"/>
                  <a:pt x="28" y="474"/>
                  <a:pt x="28" y="474"/>
                </a:cubicBezTo>
                <a:cubicBezTo>
                  <a:pt x="14" y="474"/>
                  <a:pt x="0" y="459"/>
                  <a:pt x="0" y="445"/>
                </a:cubicBezTo>
                <a:cubicBezTo>
                  <a:pt x="0" y="410"/>
                  <a:pt x="0" y="410"/>
                  <a:pt x="0" y="410"/>
                </a:cubicBezTo>
                <a:cubicBezTo>
                  <a:pt x="0" y="360"/>
                  <a:pt x="0" y="360"/>
                  <a:pt x="0" y="360"/>
                </a:cubicBezTo>
                <a:cubicBezTo>
                  <a:pt x="0" y="325"/>
                  <a:pt x="0" y="325"/>
                  <a:pt x="0" y="325"/>
                </a:cubicBezTo>
                <a:cubicBezTo>
                  <a:pt x="0" y="276"/>
                  <a:pt x="0" y="276"/>
                  <a:pt x="0" y="276"/>
                </a:cubicBezTo>
                <a:cubicBezTo>
                  <a:pt x="0" y="240"/>
                  <a:pt x="0" y="240"/>
                  <a:pt x="0" y="240"/>
                </a:cubicBezTo>
                <a:cubicBezTo>
                  <a:pt x="0" y="141"/>
                  <a:pt x="0" y="141"/>
                  <a:pt x="0" y="141"/>
                </a:cubicBezTo>
                <a:cubicBezTo>
                  <a:pt x="601" y="141"/>
                  <a:pt x="601" y="141"/>
                  <a:pt x="601" y="141"/>
                </a:cubicBezTo>
                <a:cubicBezTo>
                  <a:pt x="601" y="240"/>
                  <a:pt x="601" y="240"/>
                  <a:pt x="601" y="240"/>
                </a:cubicBezTo>
                <a:cubicBezTo>
                  <a:pt x="601" y="276"/>
                  <a:pt x="601" y="276"/>
                  <a:pt x="601" y="276"/>
                </a:cubicBezTo>
                <a:cubicBezTo>
                  <a:pt x="601" y="325"/>
                  <a:pt x="601" y="325"/>
                  <a:pt x="601" y="325"/>
                </a:cubicBezTo>
                <a:cubicBezTo>
                  <a:pt x="601" y="360"/>
                  <a:pt x="601" y="360"/>
                  <a:pt x="601" y="360"/>
                </a:cubicBezTo>
                <a:cubicBezTo>
                  <a:pt x="601" y="410"/>
                  <a:pt x="601" y="410"/>
                  <a:pt x="601" y="410"/>
                </a:cubicBezTo>
                <a:cubicBezTo>
                  <a:pt x="594" y="403"/>
                  <a:pt x="579" y="396"/>
                  <a:pt x="565" y="396"/>
                </a:cubicBezTo>
                <a:close/>
                <a:moveTo>
                  <a:pt x="0" y="85"/>
                </a:moveTo>
                <a:lnTo>
                  <a:pt x="0" y="85"/>
                </a:lnTo>
                <a:cubicBezTo>
                  <a:pt x="0" y="71"/>
                  <a:pt x="0" y="71"/>
                  <a:pt x="0" y="71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14" y="0"/>
                  <a:pt x="28" y="0"/>
                </a:cubicBezTo>
                <a:cubicBezTo>
                  <a:pt x="63" y="0"/>
                  <a:pt x="63" y="0"/>
                  <a:pt x="63" y="0"/>
                </a:cubicBezTo>
                <a:cubicBezTo>
                  <a:pt x="85" y="0"/>
                  <a:pt x="85" y="0"/>
                  <a:pt x="85" y="0"/>
                </a:cubicBezTo>
                <a:cubicBezTo>
                  <a:pt x="113" y="0"/>
                  <a:pt x="113" y="0"/>
                  <a:pt x="113" y="0"/>
                </a:cubicBezTo>
                <a:cubicBezTo>
                  <a:pt x="169" y="0"/>
                  <a:pt x="169" y="0"/>
                  <a:pt x="169" y="0"/>
                </a:cubicBezTo>
                <a:cubicBezTo>
                  <a:pt x="226" y="56"/>
                  <a:pt x="226" y="56"/>
                  <a:pt x="226" y="56"/>
                </a:cubicBezTo>
                <a:cubicBezTo>
                  <a:pt x="572" y="56"/>
                  <a:pt x="572" y="56"/>
                  <a:pt x="572" y="56"/>
                </a:cubicBezTo>
                <a:cubicBezTo>
                  <a:pt x="594" y="56"/>
                  <a:pt x="601" y="71"/>
                  <a:pt x="601" y="85"/>
                </a:cubicBezTo>
                <a:cubicBezTo>
                  <a:pt x="601" y="113"/>
                  <a:pt x="601" y="113"/>
                  <a:pt x="601" y="113"/>
                </a:cubicBezTo>
                <a:cubicBezTo>
                  <a:pt x="0" y="113"/>
                  <a:pt x="0" y="113"/>
                  <a:pt x="0" y="113"/>
                </a:cubicBezTo>
                <a:lnTo>
                  <a:pt x="0" y="85"/>
                </a:lnTo>
                <a:close/>
                <a:moveTo>
                  <a:pt x="452" y="424"/>
                </a:moveTo>
                <a:lnTo>
                  <a:pt x="452" y="424"/>
                </a:lnTo>
                <a:cubicBezTo>
                  <a:pt x="565" y="424"/>
                  <a:pt x="565" y="424"/>
                  <a:pt x="565" y="424"/>
                </a:cubicBezTo>
                <a:cubicBezTo>
                  <a:pt x="579" y="424"/>
                  <a:pt x="594" y="438"/>
                  <a:pt x="594" y="452"/>
                </a:cubicBezTo>
                <a:cubicBezTo>
                  <a:pt x="594" y="474"/>
                  <a:pt x="579" y="481"/>
                  <a:pt x="565" y="481"/>
                </a:cubicBezTo>
                <a:cubicBezTo>
                  <a:pt x="452" y="481"/>
                  <a:pt x="452" y="481"/>
                  <a:pt x="452" y="481"/>
                </a:cubicBezTo>
                <a:cubicBezTo>
                  <a:pt x="438" y="481"/>
                  <a:pt x="424" y="474"/>
                  <a:pt x="424" y="452"/>
                </a:cubicBezTo>
                <a:cubicBezTo>
                  <a:pt x="424" y="438"/>
                  <a:pt x="438" y="424"/>
                  <a:pt x="452" y="42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0" name="Freeform 28"/>
          <p:cNvSpPr/>
          <p:nvPr/>
        </p:nvSpPr>
        <p:spPr>
          <a:xfrm>
            <a:off x="5425920" y="3559320"/>
            <a:ext cx="216000" cy="193680"/>
          </a:xfrm>
          <a:custGeom>
            <a:avLst/>
            <a:gdLst/>
            <a:ahLst/>
            <a:rect l="l" t="t" r="r" b="b"/>
            <a:pathLst>
              <a:path w="601" h="538">
                <a:moveTo>
                  <a:pt x="565" y="396"/>
                </a:moveTo>
                <a:lnTo>
                  <a:pt x="565" y="396"/>
                </a:lnTo>
                <a:cubicBezTo>
                  <a:pt x="565" y="367"/>
                  <a:pt x="537" y="339"/>
                  <a:pt x="509" y="339"/>
                </a:cubicBezTo>
                <a:cubicBezTo>
                  <a:pt x="473" y="339"/>
                  <a:pt x="452" y="367"/>
                  <a:pt x="452" y="396"/>
                </a:cubicBezTo>
                <a:cubicBezTo>
                  <a:pt x="417" y="396"/>
                  <a:pt x="396" y="424"/>
                  <a:pt x="396" y="452"/>
                </a:cubicBezTo>
                <a:cubicBezTo>
                  <a:pt x="396" y="459"/>
                  <a:pt x="396" y="467"/>
                  <a:pt x="396" y="474"/>
                </a:cubicBezTo>
                <a:cubicBezTo>
                  <a:pt x="28" y="474"/>
                  <a:pt x="28" y="474"/>
                  <a:pt x="28" y="474"/>
                </a:cubicBezTo>
                <a:cubicBezTo>
                  <a:pt x="7" y="474"/>
                  <a:pt x="0" y="459"/>
                  <a:pt x="0" y="445"/>
                </a:cubicBezTo>
                <a:cubicBezTo>
                  <a:pt x="0" y="410"/>
                  <a:pt x="0" y="410"/>
                  <a:pt x="0" y="410"/>
                </a:cubicBezTo>
                <a:cubicBezTo>
                  <a:pt x="0" y="360"/>
                  <a:pt x="0" y="360"/>
                  <a:pt x="0" y="360"/>
                </a:cubicBezTo>
                <a:cubicBezTo>
                  <a:pt x="0" y="325"/>
                  <a:pt x="0" y="325"/>
                  <a:pt x="0" y="325"/>
                </a:cubicBezTo>
                <a:cubicBezTo>
                  <a:pt x="0" y="276"/>
                  <a:pt x="0" y="276"/>
                  <a:pt x="0" y="276"/>
                </a:cubicBezTo>
                <a:cubicBezTo>
                  <a:pt x="0" y="240"/>
                  <a:pt x="0" y="240"/>
                  <a:pt x="0" y="240"/>
                </a:cubicBezTo>
                <a:cubicBezTo>
                  <a:pt x="0" y="141"/>
                  <a:pt x="0" y="141"/>
                  <a:pt x="0" y="141"/>
                </a:cubicBezTo>
                <a:cubicBezTo>
                  <a:pt x="600" y="141"/>
                  <a:pt x="600" y="141"/>
                  <a:pt x="600" y="141"/>
                </a:cubicBezTo>
                <a:cubicBezTo>
                  <a:pt x="600" y="240"/>
                  <a:pt x="600" y="240"/>
                  <a:pt x="600" y="240"/>
                </a:cubicBezTo>
                <a:cubicBezTo>
                  <a:pt x="600" y="276"/>
                  <a:pt x="600" y="276"/>
                  <a:pt x="600" y="276"/>
                </a:cubicBezTo>
                <a:cubicBezTo>
                  <a:pt x="600" y="325"/>
                  <a:pt x="600" y="325"/>
                  <a:pt x="600" y="325"/>
                </a:cubicBezTo>
                <a:cubicBezTo>
                  <a:pt x="600" y="360"/>
                  <a:pt x="600" y="360"/>
                  <a:pt x="600" y="360"/>
                </a:cubicBezTo>
                <a:cubicBezTo>
                  <a:pt x="600" y="410"/>
                  <a:pt x="600" y="410"/>
                  <a:pt x="600" y="410"/>
                </a:cubicBezTo>
                <a:cubicBezTo>
                  <a:pt x="593" y="403"/>
                  <a:pt x="579" y="396"/>
                  <a:pt x="565" y="396"/>
                </a:cubicBezTo>
                <a:close/>
                <a:moveTo>
                  <a:pt x="0" y="85"/>
                </a:moveTo>
                <a:lnTo>
                  <a:pt x="0" y="85"/>
                </a:lnTo>
                <a:cubicBezTo>
                  <a:pt x="0" y="71"/>
                  <a:pt x="0" y="71"/>
                  <a:pt x="0" y="71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7" y="0"/>
                  <a:pt x="28" y="0"/>
                </a:cubicBezTo>
                <a:cubicBezTo>
                  <a:pt x="63" y="0"/>
                  <a:pt x="63" y="0"/>
                  <a:pt x="63" y="0"/>
                </a:cubicBezTo>
                <a:cubicBezTo>
                  <a:pt x="85" y="0"/>
                  <a:pt x="85" y="0"/>
                  <a:pt x="85" y="0"/>
                </a:cubicBezTo>
                <a:cubicBezTo>
                  <a:pt x="113" y="0"/>
                  <a:pt x="113" y="0"/>
                  <a:pt x="113" y="0"/>
                </a:cubicBezTo>
                <a:cubicBezTo>
                  <a:pt x="169" y="0"/>
                  <a:pt x="169" y="0"/>
                  <a:pt x="169" y="0"/>
                </a:cubicBezTo>
                <a:cubicBezTo>
                  <a:pt x="226" y="56"/>
                  <a:pt x="226" y="56"/>
                  <a:pt x="226" y="56"/>
                </a:cubicBezTo>
                <a:cubicBezTo>
                  <a:pt x="572" y="56"/>
                  <a:pt x="572" y="56"/>
                  <a:pt x="572" y="56"/>
                </a:cubicBezTo>
                <a:cubicBezTo>
                  <a:pt x="586" y="56"/>
                  <a:pt x="600" y="71"/>
                  <a:pt x="600" y="85"/>
                </a:cubicBezTo>
                <a:cubicBezTo>
                  <a:pt x="600" y="113"/>
                  <a:pt x="600" y="113"/>
                  <a:pt x="600" y="113"/>
                </a:cubicBezTo>
                <a:cubicBezTo>
                  <a:pt x="0" y="113"/>
                  <a:pt x="0" y="113"/>
                  <a:pt x="0" y="113"/>
                </a:cubicBezTo>
                <a:lnTo>
                  <a:pt x="0" y="85"/>
                </a:lnTo>
                <a:close/>
                <a:moveTo>
                  <a:pt x="452" y="424"/>
                </a:moveTo>
                <a:lnTo>
                  <a:pt x="452" y="424"/>
                </a:lnTo>
                <a:cubicBezTo>
                  <a:pt x="480" y="424"/>
                  <a:pt x="480" y="424"/>
                  <a:pt x="480" y="424"/>
                </a:cubicBezTo>
                <a:cubicBezTo>
                  <a:pt x="480" y="396"/>
                  <a:pt x="480" y="396"/>
                  <a:pt x="480" y="396"/>
                </a:cubicBezTo>
                <a:cubicBezTo>
                  <a:pt x="480" y="382"/>
                  <a:pt x="487" y="367"/>
                  <a:pt x="509" y="367"/>
                </a:cubicBezTo>
                <a:cubicBezTo>
                  <a:pt x="523" y="367"/>
                  <a:pt x="537" y="382"/>
                  <a:pt x="537" y="396"/>
                </a:cubicBezTo>
                <a:cubicBezTo>
                  <a:pt x="537" y="424"/>
                  <a:pt x="537" y="424"/>
                  <a:pt x="537" y="424"/>
                </a:cubicBezTo>
                <a:cubicBezTo>
                  <a:pt x="565" y="424"/>
                  <a:pt x="565" y="424"/>
                  <a:pt x="565" y="424"/>
                </a:cubicBezTo>
                <a:cubicBezTo>
                  <a:pt x="579" y="424"/>
                  <a:pt x="593" y="438"/>
                  <a:pt x="593" y="452"/>
                </a:cubicBezTo>
                <a:cubicBezTo>
                  <a:pt x="593" y="474"/>
                  <a:pt x="579" y="481"/>
                  <a:pt x="565" y="481"/>
                </a:cubicBezTo>
                <a:cubicBezTo>
                  <a:pt x="537" y="481"/>
                  <a:pt x="537" y="481"/>
                  <a:pt x="537" y="481"/>
                </a:cubicBezTo>
                <a:cubicBezTo>
                  <a:pt x="537" y="509"/>
                  <a:pt x="537" y="509"/>
                  <a:pt x="537" y="509"/>
                </a:cubicBezTo>
                <a:cubicBezTo>
                  <a:pt x="537" y="530"/>
                  <a:pt x="523" y="537"/>
                  <a:pt x="509" y="537"/>
                </a:cubicBezTo>
                <a:cubicBezTo>
                  <a:pt x="487" y="537"/>
                  <a:pt x="480" y="530"/>
                  <a:pt x="480" y="509"/>
                </a:cubicBezTo>
                <a:cubicBezTo>
                  <a:pt x="480" y="481"/>
                  <a:pt x="480" y="481"/>
                  <a:pt x="480" y="481"/>
                </a:cubicBezTo>
                <a:cubicBezTo>
                  <a:pt x="452" y="481"/>
                  <a:pt x="452" y="481"/>
                  <a:pt x="452" y="481"/>
                </a:cubicBezTo>
                <a:cubicBezTo>
                  <a:pt x="431" y="481"/>
                  <a:pt x="424" y="474"/>
                  <a:pt x="424" y="452"/>
                </a:cubicBezTo>
                <a:cubicBezTo>
                  <a:pt x="424" y="438"/>
                  <a:pt x="431" y="424"/>
                  <a:pt x="452" y="42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1" name="Freeform 29"/>
          <p:cNvSpPr/>
          <p:nvPr/>
        </p:nvSpPr>
        <p:spPr>
          <a:xfrm>
            <a:off x="5045040" y="3559320"/>
            <a:ext cx="219240" cy="171360"/>
          </a:xfrm>
          <a:custGeom>
            <a:avLst/>
            <a:gdLst/>
            <a:ahLst/>
            <a:rect l="l" t="t" r="r" b="b"/>
            <a:pathLst>
              <a:path w="608" h="475">
                <a:moveTo>
                  <a:pt x="579" y="474"/>
                </a:moveTo>
                <a:lnTo>
                  <a:pt x="579" y="474"/>
                </a:lnTo>
                <a:cubicBezTo>
                  <a:pt x="28" y="474"/>
                  <a:pt x="28" y="474"/>
                  <a:pt x="28" y="474"/>
                </a:cubicBezTo>
                <a:cubicBezTo>
                  <a:pt x="14" y="474"/>
                  <a:pt x="0" y="459"/>
                  <a:pt x="0" y="445"/>
                </a:cubicBezTo>
                <a:cubicBezTo>
                  <a:pt x="0" y="410"/>
                  <a:pt x="0" y="410"/>
                  <a:pt x="0" y="410"/>
                </a:cubicBezTo>
                <a:cubicBezTo>
                  <a:pt x="0" y="360"/>
                  <a:pt x="0" y="360"/>
                  <a:pt x="0" y="360"/>
                </a:cubicBezTo>
                <a:cubicBezTo>
                  <a:pt x="0" y="325"/>
                  <a:pt x="0" y="325"/>
                  <a:pt x="0" y="325"/>
                </a:cubicBezTo>
                <a:cubicBezTo>
                  <a:pt x="0" y="276"/>
                  <a:pt x="0" y="276"/>
                  <a:pt x="0" y="276"/>
                </a:cubicBezTo>
                <a:cubicBezTo>
                  <a:pt x="0" y="240"/>
                  <a:pt x="0" y="240"/>
                  <a:pt x="0" y="240"/>
                </a:cubicBezTo>
                <a:cubicBezTo>
                  <a:pt x="0" y="141"/>
                  <a:pt x="0" y="141"/>
                  <a:pt x="0" y="141"/>
                </a:cubicBezTo>
                <a:cubicBezTo>
                  <a:pt x="607" y="141"/>
                  <a:pt x="607" y="141"/>
                  <a:pt x="607" y="141"/>
                </a:cubicBezTo>
                <a:cubicBezTo>
                  <a:pt x="607" y="240"/>
                  <a:pt x="607" y="240"/>
                  <a:pt x="607" y="240"/>
                </a:cubicBezTo>
                <a:cubicBezTo>
                  <a:pt x="607" y="276"/>
                  <a:pt x="607" y="276"/>
                  <a:pt x="607" y="276"/>
                </a:cubicBezTo>
                <a:cubicBezTo>
                  <a:pt x="607" y="325"/>
                  <a:pt x="607" y="325"/>
                  <a:pt x="607" y="325"/>
                </a:cubicBezTo>
                <a:cubicBezTo>
                  <a:pt x="607" y="360"/>
                  <a:pt x="607" y="360"/>
                  <a:pt x="607" y="360"/>
                </a:cubicBezTo>
                <a:cubicBezTo>
                  <a:pt x="607" y="410"/>
                  <a:pt x="607" y="410"/>
                  <a:pt x="607" y="410"/>
                </a:cubicBezTo>
                <a:cubicBezTo>
                  <a:pt x="607" y="445"/>
                  <a:pt x="607" y="445"/>
                  <a:pt x="607" y="445"/>
                </a:cubicBezTo>
                <a:cubicBezTo>
                  <a:pt x="607" y="459"/>
                  <a:pt x="593" y="474"/>
                  <a:pt x="579" y="474"/>
                </a:cubicBezTo>
                <a:close/>
                <a:moveTo>
                  <a:pt x="0" y="85"/>
                </a:moveTo>
                <a:lnTo>
                  <a:pt x="0" y="85"/>
                </a:lnTo>
                <a:cubicBezTo>
                  <a:pt x="0" y="71"/>
                  <a:pt x="0" y="71"/>
                  <a:pt x="0" y="71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14" y="0"/>
                  <a:pt x="28" y="0"/>
                </a:cubicBezTo>
                <a:cubicBezTo>
                  <a:pt x="70" y="0"/>
                  <a:pt x="70" y="0"/>
                  <a:pt x="70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113" y="0"/>
                  <a:pt x="113" y="0"/>
                  <a:pt x="113" y="0"/>
                </a:cubicBezTo>
                <a:cubicBezTo>
                  <a:pt x="169" y="0"/>
                  <a:pt x="169" y="0"/>
                  <a:pt x="169" y="0"/>
                </a:cubicBezTo>
                <a:cubicBezTo>
                  <a:pt x="226" y="56"/>
                  <a:pt x="226" y="56"/>
                  <a:pt x="226" y="56"/>
                </a:cubicBezTo>
                <a:cubicBezTo>
                  <a:pt x="579" y="56"/>
                  <a:pt x="579" y="56"/>
                  <a:pt x="579" y="56"/>
                </a:cubicBezTo>
                <a:cubicBezTo>
                  <a:pt x="593" y="56"/>
                  <a:pt x="607" y="71"/>
                  <a:pt x="607" y="85"/>
                </a:cubicBezTo>
                <a:cubicBezTo>
                  <a:pt x="607" y="113"/>
                  <a:pt x="607" y="113"/>
                  <a:pt x="607" y="113"/>
                </a:cubicBezTo>
                <a:cubicBezTo>
                  <a:pt x="0" y="113"/>
                  <a:pt x="0" y="113"/>
                  <a:pt x="0" y="113"/>
                </a:cubicBezTo>
                <a:lnTo>
                  <a:pt x="0" y="8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2" name="Freeform 30"/>
          <p:cNvSpPr/>
          <p:nvPr/>
        </p:nvSpPr>
        <p:spPr>
          <a:xfrm>
            <a:off x="4665600" y="3535200"/>
            <a:ext cx="216000" cy="217800"/>
          </a:xfrm>
          <a:custGeom>
            <a:avLst/>
            <a:gdLst/>
            <a:ahLst/>
            <a:rect l="l" t="t" r="r" b="b"/>
            <a:pathLst>
              <a:path w="601" h="602">
                <a:moveTo>
                  <a:pt x="304" y="601"/>
                </a:moveTo>
                <a:lnTo>
                  <a:pt x="304" y="601"/>
                </a:lnTo>
                <a:cubicBezTo>
                  <a:pt x="134" y="601"/>
                  <a:pt x="0" y="467"/>
                  <a:pt x="0" y="304"/>
                </a:cubicBezTo>
                <a:cubicBezTo>
                  <a:pt x="0" y="135"/>
                  <a:pt x="134" y="0"/>
                  <a:pt x="304" y="0"/>
                </a:cubicBezTo>
                <a:cubicBezTo>
                  <a:pt x="466" y="0"/>
                  <a:pt x="600" y="135"/>
                  <a:pt x="600" y="304"/>
                </a:cubicBezTo>
                <a:cubicBezTo>
                  <a:pt x="600" y="467"/>
                  <a:pt x="466" y="601"/>
                  <a:pt x="304" y="601"/>
                </a:cubicBezTo>
                <a:close/>
                <a:moveTo>
                  <a:pt x="304" y="57"/>
                </a:moveTo>
                <a:lnTo>
                  <a:pt x="304" y="57"/>
                </a:lnTo>
                <a:cubicBezTo>
                  <a:pt x="169" y="57"/>
                  <a:pt x="56" y="170"/>
                  <a:pt x="56" y="304"/>
                </a:cubicBezTo>
                <a:cubicBezTo>
                  <a:pt x="56" y="439"/>
                  <a:pt x="169" y="545"/>
                  <a:pt x="304" y="545"/>
                </a:cubicBezTo>
                <a:cubicBezTo>
                  <a:pt x="438" y="545"/>
                  <a:pt x="544" y="439"/>
                  <a:pt x="544" y="304"/>
                </a:cubicBezTo>
                <a:cubicBezTo>
                  <a:pt x="544" y="170"/>
                  <a:pt x="438" y="57"/>
                  <a:pt x="304" y="57"/>
                </a:cubicBezTo>
                <a:close/>
                <a:moveTo>
                  <a:pt x="395" y="368"/>
                </a:moveTo>
                <a:lnTo>
                  <a:pt x="395" y="368"/>
                </a:lnTo>
                <a:cubicBezTo>
                  <a:pt x="395" y="382"/>
                  <a:pt x="381" y="396"/>
                  <a:pt x="367" y="396"/>
                </a:cubicBezTo>
                <a:cubicBezTo>
                  <a:pt x="353" y="396"/>
                  <a:pt x="339" y="382"/>
                  <a:pt x="339" y="368"/>
                </a:cubicBezTo>
                <a:cubicBezTo>
                  <a:pt x="339" y="326"/>
                  <a:pt x="339" y="326"/>
                  <a:pt x="339" y="326"/>
                </a:cubicBezTo>
                <a:cubicBezTo>
                  <a:pt x="254" y="389"/>
                  <a:pt x="254" y="389"/>
                  <a:pt x="254" y="389"/>
                </a:cubicBezTo>
                <a:cubicBezTo>
                  <a:pt x="247" y="396"/>
                  <a:pt x="240" y="396"/>
                  <a:pt x="233" y="396"/>
                </a:cubicBezTo>
                <a:cubicBezTo>
                  <a:pt x="219" y="396"/>
                  <a:pt x="204" y="382"/>
                  <a:pt x="204" y="368"/>
                </a:cubicBezTo>
                <a:cubicBezTo>
                  <a:pt x="204" y="234"/>
                  <a:pt x="204" y="234"/>
                  <a:pt x="204" y="234"/>
                </a:cubicBezTo>
                <a:cubicBezTo>
                  <a:pt x="204" y="220"/>
                  <a:pt x="219" y="205"/>
                  <a:pt x="233" y="205"/>
                </a:cubicBezTo>
                <a:cubicBezTo>
                  <a:pt x="240" y="205"/>
                  <a:pt x="247" y="213"/>
                  <a:pt x="254" y="213"/>
                </a:cubicBezTo>
                <a:cubicBezTo>
                  <a:pt x="339" y="276"/>
                  <a:pt x="339" y="276"/>
                  <a:pt x="339" y="276"/>
                </a:cubicBezTo>
                <a:cubicBezTo>
                  <a:pt x="339" y="234"/>
                  <a:pt x="339" y="234"/>
                  <a:pt x="339" y="234"/>
                </a:cubicBezTo>
                <a:cubicBezTo>
                  <a:pt x="339" y="220"/>
                  <a:pt x="353" y="205"/>
                  <a:pt x="367" y="205"/>
                </a:cubicBezTo>
                <a:cubicBezTo>
                  <a:pt x="381" y="205"/>
                  <a:pt x="395" y="220"/>
                  <a:pt x="395" y="234"/>
                </a:cubicBezTo>
                <a:cubicBezTo>
                  <a:pt x="395" y="368"/>
                  <a:pt x="395" y="368"/>
                  <a:pt x="395" y="36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3" name="Freeform 31"/>
          <p:cNvSpPr/>
          <p:nvPr/>
        </p:nvSpPr>
        <p:spPr>
          <a:xfrm>
            <a:off x="4286160" y="3535200"/>
            <a:ext cx="216000" cy="217800"/>
          </a:xfrm>
          <a:custGeom>
            <a:avLst/>
            <a:gdLst/>
            <a:ahLst/>
            <a:rect l="l" t="t" r="r" b="b"/>
            <a:pathLst>
              <a:path w="601" h="602">
                <a:moveTo>
                  <a:pt x="296" y="601"/>
                </a:moveTo>
                <a:lnTo>
                  <a:pt x="296" y="601"/>
                </a:lnTo>
                <a:cubicBezTo>
                  <a:pt x="134" y="601"/>
                  <a:pt x="0" y="467"/>
                  <a:pt x="0" y="304"/>
                </a:cubicBezTo>
                <a:cubicBezTo>
                  <a:pt x="0" y="135"/>
                  <a:pt x="134" y="0"/>
                  <a:pt x="296" y="0"/>
                </a:cubicBezTo>
                <a:cubicBezTo>
                  <a:pt x="466" y="0"/>
                  <a:pt x="600" y="135"/>
                  <a:pt x="600" y="304"/>
                </a:cubicBezTo>
                <a:cubicBezTo>
                  <a:pt x="600" y="467"/>
                  <a:pt x="466" y="601"/>
                  <a:pt x="296" y="601"/>
                </a:cubicBezTo>
                <a:close/>
                <a:moveTo>
                  <a:pt x="296" y="57"/>
                </a:moveTo>
                <a:lnTo>
                  <a:pt x="296" y="57"/>
                </a:lnTo>
                <a:cubicBezTo>
                  <a:pt x="162" y="57"/>
                  <a:pt x="56" y="170"/>
                  <a:pt x="56" y="304"/>
                </a:cubicBezTo>
                <a:cubicBezTo>
                  <a:pt x="56" y="439"/>
                  <a:pt x="162" y="545"/>
                  <a:pt x="296" y="545"/>
                </a:cubicBezTo>
                <a:cubicBezTo>
                  <a:pt x="431" y="545"/>
                  <a:pt x="544" y="439"/>
                  <a:pt x="544" y="304"/>
                </a:cubicBezTo>
                <a:cubicBezTo>
                  <a:pt x="544" y="170"/>
                  <a:pt x="431" y="57"/>
                  <a:pt x="296" y="57"/>
                </a:cubicBezTo>
                <a:close/>
                <a:moveTo>
                  <a:pt x="395" y="368"/>
                </a:moveTo>
                <a:lnTo>
                  <a:pt x="395" y="368"/>
                </a:lnTo>
                <a:cubicBezTo>
                  <a:pt x="395" y="382"/>
                  <a:pt x="381" y="396"/>
                  <a:pt x="367" y="396"/>
                </a:cubicBezTo>
                <a:cubicBezTo>
                  <a:pt x="360" y="396"/>
                  <a:pt x="353" y="396"/>
                  <a:pt x="346" y="389"/>
                </a:cubicBezTo>
                <a:cubicBezTo>
                  <a:pt x="261" y="326"/>
                  <a:pt x="261" y="326"/>
                  <a:pt x="261" y="326"/>
                </a:cubicBezTo>
                <a:cubicBezTo>
                  <a:pt x="261" y="368"/>
                  <a:pt x="261" y="368"/>
                  <a:pt x="261" y="368"/>
                </a:cubicBezTo>
                <a:cubicBezTo>
                  <a:pt x="261" y="382"/>
                  <a:pt x="247" y="396"/>
                  <a:pt x="233" y="396"/>
                </a:cubicBezTo>
                <a:cubicBezTo>
                  <a:pt x="219" y="396"/>
                  <a:pt x="204" y="382"/>
                  <a:pt x="204" y="368"/>
                </a:cubicBezTo>
                <a:cubicBezTo>
                  <a:pt x="204" y="234"/>
                  <a:pt x="204" y="234"/>
                  <a:pt x="204" y="234"/>
                </a:cubicBezTo>
                <a:cubicBezTo>
                  <a:pt x="204" y="220"/>
                  <a:pt x="219" y="205"/>
                  <a:pt x="233" y="205"/>
                </a:cubicBezTo>
                <a:cubicBezTo>
                  <a:pt x="247" y="205"/>
                  <a:pt x="261" y="220"/>
                  <a:pt x="261" y="234"/>
                </a:cubicBezTo>
                <a:cubicBezTo>
                  <a:pt x="261" y="276"/>
                  <a:pt x="261" y="276"/>
                  <a:pt x="261" y="276"/>
                </a:cubicBezTo>
                <a:cubicBezTo>
                  <a:pt x="346" y="213"/>
                  <a:pt x="346" y="213"/>
                  <a:pt x="346" y="213"/>
                </a:cubicBezTo>
                <a:cubicBezTo>
                  <a:pt x="353" y="213"/>
                  <a:pt x="360" y="205"/>
                  <a:pt x="367" y="205"/>
                </a:cubicBezTo>
                <a:cubicBezTo>
                  <a:pt x="381" y="205"/>
                  <a:pt x="395" y="220"/>
                  <a:pt x="395" y="234"/>
                </a:cubicBezTo>
                <a:cubicBezTo>
                  <a:pt x="395" y="368"/>
                  <a:pt x="395" y="368"/>
                  <a:pt x="395" y="36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4" name="Freeform 32"/>
          <p:cNvSpPr/>
          <p:nvPr/>
        </p:nvSpPr>
        <p:spPr>
          <a:xfrm>
            <a:off x="3905280" y="3535200"/>
            <a:ext cx="218880" cy="217800"/>
          </a:xfrm>
          <a:custGeom>
            <a:avLst/>
            <a:gdLst/>
            <a:ahLst/>
            <a:rect l="l" t="t" r="r" b="b"/>
            <a:pathLst>
              <a:path w="609" h="602">
                <a:moveTo>
                  <a:pt x="304" y="601"/>
                </a:moveTo>
                <a:lnTo>
                  <a:pt x="304" y="601"/>
                </a:lnTo>
                <a:cubicBezTo>
                  <a:pt x="135" y="601"/>
                  <a:pt x="0" y="467"/>
                  <a:pt x="0" y="304"/>
                </a:cubicBezTo>
                <a:cubicBezTo>
                  <a:pt x="0" y="135"/>
                  <a:pt x="135" y="0"/>
                  <a:pt x="304" y="0"/>
                </a:cubicBezTo>
                <a:cubicBezTo>
                  <a:pt x="474" y="0"/>
                  <a:pt x="608" y="135"/>
                  <a:pt x="608" y="304"/>
                </a:cubicBezTo>
                <a:cubicBezTo>
                  <a:pt x="608" y="467"/>
                  <a:pt x="474" y="601"/>
                  <a:pt x="304" y="601"/>
                </a:cubicBezTo>
                <a:close/>
                <a:moveTo>
                  <a:pt x="304" y="57"/>
                </a:moveTo>
                <a:lnTo>
                  <a:pt x="304" y="57"/>
                </a:lnTo>
                <a:cubicBezTo>
                  <a:pt x="170" y="57"/>
                  <a:pt x="57" y="170"/>
                  <a:pt x="57" y="304"/>
                </a:cubicBezTo>
                <a:cubicBezTo>
                  <a:pt x="57" y="439"/>
                  <a:pt x="170" y="545"/>
                  <a:pt x="304" y="545"/>
                </a:cubicBezTo>
                <a:cubicBezTo>
                  <a:pt x="439" y="545"/>
                  <a:pt x="552" y="439"/>
                  <a:pt x="552" y="304"/>
                </a:cubicBezTo>
                <a:cubicBezTo>
                  <a:pt x="552" y="170"/>
                  <a:pt x="439" y="57"/>
                  <a:pt x="304" y="57"/>
                </a:cubicBezTo>
                <a:close/>
                <a:moveTo>
                  <a:pt x="432" y="326"/>
                </a:moveTo>
                <a:lnTo>
                  <a:pt x="432" y="326"/>
                </a:lnTo>
                <a:cubicBezTo>
                  <a:pt x="340" y="389"/>
                  <a:pt x="340" y="389"/>
                  <a:pt x="340" y="389"/>
                </a:cubicBezTo>
                <a:cubicBezTo>
                  <a:pt x="333" y="396"/>
                  <a:pt x="333" y="396"/>
                  <a:pt x="326" y="396"/>
                </a:cubicBezTo>
                <a:cubicBezTo>
                  <a:pt x="304" y="396"/>
                  <a:pt x="297" y="382"/>
                  <a:pt x="297" y="368"/>
                </a:cubicBezTo>
                <a:cubicBezTo>
                  <a:pt x="297" y="333"/>
                  <a:pt x="297" y="333"/>
                  <a:pt x="297" y="333"/>
                </a:cubicBezTo>
                <a:cubicBezTo>
                  <a:pt x="205" y="389"/>
                  <a:pt x="205" y="389"/>
                  <a:pt x="205" y="389"/>
                </a:cubicBezTo>
                <a:cubicBezTo>
                  <a:pt x="205" y="396"/>
                  <a:pt x="198" y="396"/>
                  <a:pt x="191" y="396"/>
                </a:cubicBezTo>
                <a:cubicBezTo>
                  <a:pt x="177" y="396"/>
                  <a:pt x="163" y="382"/>
                  <a:pt x="163" y="368"/>
                </a:cubicBezTo>
                <a:cubicBezTo>
                  <a:pt x="163" y="234"/>
                  <a:pt x="163" y="234"/>
                  <a:pt x="163" y="234"/>
                </a:cubicBezTo>
                <a:cubicBezTo>
                  <a:pt x="163" y="220"/>
                  <a:pt x="177" y="205"/>
                  <a:pt x="191" y="205"/>
                </a:cubicBezTo>
                <a:cubicBezTo>
                  <a:pt x="198" y="205"/>
                  <a:pt x="205" y="213"/>
                  <a:pt x="205" y="213"/>
                </a:cubicBezTo>
                <a:cubicBezTo>
                  <a:pt x="297" y="276"/>
                  <a:pt x="297" y="276"/>
                  <a:pt x="297" y="276"/>
                </a:cubicBezTo>
                <a:cubicBezTo>
                  <a:pt x="297" y="234"/>
                  <a:pt x="297" y="234"/>
                  <a:pt x="297" y="234"/>
                </a:cubicBezTo>
                <a:cubicBezTo>
                  <a:pt x="297" y="220"/>
                  <a:pt x="304" y="205"/>
                  <a:pt x="326" y="205"/>
                </a:cubicBezTo>
                <a:cubicBezTo>
                  <a:pt x="333" y="205"/>
                  <a:pt x="333" y="213"/>
                  <a:pt x="340" y="213"/>
                </a:cubicBezTo>
                <a:cubicBezTo>
                  <a:pt x="432" y="276"/>
                  <a:pt x="432" y="276"/>
                  <a:pt x="432" y="276"/>
                </a:cubicBezTo>
                <a:cubicBezTo>
                  <a:pt x="439" y="283"/>
                  <a:pt x="446" y="290"/>
                  <a:pt x="446" y="304"/>
                </a:cubicBezTo>
                <a:cubicBezTo>
                  <a:pt x="446" y="311"/>
                  <a:pt x="439" y="318"/>
                  <a:pt x="432" y="32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5" name="Freeform 33"/>
          <p:cNvSpPr/>
          <p:nvPr/>
        </p:nvSpPr>
        <p:spPr>
          <a:xfrm>
            <a:off x="3525840" y="3535200"/>
            <a:ext cx="217440" cy="217800"/>
          </a:xfrm>
          <a:custGeom>
            <a:avLst/>
            <a:gdLst/>
            <a:ahLst/>
            <a:rect l="l" t="t" r="r" b="b"/>
            <a:pathLst>
              <a:path w="602" h="602">
                <a:moveTo>
                  <a:pt x="304" y="601"/>
                </a:moveTo>
                <a:lnTo>
                  <a:pt x="304" y="601"/>
                </a:lnTo>
                <a:cubicBezTo>
                  <a:pt x="467" y="601"/>
                  <a:pt x="601" y="467"/>
                  <a:pt x="601" y="304"/>
                </a:cubicBezTo>
                <a:cubicBezTo>
                  <a:pt x="601" y="135"/>
                  <a:pt x="467" y="0"/>
                  <a:pt x="304" y="0"/>
                </a:cubicBezTo>
                <a:cubicBezTo>
                  <a:pt x="135" y="0"/>
                  <a:pt x="0" y="135"/>
                  <a:pt x="0" y="304"/>
                </a:cubicBezTo>
                <a:cubicBezTo>
                  <a:pt x="0" y="467"/>
                  <a:pt x="135" y="601"/>
                  <a:pt x="304" y="601"/>
                </a:cubicBezTo>
                <a:close/>
                <a:moveTo>
                  <a:pt x="304" y="57"/>
                </a:moveTo>
                <a:lnTo>
                  <a:pt x="304" y="57"/>
                </a:lnTo>
                <a:cubicBezTo>
                  <a:pt x="439" y="57"/>
                  <a:pt x="544" y="170"/>
                  <a:pt x="544" y="304"/>
                </a:cubicBezTo>
                <a:cubicBezTo>
                  <a:pt x="544" y="439"/>
                  <a:pt x="439" y="545"/>
                  <a:pt x="304" y="545"/>
                </a:cubicBezTo>
                <a:cubicBezTo>
                  <a:pt x="170" y="545"/>
                  <a:pt x="57" y="439"/>
                  <a:pt x="57" y="304"/>
                </a:cubicBezTo>
                <a:cubicBezTo>
                  <a:pt x="57" y="170"/>
                  <a:pt x="170" y="57"/>
                  <a:pt x="304" y="57"/>
                </a:cubicBezTo>
                <a:close/>
                <a:moveTo>
                  <a:pt x="177" y="326"/>
                </a:moveTo>
                <a:lnTo>
                  <a:pt x="177" y="326"/>
                </a:lnTo>
                <a:cubicBezTo>
                  <a:pt x="269" y="389"/>
                  <a:pt x="269" y="389"/>
                  <a:pt x="269" y="389"/>
                </a:cubicBezTo>
                <a:cubicBezTo>
                  <a:pt x="269" y="396"/>
                  <a:pt x="276" y="396"/>
                  <a:pt x="283" y="396"/>
                </a:cubicBezTo>
                <a:cubicBezTo>
                  <a:pt x="297" y="396"/>
                  <a:pt x="311" y="382"/>
                  <a:pt x="311" y="368"/>
                </a:cubicBezTo>
                <a:cubicBezTo>
                  <a:pt x="311" y="333"/>
                  <a:pt x="311" y="333"/>
                  <a:pt x="311" y="333"/>
                </a:cubicBezTo>
                <a:cubicBezTo>
                  <a:pt x="396" y="389"/>
                  <a:pt x="396" y="389"/>
                  <a:pt x="396" y="389"/>
                </a:cubicBezTo>
                <a:cubicBezTo>
                  <a:pt x="403" y="396"/>
                  <a:pt x="410" y="396"/>
                  <a:pt x="417" y="396"/>
                </a:cubicBezTo>
                <a:cubicBezTo>
                  <a:pt x="431" y="396"/>
                  <a:pt x="446" y="382"/>
                  <a:pt x="446" y="368"/>
                </a:cubicBezTo>
                <a:cubicBezTo>
                  <a:pt x="446" y="234"/>
                  <a:pt x="446" y="234"/>
                  <a:pt x="446" y="234"/>
                </a:cubicBezTo>
                <a:cubicBezTo>
                  <a:pt x="446" y="220"/>
                  <a:pt x="431" y="205"/>
                  <a:pt x="417" y="205"/>
                </a:cubicBezTo>
                <a:cubicBezTo>
                  <a:pt x="410" y="205"/>
                  <a:pt x="403" y="213"/>
                  <a:pt x="396" y="213"/>
                </a:cubicBezTo>
                <a:cubicBezTo>
                  <a:pt x="311" y="276"/>
                  <a:pt x="311" y="276"/>
                  <a:pt x="311" y="276"/>
                </a:cubicBezTo>
                <a:cubicBezTo>
                  <a:pt x="311" y="234"/>
                  <a:pt x="311" y="234"/>
                  <a:pt x="311" y="234"/>
                </a:cubicBezTo>
                <a:cubicBezTo>
                  <a:pt x="311" y="220"/>
                  <a:pt x="297" y="205"/>
                  <a:pt x="283" y="205"/>
                </a:cubicBezTo>
                <a:cubicBezTo>
                  <a:pt x="276" y="205"/>
                  <a:pt x="269" y="213"/>
                  <a:pt x="269" y="213"/>
                </a:cubicBezTo>
                <a:cubicBezTo>
                  <a:pt x="177" y="276"/>
                  <a:pt x="177" y="276"/>
                  <a:pt x="177" y="276"/>
                </a:cubicBezTo>
                <a:cubicBezTo>
                  <a:pt x="163" y="283"/>
                  <a:pt x="163" y="290"/>
                  <a:pt x="163" y="304"/>
                </a:cubicBezTo>
                <a:cubicBezTo>
                  <a:pt x="163" y="311"/>
                  <a:pt x="163" y="318"/>
                  <a:pt x="177" y="32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6" name="Freeform 34"/>
          <p:cNvSpPr/>
          <p:nvPr/>
        </p:nvSpPr>
        <p:spPr>
          <a:xfrm>
            <a:off x="3146400" y="3535200"/>
            <a:ext cx="217440" cy="217800"/>
          </a:xfrm>
          <a:custGeom>
            <a:avLst/>
            <a:gdLst/>
            <a:ahLst/>
            <a:rect l="l" t="t" r="r" b="b"/>
            <a:pathLst>
              <a:path w="602" h="602">
                <a:moveTo>
                  <a:pt x="297" y="601"/>
                </a:moveTo>
                <a:lnTo>
                  <a:pt x="297" y="601"/>
                </a:lnTo>
                <a:cubicBezTo>
                  <a:pt x="135" y="601"/>
                  <a:pt x="0" y="467"/>
                  <a:pt x="0" y="304"/>
                </a:cubicBezTo>
                <a:cubicBezTo>
                  <a:pt x="0" y="135"/>
                  <a:pt x="135" y="0"/>
                  <a:pt x="297" y="0"/>
                </a:cubicBezTo>
                <a:cubicBezTo>
                  <a:pt x="467" y="0"/>
                  <a:pt x="601" y="135"/>
                  <a:pt x="601" y="304"/>
                </a:cubicBezTo>
                <a:cubicBezTo>
                  <a:pt x="601" y="467"/>
                  <a:pt x="467" y="601"/>
                  <a:pt x="297" y="601"/>
                </a:cubicBezTo>
                <a:close/>
                <a:moveTo>
                  <a:pt x="297" y="57"/>
                </a:moveTo>
                <a:lnTo>
                  <a:pt x="297" y="57"/>
                </a:lnTo>
                <a:cubicBezTo>
                  <a:pt x="163" y="57"/>
                  <a:pt x="57" y="170"/>
                  <a:pt x="57" y="304"/>
                </a:cubicBezTo>
                <a:cubicBezTo>
                  <a:pt x="57" y="439"/>
                  <a:pt x="163" y="545"/>
                  <a:pt x="297" y="545"/>
                </a:cubicBezTo>
                <a:cubicBezTo>
                  <a:pt x="431" y="545"/>
                  <a:pt x="544" y="439"/>
                  <a:pt x="544" y="304"/>
                </a:cubicBezTo>
                <a:cubicBezTo>
                  <a:pt x="544" y="170"/>
                  <a:pt x="431" y="57"/>
                  <a:pt x="297" y="57"/>
                </a:cubicBezTo>
                <a:close/>
                <a:moveTo>
                  <a:pt x="382" y="375"/>
                </a:moveTo>
                <a:lnTo>
                  <a:pt x="382" y="375"/>
                </a:lnTo>
                <a:cubicBezTo>
                  <a:pt x="382" y="396"/>
                  <a:pt x="375" y="403"/>
                  <a:pt x="354" y="403"/>
                </a:cubicBezTo>
                <a:cubicBezTo>
                  <a:pt x="340" y="403"/>
                  <a:pt x="325" y="396"/>
                  <a:pt x="325" y="375"/>
                </a:cubicBezTo>
                <a:cubicBezTo>
                  <a:pt x="325" y="227"/>
                  <a:pt x="325" y="227"/>
                  <a:pt x="325" y="227"/>
                </a:cubicBezTo>
                <a:cubicBezTo>
                  <a:pt x="325" y="213"/>
                  <a:pt x="340" y="198"/>
                  <a:pt x="354" y="198"/>
                </a:cubicBezTo>
                <a:cubicBezTo>
                  <a:pt x="375" y="198"/>
                  <a:pt x="382" y="213"/>
                  <a:pt x="382" y="227"/>
                </a:cubicBezTo>
                <a:cubicBezTo>
                  <a:pt x="382" y="375"/>
                  <a:pt x="382" y="375"/>
                  <a:pt x="382" y="375"/>
                </a:cubicBezTo>
                <a:close/>
                <a:moveTo>
                  <a:pt x="269" y="375"/>
                </a:moveTo>
                <a:lnTo>
                  <a:pt x="269" y="375"/>
                </a:lnTo>
                <a:cubicBezTo>
                  <a:pt x="269" y="396"/>
                  <a:pt x="262" y="403"/>
                  <a:pt x="240" y="403"/>
                </a:cubicBezTo>
                <a:cubicBezTo>
                  <a:pt x="226" y="403"/>
                  <a:pt x="212" y="396"/>
                  <a:pt x="212" y="375"/>
                </a:cubicBezTo>
                <a:cubicBezTo>
                  <a:pt x="212" y="227"/>
                  <a:pt x="212" y="227"/>
                  <a:pt x="212" y="227"/>
                </a:cubicBezTo>
                <a:cubicBezTo>
                  <a:pt x="212" y="213"/>
                  <a:pt x="226" y="198"/>
                  <a:pt x="240" y="198"/>
                </a:cubicBezTo>
                <a:cubicBezTo>
                  <a:pt x="262" y="198"/>
                  <a:pt x="269" y="213"/>
                  <a:pt x="269" y="227"/>
                </a:cubicBezTo>
                <a:cubicBezTo>
                  <a:pt x="269" y="375"/>
                  <a:pt x="269" y="375"/>
                  <a:pt x="269" y="37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7" name="Freeform 35"/>
          <p:cNvSpPr/>
          <p:nvPr/>
        </p:nvSpPr>
        <p:spPr>
          <a:xfrm>
            <a:off x="2765520" y="3535200"/>
            <a:ext cx="218880" cy="217800"/>
          </a:xfrm>
          <a:custGeom>
            <a:avLst/>
            <a:gdLst/>
            <a:ahLst/>
            <a:rect l="l" t="t" r="r" b="b"/>
            <a:pathLst>
              <a:path w="609" h="602">
                <a:moveTo>
                  <a:pt x="304" y="601"/>
                </a:moveTo>
                <a:lnTo>
                  <a:pt x="304" y="601"/>
                </a:lnTo>
                <a:cubicBezTo>
                  <a:pt x="134" y="601"/>
                  <a:pt x="0" y="467"/>
                  <a:pt x="0" y="304"/>
                </a:cubicBezTo>
                <a:cubicBezTo>
                  <a:pt x="0" y="135"/>
                  <a:pt x="134" y="0"/>
                  <a:pt x="304" y="0"/>
                </a:cubicBezTo>
                <a:cubicBezTo>
                  <a:pt x="474" y="0"/>
                  <a:pt x="608" y="135"/>
                  <a:pt x="608" y="304"/>
                </a:cubicBezTo>
                <a:cubicBezTo>
                  <a:pt x="608" y="467"/>
                  <a:pt x="474" y="601"/>
                  <a:pt x="304" y="601"/>
                </a:cubicBezTo>
                <a:close/>
                <a:moveTo>
                  <a:pt x="304" y="57"/>
                </a:moveTo>
                <a:lnTo>
                  <a:pt x="304" y="57"/>
                </a:lnTo>
                <a:cubicBezTo>
                  <a:pt x="170" y="57"/>
                  <a:pt x="57" y="170"/>
                  <a:pt x="57" y="304"/>
                </a:cubicBezTo>
                <a:cubicBezTo>
                  <a:pt x="57" y="439"/>
                  <a:pt x="170" y="545"/>
                  <a:pt x="304" y="545"/>
                </a:cubicBezTo>
                <a:cubicBezTo>
                  <a:pt x="438" y="545"/>
                  <a:pt x="551" y="439"/>
                  <a:pt x="551" y="304"/>
                </a:cubicBezTo>
                <a:cubicBezTo>
                  <a:pt x="551" y="170"/>
                  <a:pt x="438" y="57"/>
                  <a:pt x="304" y="57"/>
                </a:cubicBezTo>
                <a:close/>
                <a:moveTo>
                  <a:pt x="382" y="403"/>
                </a:moveTo>
                <a:lnTo>
                  <a:pt x="382" y="403"/>
                </a:lnTo>
                <a:cubicBezTo>
                  <a:pt x="226" y="403"/>
                  <a:pt x="226" y="403"/>
                  <a:pt x="226" y="403"/>
                </a:cubicBezTo>
                <a:cubicBezTo>
                  <a:pt x="212" y="403"/>
                  <a:pt x="198" y="396"/>
                  <a:pt x="198" y="375"/>
                </a:cubicBezTo>
                <a:cubicBezTo>
                  <a:pt x="198" y="227"/>
                  <a:pt x="198" y="227"/>
                  <a:pt x="198" y="227"/>
                </a:cubicBezTo>
                <a:cubicBezTo>
                  <a:pt x="198" y="213"/>
                  <a:pt x="212" y="198"/>
                  <a:pt x="226" y="198"/>
                </a:cubicBezTo>
                <a:cubicBezTo>
                  <a:pt x="382" y="198"/>
                  <a:pt x="382" y="198"/>
                  <a:pt x="382" y="198"/>
                </a:cubicBezTo>
                <a:cubicBezTo>
                  <a:pt x="396" y="198"/>
                  <a:pt x="410" y="213"/>
                  <a:pt x="410" y="227"/>
                </a:cubicBezTo>
                <a:cubicBezTo>
                  <a:pt x="410" y="375"/>
                  <a:pt x="410" y="375"/>
                  <a:pt x="410" y="375"/>
                </a:cubicBezTo>
                <a:cubicBezTo>
                  <a:pt x="410" y="396"/>
                  <a:pt x="396" y="403"/>
                  <a:pt x="382" y="40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8" name="Freeform 36"/>
          <p:cNvSpPr/>
          <p:nvPr/>
        </p:nvSpPr>
        <p:spPr>
          <a:xfrm>
            <a:off x="2386080" y="3535200"/>
            <a:ext cx="217440" cy="217800"/>
          </a:xfrm>
          <a:custGeom>
            <a:avLst/>
            <a:gdLst/>
            <a:ahLst/>
            <a:rect l="l" t="t" r="r" b="b"/>
            <a:pathLst>
              <a:path w="602" h="602">
                <a:moveTo>
                  <a:pt x="304" y="601"/>
                </a:moveTo>
                <a:lnTo>
                  <a:pt x="304" y="601"/>
                </a:lnTo>
                <a:cubicBezTo>
                  <a:pt x="134" y="601"/>
                  <a:pt x="0" y="467"/>
                  <a:pt x="0" y="304"/>
                </a:cubicBezTo>
                <a:cubicBezTo>
                  <a:pt x="0" y="135"/>
                  <a:pt x="134" y="0"/>
                  <a:pt x="304" y="0"/>
                </a:cubicBezTo>
                <a:cubicBezTo>
                  <a:pt x="467" y="0"/>
                  <a:pt x="601" y="135"/>
                  <a:pt x="601" y="304"/>
                </a:cubicBezTo>
                <a:cubicBezTo>
                  <a:pt x="601" y="467"/>
                  <a:pt x="467" y="601"/>
                  <a:pt x="304" y="601"/>
                </a:cubicBezTo>
                <a:close/>
                <a:moveTo>
                  <a:pt x="304" y="57"/>
                </a:moveTo>
                <a:lnTo>
                  <a:pt x="304" y="57"/>
                </a:lnTo>
                <a:cubicBezTo>
                  <a:pt x="170" y="57"/>
                  <a:pt x="57" y="170"/>
                  <a:pt x="57" y="304"/>
                </a:cubicBezTo>
                <a:cubicBezTo>
                  <a:pt x="57" y="439"/>
                  <a:pt x="170" y="545"/>
                  <a:pt x="304" y="545"/>
                </a:cubicBezTo>
                <a:cubicBezTo>
                  <a:pt x="438" y="545"/>
                  <a:pt x="544" y="439"/>
                  <a:pt x="544" y="304"/>
                </a:cubicBezTo>
                <a:cubicBezTo>
                  <a:pt x="544" y="170"/>
                  <a:pt x="438" y="57"/>
                  <a:pt x="304" y="57"/>
                </a:cubicBezTo>
                <a:close/>
                <a:moveTo>
                  <a:pt x="389" y="326"/>
                </a:moveTo>
                <a:lnTo>
                  <a:pt x="389" y="326"/>
                </a:lnTo>
                <a:cubicBezTo>
                  <a:pt x="240" y="417"/>
                  <a:pt x="240" y="417"/>
                  <a:pt x="240" y="417"/>
                </a:cubicBezTo>
                <a:lnTo>
                  <a:pt x="240" y="424"/>
                </a:lnTo>
                <a:cubicBezTo>
                  <a:pt x="233" y="424"/>
                  <a:pt x="233" y="424"/>
                  <a:pt x="233" y="424"/>
                </a:cubicBezTo>
                <a:cubicBezTo>
                  <a:pt x="226" y="424"/>
                  <a:pt x="226" y="424"/>
                  <a:pt x="226" y="424"/>
                </a:cubicBezTo>
                <a:cubicBezTo>
                  <a:pt x="212" y="424"/>
                  <a:pt x="198" y="410"/>
                  <a:pt x="198" y="396"/>
                </a:cubicBezTo>
                <a:cubicBezTo>
                  <a:pt x="198" y="205"/>
                  <a:pt x="198" y="205"/>
                  <a:pt x="198" y="205"/>
                </a:cubicBezTo>
                <a:cubicBezTo>
                  <a:pt x="198" y="191"/>
                  <a:pt x="212" y="177"/>
                  <a:pt x="226" y="177"/>
                </a:cubicBezTo>
                <a:cubicBezTo>
                  <a:pt x="233" y="177"/>
                  <a:pt x="240" y="184"/>
                  <a:pt x="240" y="184"/>
                </a:cubicBezTo>
                <a:cubicBezTo>
                  <a:pt x="389" y="276"/>
                  <a:pt x="389" y="276"/>
                  <a:pt x="389" y="276"/>
                </a:cubicBezTo>
                <a:cubicBezTo>
                  <a:pt x="403" y="283"/>
                  <a:pt x="403" y="290"/>
                  <a:pt x="403" y="304"/>
                </a:cubicBezTo>
                <a:cubicBezTo>
                  <a:pt x="403" y="311"/>
                  <a:pt x="403" y="318"/>
                  <a:pt x="389" y="32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9" name="Freeform 37"/>
          <p:cNvSpPr/>
          <p:nvPr/>
        </p:nvSpPr>
        <p:spPr>
          <a:xfrm>
            <a:off x="6566040" y="3157560"/>
            <a:ext cx="217440" cy="217440"/>
          </a:xfrm>
          <a:custGeom>
            <a:avLst/>
            <a:gdLst/>
            <a:ahLst/>
            <a:rect l="l" t="t" r="r" b="b"/>
            <a:pathLst>
              <a:path w="602" h="602">
                <a:moveTo>
                  <a:pt x="297" y="601"/>
                </a:moveTo>
                <a:lnTo>
                  <a:pt x="297" y="601"/>
                </a:lnTo>
                <a:cubicBezTo>
                  <a:pt x="134" y="601"/>
                  <a:pt x="0" y="467"/>
                  <a:pt x="0" y="297"/>
                </a:cubicBezTo>
                <a:cubicBezTo>
                  <a:pt x="0" y="135"/>
                  <a:pt x="134" y="0"/>
                  <a:pt x="297" y="0"/>
                </a:cubicBezTo>
                <a:cubicBezTo>
                  <a:pt x="466" y="0"/>
                  <a:pt x="601" y="135"/>
                  <a:pt x="601" y="297"/>
                </a:cubicBezTo>
                <a:cubicBezTo>
                  <a:pt x="601" y="467"/>
                  <a:pt x="466" y="601"/>
                  <a:pt x="297" y="601"/>
                </a:cubicBezTo>
                <a:close/>
                <a:moveTo>
                  <a:pt x="297" y="57"/>
                </a:moveTo>
                <a:lnTo>
                  <a:pt x="297" y="57"/>
                </a:lnTo>
                <a:cubicBezTo>
                  <a:pt x="163" y="57"/>
                  <a:pt x="57" y="163"/>
                  <a:pt x="57" y="297"/>
                </a:cubicBezTo>
                <a:cubicBezTo>
                  <a:pt x="57" y="431"/>
                  <a:pt x="163" y="544"/>
                  <a:pt x="297" y="544"/>
                </a:cubicBezTo>
                <a:cubicBezTo>
                  <a:pt x="431" y="544"/>
                  <a:pt x="544" y="431"/>
                  <a:pt x="544" y="297"/>
                </a:cubicBezTo>
                <a:cubicBezTo>
                  <a:pt x="544" y="163"/>
                  <a:pt x="431" y="57"/>
                  <a:pt x="297" y="5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0" name="Freeform 38"/>
          <p:cNvSpPr/>
          <p:nvPr/>
        </p:nvSpPr>
        <p:spPr>
          <a:xfrm>
            <a:off x="6183360" y="3157560"/>
            <a:ext cx="218880" cy="217440"/>
          </a:xfrm>
          <a:custGeom>
            <a:avLst/>
            <a:gdLst/>
            <a:ahLst/>
            <a:rect l="l" t="t" r="r" b="b"/>
            <a:pathLst>
              <a:path w="609" h="602">
                <a:moveTo>
                  <a:pt x="579" y="601"/>
                </a:moveTo>
                <a:lnTo>
                  <a:pt x="579" y="601"/>
                </a:lnTo>
                <a:cubicBezTo>
                  <a:pt x="28" y="601"/>
                  <a:pt x="28" y="601"/>
                  <a:pt x="28" y="601"/>
                </a:cubicBezTo>
                <a:cubicBezTo>
                  <a:pt x="14" y="601"/>
                  <a:pt x="0" y="587"/>
                  <a:pt x="0" y="573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7"/>
                  <a:pt x="14" y="0"/>
                  <a:pt x="28" y="0"/>
                </a:cubicBezTo>
                <a:cubicBezTo>
                  <a:pt x="579" y="0"/>
                  <a:pt x="579" y="0"/>
                  <a:pt x="579" y="0"/>
                </a:cubicBezTo>
                <a:cubicBezTo>
                  <a:pt x="594" y="0"/>
                  <a:pt x="608" y="7"/>
                  <a:pt x="608" y="29"/>
                </a:cubicBezTo>
                <a:cubicBezTo>
                  <a:pt x="608" y="573"/>
                  <a:pt x="608" y="573"/>
                  <a:pt x="608" y="573"/>
                </a:cubicBezTo>
                <a:cubicBezTo>
                  <a:pt x="608" y="587"/>
                  <a:pt x="594" y="601"/>
                  <a:pt x="579" y="601"/>
                </a:cubicBezTo>
                <a:close/>
                <a:moveTo>
                  <a:pt x="551" y="57"/>
                </a:moveTo>
                <a:lnTo>
                  <a:pt x="551" y="57"/>
                </a:lnTo>
                <a:cubicBezTo>
                  <a:pt x="56" y="57"/>
                  <a:pt x="56" y="57"/>
                  <a:pt x="56" y="57"/>
                </a:cubicBezTo>
                <a:cubicBezTo>
                  <a:pt x="56" y="544"/>
                  <a:pt x="56" y="544"/>
                  <a:pt x="56" y="544"/>
                </a:cubicBezTo>
                <a:cubicBezTo>
                  <a:pt x="551" y="544"/>
                  <a:pt x="551" y="544"/>
                  <a:pt x="551" y="544"/>
                </a:cubicBezTo>
                <a:lnTo>
                  <a:pt x="551" y="5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1" name="Freeform 39"/>
          <p:cNvSpPr/>
          <p:nvPr/>
        </p:nvSpPr>
        <p:spPr>
          <a:xfrm>
            <a:off x="5807160" y="3162240"/>
            <a:ext cx="210960" cy="204840"/>
          </a:xfrm>
          <a:custGeom>
            <a:avLst/>
            <a:gdLst/>
            <a:ahLst/>
            <a:rect l="l" t="t" r="r" b="b"/>
            <a:pathLst>
              <a:path w="588" h="567">
                <a:moveTo>
                  <a:pt x="558" y="474"/>
                </a:moveTo>
                <a:lnTo>
                  <a:pt x="558" y="474"/>
                </a:lnTo>
                <a:cubicBezTo>
                  <a:pt x="417" y="474"/>
                  <a:pt x="417" y="474"/>
                  <a:pt x="417" y="474"/>
                </a:cubicBezTo>
                <a:cubicBezTo>
                  <a:pt x="382" y="474"/>
                  <a:pt x="382" y="474"/>
                  <a:pt x="382" y="474"/>
                </a:cubicBezTo>
                <a:cubicBezTo>
                  <a:pt x="382" y="523"/>
                  <a:pt x="382" y="523"/>
                  <a:pt x="382" y="523"/>
                </a:cubicBezTo>
                <a:cubicBezTo>
                  <a:pt x="417" y="559"/>
                  <a:pt x="417" y="559"/>
                  <a:pt x="417" y="559"/>
                </a:cubicBezTo>
                <a:cubicBezTo>
                  <a:pt x="417" y="566"/>
                  <a:pt x="417" y="566"/>
                  <a:pt x="417" y="566"/>
                </a:cubicBezTo>
                <a:cubicBezTo>
                  <a:pt x="169" y="566"/>
                  <a:pt x="169" y="566"/>
                  <a:pt x="169" y="566"/>
                </a:cubicBezTo>
                <a:cubicBezTo>
                  <a:pt x="169" y="559"/>
                  <a:pt x="169" y="559"/>
                  <a:pt x="169" y="559"/>
                </a:cubicBezTo>
                <a:cubicBezTo>
                  <a:pt x="212" y="523"/>
                  <a:pt x="212" y="523"/>
                  <a:pt x="212" y="523"/>
                </a:cubicBezTo>
                <a:cubicBezTo>
                  <a:pt x="212" y="474"/>
                  <a:pt x="212" y="474"/>
                  <a:pt x="212" y="474"/>
                </a:cubicBezTo>
                <a:cubicBezTo>
                  <a:pt x="169" y="474"/>
                  <a:pt x="169" y="474"/>
                  <a:pt x="169" y="474"/>
                </a:cubicBezTo>
                <a:cubicBezTo>
                  <a:pt x="28" y="474"/>
                  <a:pt x="28" y="474"/>
                  <a:pt x="28" y="474"/>
                </a:cubicBezTo>
                <a:cubicBezTo>
                  <a:pt x="14" y="474"/>
                  <a:pt x="0" y="460"/>
                  <a:pt x="0" y="446"/>
                </a:cubicBezTo>
                <a:cubicBezTo>
                  <a:pt x="0" y="71"/>
                  <a:pt x="0" y="71"/>
                  <a:pt x="0" y="71"/>
                </a:cubicBezTo>
                <a:cubicBezTo>
                  <a:pt x="0" y="50"/>
                  <a:pt x="14" y="43"/>
                  <a:pt x="28" y="43"/>
                </a:cubicBezTo>
                <a:cubicBezTo>
                  <a:pt x="205" y="43"/>
                  <a:pt x="205" y="43"/>
                  <a:pt x="205" y="43"/>
                </a:cubicBezTo>
                <a:cubicBezTo>
                  <a:pt x="169" y="78"/>
                  <a:pt x="169" y="78"/>
                  <a:pt x="169" y="78"/>
                </a:cubicBezTo>
                <a:cubicBezTo>
                  <a:pt x="42" y="78"/>
                  <a:pt x="42" y="78"/>
                  <a:pt x="42" y="78"/>
                </a:cubicBezTo>
                <a:cubicBezTo>
                  <a:pt x="42" y="396"/>
                  <a:pt x="42" y="396"/>
                  <a:pt x="42" y="396"/>
                </a:cubicBezTo>
                <a:cubicBezTo>
                  <a:pt x="551" y="396"/>
                  <a:pt x="551" y="396"/>
                  <a:pt x="551" y="396"/>
                </a:cubicBezTo>
                <a:cubicBezTo>
                  <a:pt x="551" y="78"/>
                  <a:pt x="551" y="78"/>
                  <a:pt x="551" y="78"/>
                </a:cubicBezTo>
                <a:cubicBezTo>
                  <a:pt x="424" y="78"/>
                  <a:pt x="424" y="78"/>
                  <a:pt x="424" y="78"/>
                </a:cubicBezTo>
                <a:cubicBezTo>
                  <a:pt x="382" y="43"/>
                  <a:pt x="382" y="43"/>
                  <a:pt x="382" y="43"/>
                </a:cubicBezTo>
                <a:cubicBezTo>
                  <a:pt x="558" y="43"/>
                  <a:pt x="558" y="43"/>
                  <a:pt x="558" y="43"/>
                </a:cubicBezTo>
                <a:cubicBezTo>
                  <a:pt x="572" y="43"/>
                  <a:pt x="587" y="50"/>
                  <a:pt x="587" y="71"/>
                </a:cubicBezTo>
                <a:cubicBezTo>
                  <a:pt x="587" y="446"/>
                  <a:pt x="587" y="446"/>
                  <a:pt x="587" y="446"/>
                </a:cubicBezTo>
                <a:cubicBezTo>
                  <a:pt x="587" y="460"/>
                  <a:pt x="572" y="474"/>
                  <a:pt x="558" y="474"/>
                </a:cubicBezTo>
                <a:close/>
                <a:moveTo>
                  <a:pt x="360" y="128"/>
                </a:moveTo>
                <a:lnTo>
                  <a:pt x="360" y="128"/>
                </a:lnTo>
                <a:cubicBezTo>
                  <a:pt x="353" y="128"/>
                  <a:pt x="346" y="121"/>
                  <a:pt x="339" y="113"/>
                </a:cubicBezTo>
                <a:cubicBezTo>
                  <a:pt x="325" y="99"/>
                  <a:pt x="325" y="99"/>
                  <a:pt x="325" y="99"/>
                </a:cubicBezTo>
                <a:cubicBezTo>
                  <a:pt x="325" y="226"/>
                  <a:pt x="325" y="226"/>
                  <a:pt x="325" y="226"/>
                </a:cubicBezTo>
                <a:cubicBezTo>
                  <a:pt x="325" y="248"/>
                  <a:pt x="311" y="255"/>
                  <a:pt x="297" y="255"/>
                </a:cubicBezTo>
                <a:cubicBezTo>
                  <a:pt x="276" y="255"/>
                  <a:pt x="269" y="248"/>
                  <a:pt x="269" y="226"/>
                </a:cubicBezTo>
                <a:cubicBezTo>
                  <a:pt x="269" y="99"/>
                  <a:pt x="269" y="99"/>
                  <a:pt x="269" y="99"/>
                </a:cubicBezTo>
                <a:cubicBezTo>
                  <a:pt x="247" y="113"/>
                  <a:pt x="247" y="113"/>
                  <a:pt x="247" y="113"/>
                </a:cubicBezTo>
                <a:cubicBezTo>
                  <a:pt x="240" y="121"/>
                  <a:pt x="233" y="128"/>
                  <a:pt x="226" y="128"/>
                </a:cubicBezTo>
                <a:cubicBezTo>
                  <a:pt x="212" y="128"/>
                  <a:pt x="198" y="113"/>
                  <a:pt x="198" y="99"/>
                </a:cubicBezTo>
                <a:cubicBezTo>
                  <a:pt x="198" y="92"/>
                  <a:pt x="205" y="85"/>
                  <a:pt x="212" y="78"/>
                </a:cubicBezTo>
                <a:cubicBezTo>
                  <a:pt x="276" y="15"/>
                  <a:pt x="276" y="15"/>
                  <a:pt x="276" y="15"/>
                </a:cubicBezTo>
                <a:cubicBezTo>
                  <a:pt x="283" y="8"/>
                  <a:pt x="290" y="0"/>
                  <a:pt x="297" y="0"/>
                </a:cubicBezTo>
                <a:cubicBezTo>
                  <a:pt x="304" y="0"/>
                  <a:pt x="311" y="8"/>
                  <a:pt x="311" y="15"/>
                </a:cubicBezTo>
                <a:cubicBezTo>
                  <a:pt x="382" y="78"/>
                  <a:pt x="382" y="78"/>
                  <a:pt x="382" y="78"/>
                </a:cubicBezTo>
                <a:cubicBezTo>
                  <a:pt x="389" y="85"/>
                  <a:pt x="389" y="92"/>
                  <a:pt x="389" y="99"/>
                </a:cubicBezTo>
                <a:cubicBezTo>
                  <a:pt x="389" y="113"/>
                  <a:pt x="375" y="128"/>
                  <a:pt x="360" y="12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2" name="Freeform 40"/>
          <p:cNvSpPr/>
          <p:nvPr/>
        </p:nvSpPr>
        <p:spPr>
          <a:xfrm>
            <a:off x="5427720" y="3162240"/>
            <a:ext cx="210960" cy="204840"/>
          </a:xfrm>
          <a:custGeom>
            <a:avLst/>
            <a:gdLst/>
            <a:ahLst/>
            <a:rect l="l" t="t" r="r" b="b"/>
            <a:pathLst>
              <a:path w="587" h="567">
                <a:moveTo>
                  <a:pt x="558" y="474"/>
                </a:moveTo>
                <a:lnTo>
                  <a:pt x="558" y="474"/>
                </a:lnTo>
                <a:cubicBezTo>
                  <a:pt x="417" y="474"/>
                  <a:pt x="417" y="474"/>
                  <a:pt x="417" y="474"/>
                </a:cubicBezTo>
                <a:cubicBezTo>
                  <a:pt x="374" y="474"/>
                  <a:pt x="374" y="474"/>
                  <a:pt x="374" y="474"/>
                </a:cubicBezTo>
                <a:cubicBezTo>
                  <a:pt x="374" y="523"/>
                  <a:pt x="374" y="523"/>
                  <a:pt x="374" y="523"/>
                </a:cubicBezTo>
                <a:cubicBezTo>
                  <a:pt x="417" y="559"/>
                  <a:pt x="417" y="559"/>
                  <a:pt x="417" y="559"/>
                </a:cubicBezTo>
                <a:cubicBezTo>
                  <a:pt x="417" y="566"/>
                  <a:pt x="417" y="566"/>
                  <a:pt x="417" y="566"/>
                </a:cubicBezTo>
                <a:cubicBezTo>
                  <a:pt x="169" y="566"/>
                  <a:pt x="169" y="566"/>
                  <a:pt x="169" y="566"/>
                </a:cubicBezTo>
                <a:cubicBezTo>
                  <a:pt x="169" y="559"/>
                  <a:pt x="169" y="559"/>
                  <a:pt x="169" y="559"/>
                </a:cubicBezTo>
                <a:cubicBezTo>
                  <a:pt x="205" y="523"/>
                  <a:pt x="205" y="523"/>
                  <a:pt x="205" y="523"/>
                </a:cubicBezTo>
                <a:cubicBezTo>
                  <a:pt x="205" y="474"/>
                  <a:pt x="205" y="474"/>
                  <a:pt x="205" y="474"/>
                </a:cubicBezTo>
                <a:cubicBezTo>
                  <a:pt x="169" y="474"/>
                  <a:pt x="169" y="474"/>
                  <a:pt x="169" y="474"/>
                </a:cubicBezTo>
                <a:cubicBezTo>
                  <a:pt x="28" y="474"/>
                  <a:pt x="28" y="474"/>
                  <a:pt x="28" y="474"/>
                </a:cubicBezTo>
                <a:cubicBezTo>
                  <a:pt x="14" y="474"/>
                  <a:pt x="0" y="460"/>
                  <a:pt x="0" y="446"/>
                </a:cubicBezTo>
                <a:cubicBezTo>
                  <a:pt x="0" y="71"/>
                  <a:pt x="0" y="71"/>
                  <a:pt x="0" y="71"/>
                </a:cubicBezTo>
                <a:cubicBezTo>
                  <a:pt x="0" y="50"/>
                  <a:pt x="14" y="43"/>
                  <a:pt x="28" y="43"/>
                </a:cubicBezTo>
                <a:cubicBezTo>
                  <a:pt x="233" y="43"/>
                  <a:pt x="233" y="43"/>
                  <a:pt x="233" y="43"/>
                </a:cubicBezTo>
                <a:cubicBezTo>
                  <a:pt x="233" y="78"/>
                  <a:pt x="233" y="78"/>
                  <a:pt x="233" y="78"/>
                </a:cubicBezTo>
                <a:cubicBezTo>
                  <a:pt x="35" y="78"/>
                  <a:pt x="35" y="78"/>
                  <a:pt x="35" y="78"/>
                </a:cubicBezTo>
                <a:cubicBezTo>
                  <a:pt x="35" y="396"/>
                  <a:pt x="35" y="396"/>
                  <a:pt x="35" y="396"/>
                </a:cubicBezTo>
                <a:cubicBezTo>
                  <a:pt x="544" y="396"/>
                  <a:pt x="544" y="396"/>
                  <a:pt x="544" y="396"/>
                </a:cubicBezTo>
                <a:cubicBezTo>
                  <a:pt x="544" y="78"/>
                  <a:pt x="544" y="78"/>
                  <a:pt x="544" y="78"/>
                </a:cubicBezTo>
                <a:cubicBezTo>
                  <a:pt x="346" y="78"/>
                  <a:pt x="346" y="78"/>
                  <a:pt x="346" y="78"/>
                </a:cubicBezTo>
                <a:cubicBezTo>
                  <a:pt x="346" y="43"/>
                  <a:pt x="346" y="43"/>
                  <a:pt x="346" y="43"/>
                </a:cubicBezTo>
                <a:cubicBezTo>
                  <a:pt x="558" y="43"/>
                  <a:pt x="558" y="43"/>
                  <a:pt x="558" y="43"/>
                </a:cubicBezTo>
                <a:cubicBezTo>
                  <a:pt x="572" y="43"/>
                  <a:pt x="586" y="50"/>
                  <a:pt x="586" y="71"/>
                </a:cubicBezTo>
                <a:cubicBezTo>
                  <a:pt x="586" y="446"/>
                  <a:pt x="586" y="446"/>
                  <a:pt x="586" y="446"/>
                </a:cubicBezTo>
                <a:cubicBezTo>
                  <a:pt x="586" y="460"/>
                  <a:pt x="572" y="474"/>
                  <a:pt x="558" y="474"/>
                </a:cubicBezTo>
                <a:close/>
                <a:moveTo>
                  <a:pt x="389" y="163"/>
                </a:moveTo>
                <a:lnTo>
                  <a:pt x="389" y="163"/>
                </a:lnTo>
                <a:cubicBezTo>
                  <a:pt x="389" y="170"/>
                  <a:pt x="382" y="177"/>
                  <a:pt x="374" y="184"/>
                </a:cubicBezTo>
                <a:cubicBezTo>
                  <a:pt x="311" y="248"/>
                  <a:pt x="311" y="248"/>
                  <a:pt x="311" y="248"/>
                </a:cubicBezTo>
                <a:cubicBezTo>
                  <a:pt x="304" y="255"/>
                  <a:pt x="297" y="255"/>
                  <a:pt x="290" y="255"/>
                </a:cubicBezTo>
                <a:cubicBezTo>
                  <a:pt x="283" y="255"/>
                  <a:pt x="276" y="255"/>
                  <a:pt x="276" y="248"/>
                </a:cubicBezTo>
                <a:cubicBezTo>
                  <a:pt x="205" y="184"/>
                  <a:pt x="205" y="184"/>
                  <a:pt x="205" y="184"/>
                </a:cubicBezTo>
                <a:cubicBezTo>
                  <a:pt x="198" y="177"/>
                  <a:pt x="198" y="170"/>
                  <a:pt x="198" y="163"/>
                </a:cubicBezTo>
                <a:cubicBezTo>
                  <a:pt x="198" y="149"/>
                  <a:pt x="212" y="135"/>
                  <a:pt x="226" y="135"/>
                </a:cubicBezTo>
                <a:cubicBezTo>
                  <a:pt x="233" y="135"/>
                  <a:pt x="240" y="135"/>
                  <a:pt x="247" y="142"/>
                </a:cubicBezTo>
                <a:cubicBezTo>
                  <a:pt x="261" y="163"/>
                  <a:pt x="261" y="163"/>
                  <a:pt x="261" y="163"/>
                </a:cubicBezTo>
                <a:cubicBezTo>
                  <a:pt x="261" y="29"/>
                  <a:pt x="261" y="29"/>
                  <a:pt x="261" y="29"/>
                </a:cubicBezTo>
                <a:cubicBezTo>
                  <a:pt x="261" y="15"/>
                  <a:pt x="276" y="0"/>
                  <a:pt x="290" y="0"/>
                </a:cubicBezTo>
                <a:cubicBezTo>
                  <a:pt x="311" y="0"/>
                  <a:pt x="318" y="15"/>
                  <a:pt x="318" y="29"/>
                </a:cubicBezTo>
                <a:cubicBezTo>
                  <a:pt x="318" y="163"/>
                  <a:pt x="318" y="163"/>
                  <a:pt x="318" y="163"/>
                </a:cubicBezTo>
                <a:cubicBezTo>
                  <a:pt x="339" y="142"/>
                  <a:pt x="339" y="142"/>
                  <a:pt x="339" y="142"/>
                </a:cubicBezTo>
                <a:cubicBezTo>
                  <a:pt x="346" y="135"/>
                  <a:pt x="353" y="135"/>
                  <a:pt x="360" y="135"/>
                </a:cubicBezTo>
                <a:cubicBezTo>
                  <a:pt x="374" y="135"/>
                  <a:pt x="389" y="149"/>
                  <a:pt x="389" y="16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3" name="Freeform 41"/>
          <p:cNvSpPr/>
          <p:nvPr/>
        </p:nvSpPr>
        <p:spPr>
          <a:xfrm>
            <a:off x="5049720" y="3176640"/>
            <a:ext cx="209520" cy="189000"/>
          </a:xfrm>
          <a:custGeom>
            <a:avLst/>
            <a:gdLst/>
            <a:ahLst/>
            <a:rect l="l" t="t" r="r" b="b"/>
            <a:pathLst>
              <a:path w="580" h="524">
                <a:moveTo>
                  <a:pt x="551" y="431"/>
                </a:moveTo>
                <a:lnTo>
                  <a:pt x="551" y="431"/>
                </a:lnTo>
                <a:cubicBezTo>
                  <a:pt x="410" y="431"/>
                  <a:pt x="410" y="431"/>
                  <a:pt x="410" y="431"/>
                </a:cubicBezTo>
                <a:cubicBezTo>
                  <a:pt x="374" y="431"/>
                  <a:pt x="374" y="431"/>
                  <a:pt x="374" y="431"/>
                </a:cubicBezTo>
                <a:cubicBezTo>
                  <a:pt x="374" y="480"/>
                  <a:pt x="374" y="480"/>
                  <a:pt x="374" y="480"/>
                </a:cubicBezTo>
                <a:cubicBezTo>
                  <a:pt x="410" y="516"/>
                  <a:pt x="410" y="516"/>
                  <a:pt x="410" y="516"/>
                </a:cubicBezTo>
                <a:cubicBezTo>
                  <a:pt x="410" y="523"/>
                  <a:pt x="410" y="523"/>
                  <a:pt x="410" y="523"/>
                </a:cubicBezTo>
                <a:cubicBezTo>
                  <a:pt x="169" y="523"/>
                  <a:pt x="169" y="523"/>
                  <a:pt x="169" y="523"/>
                </a:cubicBezTo>
                <a:cubicBezTo>
                  <a:pt x="169" y="516"/>
                  <a:pt x="169" y="516"/>
                  <a:pt x="169" y="516"/>
                </a:cubicBezTo>
                <a:cubicBezTo>
                  <a:pt x="205" y="480"/>
                  <a:pt x="205" y="480"/>
                  <a:pt x="205" y="480"/>
                </a:cubicBezTo>
                <a:cubicBezTo>
                  <a:pt x="205" y="431"/>
                  <a:pt x="205" y="431"/>
                  <a:pt x="205" y="431"/>
                </a:cubicBezTo>
                <a:cubicBezTo>
                  <a:pt x="169" y="431"/>
                  <a:pt x="169" y="431"/>
                  <a:pt x="169" y="431"/>
                </a:cubicBezTo>
                <a:cubicBezTo>
                  <a:pt x="28" y="431"/>
                  <a:pt x="28" y="431"/>
                  <a:pt x="28" y="431"/>
                </a:cubicBezTo>
                <a:cubicBezTo>
                  <a:pt x="7" y="431"/>
                  <a:pt x="0" y="417"/>
                  <a:pt x="0" y="403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7"/>
                  <a:pt x="7" y="0"/>
                  <a:pt x="28" y="0"/>
                </a:cubicBezTo>
                <a:cubicBezTo>
                  <a:pt x="551" y="0"/>
                  <a:pt x="551" y="0"/>
                  <a:pt x="551" y="0"/>
                </a:cubicBezTo>
                <a:cubicBezTo>
                  <a:pt x="572" y="0"/>
                  <a:pt x="579" y="7"/>
                  <a:pt x="579" y="28"/>
                </a:cubicBezTo>
                <a:cubicBezTo>
                  <a:pt x="579" y="403"/>
                  <a:pt x="579" y="403"/>
                  <a:pt x="579" y="403"/>
                </a:cubicBezTo>
                <a:cubicBezTo>
                  <a:pt x="579" y="417"/>
                  <a:pt x="572" y="431"/>
                  <a:pt x="551" y="431"/>
                </a:cubicBezTo>
                <a:close/>
                <a:moveTo>
                  <a:pt x="544" y="35"/>
                </a:moveTo>
                <a:lnTo>
                  <a:pt x="544" y="35"/>
                </a:lnTo>
                <a:cubicBezTo>
                  <a:pt x="35" y="35"/>
                  <a:pt x="35" y="35"/>
                  <a:pt x="35" y="35"/>
                </a:cubicBezTo>
                <a:cubicBezTo>
                  <a:pt x="35" y="353"/>
                  <a:pt x="35" y="353"/>
                  <a:pt x="35" y="353"/>
                </a:cubicBezTo>
                <a:cubicBezTo>
                  <a:pt x="544" y="353"/>
                  <a:pt x="544" y="353"/>
                  <a:pt x="544" y="353"/>
                </a:cubicBezTo>
                <a:lnTo>
                  <a:pt x="544" y="35"/>
                </a:lnTo>
                <a:close/>
                <a:moveTo>
                  <a:pt x="233" y="113"/>
                </a:moveTo>
                <a:lnTo>
                  <a:pt x="233" y="113"/>
                </a:lnTo>
                <a:cubicBezTo>
                  <a:pt x="240" y="113"/>
                  <a:pt x="247" y="113"/>
                  <a:pt x="254" y="120"/>
                </a:cubicBezTo>
                <a:cubicBezTo>
                  <a:pt x="290" y="155"/>
                  <a:pt x="290" y="155"/>
                  <a:pt x="290" y="155"/>
                </a:cubicBezTo>
                <a:cubicBezTo>
                  <a:pt x="325" y="120"/>
                  <a:pt x="325" y="120"/>
                  <a:pt x="325" y="120"/>
                </a:cubicBezTo>
                <a:cubicBezTo>
                  <a:pt x="332" y="113"/>
                  <a:pt x="339" y="113"/>
                  <a:pt x="346" y="113"/>
                </a:cubicBezTo>
                <a:cubicBezTo>
                  <a:pt x="360" y="113"/>
                  <a:pt x="374" y="120"/>
                  <a:pt x="374" y="141"/>
                </a:cubicBezTo>
                <a:cubicBezTo>
                  <a:pt x="374" y="148"/>
                  <a:pt x="374" y="155"/>
                  <a:pt x="367" y="155"/>
                </a:cubicBezTo>
                <a:cubicBezTo>
                  <a:pt x="332" y="198"/>
                  <a:pt x="332" y="198"/>
                  <a:pt x="332" y="198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74" y="240"/>
                  <a:pt x="374" y="247"/>
                  <a:pt x="374" y="254"/>
                </a:cubicBezTo>
                <a:cubicBezTo>
                  <a:pt x="374" y="268"/>
                  <a:pt x="360" y="283"/>
                  <a:pt x="346" y="283"/>
                </a:cubicBezTo>
                <a:cubicBezTo>
                  <a:pt x="339" y="283"/>
                  <a:pt x="332" y="276"/>
                  <a:pt x="325" y="268"/>
                </a:cubicBezTo>
                <a:cubicBezTo>
                  <a:pt x="290" y="233"/>
                  <a:pt x="290" y="233"/>
                  <a:pt x="290" y="233"/>
                </a:cubicBezTo>
                <a:cubicBezTo>
                  <a:pt x="254" y="268"/>
                  <a:pt x="254" y="268"/>
                  <a:pt x="254" y="268"/>
                </a:cubicBezTo>
                <a:cubicBezTo>
                  <a:pt x="247" y="276"/>
                  <a:pt x="240" y="283"/>
                  <a:pt x="233" y="283"/>
                </a:cubicBezTo>
                <a:cubicBezTo>
                  <a:pt x="219" y="283"/>
                  <a:pt x="205" y="268"/>
                  <a:pt x="205" y="254"/>
                </a:cubicBezTo>
                <a:cubicBezTo>
                  <a:pt x="205" y="247"/>
                  <a:pt x="205" y="240"/>
                  <a:pt x="212" y="233"/>
                </a:cubicBezTo>
                <a:cubicBezTo>
                  <a:pt x="247" y="198"/>
                  <a:pt x="247" y="198"/>
                  <a:pt x="247" y="198"/>
                </a:cubicBezTo>
                <a:cubicBezTo>
                  <a:pt x="212" y="155"/>
                  <a:pt x="212" y="155"/>
                  <a:pt x="212" y="155"/>
                </a:cubicBezTo>
                <a:cubicBezTo>
                  <a:pt x="205" y="155"/>
                  <a:pt x="205" y="148"/>
                  <a:pt x="205" y="141"/>
                </a:cubicBezTo>
                <a:cubicBezTo>
                  <a:pt x="205" y="120"/>
                  <a:pt x="219" y="113"/>
                  <a:pt x="233" y="11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4" name="Freeform 42"/>
          <p:cNvSpPr/>
          <p:nvPr/>
        </p:nvSpPr>
        <p:spPr>
          <a:xfrm>
            <a:off x="4667400" y="3176640"/>
            <a:ext cx="210960" cy="189000"/>
          </a:xfrm>
          <a:custGeom>
            <a:avLst/>
            <a:gdLst/>
            <a:ahLst/>
            <a:rect l="l" t="t" r="r" b="b"/>
            <a:pathLst>
              <a:path w="587" h="524">
                <a:moveTo>
                  <a:pt x="558" y="431"/>
                </a:moveTo>
                <a:lnTo>
                  <a:pt x="558" y="431"/>
                </a:lnTo>
                <a:cubicBezTo>
                  <a:pt x="417" y="431"/>
                  <a:pt x="417" y="431"/>
                  <a:pt x="417" y="431"/>
                </a:cubicBezTo>
                <a:cubicBezTo>
                  <a:pt x="381" y="431"/>
                  <a:pt x="381" y="431"/>
                  <a:pt x="381" y="431"/>
                </a:cubicBezTo>
                <a:cubicBezTo>
                  <a:pt x="381" y="480"/>
                  <a:pt x="381" y="480"/>
                  <a:pt x="381" y="480"/>
                </a:cubicBezTo>
                <a:cubicBezTo>
                  <a:pt x="417" y="516"/>
                  <a:pt x="417" y="516"/>
                  <a:pt x="417" y="516"/>
                </a:cubicBezTo>
                <a:cubicBezTo>
                  <a:pt x="417" y="523"/>
                  <a:pt x="417" y="523"/>
                  <a:pt x="417" y="523"/>
                </a:cubicBezTo>
                <a:cubicBezTo>
                  <a:pt x="169" y="523"/>
                  <a:pt x="169" y="523"/>
                  <a:pt x="169" y="523"/>
                </a:cubicBezTo>
                <a:cubicBezTo>
                  <a:pt x="169" y="516"/>
                  <a:pt x="169" y="516"/>
                  <a:pt x="169" y="516"/>
                </a:cubicBezTo>
                <a:cubicBezTo>
                  <a:pt x="212" y="480"/>
                  <a:pt x="212" y="480"/>
                  <a:pt x="212" y="480"/>
                </a:cubicBezTo>
                <a:cubicBezTo>
                  <a:pt x="212" y="431"/>
                  <a:pt x="212" y="431"/>
                  <a:pt x="212" y="431"/>
                </a:cubicBezTo>
                <a:cubicBezTo>
                  <a:pt x="169" y="431"/>
                  <a:pt x="169" y="431"/>
                  <a:pt x="169" y="431"/>
                </a:cubicBezTo>
                <a:cubicBezTo>
                  <a:pt x="28" y="431"/>
                  <a:pt x="28" y="431"/>
                  <a:pt x="28" y="431"/>
                </a:cubicBezTo>
                <a:cubicBezTo>
                  <a:pt x="14" y="431"/>
                  <a:pt x="0" y="417"/>
                  <a:pt x="0" y="403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7"/>
                  <a:pt x="14" y="0"/>
                  <a:pt x="28" y="0"/>
                </a:cubicBezTo>
                <a:cubicBezTo>
                  <a:pt x="558" y="0"/>
                  <a:pt x="558" y="0"/>
                  <a:pt x="558" y="0"/>
                </a:cubicBezTo>
                <a:cubicBezTo>
                  <a:pt x="572" y="0"/>
                  <a:pt x="586" y="7"/>
                  <a:pt x="586" y="28"/>
                </a:cubicBezTo>
                <a:cubicBezTo>
                  <a:pt x="586" y="403"/>
                  <a:pt x="586" y="403"/>
                  <a:pt x="586" y="403"/>
                </a:cubicBezTo>
                <a:cubicBezTo>
                  <a:pt x="586" y="417"/>
                  <a:pt x="572" y="431"/>
                  <a:pt x="558" y="431"/>
                </a:cubicBezTo>
                <a:close/>
                <a:moveTo>
                  <a:pt x="551" y="35"/>
                </a:moveTo>
                <a:lnTo>
                  <a:pt x="551" y="35"/>
                </a:lnTo>
                <a:cubicBezTo>
                  <a:pt x="42" y="35"/>
                  <a:pt x="42" y="35"/>
                  <a:pt x="42" y="35"/>
                </a:cubicBezTo>
                <a:cubicBezTo>
                  <a:pt x="42" y="353"/>
                  <a:pt x="42" y="353"/>
                  <a:pt x="42" y="353"/>
                </a:cubicBezTo>
                <a:cubicBezTo>
                  <a:pt x="551" y="353"/>
                  <a:pt x="551" y="353"/>
                  <a:pt x="551" y="353"/>
                </a:cubicBezTo>
                <a:lnTo>
                  <a:pt x="551" y="35"/>
                </a:lnTo>
                <a:close/>
                <a:moveTo>
                  <a:pt x="240" y="169"/>
                </a:moveTo>
                <a:lnTo>
                  <a:pt x="240" y="169"/>
                </a:lnTo>
                <a:cubicBezTo>
                  <a:pt x="247" y="169"/>
                  <a:pt x="254" y="169"/>
                  <a:pt x="254" y="176"/>
                </a:cubicBezTo>
                <a:cubicBezTo>
                  <a:pt x="275" y="191"/>
                  <a:pt x="275" y="191"/>
                  <a:pt x="275" y="191"/>
                </a:cubicBezTo>
                <a:cubicBezTo>
                  <a:pt x="332" y="141"/>
                  <a:pt x="332" y="141"/>
                  <a:pt x="332" y="141"/>
                </a:cubicBezTo>
                <a:cubicBezTo>
                  <a:pt x="339" y="134"/>
                  <a:pt x="346" y="127"/>
                  <a:pt x="353" y="127"/>
                </a:cubicBezTo>
                <a:cubicBezTo>
                  <a:pt x="367" y="127"/>
                  <a:pt x="381" y="141"/>
                  <a:pt x="381" y="155"/>
                </a:cubicBezTo>
                <a:cubicBezTo>
                  <a:pt x="381" y="162"/>
                  <a:pt x="374" y="169"/>
                  <a:pt x="367" y="176"/>
                </a:cubicBezTo>
                <a:cubicBezTo>
                  <a:pt x="297" y="254"/>
                  <a:pt x="297" y="254"/>
                  <a:pt x="297" y="254"/>
                </a:cubicBezTo>
                <a:cubicBezTo>
                  <a:pt x="290" y="261"/>
                  <a:pt x="282" y="261"/>
                  <a:pt x="275" y="261"/>
                </a:cubicBezTo>
                <a:cubicBezTo>
                  <a:pt x="268" y="261"/>
                  <a:pt x="261" y="261"/>
                  <a:pt x="254" y="254"/>
                </a:cubicBezTo>
                <a:cubicBezTo>
                  <a:pt x="219" y="212"/>
                  <a:pt x="219" y="212"/>
                  <a:pt x="219" y="212"/>
                </a:cubicBezTo>
                <a:cubicBezTo>
                  <a:pt x="212" y="212"/>
                  <a:pt x="212" y="205"/>
                  <a:pt x="212" y="198"/>
                </a:cubicBezTo>
                <a:cubicBezTo>
                  <a:pt x="212" y="176"/>
                  <a:pt x="219" y="169"/>
                  <a:pt x="240" y="16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5" name="Freeform 43"/>
          <p:cNvSpPr/>
          <p:nvPr/>
        </p:nvSpPr>
        <p:spPr>
          <a:xfrm>
            <a:off x="4289400" y="3176640"/>
            <a:ext cx="211320" cy="189000"/>
          </a:xfrm>
          <a:custGeom>
            <a:avLst/>
            <a:gdLst/>
            <a:ahLst/>
            <a:rect l="l" t="t" r="r" b="b"/>
            <a:pathLst>
              <a:path w="587" h="524">
                <a:moveTo>
                  <a:pt x="558" y="431"/>
                </a:moveTo>
                <a:lnTo>
                  <a:pt x="558" y="431"/>
                </a:lnTo>
                <a:cubicBezTo>
                  <a:pt x="417" y="431"/>
                  <a:pt x="417" y="431"/>
                  <a:pt x="417" y="431"/>
                </a:cubicBezTo>
                <a:cubicBezTo>
                  <a:pt x="374" y="431"/>
                  <a:pt x="374" y="431"/>
                  <a:pt x="374" y="431"/>
                </a:cubicBezTo>
                <a:cubicBezTo>
                  <a:pt x="374" y="480"/>
                  <a:pt x="374" y="480"/>
                  <a:pt x="374" y="480"/>
                </a:cubicBezTo>
                <a:cubicBezTo>
                  <a:pt x="417" y="516"/>
                  <a:pt x="417" y="516"/>
                  <a:pt x="417" y="516"/>
                </a:cubicBezTo>
                <a:cubicBezTo>
                  <a:pt x="417" y="523"/>
                  <a:pt x="417" y="523"/>
                  <a:pt x="417" y="523"/>
                </a:cubicBezTo>
                <a:cubicBezTo>
                  <a:pt x="169" y="523"/>
                  <a:pt x="169" y="523"/>
                  <a:pt x="169" y="523"/>
                </a:cubicBezTo>
                <a:cubicBezTo>
                  <a:pt x="169" y="516"/>
                  <a:pt x="169" y="516"/>
                  <a:pt x="169" y="516"/>
                </a:cubicBezTo>
                <a:cubicBezTo>
                  <a:pt x="204" y="480"/>
                  <a:pt x="204" y="480"/>
                  <a:pt x="204" y="480"/>
                </a:cubicBezTo>
                <a:cubicBezTo>
                  <a:pt x="204" y="431"/>
                  <a:pt x="204" y="431"/>
                  <a:pt x="204" y="431"/>
                </a:cubicBezTo>
                <a:cubicBezTo>
                  <a:pt x="169" y="431"/>
                  <a:pt x="169" y="431"/>
                  <a:pt x="169" y="431"/>
                </a:cubicBezTo>
                <a:cubicBezTo>
                  <a:pt x="28" y="431"/>
                  <a:pt x="28" y="431"/>
                  <a:pt x="28" y="431"/>
                </a:cubicBezTo>
                <a:cubicBezTo>
                  <a:pt x="14" y="431"/>
                  <a:pt x="0" y="417"/>
                  <a:pt x="0" y="403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7"/>
                  <a:pt x="14" y="0"/>
                  <a:pt x="28" y="0"/>
                </a:cubicBezTo>
                <a:cubicBezTo>
                  <a:pt x="558" y="0"/>
                  <a:pt x="558" y="0"/>
                  <a:pt x="558" y="0"/>
                </a:cubicBezTo>
                <a:cubicBezTo>
                  <a:pt x="572" y="0"/>
                  <a:pt x="586" y="7"/>
                  <a:pt x="586" y="28"/>
                </a:cubicBezTo>
                <a:cubicBezTo>
                  <a:pt x="586" y="403"/>
                  <a:pt x="586" y="403"/>
                  <a:pt x="586" y="403"/>
                </a:cubicBezTo>
                <a:cubicBezTo>
                  <a:pt x="586" y="417"/>
                  <a:pt x="572" y="431"/>
                  <a:pt x="558" y="431"/>
                </a:cubicBezTo>
                <a:close/>
                <a:moveTo>
                  <a:pt x="544" y="35"/>
                </a:moveTo>
                <a:lnTo>
                  <a:pt x="544" y="35"/>
                </a:lnTo>
                <a:cubicBezTo>
                  <a:pt x="35" y="35"/>
                  <a:pt x="35" y="35"/>
                  <a:pt x="35" y="35"/>
                </a:cubicBezTo>
                <a:cubicBezTo>
                  <a:pt x="35" y="353"/>
                  <a:pt x="35" y="353"/>
                  <a:pt x="35" y="353"/>
                </a:cubicBezTo>
                <a:cubicBezTo>
                  <a:pt x="544" y="353"/>
                  <a:pt x="544" y="353"/>
                  <a:pt x="544" y="353"/>
                </a:cubicBezTo>
                <a:lnTo>
                  <a:pt x="544" y="35"/>
                </a:lnTo>
                <a:close/>
                <a:moveTo>
                  <a:pt x="233" y="169"/>
                </a:moveTo>
                <a:lnTo>
                  <a:pt x="233" y="169"/>
                </a:lnTo>
                <a:cubicBezTo>
                  <a:pt x="346" y="169"/>
                  <a:pt x="346" y="169"/>
                  <a:pt x="346" y="169"/>
                </a:cubicBezTo>
                <a:cubicBezTo>
                  <a:pt x="367" y="169"/>
                  <a:pt x="374" y="176"/>
                  <a:pt x="374" y="198"/>
                </a:cubicBezTo>
                <a:cubicBezTo>
                  <a:pt x="374" y="212"/>
                  <a:pt x="367" y="226"/>
                  <a:pt x="346" y="226"/>
                </a:cubicBezTo>
                <a:cubicBezTo>
                  <a:pt x="233" y="226"/>
                  <a:pt x="233" y="226"/>
                  <a:pt x="233" y="226"/>
                </a:cubicBezTo>
                <a:cubicBezTo>
                  <a:pt x="219" y="226"/>
                  <a:pt x="204" y="212"/>
                  <a:pt x="204" y="198"/>
                </a:cubicBezTo>
                <a:cubicBezTo>
                  <a:pt x="204" y="176"/>
                  <a:pt x="219" y="169"/>
                  <a:pt x="233" y="16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6" name="Freeform 44"/>
          <p:cNvSpPr/>
          <p:nvPr/>
        </p:nvSpPr>
        <p:spPr>
          <a:xfrm>
            <a:off x="3909960" y="3176640"/>
            <a:ext cx="209520" cy="189000"/>
          </a:xfrm>
          <a:custGeom>
            <a:avLst/>
            <a:gdLst/>
            <a:ahLst/>
            <a:rect l="l" t="t" r="r" b="b"/>
            <a:pathLst>
              <a:path w="580" h="524">
                <a:moveTo>
                  <a:pt x="551" y="431"/>
                </a:moveTo>
                <a:lnTo>
                  <a:pt x="551" y="431"/>
                </a:lnTo>
                <a:cubicBezTo>
                  <a:pt x="409" y="431"/>
                  <a:pt x="409" y="431"/>
                  <a:pt x="409" y="431"/>
                </a:cubicBezTo>
                <a:cubicBezTo>
                  <a:pt x="374" y="431"/>
                  <a:pt x="374" y="431"/>
                  <a:pt x="374" y="431"/>
                </a:cubicBezTo>
                <a:cubicBezTo>
                  <a:pt x="374" y="480"/>
                  <a:pt x="374" y="480"/>
                  <a:pt x="374" y="480"/>
                </a:cubicBezTo>
                <a:cubicBezTo>
                  <a:pt x="409" y="516"/>
                  <a:pt x="409" y="516"/>
                  <a:pt x="409" y="516"/>
                </a:cubicBezTo>
                <a:cubicBezTo>
                  <a:pt x="409" y="523"/>
                  <a:pt x="409" y="523"/>
                  <a:pt x="409" y="523"/>
                </a:cubicBezTo>
                <a:cubicBezTo>
                  <a:pt x="169" y="523"/>
                  <a:pt x="169" y="523"/>
                  <a:pt x="169" y="523"/>
                </a:cubicBezTo>
                <a:cubicBezTo>
                  <a:pt x="169" y="516"/>
                  <a:pt x="169" y="516"/>
                  <a:pt x="169" y="516"/>
                </a:cubicBezTo>
                <a:cubicBezTo>
                  <a:pt x="204" y="480"/>
                  <a:pt x="204" y="480"/>
                  <a:pt x="204" y="480"/>
                </a:cubicBezTo>
                <a:cubicBezTo>
                  <a:pt x="204" y="431"/>
                  <a:pt x="204" y="431"/>
                  <a:pt x="204" y="431"/>
                </a:cubicBezTo>
                <a:cubicBezTo>
                  <a:pt x="169" y="431"/>
                  <a:pt x="169" y="431"/>
                  <a:pt x="169" y="431"/>
                </a:cubicBezTo>
                <a:cubicBezTo>
                  <a:pt x="28" y="431"/>
                  <a:pt x="28" y="431"/>
                  <a:pt x="28" y="431"/>
                </a:cubicBezTo>
                <a:cubicBezTo>
                  <a:pt x="7" y="431"/>
                  <a:pt x="0" y="417"/>
                  <a:pt x="0" y="403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7"/>
                  <a:pt x="7" y="0"/>
                  <a:pt x="28" y="0"/>
                </a:cubicBezTo>
                <a:cubicBezTo>
                  <a:pt x="551" y="0"/>
                  <a:pt x="551" y="0"/>
                  <a:pt x="551" y="0"/>
                </a:cubicBezTo>
                <a:cubicBezTo>
                  <a:pt x="572" y="0"/>
                  <a:pt x="579" y="7"/>
                  <a:pt x="579" y="28"/>
                </a:cubicBezTo>
                <a:cubicBezTo>
                  <a:pt x="579" y="403"/>
                  <a:pt x="579" y="403"/>
                  <a:pt x="579" y="403"/>
                </a:cubicBezTo>
                <a:cubicBezTo>
                  <a:pt x="579" y="417"/>
                  <a:pt x="572" y="431"/>
                  <a:pt x="551" y="431"/>
                </a:cubicBezTo>
                <a:close/>
                <a:moveTo>
                  <a:pt x="544" y="35"/>
                </a:moveTo>
                <a:lnTo>
                  <a:pt x="544" y="35"/>
                </a:lnTo>
                <a:cubicBezTo>
                  <a:pt x="35" y="35"/>
                  <a:pt x="35" y="35"/>
                  <a:pt x="35" y="35"/>
                </a:cubicBezTo>
                <a:cubicBezTo>
                  <a:pt x="35" y="353"/>
                  <a:pt x="35" y="353"/>
                  <a:pt x="35" y="353"/>
                </a:cubicBezTo>
                <a:cubicBezTo>
                  <a:pt x="544" y="353"/>
                  <a:pt x="544" y="353"/>
                  <a:pt x="544" y="353"/>
                </a:cubicBezTo>
                <a:lnTo>
                  <a:pt x="544" y="35"/>
                </a:lnTo>
                <a:close/>
                <a:moveTo>
                  <a:pt x="233" y="169"/>
                </a:moveTo>
                <a:lnTo>
                  <a:pt x="233" y="169"/>
                </a:lnTo>
                <a:cubicBezTo>
                  <a:pt x="261" y="169"/>
                  <a:pt x="261" y="169"/>
                  <a:pt x="261" y="169"/>
                </a:cubicBezTo>
                <a:cubicBezTo>
                  <a:pt x="261" y="141"/>
                  <a:pt x="261" y="141"/>
                  <a:pt x="261" y="141"/>
                </a:cubicBezTo>
                <a:cubicBezTo>
                  <a:pt x="261" y="120"/>
                  <a:pt x="275" y="113"/>
                  <a:pt x="289" y="113"/>
                </a:cubicBezTo>
                <a:cubicBezTo>
                  <a:pt x="303" y="113"/>
                  <a:pt x="318" y="120"/>
                  <a:pt x="318" y="141"/>
                </a:cubicBezTo>
                <a:cubicBezTo>
                  <a:pt x="318" y="169"/>
                  <a:pt x="318" y="169"/>
                  <a:pt x="318" y="169"/>
                </a:cubicBezTo>
                <a:cubicBezTo>
                  <a:pt x="346" y="169"/>
                  <a:pt x="346" y="169"/>
                  <a:pt x="346" y="169"/>
                </a:cubicBezTo>
                <a:cubicBezTo>
                  <a:pt x="360" y="169"/>
                  <a:pt x="374" y="176"/>
                  <a:pt x="374" y="198"/>
                </a:cubicBezTo>
                <a:cubicBezTo>
                  <a:pt x="374" y="212"/>
                  <a:pt x="360" y="226"/>
                  <a:pt x="346" y="226"/>
                </a:cubicBezTo>
                <a:cubicBezTo>
                  <a:pt x="318" y="226"/>
                  <a:pt x="318" y="226"/>
                  <a:pt x="318" y="226"/>
                </a:cubicBezTo>
                <a:cubicBezTo>
                  <a:pt x="318" y="254"/>
                  <a:pt x="318" y="254"/>
                  <a:pt x="318" y="254"/>
                </a:cubicBezTo>
                <a:cubicBezTo>
                  <a:pt x="318" y="268"/>
                  <a:pt x="303" y="283"/>
                  <a:pt x="289" y="283"/>
                </a:cubicBezTo>
                <a:cubicBezTo>
                  <a:pt x="275" y="283"/>
                  <a:pt x="261" y="268"/>
                  <a:pt x="261" y="254"/>
                </a:cubicBezTo>
                <a:cubicBezTo>
                  <a:pt x="261" y="226"/>
                  <a:pt x="261" y="226"/>
                  <a:pt x="261" y="226"/>
                </a:cubicBezTo>
                <a:cubicBezTo>
                  <a:pt x="233" y="226"/>
                  <a:pt x="233" y="226"/>
                  <a:pt x="233" y="226"/>
                </a:cubicBezTo>
                <a:cubicBezTo>
                  <a:pt x="219" y="226"/>
                  <a:pt x="204" y="212"/>
                  <a:pt x="204" y="198"/>
                </a:cubicBezTo>
                <a:cubicBezTo>
                  <a:pt x="204" y="176"/>
                  <a:pt x="219" y="169"/>
                  <a:pt x="233" y="16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7" name="Freeform 45"/>
          <p:cNvSpPr/>
          <p:nvPr/>
        </p:nvSpPr>
        <p:spPr>
          <a:xfrm>
            <a:off x="3527280" y="3176640"/>
            <a:ext cx="211320" cy="189000"/>
          </a:xfrm>
          <a:custGeom>
            <a:avLst/>
            <a:gdLst/>
            <a:ahLst/>
            <a:rect l="l" t="t" r="r" b="b"/>
            <a:pathLst>
              <a:path w="588" h="524">
                <a:moveTo>
                  <a:pt x="559" y="431"/>
                </a:moveTo>
                <a:lnTo>
                  <a:pt x="559" y="431"/>
                </a:lnTo>
                <a:cubicBezTo>
                  <a:pt x="417" y="431"/>
                  <a:pt x="417" y="431"/>
                  <a:pt x="417" y="431"/>
                </a:cubicBezTo>
                <a:cubicBezTo>
                  <a:pt x="382" y="431"/>
                  <a:pt x="382" y="431"/>
                  <a:pt x="382" y="431"/>
                </a:cubicBezTo>
                <a:cubicBezTo>
                  <a:pt x="382" y="480"/>
                  <a:pt x="382" y="480"/>
                  <a:pt x="382" y="480"/>
                </a:cubicBezTo>
                <a:cubicBezTo>
                  <a:pt x="417" y="516"/>
                  <a:pt x="417" y="516"/>
                  <a:pt x="417" y="516"/>
                </a:cubicBezTo>
                <a:cubicBezTo>
                  <a:pt x="417" y="523"/>
                  <a:pt x="417" y="523"/>
                  <a:pt x="417" y="523"/>
                </a:cubicBezTo>
                <a:cubicBezTo>
                  <a:pt x="170" y="523"/>
                  <a:pt x="170" y="523"/>
                  <a:pt x="170" y="523"/>
                </a:cubicBezTo>
                <a:cubicBezTo>
                  <a:pt x="170" y="516"/>
                  <a:pt x="170" y="516"/>
                  <a:pt x="170" y="516"/>
                </a:cubicBezTo>
                <a:cubicBezTo>
                  <a:pt x="212" y="480"/>
                  <a:pt x="212" y="480"/>
                  <a:pt x="212" y="480"/>
                </a:cubicBezTo>
                <a:cubicBezTo>
                  <a:pt x="212" y="431"/>
                  <a:pt x="212" y="431"/>
                  <a:pt x="212" y="431"/>
                </a:cubicBezTo>
                <a:cubicBezTo>
                  <a:pt x="170" y="431"/>
                  <a:pt x="170" y="431"/>
                  <a:pt x="170" y="431"/>
                </a:cubicBezTo>
                <a:cubicBezTo>
                  <a:pt x="29" y="431"/>
                  <a:pt x="29" y="431"/>
                  <a:pt x="29" y="431"/>
                </a:cubicBezTo>
                <a:cubicBezTo>
                  <a:pt x="15" y="431"/>
                  <a:pt x="0" y="417"/>
                  <a:pt x="0" y="403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7"/>
                  <a:pt x="15" y="0"/>
                  <a:pt x="29" y="0"/>
                </a:cubicBezTo>
                <a:cubicBezTo>
                  <a:pt x="559" y="0"/>
                  <a:pt x="559" y="0"/>
                  <a:pt x="559" y="0"/>
                </a:cubicBezTo>
                <a:cubicBezTo>
                  <a:pt x="573" y="0"/>
                  <a:pt x="587" y="7"/>
                  <a:pt x="587" y="28"/>
                </a:cubicBezTo>
                <a:cubicBezTo>
                  <a:pt x="587" y="403"/>
                  <a:pt x="587" y="403"/>
                  <a:pt x="587" y="403"/>
                </a:cubicBezTo>
                <a:cubicBezTo>
                  <a:pt x="587" y="417"/>
                  <a:pt x="573" y="431"/>
                  <a:pt x="559" y="431"/>
                </a:cubicBezTo>
                <a:close/>
                <a:moveTo>
                  <a:pt x="552" y="35"/>
                </a:moveTo>
                <a:lnTo>
                  <a:pt x="552" y="35"/>
                </a:lnTo>
                <a:cubicBezTo>
                  <a:pt x="43" y="35"/>
                  <a:pt x="43" y="35"/>
                  <a:pt x="43" y="35"/>
                </a:cubicBezTo>
                <a:cubicBezTo>
                  <a:pt x="43" y="353"/>
                  <a:pt x="43" y="353"/>
                  <a:pt x="43" y="353"/>
                </a:cubicBezTo>
                <a:cubicBezTo>
                  <a:pt x="552" y="353"/>
                  <a:pt x="552" y="353"/>
                  <a:pt x="552" y="353"/>
                </a:cubicBezTo>
                <a:lnTo>
                  <a:pt x="552" y="3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8" name="Freeform 46"/>
          <p:cNvSpPr/>
          <p:nvPr/>
        </p:nvSpPr>
        <p:spPr>
          <a:xfrm>
            <a:off x="3146400" y="3197160"/>
            <a:ext cx="217440" cy="135000"/>
          </a:xfrm>
          <a:custGeom>
            <a:avLst/>
            <a:gdLst/>
            <a:ahLst/>
            <a:rect l="l" t="t" r="r" b="b"/>
            <a:pathLst>
              <a:path w="602" h="376">
                <a:moveTo>
                  <a:pt x="573" y="375"/>
                </a:moveTo>
                <a:lnTo>
                  <a:pt x="573" y="375"/>
                </a:lnTo>
                <a:cubicBezTo>
                  <a:pt x="544" y="375"/>
                  <a:pt x="544" y="375"/>
                  <a:pt x="544" y="375"/>
                </a:cubicBezTo>
                <a:cubicBezTo>
                  <a:pt x="57" y="375"/>
                  <a:pt x="57" y="375"/>
                  <a:pt x="57" y="375"/>
                </a:cubicBezTo>
                <a:cubicBezTo>
                  <a:pt x="29" y="375"/>
                  <a:pt x="29" y="375"/>
                  <a:pt x="29" y="375"/>
                </a:cubicBezTo>
                <a:cubicBezTo>
                  <a:pt x="7" y="375"/>
                  <a:pt x="0" y="361"/>
                  <a:pt x="0" y="347"/>
                </a:cubicBezTo>
                <a:cubicBezTo>
                  <a:pt x="0" y="297"/>
                  <a:pt x="0" y="297"/>
                  <a:pt x="0" y="297"/>
                </a:cubicBezTo>
                <a:cubicBezTo>
                  <a:pt x="57" y="297"/>
                  <a:pt x="57" y="297"/>
                  <a:pt x="57" y="297"/>
                </a:cubicBezTo>
                <a:cubicBezTo>
                  <a:pt x="57" y="29"/>
                  <a:pt x="57" y="29"/>
                  <a:pt x="57" y="29"/>
                </a:cubicBezTo>
                <a:cubicBezTo>
                  <a:pt x="57" y="7"/>
                  <a:pt x="64" y="0"/>
                  <a:pt x="85" y="0"/>
                </a:cubicBezTo>
                <a:cubicBezTo>
                  <a:pt x="516" y="0"/>
                  <a:pt x="516" y="0"/>
                  <a:pt x="516" y="0"/>
                </a:cubicBezTo>
                <a:cubicBezTo>
                  <a:pt x="530" y="0"/>
                  <a:pt x="544" y="7"/>
                  <a:pt x="544" y="29"/>
                </a:cubicBezTo>
                <a:cubicBezTo>
                  <a:pt x="544" y="297"/>
                  <a:pt x="544" y="297"/>
                  <a:pt x="544" y="297"/>
                </a:cubicBezTo>
                <a:cubicBezTo>
                  <a:pt x="601" y="297"/>
                  <a:pt x="601" y="297"/>
                  <a:pt x="601" y="297"/>
                </a:cubicBezTo>
                <a:cubicBezTo>
                  <a:pt x="601" y="347"/>
                  <a:pt x="601" y="347"/>
                  <a:pt x="601" y="347"/>
                </a:cubicBezTo>
                <a:cubicBezTo>
                  <a:pt x="601" y="361"/>
                  <a:pt x="587" y="375"/>
                  <a:pt x="573" y="375"/>
                </a:cubicBezTo>
                <a:close/>
                <a:moveTo>
                  <a:pt x="233" y="347"/>
                </a:moveTo>
                <a:lnTo>
                  <a:pt x="233" y="347"/>
                </a:lnTo>
                <a:cubicBezTo>
                  <a:pt x="368" y="347"/>
                  <a:pt x="368" y="347"/>
                  <a:pt x="368" y="347"/>
                </a:cubicBezTo>
                <a:cubicBezTo>
                  <a:pt x="368" y="325"/>
                  <a:pt x="368" y="325"/>
                  <a:pt x="368" y="325"/>
                </a:cubicBezTo>
                <a:cubicBezTo>
                  <a:pt x="233" y="325"/>
                  <a:pt x="233" y="325"/>
                  <a:pt x="233" y="325"/>
                </a:cubicBezTo>
                <a:lnTo>
                  <a:pt x="233" y="347"/>
                </a:lnTo>
                <a:close/>
                <a:moveTo>
                  <a:pt x="509" y="36"/>
                </a:moveTo>
                <a:lnTo>
                  <a:pt x="509" y="36"/>
                </a:lnTo>
                <a:cubicBezTo>
                  <a:pt x="92" y="36"/>
                  <a:pt x="92" y="36"/>
                  <a:pt x="92" y="36"/>
                </a:cubicBezTo>
                <a:cubicBezTo>
                  <a:pt x="92" y="283"/>
                  <a:pt x="92" y="283"/>
                  <a:pt x="92" y="283"/>
                </a:cubicBezTo>
                <a:cubicBezTo>
                  <a:pt x="509" y="283"/>
                  <a:pt x="509" y="283"/>
                  <a:pt x="509" y="283"/>
                </a:cubicBezTo>
                <a:lnTo>
                  <a:pt x="509" y="3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9" name="Freeform 47"/>
          <p:cNvSpPr/>
          <p:nvPr/>
        </p:nvSpPr>
        <p:spPr>
          <a:xfrm>
            <a:off x="2790720" y="3166920"/>
            <a:ext cx="168480" cy="196920"/>
          </a:xfrm>
          <a:custGeom>
            <a:avLst/>
            <a:gdLst/>
            <a:ahLst/>
            <a:rect l="l" t="t" r="r" b="b"/>
            <a:pathLst>
              <a:path w="467" h="545">
                <a:moveTo>
                  <a:pt x="438" y="544"/>
                </a:moveTo>
                <a:lnTo>
                  <a:pt x="438" y="544"/>
                </a:lnTo>
                <a:cubicBezTo>
                  <a:pt x="28" y="544"/>
                  <a:pt x="28" y="544"/>
                  <a:pt x="28" y="544"/>
                </a:cubicBezTo>
                <a:cubicBezTo>
                  <a:pt x="7" y="544"/>
                  <a:pt x="0" y="530"/>
                  <a:pt x="0" y="515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7"/>
                  <a:pt x="7" y="0"/>
                  <a:pt x="28" y="0"/>
                </a:cubicBezTo>
                <a:cubicBezTo>
                  <a:pt x="438" y="0"/>
                  <a:pt x="438" y="0"/>
                  <a:pt x="438" y="0"/>
                </a:cubicBezTo>
                <a:cubicBezTo>
                  <a:pt x="459" y="0"/>
                  <a:pt x="466" y="7"/>
                  <a:pt x="466" y="28"/>
                </a:cubicBezTo>
                <a:cubicBezTo>
                  <a:pt x="466" y="515"/>
                  <a:pt x="466" y="515"/>
                  <a:pt x="466" y="515"/>
                </a:cubicBezTo>
                <a:cubicBezTo>
                  <a:pt x="466" y="530"/>
                  <a:pt x="459" y="544"/>
                  <a:pt x="438" y="544"/>
                </a:cubicBezTo>
                <a:close/>
                <a:moveTo>
                  <a:pt x="233" y="522"/>
                </a:moveTo>
                <a:lnTo>
                  <a:pt x="233" y="522"/>
                </a:lnTo>
                <a:cubicBezTo>
                  <a:pt x="240" y="522"/>
                  <a:pt x="254" y="515"/>
                  <a:pt x="254" y="508"/>
                </a:cubicBezTo>
                <a:cubicBezTo>
                  <a:pt x="254" y="494"/>
                  <a:pt x="240" y="487"/>
                  <a:pt x="233" y="487"/>
                </a:cubicBezTo>
                <a:cubicBezTo>
                  <a:pt x="226" y="487"/>
                  <a:pt x="212" y="494"/>
                  <a:pt x="212" y="508"/>
                </a:cubicBezTo>
                <a:cubicBezTo>
                  <a:pt x="212" y="515"/>
                  <a:pt x="226" y="522"/>
                  <a:pt x="233" y="522"/>
                </a:cubicBezTo>
                <a:close/>
                <a:moveTo>
                  <a:pt x="410" y="56"/>
                </a:moveTo>
                <a:lnTo>
                  <a:pt x="410" y="56"/>
                </a:lnTo>
                <a:cubicBezTo>
                  <a:pt x="56" y="56"/>
                  <a:pt x="56" y="56"/>
                  <a:pt x="56" y="56"/>
                </a:cubicBezTo>
                <a:cubicBezTo>
                  <a:pt x="56" y="466"/>
                  <a:pt x="56" y="466"/>
                  <a:pt x="56" y="466"/>
                </a:cubicBezTo>
                <a:cubicBezTo>
                  <a:pt x="410" y="466"/>
                  <a:pt x="410" y="466"/>
                  <a:pt x="410" y="466"/>
                </a:cubicBezTo>
                <a:lnTo>
                  <a:pt x="410" y="5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0" name="Freeform 48"/>
          <p:cNvSpPr/>
          <p:nvPr/>
        </p:nvSpPr>
        <p:spPr>
          <a:xfrm>
            <a:off x="2436840" y="3166920"/>
            <a:ext cx="114120" cy="196920"/>
          </a:xfrm>
          <a:custGeom>
            <a:avLst/>
            <a:gdLst/>
            <a:ahLst/>
            <a:rect l="l" t="t" r="r" b="b"/>
            <a:pathLst>
              <a:path w="319" h="545">
                <a:moveTo>
                  <a:pt x="290" y="544"/>
                </a:moveTo>
                <a:lnTo>
                  <a:pt x="290" y="544"/>
                </a:lnTo>
                <a:cubicBezTo>
                  <a:pt x="29" y="544"/>
                  <a:pt x="29" y="544"/>
                  <a:pt x="29" y="544"/>
                </a:cubicBezTo>
                <a:cubicBezTo>
                  <a:pt x="15" y="544"/>
                  <a:pt x="0" y="530"/>
                  <a:pt x="0" y="515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7"/>
                  <a:pt x="15" y="0"/>
                  <a:pt x="29" y="0"/>
                </a:cubicBezTo>
                <a:cubicBezTo>
                  <a:pt x="290" y="0"/>
                  <a:pt x="290" y="0"/>
                  <a:pt x="290" y="0"/>
                </a:cubicBezTo>
                <a:cubicBezTo>
                  <a:pt x="311" y="0"/>
                  <a:pt x="318" y="7"/>
                  <a:pt x="318" y="28"/>
                </a:cubicBezTo>
                <a:cubicBezTo>
                  <a:pt x="318" y="515"/>
                  <a:pt x="318" y="515"/>
                  <a:pt x="318" y="515"/>
                </a:cubicBezTo>
                <a:cubicBezTo>
                  <a:pt x="318" y="530"/>
                  <a:pt x="311" y="544"/>
                  <a:pt x="290" y="544"/>
                </a:cubicBezTo>
                <a:close/>
                <a:moveTo>
                  <a:pt x="163" y="515"/>
                </a:moveTo>
                <a:lnTo>
                  <a:pt x="163" y="515"/>
                </a:lnTo>
                <a:cubicBezTo>
                  <a:pt x="170" y="515"/>
                  <a:pt x="177" y="508"/>
                  <a:pt x="177" y="494"/>
                </a:cubicBezTo>
                <a:cubicBezTo>
                  <a:pt x="177" y="487"/>
                  <a:pt x="170" y="480"/>
                  <a:pt x="163" y="480"/>
                </a:cubicBezTo>
                <a:cubicBezTo>
                  <a:pt x="149" y="480"/>
                  <a:pt x="142" y="487"/>
                  <a:pt x="142" y="494"/>
                </a:cubicBezTo>
                <a:cubicBezTo>
                  <a:pt x="142" y="508"/>
                  <a:pt x="149" y="515"/>
                  <a:pt x="163" y="515"/>
                </a:cubicBezTo>
                <a:close/>
                <a:moveTo>
                  <a:pt x="290" y="56"/>
                </a:moveTo>
                <a:lnTo>
                  <a:pt x="290" y="56"/>
                </a:lnTo>
                <a:cubicBezTo>
                  <a:pt x="283" y="56"/>
                  <a:pt x="283" y="56"/>
                  <a:pt x="283" y="56"/>
                </a:cubicBezTo>
                <a:cubicBezTo>
                  <a:pt x="36" y="56"/>
                  <a:pt x="36" y="56"/>
                  <a:pt x="36" y="56"/>
                </a:cubicBezTo>
                <a:cubicBezTo>
                  <a:pt x="29" y="56"/>
                  <a:pt x="29" y="56"/>
                  <a:pt x="29" y="56"/>
                </a:cubicBezTo>
                <a:cubicBezTo>
                  <a:pt x="29" y="452"/>
                  <a:pt x="29" y="452"/>
                  <a:pt x="29" y="452"/>
                </a:cubicBezTo>
                <a:cubicBezTo>
                  <a:pt x="36" y="452"/>
                  <a:pt x="36" y="452"/>
                  <a:pt x="36" y="452"/>
                </a:cubicBezTo>
                <a:cubicBezTo>
                  <a:pt x="283" y="452"/>
                  <a:pt x="283" y="452"/>
                  <a:pt x="283" y="452"/>
                </a:cubicBezTo>
                <a:cubicBezTo>
                  <a:pt x="290" y="452"/>
                  <a:pt x="290" y="452"/>
                  <a:pt x="290" y="452"/>
                </a:cubicBezTo>
                <a:lnTo>
                  <a:pt x="290" y="5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1" name="Freeform 49"/>
          <p:cNvSpPr/>
          <p:nvPr/>
        </p:nvSpPr>
        <p:spPr>
          <a:xfrm>
            <a:off x="6595920" y="2795760"/>
            <a:ext cx="163800" cy="177480"/>
          </a:xfrm>
          <a:custGeom>
            <a:avLst/>
            <a:gdLst/>
            <a:ahLst/>
            <a:rect l="l" t="t" r="r" b="b"/>
            <a:pathLst>
              <a:path w="453" h="496">
                <a:moveTo>
                  <a:pt x="452" y="248"/>
                </a:moveTo>
                <a:lnTo>
                  <a:pt x="452" y="248"/>
                </a:lnTo>
                <a:cubicBezTo>
                  <a:pt x="452" y="255"/>
                  <a:pt x="445" y="262"/>
                  <a:pt x="438" y="269"/>
                </a:cubicBezTo>
                <a:cubicBezTo>
                  <a:pt x="346" y="354"/>
                  <a:pt x="346" y="354"/>
                  <a:pt x="346" y="354"/>
                </a:cubicBezTo>
                <a:cubicBezTo>
                  <a:pt x="339" y="361"/>
                  <a:pt x="332" y="361"/>
                  <a:pt x="325" y="361"/>
                </a:cubicBezTo>
                <a:cubicBezTo>
                  <a:pt x="311" y="361"/>
                  <a:pt x="297" y="347"/>
                  <a:pt x="297" y="333"/>
                </a:cubicBezTo>
                <a:cubicBezTo>
                  <a:pt x="297" y="326"/>
                  <a:pt x="304" y="319"/>
                  <a:pt x="311" y="311"/>
                </a:cubicBezTo>
                <a:cubicBezTo>
                  <a:pt x="346" y="276"/>
                  <a:pt x="346" y="276"/>
                  <a:pt x="346" y="276"/>
                </a:cubicBezTo>
                <a:cubicBezTo>
                  <a:pt x="177" y="276"/>
                  <a:pt x="177" y="276"/>
                  <a:pt x="177" y="276"/>
                </a:cubicBezTo>
                <a:cubicBezTo>
                  <a:pt x="163" y="276"/>
                  <a:pt x="148" y="262"/>
                  <a:pt x="148" y="248"/>
                </a:cubicBezTo>
                <a:cubicBezTo>
                  <a:pt x="148" y="234"/>
                  <a:pt x="163" y="220"/>
                  <a:pt x="177" y="220"/>
                </a:cubicBezTo>
                <a:cubicBezTo>
                  <a:pt x="346" y="220"/>
                  <a:pt x="346" y="220"/>
                  <a:pt x="346" y="220"/>
                </a:cubicBezTo>
                <a:cubicBezTo>
                  <a:pt x="311" y="184"/>
                  <a:pt x="311" y="184"/>
                  <a:pt x="311" y="184"/>
                </a:cubicBezTo>
                <a:cubicBezTo>
                  <a:pt x="304" y="177"/>
                  <a:pt x="297" y="170"/>
                  <a:pt x="297" y="163"/>
                </a:cubicBezTo>
                <a:cubicBezTo>
                  <a:pt x="297" y="149"/>
                  <a:pt x="311" y="135"/>
                  <a:pt x="325" y="135"/>
                </a:cubicBezTo>
                <a:cubicBezTo>
                  <a:pt x="332" y="135"/>
                  <a:pt x="339" y="135"/>
                  <a:pt x="346" y="142"/>
                </a:cubicBezTo>
                <a:cubicBezTo>
                  <a:pt x="438" y="227"/>
                  <a:pt x="438" y="227"/>
                  <a:pt x="438" y="227"/>
                </a:cubicBezTo>
                <a:cubicBezTo>
                  <a:pt x="445" y="234"/>
                  <a:pt x="452" y="241"/>
                  <a:pt x="452" y="248"/>
                </a:cubicBezTo>
                <a:close/>
                <a:moveTo>
                  <a:pt x="170" y="57"/>
                </a:moveTo>
                <a:lnTo>
                  <a:pt x="170" y="57"/>
                </a:lnTo>
                <a:cubicBezTo>
                  <a:pt x="56" y="57"/>
                  <a:pt x="56" y="57"/>
                  <a:pt x="56" y="57"/>
                </a:cubicBezTo>
                <a:cubicBezTo>
                  <a:pt x="56" y="439"/>
                  <a:pt x="56" y="439"/>
                  <a:pt x="56" y="439"/>
                </a:cubicBezTo>
                <a:cubicBezTo>
                  <a:pt x="170" y="439"/>
                  <a:pt x="170" y="439"/>
                  <a:pt x="170" y="439"/>
                </a:cubicBezTo>
                <a:cubicBezTo>
                  <a:pt x="184" y="439"/>
                  <a:pt x="198" y="446"/>
                  <a:pt x="198" y="467"/>
                </a:cubicBezTo>
                <a:cubicBezTo>
                  <a:pt x="198" y="481"/>
                  <a:pt x="184" y="495"/>
                  <a:pt x="170" y="495"/>
                </a:cubicBezTo>
                <a:cubicBezTo>
                  <a:pt x="28" y="495"/>
                  <a:pt x="28" y="495"/>
                  <a:pt x="28" y="495"/>
                </a:cubicBezTo>
                <a:cubicBezTo>
                  <a:pt x="7" y="495"/>
                  <a:pt x="0" y="481"/>
                  <a:pt x="0" y="467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5"/>
                  <a:pt x="7" y="0"/>
                  <a:pt x="28" y="0"/>
                </a:cubicBezTo>
                <a:cubicBezTo>
                  <a:pt x="170" y="0"/>
                  <a:pt x="170" y="0"/>
                  <a:pt x="170" y="0"/>
                </a:cubicBezTo>
                <a:cubicBezTo>
                  <a:pt x="184" y="0"/>
                  <a:pt x="198" y="15"/>
                  <a:pt x="198" y="29"/>
                </a:cubicBezTo>
                <a:cubicBezTo>
                  <a:pt x="198" y="50"/>
                  <a:pt x="184" y="57"/>
                  <a:pt x="170" y="5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2" name="Freeform 50"/>
          <p:cNvSpPr/>
          <p:nvPr/>
        </p:nvSpPr>
        <p:spPr>
          <a:xfrm>
            <a:off x="6210360" y="2795760"/>
            <a:ext cx="163440" cy="177480"/>
          </a:xfrm>
          <a:custGeom>
            <a:avLst/>
            <a:gdLst/>
            <a:ahLst/>
            <a:rect l="l" t="t" r="r" b="b"/>
            <a:pathLst>
              <a:path w="453" h="496">
                <a:moveTo>
                  <a:pt x="452" y="248"/>
                </a:moveTo>
                <a:lnTo>
                  <a:pt x="452" y="248"/>
                </a:lnTo>
                <a:cubicBezTo>
                  <a:pt x="452" y="467"/>
                  <a:pt x="452" y="467"/>
                  <a:pt x="452" y="467"/>
                </a:cubicBezTo>
                <a:cubicBezTo>
                  <a:pt x="452" y="481"/>
                  <a:pt x="438" y="495"/>
                  <a:pt x="424" y="495"/>
                </a:cubicBezTo>
                <a:cubicBezTo>
                  <a:pt x="282" y="495"/>
                  <a:pt x="282" y="495"/>
                  <a:pt x="282" y="495"/>
                </a:cubicBezTo>
                <a:cubicBezTo>
                  <a:pt x="261" y="495"/>
                  <a:pt x="254" y="481"/>
                  <a:pt x="254" y="467"/>
                </a:cubicBezTo>
                <a:cubicBezTo>
                  <a:pt x="254" y="446"/>
                  <a:pt x="261" y="439"/>
                  <a:pt x="282" y="439"/>
                </a:cubicBezTo>
                <a:cubicBezTo>
                  <a:pt x="395" y="439"/>
                  <a:pt x="395" y="439"/>
                  <a:pt x="395" y="439"/>
                </a:cubicBezTo>
                <a:cubicBezTo>
                  <a:pt x="395" y="57"/>
                  <a:pt x="395" y="57"/>
                  <a:pt x="395" y="57"/>
                </a:cubicBezTo>
                <a:cubicBezTo>
                  <a:pt x="282" y="57"/>
                  <a:pt x="282" y="57"/>
                  <a:pt x="282" y="57"/>
                </a:cubicBezTo>
                <a:cubicBezTo>
                  <a:pt x="261" y="57"/>
                  <a:pt x="254" y="43"/>
                  <a:pt x="254" y="29"/>
                </a:cubicBezTo>
                <a:cubicBezTo>
                  <a:pt x="254" y="15"/>
                  <a:pt x="261" y="0"/>
                  <a:pt x="282" y="0"/>
                </a:cubicBezTo>
                <a:cubicBezTo>
                  <a:pt x="424" y="0"/>
                  <a:pt x="424" y="0"/>
                  <a:pt x="424" y="0"/>
                </a:cubicBezTo>
                <a:cubicBezTo>
                  <a:pt x="438" y="0"/>
                  <a:pt x="452" y="15"/>
                  <a:pt x="452" y="29"/>
                </a:cubicBezTo>
                <a:cubicBezTo>
                  <a:pt x="452" y="248"/>
                  <a:pt x="452" y="248"/>
                  <a:pt x="452" y="248"/>
                </a:cubicBezTo>
                <a:close/>
                <a:moveTo>
                  <a:pt x="289" y="227"/>
                </a:moveTo>
                <a:lnTo>
                  <a:pt x="289" y="227"/>
                </a:lnTo>
                <a:cubicBezTo>
                  <a:pt x="296" y="234"/>
                  <a:pt x="296" y="241"/>
                  <a:pt x="296" y="248"/>
                </a:cubicBezTo>
                <a:cubicBezTo>
                  <a:pt x="296" y="255"/>
                  <a:pt x="296" y="262"/>
                  <a:pt x="289" y="269"/>
                </a:cubicBezTo>
                <a:cubicBezTo>
                  <a:pt x="198" y="354"/>
                  <a:pt x="198" y="354"/>
                  <a:pt x="198" y="354"/>
                </a:cubicBezTo>
                <a:cubicBezTo>
                  <a:pt x="191" y="361"/>
                  <a:pt x="183" y="361"/>
                  <a:pt x="176" y="361"/>
                </a:cubicBezTo>
                <a:cubicBezTo>
                  <a:pt x="162" y="361"/>
                  <a:pt x="148" y="347"/>
                  <a:pt x="148" y="333"/>
                </a:cubicBezTo>
                <a:cubicBezTo>
                  <a:pt x="148" y="326"/>
                  <a:pt x="155" y="319"/>
                  <a:pt x="155" y="311"/>
                </a:cubicBezTo>
                <a:cubicBezTo>
                  <a:pt x="198" y="276"/>
                  <a:pt x="198" y="276"/>
                  <a:pt x="198" y="276"/>
                </a:cubicBezTo>
                <a:cubicBezTo>
                  <a:pt x="28" y="276"/>
                  <a:pt x="28" y="276"/>
                  <a:pt x="28" y="276"/>
                </a:cubicBezTo>
                <a:cubicBezTo>
                  <a:pt x="7" y="276"/>
                  <a:pt x="0" y="262"/>
                  <a:pt x="0" y="248"/>
                </a:cubicBezTo>
                <a:cubicBezTo>
                  <a:pt x="0" y="234"/>
                  <a:pt x="7" y="220"/>
                  <a:pt x="28" y="220"/>
                </a:cubicBezTo>
                <a:cubicBezTo>
                  <a:pt x="198" y="220"/>
                  <a:pt x="198" y="220"/>
                  <a:pt x="198" y="220"/>
                </a:cubicBezTo>
                <a:cubicBezTo>
                  <a:pt x="155" y="184"/>
                  <a:pt x="155" y="184"/>
                  <a:pt x="155" y="184"/>
                </a:cubicBezTo>
                <a:cubicBezTo>
                  <a:pt x="155" y="177"/>
                  <a:pt x="148" y="170"/>
                  <a:pt x="148" y="163"/>
                </a:cubicBezTo>
                <a:cubicBezTo>
                  <a:pt x="148" y="149"/>
                  <a:pt x="162" y="135"/>
                  <a:pt x="176" y="135"/>
                </a:cubicBezTo>
                <a:cubicBezTo>
                  <a:pt x="183" y="135"/>
                  <a:pt x="191" y="135"/>
                  <a:pt x="198" y="142"/>
                </a:cubicBezTo>
                <a:cubicBezTo>
                  <a:pt x="289" y="227"/>
                  <a:pt x="289" y="227"/>
                  <a:pt x="289" y="22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3" name="Freeform 51"/>
          <p:cNvSpPr/>
          <p:nvPr/>
        </p:nvSpPr>
        <p:spPr>
          <a:xfrm>
            <a:off x="5824440" y="2803680"/>
            <a:ext cx="176400" cy="163440"/>
          </a:xfrm>
          <a:custGeom>
            <a:avLst/>
            <a:gdLst/>
            <a:ahLst/>
            <a:rect l="l" t="t" r="r" b="b"/>
            <a:pathLst>
              <a:path w="489" h="453">
                <a:moveTo>
                  <a:pt x="460" y="452"/>
                </a:moveTo>
                <a:lnTo>
                  <a:pt x="460" y="452"/>
                </a:lnTo>
                <a:cubicBezTo>
                  <a:pt x="29" y="452"/>
                  <a:pt x="29" y="452"/>
                  <a:pt x="29" y="452"/>
                </a:cubicBezTo>
                <a:cubicBezTo>
                  <a:pt x="15" y="452"/>
                  <a:pt x="0" y="438"/>
                  <a:pt x="0" y="424"/>
                </a:cubicBezTo>
                <a:cubicBezTo>
                  <a:pt x="0" y="282"/>
                  <a:pt x="0" y="282"/>
                  <a:pt x="0" y="282"/>
                </a:cubicBezTo>
                <a:cubicBezTo>
                  <a:pt x="0" y="268"/>
                  <a:pt x="15" y="254"/>
                  <a:pt x="29" y="254"/>
                </a:cubicBezTo>
                <a:cubicBezTo>
                  <a:pt x="43" y="254"/>
                  <a:pt x="57" y="268"/>
                  <a:pt x="57" y="282"/>
                </a:cubicBezTo>
                <a:cubicBezTo>
                  <a:pt x="57" y="396"/>
                  <a:pt x="57" y="396"/>
                  <a:pt x="57" y="396"/>
                </a:cubicBezTo>
                <a:cubicBezTo>
                  <a:pt x="431" y="396"/>
                  <a:pt x="431" y="396"/>
                  <a:pt x="431" y="396"/>
                </a:cubicBezTo>
                <a:cubicBezTo>
                  <a:pt x="431" y="282"/>
                  <a:pt x="431" y="282"/>
                  <a:pt x="431" y="282"/>
                </a:cubicBezTo>
                <a:cubicBezTo>
                  <a:pt x="431" y="268"/>
                  <a:pt x="446" y="254"/>
                  <a:pt x="460" y="254"/>
                </a:cubicBezTo>
                <a:cubicBezTo>
                  <a:pt x="481" y="254"/>
                  <a:pt x="488" y="268"/>
                  <a:pt x="488" y="282"/>
                </a:cubicBezTo>
                <a:cubicBezTo>
                  <a:pt x="488" y="424"/>
                  <a:pt x="488" y="424"/>
                  <a:pt x="488" y="424"/>
                </a:cubicBezTo>
                <a:cubicBezTo>
                  <a:pt x="488" y="438"/>
                  <a:pt x="481" y="452"/>
                  <a:pt x="460" y="452"/>
                </a:cubicBezTo>
                <a:close/>
                <a:moveTo>
                  <a:pt x="333" y="148"/>
                </a:moveTo>
                <a:lnTo>
                  <a:pt x="333" y="148"/>
                </a:lnTo>
                <a:cubicBezTo>
                  <a:pt x="318" y="148"/>
                  <a:pt x="311" y="148"/>
                  <a:pt x="311" y="141"/>
                </a:cubicBezTo>
                <a:cubicBezTo>
                  <a:pt x="276" y="99"/>
                  <a:pt x="276" y="99"/>
                  <a:pt x="276" y="99"/>
                </a:cubicBezTo>
                <a:cubicBezTo>
                  <a:pt x="276" y="275"/>
                  <a:pt x="276" y="275"/>
                  <a:pt x="276" y="275"/>
                </a:cubicBezTo>
                <a:cubicBezTo>
                  <a:pt x="276" y="289"/>
                  <a:pt x="262" y="304"/>
                  <a:pt x="248" y="304"/>
                </a:cubicBezTo>
                <a:cubicBezTo>
                  <a:pt x="227" y="304"/>
                  <a:pt x="220" y="289"/>
                  <a:pt x="220" y="275"/>
                </a:cubicBezTo>
                <a:cubicBezTo>
                  <a:pt x="220" y="99"/>
                  <a:pt x="220" y="99"/>
                  <a:pt x="220" y="99"/>
                </a:cubicBezTo>
                <a:cubicBezTo>
                  <a:pt x="184" y="141"/>
                  <a:pt x="184" y="141"/>
                  <a:pt x="184" y="141"/>
                </a:cubicBezTo>
                <a:cubicBezTo>
                  <a:pt x="177" y="148"/>
                  <a:pt x="170" y="148"/>
                  <a:pt x="163" y="148"/>
                </a:cubicBezTo>
                <a:cubicBezTo>
                  <a:pt x="142" y="148"/>
                  <a:pt x="135" y="141"/>
                  <a:pt x="135" y="120"/>
                </a:cubicBezTo>
                <a:cubicBezTo>
                  <a:pt x="135" y="113"/>
                  <a:pt x="135" y="106"/>
                  <a:pt x="142" y="106"/>
                </a:cubicBezTo>
                <a:cubicBezTo>
                  <a:pt x="227" y="7"/>
                  <a:pt x="227" y="7"/>
                  <a:pt x="227" y="7"/>
                </a:cubicBezTo>
                <a:cubicBezTo>
                  <a:pt x="227" y="7"/>
                  <a:pt x="234" y="0"/>
                  <a:pt x="248" y="0"/>
                </a:cubicBezTo>
                <a:cubicBezTo>
                  <a:pt x="255" y="0"/>
                  <a:pt x="262" y="7"/>
                  <a:pt x="269" y="7"/>
                </a:cubicBezTo>
                <a:cubicBezTo>
                  <a:pt x="354" y="106"/>
                  <a:pt x="354" y="106"/>
                  <a:pt x="354" y="106"/>
                </a:cubicBezTo>
                <a:cubicBezTo>
                  <a:pt x="354" y="106"/>
                  <a:pt x="361" y="113"/>
                  <a:pt x="361" y="120"/>
                </a:cubicBezTo>
                <a:cubicBezTo>
                  <a:pt x="361" y="141"/>
                  <a:pt x="347" y="148"/>
                  <a:pt x="333" y="14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4" name="Freeform 52"/>
          <p:cNvSpPr/>
          <p:nvPr/>
        </p:nvSpPr>
        <p:spPr>
          <a:xfrm>
            <a:off x="5446800" y="2803680"/>
            <a:ext cx="176040" cy="163440"/>
          </a:xfrm>
          <a:custGeom>
            <a:avLst/>
            <a:gdLst/>
            <a:ahLst/>
            <a:rect l="l" t="t" r="r" b="b"/>
            <a:pathLst>
              <a:path w="489" h="453">
                <a:moveTo>
                  <a:pt x="460" y="452"/>
                </a:moveTo>
                <a:lnTo>
                  <a:pt x="460" y="452"/>
                </a:lnTo>
                <a:cubicBezTo>
                  <a:pt x="241" y="452"/>
                  <a:pt x="241" y="452"/>
                  <a:pt x="241" y="452"/>
                </a:cubicBezTo>
                <a:cubicBezTo>
                  <a:pt x="29" y="452"/>
                  <a:pt x="29" y="452"/>
                  <a:pt x="29" y="452"/>
                </a:cubicBezTo>
                <a:cubicBezTo>
                  <a:pt x="7" y="452"/>
                  <a:pt x="0" y="438"/>
                  <a:pt x="0" y="424"/>
                </a:cubicBezTo>
                <a:cubicBezTo>
                  <a:pt x="0" y="282"/>
                  <a:pt x="0" y="282"/>
                  <a:pt x="0" y="282"/>
                </a:cubicBezTo>
                <a:cubicBezTo>
                  <a:pt x="0" y="268"/>
                  <a:pt x="7" y="254"/>
                  <a:pt x="29" y="254"/>
                </a:cubicBezTo>
                <a:cubicBezTo>
                  <a:pt x="43" y="254"/>
                  <a:pt x="57" y="268"/>
                  <a:pt x="57" y="282"/>
                </a:cubicBezTo>
                <a:cubicBezTo>
                  <a:pt x="57" y="396"/>
                  <a:pt x="57" y="396"/>
                  <a:pt x="57" y="396"/>
                </a:cubicBezTo>
                <a:cubicBezTo>
                  <a:pt x="431" y="396"/>
                  <a:pt x="431" y="396"/>
                  <a:pt x="431" y="396"/>
                </a:cubicBezTo>
                <a:cubicBezTo>
                  <a:pt x="431" y="282"/>
                  <a:pt x="431" y="282"/>
                  <a:pt x="431" y="282"/>
                </a:cubicBezTo>
                <a:cubicBezTo>
                  <a:pt x="431" y="268"/>
                  <a:pt x="446" y="254"/>
                  <a:pt x="460" y="254"/>
                </a:cubicBezTo>
                <a:cubicBezTo>
                  <a:pt x="474" y="254"/>
                  <a:pt x="488" y="268"/>
                  <a:pt x="488" y="282"/>
                </a:cubicBezTo>
                <a:cubicBezTo>
                  <a:pt x="488" y="424"/>
                  <a:pt x="488" y="424"/>
                  <a:pt x="488" y="424"/>
                </a:cubicBezTo>
                <a:cubicBezTo>
                  <a:pt x="488" y="438"/>
                  <a:pt x="474" y="452"/>
                  <a:pt x="460" y="452"/>
                </a:cubicBezTo>
                <a:close/>
                <a:moveTo>
                  <a:pt x="347" y="198"/>
                </a:moveTo>
                <a:lnTo>
                  <a:pt x="347" y="198"/>
                </a:lnTo>
                <a:cubicBezTo>
                  <a:pt x="262" y="289"/>
                  <a:pt x="262" y="289"/>
                  <a:pt x="262" y="289"/>
                </a:cubicBezTo>
                <a:cubicBezTo>
                  <a:pt x="262" y="297"/>
                  <a:pt x="255" y="304"/>
                  <a:pt x="241" y="304"/>
                </a:cubicBezTo>
                <a:cubicBezTo>
                  <a:pt x="234" y="304"/>
                  <a:pt x="227" y="297"/>
                  <a:pt x="220" y="289"/>
                </a:cubicBezTo>
                <a:cubicBezTo>
                  <a:pt x="135" y="198"/>
                  <a:pt x="135" y="198"/>
                  <a:pt x="135" y="198"/>
                </a:cubicBezTo>
                <a:cubicBezTo>
                  <a:pt x="135" y="191"/>
                  <a:pt x="127" y="184"/>
                  <a:pt x="127" y="176"/>
                </a:cubicBezTo>
                <a:cubicBezTo>
                  <a:pt x="127" y="162"/>
                  <a:pt x="142" y="148"/>
                  <a:pt x="156" y="148"/>
                </a:cubicBezTo>
                <a:cubicBezTo>
                  <a:pt x="170" y="148"/>
                  <a:pt x="177" y="155"/>
                  <a:pt x="177" y="162"/>
                </a:cubicBezTo>
                <a:cubicBezTo>
                  <a:pt x="212" y="198"/>
                  <a:pt x="212" y="198"/>
                  <a:pt x="212" y="198"/>
                </a:cubicBezTo>
                <a:cubicBezTo>
                  <a:pt x="212" y="28"/>
                  <a:pt x="212" y="28"/>
                  <a:pt x="212" y="28"/>
                </a:cubicBezTo>
                <a:cubicBezTo>
                  <a:pt x="212" y="14"/>
                  <a:pt x="227" y="0"/>
                  <a:pt x="241" y="0"/>
                </a:cubicBezTo>
                <a:cubicBezTo>
                  <a:pt x="262" y="0"/>
                  <a:pt x="269" y="14"/>
                  <a:pt x="269" y="28"/>
                </a:cubicBezTo>
                <a:cubicBezTo>
                  <a:pt x="269" y="198"/>
                  <a:pt x="269" y="198"/>
                  <a:pt x="269" y="198"/>
                </a:cubicBezTo>
                <a:cubicBezTo>
                  <a:pt x="304" y="162"/>
                  <a:pt x="304" y="162"/>
                  <a:pt x="304" y="162"/>
                </a:cubicBezTo>
                <a:cubicBezTo>
                  <a:pt x="311" y="155"/>
                  <a:pt x="318" y="148"/>
                  <a:pt x="325" y="148"/>
                </a:cubicBezTo>
                <a:cubicBezTo>
                  <a:pt x="347" y="148"/>
                  <a:pt x="354" y="162"/>
                  <a:pt x="354" y="176"/>
                </a:cubicBezTo>
                <a:cubicBezTo>
                  <a:pt x="354" y="184"/>
                  <a:pt x="354" y="191"/>
                  <a:pt x="347" y="19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5" name="Freeform 53"/>
          <p:cNvSpPr/>
          <p:nvPr/>
        </p:nvSpPr>
        <p:spPr>
          <a:xfrm>
            <a:off x="5045040" y="2774880"/>
            <a:ext cx="219240" cy="219240"/>
          </a:xfrm>
          <a:custGeom>
            <a:avLst/>
            <a:gdLst/>
            <a:ahLst/>
            <a:rect l="l" t="t" r="r" b="b"/>
            <a:pathLst>
              <a:path w="608" h="609">
                <a:moveTo>
                  <a:pt x="579" y="608"/>
                </a:moveTo>
                <a:lnTo>
                  <a:pt x="579" y="608"/>
                </a:lnTo>
                <a:cubicBezTo>
                  <a:pt x="28" y="608"/>
                  <a:pt x="28" y="608"/>
                  <a:pt x="28" y="608"/>
                </a:cubicBezTo>
                <a:cubicBezTo>
                  <a:pt x="14" y="608"/>
                  <a:pt x="0" y="594"/>
                  <a:pt x="0" y="580"/>
                </a:cubicBezTo>
                <a:cubicBezTo>
                  <a:pt x="0" y="106"/>
                  <a:pt x="0" y="106"/>
                  <a:pt x="0" y="106"/>
                </a:cubicBezTo>
                <a:cubicBezTo>
                  <a:pt x="0" y="92"/>
                  <a:pt x="14" y="78"/>
                  <a:pt x="28" y="78"/>
                </a:cubicBezTo>
                <a:cubicBezTo>
                  <a:pt x="84" y="78"/>
                  <a:pt x="84" y="78"/>
                  <a:pt x="84" y="78"/>
                </a:cubicBezTo>
                <a:cubicBezTo>
                  <a:pt x="84" y="106"/>
                  <a:pt x="84" y="106"/>
                  <a:pt x="84" y="106"/>
                </a:cubicBezTo>
                <a:cubicBezTo>
                  <a:pt x="84" y="141"/>
                  <a:pt x="120" y="170"/>
                  <a:pt x="155" y="170"/>
                </a:cubicBezTo>
                <a:cubicBezTo>
                  <a:pt x="190" y="170"/>
                  <a:pt x="219" y="141"/>
                  <a:pt x="219" y="106"/>
                </a:cubicBezTo>
                <a:cubicBezTo>
                  <a:pt x="219" y="78"/>
                  <a:pt x="219" y="78"/>
                  <a:pt x="219" y="78"/>
                </a:cubicBezTo>
                <a:cubicBezTo>
                  <a:pt x="388" y="78"/>
                  <a:pt x="388" y="78"/>
                  <a:pt x="388" y="78"/>
                </a:cubicBezTo>
                <a:cubicBezTo>
                  <a:pt x="388" y="106"/>
                  <a:pt x="388" y="106"/>
                  <a:pt x="388" y="106"/>
                </a:cubicBezTo>
                <a:cubicBezTo>
                  <a:pt x="388" y="141"/>
                  <a:pt x="417" y="170"/>
                  <a:pt x="452" y="170"/>
                </a:cubicBezTo>
                <a:cubicBezTo>
                  <a:pt x="487" y="170"/>
                  <a:pt x="523" y="141"/>
                  <a:pt x="523" y="106"/>
                </a:cubicBezTo>
                <a:cubicBezTo>
                  <a:pt x="523" y="78"/>
                  <a:pt x="523" y="78"/>
                  <a:pt x="523" y="78"/>
                </a:cubicBezTo>
                <a:cubicBezTo>
                  <a:pt x="579" y="78"/>
                  <a:pt x="579" y="78"/>
                  <a:pt x="579" y="78"/>
                </a:cubicBezTo>
                <a:cubicBezTo>
                  <a:pt x="593" y="78"/>
                  <a:pt x="607" y="92"/>
                  <a:pt x="607" y="106"/>
                </a:cubicBezTo>
                <a:cubicBezTo>
                  <a:pt x="607" y="580"/>
                  <a:pt x="607" y="580"/>
                  <a:pt x="607" y="580"/>
                </a:cubicBezTo>
                <a:cubicBezTo>
                  <a:pt x="607" y="594"/>
                  <a:pt x="593" y="608"/>
                  <a:pt x="579" y="608"/>
                </a:cubicBezTo>
                <a:close/>
                <a:moveTo>
                  <a:pt x="551" y="226"/>
                </a:moveTo>
                <a:lnTo>
                  <a:pt x="551" y="226"/>
                </a:lnTo>
                <a:cubicBezTo>
                  <a:pt x="56" y="226"/>
                  <a:pt x="56" y="226"/>
                  <a:pt x="56" y="226"/>
                </a:cubicBezTo>
                <a:cubicBezTo>
                  <a:pt x="56" y="551"/>
                  <a:pt x="56" y="551"/>
                  <a:pt x="56" y="551"/>
                </a:cubicBezTo>
                <a:cubicBezTo>
                  <a:pt x="551" y="551"/>
                  <a:pt x="551" y="551"/>
                  <a:pt x="551" y="551"/>
                </a:cubicBezTo>
                <a:lnTo>
                  <a:pt x="551" y="226"/>
                </a:lnTo>
                <a:close/>
                <a:moveTo>
                  <a:pt x="190" y="424"/>
                </a:moveTo>
                <a:lnTo>
                  <a:pt x="190" y="424"/>
                </a:lnTo>
                <a:cubicBezTo>
                  <a:pt x="190" y="417"/>
                  <a:pt x="197" y="410"/>
                  <a:pt x="205" y="410"/>
                </a:cubicBezTo>
                <a:cubicBezTo>
                  <a:pt x="212" y="403"/>
                  <a:pt x="219" y="396"/>
                  <a:pt x="226" y="396"/>
                </a:cubicBezTo>
                <a:cubicBezTo>
                  <a:pt x="233" y="389"/>
                  <a:pt x="233" y="389"/>
                  <a:pt x="240" y="382"/>
                </a:cubicBezTo>
                <a:cubicBezTo>
                  <a:pt x="240" y="382"/>
                  <a:pt x="247" y="382"/>
                  <a:pt x="247" y="375"/>
                </a:cubicBezTo>
                <a:cubicBezTo>
                  <a:pt x="254" y="375"/>
                  <a:pt x="254" y="367"/>
                  <a:pt x="261" y="367"/>
                </a:cubicBezTo>
                <a:cubicBezTo>
                  <a:pt x="261" y="360"/>
                  <a:pt x="261" y="353"/>
                  <a:pt x="261" y="353"/>
                </a:cubicBezTo>
                <a:cubicBezTo>
                  <a:pt x="261" y="339"/>
                  <a:pt x="261" y="339"/>
                  <a:pt x="254" y="332"/>
                </a:cubicBezTo>
                <a:cubicBezTo>
                  <a:pt x="254" y="325"/>
                  <a:pt x="247" y="325"/>
                  <a:pt x="240" y="325"/>
                </a:cubicBezTo>
                <a:cubicBezTo>
                  <a:pt x="233" y="325"/>
                  <a:pt x="226" y="325"/>
                  <a:pt x="226" y="325"/>
                </a:cubicBezTo>
                <a:cubicBezTo>
                  <a:pt x="219" y="332"/>
                  <a:pt x="219" y="332"/>
                  <a:pt x="219" y="339"/>
                </a:cubicBezTo>
                <a:cubicBezTo>
                  <a:pt x="212" y="339"/>
                  <a:pt x="212" y="346"/>
                  <a:pt x="212" y="353"/>
                </a:cubicBezTo>
                <a:lnTo>
                  <a:pt x="212" y="360"/>
                </a:lnTo>
                <a:cubicBezTo>
                  <a:pt x="176" y="360"/>
                  <a:pt x="176" y="360"/>
                  <a:pt x="176" y="360"/>
                </a:cubicBezTo>
                <a:cubicBezTo>
                  <a:pt x="176" y="353"/>
                  <a:pt x="176" y="346"/>
                  <a:pt x="183" y="339"/>
                </a:cubicBezTo>
                <a:cubicBezTo>
                  <a:pt x="183" y="325"/>
                  <a:pt x="183" y="318"/>
                  <a:pt x="190" y="311"/>
                </a:cubicBezTo>
                <a:cubicBezTo>
                  <a:pt x="197" y="311"/>
                  <a:pt x="205" y="304"/>
                  <a:pt x="212" y="297"/>
                </a:cubicBezTo>
                <a:cubicBezTo>
                  <a:pt x="219" y="297"/>
                  <a:pt x="226" y="297"/>
                  <a:pt x="240" y="297"/>
                </a:cubicBezTo>
                <a:cubicBezTo>
                  <a:pt x="247" y="297"/>
                  <a:pt x="254" y="297"/>
                  <a:pt x="261" y="297"/>
                </a:cubicBezTo>
                <a:cubicBezTo>
                  <a:pt x="268" y="304"/>
                  <a:pt x="275" y="304"/>
                  <a:pt x="282" y="311"/>
                </a:cubicBezTo>
                <a:cubicBezTo>
                  <a:pt x="282" y="311"/>
                  <a:pt x="290" y="318"/>
                  <a:pt x="290" y="325"/>
                </a:cubicBezTo>
                <a:cubicBezTo>
                  <a:pt x="297" y="332"/>
                  <a:pt x="297" y="339"/>
                  <a:pt x="297" y="346"/>
                </a:cubicBezTo>
                <a:cubicBezTo>
                  <a:pt x="297" y="353"/>
                  <a:pt x="297" y="367"/>
                  <a:pt x="297" y="367"/>
                </a:cubicBezTo>
                <a:cubicBezTo>
                  <a:pt x="290" y="375"/>
                  <a:pt x="290" y="382"/>
                  <a:pt x="282" y="389"/>
                </a:cubicBezTo>
                <a:cubicBezTo>
                  <a:pt x="275" y="389"/>
                  <a:pt x="275" y="396"/>
                  <a:pt x="268" y="403"/>
                </a:cubicBezTo>
                <a:cubicBezTo>
                  <a:pt x="261" y="403"/>
                  <a:pt x="254" y="410"/>
                  <a:pt x="247" y="410"/>
                </a:cubicBezTo>
                <a:cubicBezTo>
                  <a:pt x="240" y="417"/>
                  <a:pt x="240" y="417"/>
                  <a:pt x="233" y="424"/>
                </a:cubicBezTo>
                <a:cubicBezTo>
                  <a:pt x="226" y="431"/>
                  <a:pt x="219" y="431"/>
                  <a:pt x="219" y="438"/>
                </a:cubicBezTo>
                <a:cubicBezTo>
                  <a:pt x="297" y="438"/>
                  <a:pt x="297" y="438"/>
                  <a:pt x="297" y="438"/>
                </a:cubicBezTo>
                <a:cubicBezTo>
                  <a:pt x="297" y="467"/>
                  <a:pt x="297" y="467"/>
                  <a:pt x="297" y="467"/>
                </a:cubicBezTo>
                <a:cubicBezTo>
                  <a:pt x="169" y="467"/>
                  <a:pt x="169" y="467"/>
                  <a:pt x="169" y="467"/>
                </a:cubicBezTo>
                <a:cubicBezTo>
                  <a:pt x="169" y="460"/>
                  <a:pt x="176" y="452"/>
                  <a:pt x="176" y="445"/>
                </a:cubicBezTo>
                <a:cubicBezTo>
                  <a:pt x="176" y="438"/>
                  <a:pt x="183" y="431"/>
                  <a:pt x="190" y="424"/>
                </a:cubicBezTo>
                <a:close/>
                <a:moveTo>
                  <a:pt x="353" y="438"/>
                </a:moveTo>
                <a:lnTo>
                  <a:pt x="353" y="438"/>
                </a:lnTo>
                <a:cubicBezTo>
                  <a:pt x="360" y="445"/>
                  <a:pt x="360" y="445"/>
                  <a:pt x="374" y="445"/>
                </a:cubicBezTo>
                <a:cubicBezTo>
                  <a:pt x="374" y="445"/>
                  <a:pt x="381" y="445"/>
                  <a:pt x="381" y="438"/>
                </a:cubicBezTo>
                <a:cubicBezTo>
                  <a:pt x="388" y="438"/>
                  <a:pt x="388" y="438"/>
                  <a:pt x="395" y="431"/>
                </a:cubicBezTo>
                <a:lnTo>
                  <a:pt x="395" y="424"/>
                </a:lnTo>
                <a:cubicBezTo>
                  <a:pt x="403" y="417"/>
                  <a:pt x="403" y="417"/>
                  <a:pt x="403" y="410"/>
                </a:cubicBezTo>
                <a:cubicBezTo>
                  <a:pt x="403" y="410"/>
                  <a:pt x="403" y="403"/>
                  <a:pt x="395" y="396"/>
                </a:cubicBezTo>
                <a:lnTo>
                  <a:pt x="395" y="389"/>
                </a:lnTo>
                <a:cubicBezTo>
                  <a:pt x="388" y="389"/>
                  <a:pt x="388" y="382"/>
                  <a:pt x="381" y="382"/>
                </a:cubicBezTo>
                <a:lnTo>
                  <a:pt x="374" y="382"/>
                </a:lnTo>
                <a:cubicBezTo>
                  <a:pt x="367" y="382"/>
                  <a:pt x="360" y="382"/>
                  <a:pt x="353" y="382"/>
                </a:cubicBezTo>
                <a:cubicBezTo>
                  <a:pt x="353" y="382"/>
                  <a:pt x="346" y="389"/>
                  <a:pt x="346" y="396"/>
                </a:cubicBezTo>
                <a:cubicBezTo>
                  <a:pt x="311" y="396"/>
                  <a:pt x="311" y="396"/>
                  <a:pt x="311" y="396"/>
                </a:cubicBezTo>
                <a:cubicBezTo>
                  <a:pt x="332" y="297"/>
                  <a:pt x="332" y="297"/>
                  <a:pt x="332" y="297"/>
                </a:cubicBezTo>
                <a:cubicBezTo>
                  <a:pt x="424" y="297"/>
                  <a:pt x="424" y="297"/>
                  <a:pt x="424" y="297"/>
                </a:cubicBezTo>
                <a:cubicBezTo>
                  <a:pt x="424" y="325"/>
                  <a:pt x="424" y="325"/>
                  <a:pt x="424" y="325"/>
                </a:cubicBezTo>
                <a:cubicBezTo>
                  <a:pt x="353" y="325"/>
                  <a:pt x="353" y="325"/>
                  <a:pt x="353" y="325"/>
                </a:cubicBezTo>
                <a:cubicBezTo>
                  <a:pt x="346" y="367"/>
                  <a:pt x="346" y="367"/>
                  <a:pt x="346" y="367"/>
                </a:cubicBezTo>
                <a:cubicBezTo>
                  <a:pt x="353" y="360"/>
                  <a:pt x="360" y="360"/>
                  <a:pt x="367" y="353"/>
                </a:cubicBezTo>
                <a:cubicBezTo>
                  <a:pt x="367" y="353"/>
                  <a:pt x="374" y="353"/>
                  <a:pt x="381" y="353"/>
                </a:cubicBezTo>
                <a:cubicBezTo>
                  <a:pt x="388" y="353"/>
                  <a:pt x="395" y="353"/>
                  <a:pt x="403" y="360"/>
                </a:cubicBezTo>
                <a:cubicBezTo>
                  <a:pt x="410" y="360"/>
                  <a:pt x="417" y="367"/>
                  <a:pt x="424" y="367"/>
                </a:cubicBezTo>
                <a:cubicBezTo>
                  <a:pt x="424" y="375"/>
                  <a:pt x="431" y="382"/>
                  <a:pt x="431" y="389"/>
                </a:cubicBezTo>
                <a:cubicBezTo>
                  <a:pt x="438" y="396"/>
                  <a:pt x="438" y="403"/>
                  <a:pt x="438" y="410"/>
                </a:cubicBezTo>
                <a:cubicBezTo>
                  <a:pt x="438" y="417"/>
                  <a:pt x="431" y="431"/>
                  <a:pt x="431" y="438"/>
                </a:cubicBezTo>
                <a:cubicBezTo>
                  <a:pt x="424" y="445"/>
                  <a:pt x="424" y="452"/>
                  <a:pt x="417" y="452"/>
                </a:cubicBezTo>
                <a:cubicBezTo>
                  <a:pt x="410" y="460"/>
                  <a:pt x="403" y="467"/>
                  <a:pt x="395" y="467"/>
                </a:cubicBezTo>
                <a:cubicBezTo>
                  <a:pt x="388" y="474"/>
                  <a:pt x="381" y="474"/>
                  <a:pt x="374" y="474"/>
                </a:cubicBezTo>
                <a:cubicBezTo>
                  <a:pt x="360" y="474"/>
                  <a:pt x="353" y="474"/>
                  <a:pt x="346" y="467"/>
                </a:cubicBezTo>
                <a:cubicBezTo>
                  <a:pt x="339" y="467"/>
                  <a:pt x="332" y="467"/>
                  <a:pt x="325" y="460"/>
                </a:cubicBezTo>
                <a:cubicBezTo>
                  <a:pt x="325" y="452"/>
                  <a:pt x="318" y="452"/>
                  <a:pt x="311" y="445"/>
                </a:cubicBezTo>
                <a:cubicBezTo>
                  <a:pt x="311" y="438"/>
                  <a:pt x="311" y="424"/>
                  <a:pt x="311" y="417"/>
                </a:cubicBezTo>
                <a:cubicBezTo>
                  <a:pt x="346" y="417"/>
                  <a:pt x="346" y="417"/>
                  <a:pt x="346" y="417"/>
                </a:cubicBezTo>
                <a:cubicBezTo>
                  <a:pt x="346" y="424"/>
                  <a:pt x="346" y="431"/>
                  <a:pt x="353" y="438"/>
                </a:cubicBezTo>
                <a:close/>
                <a:moveTo>
                  <a:pt x="452" y="134"/>
                </a:moveTo>
                <a:lnTo>
                  <a:pt x="452" y="134"/>
                </a:lnTo>
                <a:cubicBezTo>
                  <a:pt x="438" y="134"/>
                  <a:pt x="424" y="120"/>
                  <a:pt x="424" y="106"/>
                </a:cubicBezTo>
                <a:cubicBezTo>
                  <a:pt x="424" y="28"/>
                  <a:pt x="424" y="28"/>
                  <a:pt x="424" y="28"/>
                </a:cubicBezTo>
                <a:cubicBezTo>
                  <a:pt x="424" y="14"/>
                  <a:pt x="438" y="0"/>
                  <a:pt x="452" y="0"/>
                </a:cubicBezTo>
                <a:cubicBezTo>
                  <a:pt x="473" y="0"/>
                  <a:pt x="480" y="14"/>
                  <a:pt x="480" y="28"/>
                </a:cubicBezTo>
                <a:cubicBezTo>
                  <a:pt x="480" y="106"/>
                  <a:pt x="480" y="106"/>
                  <a:pt x="480" y="106"/>
                </a:cubicBezTo>
                <a:cubicBezTo>
                  <a:pt x="480" y="120"/>
                  <a:pt x="473" y="134"/>
                  <a:pt x="452" y="134"/>
                </a:cubicBezTo>
                <a:close/>
                <a:moveTo>
                  <a:pt x="155" y="134"/>
                </a:moveTo>
                <a:lnTo>
                  <a:pt x="155" y="134"/>
                </a:lnTo>
                <a:cubicBezTo>
                  <a:pt x="134" y="134"/>
                  <a:pt x="127" y="120"/>
                  <a:pt x="127" y="106"/>
                </a:cubicBezTo>
                <a:cubicBezTo>
                  <a:pt x="127" y="28"/>
                  <a:pt x="127" y="28"/>
                  <a:pt x="127" y="28"/>
                </a:cubicBezTo>
                <a:cubicBezTo>
                  <a:pt x="127" y="14"/>
                  <a:pt x="134" y="0"/>
                  <a:pt x="155" y="0"/>
                </a:cubicBezTo>
                <a:cubicBezTo>
                  <a:pt x="169" y="0"/>
                  <a:pt x="183" y="14"/>
                  <a:pt x="183" y="28"/>
                </a:cubicBezTo>
                <a:cubicBezTo>
                  <a:pt x="183" y="106"/>
                  <a:pt x="183" y="106"/>
                  <a:pt x="183" y="106"/>
                </a:cubicBezTo>
                <a:cubicBezTo>
                  <a:pt x="183" y="120"/>
                  <a:pt x="169" y="134"/>
                  <a:pt x="155" y="13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6" name="Freeform 54"/>
          <p:cNvSpPr/>
          <p:nvPr/>
        </p:nvSpPr>
        <p:spPr>
          <a:xfrm>
            <a:off x="4665600" y="2774880"/>
            <a:ext cx="216000" cy="219240"/>
          </a:xfrm>
          <a:custGeom>
            <a:avLst/>
            <a:gdLst/>
            <a:ahLst/>
            <a:rect l="l" t="t" r="r" b="b"/>
            <a:pathLst>
              <a:path w="601" h="609">
                <a:moveTo>
                  <a:pt x="572" y="608"/>
                </a:moveTo>
                <a:lnTo>
                  <a:pt x="572" y="608"/>
                </a:lnTo>
                <a:cubicBezTo>
                  <a:pt x="28" y="608"/>
                  <a:pt x="28" y="608"/>
                  <a:pt x="28" y="608"/>
                </a:cubicBezTo>
                <a:cubicBezTo>
                  <a:pt x="14" y="608"/>
                  <a:pt x="0" y="594"/>
                  <a:pt x="0" y="580"/>
                </a:cubicBezTo>
                <a:cubicBezTo>
                  <a:pt x="0" y="106"/>
                  <a:pt x="0" y="106"/>
                  <a:pt x="0" y="106"/>
                </a:cubicBezTo>
                <a:cubicBezTo>
                  <a:pt x="0" y="92"/>
                  <a:pt x="14" y="78"/>
                  <a:pt x="28" y="78"/>
                </a:cubicBezTo>
                <a:cubicBezTo>
                  <a:pt x="84" y="78"/>
                  <a:pt x="84" y="78"/>
                  <a:pt x="84" y="78"/>
                </a:cubicBezTo>
                <a:cubicBezTo>
                  <a:pt x="84" y="106"/>
                  <a:pt x="84" y="106"/>
                  <a:pt x="84" y="106"/>
                </a:cubicBezTo>
                <a:cubicBezTo>
                  <a:pt x="84" y="141"/>
                  <a:pt x="113" y="170"/>
                  <a:pt x="148" y="170"/>
                </a:cubicBezTo>
                <a:cubicBezTo>
                  <a:pt x="183" y="170"/>
                  <a:pt x="219" y="141"/>
                  <a:pt x="219" y="106"/>
                </a:cubicBezTo>
                <a:cubicBezTo>
                  <a:pt x="219" y="78"/>
                  <a:pt x="219" y="78"/>
                  <a:pt x="219" y="78"/>
                </a:cubicBezTo>
                <a:cubicBezTo>
                  <a:pt x="388" y="78"/>
                  <a:pt x="388" y="78"/>
                  <a:pt x="388" y="78"/>
                </a:cubicBezTo>
                <a:cubicBezTo>
                  <a:pt x="388" y="106"/>
                  <a:pt x="388" y="106"/>
                  <a:pt x="388" y="106"/>
                </a:cubicBezTo>
                <a:cubicBezTo>
                  <a:pt x="388" y="141"/>
                  <a:pt x="417" y="170"/>
                  <a:pt x="452" y="170"/>
                </a:cubicBezTo>
                <a:cubicBezTo>
                  <a:pt x="487" y="170"/>
                  <a:pt x="515" y="141"/>
                  <a:pt x="515" y="106"/>
                </a:cubicBezTo>
                <a:cubicBezTo>
                  <a:pt x="515" y="78"/>
                  <a:pt x="515" y="78"/>
                  <a:pt x="515" y="78"/>
                </a:cubicBezTo>
                <a:cubicBezTo>
                  <a:pt x="572" y="78"/>
                  <a:pt x="572" y="78"/>
                  <a:pt x="572" y="78"/>
                </a:cubicBezTo>
                <a:cubicBezTo>
                  <a:pt x="593" y="78"/>
                  <a:pt x="600" y="92"/>
                  <a:pt x="600" y="106"/>
                </a:cubicBezTo>
                <a:cubicBezTo>
                  <a:pt x="600" y="580"/>
                  <a:pt x="600" y="580"/>
                  <a:pt x="600" y="580"/>
                </a:cubicBezTo>
                <a:cubicBezTo>
                  <a:pt x="600" y="594"/>
                  <a:pt x="593" y="608"/>
                  <a:pt x="572" y="608"/>
                </a:cubicBezTo>
                <a:close/>
                <a:moveTo>
                  <a:pt x="544" y="226"/>
                </a:moveTo>
                <a:lnTo>
                  <a:pt x="544" y="226"/>
                </a:lnTo>
                <a:cubicBezTo>
                  <a:pt x="56" y="226"/>
                  <a:pt x="56" y="226"/>
                  <a:pt x="56" y="226"/>
                </a:cubicBezTo>
                <a:cubicBezTo>
                  <a:pt x="56" y="551"/>
                  <a:pt x="56" y="551"/>
                  <a:pt x="56" y="551"/>
                </a:cubicBezTo>
                <a:cubicBezTo>
                  <a:pt x="544" y="551"/>
                  <a:pt x="544" y="551"/>
                  <a:pt x="544" y="551"/>
                </a:cubicBezTo>
                <a:lnTo>
                  <a:pt x="544" y="226"/>
                </a:lnTo>
                <a:close/>
                <a:moveTo>
                  <a:pt x="233" y="360"/>
                </a:moveTo>
                <a:lnTo>
                  <a:pt x="233" y="360"/>
                </a:lnTo>
                <a:cubicBezTo>
                  <a:pt x="275" y="360"/>
                  <a:pt x="275" y="360"/>
                  <a:pt x="275" y="360"/>
                </a:cubicBezTo>
                <a:cubicBezTo>
                  <a:pt x="275" y="325"/>
                  <a:pt x="275" y="325"/>
                  <a:pt x="275" y="325"/>
                </a:cubicBezTo>
                <a:cubicBezTo>
                  <a:pt x="275" y="304"/>
                  <a:pt x="282" y="297"/>
                  <a:pt x="304" y="297"/>
                </a:cubicBezTo>
                <a:cubicBezTo>
                  <a:pt x="318" y="297"/>
                  <a:pt x="332" y="304"/>
                  <a:pt x="332" y="325"/>
                </a:cubicBezTo>
                <a:cubicBezTo>
                  <a:pt x="332" y="360"/>
                  <a:pt x="332" y="360"/>
                  <a:pt x="332" y="360"/>
                </a:cubicBezTo>
                <a:cubicBezTo>
                  <a:pt x="367" y="360"/>
                  <a:pt x="367" y="360"/>
                  <a:pt x="367" y="360"/>
                </a:cubicBezTo>
                <a:cubicBezTo>
                  <a:pt x="381" y="360"/>
                  <a:pt x="395" y="375"/>
                  <a:pt x="395" y="389"/>
                </a:cubicBezTo>
                <a:cubicBezTo>
                  <a:pt x="395" y="403"/>
                  <a:pt x="381" y="417"/>
                  <a:pt x="367" y="417"/>
                </a:cubicBezTo>
                <a:cubicBezTo>
                  <a:pt x="332" y="417"/>
                  <a:pt x="332" y="417"/>
                  <a:pt x="332" y="417"/>
                </a:cubicBezTo>
                <a:cubicBezTo>
                  <a:pt x="332" y="452"/>
                  <a:pt x="332" y="452"/>
                  <a:pt x="332" y="452"/>
                </a:cubicBezTo>
                <a:cubicBezTo>
                  <a:pt x="332" y="474"/>
                  <a:pt x="318" y="481"/>
                  <a:pt x="304" y="481"/>
                </a:cubicBezTo>
                <a:cubicBezTo>
                  <a:pt x="282" y="481"/>
                  <a:pt x="275" y="474"/>
                  <a:pt x="275" y="452"/>
                </a:cubicBezTo>
                <a:cubicBezTo>
                  <a:pt x="275" y="417"/>
                  <a:pt x="275" y="417"/>
                  <a:pt x="275" y="417"/>
                </a:cubicBezTo>
                <a:cubicBezTo>
                  <a:pt x="233" y="417"/>
                  <a:pt x="233" y="417"/>
                  <a:pt x="233" y="417"/>
                </a:cubicBezTo>
                <a:cubicBezTo>
                  <a:pt x="219" y="417"/>
                  <a:pt x="204" y="403"/>
                  <a:pt x="204" y="389"/>
                </a:cubicBezTo>
                <a:cubicBezTo>
                  <a:pt x="204" y="375"/>
                  <a:pt x="219" y="360"/>
                  <a:pt x="233" y="360"/>
                </a:cubicBezTo>
                <a:close/>
                <a:moveTo>
                  <a:pt x="240" y="297"/>
                </a:moveTo>
                <a:lnTo>
                  <a:pt x="240" y="297"/>
                </a:lnTo>
                <a:cubicBezTo>
                  <a:pt x="233" y="297"/>
                  <a:pt x="233" y="297"/>
                  <a:pt x="233" y="297"/>
                </a:cubicBezTo>
                <a:cubicBezTo>
                  <a:pt x="233" y="297"/>
                  <a:pt x="233" y="297"/>
                  <a:pt x="240" y="297"/>
                </a:cubicBezTo>
                <a:close/>
                <a:moveTo>
                  <a:pt x="452" y="134"/>
                </a:moveTo>
                <a:lnTo>
                  <a:pt x="452" y="134"/>
                </a:lnTo>
                <a:cubicBezTo>
                  <a:pt x="438" y="134"/>
                  <a:pt x="424" y="120"/>
                  <a:pt x="424" y="106"/>
                </a:cubicBezTo>
                <a:cubicBezTo>
                  <a:pt x="424" y="28"/>
                  <a:pt x="424" y="28"/>
                  <a:pt x="424" y="28"/>
                </a:cubicBezTo>
                <a:cubicBezTo>
                  <a:pt x="424" y="14"/>
                  <a:pt x="438" y="0"/>
                  <a:pt x="452" y="0"/>
                </a:cubicBezTo>
                <a:cubicBezTo>
                  <a:pt x="466" y="0"/>
                  <a:pt x="480" y="14"/>
                  <a:pt x="480" y="28"/>
                </a:cubicBezTo>
                <a:cubicBezTo>
                  <a:pt x="480" y="106"/>
                  <a:pt x="480" y="106"/>
                  <a:pt x="480" y="106"/>
                </a:cubicBezTo>
                <a:cubicBezTo>
                  <a:pt x="480" y="120"/>
                  <a:pt x="466" y="134"/>
                  <a:pt x="452" y="134"/>
                </a:cubicBezTo>
                <a:close/>
                <a:moveTo>
                  <a:pt x="148" y="134"/>
                </a:moveTo>
                <a:lnTo>
                  <a:pt x="148" y="134"/>
                </a:lnTo>
                <a:cubicBezTo>
                  <a:pt x="134" y="134"/>
                  <a:pt x="120" y="120"/>
                  <a:pt x="120" y="106"/>
                </a:cubicBezTo>
                <a:cubicBezTo>
                  <a:pt x="120" y="28"/>
                  <a:pt x="120" y="28"/>
                  <a:pt x="120" y="28"/>
                </a:cubicBezTo>
                <a:cubicBezTo>
                  <a:pt x="120" y="14"/>
                  <a:pt x="134" y="0"/>
                  <a:pt x="148" y="0"/>
                </a:cubicBezTo>
                <a:cubicBezTo>
                  <a:pt x="169" y="0"/>
                  <a:pt x="176" y="14"/>
                  <a:pt x="176" y="28"/>
                </a:cubicBezTo>
                <a:cubicBezTo>
                  <a:pt x="176" y="106"/>
                  <a:pt x="176" y="106"/>
                  <a:pt x="176" y="106"/>
                </a:cubicBezTo>
                <a:cubicBezTo>
                  <a:pt x="176" y="120"/>
                  <a:pt x="169" y="134"/>
                  <a:pt x="148" y="13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7" name="Freeform 55"/>
          <p:cNvSpPr/>
          <p:nvPr/>
        </p:nvSpPr>
        <p:spPr>
          <a:xfrm>
            <a:off x="4286160" y="2774880"/>
            <a:ext cx="216000" cy="219240"/>
          </a:xfrm>
          <a:custGeom>
            <a:avLst/>
            <a:gdLst/>
            <a:ahLst/>
            <a:rect l="l" t="t" r="r" b="b"/>
            <a:pathLst>
              <a:path w="601" h="609">
                <a:moveTo>
                  <a:pt x="572" y="608"/>
                </a:moveTo>
                <a:lnTo>
                  <a:pt x="572" y="608"/>
                </a:lnTo>
                <a:cubicBezTo>
                  <a:pt x="28" y="608"/>
                  <a:pt x="28" y="608"/>
                  <a:pt x="28" y="608"/>
                </a:cubicBezTo>
                <a:cubicBezTo>
                  <a:pt x="7" y="608"/>
                  <a:pt x="0" y="594"/>
                  <a:pt x="0" y="580"/>
                </a:cubicBezTo>
                <a:cubicBezTo>
                  <a:pt x="0" y="106"/>
                  <a:pt x="0" y="106"/>
                  <a:pt x="0" y="106"/>
                </a:cubicBezTo>
                <a:cubicBezTo>
                  <a:pt x="0" y="92"/>
                  <a:pt x="7" y="78"/>
                  <a:pt x="28" y="78"/>
                </a:cubicBezTo>
                <a:cubicBezTo>
                  <a:pt x="84" y="78"/>
                  <a:pt x="84" y="78"/>
                  <a:pt x="84" y="78"/>
                </a:cubicBezTo>
                <a:cubicBezTo>
                  <a:pt x="84" y="106"/>
                  <a:pt x="84" y="106"/>
                  <a:pt x="84" y="106"/>
                </a:cubicBezTo>
                <a:cubicBezTo>
                  <a:pt x="84" y="141"/>
                  <a:pt x="113" y="170"/>
                  <a:pt x="148" y="170"/>
                </a:cubicBezTo>
                <a:cubicBezTo>
                  <a:pt x="183" y="170"/>
                  <a:pt x="211" y="141"/>
                  <a:pt x="211" y="106"/>
                </a:cubicBezTo>
                <a:cubicBezTo>
                  <a:pt x="211" y="78"/>
                  <a:pt x="211" y="78"/>
                  <a:pt x="211" y="78"/>
                </a:cubicBezTo>
                <a:cubicBezTo>
                  <a:pt x="381" y="78"/>
                  <a:pt x="381" y="78"/>
                  <a:pt x="381" y="78"/>
                </a:cubicBezTo>
                <a:cubicBezTo>
                  <a:pt x="381" y="106"/>
                  <a:pt x="381" y="106"/>
                  <a:pt x="381" y="106"/>
                </a:cubicBezTo>
                <a:cubicBezTo>
                  <a:pt x="381" y="141"/>
                  <a:pt x="417" y="170"/>
                  <a:pt x="452" y="170"/>
                </a:cubicBezTo>
                <a:cubicBezTo>
                  <a:pt x="487" y="170"/>
                  <a:pt x="515" y="141"/>
                  <a:pt x="515" y="106"/>
                </a:cubicBezTo>
                <a:cubicBezTo>
                  <a:pt x="515" y="78"/>
                  <a:pt x="515" y="78"/>
                  <a:pt x="515" y="78"/>
                </a:cubicBezTo>
                <a:cubicBezTo>
                  <a:pt x="572" y="78"/>
                  <a:pt x="572" y="78"/>
                  <a:pt x="572" y="78"/>
                </a:cubicBezTo>
                <a:cubicBezTo>
                  <a:pt x="586" y="78"/>
                  <a:pt x="600" y="92"/>
                  <a:pt x="600" y="106"/>
                </a:cubicBezTo>
                <a:cubicBezTo>
                  <a:pt x="600" y="580"/>
                  <a:pt x="600" y="580"/>
                  <a:pt x="600" y="580"/>
                </a:cubicBezTo>
                <a:cubicBezTo>
                  <a:pt x="600" y="594"/>
                  <a:pt x="586" y="608"/>
                  <a:pt x="572" y="608"/>
                </a:cubicBezTo>
                <a:close/>
                <a:moveTo>
                  <a:pt x="544" y="226"/>
                </a:moveTo>
                <a:lnTo>
                  <a:pt x="544" y="226"/>
                </a:lnTo>
                <a:cubicBezTo>
                  <a:pt x="56" y="226"/>
                  <a:pt x="56" y="226"/>
                  <a:pt x="56" y="226"/>
                </a:cubicBezTo>
                <a:cubicBezTo>
                  <a:pt x="56" y="551"/>
                  <a:pt x="56" y="551"/>
                  <a:pt x="56" y="551"/>
                </a:cubicBezTo>
                <a:cubicBezTo>
                  <a:pt x="544" y="551"/>
                  <a:pt x="544" y="551"/>
                  <a:pt x="544" y="551"/>
                </a:cubicBezTo>
                <a:lnTo>
                  <a:pt x="544" y="226"/>
                </a:lnTo>
                <a:close/>
                <a:moveTo>
                  <a:pt x="204" y="360"/>
                </a:moveTo>
                <a:lnTo>
                  <a:pt x="204" y="360"/>
                </a:lnTo>
                <a:cubicBezTo>
                  <a:pt x="211" y="360"/>
                  <a:pt x="219" y="360"/>
                  <a:pt x="226" y="367"/>
                </a:cubicBezTo>
                <a:cubicBezTo>
                  <a:pt x="268" y="417"/>
                  <a:pt x="268" y="417"/>
                  <a:pt x="268" y="417"/>
                </a:cubicBezTo>
                <a:cubicBezTo>
                  <a:pt x="381" y="304"/>
                  <a:pt x="381" y="304"/>
                  <a:pt x="381" y="304"/>
                </a:cubicBezTo>
                <a:cubicBezTo>
                  <a:pt x="388" y="297"/>
                  <a:pt x="395" y="297"/>
                  <a:pt x="402" y="297"/>
                </a:cubicBezTo>
                <a:cubicBezTo>
                  <a:pt x="417" y="297"/>
                  <a:pt x="431" y="304"/>
                  <a:pt x="431" y="325"/>
                </a:cubicBezTo>
                <a:cubicBezTo>
                  <a:pt x="431" y="332"/>
                  <a:pt x="431" y="339"/>
                  <a:pt x="424" y="339"/>
                </a:cubicBezTo>
                <a:cubicBezTo>
                  <a:pt x="289" y="474"/>
                  <a:pt x="289" y="474"/>
                  <a:pt x="289" y="474"/>
                </a:cubicBezTo>
                <a:cubicBezTo>
                  <a:pt x="282" y="481"/>
                  <a:pt x="275" y="481"/>
                  <a:pt x="268" y="481"/>
                </a:cubicBezTo>
                <a:cubicBezTo>
                  <a:pt x="261" y="481"/>
                  <a:pt x="254" y="481"/>
                  <a:pt x="254" y="474"/>
                </a:cubicBezTo>
                <a:cubicBezTo>
                  <a:pt x="183" y="410"/>
                  <a:pt x="183" y="410"/>
                  <a:pt x="183" y="410"/>
                </a:cubicBezTo>
                <a:cubicBezTo>
                  <a:pt x="176" y="403"/>
                  <a:pt x="176" y="396"/>
                  <a:pt x="176" y="389"/>
                </a:cubicBezTo>
                <a:cubicBezTo>
                  <a:pt x="176" y="375"/>
                  <a:pt x="190" y="360"/>
                  <a:pt x="204" y="360"/>
                </a:cubicBezTo>
                <a:close/>
                <a:moveTo>
                  <a:pt x="452" y="134"/>
                </a:moveTo>
                <a:lnTo>
                  <a:pt x="452" y="134"/>
                </a:lnTo>
                <a:cubicBezTo>
                  <a:pt x="431" y="134"/>
                  <a:pt x="424" y="120"/>
                  <a:pt x="424" y="106"/>
                </a:cubicBezTo>
                <a:cubicBezTo>
                  <a:pt x="424" y="28"/>
                  <a:pt x="424" y="28"/>
                  <a:pt x="424" y="28"/>
                </a:cubicBezTo>
                <a:cubicBezTo>
                  <a:pt x="424" y="14"/>
                  <a:pt x="431" y="0"/>
                  <a:pt x="452" y="0"/>
                </a:cubicBezTo>
                <a:cubicBezTo>
                  <a:pt x="466" y="0"/>
                  <a:pt x="480" y="14"/>
                  <a:pt x="480" y="28"/>
                </a:cubicBezTo>
                <a:cubicBezTo>
                  <a:pt x="480" y="106"/>
                  <a:pt x="480" y="106"/>
                  <a:pt x="480" y="106"/>
                </a:cubicBezTo>
                <a:cubicBezTo>
                  <a:pt x="480" y="120"/>
                  <a:pt x="466" y="134"/>
                  <a:pt x="452" y="134"/>
                </a:cubicBezTo>
                <a:close/>
                <a:moveTo>
                  <a:pt x="148" y="134"/>
                </a:moveTo>
                <a:lnTo>
                  <a:pt x="148" y="134"/>
                </a:lnTo>
                <a:cubicBezTo>
                  <a:pt x="134" y="134"/>
                  <a:pt x="120" y="120"/>
                  <a:pt x="120" y="106"/>
                </a:cubicBezTo>
                <a:cubicBezTo>
                  <a:pt x="120" y="28"/>
                  <a:pt x="120" y="28"/>
                  <a:pt x="120" y="28"/>
                </a:cubicBezTo>
                <a:cubicBezTo>
                  <a:pt x="120" y="14"/>
                  <a:pt x="134" y="0"/>
                  <a:pt x="148" y="0"/>
                </a:cubicBezTo>
                <a:cubicBezTo>
                  <a:pt x="162" y="0"/>
                  <a:pt x="176" y="14"/>
                  <a:pt x="176" y="28"/>
                </a:cubicBezTo>
                <a:cubicBezTo>
                  <a:pt x="176" y="106"/>
                  <a:pt x="176" y="106"/>
                  <a:pt x="176" y="106"/>
                </a:cubicBezTo>
                <a:cubicBezTo>
                  <a:pt x="176" y="120"/>
                  <a:pt x="162" y="134"/>
                  <a:pt x="148" y="13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8" name="Freeform 56"/>
          <p:cNvSpPr/>
          <p:nvPr/>
        </p:nvSpPr>
        <p:spPr>
          <a:xfrm>
            <a:off x="3914640" y="2774880"/>
            <a:ext cx="209520" cy="219240"/>
          </a:xfrm>
          <a:custGeom>
            <a:avLst/>
            <a:gdLst/>
            <a:ahLst/>
            <a:rect l="l" t="t" r="r" b="b"/>
            <a:pathLst>
              <a:path w="580" h="609">
                <a:moveTo>
                  <a:pt x="551" y="551"/>
                </a:moveTo>
                <a:lnTo>
                  <a:pt x="551" y="551"/>
                </a:lnTo>
                <a:cubicBezTo>
                  <a:pt x="438" y="551"/>
                  <a:pt x="438" y="551"/>
                  <a:pt x="438" y="551"/>
                </a:cubicBezTo>
                <a:cubicBezTo>
                  <a:pt x="417" y="551"/>
                  <a:pt x="410" y="537"/>
                  <a:pt x="410" y="523"/>
                </a:cubicBezTo>
                <a:cubicBezTo>
                  <a:pt x="410" y="502"/>
                  <a:pt x="417" y="495"/>
                  <a:pt x="438" y="495"/>
                </a:cubicBezTo>
                <a:cubicBezTo>
                  <a:pt x="551" y="495"/>
                  <a:pt x="551" y="495"/>
                  <a:pt x="551" y="495"/>
                </a:cubicBezTo>
                <a:cubicBezTo>
                  <a:pt x="565" y="495"/>
                  <a:pt x="579" y="502"/>
                  <a:pt x="579" y="523"/>
                </a:cubicBezTo>
                <a:cubicBezTo>
                  <a:pt x="579" y="537"/>
                  <a:pt x="565" y="551"/>
                  <a:pt x="551" y="551"/>
                </a:cubicBezTo>
                <a:close/>
                <a:moveTo>
                  <a:pt x="438" y="467"/>
                </a:moveTo>
                <a:lnTo>
                  <a:pt x="438" y="467"/>
                </a:lnTo>
                <a:cubicBezTo>
                  <a:pt x="403" y="467"/>
                  <a:pt x="381" y="488"/>
                  <a:pt x="381" y="523"/>
                </a:cubicBezTo>
                <a:cubicBezTo>
                  <a:pt x="381" y="551"/>
                  <a:pt x="403" y="580"/>
                  <a:pt x="438" y="580"/>
                </a:cubicBezTo>
                <a:cubicBezTo>
                  <a:pt x="445" y="580"/>
                  <a:pt x="445" y="580"/>
                  <a:pt x="445" y="580"/>
                </a:cubicBezTo>
                <a:cubicBezTo>
                  <a:pt x="551" y="580"/>
                  <a:pt x="551" y="580"/>
                  <a:pt x="551" y="580"/>
                </a:cubicBezTo>
                <a:cubicBezTo>
                  <a:pt x="551" y="594"/>
                  <a:pt x="537" y="608"/>
                  <a:pt x="523" y="608"/>
                </a:cubicBezTo>
                <a:cubicBezTo>
                  <a:pt x="28" y="608"/>
                  <a:pt x="28" y="608"/>
                  <a:pt x="28" y="608"/>
                </a:cubicBezTo>
                <a:cubicBezTo>
                  <a:pt x="14" y="608"/>
                  <a:pt x="0" y="594"/>
                  <a:pt x="0" y="580"/>
                </a:cubicBezTo>
                <a:cubicBezTo>
                  <a:pt x="0" y="85"/>
                  <a:pt x="0" y="85"/>
                  <a:pt x="0" y="85"/>
                </a:cubicBezTo>
                <a:cubicBezTo>
                  <a:pt x="0" y="71"/>
                  <a:pt x="14" y="56"/>
                  <a:pt x="28" y="56"/>
                </a:cubicBezTo>
                <a:cubicBezTo>
                  <a:pt x="77" y="56"/>
                  <a:pt x="77" y="56"/>
                  <a:pt x="77" y="56"/>
                </a:cubicBezTo>
                <a:cubicBezTo>
                  <a:pt x="77" y="85"/>
                  <a:pt x="77" y="85"/>
                  <a:pt x="77" y="85"/>
                </a:cubicBezTo>
                <a:cubicBezTo>
                  <a:pt x="77" y="120"/>
                  <a:pt x="106" y="141"/>
                  <a:pt x="134" y="141"/>
                </a:cubicBezTo>
                <a:cubicBezTo>
                  <a:pt x="162" y="141"/>
                  <a:pt x="190" y="120"/>
                  <a:pt x="190" y="85"/>
                </a:cubicBezTo>
                <a:cubicBezTo>
                  <a:pt x="190" y="56"/>
                  <a:pt x="190" y="56"/>
                  <a:pt x="190" y="56"/>
                </a:cubicBezTo>
                <a:cubicBezTo>
                  <a:pt x="219" y="56"/>
                  <a:pt x="219" y="56"/>
                  <a:pt x="219" y="56"/>
                </a:cubicBezTo>
                <a:cubicBezTo>
                  <a:pt x="219" y="85"/>
                  <a:pt x="219" y="85"/>
                  <a:pt x="219" y="85"/>
                </a:cubicBezTo>
                <a:cubicBezTo>
                  <a:pt x="219" y="120"/>
                  <a:pt x="247" y="141"/>
                  <a:pt x="275" y="141"/>
                </a:cubicBezTo>
                <a:cubicBezTo>
                  <a:pt x="304" y="141"/>
                  <a:pt x="332" y="120"/>
                  <a:pt x="332" y="85"/>
                </a:cubicBezTo>
                <a:cubicBezTo>
                  <a:pt x="332" y="56"/>
                  <a:pt x="332" y="56"/>
                  <a:pt x="332" y="56"/>
                </a:cubicBezTo>
                <a:cubicBezTo>
                  <a:pt x="360" y="56"/>
                  <a:pt x="360" y="56"/>
                  <a:pt x="360" y="56"/>
                </a:cubicBezTo>
                <a:cubicBezTo>
                  <a:pt x="360" y="85"/>
                  <a:pt x="360" y="85"/>
                  <a:pt x="360" y="85"/>
                </a:cubicBezTo>
                <a:cubicBezTo>
                  <a:pt x="360" y="120"/>
                  <a:pt x="388" y="141"/>
                  <a:pt x="417" y="141"/>
                </a:cubicBezTo>
                <a:cubicBezTo>
                  <a:pt x="445" y="141"/>
                  <a:pt x="473" y="120"/>
                  <a:pt x="473" y="85"/>
                </a:cubicBezTo>
                <a:cubicBezTo>
                  <a:pt x="473" y="56"/>
                  <a:pt x="473" y="56"/>
                  <a:pt x="473" y="56"/>
                </a:cubicBezTo>
                <a:cubicBezTo>
                  <a:pt x="523" y="56"/>
                  <a:pt x="523" y="56"/>
                  <a:pt x="523" y="56"/>
                </a:cubicBezTo>
                <a:cubicBezTo>
                  <a:pt x="537" y="56"/>
                  <a:pt x="551" y="71"/>
                  <a:pt x="551" y="85"/>
                </a:cubicBezTo>
                <a:cubicBezTo>
                  <a:pt x="551" y="467"/>
                  <a:pt x="551" y="467"/>
                  <a:pt x="551" y="467"/>
                </a:cubicBezTo>
                <a:cubicBezTo>
                  <a:pt x="523" y="467"/>
                  <a:pt x="523" y="467"/>
                  <a:pt x="523" y="467"/>
                </a:cubicBezTo>
                <a:lnTo>
                  <a:pt x="438" y="467"/>
                </a:lnTo>
                <a:close/>
                <a:moveTo>
                  <a:pt x="99" y="509"/>
                </a:moveTo>
                <a:lnTo>
                  <a:pt x="99" y="509"/>
                </a:lnTo>
                <a:cubicBezTo>
                  <a:pt x="282" y="509"/>
                  <a:pt x="282" y="509"/>
                  <a:pt x="282" y="509"/>
                </a:cubicBezTo>
                <a:cubicBezTo>
                  <a:pt x="297" y="509"/>
                  <a:pt x="304" y="502"/>
                  <a:pt x="304" y="488"/>
                </a:cubicBezTo>
                <a:cubicBezTo>
                  <a:pt x="304" y="474"/>
                  <a:pt x="297" y="467"/>
                  <a:pt x="282" y="467"/>
                </a:cubicBezTo>
                <a:cubicBezTo>
                  <a:pt x="99" y="467"/>
                  <a:pt x="99" y="467"/>
                  <a:pt x="99" y="467"/>
                </a:cubicBezTo>
                <a:cubicBezTo>
                  <a:pt x="84" y="467"/>
                  <a:pt x="77" y="474"/>
                  <a:pt x="77" y="488"/>
                </a:cubicBezTo>
                <a:cubicBezTo>
                  <a:pt x="77" y="502"/>
                  <a:pt x="84" y="509"/>
                  <a:pt x="99" y="509"/>
                </a:cubicBezTo>
                <a:close/>
                <a:moveTo>
                  <a:pt x="445" y="219"/>
                </a:moveTo>
                <a:lnTo>
                  <a:pt x="445" y="219"/>
                </a:lnTo>
                <a:cubicBezTo>
                  <a:pt x="106" y="219"/>
                  <a:pt x="106" y="219"/>
                  <a:pt x="106" y="219"/>
                </a:cubicBezTo>
                <a:cubicBezTo>
                  <a:pt x="92" y="219"/>
                  <a:pt x="77" y="233"/>
                  <a:pt x="77" y="247"/>
                </a:cubicBezTo>
                <a:cubicBezTo>
                  <a:pt x="77" y="262"/>
                  <a:pt x="92" y="276"/>
                  <a:pt x="106" y="276"/>
                </a:cubicBezTo>
                <a:cubicBezTo>
                  <a:pt x="445" y="276"/>
                  <a:pt x="445" y="276"/>
                  <a:pt x="445" y="276"/>
                </a:cubicBezTo>
                <a:cubicBezTo>
                  <a:pt x="459" y="276"/>
                  <a:pt x="473" y="262"/>
                  <a:pt x="473" y="247"/>
                </a:cubicBezTo>
                <a:cubicBezTo>
                  <a:pt x="473" y="233"/>
                  <a:pt x="459" y="219"/>
                  <a:pt x="445" y="219"/>
                </a:cubicBezTo>
                <a:close/>
                <a:moveTo>
                  <a:pt x="445" y="339"/>
                </a:moveTo>
                <a:lnTo>
                  <a:pt x="445" y="339"/>
                </a:lnTo>
                <a:cubicBezTo>
                  <a:pt x="275" y="339"/>
                  <a:pt x="275" y="339"/>
                  <a:pt x="275" y="339"/>
                </a:cubicBezTo>
                <a:cubicBezTo>
                  <a:pt x="226" y="339"/>
                  <a:pt x="226" y="339"/>
                  <a:pt x="226" y="339"/>
                </a:cubicBezTo>
                <a:cubicBezTo>
                  <a:pt x="219" y="339"/>
                  <a:pt x="219" y="339"/>
                  <a:pt x="219" y="339"/>
                </a:cubicBezTo>
                <a:cubicBezTo>
                  <a:pt x="106" y="339"/>
                  <a:pt x="106" y="339"/>
                  <a:pt x="106" y="339"/>
                </a:cubicBezTo>
                <a:cubicBezTo>
                  <a:pt x="92" y="339"/>
                  <a:pt x="77" y="353"/>
                  <a:pt x="77" y="367"/>
                </a:cubicBezTo>
                <a:cubicBezTo>
                  <a:pt x="77" y="389"/>
                  <a:pt x="92" y="396"/>
                  <a:pt x="106" y="396"/>
                </a:cubicBezTo>
                <a:cubicBezTo>
                  <a:pt x="219" y="396"/>
                  <a:pt x="219" y="396"/>
                  <a:pt x="219" y="396"/>
                </a:cubicBezTo>
                <a:cubicBezTo>
                  <a:pt x="226" y="396"/>
                  <a:pt x="226" y="396"/>
                  <a:pt x="226" y="396"/>
                </a:cubicBezTo>
                <a:cubicBezTo>
                  <a:pt x="275" y="396"/>
                  <a:pt x="275" y="396"/>
                  <a:pt x="275" y="396"/>
                </a:cubicBezTo>
                <a:cubicBezTo>
                  <a:pt x="445" y="396"/>
                  <a:pt x="445" y="396"/>
                  <a:pt x="445" y="396"/>
                </a:cubicBezTo>
                <a:cubicBezTo>
                  <a:pt x="459" y="396"/>
                  <a:pt x="473" y="389"/>
                  <a:pt x="473" y="367"/>
                </a:cubicBezTo>
                <a:cubicBezTo>
                  <a:pt x="473" y="353"/>
                  <a:pt x="459" y="339"/>
                  <a:pt x="445" y="339"/>
                </a:cubicBezTo>
                <a:close/>
                <a:moveTo>
                  <a:pt x="417" y="113"/>
                </a:moveTo>
                <a:lnTo>
                  <a:pt x="417" y="113"/>
                </a:lnTo>
                <a:cubicBezTo>
                  <a:pt x="403" y="113"/>
                  <a:pt x="388" y="106"/>
                  <a:pt x="388" y="85"/>
                </a:cubicBezTo>
                <a:cubicBezTo>
                  <a:pt x="388" y="28"/>
                  <a:pt x="388" y="28"/>
                  <a:pt x="388" y="28"/>
                </a:cubicBezTo>
                <a:cubicBezTo>
                  <a:pt x="388" y="14"/>
                  <a:pt x="403" y="0"/>
                  <a:pt x="417" y="0"/>
                </a:cubicBezTo>
                <a:cubicBezTo>
                  <a:pt x="431" y="0"/>
                  <a:pt x="445" y="14"/>
                  <a:pt x="445" y="28"/>
                </a:cubicBezTo>
                <a:cubicBezTo>
                  <a:pt x="445" y="85"/>
                  <a:pt x="445" y="85"/>
                  <a:pt x="445" y="85"/>
                </a:cubicBezTo>
                <a:cubicBezTo>
                  <a:pt x="445" y="106"/>
                  <a:pt x="431" y="113"/>
                  <a:pt x="417" y="113"/>
                </a:cubicBezTo>
                <a:close/>
                <a:moveTo>
                  <a:pt x="275" y="113"/>
                </a:moveTo>
                <a:lnTo>
                  <a:pt x="275" y="113"/>
                </a:lnTo>
                <a:cubicBezTo>
                  <a:pt x="261" y="113"/>
                  <a:pt x="247" y="106"/>
                  <a:pt x="247" y="85"/>
                </a:cubicBezTo>
                <a:cubicBezTo>
                  <a:pt x="247" y="28"/>
                  <a:pt x="247" y="28"/>
                  <a:pt x="247" y="28"/>
                </a:cubicBezTo>
                <a:cubicBezTo>
                  <a:pt x="247" y="14"/>
                  <a:pt x="261" y="0"/>
                  <a:pt x="275" y="0"/>
                </a:cubicBezTo>
                <a:cubicBezTo>
                  <a:pt x="289" y="0"/>
                  <a:pt x="304" y="14"/>
                  <a:pt x="304" y="28"/>
                </a:cubicBezTo>
                <a:cubicBezTo>
                  <a:pt x="304" y="85"/>
                  <a:pt x="304" y="85"/>
                  <a:pt x="304" y="85"/>
                </a:cubicBezTo>
                <a:cubicBezTo>
                  <a:pt x="304" y="106"/>
                  <a:pt x="289" y="113"/>
                  <a:pt x="275" y="113"/>
                </a:cubicBezTo>
                <a:close/>
                <a:moveTo>
                  <a:pt x="134" y="113"/>
                </a:moveTo>
                <a:lnTo>
                  <a:pt x="134" y="113"/>
                </a:lnTo>
                <a:cubicBezTo>
                  <a:pt x="120" y="113"/>
                  <a:pt x="106" y="106"/>
                  <a:pt x="106" y="85"/>
                </a:cubicBezTo>
                <a:cubicBezTo>
                  <a:pt x="106" y="28"/>
                  <a:pt x="106" y="28"/>
                  <a:pt x="106" y="28"/>
                </a:cubicBezTo>
                <a:cubicBezTo>
                  <a:pt x="106" y="14"/>
                  <a:pt x="120" y="0"/>
                  <a:pt x="134" y="0"/>
                </a:cubicBezTo>
                <a:cubicBezTo>
                  <a:pt x="148" y="0"/>
                  <a:pt x="162" y="14"/>
                  <a:pt x="162" y="28"/>
                </a:cubicBezTo>
                <a:cubicBezTo>
                  <a:pt x="162" y="85"/>
                  <a:pt x="162" y="85"/>
                  <a:pt x="162" y="85"/>
                </a:cubicBezTo>
                <a:cubicBezTo>
                  <a:pt x="162" y="106"/>
                  <a:pt x="148" y="113"/>
                  <a:pt x="134" y="11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9" name="Freeform 57"/>
          <p:cNvSpPr/>
          <p:nvPr/>
        </p:nvSpPr>
        <p:spPr>
          <a:xfrm>
            <a:off x="3535200" y="2774880"/>
            <a:ext cx="206640" cy="219240"/>
          </a:xfrm>
          <a:custGeom>
            <a:avLst/>
            <a:gdLst/>
            <a:ahLst/>
            <a:rect l="l" t="t" r="r" b="b"/>
            <a:pathLst>
              <a:path w="573" h="609">
                <a:moveTo>
                  <a:pt x="544" y="551"/>
                </a:moveTo>
                <a:lnTo>
                  <a:pt x="544" y="551"/>
                </a:lnTo>
                <a:cubicBezTo>
                  <a:pt x="515" y="551"/>
                  <a:pt x="515" y="551"/>
                  <a:pt x="515" y="551"/>
                </a:cubicBezTo>
                <a:cubicBezTo>
                  <a:pt x="515" y="580"/>
                  <a:pt x="515" y="580"/>
                  <a:pt x="515" y="580"/>
                </a:cubicBezTo>
                <a:cubicBezTo>
                  <a:pt x="515" y="594"/>
                  <a:pt x="508" y="608"/>
                  <a:pt x="487" y="608"/>
                </a:cubicBezTo>
                <a:cubicBezTo>
                  <a:pt x="473" y="608"/>
                  <a:pt x="459" y="594"/>
                  <a:pt x="459" y="580"/>
                </a:cubicBezTo>
                <a:cubicBezTo>
                  <a:pt x="459" y="551"/>
                  <a:pt x="459" y="551"/>
                  <a:pt x="459" y="551"/>
                </a:cubicBezTo>
                <a:cubicBezTo>
                  <a:pt x="431" y="551"/>
                  <a:pt x="431" y="551"/>
                  <a:pt x="431" y="551"/>
                </a:cubicBezTo>
                <a:cubicBezTo>
                  <a:pt x="417" y="551"/>
                  <a:pt x="402" y="537"/>
                  <a:pt x="402" y="523"/>
                </a:cubicBezTo>
                <a:cubicBezTo>
                  <a:pt x="402" y="502"/>
                  <a:pt x="417" y="495"/>
                  <a:pt x="431" y="495"/>
                </a:cubicBezTo>
                <a:cubicBezTo>
                  <a:pt x="459" y="495"/>
                  <a:pt x="459" y="495"/>
                  <a:pt x="459" y="495"/>
                </a:cubicBezTo>
                <a:cubicBezTo>
                  <a:pt x="459" y="467"/>
                  <a:pt x="459" y="467"/>
                  <a:pt x="459" y="467"/>
                </a:cubicBezTo>
                <a:cubicBezTo>
                  <a:pt x="459" y="445"/>
                  <a:pt x="473" y="438"/>
                  <a:pt x="487" y="438"/>
                </a:cubicBezTo>
                <a:cubicBezTo>
                  <a:pt x="508" y="438"/>
                  <a:pt x="515" y="445"/>
                  <a:pt x="515" y="467"/>
                </a:cubicBezTo>
                <a:cubicBezTo>
                  <a:pt x="515" y="495"/>
                  <a:pt x="515" y="495"/>
                  <a:pt x="515" y="495"/>
                </a:cubicBezTo>
                <a:cubicBezTo>
                  <a:pt x="544" y="495"/>
                  <a:pt x="544" y="495"/>
                  <a:pt x="544" y="495"/>
                </a:cubicBezTo>
                <a:cubicBezTo>
                  <a:pt x="565" y="495"/>
                  <a:pt x="572" y="502"/>
                  <a:pt x="572" y="523"/>
                </a:cubicBezTo>
                <a:cubicBezTo>
                  <a:pt x="572" y="537"/>
                  <a:pt x="565" y="551"/>
                  <a:pt x="544" y="551"/>
                </a:cubicBezTo>
                <a:close/>
                <a:moveTo>
                  <a:pt x="487" y="410"/>
                </a:moveTo>
                <a:lnTo>
                  <a:pt x="487" y="410"/>
                </a:lnTo>
                <a:cubicBezTo>
                  <a:pt x="459" y="410"/>
                  <a:pt x="431" y="431"/>
                  <a:pt x="431" y="467"/>
                </a:cubicBezTo>
                <a:cubicBezTo>
                  <a:pt x="402" y="467"/>
                  <a:pt x="374" y="488"/>
                  <a:pt x="374" y="523"/>
                </a:cubicBezTo>
                <a:cubicBezTo>
                  <a:pt x="374" y="551"/>
                  <a:pt x="402" y="580"/>
                  <a:pt x="431" y="580"/>
                </a:cubicBezTo>
                <a:cubicBezTo>
                  <a:pt x="431" y="608"/>
                  <a:pt x="431" y="608"/>
                  <a:pt x="431" y="608"/>
                </a:cubicBezTo>
                <a:cubicBezTo>
                  <a:pt x="28" y="608"/>
                  <a:pt x="28" y="608"/>
                  <a:pt x="28" y="608"/>
                </a:cubicBezTo>
                <a:cubicBezTo>
                  <a:pt x="14" y="608"/>
                  <a:pt x="0" y="594"/>
                  <a:pt x="0" y="580"/>
                </a:cubicBezTo>
                <a:cubicBezTo>
                  <a:pt x="0" y="85"/>
                  <a:pt x="0" y="85"/>
                  <a:pt x="0" y="85"/>
                </a:cubicBezTo>
                <a:cubicBezTo>
                  <a:pt x="0" y="71"/>
                  <a:pt x="14" y="56"/>
                  <a:pt x="28" y="56"/>
                </a:cubicBezTo>
                <a:cubicBezTo>
                  <a:pt x="77" y="56"/>
                  <a:pt x="77" y="56"/>
                  <a:pt x="77" y="56"/>
                </a:cubicBezTo>
                <a:cubicBezTo>
                  <a:pt x="77" y="85"/>
                  <a:pt x="77" y="85"/>
                  <a:pt x="77" y="85"/>
                </a:cubicBezTo>
                <a:cubicBezTo>
                  <a:pt x="77" y="120"/>
                  <a:pt x="99" y="141"/>
                  <a:pt x="134" y="141"/>
                </a:cubicBezTo>
                <a:cubicBezTo>
                  <a:pt x="162" y="141"/>
                  <a:pt x="190" y="120"/>
                  <a:pt x="190" y="85"/>
                </a:cubicBezTo>
                <a:cubicBezTo>
                  <a:pt x="190" y="56"/>
                  <a:pt x="190" y="56"/>
                  <a:pt x="190" y="56"/>
                </a:cubicBezTo>
                <a:cubicBezTo>
                  <a:pt x="219" y="56"/>
                  <a:pt x="219" y="56"/>
                  <a:pt x="219" y="56"/>
                </a:cubicBezTo>
                <a:cubicBezTo>
                  <a:pt x="219" y="85"/>
                  <a:pt x="219" y="85"/>
                  <a:pt x="219" y="85"/>
                </a:cubicBezTo>
                <a:cubicBezTo>
                  <a:pt x="219" y="120"/>
                  <a:pt x="240" y="141"/>
                  <a:pt x="275" y="141"/>
                </a:cubicBezTo>
                <a:cubicBezTo>
                  <a:pt x="304" y="141"/>
                  <a:pt x="332" y="120"/>
                  <a:pt x="332" y="85"/>
                </a:cubicBezTo>
                <a:cubicBezTo>
                  <a:pt x="332" y="56"/>
                  <a:pt x="332" y="56"/>
                  <a:pt x="332" y="56"/>
                </a:cubicBezTo>
                <a:cubicBezTo>
                  <a:pt x="360" y="56"/>
                  <a:pt x="360" y="56"/>
                  <a:pt x="360" y="56"/>
                </a:cubicBezTo>
                <a:cubicBezTo>
                  <a:pt x="360" y="85"/>
                  <a:pt x="360" y="85"/>
                  <a:pt x="360" y="85"/>
                </a:cubicBezTo>
                <a:cubicBezTo>
                  <a:pt x="360" y="120"/>
                  <a:pt x="381" y="141"/>
                  <a:pt x="417" y="141"/>
                </a:cubicBezTo>
                <a:cubicBezTo>
                  <a:pt x="445" y="141"/>
                  <a:pt x="473" y="120"/>
                  <a:pt x="473" y="85"/>
                </a:cubicBezTo>
                <a:cubicBezTo>
                  <a:pt x="473" y="56"/>
                  <a:pt x="473" y="56"/>
                  <a:pt x="473" y="56"/>
                </a:cubicBezTo>
                <a:cubicBezTo>
                  <a:pt x="515" y="56"/>
                  <a:pt x="515" y="56"/>
                  <a:pt x="515" y="56"/>
                </a:cubicBezTo>
                <a:cubicBezTo>
                  <a:pt x="537" y="56"/>
                  <a:pt x="544" y="71"/>
                  <a:pt x="544" y="85"/>
                </a:cubicBezTo>
                <a:cubicBezTo>
                  <a:pt x="544" y="467"/>
                  <a:pt x="544" y="467"/>
                  <a:pt x="544" y="467"/>
                </a:cubicBezTo>
                <a:cubicBezTo>
                  <a:pt x="544" y="431"/>
                  <a:pt x="523" y="410"/>
                  <a:pt x="487" y="410"/>
                </a:cubicBezTo>
                <a:close/>
                <a:moveTo>
                  <a:pt x="77" y="488"/>
                </a:moveTo>
                <a:lnTo>
                  <a:pt x="77" y="488"/>
                </a:lnTo>
                <a:cubicBezTo>
                  <a:pt x="77" y="502"/>
                  <a:pt x="84" y="509"/>
                  <a:pt x="99" y="509"/>
                </a:cubicBezTo>
                <a:cubicBezTo>
                  <a:pt x="275" y="509"/>
                  <a:pt x="275" y="509"/>
                  <a:pt x="275" y="509"/>
                </a:cubicBezTo>
                <a:cubicBezTo>
                  <a:pt x="289" y="509"/>
                  <a:pt x="304" y="502"/>
                  <a:pt x="304" y="488"/>
                </a:cubicBezTo>
                <a:cubicBezTo>
                  <a:pt x="304" y="474"/>
                  <a:pt x="289" y="467"/>
                  <a:pt x="275" y="467"/>
                </a:cubicBezTo>
                <a:cubicBezTo>
                  <a:pt x="99" y="467"/>
                  <a:pt x="99" y="467"/>
                  <a:pt x="99" y="467"/>
                </a:cubicBezTo>
                <a:cubicBezTo>
                  <a:pt x="84" y="467"/>
                  <a:pt x="77" y="474"/>
                  <a:pt x="77" y="488"/>
                </a:cubicBezTo>
                <a:close/>
                <a:moveTo>
                  <a:pt x="106" y="396"/>
                </a:moveTo>
                <a:lnTo>
                  <a:pt x="106" y="396"/>
                </a:lnTo>
                <a:cubicBezTo>
                  <a:pt x="226" y="396"/>
                  <a:pt x="226" y="396"/>
                  <a:pt x="226" y="396"/>
                </a:cubicBezTo>
                <a:cubicBezTo>
                  <a:pt x="275" y="396"/>
                  <a:pt x="275" y="396"/>
                  <a:pt x="275" y="396"/>
                </a:cubicBezTo>
                <a:cubicBezTo>
                  <a:pt x="282" y="396"/>
                  <a:pt x="282" y="396"/>
                  <a:pt x="282" y="396"/>
                </a:cubicBezTo>
                <a:cubicBezTo>
                  <a:pt x="318" y="396"/>
                  <a:pt x="318" y="396"/>
                  <a:pt x="318" y="396"/>
                </a:cubicBezTo>
                <a:cubicBezTo>
                  <a:pt x="346" y="396"/>
                  <a:pt x="346" y="396"/>
                  <a:pt x="346" y="396"/>
                </a:cubicBezTo>
                <a:cubicBezTo>
                  <a:pt x="367" y="396"/>
                  <a:pt x="374" y="389"/>
                  <a:pt x="374" y="367"/>
                </a:cubicBezTo>
                <a:cubicBezTo>
                  <a:pt x="374" y="353"/>
                  <a:pt x="367" y="339"/>
                  <a:pt x="346" y="339"/>
                </a:cubicBezTo>
                <a:cubicBezTo>
                  <a:pt x="282" y="339"/>
                  <a:pt x="282" y="339"/>
                  <a:pt x="282" y="339"/>
                </a:cubicBezTo>
                <a:cubicBezTo>
                  <a:pt x="275" y="339"/>
                  <a:pt x="275" y="339"/>
                  <a:pt x="275" y="339"/>
                </a:cubicBezTo>
                <a:cubicBezTo>
                  <a:pt x="226" y="339"/>
                  <a:pt x="226" y="339"/>
                  <a:pt x="226" y="339"/>
                </a:cubicBezTo>
                <a:cubicBezTo>
                  <a:pt x="106" y="339"/>
                  <a:pt x="106" y="339"/>
                  <a:pt x="106" y="339"/>
                </a:cubicBezTo>
                <a:cubicBezTo>
                  <a:pt x="84" y="339"/>
                  <a:pt x="77" y="353"/>
                  <a:pt x="77" y="367"/>
                </a:cubicBezTo>
                <a:cubicBezTo>
                  <a:pt x="77" y="389"/>
                  <a:pt x="84" y="396"/>
                  <a:pt x="106" y="396"/>
                </a:cubicBezTo>
                <a:close/>
                <a:moveTo>
                  <a:pt x="445" y="219"/>
                </a:moveTo>
                <a:lnTo>
                  <a:pt x="445" y="219"/>
                </a:lnTo>
                <a:cubicBezTo>
                  <a:pt x="106" y="219"/>
                  <a:pt x="106" y="219"/>
                  <a:pt x="106" y="219"/>
                </a:cubicBezTo>
                <a:cubicBezTo>
                  <a:pt x="84" y="219"/>
                  <a:pt x="77" y="233"/>
                  <a:pt x="77" y="247"/>
                </a:cubicBezTo>
                <a:cubicBezTo>
                  <a:pt x="77" y="262"/>
                  <a:pt x="84" y="276"/>
                  <a:pt x="106" y="276"/>
                </a:cubicBezTo>
                <a:cubicBezTo>
                  <a:pt x="445" y="276"/>
                  <a:pt x="445" y="276"/>
                  <a:pt x="445" y="276"/>
                </a:cubicBezTo>
                <a:cubicBezTo>
                  <a:pt x="459" y="276"/>
                  <a:pt x="473" y="262"/>
                  <a:pt x="473" y="247"/>
                </a:cubicBezTo>
                <a:cubicBezTo>
                  <a:pt x="473" y="233"/>
                  <a:pt x="459" y="219"/>
                  <a:pt x="445" y="219"/>
                </a:cubicBezTo>
                <a:close/>
                <a:moveTo>
                  <a:pt x="417" y="113"/>
                </a:moveTo>
                <a:lnTo>
                  <a:pt x="417" y="113"/>
                </a:lnTo>
                <a:cubicBezTo>
                  <a:pt x="395" y="113"/>
                  <a:pt x="388" y="106"/>
                  <a:pt x="388" y="85"/>
                </a:cubicBezTo>
                <a:cubicBezTo>
                  <a:pt x="388" y="28"/>
                  <a:pt x="388" y="28"/>
                  <a:pt x="388" y="28"/>
                </a:cubicBezTo>
                <a:cubicBezTo>
                  <a:pt x="388" y="14"/>
                  <a:pt x="395" y="0"/>
                  <a:pt x="417" y="0"/>
                </a:cubicBezTo>
                <a:cubicBezTo>
                  <a:pt x="431" y="0"/>
                  <a:pt x="445" y="14"/>
                  <a:pt x="445" y="28"/>
                </a:cubicBezTo>
                <a:cubicBezTo>
                  <a:pt x="445" y="85"/>
                  <a:pt x="445" y="85"/>
                  <a:pt x="445" y="85"/>
                </a:cubicBezTo>
                <a:cubicBezTo>
                  <a:pt x="445" y="106"/>
                  <a:pt x="431" y="113"/>
                  <a:pt x="417" y="113"/>
                </a:cubicBezTo>
                <a:close/>
                <a:moveTo>
                  <a:pt x="275" y="113"/>
                </a:moveTo>
                <a:lnTo>
                  <a:pt x="275" y="113"/>
                </a:lnTo>
                <a:cubicBezTo>
                  <a:pt x="254" y="113"/>
                  <a:pt x="247" y="106"/>
                  <a:pt x="247" y="85"/>
                </a:cubicBezTo>
                <a:cubicBezTo>
                  <a:pt x="247" y="28"/>
                  <a:pt x="247" y="28"/>
                  <a:pt x="247" y="28"/>
                </a:cubicBezTo>
                <a:cubicBezTo>
                  <a:pt x="247" y="14"/>
                  <a:pt x="254" y="0"/>
                  <a:pt x="275" y="0"/>
                </a:cubicBezTo>
                <a:cubicBezTo>
                  <a:pt x="289" y="0"/>
                  <a:pt x="304" y="14"/>
                  <a:pt x="304" y="28"/>
                </a:cubicBezTo>
                <a:cubicBezTo>
                  <a:pt x="304" y="85"/>
                  <a:pt x="304" y="85"/>
                  <a:pt x="304" y="85"/>
                </a:cubicBezTo>
                <a:cubicBezTo>
                  <a:pt x="304" y="106"/>
                  <a:pt x="289" y="113"/>
                  <a:pt x="275" y="113"/>
                </a:cubicBezTo>
                <a:close/>
                <a:moveTo>
                  <a:pt x="134" y="113"/>
                </a:moveTo>
                <a:lnTo>
                  <a:pt x="134" y="113"/>
                </a:lnTo>
                <a:cubicBezTo>
                  <a:pt x="113" y="113"/>
                  <a:pt x="106" y="106"/>
                  <a:pt x="106" y="85"/>
                </a:cubicBezTo>
                <a:cubicBezTo>
                  <a:pt x="106" y="28"/>
                  <a:pt x="106" y="28"/>
                  <a:pt x="106" y="28"/>
                </a:cubicBezTo>
                <a:cubicBezTo>
                  <a:pt x="106" y="14"/>
                  <a:pt x="113" y="0"/>
                  <a:pt x="134" y="0"/>
                </a:cubicBezTo>
                <a:cubicBezTo>
                  <a:pt x="148" y="0"/>
                  <a:pt x="162" y="14"/>
                  <a:pt x="162" y="28"/>
                </a:cubicBezTo>
                <a:cubicBezTo>
                  <a:pt x="162" y="85"/>
                  <a:pt x="162" y="85"/>
                  <a:pt x="162" y="85"/>
                </a:cubicBezTo>
                <a:cubicBezTo>
                  <a:pt x="162" y="106"/>
                  <a:pt x="148" y="113"/>
                  <a:pt x="134" y="11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0" name="Freeform 58"/>
          <p:cNvSpPr/>
          <p:nvPr/>
        </p:nvSpPr>
        <p:spPr>
          <a:xfrm>
            <a:off x="3157560" y="2773440"/>
            <a:ext cx="206280" cy="217440"/>
          </a:xfrm>
          <a:custGeom>
            <a:avLst/>
            <a:gdLst/>
            <a:ahLst/>
            <a:rect l="l" t="t" r="r" b="b"/>
            <a:pathLst>
              <a:path w="573" h="602">
                <a:moveTo>
                  <a:pt x="530" y="516"/>
                </a:moveTo>
                <a:lnTo>
                  <a:pt x="530" y="516"/>
                </a:lnTo>
                <a:cubicBezTo>
                  <a:pt x="565" y="558"/>
                  <a:pt x="565" y="558"/>
                  <a:pt x="565" y="558"/>
                </a:cubicBezTo>
                <a:cubicBezTo>
                  <a:pt x="572" y="558"/>
                  <a:pt x="572" y="565"/>
                  <a:pt x="572" y="572"/>
                </a:cubicBezTo>
                <a:cubicBezTo>
                  <a:pt x="572" y="594"/>
                  <a:pt x="558" y="601"/>
                  <a:pt x="544" y="601"/>
                </a:cubicBezTo>
                <a:cubicBezTo>
                  <a:pt x="537" y="601"/>
                  <a:pt x="530" y="601"/>
                  <a:pt x="522" y="594"/>
                </a:cubicBezTo>
                <a:cubicBezTo>
                  <a:pt x="487" y="558"/>
                  <a:pt x="487" y="558"/>
                  <a:pt x="487" y="558"/>
                </a:cubicBezTo>
                <a:cubicBezTo>
                  <a:pt x="452" y="594"/>
                  <a:pt x="452" y="594"/>
                  <a:pt x="452" y="594"/>
                </a:cubicBezTo>
                <a:cubicBezTo>
                  <a:pt x="445" y="601"/>
                  <a:pt x="438" y="601"/>
                  <a:pt x="431" y="601"/>
                </a:cubicBezTo>
                <a:cubicBezTo>
                  <a:pt x="417" y="601"/>
                  <a:pt x="402" y="594"/>
                  <a:pt x="402" y="572"/>
                </a:cubicBezTo>
                <a:cubicBezTo>
                  <a:pt x="402" y="565"/>
                  <a:pt x="402" y="558"/>
                  <a:pt x="409" y="558"/>
                </a:cubicBezTo>
                <a:cubicBezTo>
                  <a:pt x="445" y="516"/>
                  <a:pt x="445" y="516"/>
                  <a:pt x="445" y="516"/>
                </a:cubicBezTo>
                <a:cubicBezTo>
                  <a:pt x="409" y="481"/>
                  <a:pt x="409" y="481"/>
                  <a:pt x="409" y="481"/>
                </a:cubicBezTo>
                <a:cubicBezTo>
                  <a:pt x="402" y="474"/>
                  <a:pt x="402" y="467"/>
                  <a:pt x="402" y="459"/>
                </a:cubicBezTo>
                <a:cubicBezTo>
                  <a:pt x="402" y="445"/>
                  <a:pt x="417" y="431"/>
                  <a:pt x="431" y="431"/>
                </a:cubicBezTo>
                <a:cubicBezTo>
                  <a:pt x="438" y="431"/>
                  <a:pt x="445" y="438"/>
                  <a:pt x="452" y="445"/>
                </a:cubicBezTo>
                <a:cubicBezTo>
                  <a:pt x="487" y="481"/>
                  <a:pt x="487" y="481"/>
                  <a:pt x="487" y="481"/>
                </a:cubicBezTo>
                <a:cubicBezTo>
                  <a:pt x="522" y="445"/>
                  <a:pt x="522" y="445"/>
                  <a:pt x="522" y="445"/>
                </a:cubicBezTo>
                <a:cubicBezTo>
                  <a:pt x="530" y="438"/>
                  <a:pt x="537" y="431"/>
                  <a:pt x="544" y="431"/>
                </a:cubicBezTo>
                <a:cubicBezTo>
                  <a:pt x="558" y="431"/>
                  <a:pt x="572" y="445"/>
                  <a:pt x="572" y="459"/>
                </a:cubicBezTo>
                <a:cubicBezTo>
                  <a:pt x="572" y="467"/>
                  <a:pt x="572" y="474"/>
                  <a:pt x="565" y="481"/>
                </a:cubicBezTo>
                <a:lnTo>
                  <a:pt x="530" y="516"/>
                </a:lnTo>
                <a:close/>
                <a:moveTo>
                  <a:pt x="501" y="424"/>
                </a:moveTo>
                <a:lnTo>
                  <a:pt x="501" y="424"/>
                </a:lnTo>
                <a:cubicBezTo>
                  <a:pt x="487" y="438"/>
                  <a:pt x="487" y="438"/>
                  <a:pt x="487" y="438"/>
                </a:cubicBezTo>
                <a:cubicBezTo>
                  <a:pt x="473" y="424"/>
                  <a:pt x="473" y="424"/>
                  <a:pt x="473" y="424"/>
                </a:cubicBezTo>
                <a:cubicBezTo>
                  <a:pt x="459" y="410"/>
                  <a:pt x="445" y="403"/>
                  <a:pt x="431" y="403"/>
                </a:cubicBezTo>
                <a:cubicBezTo>
                  <a:pt x="402" y="403"/>
                  <a:pt x="374" y="431"/>
                  <a:pt x="374" y="459"/>
                </a:cubicBezTo>
                <a:cubicBezTo>
                  <a:pt x="374" y="481"/>
                  <a:pt x="381" y="495"/>
                  <a:pt x="388" y="502"/>
                </a:cubicBezTo>
                <a:cubicBezTo>
                  <a:pt x="409" y="516"/>
                  <a:pt x="409" y="516"/>
                  <a:pt x="409" y="516"/>
                </a:cubicBezTo>
                <a:cubicBezTo>
                  <a:pt x="388" y="537"/>
                  <a:pt x="388" y="537"/>
                  <a:pt x="388" y="537"/>
                </a:cubicBezTo>
                <a:cubicBezTo>
                  <a:pt x="381" y="544"/>
                  <a:pt x="374" y="558"/>
                  <a:pt x="374" y="572"/>
                </a:cubicBezTo>
                <a:cubicBezTo>
                  <a:pt x="374" y="587"/>
                  <a:pt x="374" y="594"/>
                  <a:pt x="381" y="601"/>
                </a:cubicBezTo>
                <a:cubicBezTo>
                  <a:pt x="28" y="601"/>
                  <a:pt x="28" y="601"/>
                  <a:pt x="28" y="601"/>
                </a:cubicBezTo>
                <a:cubicBezTo>
                  <a:pt x="7" y="601"/>
                  <a:pt x="0" y="594"/>
                  <a:pt x="0" y="572"/>
                </a:cubicBezTo>
                <a:cubicBezTo>
                  <a:pt x="0" y="85"/>
                  <a:pt x="0" y="85"/>
                  <a:pt x="0" y="85"/>
                </a:cubicBezTo>
                <a:cubicBezTo>
                  <a:pt x="0" y="71"/>
                  <a:pt x="7" y="56"/>
                  <a:pt x="28" y="56"/>
                </a:cubicBezTo>
                <a:cubicBezTo>
                  <a:pt x="70" y="56"/>
                  <a:pt x="70" y="56"/>
                  <a:pt x="70" y="56"/>
                </a:cubicBezTo>
                <a:cubicBezTo>
                  <a:pt x="70" y="85"/>
                  <a:pt x="70" y="85"/>
                  <a:pt x="70" y="85"/>
                </a:cubicBezTo>
                <a:cubicBezTo>
                  <a:pt x="70" y="113"/>
                  <a:pt x="98" y="141"/>
                  <a:pt x="127" y="141"/>
                </a:cubicBezTo>
                <a:cubicBezTo>
                  <a:pt x="162" y="141"/>
                  <a:pt x="183" y="113"/>
                  <a:pt x="183" y="85"/>
                </a:cubicBezTo>
                <a:cubicBezTo>
                  <a:pt x="183" y="56"/>
                  <a:pt x="183" y="56"/>
                  <a:pt x="183" y="56"/>
                </a:cubicBezTo>
                <a:cubicBezTo>
                  <a:pt x="211" y="56"/>
                  <a:pt x="211" y="56"/>
                  <a:pt x="211" y="56"/>
                </a:cubicBezTo>
                <a:cubicBezTo>
                  <a:pt x="211" y="85"/>
                  <a:pt x="211" y="85"/>
                  <a:pt x="211" y="85"/>
                </a:cubicBezTo>
                <a:cubicBezTo>
                  <a:pt x="211" y="113"/>
                  <a:pt x="240" y="141"/>
                  <a:pt x="268" y="141"/>
                </a:cubicBezTo>
                <a:cubicBezTo>
                  <a:pt x="303" y="141"/>
                  <a:pt x="325" y="113"/>
                  <a:pt x="325" y="85"/>
                </a:cubicBezTo>
                <a:cubicBezTo>
                  <a:pt x="325" y="56"/>
                  <a:pt x="325" y="56"/>
                  <a:pt x="325" y="56"/>
                </a:cubicBezTo>
                <a:cubicBezTo>
                  <a:pt x="353" y="56"/>
                  <a:pt x="353" y="56"/>
                  <a:pt x="353" y="56"/>
                </a:cubicBezTo>
                <a:cubicBezTo>
                  <a:pt x="353" y="85"/>
                  <a:pt x="353" y="85"/>
                  <a:pt x="353" y="85"/>
                </a:cubicBezTo>
                <a:cubicBezTo>
                  <a:pt x="353" y="113"/>
                  <a:pt x="381" y="141"/>
                  <a:pt x="409" y="141"/>
                </a:cubicBezTo>
                <a:cubicBezTo>
                  <a:pt x="445" y="141"/>
                  <a:pt x="466" y="113"/>
                  <a:pt x="466" y="85"/>
                </a:cubicBezTo>
                <a:cubicBezTo>
                  <a:pt x="466" y="56"/>
                  <a:pt x="466" y="56"/>
                  <a:pt x="466" y="56"/>
                </a:cubicBezTo>
                <a:cubicBezTo>
                  <a:pt x="515" y="56"/>
                  <a:pt x="515" y="56"/>
                  <a:pt x="515" y="56"/>
                </a:cubicBezTo>
                <a:cubicBezTo>
                  <a:pt x="530" y="56"/>
                  <a:pt x="544" y="71"/>
                  <a:pt x="544" y="85"/>
                </a:cubicBezTo>
                <a:cubicBezTo>
                  <a:pt x="544" y="403"/>
                  <a:pt x="544" y="403"/>
                  <a:pt x="544" y="403"/>
                </a:cubicBezTo>
                <a:cubicBezTo>
                  <a:pt x="530" y="403"/>
                  <a:pt x="515" y="410"/>
                  <a:pt x="501" y="424"/>
                </a:cubicBezTo>
                <a:close/>
                <a:moveTo>
                  <a:pt x="353" y="367"/>
                </a:moveTo>
                <a:lnTo>
                  <a:pt x="353" y="367"/>
                </a:lnTo>
                <a:cubicBezTo>
                  <a:pt x="353" y="353"/>
                  <a:pt x="346" y="339"/>
                  <a:pt x="325" y="339"/>
                </a:cubicBezTo>
                <a:cubicBezTo>
                  <a:pt x="268" y="339"/>
                  <a:pt x="268" y="339"/>
                  <a:pt x="268" y="339"/>
                </a:cubicBezTo>
                <a:cubicBezTo>
                  <a:pt x="226" y="339"/>
                  <a:pt x="226" y="339"/>
                  <a:pt x="226" y="339"/>
                </a:cubicBezTo>
                <a:cubicBezTo>
                  <a:pt x="98" y="339"/>
                  <a:pt x="98" y="339"/>
                  <a:pt x="98" y="339"/>
                </a:cubicBezTo>
                <a:cubicBezTo>
                  <a:pt x="84" y="339"/>
                  <a:pt x="70" y="353"/>
                  <a:pt x="70" y="367"/>
                </a:cubicBezTo>
                <a:cubicBezTo>
                  <a:pt x="70" y="382"/>
                  <a:pt x="84" y="396"/>
                  <a:pt x="98" y="396"/>
                </a:cubicBezTo>
                <a:cubicBezTo>
                  <a:pt x="226" y="396"/>
                  <a:pt x="226" y="396"/>
                  <a:pt x="226" y="396"/>
                </a:cubicBezTo>
                <a:cubicBezTo>
                  <a:pt x="268" y="396"/>
                  <a:pt x="268" y="396"/>
                  <a:pt x="268" y="396"/>
                </a:cubicBezTo>
                <a:cubicBezTo>
                  <a:pt x="325" y="396"/>
                  <a:pt x="325" y="396"/>
                  <a:pt x="325" y="396"/>
                </a:cubicBezTo>
                <a:cubicBezTo>
                  <a:pt x="346" y="396"/>
                  <a:pt x="353" y="382"/>
                  <a:pt x="353" y="367"/>
                </a:cubicBezTo>
                <a:close/>
                <a:moveTo>
                  <a:pt x="70" y="488"/>
                </a:moveTo>
                <a:lnTo>
                  <a:pt x="70" y="488"/>
                </a:lnTo>
                <a:cubicBezTo>
                  <a:pt x="70" y="502"/>
                  <a:pt x="84" y="509"/>
                  <a:pt x="98" y="509"/>
                </a:cubicBezTo>
                <a:cubicBezTo>
                  <a:pt x="275" y="509"/>
                  <a:pt x="275" y="509"/>
                  <a:pt x="275" y="509"/>
                </a:cubicBezTo>
                <a:cubicBezTo>
                  <a:pt x="289" y="509"/>
                  <a:pt x="296" y="502"/>
                  <a:pt x="296" y="488"/>
                </a:cubicBezTo>
                <a:cubicBezTo>
                  <a:pt x="296" y="474"/>
                  <a:pt x="289" y="459"/>
                  <a:pt x="275" y="459"/>
                </a:cubicBezTo>
                <a:cubicBezTo>
                  <a:pt x="98" y="459"/>
                  <a:pt x="98" y="459"/>
                  <a:pt x="98" y="459"/>
                </a:cubicBezTo>
                <a:cubicBezTo>
                  <a:pt x="84" y="459"/>
                  <a:pt x="70" y="474"/>
                  <a:pt x="70" y="488"/>
                </a:cubicBezTo>
                <a:close/>
                <a:moveTo>
                  <a:pt x="438" y="219"/>
                </a:moveTo>
                <a:lnTo>
                  <a:pt x="438" y="219"/>
                </a:lnTo>
                <a:cubicBezTo>
                  <a:pt x="98" y="219"/>
                  <a:pt x="98" y="219"/>
                  <a:pt x="98" y="219"/>
                </a:cubicBezTo>
                <a:cubicBezTo>
                  <a:pt x="84" y="219"/>
                  <a:pt x="70" y="226"/>
                  <a:pt x="70" y="247"/>
                </a:cubicBezTo>
                <a:cubicBezTo>
                  <a:pt x="70" y="261"/>
                  <a:pt x="84" y="276"/>
                  <a:pt x="98" y="276"/>
                </a:cubicBezTo>
                <a:cubicBezTo>
                  <a:pt x="438" y="276"/>
                  <a:pt x="438" y="276"/>
                  <a:pt x="438" y="276"/>
                </a:cubicBezTo>
                <a:cubicBezTo>
                  <a:pt x="459" y="276"/>
                  <a:pt x="466" y="261"/>
                  <a:pt x="466" y="247"/>
                </a:cubicBezTo>
                <a:cubicBezTo>
                  <a:pt x="466" y="226"/>
                  <a:pt x="459" y="219"/>
                  <a:pt x="438" y="219"/>
                </a:cubicBezTo>
                <a:close/>
                <a:moveTo>
                  <a:pt x="409" y="113"/>
                </a:moveTo>
                <a:lnTo>
                  <a:pt x="409" y="113"/>
                </a:lnTo>
                <a:cubicBezTo>
                  <a:pt x="395" y="113"/>
                  <a:pt x="381" y="99"/>
                  <a:pt x="381" y="85"/>
                </a:cubicBezTo>
                <a:cubicBezTo>
                  <a:pt x="381" y="28"/>
                  <a:pt x="381" y="28"/>
                  <a:pt x="381" y="28"/>
                </a:cubicBezTo>
                <a:cubicBezTo>
                  <a:pt x="381" y="14"/>
                  <a:pt x="395" y="0"/>
                  <a:pt x="409" y="0"/>
                </a:cubicBezTo>
                <a:cubicBezTo>
                  <a:pt x="431" y="0"/>
                  <a:pt x="438" y="14"/>
                  <a:pt x="438" y="28"/>
                </a:cubicBezTo>
                <a:cubicBezTo>
                  <a:pt x="438" y="85"/>
                  <a:pt x="438" y="85"/>
                  <a:pt x="438" y="85"/>
                </a:cubicBezTo>
                <a:cubicBezTo>
                  <a:pt x="438" y="99"/>
                  <a:pt x="431" y="113"/>
                  <a:pt x="409" y="113"/>
                </a:cubicBezTo>
                <a:close/>
                <a:moveTo>
                  <a:pt x="268" y="113"/>
                </a:moveTo>
                <a:lnTo>
                  <a:pt x="268" y="113"/>
                </a:lnTo>
                <a:cubicBezTo>
                  <a:pt x="254" y="113"/>
                  <a:pt x="240" y="99"/>
                  <a:pt x="240" y="85"/>
                </a:cubicBezTo>
                <a:cubicBezTo>
                  <a:pt x="240" y="28"/>
                  <a:pt x="240" y="28"/>
                  <a:pt x="240" y="28"/>
                </a:cubicBezTo>
                <a:cubicBezTo>
                  <a:pt x="240" y="14"/>
                  <a:pt x="254" y="0"/>
                  <a:pt x="268" y="0"/>
                </a:cubicBezTo>
                <a:cubicBezTo>
                  <a:pt x="289" y="0"/>
                  <a:pt x="296" y="14"/>
                  <a:pt x="296" y="28"/>
                </a:cubicBezTo>
                <a:cubicBezTo>
                  <a:pt x="296" y="85"/>
                  <a:pt x="296" y="85"/>
                  <a:pt x="296" y="85"/>
                </a:cubicBezTo>
                <a:cubicBezTo>
                  <a:pt x="296" y="99"/>
                  <a:pt x="289" y="113"/>
                  <a:pt x="268" y="113"/>
                </a:cubicBezTo>
                <a:close/>
                <a:moveTo>
                  <a:pt x="127" y="113"/>
                </a:moveTo>
                <a:lnTo>
                  <a:pt x="127" y="113"/>
                </a:lnTo>
                <a:cubicBezTo>
                  <a:pt x="113" y="113"/>
                  <a:pt x="98" y="99"/>
                  <a:pt x="98" y="85"/>
                </a:cubicBezTo>
                <a:cubicBezTo>
                  <a:pt x="98" y="28"/>
                  <a:pt x="98" y="28"/>
                  <a:pt x="98" y="28"/>
                </a:cubicBezTo>
                <a:cubicBezTo>
                  <a:pt x="98" y="14"/>
                  <a:pt x="113" y="0"/>
                  <a:pt x="127" y="0"/>
                </a:cubicBezTo>
                <a:cubicBezTo>
                  <a:pt x="148" y="0"/>
                  <a:pt x="155" y="14"/>
                  <a:pt x="155" y="28"/>
                </a:cubicBezTo>
                <a:cubicBezTo>
                  <a:pt x="155" y="85"/>
                  <a:pt x="155" y="85"/>
                  <a:pt x="155" y="85"/>
                </a:cubicBezTo>
                <a:cubicBezTo>
                  <a:pt x="155" y="99"/>
                  <a:pt x="148" y="113"/>
                  <a:pt x="127" y="11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1" name="Freeform 59"/>
          <p:cNvSpPr/>
          <p:nvPr/>
        </p:nvSpPr>
        <p:spPr>
          <a:xfrm>
            <a:off x="2774880" y="2774880"/>
            <a:ext cx="209520" cy="219240"/>
          </a:xfrm>
          <a:custGeom>
            <a:avLst/>
            <a:gdLst/>
            <a:ahLst/>
            <a:rect l="l" t="t" r="r" b="b"/>
            <a:pathLst>
              <a:path w="581" h="609">
                <a:moveTo>
                  <a:pt x="566" y="523"/>
                </a:moveTo>
                <a:lnTo>
                  <a:pt x="566" y="523"/>
                </a:lnTo>
                <a:cubicBezTo>
                  <a:pt x="495" y="594"/>
                  <a:pt x="495" y="594"/>
                  <a:pt x="495" y="594"/>
                </a:cubicBezTo>
                <a:cubicBezTo>
                  <a:pt x="488" y="601"/>
                  <a:pt x="481" y="608"/>
                  <a:pt x="474" y="608"/>
                </a:cubicBezTo>
                <a:cubicBezTo>
                  <a:pt x="467" y="608"/>
                  <a:pt x="460" y="601"/>
                  <a:pt x="453" y="594"/>
                </a:cubicBezTo>
                <a:cubicBezTo>
                  <a:pt x="417" y="558"/>
                  <a:pt x="417" y="558"/>
                  <a:pt x="417" y="558"/>
                </a:cubicBezTo>
                <a:cubicBezTo>
                  <a:pt x="410" y="551"/>
                  <a:pt x="410" y="544"/>
                  <a:pt x="410" y="537"/>
                </a:cubicBezTo>
                <a:cubicBezTo>
                  <a:pt x="410" y="523"/>
                  <a:pt x="417" y="509"/>
                  <a:pt x="439" y="509"/>
                </a:cubicBezTo>
                <a:cubicBezTo>
                  <a:pt x="446" y="509"/>
                  <a:pt x="453" y="516"/>
                  <a:pt x="453" y="523"/>
                </a:cubicBezTo>
                <a:cubicBezTo>
                  <a:pt x="474" y="537"/>
                  <a:pt x="474" y="537"/>
                  <a:pt x="474" y="537"/>
                </a:cubicBezTo>
                <a:cubicBezTo>
                  <a:pt x="530" y="481"/>
                  <a:pt x="530" y="481"/>
                  <a:pt x="530" y="481"/>
                </a:cubicBezTo>
                <a:cubicBezTo>
                  <a:pt x="537" y="474"/>
                  <a:pt x="545" y="474"/>
                  <a:pt x="552" y="474"/>
                </a:cubicBezTo>
                <a:cubicBezTo>
                  <a:pt x="566" y="474"/>
                  <a:pt x="580" y="488"/>
                  <a:pt x="580" y="502"/>
                </a:cubicBezTo>
                <a:cubicBezTo>
                  <a:pt x="580" y="509"/>
                  <a:pt x="573" y="516"/>
                  <a:pt x="566" y="523"/>
                </a:cubicBezTo>
                <a:close/>
                <a:moveTo>
                  <a:pt x="474" y="495"/>
                </a:moveTo>
                <a:lnTo>
                  <a:pt x="474" y="495"/>
                </a:lnTo>
                <a:cubicBezTo>
                  <a:pt x="467" y="488"/>
                  <a:pt x="453" y="481"/>
                  <a:pt x="439" y="481"/>
                </a:cubicBezTo>
                <a:cubicBezTo>
                  <a:pt x="403" y="481"/>
                  <a:pt x="382" y="509"/>
                  <a:pt x="382" y="537"/>
                </a:cubicBezTo>
                <a:cubicBezTo>
                  <a:pt x="382" y="558"/>
                  <a:pt x="389" y="573"/>
                  <a:pt x="396" y="580"/>
                </a:cubicBezTo>
                <a:cubicBezTo>
                  <a:pt x="424" y="608"/>
                  <a:pt x="424" y="608"/>
                  <a:pt x="424" y="608"/>
                </a:cubicBezTo>
                <a:cubicBezTo>
                  <a:pt x="29" y="608"/>
                  <a:pt x="29" y="608"/>
                  <a:pt x="29" y="608"/>
                </a:cubicBezTo>
                <a:cubicBezTo>
                  <a:pt x="15" y="608"/>
                  <a:pt x="0" y="594"/>
                  <a:pt x="0" y="580"/>
                </a:cubicBezTo>
                <a:cubicBezTo>
                  <a:pt x="0" y="85"/>
                  <a:pt x="0" y="85"/>
                  <a:pt x="0" y="85"/>
                </a:cubicBezTo>
                <a:cubicBezTo>
                  <a:pt x="0" y="71"/>
                  <a:pt x="15" y="56"/>
                  <a:pt x="29" y="56"/>
                </a:cubicBezTo>
                <a:cubicBezTo>
                  <a:pt x="78" y="56"/>
                  <a:pt x="78" y="56"/>
                  <a:pt x="78" y="56"/>
                </a:cubicBezTo>
                <a:cubicBezTo>
                  <a:pt x="78" y="85"/>
                  <a:pt x="78" y="85"/>
                  <a:pt x="78" y="85"/>
                </a:cubicBezTo>
                <a:cubicBezTo>
                  <a:pt x="78" y="120"/>
                  <a:pt x="106" y="141"/>
                  <a:pt x="135" y="141"/>
                </a:cubicBezTo>
                <a:cubicBezTo>
                  <a:pt x="163" y="141"/>
                  <a:pt x="191" y="120"/>
                  <a:pt x="191" y="85"/>
                </a:cubicBezTo>
                <a:cubicBezTo>
                  <a:pt x="191" y="56"/>
                  <a:pt x="191" y="56"/>
                  <a:pt x="191" y="56"/>
                </a:cubicBezTo>
                <a:cubicBezTo>
                  <a:pt x="219" y="56"/>
                  <a:pt x="219" y="56"/>
                  <a:pt x="219" y="56"/>
                </a:cubicBezTo>
                <a:cubicBezTo>
                  <a:pt x="219" y="85"/>
                  <a:pt x="219" y="85"/>
                  <a:pt x="219" y="85"/>
                </a:cubicBezTo>
                <a:cubicBezTo>
                  <a:pt x="219" y="120"/>
                  <a:pt x="248" y="141"/>
                  <a:pt x="276" y="141"/>
                </a:cubicBezTo>
                <a:cubicBezTo>
                  <a:pt x="304" y="141"/>
                  <a:pt x="333" y="120"/>
                  <a:pt x="333" y="85"/>
                </a:cubicBezTo>
                <a:cubicBezTo>
                  <a:pt x="333" y="56"/>
                  <a:pt x="333" y="56"/>
                  <a:pt x="333" y="56"/>
                </a:cubicBezTo>
                <a:cubicBezTo>
                  <a:pt x="361" y="56"/>
                  <a:pt x="361" y="56"/>
                  <a:pt x="361" y="56"/>
                </a:cubicBezTo>
                <a:cubicBezTo>
                  <a:pt x="361" y="85"/>
                  <a:pt x="361" y="85"/>
                  <a:pt x="361" y="85"/>
                </a:cubicBezTo>
                <a:cubicBezTo>
                  <a:pt x="361" y="120"/>
                  <a:pt x="389" y="141"/>
                  <a:pt x="417" y="141"/>
                </a:cubicBezTo>
                <a:cubicBezTo>
                  <a:pt x="446" y="141"/>
                  <a:pt x="474" y="120"/>
                  <a:pt x="474" y="85"/>
                </a:cubicBezTo>
                <a:cubicBezTo>
                  <a:pt x="474" y="56"/>
                  <a:pt x="474" y="56"/>
                  <a:pt x="474" y="56"/>
                </a:cubicBezTo>
                <a:cubicBezTo>
                  <a:pt x="523" y="56"/>
                  <a:pt x="523" y="56"/>
                  <a:pt x="523" y="56"/>
                </a:cubicBezTo>
                <a:cubicBezTo>
                  <a:pt x="537" y="56"/>
                  <a:pt x="552" y="71"/>
                  <a:pt x="552" y="85"/>
                </a:cubicBezTo>
                <a:cubicBezTo>
                  <a:pt x="552" y="445"/>
                  <a:pt x="552" y="445"/>
                  <a:pt x="552" y="445"/>
                </a:cubicBezTo>
                <a:cubicBezTo>
                  <a:pt x="530" y="445"/>
                  <a:pt x="516" y="452"/>
                  <a:pt x="509" y="460"/>
                </a:cubicBezTo>
                <a:lnTo>
                  <a:pt x="474" y="495"/>
                </a:lnTo>
                <a:close/>
                <a:moveTo>
                  <a:pt x="78" y="488"/>
                </a:moveTo>
                <a:lnTo>
                  <a:pt x="78" y="488"/>
                </a:lnTo>
                <a:cubicBezTo>
                  <a:pt x="78" y="502"/>
                  <a:pt x="85" y="509"/>
                  <a:pt x="99" y="509"/>
                </a:cubicBezTo>
                <a:cubicBezTo>
                  <a:pt x="283" y="509"/>
                  <a:pt x="283" y="509"/>
                  <a:pt x="283" y="509"/>
                </a:cubicBezTo>
                <a:cubicBezTo>
                  <a:pt x="297" y="509"/>
                  <a:pt x="304" y="502"/>
                  <a:pt x="304" y="488"/>
                </a:cubicBezTo>
                <a:cubicBezTo>
                  <a:pt x="304" y="474"/>
                  <a:pt x="297" y="467"/>
                  <a:pt x="283" y="467"/>
                </a:cubicBezTo>
                <a:cubicBezTo>
                  <a:pt x="99" y="467"/>
                  <a:pt x="99" y="467"/>
                  <a:pt x="99" y="467"/>
                </a:cubicBezTo>
                <a:cubicBezTo>
                  <a:pt x="85" y="467"/>
                  <a:pt x="78" y="474"/>
                  <a:pt x="78" y="488"/>
                </a:cubicBezTo>
                <a:close/>
                <a:moveTo>
                  <a:pt x="446" y="219"/>
                </a:moveTo>
                <a:lnTo>
                  <a:pt x="446" y="219"/>
                </a:lnTo>
                <a:cubicBezTo>
                  <a:pt x="106" y="219"/>
                  <a:pt x="106" y="219"/>
                  <a:pt x="106" y="219"/>
                </a:cubicBezTo>
                <a:cubicBezTo>
                  <a:pt x="92" y="219"/>
                  <a:pt x="78" y="233"/>
                  <a:pt x="78" y="247"/>
                </a:cubicBezTo>
                <a:cubicBezTo>
                  <a:pt x="78" y="262"/>
                  <a:pt x="92" y="276"/>
                  <a:pt x="106" y="276"/>
                </a:cubicBezTo>
                <a:cubicBezTo>
                  <a:pt x="446" y="276"/>
                  <a:pt x="446" y="276"/>
                  <a:pt x="446" y="276"/>
                </a:cubicBezTo>
                <a:cubicBezTo>
                  <a:pt x="460" y="276"/>
                  <a:pt x="474" y="262"/>
                  <a:pt x="474" y="247"/>
                </a:cubicBezTo>
                <a:cubicBezTo>
                  <a:pt x="474" y="233"/>
                  <a:pt x="460" y="219"/>
                  <a:pt x="446" y="219"/>
                </a:cubicBezTo>
                <a:close/>
                <a:moveTo>
                  <a:pt x="446" y="339"/>
                </a:moveTo>
                <a:lnTo>
                  <a:pt x="446" y="339"/>
                </a:lnTo>
                <a:cubicBezTo>
                  <a:pt x="276" y="339"/>
                  <a:pt x="276" y="339"/>
                  <a:pt x="276" y="339"/>
                </a:cubicBezTo>
                <a:cubicBezTo>
                  <a:pt x="226" y="339"/>
                  <a:pt x="226" y="339"/>
                  <a:pt x="226" y="339"/>
                </a:cubicBezTo>
                <a:cubicBezTo>
                  <a:pt x="106" y="339"/>
                  <a:pt x="106" y="339"/>
                  <a:pt x="106" y="339"/>
                </a:cubicBezTo>
                <a:cubicBezTo>
                  <a:pt x="92" y="339"/>
                  <a:pt x="78" y="353"/>
                  <a:pt x="78" y="367"/>
                </a:cubicBezTo>
                <a:cubicBezTo>
                  <a:pt x="78" y="389"/>
                  <a:pt x="92" y="396"/>
                  <a:pt x="106" y="396"/>
                </a:cubicBezTo>
                <a:cubicBezTo>
                  <a:pt x="226" y="396"/>
                  <a:pt x="226" y="396"/>
                  <a:pt x="226" y="396"/>
                </a:cubicBezTo>
                <a:cubicBezTo>
                  <a:pt x="276" y="396"/>
                  <a:pt x="276" y="396"/>
                  <a:pt x="276" y="396"/>
                </a:cubicBezTo>
                <a:cubicBezTo>
                  <a:pt x="446" y="396"/>
                  <a:pt x="446" y="396"/>
                  <a:pt x="446" y="396"/>
                </a:cubicBezTo>
                <a:cubicBezTo>
                  <a:pt x="460" y="396"/>
                  <a:pt x="474" y="389"/>
                  <a:pt x="474" y="367"/>
                </a:cubicBezTo>
                <a:cubicBezTo>
                  <a:pt x="474" y="353"/>
                  <a:pt x="460" y="339"/>
                  <a:pt x="446" y="339"/>
                </a:cubicBezTo>
                <a:close/>
                <a:moveTo>
                  <a:pt x="417" y="113"/>
                </a:moveTo>
                <a:lnTo>
                  <a:pt x="417" y="113"/>
                </a:lnTo>
                <a:cubicBezTo>
                  <a:pt x="403" y="113"/>
                  <a:pt x="389" y="106"/>
                  <a:pt x="389" y="85"/>
                </a:cubicBezTo>
                <a:cubicBezTo>
                  <a:pt x="389" y="28"/>
                  <a:pt x="389" y="28"/>
                  <a:pt x="389" y="28"/>
                </a:cubicBezTo>
                <a:cubicBezTo>
                  <a:pt x="389" y="14"/>
                  <a:pt x="403" y="0"/>
                  <a:pt x="417" y="0"/>
                </a:cubicBezTo>
                <a:cubicBezTo>
                  <a:pt x="431" y="0"/>
                  <a:pt x="446" y="14"/>
                  <a:pt x="446" y="28"/>
                </a:cubicBezTo>
                <a:cubicBezTo>
                  <a:pt x="446" y="85"/>
                  <a:pt x="446" y="85"/>
                  <a:pt x="446" y="85"/>
                </a:cubicBezTo>
                <a:cubicBezTo>
                  <a:pt x="446" y="106"/>
                  <a:pt x="431" y="113"/>
                  <a:pt x="417" y="113"/>
                </a:cubicBezTo>
                <a:close/>
                <a:moveTo>
                  <a:pt x="276" y="113"/>
                </a:moveTo>
                <a:lnTo>
                  <a:pt x="276" y="113"/>
                </a:lnTo>
                <a:cubicBezTo>
                  <a:pt x="262" y="113"/>
                  <a:pt x="248" y="106"/>
                  <a:pt x="248" y="85"/>
                </a:cubicBezTo>
                <a:cubicBezTo>
                  <a:pt x="248" y="28"/>
                  <a:pt x="248" y="28"/>
                  <a:pt x="248" y="28"/>
                </a:cubicBezTo>
                <a:cubicBezTo>
                  <a:pt x="248" y="14"/>
                  <a:pt x="262" y="0"/>
                  <a:pt x="276" y="0"/>
                </a:cubicBezTo>
                <a:cubicBezTo>
                  <a:pt x="290" y="0"/>
                  <a:pt x="304" y="14"/>
                  <a:pt x="304" y="28"/>
                </a:cubicBezTo>
                <a:cubicBezTo>
                  <a:pt x="304" y="85"/>
                  <a:pt x="304" y="85"/>
                  <a:pt x="304" y="85"/>
                </a:cubicBezTo>
                <a:cubicBezTo>
                  <a:pt x="304" y="106"/>
                  <a:pt x="290" y="113"/>
                  <a:pt x="276" y="113"/>
                </a:cubicBezTo>
                <a:close/>
                <a:moveTo>
                  <a:pt x="135" y="113"/>
                </a:moveTo>
                <a:lnTo>
                  <a:pt x="135" y="113"/>
                </a:lnTo>
                <a:cubicBezTo>
                  <a:pt x="121" y="113"/>
                  <a:pt x="106" y="106"/>
                  <a:pt x="106" y="85"/>
                </a:cubicBezTo>
                <a:cubicBezTo>
                  <a:pt x="106" y="28"/>
                  <a:pt x="106" y="28"/>
                  <a:pt x="106" y="28"/>
                </a:cubicBezTo>
                <a:cubicBezTo>
                  <a:pt x="106" y="14"/>
                  <a:pt x="121" y="0"/>
                  <a:pt x="135" y="0"/>
                </a:cubicBezTo>
                <a:cubicBezTo>
                  <a:pt x="149" y="0"/>
                  <a:pt x="163" y="14"/>
                  <a:pt x="163" y="28"/>
                </a:cubicBezTo>
                <a:cubicBezTo>
                  <a:pt x="163" y="85"/>
                  <a:pt x="163" y="85"/>
                  <a:pt x="163" y="85"/>
                </a:cubicBezTo>
                <a:cubicBezTo>
                  <a:pt x="163" y="106"/>
                  <a:pt x="149" y="113"/>
                  <a:pt x="135" y="11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2" name="Freeform 60"/>
          <p:cNvSpPr/>
          <p:nvPr/>
        </p:nvSpPr>
        <p:spPr>
          <a:xfrm>
            <a:off x="2395440" y="2774880"/>
            <a:ext cx="196920" cy="219240"/>
          </a:xfrm>
          <a:custGeom>
            <a:avLst/>
            <a:gdLst/>
            <a:ahLst/>
            <a:rect l="l" t="t" r="r" b="b"/>
            <a:pathLst>
              <a:path w="545" h="609">
                <a:moveTo>
                  <a:pt x="516" y="608"/>
                </a:moveTo>
                <a:lnTo>
                  <a:pt x="516" y="608"/>
                </a:lnTo>
                <a:cubicBezTo>
                  <a:pt x="29" y="608"/>
                  <a:pt x="29" y="608"/>
                  <a:pt x="29" y="608"/>
                </a:cubicBezTo>
                <a:cubicBezTo>
                  <a:pt x="14" y="608"/>
                  <a:pt x="0" y="594"/>
                  <a:pt x="0" y="580"/>
                </a:cubicBezTo>
                <a:cubicBezTo>
                  <a:pt x="0" y="85"/>
                  <a:pt x="0" y="85"/>
                  <a:pt x="0" y="85"/>
                </a:cubicBezTo>
                <a:cubicBezTo>
                  <a:pt x="0" y="71"/>
                  <a:pt x="14" y="56"/>
                  <a:pt x="29" y="56"/>
                </a:cubicBezTo>
                <a:cubicBezTo>
                  <a:pt x="78" y="56"/>
                  <a:pt x="78" y="56"/>
                  <a:pt x="78" y="56"/>
                </a:cubicBezTo>
                <a:cubicBezTo>
                  <a:pt x="78" y="85"/>
                  <a:pt x="78" y="85"/>
                  <a:pt x="78" y="85"/>
                </a:cubicBezTo>
                <a:cubicBezTo>
                  <a:pt x="78" y="120"/>
                  <a:pt x="99" y="141"/>
                  <a:pt x="135" y="141"/>
                </a:cubicBezTo>
                <a:cubicBezTo>
                  <a:pt x="163" y="141"/>
                  <a:pt x="191" y="120"/>
                  <a:pt x="191" y="85"/>
                </a:cubicBezTo>
                <a:cubicBezTo>
                  <a:pt x="191" y="56"/>
                  <a:pt x="191" y="56"/>
                  <a:pt x="191" y="56"/>
                </a:cubicBezTo>
                <a:cubicBezTo>
                  <a:pt x="219" y="56"/>
                  <a:pt x="219" y="56"/>
                  <a:pt x="219" y="56"/>
                </a:cubicBezTo>
                <a:cubicBezTo>
                  <a:pt x="219" y="85"/>
                  <a:pt x="219" y="85"/>
                  <a:pt x="219" y="85"/>
                </a:cubicBezTo>
                <a:cubicBezTo>
                  <a:pt x="219" y="120"/>
                  <a:pt x="241" y="141"/>
                  <a:pt x="276" y="141"/>
                </a:cubicBezTo>
                <a:cubicBezTo>
                  <a:pt x="304" y="141"/>
                  <a:pt x="333" y="120"/>
                  <a:pt x="333" y="85"/>
                </a:cubicBezTo>
                <a:cubicBezTo>
                  <a:pt x="333" y="56"/>
                  <a:pt x="333" y="56"/>
                  <a:pt x="333" y="56"/>
                </a:cubicBezTo>
                <a:cubicBezTo>
                  <a:pt x="361" y="56"/>
                  <a:pt x="361" y="56"/>
                  <a:pt x="361" y="56"/>
                </a:cubicBezTo>
                <a:cubicBezTo>
                  <a:pt x="361" y="85"/>
                  <a:pt x="361" y="85"/>
                  <a:pt x="361" y="85"/>
                </a:cubicBezTo>
                <a:cubicBezTo>
                  <a:pt x="361" y="120"/>
                  <a:pt x="382" y="141"/>
                  <a:pt x="417" y="141"/>
                </a:cubicBezTo>
                <a:cubicBezTo>
                  <a:pt x="446" y="141"/>
                  <a:pt x="474" y="120"/>
                  <a:pt x="474" y="85"/>
                </a:cubicBezTo>
                <a:cubicBezTo>
                  <a:pt x="474" y="56"/>
                  <a:pt x="474" y="56"/>
                  <a:pt x="474" y="56"/>
                </a:cubicBezTo>
                <a:cubicBezTo>
                  <a:pt x="516" y="56"/>
                  <a:pt x="516" y="56"/>
                  <a:pt x="516" y="56"/>
                </a:cubicBezTo>
                <a:cubicBezTo>
                  <a:pt x="537" y="56"/>
                  <a:pt x="544" y="71"/>
                  <a:pt x="544" y="85"/>
                </a:cubicBezTo>
                <a:cubicBezTo>
                  <a:pt x="544" y="580"/>
                  <a:pt x="544" y="580"/>
                  <a:pt x="544" y="580"/>
                </a:cubicBezTo>
                <a:cubicBezTo>
                  <a:pt x="544" y="594"/>
                  <a:pt x="537" y="608"/>
                  <a:pt x="516" y="608"/>
                </a:cubicBezTo>
                <a:close/>
                <a:moveTo>
                  <a:pt x="446" y="219"/>
                </a:moveTo>
                <a:lnTo>
                  <a:pt x="446" y="219"/>
                </a:lnTo>
                <a:cubicBezTo>
                  <a:pt x="106" y="219"/>
                  <a:pt x="106" y="219"/>
                  <a:pt x="106" y="219"/>
                </a:cubicBezTo>
                <a:cubicBezTo>
                  <a:pt x="85" y="219"/>
                  <a:pt x="78" y="233"/>
                  <a:pt x="78" y="247"/>
                </a:cubicBezTo>
                <a:cubicBezTo>
                  <a:pt x="78" y="262"/>
                  <a:pt x="85" y="276"/>
                  <a:pt x="106" y="276"/>
                </a:cubicBezTo>
                <a:cubicBezTo>
                  <a:pt x="446" y="276"/>
                  <a:pt x="446" y="276"/>
                  <a:pt x="446" y="276"/>
                </a:cubicBezTo>
                <a:cubicBezTo>
                  <a:pt x="460" y="276"/>
                  <a:pt x="474" y="262"/>
                  <a:pt x="474" y="247"/>
                </a:cubicBezTo>
                <a:cubicBezTo>
                  <a:pt x="474" y="233"/>
                  <a:pt x="460" y="219"/>
                  <a:pt x="446" y="219"/>
                </a:cubicBezTo>
                <a:close/>
                <a:moveTo>
                  <a:pt x="446" y="339"/>
                </a:moveTo>
                <a:lnTo>
                  <a:pt x="446" y="339"/>
                </a:lnTo>
                <a:cubicBezTo>
                  <a:pt x="106" y="339"/>
                  <a:pt x="106" y="339"/>
                  <a:pt x="106" y="339"/>
                </a:cubicBezTo>
                <a:cubicBezTo>
                  <a:pt x="85" y="339"/>
                  <a:pt x="78" y="353"/>
                  <a:pt x="78" y="367"/>
                </a:cubicBezTo>
                <a:cubicBezTo>
                  <a:pt x="78" y="389"/>
                  <a:pt x="85" y="396"/>
                  <a:pt x="106" y="396"/>
                </a:cubicBezTo>
                <a:cubicBezTo>
                  <a:pt x="446" y="396"/>
                  <a:pt x="446" y="396"/>
                  <a:pt x="446" y="396"/>
                </a:cubicBezTo>
                <a:cubicBezTo>
                  <a:pt x="460" y="396"/>
                  <a:pt x="474" y="389"/>
                  <a:pt x="474" y="367"/>
                </a:cubicBezTo>
                <a:cubicBezTo>
                  <a:pt x="474" y="353"/>
                  <a:pt x="460" y="339"/>
                  <a:pt x="446" y="339"/>
                </a:cubicBezTo>
                <a:close/>
                <a:moveTo>
                  <a:pt x="446" y="467"/>
                </a:moveTo>
                <a:lnTo>
                  <a:pt x="446" y="467"/>
                </a:lnTo>
                <a:cubicBezTo>
                  <a:pt x="99" y="467"/>
                  <a:pt x="99" y="467"/>
                  <a:pt x="99" y="467"/>
                </a:cubicBezTo>
                <a:cubicBezTo>
                  <a:pt x="85" y="467"/>
                  <a:pt x="78" y="474"/>
                  <a:pt x="78" y="488"/>
                </a:cubicBezTo>
                <a:cubicBezTo>
                  <a:pt x="78" y="502"/>
                  <a:pt x="85" y="509"/>
                  <a:pt x="99" y="509"/>
                </a:cubicBezTo>
                <a:cubicBezTo>
                  <a:pt x="446" y="509"/>
                  <a:pt x="446" y="509"/>
                  <a:pt x="446" y="509"/>
                </a:cubicBezTo>
                <a:cubicBezTo>
                  <a:pt x="460" y="509"/>
                  <a:pt x="474" y="502"/>
                  <a:pt x="474" y="488"/>
                </a:cubicBezTo>
                <a:cubicBezTo>
                  <a:pt x="474" y="474"/>
                  <a:pt x="460" y="467"/>
                  <a:pt x="446" y="467"/>
                </a:cubicBezTo>
                <a:close/>
                <a:moveTo>
                  <a:pt x="417" y="113"/>
                </a:moveTo>
                <a:lnTo>
                  <a:pt x="417" y="113"/>
                </a:lnTo>
                <a:cubicBezTo>
                  <a:pt x="396" y="113"/>
                  <a:pt x="389" y="106"/>
                  <a:pt x="389" y="85"/>
                </a:cubicBezTo>
                <a:cubicBezTo>
                  <a:pt x="389" y="28"/>
                  <a:pt x="389" y="28"/>
                  <a:pt x="389" y="28"/>
                </a:cubicBezTo>
                <a:cubicBezTo>
                  <a:pt x="389" y="14"/>
                  <a:pt x="396" y="0"/>
                  <a:pt x="417" y="0"/>
                </a:cubicBezTo>
                <a:cubicBezTo>
                  <a:pt x="431" y="0"/>
                  <a:pt x="446" y="14"/>
                  <a:pt x="446" y="28"/>
                </a:cubicBezTo>
                <a:cubicBezTo>
                  <a:pt x="446" y="85"/>
                  <a:pt x="446" y="85"/>
                  <a:pt x="446" y="85"/>
                </a:cubicBezTo>
                <a:cubicBezTo>
                  <a:pt x="446" y="106"/>
                  <a:pt x="431" y="113"/>
                  <a:pt x="417" y="113"/>
                </a:cubicBezTo>
                <a:close/>
                <a:moveTo>
                  <a:pt x="276" y="113"/>
                </a:moveTo>
                <a:lnTo>
                  <a:pt x="276" y="113"/>
                </a:lnTo>
                <a:cubicBezTo>
                  <a:pt x="255" y="113"/>
                  <a:pt x="248" y="106"/>
                  <a:pt x="248" y="85"/>
                </a:cubicBezTo>
                <a:cubicBezTo>
                  <a:pt x="248" y="28"/>
                  <a:pt x="248" y="28"/>
                  <a:pt x="248" y="28"/>
                </a:cubicBezTo>
                <a:cubicBezTo>
                  <a:pt x="248" y="14"/>
                  <a:pt x="255" y="0"/>
                  <a:pt x="276" y="0"/>
                </a:cubicBezTo>
                <a:cubicBezTo>
                  <a:pt x="290" y="0"/>
                  <a:pt x="304" y="14"/>
                  <a:pt x="304" y="28"/>
                </a:cubicBezTo>
                <a:cubicBezTo>
                  <a:pt x="304" y="85"/>
                  <a:pt x="304" y="85"/>
                  <a:pt x="304" y="85"/>
                </a:cubicBezTo>
                <a:cubicBezTo>
                  <a:pt x="304" y="106"/>
                  <a:pt x="290" y="113"/>
                  <a:pt x="276" y="113"/>
                </a:cubicBezTo>
                <a:close/>
                <a:moveTo>
                  <a:pt x="135" y="113"/>
                </a:moveTo>
                <a:lnTo>
                  <a:pt x="135" y="113"/>
                </a:lnTo>
                <a:cubicBezTo>
                  <a:pt x="113" y="113"/>
                  <a:pt x="106" y="106"/>
                  <a:pt x="106" y="85"/>
                </a:cubicBezTo>
                <a:cubicBezTo>
                  <a:pt x="106" y="28"/>
                  <a:pt x="106" y="28"/>
                  <a:pt x="106" y="28"/>
                </a:cubicBezTo>
                <a:cubicBezTo>
                  <a:pt x="106" y="14"/>
                  <a:pt x="113" y="0"/>
                  <a:pt x="135" y="0"/>
                </a:cubicBezTo>
                <a:cubicBezTo>
                  <a:pt x="149" y="0"/>
                  <a:pt x="163" y="14"/>
                  <a:pt x="163" y="28"/>
                </a:cubicBezTo>
                <a:cubicBezTo>
                  <a:pt x="163" y="85"/>
                  <a:pt x="163" y="85"/>
                  <a:pt x="163" y="85"/>
                </a:cubicBezTo>
                <a:cubicBezTo>
                  <a:pt x="163" y="106"/>
                  <a:pt x="149" y="113"/>
                  <a:pt x="135" y="11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3" name="Freeform 61"/>
          <p:cNvSpPr/>
          <p:nvPr/>
        </p:nvSpPr>
        <p:spPr>
          <a:xfrm>
            <a:off x="6599160" y="2395440"/>
            <a:ext cx="150840" cy="217440"/>
          </a:xfrm>
          <a:custGeom>
            <a:avLst/>
            <a:gdLst/>
            <a:ahLst/>
            <a:rect l="l" t="t" r="r" b="b"/>
            <a:pathLst>
              <a:path w="418" h="602">
                <a:moveTo>
                  <a:pt x="417" y="276"/>
                </a:moveTo>
                <a:lnTo>
                  <a:pt x="417" y="276"/>
                </a:lnTo>
                <a:cubicBezTo>
                  <a:pt x="417" y="382"/>
                  <a:pt x="339" y="466"/>
                  <a:pt x="233" y="480"/>
                </a:cubicBezTo>
                <a:cubicBezTo>
                  <a:pt x="233" y="544"/>
                  <a:pt x="233" y="544"/>
                  <a:pt x="233" y="544"/>
                </a:cubicBezTo>
                <a:cubicBezTo>
                  <a:pt x="332" y="544"/>
                  <a:pt x="332" y="544"/>
                  <a:pt x="332" y="544"/>
                </a:cubicBezTo>
                <a:cubicBezTo>
                  <a:pt x="346" y="544"/>
                  <a:pt x="360" y="558"/>
                  <a:pt x="360" y="572"/>
                </a:cubicBezTo>
                <a:cubicBezTo>
                  <a:pt x="360" y="594"/>
                  <a:pt x="346" y="601"/>
                  <a:pt x="332" y="601"/>
                </a:cubicBezTo>
                <a:cubicBezTo>
                  <a:pt x="205" y="601"/>
                  <a:pt x="205" y="601"/>
                  <a:pt x="205" y="601"/>
                </a:cubicBezTo>
                <a:cubicBezTo>
                  <a:pt x="85" y="601"/>
                  <a:pt x="85" y="601"/>
                  <a:pt x="85" y="601"/>
                </a:cubicBezTo>
                <a:cubicBezTo>
                  <a:pt x="71" y="601"/>
                  <a:pt x="56" y="594"/>
                  <a:pt x="56" y="572"/>
                </a:cubicBezTo>
                <a:cubicBezTo>
                  <a:pt x="56" y="558"/>
                  <a:pt x="71" y="544"/>
                  <a:pt x="85" y="544"/>
                </a:cubicBezTo>
                <a:cubicBezTo>
                  <a:pt x="177" y="544"/>
                  <a:pt x="177" y="544"/>
                  <a:pt x="177" y="544"/>
                </a:cubicBezTo>
                <a:cubicBezTo>
                  <a:pt x="177" y="480"/>
                  <a:pt x="177" y="480"/>
                  <a:pt x="177" y="480"/>
                </a:cubicBezTo>
                <a:cubicBezTo>
                  <a:pt x="78" y="466"/>
                  <a:pt x="0" y="382"/>
                  <a:pt x="0" y="276"/>
                </a:cubicBezTo>
                <a:cubicBezTo>
                  <a:pt x="0" y="254"/>
                  <a:pt x="14" y="247"/>
                  <a:pt x="28" y="247"/>
                </a:cubicBezTo>
                <a:cubicBezTo>
                  <a:pt x="42" y="247"/>
                  <a:pt x="56" y="254"/>
                  <a:pt x="56" y="276"/>
                </a:cubicBezTo>
                <a:cubicBezTo>
                  <a:pt x="56" y="353"/>
                  <a:pt x="127" y="424"/>
                  <a:pt x="205" y="424"/>
                </a:cubicBezTo>
                <a:cubicBezTo>
                  <a:pt x="290" y="424"/>
                  <a:pt x="360" y="353"/>
                  <a:pt x="360" y="276"/>
                </a:cubicBezTo>
                <a:cubicBezTo>
                  <a:pt x="360" y="254"/>
                  <a:pt x="367" y="247"/>
                  <a:pt x="389" y="247"/>
                </a:cubicBezTo>
                <a:cubicBezTo>
                  <a:pt x="403" y="247"/>
                  <a:pt x="417" y="254"/>
                  <a:pt x="417" y="276"/>
                </a:cubicBezTo>
                <a:close/>
                <a:moveTo>
                  <a:pt x="205" y="374"/>
                </a:moveTo>
                <a:lnTo>
                  <a:pt x="205" y="374"/>
                </a:lnTo>
                <a:cubicBezTo>
                  <a:pt x="141" y="374"/>
                  <a:pt x="92" y="325"/>
                  <a:pt x="92" y="261"/>
                </a:cubicBezTo>
                <a:cubicBezTo>
                  <a:pt x="92" y="113"/>
                  <a:pt x="92" y="113"/>
                  <a:pt x="92" y="113"/>
                </a:cubicBezTo>
                <a:cubicBezTo>
                  <a:pt x="92" y="49"/>
                  <a:pt x="141" y="0"/>
                  <a:pt x="205" y="0"/>
                </a:cubicBezTo>
                <a:cubicBezTo>
                  <a:pt x="269" y="0"/>
                  <a:pt x="318" y="49"/>
                  <a:pt x="318" y="113"/>
                </a:cubicBezTo>
                <a:cubicBezTo>
                  <a:pt x="318" y="261"/>
                  <a:pt x="318" y="261"/>
                  <a:pt x="318" y="261"/>
                </a:cubicBezTo>
                <a:cubicBezTo>
                  <a:pt x="318" y="325"/>
                  <a:pt x="269" y="374"/>
                  <a:pt x="205" y="37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4" name="Freeform 62"/>
          <p:cNvSpPr/>
          <p:nvPr/>
        </p:nvSpPr>
        <p:spPr>
          <a:xfrm>
            <a:off x="6199200" y="2395440"/>
            <a:ext cx="189000" cy="217440"/>
          </a:xfrm>
          <a:custGeom>
            <a:avLst/>
            <a:gdLst/>
            <a:ahLst/>
            <a:rect l="l" t="t" r="r" b="b"/>
            <a:pathLst>
              <a:path w="524" h="602">
                <a:moveTo>
                  <a:pt x="516" y="155"/>
                </a:moveTo>
                <a:lnTo>
                  <a:pt x="516" y="155"/>
                </a:lnTo>
                <a:cubicBezTo>
                  <a:pt x="22" y="473"/>
                  <a:pt x="22" y="473"/>
                  <a:pt x="22" y="473"/>
                </a:cubicBezTo>
                <a:cubicBezTo>
                  <a:pt x="22" y="473"/>
                  <a:pt x="22" y="480"/>
                  <a:pt x="14" y="480"/>
                </a:cubicBezTo>
                <a:cubicBezTo>
                  <a:pt x="7" y="480"/>
                  <a:pt x="0" y="473"/>
                  <a:pt x="0" y="466"/>
                </a:cubicBezTo>
                <a:cubicBezTo>
                  <a:pt x="0" y="459"/>
                  <a:pt x="7" y="452"/>
                  <a:pt x="7" y="452"/>
                </a:cubicBezTo>
                <a:cubicBezTo>
                  <a:pt x="502" y="127"/>
                  <a:pt x="502" y="127"/>
                  <a:pt x="502" y="127"/>
                </a:cubicBezTo>
                <a:cubicBezTo>
                  <a:pt x="502" y="127"/>
                  <a:pt x="502" y="127"/>
                  <a:pt x="509" y="127"/>
                </a:cubicBezTo>
                <a:cubicBezTo>
                  <a:pt x="516" y="127"/>
                  <a:pt x="523" y="134"/>
                  <a:pt x="523" y="141"/>
                </a:cubicBezTo>
                <a:cubicBezTo>
                  <a:pt x="523" y="148"/>
                  <a:pt x="516" y="148"/>
                  <a:pt x="516" y="155"/>
                </a:cubicBezTo>
                <a:close/>
                <a:moveTo>
                  <a:pt x="149" y="261"/>
                </a:moveTo>
                <a:lnTo>
                  <a:pt x="149" y="261"/>
                </a:lnTo>
                <a:cubicBezTo>
                  <a:pt x="149" y="113"/>
                  <a:pt x="149" y="113"/>
                  <a:pt x="149" y="113"/>
                </a:cubicBezTo>
                <a:cubicBezTo>
                  <a:pt x="149" y="49"/>
                  <a:pt x="198" y="0"/>
                  <a:pt x="262" y="0"/>
                </a:cubicBezTo>
                <a:cubicBezTo>
                  <a:pt x="325" y="0"/>
                  <a:pt x="375" y="49"/>
                  <a:pt x="375" y="113"/>
                </a:cubicBezTo>
                <a:cubicBezTo>
                  <a:pt x="375" y="177"/>
                  <a:pt x="375" y="177"/>
                  <a:pt x="375" y="177"/>
                </a:cubicBezTo>
                <a:cubicBezTo>
                  <a:pt x="163" y="318"/>
                  <a:pt x="163" y="318"/>
                  <a:pt x="163" y="318"/>
                </a:cubicBezTo>
                <a:cubicBezTo>
                  <a:pt x="156" y="304"/>
                  <a:pt x="149" y="283"/>
                  <a:pt x="149" y="261"/>
                </a:cubicBezTo>
                <a:close/>
                <a:moveTo>
                  <a:pt x="57" y="276"/>
                </a:moveTo>
                <a:lnTo>
                  <a:pt x="57" y="276"/>
                </a:lnTo>
                <a:cubicBezTo>
                  <a:pt x="57" y="254"/>
                  <a:pt x="64" y="247"/>
                  <a:pt x="85" y="247"/>
                </a:cubicBezTo>
                <a:cubicBezTo>
                  <a:pt x="99" y="247"/>
                  <a:pt x="113" y="254"/>
                  <a:pt x="113" y="276"/>
                </a:cubicBezTo>
                <a:cubicBezTo>
                  <a:pt x="113" y="297"/>
                  <a:pt x="113" y="318"/>
                  <a:pt x="127" y="339"/>
                </a:cubicBezTo>
                <a:cubicBezTo>
                  <a:pt x="78" y="374"/>
                  <a:pt x="78" y="374"/>
                  <a:pt x="78" y="374"/>
                </a:cubicBezTo>
                <a:cubicBezTo>
                  <a:pt x="64" y="339"/>
                  <a:pt x="57" y="311"/>
                  <a:pt x="57" y="276"/>
                </a:cubicBezTo>
                <a:close/>
                <a:moveTo>
                  <a:pt x="234" y="374"/>
                </a:moveTo>
                <a:lnTo>
                  <a:pt x="234" y="374"/>
                </a:lnTo>
                <a:cubicBezTo>
                  <a:pt x="375" y="283"/>
                  <a:pt x="375" y="283"/>
                  <a:pt x="375" y="283"/>
                </a:cubicBezTo>
                <a:cubicBezTo>
                  <a:pt x="368" y="332"/>
                  <a:pt x="318" y="374"/>
                  <a:pt x="262" y="374"/>
                </a:cubicBezTo>
                <a:cubicBezTo>
                  <a:pt x="255" y="374"/>
                  <a:pt x="241" y="374"/>
                  <a:pt x="234" y="374"/>
                </a:cubicBezTo>
                <a:close/>
                <a:moveTo>
                  <a:pt x="142" y="544"/>
                </a:moveTo>
                <a:lnTo>
                  <a:pt x="142" y="544"/>
                </a:lnTo>
                <a:cubicBezTo>
                  <a:pt x="234" y="544"/>
                  <a:pt x="234" y="544"/>
                  <a:pt x="234" y="544"/>
                </a:cubicBezTo>
                <a:cubicBezTo>
                  <a:pt x="234" y="480"/>
                  <a:pt x="234" y="480"/>
                  <a:pt x="234" y="480"/>
                </a:cubicBezTo>
                <a:cubicBezTo>
                  <a:pt x="198" y="473"/>
                  <a:pt x="163" y="459"/>
                  <a:pt x="135" y="438"/>
                </a:cubicBezTo>
                <a:cubicBezTo>
                  <a:pt x="184" y="403"/>
                  <a:pt x="184" y="403"/>
                  <a:pt x="184" y="403"/>
                </a:cubicBezTo>
                <a:cubicBezTo>
                  <a:pt x="205" y="417"/>
                  <a:pt x="234" y="424"/>
                  <a:pt x="262" y="424"/>
                </a:cubicBezTo>
                <a:cubicBezTo>
                  <a:pt x="269" y="424"/>
                  <a:pt x="269" y="424"/>
                  <a:pt x="276" y="424"/>
                </a:cubicBezTo>
                <a:lnTo>
                  <a:pt x="283" y="424"/>
                </a:lnTo>
                <a:cubicBezTo>
                  <a:pt x="354" y="410"/>
                  <a:pt x="410" y="346"/>
                  <a:pt x="410" y="276"/>
                </a:cubicBezTo>
                <a:cubicBezTo>
                  <a:pt x="410" y="254"/>
                  <a:pt x="424" y="247"/>
                  <a:pt x="438" y="247"/>
                </a:cubicBezTo>
                <a:cubicBezTo>
                  <a:pt x="460" y="247"/>
                  <a:pt x="467" y="254"/>
                  <a:pt x="467" y="276"/>
                </a:cubicBezTo>
                <a:cubicBezTo>
                  <a:pt x="467" y="382"/>
                  <a:pt x="389" y="466"/>
                  <a:pt x="290" y="480"/>
                </a:cubicBezTo>
                <a:cubicBezTo>
                  <a:pt x="290" y="544"/>
                  <a:pt x="290" y="544"/>
                  <a:pt x="290" y="544"/>
                </a:cubicBezTo>
                <a:cubicBezTo>
                  <a:pt x="382" y="544"/>
                  <a:pt x="382" y="544"/>
                  <a:pt x="382" y="544"/>
                </a:cubicBezTo>
                <a:cubicBezTo>
                  <a:pt x="403" y="544"/>
                  <a:pt x="410" y="558"/>
                  <a:pt x="410" y="572"/>
                </a:cubicBezTo>
                <a:cubicBezTo>
                  <a:pt x="410" y="594"/>
                  <a:pt x="403" y="601"/>
                  <a:pt x="382" y="601"/>
                </a:cubicBezTo>
                <a:cubicBezTo>
                  <a:pt x="290" y="601"/>
                  <a:pt x="290" y="601"/>
                  <a:pt x="290" y="601"/>
                </a:cubicBezTo>
                <a:cubicBezTo>
                  <a:pt x="142" y="601"/>
                  <a:pt x="142" y="601"/>
                  <a:pt x="142" y="601"/>
                </a:cubicBezTo>
                <a:cubicBezTo>
                  <a:pt x="120" y="601"/>
                  <a:pt x="113" y="594"/>
                  <a:pt x="113" y="572"/>
                </a:cubicBezTo>
                <a:cubicBezTo>
                  <a:pt x="113" y="558"/>
                  <a:pt x="120" y="544"/>
                  <a:pt x="142" y="5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5" name="Freeform 63"/>
          <p:cNvSpPr/>
          <p:nvPr/>
        </p:nvSpPr>
        <p:spPr>
          <a:xfrm>
            <a:off x="5835600" y="2413080"/>
            <a:ext cx="155520" cy="185760"/>
          </a:xfrm>
          <a:custGeom>
            <a:avLst/>
            <a:gdLst/>
            <a:ahLst/>
            <a:rect l="l" t="t" r="r" b="b"/>
            <a:pathLst>
              <a:path w="432" h="517">
                <a:moveTo>
                  <a:pt x="402" y="431"/>
                </a:moveTo>
                <a:lnTo>
                  <a:pt x="402" y="431"/>
                </a:lnTo>
                <a:cubicBezTo>
                  <a:pt x="28" y="431"/>
                  <a:pt x="28" y="431"/>
                  <a:pt x="28" y="431"/>
                </a:cubicBezTo>
                <a:cubicBezTo>
                  <a:pt x="14" y="431"/>
                  <a:pt x="0" y="417"/>
                  <a:pt x="0" y="403"/>
                </a:cubicBezTo>
                <a:cubicBezTo>
                  <a:pt x="0" y="389"/>
                  <a:pt x="14" y="375"/>
                  <a:pt x="28" y="375"/>
                </a:cubicBezTo>
                <a:cubicBezTo>
                  <a:pt x="42" y="375"/>
                  <a:pt x="56" y="361"/>
                  <a:pt x="56" y="347"/>
                </a:cubicBezTo>
                <a:cubicBezTo>
                  <a:pt x="56" y="156"/>
                  <a:pt x="56" y="156"/>
                  <a:pt x="56" y="156"/>
                </a:cubicBezTo>
                <a:cubicBezTo>
                  <a:pt x="56" y="85"/>
                  <a:pt x="113" y="29"/>
                  <a:pt x="191" y="29"/>
                </a:cubicBezTo>
                <a:cubicBezTo>
                  <a:pt x="191" y="7"/>
                  <a:pt x="198" y="0"/>
                  <a:pt x="219" y="0"/>
                </a:cubicBezTo>
                <a:cubicBezTo>
                  <a:pt x="233" y="0"/>
                  <a:pt x="247" y="7"/>
                  <a:pt x="247" y="29"/>
                </a:cubicBezTo>
                <a:cubicBezTo>
                  <a:pt x="318" y="29"/>
                  <a:pt x="374" y="85"/>
                  <a:pt x="374" y="156"/>
                </a:cubicBezTo>
                <a:cubicBezTo>
                  <a:pt x="374" y="347"/>
                  <a:pt x="374" y="347"/>
                  <a:pt x="374" y="347"/>
                </a:cubicBezTo>
                <a:cubicBezTo>
                  <a:pt x="374" y="361"/>
                  <a:pt x="388" y="375"/>
                  <a:pt x="402" y="375"/>
                </a:cubicBezTo>
                <a:cubicBezTo>
                  <a:pt x="424" y="375"/>
                  <a:pt x="431" y="389"/>
                  <a:pt x="431" y="403"/>
                </a:cubicBezTo>
                <a:cubicBezTo>
                  <a:pt x="431" y="417"/>
                  <a:pt x="424" y="431"/>
                  <a:pt x="402" y="431"/>
                </a:cubicBezTo>
                <a:close/>
                <a:moveTo>
                  <a:pt x="219" y="516"/>
                </a:moveTo>
                <a:lnTo>
                  <a:pt x="219" y="516"/>
                </a:lnTo>
                <a:cubicBezTo>
                  <a:pt x="184" y="516"/>
                  <a:pt x="162" y="488"/>
                  <a:pt x="162" y="460"/>
                </a:cubicBezTo>
                <a:cubicBezTo>
                  <a:pt x="275" y="460"/>
                  <a:pt x="275" y="460"/>
                  <a:pt x="275" y="460"/>
                </a:cubicBezTo>
                <a:cubicBezTo>
                  <a:pt x="275" y="488"/>
                  <a:pt x="247" y="516"/>
                  <a:pt x="219" y="51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6" name="Freeform 64"/>
          <p:cNvSpPr/>
          <p:nvPr/>
        </p:nvSpPr>
        <p:spPr>
          <a:xfrm>
            <a:off x="5489640" y="2454120"/>
            <a:ext cx="88920" cy="104760"/>
          </a:xfrm>
          <a:custGeom>
            <a:avLst/>
            <a:gdLst/>
            <a:ahLst/>
            <a:rect l="l" t="t" r="r" b="b"/>
            <a:pathLst>
              <a:path w="249" h="291">
                <a:moveTo>
                  <a:pt x="248" y="177"/>
                </a:moveTo>
                <a:lnTo>
                  <a:pt x="248" y="177"/>
                </a:lnTo>
                <a:cubicBezTo>
                  <a:pt x="248" y="191"/>
                  <a:pt x="234" y="205"/>
                  <a:pt x="220" y="205"/>
                </a:cubicBezTo>
                <a:cubicBezTo>
                  <a:pt x="29" y="205"/>
                  <a:pt x="29" y="205"/>
                  <a:pt x="29" y="205"/>
                </a:cubicBezTo>
                <a:cubicBezTo>
                  <a:pt x="15" y="205"/>
                  <a:pt x="0" y="191"/>
                  <a:pt x="0" y="177"/>
                </a:cubicBezTo>
                <a:cubicBezTo>
                  <a:pt x="0" y="170"/>
                  <a:pt x="0" y="163"/>
                  <a:pt x="7" y="163"/>
                </a:cubicBezTo>
                <a:cubicBezTo>
                  <a:pt x="100" y="15"/>
                  <a:pt x="100" y="15"/>
                  <a:pt x="100" y="15"/>
                </a:cubicBezTo>
                <a:cubicBezTo>
                  <a:pt x="107" y="0"/>
                  <a:pt x="114" y="0"/>
                  <a:pt x="121" y="0"/>
                </a:cubicBezTo>
                <a:cubicBezTo>
                  <a:pt x="135" y="0"/>
                  <a:pt x="142" y="0"/>
                  <a:pt x="149" y="15"/>
                </a:cubicBezTo>
                <a:cubicBezTo>
                  <a:pt x="241" y="163"/>
                  <a:pt x="241" y="163"/>
                  <a:pt x="241" y="163"/>
                </a:cubicBezTo>
                <a:cubicBezTo>
                  <a:pt x="241" y="163"/>
                  <a:pt x="248" y="170"/>
                  <a:pt x="248" y="177"/>
                </a:cubicBezTo>
                <a:close/>
                <a:moveTo>
                  <a:pt x="29" y="234"/>
                </a:moveTo>
                <a:lnTo>
                  <a:pt x="29" y="234"/>
                </a:lnTo>
                <a:cubicBezTo>
                  <a:pt x="220" y="234"/>
                  <a:pt x="220" y="234"/>
                  <a:pt x="220" y="234"/>
                </a:cubicBezTo>
                <a:cubicBezTo>
                  <a:pt x="234" y="234"/>
                  <a:pt x="248" y="248"/>
                  <a:pt x="248" y="262"/>
                </a:cubicBezTo>
                <a:cubicBezTo>
                  <a:pt x="248" y="276"/>
                  <a:pt x="234" y="290"/>
                  <a:pt x="220" y="290"/>
                </a:cubicBezTo>
                <a:cubicBezTo>
                  <a:pt x="29" y="290"/>
                  <a:pt x="29" y="290"/>
                  <a:pt x="29" y="290"/>
                </a:cubicBezTo>
                <a:cubicBezTo>
                  <a:pt x="15" y="290"/>
                  <a:pt x="0" y="276"/>
                  <a:pt x="0" y="262"/>
                </a:cubicBezTo>
                <a:cubicBezTo>
                  <a:pt x="0" y="248"/>
                  <a:pt x="15" y="234"/>
                  <a:pt x="29" y="23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7" name="Freeform 65"/>
          <p:cNvSpPr/>
          <p:nvPr/>
        </p:nvSpPr>
        <p:spPr>
          <a:xfrm>
            <a:off x="5113440" y="2459160"/>
            <a:ext cx="82440" cy="88920"/>
          </a:xfrm>
          <a:custGeom>
            <a:avLst/>
            <a:gdLst/>
            <a:ahLst/>
            <a:rect l="l" t="t" r="r" b="b"/>
            <a:pathLst>
              <a:path w="228" h="248">
                <a:moveTo>
                  <a:pt x="0" y="28"/>
                </a:moveTo>
                <a:lnTo>
                  <a:pt x="0" y="28"/>
                </a:lnTo>
                <a:cubicBezTo>
                  <a:pt x="0" y="219"/>
                  <a:pt x="0" y="219"/>
                  <a:pt x="0" y="219"/>
                </a:cubicBezTo>
                <a:cubicBezTo>
                  <a:pt x="0" y="233"/>
                  <a:pt x="15" y="247"/>
                  <a:pt x="29" y="247"/>
                </a:cubicBezTo>
                <a:cubicBezTo>
                  <a:pt x="36" y="247"/>
                  <a:pt x="43" y="247"/>
                  <a:pt x="43" y="240"/>
                </a:cubicBezTo>
                <a:cubicBezTo>
                  <a:pt x="170" y="162"/>
                  <a:pt x="170" y="162"/>
                  <a:pt x="170" y="162"/>
                </a:cubicBezTo>
                <a:cubicBezTo>
                  <a:pt x="170" y="219"/>
                  <a:pt x="170" y="219"/>
                  <a:pt x="170" y="219"/>
                </a:cubicBezTo>
                <a:cubicBezTo>
                  <a:pt x="170" y="233"/>
                  <a:pt x="184" y="247"/>
                  <a:pt x="198" y="247"/>
                </a:cubicBezTo>
                <a:cubicBezTo>
                  <a:pt x="213" y="247"/>
                  <a:pt x="227" y="233"/>
                  <a:pt x="227" y="219"/>
                </a:cubicBezTo>
                <a:cubicBezTo>
                  <a:pt x="227" y="28"/>
                  <a:pt x="227" y="28"/>
                  <a:pt x="227" y="28"/>
                </a:cubicBezTo>
                <a:cubicBezTo>
                  <a:pt x="227" y="14"/>
                  <a:pt x="213" y="0"/>
                  <a:pt x="198" y="0"/>
                </a:cubicBezTo>
                <a:cubicBezTo>
                  <a:pt x="184" y="0"/>
                  <a:pt x="170" y="14"/>
                  <a:pt x="170" y="28"/>
                </a:cubicBezTo>
                <a:cubicBezTo>
                  <a:pt x="170" y="84"/>
                  <a:pt x="170" y="84"/>
                  <a:pt x="170" y="84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36" y="0"/>
                  <a:pt x="29" y="0"/>
                </a:cubicBezTo>
                <a:cubicBezTo>
                  <a:pt x="15" y="0"/>
                  <a:pt x="0" y="14"/>
                  <a:pt x="0" y="2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2120" bIns="421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8" name="Freeform 66"/>
          <p:cNvSpPr/>
          <p:nvPr/>
        </p:nvSpPr>
        <p:spPr>
          <a:xfrm>
            <a:off x="4734000" y="2459160"/>
            <a:ext cx="82440" cy="88920"/>
          </a:xfrm>
          <a:custGeom>
            <a:avLst/>
            <a:gdLst/>
            <a:ahLst/>
            <a:rect l="l" t="t" r="r" b="b"/>
            <a:pathLst>
              <a:path w="228" h="248">
                <a:moveTo>
                  <a:pt x="227" y="28"/>
                </a:moveTo>
                <a:lnTo>
                  <a:pt x="227" y="28"/>
                </a:lnTo>
                <a:cubicBezTo>
                  <a:pt x="227" y="219"/>
                  <a:pt x="227" y="219"/>
                  <a:pt x="227" y="219"/>
                </a:cubicBezTo>
                <a:cubicBezTo>
                  <a:pt x="227" y="233"/>
                  <a:pt x="212" y="247"/>
                  <a:pt x="198" y="247"/>
                </a:cubicBezTo>
                <a:cubicBezTo>
                  <a:pt x="191" y="247"/>
                  <a:pt x="184" y="247"/>
                  <a:pt x="184" y="240"/>
                </a:cubicBezTo>
                <a:cubicBezTo>
                  <a:pt x="57" y="162"/>
                  <a:pt x="57" y="162"/>
                  <a:pt x="57" y="162"/>
                </a:cubicBezTo>
                <a:cubicBezTo>
                  <a:pt x="57" y="219"/>
                  <a:pt x="57" y="219"/>
                  <a:pt x="57" y="219"/>
                </a:cubicBezTo>
                <a:cubicBezTo>
                  <a:pt x="57" y="233"/>
                  <a:pt x="43" y="247"/>
                  <a:pt x="29" y="247"/>
                </a:cubicBezTo>
                <a:cubicBezTo>
                  <a:pt x="7" y="247"/>
                  <a:pt x="0" y="233"/>
                  <a:pt x="0" y="219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7" y="0"/>
                  <a:pt x="29" y="0"/>
                </a:cubicBezTo>
                <a:cubicBezTo>
                  <a:pt x="43" y="0"/>
                  <a:pt x="57" y="14"/>
                  <a:pt x="57" y="28"/>
                </a:cubicBezTo>
                <a:cubicBezTo>
                  <a:pt x="57" y="84"/>
                  <a:pt x="57" y="84"/>
                  <a:pt x="57" y="84"/>
                </a:cubicBezTo>
                <a:cubicBezTo>
                  <a:pt x="184" y="7"/>
                  <a:pt x="184" y="7"/>
                  <a:pt x="184" y="7"/>
                </a:cubicBezTo>
                <a:cubicBezTo>
                  <a:pt x="184" y="7"/>
                  <a:pt x="191" y="0"/>
                  <a:pt x="198" y="0"/>
                </a:cubicBezTo>
                <a:cubicBezTo>
                  <a:pt x="212" y="0"/>
                  <a:pt x="227" y="14"/>
                  <a:pt x="227" y="2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2120" bIns="421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9" name="Freeform 67"/>
          <p:cNvSpPr/>
          <p:nvPr/>
        </p:nvSpPr>
        <p:spPr>
          <a:xfrm>
            <a:off x="4329000" y="2459160"/>
            <a:ext cx="130320" cy="88920"/>
          </a:xfrm>
          <a:custGeom>
            <a:avLst/>
            <a:gdLst/>
            <a:ahLst/>
            <a:rect l="l" t="t" r="r" b="b"/>
            <a:pathLst>
              <a:path w="361" h="248">
                <a:moveTo>
                  <a:pt x="0" y="28"/>
                </a:moveTo>
                <a:lnTo>
                  <a:pt x="0" y="28"/>
                </a:lnTo>
                <a:cubicBezTo>
                  <a:pt x="0" y="219"/>
                  <a:pt x="0" y="219"/>
                  <a:pt x="0" y="219"/>
                </a:cubicBezTo>
                <a:cubicBezTo>
                  <a:pt x="0" y="233"/>
                  <a:pt x="14" y="247"/>
                  <a:pt x="28" y="247"/>
                </a:cubicBezTo>
                <a:cubicBezTo>
                  <a:pt x="35" y="247"/>
                  <a:pt x="42" y="247"/>
                  <a:pt x="42" y="240"/>
                </a:cubicBezTo>
                <a:cubicBezTo>
                  <a:pt x="148" y="176"/>
                  <a:pt x="148" y="176"/>
                  <a:pt x="148" y="176"/>
                </a:cubicBezTo>
                <a:cubicBezTo>
                  <a:pt x="148" y="219"/>
                  <a:pt x="148" y="219"/>
                  <a:pt x="148" y="219"/>
                </a:cubicBezTo>
                <a:cubicBezTo>
                  <a:pt x="148" y="233"/>
                  <a:pt x="162" y="247"/>
                  <a:pt x="176" y="247"/>
                </a:cubicBezTo>
                <a:cubicBezTo>
                  <a:pt x="183" y="247"/>
                  <a:pt x="191" y="247"/>
                  <a:pt x="191" y="240"/>
                </a:cubicBezTo>
                <a:cubicBezTo>
                  <a:pt x="346" y="148"/>
                  <a:pt x="346" y="148"/>
                  <a:pt x="346" y="148"/>
                </a:cubicBezTo>
                <a:cubicBezTo>
                  <a:pt x="353" y="141"/>
                  <a:pt x="360" y="134"/>
                  <a:pt x="360" y="127"/>
                </a:cubicBezTo>
                <a:cubicBezTo>
                  <a:pt x="360" y="113"/>
                  <a:pt x="353" y="106"/>
                  <a:pt x="346" y="99"/>
                </a:cubicBezTo>
                <a:cubicBezTo>
                  <a:pt x="191" y="7"/>
                  <a:pt x="191" y="7"/>
                  <a:pt x="191" y="7"/>
                </a:cubicBezTo>
                <a:cubicBezTo>
                  <a:pt x="191" y="7"/>
                  <a:pt x="183" y="0"/>
                  <a:pt x="176" y="0"/>
                </a:cubicBezTo>
                <a:cubicBezTo>
                  <a:pt x="162" y="0"/>
                  <a:pt x="148" y="14"/>
                  <a:pt x="148" y="28"/>
                </a:cubicBezTo>
                <a:cubicBezTo>
                  <a:pt x="148" y="70"/>
                  <a:pt x="148" y="70"/>
                  <a:pt x="148" y="70"/>
                </a:cubicBezTo>
                <a:cubicBezTo>
                  <a:pt x="42" y="7"/>
                  <a:pt x="42" y="7"/>
                  <a:pt x="42" y="7"/>
                </a:cubicBezTo>
                <a:cubicBezTo>
                  <a:pt x="42" y="7"/>
                  <a:pt x="35" y="0"/>
                  <a:pt x="28" y="0"/>
                </a:cubicBezTo>
                <a:cubicBezTo>
                  <a:pt x="14" y="0"/>
                  <a:pt x="0" y="14"/>
                  <a:pt x="0" y="2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2120" bIns="421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0" name="Freeform 68"/>
          <p:cNvSpPr/>
          <p:nvPr/>
        </p:nvSpPr>
        <p:spPr>
          <a:xfrm>
            <a:off x="3951360" y="2459160"/>
            <a:ext cx="127080" cy="88920"/>
          </a:xfrm>
          <a:custGeom>
            <a:avLst/>
            <a:gdLst/>
            <a:ahLst/>
            <a:rect l="l" t="t" r="r" b="b"/>
            <a:pathLst>
              <a:path w="354" h="248">
                <a:moveTo>
                  <a:pt x="353" y="28"/>
                </a:moveTo>
                <a:lnTo>
                  <a:pt x="353" y="28"/>
                </a:lnTo>
                <a:cubicBezTo>
                  <a:pt x="353" y="219"/>
                  <a:pt x="353" y="219"/>
                  <a:pt x="353" y="219"/>
                </a:cubicBezTo>
                <a:cubicBezTo>
                  <a:pt x="353" y="233"/>
                  <a:pt x="346" y="247"/>
                  <a:pt x="325" y="247"/>
                </a:cubicBezTo>
                <a:cubicBezTo>
                  <a:pt x="325" y="247"/>
                  <a:pt x="318" y="247"/>
                  <a:pt x="311" y="240"/>
                </a:cubicBezTo>
                <a:cubicBezTo>
                  <a:pt x="205" y="176"/>
                  <a:pt x="205" y="176"/>
                  <a:pt x="205" y="176"/>
                </a:cubicBezTo>
                <a:cubicBezTo>
                  <a:pt x="205" y="219"/>
                  <a:pt x="205" y="219"/>
                  <a:pt x="205" y="219"/>
                </a:cubicBezTo>
                <a:cubicBezTo>
                  <a:pt x="205" y="233"/>
                  <a:pt x="190" y="247"/>
                  <a:pt x="176" y="247"/>
                </a:cubicBezTo>
                <a:cubicBezTo>
                  <a:pt x="169" y="247"/>
                  <a:pt x="162" y="247"/>
                  <a:pt x="162" y="240"/>
                </a:cubicBezTo>
                <a:cubicBezTo>
                  <a:pt x="14" y="148"/>
                  <a:pt x="14" y="148"/>
                  <a:pt x="14" y="148"/>
                </a:cubicBezTo>
                <a:cubicBezTo>
                  <a:pt x="0" y="141"/>
                  <a:pt x="0" y="134"/>
                  <a:pt x="0" y="127"/>
                </a:cubicBezTo>
                <a:cubicBezTo>
                  <a:pt x="0" y="113"/>
                  <a:pt x="0" y="106"/>
                  <a:pt x="14" y="99"/>
                </a:cubicBezTo>
                <a:cubicBezTo>
                  <a:pt x="162" y="7"/>
                  <a:pt x="162" y="7"/>
                  <a:pt x="162" y="7"/>
                </a:cubicBezTo>
                <a:cubicBezTo>
                  <a:pt x="162" y="7"/>
                  <a:pt x="169" y="0"/>
                  <a:pt x="176" y="0"/>
                </a:cubicBezTo>
                <a:cubicBezTo>
                  <a:pt x="190" y="0"/>
                  <a:pt x="205" y="14"/>
                  <a:pt x="205" y="28"/>
                </a:cubicBezTo>
                <a:cubicBezTo>
                  <a:pt x="205" y="70"/>
                  <a:pt x="205" y="70"/>
                  <a:pt x="205" y="70"/>
                </a:cubicBezTo>
                <a:cubicBezTo>
                  <a:pt x="311" y="7"/>
                  <a:pt x="311" y="7"/>
                  <a:pt x="311" y="7"/>
                </a:cubicBezTo>
                <a:cubicBezTo>
                  <a:pt x="318" y="7"/>
                  <a:pt x="325" y="0"/>
                  <a:pt x="325" y="0"/>
                </a:cubicBezTo>
                <a:cubicBezTo>
                  <a:pt x="346" y="0"/>
                  <a:pt x="353" y="14"/>
                  <a:pt x="353" y="2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2120" bIns="421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1" name="Freeform 69"/>
          <p:cNvSpPr/>
          <p:nvPr/>
        </p:nvSpPr>
        <p:spPr>
          <a:xfrm>
            <a:off x="3603600" y="2459160"/>
            <a:ext cx="61920" cy="88920"/>
          </a:xfrm>
          <a:custGeom>
            <a:avLst/>
            <a:gdLst/>
            <a:ahLst/>
            <a:rect l="l" t="t" r="r" b="b"/>
            <a:pathLst>
              <a:path w="171" h="248">
                <a:moveTo>
                  <a:pt x="142" y="247"/>
                </a:moveTo>
                <a:lnTo>
                  <a:pt x="142" y="247"/>
                </a:lnTo>
                <a:cubicBezTo>
                  <a:pt x="121" y="247"/>
                  <a:pt x="114" y="233"/>
                  <a:pt x="114" y="219"/>
                </a:cubicBezTo>
                <a:cubicBezTo>
                  <a:pt x="114" y="28"/>
                  <a:pt x="114" y="28"/>
                  <a:pt x="114" y="28"/>
                </a:cubicBezTo>
                <a:cubicBezTo>
                  <a:pt x="114" y="14"/>
                  <a:pt x="121" y="0"/>
                  <a:pt x="142" y="0"/>
                </a:cubicBezTo>
                <a:cubicBezTo>
                  <a:pt x="156" y="0"/>
                  <a:pt x="170" y="14"/>
                  <a:pt x="170" y="28"/>
                </a:cubicBezTo>
                <a:cubicBezTo>
                  <a:pt x="170" y="219"/>
                  <a:pt x="170" y="219"/>
                  <a:pt x="170" y="219"/>
                </a:cubicBezTo>
                <a:cubicBezTo>
                  <a:pt x="170" y="233"/>
                  <a:pt x="156" y="247"/>
                  <a:pt x="142" y="247"/>
                </a:cubicBezTo>
                <a:close/>
                <a:moveTo>
                  <a:pt x="29" y="247"/>
                </a:moveTo>
                <a:lnTo>
                  <a:pt x="29" y="247"/>
                </a:lnTo>
                <a:cubicBezTo>
                  <a:pt x="7" y="247"/>
                  <a:pt x="0" y="233"/>
                  <a:pt x="0" y="219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7" y="0"/>
                  <a:pt x="29" y="0"/>
                </a:cubicBezTo>
                <a:cubicBezTo>
                  <a:pt x="43" y="0"/>
                  <a:pt x="57" y="14"/>
                  <a:pt x="57" y="28"/>
                </a:cubicBezTo>
                <a:cubicBezTo>
                  <a:pt x="57" y="219"/>
                  <a:pt x="57" y="219"/>
                  <a:pt x="57" y="219"/>
                </a:cubicBezTo>
                <a:cubicBezTo>
                  <a:pt x="57" y="233"/>
                  <a:pt x="43" y="247"/>
                  <a:pt x="29" y="24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2120" bIns="421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2" name="Freeform 70"/>
          <p:cNvSpPr/>
          <p:nvPr/>
        </p:nvSpPr>
        <p:spPr>
          <a:xfrm>
            <a:off x="3208320" y="2457360"/>
            <a:ext cx="93600" cy="93600"/>
          </a:xfrm>
          <a:custGeom>
            <a:avLst/>
            <a:gdLst/>
            <a:ahLst/>
            <a:rect l="l" t="t" r="r" b="b"/>
            <a:pathLst>
              <a:path w="262" h="262">
                <a:moveTo>
                  <a:pt x="233" y="261"/>
                </a:moveTo>
                <a:lnTo>
                  <a:pt x="233" y="261"/>
                </a:lnTo>
                <a:cubicBezTo>
                  <a:pt x="28" y="261"/>
                  <a:pt x="28" y="261"/>
                  <a:pt x="28" y="261"/>
                </a:cubicBezTo>
                <a:cubicBezTo>
                  <a:pt x="7" y="261"/>
                  <a:pt x="0" y="254"/>
                  <a:pt x="0" y="233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7" y="0"/>
                  <a:pt x="28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247" y="0"/>
                  <a:pt x="261" y="14"/>
                  <a:pt x="261" y="28"/>
                </a:cubicBezTo>
                <a:cubicBezTo>
                  <a:pt x="261" y="233"/>
                  <a:pt x="261" y="233"/>
                  <a:pt x="261" y="233"/>
                </a:cubicBezTo>
                <a:cubicBezTo>
                  <a:pt x="261" y="254"/>
                  <a:pt x="247" y="261"/>
                  <a:pt x="233" y="26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3" name="Freeform 71"/>
          <p:cNvSpPr/>
          <p:nvPr/>
        </p:nvSpPr>
        <p:spPr>
          <a:xfrm>
            <a:off x="2825640" y="2457360"/>
            <a:ext cx="96840" cy="93600"/>
          </a:xfrm>
          <a:custGeom>
            <a:avLst/>
            <a:gdLst/>
            <a:ahLst/>
            <a:rect l="l" t="t" r="r" b="b"/>
            <a:pathLst>
              <a:path w="269" h="262">
                <a:moveTo>
                  <a:pt x="134" y="0"/>
                </a:moveTo>
                <a:lnTo>
                  <a:pt x="134" y="0"/>
                </a:lnTo>
                <a:cubicBezTo>
                  <a:pt x="205" y="0"/>
                  <a:pt x="268" y="56"/>
                  <a:pt x="268" y="134"/>
                </a:cubicBezTo>
                <a:cubicBezTo>
                  <a:pt x="268" y="204"/>
                  <a:pt x="205" y="261"/>
                  <a:pt x="134" y="261"/>
                </a:cubicBezTo>
                <a:cubicBezTo>
                  <a:pt x="63" y="261"/>
                  <a:pt x="0" y="204"/>
                  <a:pt x="0" y="134"/>
                </a:cubicBezTo>
                <a:cubicBezTo>
                  <a:pt x="0" y="56"/>
                  <a:pt x="63" y="0"/>
                  <a:pt x="134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4" name="Freeform 72"/>
          <p:cNvSpPr/>
          <p:nvPr/>
        </p:nvSpPr>
        <p:spPr>
          <a:xfrm>
            <a:off x="2446200" y="2449440"/>
            <a:ext cx="93960" cy="109440"/>
          </a:xfrm>
          <a:custGeom>
            <a:avLst/>
            <a:gdLst/>
            <a:ahLst/>
            <a:rect l="l" t="t" r="r" b="b"/>
            <a:pathLst>
              <a:path w="262" h="305">
                <a:moveTo>
                  <a:pt x="261" y="156"/>
                </a:moveTo>
                <a:lnTo>
                  <a:pt x="261" y="156"/>
                </a:lnTo>
                <a:cubicBezTo>
                  <a:pt x="261" y="163"/>
                  <a:pt x="261" y="170"/>
                  <a:pt x="247" y="177"/>
                </a:cubicBezTo>
                <a:cubicBezTo>
                  <a:pt x="42" y="297"/>
                  <a:pt x="42" y="297"/>
                  <a:pt x="42" y="297"/>
                </a:cubicBezTo>
                <a:cubicBezTo>
                  <a:pt x="35" y="304"/>
                  <a:pt x="35" y="304"/>
                  <a:pt x="28" y="304"/>
                </a:cubicBezTo>
                <a:cubicBezTo>
                  <a:pt x="14" y="304"/>
                  <a:pt x="0" y="290"/>
                  <a:pt x="0" y="276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4"/>
                  <a:pt x="14" y="0"/>
                  <a:pt x="28" y="0"/>
                </a:cubicBezTo>
                <a:cubicBezTo>
                  <a:pt x="35" y="0"/>
                  <a:pt x="35" y="7"/>
                  <a:pt x="42" y="7"/>
                </a:cubicBezTo>
                <a:cubicBezTo>
                  <a:pt x="247" y="128"/>
                  <a:pt x="247" y="128"/>
                  <a:pt x="247" y="128"/>
                </a:cubicBezTo>
                <a:cubicBezTo>
                  <a:pt x="261" y="135"/>
                  <a:pt x="261" y="142"/>
                  <a:pt x="261" y="15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5" name="Freeform 73"/>
          <p:cNvSpPr/>
          <p:nvPr/>
        </p:nvSpPr>
        <p:spPr>
          <a:xfrm>
            <a:off x="6566040" y="2017800"/>
            <a:ext cx="217440" cy="217440"/>
          </a:xfrm>
          <a:custGeom>
            <a:avLst/>
            <a:gdLst/>
            <a:ahLst/>
            <a:rect l="l" t="t" r="r" b="b"/>
            <a:pathLst>
              <a:path w="602" h="602">
                <a:moveTo>
                  <a:pt x="573" y="601"/>
                </a:moveTo>
                <a:lnTo>
                  <a:pt x="573" y="601"/>
                </a:lnTo>
                <a:cubicBezTo>
                  <a:pt x="28" y="601"/>
                  <a:pt x="28" y="601"/>
                  <a:pt x="28" y="601"/>
                </a:cubicBezTo>
                <a:cubicBezTo>
                  <a:pt x="7" y="601"/>
                  <a:pt x="0" y="586"/>
                  <a:pt x="0" y="572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7"/>
                  <a:pt x="7" y="0"/>
                  <a:pt x="28" y="0"/>
                </a:cubicBezTo>
                <a:cubicBezTo>
                  <a:pt x="573" y="0"/>
                  <a:pt x="573" y="0"/>
                  <a:pt x="573" y="0"/>
                </a:cubicBezTo>
                <a:cubicBezTo>
                  <a:pt x="587" y="0"/>
                  <a:pt x="601" y="7"/>
                  <a:pt x="601" y="28"/>
                </a:cubicBezTo>
                <a:cubicBezTo>
                  <a:pt x="601" y="572"/>
                  <a:pt x="601" y="572"/>
                  <a:pt x="601" y="572"/>
                </a:cubicBezTo>
                <a:cubicBezTo>
                  <a:pt x="601" y="586"/>
                  <a:pt x="587" y="601"/>
                  <a:pt x="573" y="601"/>
                </a:cubicBezTo>
                <a:close/>
                <a:moveTo>
                  <a:pt x="544" y="56"/>
                </a:moveTo>
                <a:lnTo>
                  <a:pt x="544" y="56"/>
                </a:lnTo>
                <a:cubicBezTo>
                  <a:pt x="57" y="56"/>
                  <a:pt x="57" y="56"/>
                  <a:pt x="57" y="56"/>
                </a:cubicBezTo>
                <a:cubicBezTo>
                  <a:pt x="57" y="544"/>
                  <a:pt x="57" y="544"/>
                  <a:pt x="57" y="544"/>
                </a:cubicBezTo>
                <a:cubicBezTo>
                  <a:pt x="544" y="544"/>
                  <a:pt x="544" y="544"/>
                  <a:pt x="544" y="544"/>
                </a:cubicBezTo>
                <a:lnTo>
                  <a:pt x="544" y="56"/>
                </a:lnTo>
                <a:close/>
                <a:moveTo>
                  <a:pt x="113" y="403"/>
                </a:moveTo>
                <a:lnTo>
                  <a:pt x="113" y="403"/>
                </a:lnTo>
                <a:cubicBezTo>
                  <a:pt x="170" y="403"/>
                  <a:pt x="170" y="403"/>
                  <a:pt x="170" y="403"/>
                </a:cubicBezTo>
                <a:cubicBezTo>
                  <a:pt x="184" y="403"/>
                  <a:pt x="198" y="417"/>
                  <a:pt x="198" y="431"/>
                </a:cubicBezTo>
                <a:cubicBezTo>
                  <a:pt x="198" y="487"/>
                  <a:pt x="198" y="487"/>
                  <a:pt x="198" y="487"/>
                </a:cubicBezTo>
                <a:cubicBezTo>
                  <a:pt x="198" y="502"/>
                  <a:pt x="184" y="516"/>
                  <a:pt x="170" y="516"/>
                </a:cubicBezTo>
                <a:cubicBezTo>
                  <a:pt x="113" y="516"/>
                  <a:pt x="113" y="516"/>
                  <a:pt x="113" y="516"/>
                </a:cubicBezTo>
                <a:cubicBezTo>
                  <a:pt x="92" y="516"/>
                  <a:pt x="85" y="502"/>
                  <a:pt x="85" y="487"/>
                </a:cubicBezTo>
                <a:cubicBezTo>
                  <a:pt x="85" y="431"/>
                  <a:pt x="85" y="431"/>
                  <a:pt x="85" y="431"/>
                </a:cubicBezTo>
                <a:cubicBezTo>
                  <a:pt x="85" y="417"/>
                  <a:pt x="92" y="403"/>
                  <a:pt x="113" y="403"/>
                </a:cubicBezTo>
                <a:close/>
                <a:moveTo>
                  <a:pt x="269" y="148"/>
                </a:moveTo>
                <a:lnTo>
                  <a:pt x="269" y="148"/>
                </a:lnTo>
                <a:cubicBezTo>
                  <a:pt x="325" y="148"/>
                  <a:pt x="325" y="148"/>
                  <a:pt x="325" y="148"/>
                </a:cubicBezTo>
                <a:cubicBezTo>
                  <a:pt x="346" y="148"/>
                  <a:pt x="353" y="162"/>
                  <a:pt x="353" y="176"/>
                </a:cubicBezTo>
                <a:cubicBezTo>
                  <a:pt x="353" y="487"/>
                  <a:pt x="353" y="487"/>
                  <a:pt x="353" y="487"/>
                </a:cubicBezTo>
                <a:cubicBezTo>
                  <a:pt x="353" y="502"/>
                  <a:pt x="346" y="516"/>
                  <a:pt x="325" y="516"/>
                </a:cubicBezTo>
                <a:cubicBezTo>
                  <a:pt x="269" y="516"/>
                  <a:pt x="269" y="516"/>
                  <a:pt x="269" y="516"/>
                </a:cubicBezTo>
                <a:cubicBezTo>
                  <a:pt x="255" y="516"/>
                  <a:pt x="240" y="502"/>
                  <a:pt x="240" y="487"/>
                </a:cubicBezTo>
                <a:cubicBezTo>
                  <a:pt x="240" y="176"/>
                  <a:pt x="240" y="176"/>
                  <a:pt x="240" y="176"/>
                </a:cubicBezTo>
                <a:cubicBezTo>
                  <a:pt x="240" y="162"/>
                  <a:pt x="255" y="148"/>
                  <a:pt x="269" y="148"/>
                </a:cubicBezTo>
                <a:close/>
                <a:moveTo>
                  <a:pt x="431" y="261"/>
                </a:moveTo>
                <a:lnTo>
                  <a:pt x="431" y="261"/>
                </a:lnTo>
                <a:cubicBezTo>
                  <a:pt x="488" y="261"/>
                  <a:pt x="488" y="261"/>
                  <a:pt x="488" y="261"/>
                </a:cubicBezTo>
                <a:cubicBezTo>
                  <a:pt x="502" y="261"/>
                  <a:pt x="516" y="276"/>
                  <a:pt x="516" y="290"/>
                </a:cubicBezTo>
                <a:cubicBezTo>
                  <a:pt x="516" y="487"/>
                  <a:pt x="516" y="487"/>
                  <a:pt x="516" y="487"/>
                </a:cubicBezTo>
                <a:cubicBezTo>
                  <a:pt x="516" y="502"/>
                  <a:pt x="502" y="516"/>
                  <a:pt x="488" y="516"/>
                </a:cubicBezTo>
                <a:cubicBezTo>
                  <a:pt x="431" y="516"/>
                  <a:pt x="431" y="516"/>
                  <a:pt x="431" y="516"/>
                </a:cubicBezTo>
                <a:cubicBezTo>
                  <a:pt x="417" y="516"/>
                  <a:pt x="403" y="502"/>
                  <a:pt x="403" y="487"/>
                </a:cubicBezTo>
                <a:cubicBezTo>
                  <a:pt x="403" y="290"/>
                  <a:pt x="403" y="290"/>
                  <a:pt x="403" y="290"/>
                </a:cubicBezTo>
                <a:cubicBezTo>
                  <a:pt x="403" y="276"/>
                  <a:pt x="417" y="261"/>
                  <a:pt x="431" y="26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6" name="Freeform 74"/>
          <p:cNvSpPr/>
          <p:nvPr/>
        </p:nvSpPr>
        <p:spPr>
          <a:xfrm>
            <a:off x="6183360" y="2017800"/>
            <a:ext cx="218880" cy="217440"/>
          </a:xfrm>
          <a:custGeom>
            <a:avLst/>
            <a:gdLst/>
            <a:ahLst/>
            <a:rect l="l" t="t" r="r" b="b"/>
            <a:pathLst>
              <a:path w="609" h="602">
                <a:moveTo>
                  <a:pt x="579" y="601"/>
                </a:moveTo>
                <a:lnTo>
                  <a:pt x="579" y="601"/>
                </a:lnTo>
                <a:cubicBezTo>
                  <a:pt x="28" y="601"/>
                  <a:pt x="28" y="601"/>
                  <a:pt x="28" y="601"/>
                </a:cubicBezTo>
                <a:cubicBezTo>
                  <a:pt x="14" y="601"/>
                  <a:pt x="0" y="586"/>
                  <a:pt x="0" y="572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7"/>
                  <a:pt x="14" y="0"/>
                  <a:pt x="28" y="0"/>
                </a:cubicBezTo>
                <a:cubicBezTo>
                  <a:pt x="579" y="0"/>
                  <a:pt x="579" y="0"/>
                  <a:pt x="579" y="0"/>
                </a:cubicBezTo>
                <a:cubicBezTo>
                  <a:pt x="594" y="0"/>
                  <a:pt x="608" y="7"/>
                  <a:pt x="608" y="28"/>
                </a:cubicBezTo>
                <a:cubicBezTo>
                  <a:pt x="608" y="572"/>
                  <a:pt x="608" y="572"/>
                  <a:pt x="608" y="572"/>
                </a:cubicBezTo>
                <a:cubicBezTo>
                  <a:pt x="608" y="586"/>
                  <a:pt x="594" y="601"/>
                  <a:pt x="579" y="601"/>
                </a:cubicBezTo>
                <a:close/>
                <a:moveTo>
                  <a:pt x="551" y="56"/>
                </a:moveTo>
                <a:lnTo>
                  <a:pt x="551" y="56"/>
                </a:lnTo>
                <a:cubicBezTo>
                  <a:pt x="56" y="56"/>
                  <a:pt x="56" y="56"/>
                  <a:pt x="56" y="56"/>
                </a:cubicBezTo>
                <a:cubicBezTo>
                  <a:pt x="56" y="544"/>
                  <a:pt x="56" y="544"/>
                  <a:pt x="56" y="544"/>
                </a:cubicBezTo>
                <a:cubicBezTo>
                  <a:pt x="551" y="544"/>
                  <a:pt x="551" y="544"/>
                  <a:pt x="551" y="544"/>
                </a:cubicBezTo>
                <a:lnTo>
                  <a:pt x="551" y="56"/>
                </a:lnTo>
                <a:close/>
                <a:moveTo>
                  <a:pt x="99" y="304"/>
                </a:moveTo>
                <a:lnTo>
                  <a:pt x="99" y="304"/>
                </a:lnTo>
                <a:cubicBezTo>
                  <a:pt x="177" y="254"/>
                  <a:pt x="177" y="254"/>
                  <a:pt x="177" y="254"/>
                </a:cubicBezTo>
                <a:cubicBezTo>
                  <a:pt x="184" y="254"/>
                  <a:pt x="184" y="254"/>
                  <a:pt x="191" y="254"/>
                </a:cubicBezTo>
                <a:cubicBezTo>
                  <a:pt x="198" y="254"/>
                  <a:pt x="205" y="254"/>
                  <a:pt x="205" y="254"/>
                </a:cubicBezTo>
                <a:cubicBezTo>
                  <a:pt x="332" y="339"/>
                  <a:pt x="332" y="339"/>
                  <a:pt x="332" y="339"/>
                </a:cubicBezTo>
                <a:cubicBezTo>
                  <a:pt x="473" y="240"/>
                  <a:pt x="473" y="240"/>
                  <a:pt x="473" y="240"/>
                </a:cubicBezTo>
                <a:cubicBezTo>
                  <a:pt x="480" y="233"/>
                  <a:pt x="488" y="233"/>
                  <a:pt x="495" y="233"/>
                </a:cubicBezTo>
                <a:cubicBezTo>
                  <a:pt x="509" y="233"/>
                  <a:pt x="523" y="247"/>
                  <a:pt x="523" y="261"/>
                </a:cubicBezTo>
                <a:cubicBezTo>
                  <a:pt x="523" y="268"/>
                  <a:pt x="516" y="283"/>
                  <a:pt x="509" y="283"/>
                </a:cubicBezTo>
                <a:cubicBezTo>
                  <a:pt x="346" y="396"/>
                  <a:pt x="346" y="396"/>
                  <a:pt x="346" y="396"/>
                </a:cubicBezTo>
                <a:cubicBezTo>
                  <a:pt x="346" y="403"/>
                  <a:pt x="339" y="403"/>
                  <a:pt x="332" y="403"/>
                </a:cubicBezTo>
                <a:cubicBezTo>
                  <a:pt x="325" y="403"/>
                  <a:pt x="318" y="403"/>
                  <a:pt x="318" y="396"/>
                </a:cubicBezTo>
                <a:cubicBezTo>
                  <a:pt x="191" y="311"/>
                  <a:pt x="191" y="311"/>
                  <a:pt x="191" y="311"/>
                </a:cubicBezTo>
                <a:cubicBezTo>
                  <a:pt x="134" y="353"/>
                  <a:pt x="134" y="353"/>
                  <a:pt x="134" y="353"/>
                </a:cubicBezTo>
                <a:cubicBezTo>
                  <a:pt x="127" y="353"/>
                  <a:pt x="120" y="353"/>
                  <a:pt x="113" y="353"/>
                </a:cubicBezTo>
                <a:cubicBezTo>
                  <a:pt x="99" y="353"/>
                  <a:pt x="85" y="346"/>
                  <a:pt x="85" y="325"/>
                </a:cubicBezTo>
                <a:cubicBezTo>
                  <a:pt x="85" y="318"/>
                  <a:pt x="92" y="311"/>
                  <a:pt x="99" y="30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7" name="Freeform 75"/>
          <p:cNvSpPr/>
          <p:nvPr/>
        </p:nvSpPr>
        <p:spPr>
          <a:xfrm>
            <a:off x="5805360" y="2031840"/>
            <a:ext cx="217440" cy="184320"/>
          </a:xfrm>
          <a:custGeom>
            <a:avLst/>
            <a:gdLst/>
            <a:ahLst/>
            <a:rect l="l" t="t" r="r" b="b"/>
            <a:pathLst>
              <a:path w="602" h="510">
                <a:moveTo>
                  <a:pt x="572" y="509"/>
                </a:moveTo>
                <a:lnTo>
                  <a:pt x="572" y="509"/>
                </a:lnTo>
                <a:cubicBezTo>
                  <a:pt x="28" y="509"/>
                  <a:pt x="28" y="509"/>
                  <a:pt x="28" y="509"/>
                </a:cubicBezTo>
                <a:cubicBezTo>
                  <a:pt x="14" y="509"/>
                  <a:pt x="0" y="502"/>
                  <a:pt x="0" y="481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14" y="0"/>
                  <a:pt x="28" y="0"/>
                </a:cubicBezTo>
                <a:cubicBezTo>
                  <a:pt x="42" y="0"/>
                  <a:pt x="56" y="14"/>
                  <a:pt x="56" y="28"/>
                </a:cubicBezTo>
                <a:cubicBezTo>
                  <a:pt x="56" y="389"/>
                  <a:pt x="56" y="389"/>
                  <a:pt x="56" y="389"/>
                </a:cubicBezTo>
                <a:cubicBezTo>
                  <a:pt x="56" y="452"/>
                  <a:pt x="56" y="452"/>
                  <a:pt x="56" y="452"/>
                </a:cubicBezTo>
                <a:cubicBezTo>
                  <a:pt x="572" y="452"/>
                  <a:pt x="572" y="452"/>
                  <a:pt x="572" y="452"/>
                </a:cubicBezTo>
                <a:cubicBezTo>
                  <a:pt x="594" y="452"/>
                  <a:pt x="601" y="467"/>
                  <a:pt x="601" y="481"/>
                </a:cubicBezTo>
                <a:cubicBezTo>
                  <a:pt x="601" y="502"/>
                  <a:pt x="594" y="509"/>
                  <a:pt x="572" y="509"/>
                </a:cubicBezTo>
                <a:close/>
                <a:moveTo>
                  <a:pt x="509" y="424"/>
                </a:moveTo>
                <a:lnTo>
                  <a:pt x="509" y="424"/>
                </a:lnTo>
                <a:cubicBezTo>
                  <a:pt x="452" y="424"/>
                  <a:pt x="452" y="424"/>
                  <a:pt x="452" y="424"/>
                </a:cubicBezTo>
                <a:cubicBezTo>
                  <a:pt x="438" y="424"/>
                  <a:pt x="424" y="417"/>
                  <a:pt x="424" y="396"/>
                </a:cubicBezTo>
                <a:cubicBezTo>
                  <a:pt x="424" y="198"/>
                  <a:pt x="424" y="198"/>
                  <a:pt x="424" y="198"/>
                </a:cubicBezTo>
                <a:cubicBezTo>
                  <a:pt x="424" y="184"/>
                  <a:pt x="438" y="170"/>
                  <a:pt x="452" y="170"/>
                </a:cubicBezTo>
                <a:cubicBezTo>
                  <a:pt x="509" y="170"/>
                  <a:pt x="509" y="170"/>
                  <a:pt x="509" y="170"/>
                </a:cubicBezTo>
                <a:cubicBezTo>
                  <a:pt x="523" y="170"/>
                  <a:pt x="537" y="184"/>
                  <a:pt x="537" y="198"/>
                </a:cubicBezTo>
                <a:cubicBezTo>
                  <a:pt x="537" y="396"/>
                  <a:pt x="537" y="396"/>
                  <a:pt x="537" y="396"/>
                </a:cubicBezTo>
                <a:cubicBezTo>
                  <a:pt x="537" y="417"/>
                  <a:pt x="523" y="424"/>
                  <a:pt x="509" y="424"/>
                </a:cubicBezTo>
                <a:close/>
                <a:moveTo>
                  <a:pt x="346" y="424"/>
                </a:moveTo>
                <a:lnTo>
                  <a:pt x="346" y="424"/>
                </a:lnTo>
                <a:cubicBezTo>
                  <a:pt x="290" y="424"/>
                  <a:pt x="290" y="424"/>
                  <a:pt x="290" y="424"/>
                </a:cubicBezTo>
                <a:cubicBezTo>
                  <a:pt x="276" y="424"/>
                  <a:pt x="261" y="417"/>
                  <a:pt x="261" y="396"/>
                </a:cubicBezTo>
                <a:cubicBezTo>
                  <a:pt x="261" y="85"/>
                  <a:pt x="261" y="85"/>
                  <a:pt x="261" y="85"/>
                </a:cubicBezTo>
                <a:cubicBezTo>
                  <a:pt x="261" y="71"/>
                  <a:pt x="276" y="57"/>
                  <a:pt x="290" y="57"/>
                </a:cubicBezTo>
                <a:cubicBezTo>
                  <a:pt x="346" y="57"/>
                  <a:pt x="346" y="57"/>
                  <a:pt x="346" y="57"/>
                </a:cubicBezTo>
                <a:cubicBezTo>
                  <a:pt x="367" y="57"/>
                  <a:pt x="374" y="71"/>
                  <a:pt x="374" y="85"/>
                </a:cubicBezTo>
                <a:cubicBezTo>
                  <a:pt x="374" y="396"/>
                  <a:pt x="374" y="396"/>
                  <a:pt x="374" y="396"/>
                </a:cubicBezTo>
                <a:cubicBezTo>
                  <a:pt x="374" y="417"/>
                  <a:pt x="367" y="424"/>
                  <a:pt x="346" y="424"/>
                </a:cubicBezTo>
                <a:close/>
                <a:moveTo>
                  <a:pt x="191" y="424"/>
                </a:moveTo>
                <a:lnTo>
                  <a:pt x="191" y="424"/>
                </a:lnTo>
                <a:cubicBezTo>
                  <a:pt x="134" y="424"/>
                  <a:pt x="134" y="424"/>
                  <a:pt x="134" y="424"/>
                </a:cubicBezTo>
                <a:cubicBezTo>
                  <a:pt x="113" y="424"/>
                  <a:pt x="106" y="417"/>
                  <a:pt x="106" y="396"/>
                </a:cubicBezTo>
                <a:cubicBezTo>
                  <a:pt x="106" y="339"/>
                  <a:pt x="106" y="339"/>
                  <a:pt x="106" y="339"/>
                </a:cubicBezTo>
                <a:cubicBezTo>
                  <a:pt x="106" y="325"/>
                  <a:pt x="113" y="311"/>
                  <a:pt x="134" y="311"/>
                </a:cubicBezTo>
                <a:cubicBezTo>
                  <a:pt x="191" y="311"/>
                  <a:pt x="191" y="311"/>
                  <a:pt x="191" y="311"/>
                </a:cubicBezTo>
                <a:cubicBezTo>
                  <a:pt x="205" y="311"/>
                  <a:pt x="219" y="325"/>
                  <a:pt x="219" y="339"/>
                </a:cubicBezTo>
                <a:cubicBezTo>
                  <a:pt x="219" y="396"/>
                  <a:pt x="219" y="396"/>
                  <a:pt x="219" y="396"/>
                </a:cubicBezTo>
                <a:cubicBezTo>
                  <a:pt x="219" y="417"/>
                  <a:pt x="205" y="424"/>
                  <a:pt x="191" y="42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8" name="Freeform 76"/>
          <p:cNvSpPr/>
          <p:nvPr/>
        </p:nvSpPr>
        <p:spPr>
          <a:xfrm>
            <a:off x="5425920" y="2031840"/>
            <a:ext cx="216000" cy="184320"/>
          </a:xfrm>
          <a:custGeom>
            <a:avLst/>
            <a:gdLst/>
            <a:ahLst/>
            <a:rect l="l" t="t" r="r" b="b"/>
            <a:pathLst>
              <a:path w="601" h="510">
                <a:moveTo>
                  <a:pt x="586" y="177"/>
                </a:moveTo>
                <a:lnTo>
                  <a:pt x="586" y="177"/>
                </a:lnTo>
                <a:cubicBezTo>
                  <a:pt x="346" y="347"/>
                  <a:pt x="346" y="347"/>
                  <a:pt x="346" y="347"/>
                </a:cubicBezTo>
                <a:cubicBezTo>
                  <a:pt x="339" y="347"/>
                  <a:pt x="332" y="354"/>
                  <a:pt x="325" y="354"/>
                </a:cubicBezTo>
                <a:cubicBezTo>
                  <a:pt x="325" y="354"/>
                  <a:pt x="318" y="347"/>
                  <a:pt x="311" y="347"/>
                </a:cubicBezTo>
                <a:cubicBezTo>
                  <a:pt x="183" y="262"/>
                  <a:pt x="183" y="262"/>
                  <a:pt x="183" y="262"/>
                </a:cubicBezTo>
                <a:cubicBezTo>
                  <a:pt x="56" y="339"/>
                  <a:pt x="56" y="339"/>
                  <a:pt x="56" y="339"/>
                </a:cubicBezTo>
                <a:cubicBezTo>
                  <a:pt x="56" y="452"/>
                  <a:pt x="56" y="452"/>
                  <a:pt x="56" y="452"/>
                </a:cubicBezTo>
                <a:cubicBezTo>
                  <a:pt x="572" y="452"/>
                  <a:pt x="572" y="452"/>
                  <a:pt x="572" y="452"/>
                </a:cubicBezTo>
                <a:cubicBezTo>
                  <a:pt x="586" y="452"/>
                  <a:pt x="600" y="467"/>
                  <a:pt x="600" y="481"/>
                </a:cubicBezTo>
                <a:cubicBezTo>
                  <a:pt x="600" y="502"/>
                  <a:pt x="586" y="509"/>
                  <a:pt x="572" y="509"/>
                </a:cubicBezTo>
                <a:cubicBezTo>
                  <a:pt x="28" y="509"/>
                  <a:pt x="28" y="509"/>
                  <a:pt x="28" y="509"/>
                </a:cubicBezTo>
                <a:cubicBezTo>
                  <a:pt x="7" y="509"/>
                  <a:pt x="0" y="502"/>
                  <a:pt x="0" y="481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7" y="0"/>
                  <a:pt x="28" y="0"/>
                </a:cubicBezTo>
                <a:cubicBezTo>
                  <a:pt x="42" y="0"/>
                  <a:pt x="56" y="14"/>
                  <a:pt x="56" y="28"/>
                </a:cubicBezTo>
                <a:cubicBezTo>
                  <a:pt x="56" y="276"/>
                  <a:pt x="56" y="276"/>
                  <a:pt x="56" y="276"/>
                </a:cubicBezTo>
                <a:cubicBezTo>
                  <a:pt x="169" y="205"/>
                  <a:pt x="169" y="205"/>
                  <a:pt x="169" y="205"/>
                </a:cubicBezTo>
                <a:cubicBezTo>
                  <a:pt x="176" y="205"/>
                  <a:pt x="183" y="198"/>
                  <a:pt x="183" y="198"/>
                </a:cubicBezTo>
                <a:cubicBezTo>
                  <a:pt x="191" y="198"/>
                  <a:pt x="198" y="205"/>
                  <a:pt x="205" y="205"/>
                </a:cubicBezTo>
                <a:cubicBezTo>
                  <a:pt x="325" y="290"/>
                  <a:pt x="325" y="290"/>
                  <a:pt x="325" y="290"/>
                </a:cubicBezTo>
                <a:cubicBezTo>
                  <a:pt x="558" y="127"/>
                  <a:pt x="558" y="127"/>
                  <a:pt x="558" y="127"/>
                </a:cubicBezTo>
                <a:cubicBezTo>
                  <a:pt x="558" y="127"/>
                  <a:pt x="565" y="127"/>
                  <a:pt x="572" y="127"/>
                </a:cubicBezTo>
                <a:cubicBezTo>
                  <a:pt x="586" y="127"/>
                  <a:pt x="600" y="134"/>
                  <a:pt x="600" y="156"/>
                </a:cubicBezTo>
                <a:cubicBezTo>
                  <a:pt x="600" y="163"/>
                  <a:pt x="593" y="170"/>
                  <a:pt x="586" y="17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9" name="Freeform 77"/>
          <p:cNvSpPr/>
          <p:nvPr/>
        </p:nvSpPr>
        <p:spPr>
          <a:xfrm>
            <a:off x="5045040" y="2017800"/>
            <a:ext cx="219240" cy="217440"/>
          </a:xfrm>
          <a:custGeom>
            <a:avLst/>
            <a:gdLst/>
            <a:ahLst/>
            <a:rect l="l" t="t" r="r" b="b"/>
            <a:pathLst>
              <a:path w="608" h="602">
                <a:moveTo>
                  <a:pt x="304" y="601"/>
                </a:moveTo>
                <a:lnTo>
                  <a:pt x="304" y="601"/>
                </a:lnTo>
                <a:cubicBezTo>
                  <a:pt x="134" y="601"/>
                  <a:pt x="0" y="466"/>
                  <a:pt x="0" y="297"/>
                </a:cubicBezTo>
                <a:cubicBezTo>
                  <a:pt x="0" y="134"/>
                  <a:pt x="134" y="0"/>
                  <a:pt x="304" y="0"/>
                </a:cubicBezTo>
                <a:cubicBezTo>
                  <a:pt x="473" y="0"/>
                  <a:pt x="607" y="134"/>
                  <a:pt x="607" y="297"/>
                </a:cubicBezTo>
                <a:cubicBezTo>
                  <a:pt x="607" y="466"/>
                  <a:pt x="473" y="601"/>
                  <a:pt x="304" y="601"/>
                </a:cubicBezTo>
                <a:close/>
                <a:moveTo>
                  <a:pt x="127" y="127"/>
                </a:moveTo>
                <a:lnTo>
                  <a:pt x="127" y="127"/>
                </a:lnTo>
                <a:cubicBezTo>
                  <a:pt x="304" y="297"/>
                  <a:pt x="304" y="297"/>
                  <a:pt x="304" y="297"/>
                </a:cubicBezTo>
                <a:cubicBezTo>
                  <a:pt x="304" y="56"/>
                  <a:pt x="304" y="56"/>
                  <a:pt x="304" y="56"/>
                </a:cubicBezTo>
                <a:cubicBezTo>
                  <a:pt x="233" y="56"/>
                  <a:pt x="176" y="85"/>
                  <a:pt x="127" y="12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0" name="Freeform 78"/>
          <p:cNvSpPr/>
          <p:nvPr/>
        </p:nvSpPr>
        <p:spPr>
          <a:xfrm>
            <a:off x="4665600" y="2017800"/>
            <a:ext cx="216000" cy="217440"/>
          </a:xfrm>
          <a:custGeom>
            <a:avLst/>
            <a:gdLst/>
            <a:ahLst/>
            <a:rect l="l" t="t" r="r" b="b"/>
            <a:pathLst>
              <a:path w="601" h="602">
                <a:moveTo>
                  <a:pt x="304" y="601"/>
                </a:moveTo>
                <a:lnTo>
                  <a:pt x="304" y="601"/>
                </a:lnTo>
                <a:cubicBezTo>
                  <a:pt x="134" y="601"/>
                  <a:pt x="0" y="466"/>
                  <a:pt x="0" y="297"/>
                </a:cubicBezTo>
                <a:cubicBezTo>
                  <a:pt x="0" y="134"/>
                  <a:pt x="134" y="0"/>
                  <a:pt x="304" y="0"/>
                </a:cubicBezTo>
                <a:cubicBezTo>
                  <a:pt x="466" y="0"/>
                  <a:pt x="600" y="134"/>
                  <a:pt x="600" y="297"/>
                </a:cubicBezTo>
                <a:cubicBezTo>
                  <a:pt x="600" y="466"/>
                  <a:pt x="466" y="601"/>
                  <a:pt x="304" y="601"/>
                </a:cubicBezTo>
                <a:close/>
                <a:moveTo>
                  <a:pt x="56" y="297"/>
                </a:moveTo>
                <a:lnTo>
                  <a:pt x="56" y="297"/>
                </a:lnTo>
                <a:cubicBezTo>
                  <a:pt x="304" y="297"/>
                  <a:pt x="304" y="297"/>
                  <a:pt x="304" y="297"/>
                </a:cubicBezTo>
                <a:cubicBezTo>
                  <a:pt x="304" y="56"/>
                  <a:pt x="304" y="56"/>
                  <a:pt x="304" y="56"/>
                </a:cubicBezTo>
                <a:cubicBezTo>
                  <a:pt x="169" y="56"/>
                  <a:pt x="56" y="162"/>
                  <a:pt x="56" y="29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1" name="Freeform 79"/>
          <p:cNvSpPr/>
          <p:nvPr/>
        </p:nvSpPr>
        <p:spPr>
          <a:xfrm>
            <a:off x="4286160" y="2017800"/>
            <a:ext cx="216000" cy="217440"/>
          </a:xfrm>
          <a:custGeom>
            <a:avLst/>
            <a:gdLst/>
            <a:ahLst/>
            <a:rect l="l" t="t" r="r" b="b"/>
            <a:pathLst>
              <a:path w="601" h="602">
                <a:moveTo>
                  <a:pt x="296" y="601"/>
                </a:moveTo>
                <a:lnTo>
                  <a:pt x="296" y="601"/>
                </a:lnTo>
                <a:cubicBezTo>
                  <a:pt x="134" y="601"/>
                  <a:pt x="0" y="466"/>
                  <a:pt x="0" y="297"/>
                </a:cubicBezTo>
                <a:cubicBezTo>
                  <a:pt x="0" y="134"/>
                  <a:pt x="134" y="0"/>
                  <a:pt x="296" y="0"/>
                </a:cubicBezTo>
                <a:cubicBezTo>
                  <a:pt x="466" y="0"/>
                  <a:pt x="600" y="134"/>
                  <a:pt x="600" y="297"/>
                </a:cubicBezTo>
                <a:cubicBezTo>
                  <a:pt x="600" y="466"/>
                  <a:pt x="466" y="601"/>
                  <a:pt x="296" y="601"/>
                </a:cubicBezTo>
                <a:close/>
                <a:moveTo>
                  <a:pt x="56" y="297"/>
                </a:moveTo>
                <a:lnTo>
                  <a:pt x="56" y="297"/>
                </a:lnTo>
                <a:cubicBezTo>
                  <a:pt x="56" y="367"/>
                  <a:pt x="84" y="431"/>
                  <a:pt x="127" y="473"/>
                </a:cubicBezTo>
                <a:cubicBezTo>
                  <a:pt x="296" y="297"/>
                  <a:pt x="296" y="297"/>
                  <a:pt x="296" y="297"/>
                </a:cubicBezTo>
                <a:cubicBezTo>
                  <a:pt x="296" y="56"/>
                  <a:pt x="296" y="56"/>
                  <a:pt x="296" y="56"/>
                </a:cubicBezTo>
                <a:cubicBezTo>
                  <a:pt x="162" y="56"/>
                  <a:pt x="56" y="162"/>
                  <a:pt x="56" y="29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2" name="Freeform 80"/>
          <p:cNvSpPr/>
          <p:nvPr/>
        </p:nvSpPr>
        <p:spPr>
          <a:xfrm>
            <a:off x="3905280" y="2017800"/>
            <a:ext cx="218880" cy="217440"/>
          </a:xfrm>
          <a:custGeom>
            <a:avLst/>
            <a:gdLst/>
            <a:ahLst/>
            <a:rect l="l" t="t" r="r" b="b"/>
            <a:pathLst>
              <a:path w="609" h="602">
                <a:moveTo>
                  <a:pt x="304" y="601"/>
                </a:moveTo>
                <a:lnTo>
                  <a:pt x="304" y="601"/>
                </a:lnTo>
                <a:cubicBezTo>
                  <a:pt x="135" y="601"/>
                  <a:pt x="0" y="466"/>
                  <a:pt x="0" y="297"/>
                </a:cubicBezTo>
                <a:cubicBezTo>
                  <a:pt x="0" y="134"/>
                  <a:pt x="135" y="0"/>
                  <a:pt x="304" y="0"/>
                </a:cubicBezTo>
                <a:cubicBezTo>
                  <a:pt x="474" y="0"/>
                  <a:pt x="608" y="134"/>
                  <a:pt x="608" y="297"/>
                </a:cubicBezTo>
                <a:cubicBezTo>
                  <a:pt x="608" y="466"/>
                  <a:pt x="474" y="601"/>
                  <a:pt x="304" y="601"/>
                </a:cubicBezTo>
                <a:close/>
                <a:moveTo>
                  <a:pt x="57" y="297"/>
                </a:moveTo>
                <a:lnTo>
                  <a:pt x="57" y="297"/>
                </a:lnTo>
                <a:cubicBezTo>
                  <a:pt x="57" y="431"/>
                  <a:pt x="170" y="544"/>
                  <a:pt x="304" y="544"/>
                </a:cubicBezTo>
                <a:cubicBezTo>
                  <a:pt x="304" y="56"/>
                  <a:pt x="304" y="56"/>
                  <a:pt x="304" y="56"/>
                </a:cubicBezTo>
                <a:cubicBezTo>
                  <a:pt x="170" y="56"/>
                  <a:pt x="57" y="162"/>
                  <a:pt x="57" y="29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3" name="Freeform 81"/>
          <p:cNvSpPr/>
          <p:nvPr/>
        </p:nvSpPr>
        <p:spPr>
          <a:xfrm>
            <a:off x="3525840" y="2017800"/>
            <a:ext cx="217440" cy="217440"/>
          </a:xfrm>
          <a:custGeom>
            <a:avLst/>
            <a:gdLst/>
            <a:ahLst/>
            <a:rect l="l" t="t" r="r" b="b"/>
            <a:pathLst>
              <a:path w="602" h="602">
                <a:moveTo>
                  <a:pt x="304" y="601"/>
                </a:moveTo>
                <a:lnTo>
                  <a:pt x="304" y="601"/>
                </a:lnTo>
                <a:cubicBezTo>
                  <a:pt x="135" y="601"/>
                  <a:pt x="0" y="466"/>
                  <a:pt x="0" y="297"/>
                </a:cubicBezTo>
                <a:cubicBezTo>
                  <a:pt x="0" y="134"/>
                  <a:pt x="135" y="0"/>
                  <a:pt x="304" y="0"/>
                </a:cubicBezTo>
                <a:cubicBezTo>
                  <a:pt x="467" y="0"/>
                  <a:pt x="601" y="134"/>
                  <a:pt x="601" y="297"/>
                </a:cubicBezTo>
                <a:cubicBezTo>
                  <a:pt x="601" y="466"/>
                  <a:pt x="467" y="601"/>
                  <a:pt x="304" y="601"/>
                </a:cubicBezTo>
                <a:close/>
                <a:moveTo>
                  <a:pt x="57" y="297"/>
                </a:moveTo>
                <a:lnTo>
                  <a:pt x="57" y="297"/>
                </a:lnTo>
                <a:cubicBezTo>
                  <a:pt x="57" y="431"/>
                  <a:pt x="170" y="544"/>
                  <a:pt x="304" y="544"/>
                </a:cubicBezTo>
                <a:cubicBezTo>
                  <a:pt x="368" y="544"/>
                  <a:pt x="431" y="516"/>
                  <a:pt x="474" y="473"/>
                </a:cubicBezTo>
                <a:cubicBezTo>
                  <a:pt x="304" y="297"/>
                  <a:pt x="304" y="297"/>
                  <a:pt x="304" y="297"/>
                </a:cubicBezTo>
                <a:cubicBezTo>
                  <a:pt x="304" y="56"/>
                  <a:pt x="304" y="56"/>
                  <a:pt x="304" y="56"/>
                </a:cubicBezTo>
                <a:cubicBezTo>
                  <a:pt x="170" y="56"/>
                  <a:pt x="57" y="162"/>
                  <a:pt x="57" y="29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4" name="Freeform 82"/>
          <p:cNvSpPr/>
          <p:nvPr/>
        </p:nvSpPr>
        <p:spPr>
          <a:xfrm>
            <a:off x="3146400" y="2017800"/>
            <a:ext cx="217440" cy="217440"/>
          </a:xfrm>
          <a:custGeom>
            <a:avLst/>
            <a:gdLst/>
            <a:ahLst/>
            <a:rect l="l" t="t" r="r" b="b"/>
            <a:pathLst>
              <a:path w="602" h="602">
                <a:moveTo>
                  <a:pt x="297" y="601"/>
                </a:moveTo>
                <a:lnTo>
                  <a:pt x="297" y="601"/>
                </a:lnTo>
                <a:cubicBezTo>
                  <a:pt x="135" y="601"/>
                  <a:pt x="0" y="466"/>
                  <a:pt x="0" y="297"/>
                </a:cubicBezTo>
                <a:cubicBezTo>
                  <a:pt x="0" y="134"/>
                  <a:pt x="135" y="0"/>
                  <a:pt x="297" y="0"/>
                </a:cubicBezTo>
                <a:cubicBezTo>
                  <a:pt x="467" y="0"/>
                  <a:pt x="601" y="134"/>
                  <a:pt x="601" y="297"/>
                </a:cubicBezTo>
                <a:cubicBezTo>
                  <a:pt x="601" y="466"/>
                  <a:pt x="467" y="601"/>
                  <a:pt x="297" y="601"/>
                </a:cubicBezTo>
                <a:close/>
                <a:moveTo>
                  <a:pt x="57" y="297"/>
                </a:moveTo>
                <a:lnTo>
                  <a:pt x="57" y="297"/>
                </a:lnTo>
                <a:cubicBezTo>
                  <a:pt x="57" y="431"/>
                  <a:pt x="163" y="544"/>
                  <a:pt x="297" y="544"/>
                </a:cubicBezTo>
                <a:cubicBezTo>
                  <a:pt x="431" y="544"/>
                  <a:pt x="544" y="431"/>
                  <a:pt x="544" y="297"/>
                </a:cubicBezTo>
                <a:cubicBezTo>
                  <a:pt x="297" y="297"/>
                  <a:pt x="297" y="297"/>
                  <a:pt x="297" y="297"/>
                </a:cubicBezTo>
                <a:cubicBezTo>
                  <a:pt x="297" y="56"/>
                  <a:pt x="297" y="56"/>
                  <a:pt x="297" y="56"/>
                </a:cubicBezTo>
                <a:cubicBezTo>
                  <a:pt x="163" y="56"/>
                  <a:pt x="57" y="162"/>
                  <a:pt x="57" y="29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5" name="Freeform 83"/>
          <p:cNvSpPr/>
          <p:nvPr/>
        </p:nvSpPr>
        <p:spPr>
          <a:xfrm>
            <a:off x="2770200" y="2017800"/>
            <a:ext cx="217440" cy="217440"/>
          </a:xfrm>
          <a:custGeom>
            <a:avLst/>
            <a:gdLst/>
            <a:ahLst/>
            <a:rect l="l" t="t" r="r" b="b"/>
            <a:pathLst>
              <a:path w="602" h="602">
                <a:moveTo>
                  <a:pt x="297" y="601"/>
                </a:moveTo>
                <a:lnTo>
                  <a:pt x="297" y="601"/>
                </a:lnTo>
                <a:cubicBezTo>
                  <a:pt x="135" y="601"/>
                  <a:pt x="0" y="466"/>
                  <a:pt x="0" y="297"/>
                </a:cubicBezTo>
                <a:cubicBezTo>
                  <a:pt x="0" y="134"/>
                  <a:pt x="135" y="0"/>
                  <a:pt x="297" y="0"/>
                </a:cubicBezTo>
                <a:cubicBezTo>
                  <a:pt x="467" y="0"/>
                  <a:pt x="601" y="134"/>
                  <a:pt x="601" y="297"/>
                </a:cubicBezTo>
                <a:cubicBezTo>
                  <a:pt x="601" y="466"/>
                  <a:pt x="467" y="601"/>
                  <a:pt x="297" y="601"/>
                </a:cubicBezTo>
                <a:close/>
                <a:moveTo>
                  <a:pt x="474" y="127"/>
                </a:moveTo>
                <a:lnTo>
                  <a:pt x="474" y="127"/>
                </a:lnTo>
                <a:cubicBezTo>
                  <a:pt x="297" y="297"/>
                  <a:pt x="297" y="297"/>
                  <a:pt x="297" y="297"/>
                </a:cubicBezTo>
                <a:cubicBezTo>
                  <a:pt x="297" y="56"/>
                  <a:pt x="297" y="56"/>
                  <a:pt x="297" y="56"/>
                </a:cubicBezTo>
                <a:cubicBezTo>
                  <a:pt x="163" y="56"/>
                  <a:pt x="57" y="162"/>
                  <a:pt x="57" y="297"/>
                </a:cubicBezTo>
                <a:cubicBezTo>
                  <a:pt x="57" y="431"/>
                  <a:pt x="163" y="544"/>
                  <a:pt x="297" y="544"/>
                </a:cubicBezTo>
                <a:cubicBezTo>
                  <a:pt x="431" y="544"/>
                  <a:pt x="544" y="431"/>
                  <a:pt x="544" y="297"/>
                </a:cubicBezTo>
                <a:cubicBezTo>
                  <a:pt x="544" y="233"/>
                  <a:pt x="516" y="169"/>
                  <a:pt x="474" y="12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6" name="Freeform 84"/>
          <p:cNvSpPr/>
          <p:nvPr/>
        </p:nvSpPr>
        <p:spPr>
          <a:xfrm>
            <a:off x="2386080" y="2017800"/>
            <a:ext cx="217440" cy="217440"/>
          </a:xfrm>
          <a:custGeom>
            <a:avLst/>
            <a:gdLst/>
            <a:ahLst/>
            <a:rect l="l" t="t" r="r" b="b"/>
            <a:pathLst>
              <a:path w="602" h="602">
                <a:moveTo>
                  <a:pt x="332" y="268"/>
                </a:moveTo>
                <a:lnTo>
                  <a:pt x="332" y="268"/>
                </a:lnTo>
                <a:cubicBezTo>
                  <a:pt x="332" y="0"/>
                  <a:pt x="332" y="0"/>
                  <a:pt x="332" y="0"/>
                </a:cubicBezTo>
                <a:cubicBezTo>
                  <a:pt x="481" y="0"/>
                  <a:pt x="601" y="120"/>
                  <a:pt x="601" y="268"/>
                </a:cubicBezTo>
                <a:lnTo>
                  <a:pt x="332" y="268"/>
                </a:lnTo>
                <a:close/>
                <a:moveTo>
                  <a:pt x="276" y="601"/>
                </a:moveTo>
                <a:lnTo>
                  <a:pt x="276" y="601"/>
                </a:lnTo>
                <a:cubicBezTo>
                  <a:pt x="120" y="601"/>
                  <a:pt x="0" y="480"/>
                  <a:pt x="0" y="325"/>
                </a:cubicBezTo>
                <a:cubicBezTo>
                  <a:pt x="0" y="176"/>
                  <a:pt x="120" y="56"/>
                  <a:pt x="276" y="56"/>
                </a:cubicBezTo>
                <a:cubicBezTo>
                  <a:pt x="276" y="325"/>
                  <a:pt x="276" y="325"/>
                  <a:pt x="276" y="325"/>
                </a:cubicBezTo>
                <a:cubicBezTo>
                  <a:pt x="544" y="325"/>
                  <a:pt x="544" y="325"/>
                  <a:pt x="544" y="325"/>
                </a:cubicBezTo>
                <a:cubicBezTo>
                  <a:pt x="544" y="480"/>
                  <a:pt x="424" y="601"/>
                  <a:pt x="276" y="60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7" name="Freeform 85"/>
          <p:cNvSpPr/>
          <p:nvPr/>
        </p:nvSpPr>
        <p:spPr>
          <a:xfrm>
            <a:off x="6575400" y="1635120"/>
            <a:ext cx="206280" cy="219240"/>
          </a:xfrm>
          <a:custGeom>
            <a:avLst/>
            <a:gdLst/>
            <a:ahLst/>
            <a:rect l="l" t="t" r="r" b="b"/>
            <a:pathLst>
              <a:path w="574" h="609">
                <a:moveTo>
                  <a:pt x="573" y="304"/>
                </a:moveTo>
                <a:lnTo>
                  <a:pt x="573" y="304"/>
                </a:lnTo>
                <a:close/>
                <a:moveTo>
                  <a:pt x="269" y="608"/>
                </a:moveTo>
                <a:lnTo>
                  <a:pt x="269" y="608"/>
                </a:lnTo>
                <a:cubicBezTo>
                  <a:pt x="120" y="608"/>
                  <a:pt x="0" y="481"/>
                  <a:pt x="0" y="333"/>
                </a:cubicBezTo>
                <a:cubicBezTo>
                  <a:pt x="0" y="220"/>
                  <a:pt x="71" y="121"/>
                  <a:pt x="170" y="78"/>
                </a:cubicBezTo>
                <a:lnTo>
                  <a:pt x="177" y="78"/>
                </a:lnTo>
                <a:cubicBezTo>
                  <a:pt x="191" y="78"/>
                  <a:pt x="205" y="93"/>
                  <a:pt x="205" y="107"/>
                </a:cubicBezTo>
                <a:cubicBezTo>
                  <a:pt x="205" y="121"/>
                  <a:pt x="198" y="128"/>
                  <a:pt x="184" y="135"/>
                </a:cubicBezTo>
                <a:cubicBezTo>
                  <a:pt x="106" y="163"/>
                  <a:pt x="57" y="241"/>
                  <a:pt x="57" y="333"/>
                </a:cubicBezTo>
                <a:cubicBezTo>
                  <a:pt x="57" y="453"/>
                  <a:pt x="149" y="552"/>
                  <a:pt x="269" y="552"/>
                </a:cubicBezTo>
                <a:cubicBezTo>
                  <a:pt x="389" y="552"/>
                  <a:pt x="488" y="453"/>
                  <a:pt x="488" y="333"/>
                </a:cubicBezTo>
                <a:cubicBezTo>
                  <a:pt x="488" y="241"/>
                  <a:pt x="431" y="163"/>
                  <a:pt x="354" y="135"/>
                </a:cubicBezTo>
                <a:cubicBezTo>
                  <a:pt x="347" y="128"/>
                  <a:pt x="340" y="121"/>
                  <a:pt x="340" y="107"/>
                </a:cubicBezTo>
                <a:cubicBezTo>
                  <a:pt x="340" y="93"/>
                  <a:pt x="347" y="78"/>
                  <a:pt x="368" y="78"/>
                </a:cubicBezTo>
                <a:lnTo>
                  <a:pt x="375" y="78"/>
                </a:lnTo>
                <a:cubicBezTo>
                  <a:pt x="474" y="121"/>
                  <a:pt x="545" y="220"/>
                  <a:pt x="545" y="333"/>
                </a:cubicBezTo>
                <a:cubicBezTo>
                  <a:pt x="545" y="481"/>
                  <a:pt x="424" y="608"/>
                  <a:pt x="269" y="608"/>
                </a:cubicBezTo>
                <a:close/>
                <a:moveTo>
                  <a:pt x="269" y="311"/>
                </a:moveTo>
                <a:lnTo>
                  <a:pt x="269" y="311"/>
                </a:lnTo>
                <a:cubicBezTo>
                  <a:pt x="255" y="311"/>
                  <a:pt x="241" y="304"/>
                  <a:pt x="241" y="283"/>
                </a:cubicBezTo>
                <a:cubicBezTo>
                  <a:pt x="241" y="121"/>
                  <a:pt x="241" y="121"/>
                  <a:pt x="241" y="121"/>
                </a:cubicBezTo>
                <a:cubicBezTo>
                  <a:pt x="241" y="64"/>
                  <a:pt x="241" y="64"/>
                  <a:pt x="241" y="64"/>
                </a:cubicBezTo>
                <a:cubicBezTo>
                  <a:pt x="241" y="29"/>
                  <a:pt x="241" y="29"/>
                  <a:pt x="241" y="29"/>
                </a:cubicBezTo>
                <a:cubicBezTo>
                  <a:pt x="241" y="15"/>
                  <a:pt x="255" y="0"/>
                  <a:pt x="269" y="0"/>
                </a:cubicBezTo>
                <a:cubicBezTo>
                  <a:pt x="290" y="0"/>
                  <a:pt x="297" y="15"/>
                  <a:pt x="297" y="29"/>
                </a:cubicBezTo>
                <a:cubicBezTo>
                  <a:pt x="297" y="114"/>
                  <a:pt x="297" y="114"/>
                  <a:pt x="297" y="114"/>
                </a:cubicBezTo>
                <a:cubicBezTo>
                  <a:pt x="297" y="170"/>
                  <a:pt x="297" y="170"/>
                  <a:pt x="297" y="170"/>
                </a:cubicBezTo>
                <a:cubicBezTo>
                  <a:pt x="297" y="283"/>
                  <a:pt x="297" y="283"/>
                  <a:pt x="297" y="283"/>
                </a:cubicBezTo>
                <a:cubicBezTo>
                  <a:pt x="297" y="304"/>
                  <a:pt x="290" y="311"/>
                  <a:pt x="269" y="31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8" name="Freeform 86"/>
          <p:cNvSpPr/>
          <p:nvPr/>
        </p:nvSpPr>
        <p:spPr>
          <a:xfrm>
            <a:off x="6183360" y="1643040"/>
            <a:ext cx="218880" cy="206280"/>
          </a:xfrm>
          <a:custGeom>
            <a:avLst/>
            <a:gdLst/>
            <a:ahLst/>
            <a:rect l="l" t="t" r="r" b="b"/>
            <a:pathLst>
              <a:path w="609" h="573">
                <a:moveTo>
                  <a:pt x="579" y="176"/>
                </a:moveTo>
                <a:lnTo>
                  <a:pt x="579" y="176"/>
                </a:lnTo>
                <a:cubicBezTo>
                  <a:pt x="551" y="106"/>
                  <a:pt x="495" y="56"/>
                  <a:pt x="424" y="21"/>
                </a:cubicBezTo>
                <a:cubicBezTo>
                  <a:pt x="445" y="7"/>
                  <a:pt x="466" y="0"/>
                  <a:pt x="495" y="0"/>
                </a:cubicBezTo>
                <a:cubicBezTo>
                  <a:pt x="558" y="0"/>
                  <a:pt x="608" y="49"/>
                  <a:pt x="608" y="113"/>
                </a:cubicBezTo>
                <a:cubicBezTo>
                  <a:pt x="608" y="134"/>
                  <a:pt x="594" y="162"/>
                  <a:pt x="579" y="176"/>
                </a:cubicBezTo>
                <a:close/>
                <a:moveTo>
                  <a:pt x="579" y="304"/>
                </a:moveTo>
                <a:lnTo>
                  <a:pt x="579" y="304"/>
                </a:lnTo>
                <a:cubicBezTo>
                  <a:pt x="579" y="374"/>
                  <a:pt x="551" y="438"/>
                  <a:pt x="502" y="487"/>
                </a:cubicBezTo>
                <a:cubicBezTo>
                  <a:pt x="544" y="530"/>
                  <a:pt x="544" y="530"/>
                  <a:pt x="544" y="530"/>
                </a:cubicBezTo>
                <a:cubicBezTo>
                  <a:pt x="544" y="530"/>
                  <a:pt x="551" y="537"/>
                  <a:pt x="551" y="544"/>
                </a:cubicBezTo>
                <a:cubicBezTo>
                  <a:pt x="551" y="565"/>
                  <a:pt x="537" y="572"/>
                  <a:pt x="523" y="572"/>
                </a:cubicBezTo>
                <a:cubicBezTo>
                  <a:pt x="516" y="572"/>
                  <a:pt x="509" y="572"/>
                  <a:pt x="502" y="565"/>
                </a:cubicBezTo>
                <a:cubicBezTo>
                  <a:pt x="459" y="523"/>
                  <a:pt x="459" y="523"/>
                  <a:pt x="459" y="523"/>
                </a:cubicBezTo>
                <a:cubicBezTo>
                  <a:pt x="417" y="558"/>
                  <a:pt x="360" y="572"/>
                  <a:pt x="304" y="572"/>
                </a:cubicBezTo>
                <a:cubicBezTo>
                  <a:pt x="247" y="572"/>
                  <a:pt x="191" y="558"/>
                  <a:pt x="148" y="523"/>
                </a:cubicBezTo>
                <a:cubicBezTo>
                  <a:pt x="106" y="565"/>
                  <a:pt x="106" y="565"/>
                  <a:pt x="106" y="565"/>
                </a:cubicBezTo>
                <a:cubicBezTo>
                  <a:pt x="99" y="572"/>
                  <a:pt x="92" y="572"/>
                  <a:pt x="85" y="572"/>
                </a:cubicBezTo>
                <a:cubicBezTo>
                  <a:pt x="71" y="572"/>
                  <a:pt x="56" y="565"/>
                  <a:pt x="56" y="544"/>
                </a:cubicBezTo>
                <a:cubicBezTo>
                  <a:pt x="56" y="537"/>
                  <a:pt x="64" y="530"/>
                  <a:pt x="71" y="530"/>
                </a:cubicBezTo>
                <a:cubicBezTo>
                  <a:pt x="106" y="487"/>
                  <a:pt x="106" y="487"/>
                  <a:pt x="106" y="487"/>
                </a:cubicBezTo>
                <a:cubicBezTo>
                  <a:pt x="56" y="438"/>
                  <a:pt x="28" y="374"/>
                  <a:pt x="28" y="304"/>
                </a:cubicBezTo>
                <a:cubicBezTo>
                  <a:pt x="28" y="148"/>
                  <a:pt x="155" y="28"/>
                  <a:pt x="304" y="28"/>
                </a:cubicBezTo>
                <a:cubicBezTo>
                  <a:pt x="452" y="28"/>
                  <a:pt x="579" y="148"/>
                  <a:pt x="579" y="304"/>
                </a:cubicBezTo>
                <a:close/>
                <a:moveTo>
                  <a:pt x="304" y="85"/>
                </a:moveTo>
                <a:lnTo>
                  <a:pt x="304" y="85"/>
                </a:lnTo>
                <a:cubicBezTo>
                  <a:pt x="184" y="85"/>
                  <a:pt x="85" y="183"/>
                  <a:pt x="85" y="304"/>
                </a:cubicBezTo>
                <a:cubicBezTo>
                  <a:pt x="85" y="424"/>
                  <a:pt x="184" y="516"/>
                  <a:pt x="304" y="516"/>
                </a:cubicBezTo>
                <a:cubicBezTo>
                  <a:pt x="424" y="516"/>
                  <a:pt x="523" y="424"/>
                  <a:pt x="523" y="304"/>
                </a:cubicBezTo>
                <a:cubicBezTo>
                  <a:pt x="523" y="183"/>
                  <a:pt x="424" y="85"/>
                  <a:pt x="304" y="85"/>
                </a:cubicBezTo>
                <a:close/>
                <a:moveTo>
                  <a:pt x="417" y="332"/>
                </a:moveTo>
                <a:lnTo>
                  <a:pt x="417" y="332"/>
                </a:lnTo>
                <a:cubicBezTo>
                  <a:pt x="304" y="332"/>
                  <a:pt x="304" y="332"/>
                  <a:pt x="304" y="332"/>
                </a:cubicBezTo>
                <a:cubicBezTo>
                  <a:pt x="290" y="332"/>
                  <a:pt x="276" y="318"/>
                  <a:pt x="276" y="304"/>
                </a:cubicBezTo>
                <a:cubicBezTo>
                  <a:pt x="276" y="148"/>
                  <a:pt x="276" y="148"/>
                  <a:pt x="276" y="148"/>
                </a:cubicBezTo>
                <a:cubicBezTo>
                  <a:pt x="276" y="134"/>
                  <a:pt x="290" y="120"/>
                  <a:pt x="304" y="120"/>
                </a:cubicBezTo>
                <a:cubicBezTo>
                  <a:pt x="318" y="120"/>
                  <a:pt x="332" y="134"/>
                  <a:pt x="332" y="148"/>
                </a:cubicBezTo>
                <a:cubicBezTo>
                  <a:pt x="332" y="275"/>
                  <a:pt x="332" y="275"/>
                  <a:pt x="332" y="275"/>
                </a:cubicBezTo>
                <a:cubicBezTo>
                  <a:pt x="417" y="275"/>
                  <a:pt x="417" y="275"/>
                  <a:pt x="417" y="275"/>
                </a:cubicBezTo>
                <a:cubicBezTo>
                  <a:pt x="431" y="275"/>
                  <a:pt x="445" y="282"/>
                  <a:pt x="445" y="304"/>
                </a:cubicBezTo>
                <a:cubicBezTo>
                  <a:pt x="445" y="318"/>
                  <a:pt x="431" y="332"/>
                  <a:pt x="417" y="332"/>
                </a:cubicBezTo>
                <a:close/>
                <a:moveTo>
                  <a:pt x="28" y="183"/>
                </a:moveTo>
                <a:lnTo>
                  <a:pt x="28" y="183"/>
                </a:lnTo>
                <a:cubicBezTo>
                  <a:pt x="14" y="162"/>
                  <a:pt x="0" y="141"/>
                  <a:pt x="0" y="113"/>
                </a:cubicBezTo>
                <a:cubicBezTo>
                  <a:pt x="0" y="49"/>
                  <a:pt x="49" y="0"/>
                  <a:pt x="113" y="0"/>
                </a:cubicBezTo>
                <a:cubicBezTo>
                  <a:pt x="141" y="0"/>
                  <a:pt x="162" y="7"/>
                  <a:pt x="184" y="21"/>
                </a:cubicBezTo>
                <a:cubicBezTo>
                  <a:pt x="113" y="56"/>
                  <a:pt x="56" y="113"/>
                  <a:pt x="28" y="18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9" name="Freeform 87"/>
          <p:cNvSpPr/>
          <p:nvPr/>
        </p:nvSpPr>
        <p:spPr>
          <a:xfrm>
            <a:off x="5805360" y="1635120"/>
            <a:ext cx="217440" cy="219240"/>
          </a:xfrm>
          <a:custGeom>
            <a:avLst/>
            <a:gdLst/>
            <a:ahLst/>
            <a:rect l="l" t="t" r="r" b="b"/>
            <a:pathLst>
              <a:path w="602" h="609">
                <a:moveTo>
                  <a:pt x="304" y="608"/>
                </a:moveTo>
                <a:lnTo>
                  <a:pt x="304" y="608"/>
                </a:lnTo>
                <a:cubicBezTo>
                  <a:pt x="134" y="608"/>
                  <a:pt x="0" y="474"/>
                  <a:pt x="0" y="304"/>
                </a:cubicBezTo>
                <a:cubicBezTo>
                  <a:pt x="0" y="135"/>
                  <a:pt x="134" y="0"/>
                  <a:pt x="304" y="0"/>
                </a:cubicBezTo>
                <a:cubicBezTo>
                  <a:pt x="466" y="0"/>
                  <a:pt x="601" y="135"/>
                  <a:pt x="601" y="304"/>
                </a:cubicBezTo>
                <a:cubicBezTo>
                  <a:pt x="601" y="474"/>
                  <a:pt x="466" y="608"/>
                  <a:pt x="304" y="608"/>
                </a:cubicBezTo>
                <a:close/>
                <a:moveTo>
                  <a:pt x="304" y="57"/>
                </a:moveTo>
                <a:lnTo>
                  <a:pt x="304" y="57"/>
                </a:lnTo>
                <a:cubicBezTo>
                  <a:pt x="169" y="57"/>
                  <a:pt x="56" y="170"/>
                  <a:pt x="56" y="304"/>
                </a:cubicBezTo>
                <a:cubicBezTo>
                  <a:pt x="56" y="439"/>
                  <a:pt x="169" y="552"/>
                  <a:pt x="304" y="552"/>
                </a:cubicBezTo>
                <a:cubicBezTo>
                  <a:pt x="438" y="552"/>
                  <a:pt x="544" y="439"/>
                  <a:pt x="544" y="304"/>
                </a:cubicBezTo>
                <a:cubicBezTo>
                  <a:pt x="544" y="170"/>
                  <a:pt x="438" y="57"/>
                  <a:pt x="304" y="57"/>
                </a:cubicBezTo>
                <a:close/>
                <a:moveTo>
                  <a:pt x="424" y="333"/>
                </a:moveTo>
                <a:lnTo>
                  <a:pt x="424" y="333"/>
                </a:lnTo>
                <a:cubicBezTo>
                  <a:pt x="367" y="333"/>
                  <a:pt x="367" y="333"/>
                  <a:pt x="367" y="333"/>
                </a:cubicBezTo>
                <a:cubicBezTo>
                  <a:pt x="332" y="333"/>
                  <a:pt x="332" y="333"/>
                  <a:pt x="332" y="333"/>
                </a:cubicBezTo>
                <a:cubicBezTo>
                  <a:pt x="304" y="333"/>
                  <a:pt x="304" y="333"/>
                  <a:pt x="304" y="333"/>
                </a:cubicBezTo>
                <a:cubicBezTo>
                  <a:pt x="283" y="333"/>
                  <a:pt x="276" y="319"/>
                  <a:pt x="276" y="304"/>
                </a:cubicBezTo>
                <a:cubicBezTo>
                  <a:pt x="276" y="135"/>
                  <a:pt x="276" y="135"/>
                  <a:pt x="276" y="135"/>
                </a:cubicBezTo>
                <a:cubicBezTo>
                  <a:pt x="276" y="121"/>
                  <a:pt x="283" y="107"/>
                  <a:pt x="304" y="107"/>
                </a:cubicBezTo>
                <a:cubicBezTo>
                  <a:pt x="318" y="107"/>
                  <a:pt x="332" y="121"/>
                  <a:pt x="332" y="135"/>
                </a:cubicBezTo>
                <a:cubicBezTo>
                  <a:pt x="332" y="276"/>
                  <a:pt x="332" y="276"/>
                  <a:pt x="332" y="276"/>
                </a:cubicBezTo>
                <a:cubicBezTo>
                  <a:pt x="367" y="276"/>
                  <a:pt x="367" y="276"/>
                  <a:pt x="367" y="276"/>
                </a:cubicBezTo>
                <a:cubicBezTo>
                  <a:pt x="424" y="276"/>
                  <a:pt x="424" y="276"/>
                  <a:pt x="424" y="276"/>
                </a:cubicBezTo>
                <a:cubicBezTo>
                  <a:pt x="438" y="276"/>
                  <a:pt x="452" y="290"/>
                  <a:pt x="452" y="304"/>
                </a:cubicBezTo>
                <a:cubicBezTo>
                  <a:pt x="452" y="319"/>
                  <a:pt x="438" y="333"/>
                  <a:pt x="424" y="3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0" name="Freeform 88"/>
          <p:cNvSpPr/>
          <p:nvPr/>
        </p:nvSpPr>
        <p:spPr>
          <a:xfrm>
            <a:off x="5425920" y="1635120"/>
            <a:ext cx="216000" cy="219240"/>
          </a:xfrm>
          <a:custGeom>
            <a:avLst/>
            <a:gdLst/>
            <a:ahLst/>
            <a:rect l="l" t="t" r="r" b="b"/>
            <a:pathLst>
              <a:path w="601" h="609">
                <a:moveTo>
                  <a:pt x="297" y="608"/>
                </a:moveTo>
                <a:lnTo>
                  <a:pt x="297" y="608"/>
                </a:lnTo>
                <a:cubicBezTo>
                  <a:pt x="134" y="608"/>
                  <a:pt x="0" y="474"/>
                  <a:pt x="0" y="304"/>
                </a:cubicBezTo>
                <a:cubicBezTo>
                  <a:pt x="0" y="135"/>
                  <a:pt x="134" y="0"/>
                  <a:pt x="297" y="0"/>
                </a:cubicBezTo>
                <a:cubicBezTo>
                  <a:pt x="466" y="0"/>
                  <a:pt x="600" y="135"/>
                  <a:pt x="600" y="304"/>
                </a:cubicBezTo>
                <a:cubicBezTo>
                  <a:pt x="600" y="474"/>
                  <a:pt x="466" y="608"/>
                  <a:pt x="297" y="608"/>
                </a:cubicBezTo>
                <a:close/>
                <a:moveTo>
                  <a:pt x="297" y="57"/>
                </a:moveTo>
                <a:lnTo>
                  <a:pt x="297" y="57"/>
                </a:lnTo>
                <a:cubicBezTo>
                  <a:pt x="162" y="57"/>
                  <a:pt x="56" y="170"/>
                  <a:pt x="56" y="304"/>
                </a:cubicBezTo>
                <a:cubicBezTo>
                  <a:pt x="56" y="368"/>
                  <a:pt x="78" y="425"/>
                  <a:pt x="120" y="467"/>
                </a:cubicBezTo>
                <a:cubicBezTo>
                  <a:pt x="155" y="453"/>
                  <a:pt x="141" y="467"/>
                  <a:pt x="183" y="446"/>
                </a:cubicBezTo>
                <a:cubicBezTo>
                  <a:pt x="233" y="425"/>
                  <a:pt x="247" y="418"/>
                  <a:pt x="247" y="418"/>
                </a:cubicBezTo>
                <a:cubicBezTo>
                  <a:pt x="247" y="375"/>
                  <a:pt x="247" y="375"/>
                  <a:pt x="247" y="375"/>
                </a:cubicBezTo>
                <a:cubicBezTo>
                  <a:pt x="247" y="375"/>
                  <a:pt x="226" y="361"/>
                  <a:pt x="219" y="319"/>
                </a:cubicBezTo>
                <a:cubicBezTo>
                  <a:pt x="212" y="326"/>
                  <a:pt x="205" y="304"/>
                  <a:pt x="205" y="297"/>
                </a:cubicBezTo>
                <a:cubicBezTo>
                  <a:pt x="205" y="283"/>
                  <a:pt x="198" y="255"/>
                  <a:pt x="212" y="255"/>
                </a:cubicBezTo>
                <a:cubicBezTo>
                  <a:pt x="212" y="234"/>
                  <a:pt x="212" y="220"/>
                  <a:pt x="212" y="205"/>
                </a:cubicBezTo>
                <a:cubicBezTo>
                  <a:pt x="212" y="177"/>
                  <a:pt x="247" y="135"/>
                  <a:pt x="297" y="135"/>
                </a:cubicBezTo>
                <a:cubicBezTo>
                  <a:pt x="360" y="135"/>
                  <a:pt x="381" y="177"/>
                  <a:pt x="389" y="205"/>
                </a:cubicBezTo>
                <a:cubicBezTo>
                  <a:pt x="389" y="220"/>
                  <a:pt x="389" y="234"/>
                  <a:pt x="381" y="255"/>
                </a:cubicBezTo>
                <a:cubicBezTo>
                  <a:pt x="396" y="255"/>
                  <a:pt x="389" y="283"/>
                  <a:pt x="389" y="297"/>
                </a:cubicBezTo>
                <a:cubicBezTo>
                  <a:pt x="389" y="304"/>
                  <a:pt x="389" y="326"/>
                  <a:pt x="374" y="319"/>
                </a:cubicBezTo>
                <a:cubicBezTo>
                  <a:pt x="367" y="361"/>
                  <a:pt x="353" y="375"/>
                  <a:pt x="353" y="375"/>
                </a:cubicBezTo>
                <a:cubicBezTo>
                  <a:pt x="353" y="418"/>
                  <a:pt x="353" y="418"/>
                  <a:pt x="353" y="418"/>
                </a:cubicBezTo>
                <a:cubicBezTo>
                  <a:pt x="353" y="418"/>
                  <a:pt x="367" y="425"/>
                  <a:pt x="410" y="446"/>
                </a:cubicBezTo>
                <a:cubicBezTo>
                  <a:pt x="459" y="467"/>
                  <a:pt x="445" y="453"/>
                  <a:pt x="480" y="467"/>
                </a:cubicBezTo>
                <a:cubicBezTo>
                  <a:pt x="523" y="425"/>
                  <a:pt x="544" y="368"/>
                  <a:pt x="544" y="304"/>
                </a:cubicBezTo>
                <a:cubicBezTo>
                  <a:pt x="544" y="170"/>
                  <a:pt x="431" y="57"/>
                  <a:pt x="297" y="5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1" name="Freeform 89"/>
          <p:cNvSpPr/>
          <p:nvPr/>
        </p:nvSpPr>
        <p:spPr>
          <a:xfrm>
            <a:off x="5045040" y="1697040"/>
            <a:ext cx="219240" cy="152280"/>
          </a:xfrm>
          <a:custGeom>
            <a:avLst/>
            <a:gdLst/>
            <a:ahLst/>
            <a:rect l="l" t="t" r="r" b="b"/>
            <a:pathLst>
              <a:path w="608" h="425">
                <a:moveTo>
                  <a:pt x="607" y="410"/>
                </a:moveTo>
                <a:lnTo>
                  <a:pt x="607" y="410"/>
                </a:lnTo>
                <a:cubicBezTo>
                  <a:pt x="607" y="417"/>
                  <a:pt x="593" y="424"/>
                  <a:pt x="586" y="424"/>
                </a:cubicBezTo>
                <a:cubicBezTo>
                  <a:pt x="445" y="424"/>
                  <a:pt x="445" y="424"/>
                  <a:pt x="445" y="424"/>
                </a:cubicBezTo>
                <a:cubicBezTo>
                  <a:pt x="459" y="424"/>
                  <a:pt x="466" y="417"/>
                  <a:pt x="466" y="403"/>
                </a:cubicBezTo>
                <a:cubicBezTo>
                  <a:pt x="466" y="403"/>
                  <a:pt x="466" y="318"/>
                  <a:pt x="403" y="290"/>
                </a:cubicBezTo>
                <a:cubicBezTo>
                  <a:pt x="374" y="276"/>
                  <a:pt x="374" y="276"/>
                  <a:pt x="360" y="276"/>
                </a:cubicBezTo>
                <a:cubicBezTo>
                  <a:pt x="360" y="241"/>
                  <a:pt x="360" y="241"/>
                  <a:pt x="360" y="241"/>
                </a:cubicBezTo>
                <a:cubicBezTo>
                  <a:pt x="360" y="241"/>
                  <a:pt x="346" y="226"/>
                  <a:pt x="339" y="191"/>
                </a:cubicBezTo>
                <a:cubicBezTo>
                  <a:pt x="332" y="191"/>
                  <a:pt x="332" y="184"/>
                  <a:pt x="332" y="170"/>
                </a:cubicBezTo>
                <a:cubicBezTo>
                  <a:pt x="332" y="163"/>
                  <a:pt x="325" y="141"/>
                  <a:pt x="332" y="141"/>
                </a:cubicBezTo>
                <a:cubicBezTo>
                  <a:pt x="332" y="127"/>
                  <a:pt x="332" y="106"/>
                  <a:pt x="332" y="99"/>
                </a:cubicBezTo>
                <a:cubicBezTo>
                  <a:pt x="332" y="71"/>
                  <a:pt x="360" y="43"/>
                  <a:pt x="403" y="43"/>
                </a:cubicBezTo>
                <a:cubicBezTo>
                  <a:pt x="452" y="43"/>
                  <a:pt x="473" y="71"/>
                  <a:pt x="480" y="99"/>
                </a:cubicBezTo>
                <a:cubicBezTo>
                  <a:pt x="480" y="106"/>
                  <a:pt x="473" y="127"/>
                  <a:pt x="473" y="141"/>
                </a:cubicBezTo>
                <a:cubicBezTo>
                  <a:pt x="487" y="141"/>
                  <a:pt x="480" y="163"/>
                  <a:pt x="480" y="170"/>
                </a:cubicBezTo>
                <a:cubicBezTo>
                  <a:pt x="480" y="184"/>
                  <a:pt x="473" y="191"/>
                  <a:pt x="466" y="191"/>
                </a:cubicBezTo>
                <a:cubicBezTo>
                  <a:pt x="459" y="226"/>
                  <a:pt x="445" y="241"/>
                  <a:pt x="445" y="241"/>
                </a:cubicBezTo>
                <a:cubicBezTo>
                  <a:pt x="445" y="276"/>
                  <a:pt x="445" y="276"/>
                  <a:pt x="445" y="276"/>
                </a:cubicBezTo>
                <a:cubicBezTo>
                  <a:pt x="445" y="276"/>
                  <a:pt x="459" y="276"/>
                  <a:pt x="494" y="297"/>
                </a:cubicBezTo>
                <a:cubicBezTo>
                  <a:pt x="537" y="311"/>
                  <a:pt x="523" y="297"/>
                  <a:pt x="551" y="318"/>
                </a:cubicBezTo>
                <a:cubicBezTo>
                  <a:pt x="607" y="339"/>
                  <a:pt x="607" y="410"/>
                  <a:pt x="607" y="410"/>
                </a:cubicBezTo>
                <a:close/>
                <a:moveTo>
                  <a:pt x="325" y="283"/>
                </a:moveTo>
                <a:lnTo>
                  <a:pt x="325" y="283"/>
                </a:lnTo>
                <a:cubicBezTo>
                  <a:pt x="367" y="297"/>
                  <a:pt x="353" y="290"/>
                  <a:pt x="388" y="304"/>
                </a:cubicBezTo>
                <a:cubicBezTo>
                  <a:pt x="445" y="332"/>
                  <a:pt x="445" y="403"/>
                  <a:pt x="445" y="403"/>
                </a:cubicBezTo>
                <a:cubicBezTo>
                  <a:pt x="445" y="417"/>
                  <a:pt x="431" y="424"/>
                  <a:pt x="424" y="424"/>
                </a:cubicBezTo>
                <a:cubicBezTo>
                  <a:pt x="21" y="424"/>
                  <a:pt x="21" y="424"/>
                  <a:pt x="21" y="424"/>
                </a:cubicBezTo>
                <a:cubicBezTo>
                  <a:pt x="14" y="424"/>
                  <a:pt x="0" y="417"/>
                  <a:pt x="0" y="403"/>
                </a:cubicBezTo>
                <a:cubicBezTo>
                  <a:pt x="0" y="403"/>
                  <a:pt x="0" y="332"/>
                  <a:pt x="56" y="304"/>
                </a:cubicBezTo>
                <a:cubicBezTo>
                  <a:pt x="92" y="290"/>
                  <a:pt x="77" y="304"/>
                  <a:pt x="120" y="283"/>
                </a:cubicBezTo>
                <a:cubicBezTo>
                  <a:pt x="162" y="269"/>
                  <a:pt x="176" y="262"/>
                  <a:pt x="176" y="262"/>
                </a:cubicBezTo>
                <a:cubicBezTo>
                  <a:pt x="176" y="219"/>
                  <a:pt x="176" y="219"/>
                  <a:pt x="176" y="219"/>
                </a:cubicBezTo>
                <a:cubicBezTo>
                  <a:pt x="176" y="219"/>
                  <a:pt x="155" y="205"/>
                  <a:pt x="155" y="170"/>
                </a:cubicBezTo>
                <a:cubicBezTo>
                  <a:pt x="141" y="170"/>
                  <a:pt x="141" y="156"/>
                  <a:pt x="141" y="149"/>
                </a:cubicBezTo>
                <a:cubicBezTo>
                  <a:pt x="141" y="141"/>
                  <a:pt x="134" y="113"/>
                  <a:pt x="148" y="113"/>
                </a:cubicBezTo>
                <a:cubicBezTo>
                  <a:pt x="141" y="92"/>
                  <a:pt x="141" y="78"/>
                  <a:pt x="141" y="71"/>
                </a:cubicBezTo>
                <a:cubicBezTo>
                  <a:pt x="148" y="35"/>
                  <a:pt x="176" y="7"/>
                  <a:pt x="219" y="0"/>
                </a:cubicBezTo>
                <a:cubicBezTo>
                  <a:pt x="275" y="7"/>
                  <a:pt x="297" y="35"/>
                  <a:pt x="304" y="71"/>
                </a:cubicBezTo>
                <a:cubicBezTo>
                  <a:pt x="304" y="78"/>
                  <a:pt x="304" y="92"/>
                  <a:pt x="297" y="113"/>
                </a:cubicBezTo>
                <a:cubicBezTo>
                  <a:pt x="311" y="113"/>
                  <a:pt x="304" y="141"/>
                  <a:pt x="304" y="149"/>
                </a:cubicBezTo>
                <a:cubicBezTo>
                  <a:pt x="304" y="156"/>
                  <a:pt x="304" y="170"/>
                  <a:pt x="290" y="170"/>
                </a:cubicBezTo>
                <a:cubicBezTo>
                  <a:pt x="282" y="205"/>
                  <a:pt x="268" y="219"/>
                  <a:pt x="268" y="219"/>
                </a:cubicBezTo>
                <a:cubicBezTo>
                  <a:pt x="268" y="262"/>
                  <a:pt x="268" y="262"/>
                  <a:pt x="268" y="262"/>
                </a:cubicBezTo>
                <a:cubicBezTo>
                  <a:pt x="268" y="262"/>
                  <a:pt x="282" y="262"/>
                  <a:pt x="325" y="28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2" name="Freeform 90"/>
          <p:cNvSpPr/>
          <p:nvPr/>
        </p:nvSpPr>
        <p:spPr>
          <a:xfrm>
            <a:off x="4665600" y="1639800"/>
            <a:ext cx="216000" cy="209520"/>
          </a:xfrm>
          <a:custGeom>
            <a:avLst/>
            <a:gdLst/>
            <a:ahLst/>
            <a:rect l="l" t="t" r="r" b="b"/>
            <a:pathLst>
              <a:path w="601" h="580">
                <a:moveTo>
                  <a:pt x="593" y="509"/>
                </a:moveTo>
                <a:lnTo>
                  <a:pt x="593" y="509"/>
                </a:lnTo>
                <a:cubicBezTo>
                  <a:pt x="530" y="572"/>
                  <a:pt x="530" y="572"/>
                  <a:pt x="530" y="572"/>
                </a:cubicBezTo>
                <a:cubicBezTo>
                  <a:pt x="523" y="579"/>
                  <a:pt x="515" y="579"/>
                  <a:pt x="508" y="579"/>
                </a:cubicBezTo>
                <a:cubicBezTo>
                  <a:pt x="494" y="579"/>
                  <a:pt x="480" y="572"/>
                  <a:pt x="480" y="551"/>
                </a:cubicBezTo>
                <a:cubicBezTo>
                  <a:pt x="480" y="544"/>
                  <a:pt x="480" y="537"/>
                  <a:pt x="487" y="537"/>
                </a:cubicBezTo>
                <a:cubicBezTo>
                  <a:pt x="508" y="516"/>
                  <a:pt x="508" y="516"/>
                  <a:pt x="508" y="516"/>
                </a:cubicBezTo>
                <a:cubicBezTo>
                  <a:pt x="374" y="516"/>
                  <a:pt x="374" y="516"/>
                  <a:pt x="374" y="516"/>
                </a:cubicBezTo>
                <a:cubicBezTo>
                  <a:pt x="360" y="516"/>
                  <a:pt x="346" y="502"/>
                  <a:pt x="346" y="487"/>
                </a:cubicBezTo>
                <a:cubicBezTo>
                  <a:pt x="346" y="473"/>
                  <a:pt x="360" y="459"/>
                  <a:pt x="374" y="459"/>
                </a:cubicBezTo>
                <a:cubicBezTo>
                  <a:pt x="508" y="459"/>
                  <a:pt x="508" y="459"/>
                  <a:pt x="508" y="459"/>
                </a:cubicBezTo>
                <a:cubicBezTo>
                  <a:pt x="487" y="438"/>
                  <a:pt x="487" y="438"/>
                  <a:pt x="487" y="438"/>
                </a:cubicBezTo>
                <a:cubicBezTo>
                  <a:pt x="480" y="438"/>
                  <a:pt x="480" y="431"/>
                  <a:pt x="480" y="424"/>
                </a:cubicBezTo>
                <a:cubicBezTo>
                  <a:pt x="480" y="403"/>
                  <a:pt x="494" y="396"/>
                  <a:pt x="508" y="396"/>
                </a:cubicBezTo>
                <a:cubicBezTo>
                  <a:pt x="515" y="396"/>
                  <a:pt x="523" y="396"/>
                  <a:pt x="530" y="403"/>
                </a:cubicBezTo>
                <a:cubicBezTo>
                  <a:pt x="593" y="466"/>
                  <a:pt x="593" y="466"/>
                  <a:pt x="593" y="466"/>
                </a:cubicBezTo>
                <a:cubicBezTo>
                  <a:pt x="600" y="473"/>
                  <a:pt x="600" y="480"/>
                  <a:pt x="600" y="487"/>
                </a:cubicBezTo>
                <a:cubicBezTo>
                  <a:pt x="600" y="494"/>
                  <a:pt x="600" y="502"/>
                  <a:pt x="593" y="509"/>
                </a:cubicBezTo>
                <a:close/>
                <a:moveTo>
                  <a:pt x="452" y="431"/>
                </a:moveTo>
                <a:lnTo>
                  <a:pt x="452" y="431"/>
                </a:lnTo>
                <a:cubicBezTo>
                  <a:pt x="374" y="431"/>
                  <a:pt x="374" y="431"/>
                  <a:pt x="374" y="431"/>
                </a:cubicBezTo>
                <a:cubicBezTo>
                  <a:pt x="346" y="431"/>
                  <a:pt x="318" y="459"/>
                  <a:pt x="318" y="487"/>
                </a:cubicBezTo>
                <a:cubicBezTo>
                  <a:pt x="318" y="516"/>
                  <a:pt x="346" y="544"/>
                  <a:pt x="374" y="544"/>
                </a:cubicBezTo>
                <a:cubicBezTo>
                  <a:pt x="452" y="544"/>
                  <a:pt x="452" y="544"/>
                  <a:pt x="452" y="544"/>
                </a:cubicBezTo>
                <a:lnTo>
                  <a:pt x="452" y="551"/>
                </a:lnTo>
                <a:cubicBezTo>
                  <a:pt x="452" y="565"/>
                  <a:pt x="452" y="572"/>
                  <a:pt x="459" y="579"/>
                </a:cubicBezTo>
                <a:cubicBezTo>
                  <a:pt x="28" y="579"/>
                  <a:pt x="28" y="579"/>
                  <a:pt x="28" y="579"/>
                </a:cubicBezTo>
                <a:cubicBezTo>
                  <a:pt x="14" y="579"/>
                  <a:pt x="0" y="572"/>
                  <a:pt x="0" y="551"/>
                </a:cubicBezTo>
                <a:cubicBezTo>
                  <a:pt x="0" y="551"/>
                  <a:pt x="0" y="452"/>
                  <a:pt x="77" y="410"/>
                </a:cubicBezTo>
                <a:cubicBezTo>
                  <a:pt x="120" y="388"/>
                  <a:pt x="106" y="410"/>
                  <a:pt x="162" y="381"/>
                </a:cubicBezTo>
                <a:cubicBezTo>
                  <a:pt x="219" y="360"/>
                  <a:pt x="233" y="353"/>
                  <a:pt x="233" y="353"/>
                </a:cubicBezTo>
                <a:cubicBezTo>
                  <a:pt x="233" y="296"/>
                  <a:pt x="233" y="296"/>
                  <a:pt x="233" y="296"/>
                </a:cubicBezTo>
                <a:cubicBezTo>
                  <a:pt x="233" y="296"/>
                  <a:pt x="212" y="275"/>
                  <a:pt x="204" y="226"/>
                </a:cubicBezTo>
                <a:cubicBezTo>
                  <a:pt x="190" y="233"/>
                  <a:pt x="190" y="212"/>
                  <a:pt x="190" y="198"/>
                </a:cubicBezTo>
                <a:cubicBezTo>
                  <a:pt x="190" y="183"/>
                  <a:pt x="183" y="148"/>
                  <a:pt x="197" y="148"/>
                </a:cubicBezTo>
                <a:cubicBezTo>
                  <a:pt x="190" y="127"/>
                  <a:pt x="190" y="99"/>
                  <a:pt x="190" y="92"/>
                </a:cubicBezTo>
                <a:cubicBezTo>
                  <a:pt x="197" y="49"/>
                  <a:pt x="240" y="0"/>
                  <a:pt x="304" y="0"/>
                </a:cubicBezTo>
                <a:cubicBezTo>
                  <a:pt x="374" y="0"/>
                  <a:pt x="410" y="49"/>
                  <a:pt x="410" y="92"/>
                </a:cubicBezTo>
                <a:cubicBezTo>
                  <a:pt x="410" y="99"/>
                  <a:pt x="410" y="127"/>
                  <a:pt x="402" y="148"/>
                </a:cubicBezTo>
                <a:cubicBezTo>
                  <a:pt x="424" y="148"/>
                  <a:pt x="417" y="183"/>
                  <a:pt x="417" y="198"/>
                </a:cubicBezTo>
                <a:cubicBezTo>
                  <a:pt x="417" y="212"/>
                  <a:pt x="410" y="233"/>
                  <a:pt x="395" y="226"/>
                </a:cubicBezTo>
                <a:cubicBezTo>
                  <a:pt x="388" y="275"/>
                  <a:pt x="367" y="296"/>
                  <a:pt x="367" y="296"/>
                </a:cubicBezTo>
                <a:cubicBezTo>
                  <a:pt x="367" y="353"/>
                  <a:pt x="367" y="353"/>
                  <a:pt x="367" y="353"/>
                </a:cubicBezTo>
                <a:cubicBezTo>
                  <a:pt x="367" y="353"/>
                  <a:pt x="381" y="360"/>
                  <a:pt x="438" y="381"/>
                </a:cubicBezTo>
                <a:cubicBezTo>
                  <a:pt x="445" y="388"/>
                  <a:pt x="452" y="388"/>
                  <a:pt x="459" y="388"/>
                </a:cubicBezTo>
                <a:cubicBezTo>
                  <a:pt x="452" y="403"/>
                  <a:pt x="452" y="410"/>
                  <a:pt x="452" y="424"/>
                </a:cubicBezTo>
                <a:lnTo>
                  <a:pt x="452" y="431"/>
                </a:lnTo>
                <a:close/>
                <a:moveTo>
                  <a:pt x="600" y="551"/>
                </a:moveTo>
                <a:lnTo>
                  <a:pt x="600" y="551"/>
                </a:lnTo>
                <a:cubicBezTo>
                  <a:pt x="600" y="572"/>
                  <a:pt x="593" y="579"/>
                  <a:pt x="572" y="579"/>
                </a:cubicBezTo>
                <a:cubicBezTo>
                  <a:pt x="558" y="579"/>
                  <a:pt x="558" y="579"/>
                  <a:pt x="558" y="579"/>
                </a:cubicBezTo>
                <a:cubicBezTo>
                  <a:pt x="600" y="537"/>
                  <a:pt x="600" y="537"/>
                  <a:pt x="600" y="537"/>
                </a:cubicBezTo>
                <a:cubicBezTo>
                  <a:pt x="600" y="551"/>
                  <a:pt x="600" y="551"/>
                  <a:pt x="600" y="5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3" name="Freeform 91"/>
          <p:cNvSpPr/>
          <p:nvPr/>
        </p:nvSpPr>
        <p:spPr>
          <a:xfrm>
            <a:off x="4286160" y="1639800"/>
            <a:ext cx="216000" cy="209520"/>
          </a:xfrm>
          <a:custGeom>
            <a:avLst/>
            <a:gdLst/>
            <a:ahLst/>
            <a:rect l="l" t="t" r="r" b="b"/>
            <a:pathLst>
              <a:path w="601" h="580">
                <a:moveTo>
                  <a:pt x="572" y="516"/>
                </a:moveTo>
                <a:lnTo>
                  <a:pt x="572" y="516"/>
                </a:lnTo>
                <a:cubicBezTo>
                  <a:pt x="445" y="516"/>
                  <a:pt x="445" y="516"/>
                  <a:pt x="445" y="516"/>
                </a:cubicBezTo>
                <a:cubicBezTo>
                  <a:pt x="459" y="537"/>
                  <a:pt x="459" y="537"/>
                  <a:pt x="459" y="537"/>
                </a:cubicBezTo>
                <a:cubicBezTo>
                  <a:pt x="466" y="537"/>
                  <a:pt x="466" y="544"/>
                  <a:pt x="466" y="551"/>
                </a:cubicBezTo>
                <a:cubicBezTo>
                  <a:pt x="466" y="572"/>
                  <a:pt x="459" y="579"/>
                  <a:pt x="438" y="579"/>
                </a:cubicBezTo>
                <a:cubicBezTo>
                  <a:pt x="431" y="579"/>
                  <a:pt x="424" y="579"/>
                  <a:pt x="424" y="572"/>
                </a:cubicBezTo>
                <a:cubicBezTo>
                  <a:pt x="353" y="509"/>
                  <a:pt x="353" y="509"/>
                  <a:pt x="353" y="509"/>
                </a:cubicBezTo>
                <a:cubicBezTo>
                  <a:pt x="346" y="502"/>
                  <a:pt x="346" y="494"/>
                  <a:pt x="346" y="487"/>
                </a:cubicBezTo>
                <a:cubicBezTo>
                  <a:pt x="346" y="480"/>
                  <a:pt x="346" y="473"/>
                  <a:pt x="353" y="466"/>
                </a:cubicBezTo>
                <a:cubicBezTo>
                  <a:pt x="424" y="403"/>
                  <a:pt x="424" y="403"/>
                  <a:pt x="424" y="403"/>
                </a:cubicBezTo>
                <a:cubicBezTo>
                  <a:pt x="424" y="396"/>
                  <a:pt x="431" y="396"/>
                  <a:pt x="438" y="396"/>
                </a:cubicBezTo>
                <a:cubicBezTo>
                  <a:pt x="459" y="396"/>
                  <a:pt x="466" y="403"/>
                  <a:pt x="466" y="424"/>
                </a:cubicBezTo>
                <a:cubicBezTo>
                  <a:pt x="466" y="431"/>
                  <a:pt x="466" y="438"/>
                  <a:pt x="459" y="438"/>
                </a:cubicBezTo>
                <a:cubicBezTo>
                  <a:pt x="445" y="459"/>
                  <a:pt x="445" y="459"/>
                  <a:pt x="445" y="459"/>
                </a:cubicBezTo>
                <a:cubicBezTo>
                  <a:pt x="572" y="459"/>
                  <a:pt x="572" y="459"/>
                  <a:pt x="572" y="459"/>
                </a:cubicBezTo>
                <a:cubicBezTo>
                  <a:pt x="586" y="459"/>
                  <a:pt x="600" y="473"/>
                  <a:pt x="600" y="487"/>
                </a:cubicBezTo>
                <a:cubicBezTo>
                  <a:pt x="600" y="502"/>
                  <a:pt x="586" y="516"/>
                  <a:pt x="572" y="516"/>
                </a:cubicBezTo>
                <a:close/>
                <a:moveTo>
                  <a:pt x="494" y="424"/>
                </a:moveTo>
                <a:lnTo>
                  <a:pt x="494" y="424"/>
                </a:lnTo>
                <a:cubicBezTo>
                  <a:pt x="494" y="417"/>
                  <a:pt x="494" y="410"/>
                  <a:pt x="494" y="403"/>
                </a:cubicBezTo>
                <a:cubicBezTo>
                  <a:pt x="501" y="403"/>
                  <a:pt x="508" y="403"/>
                  <a:pt x="522" y="410"/>
                </a:cubicBezTo>
                <a:cubicBezTo>
                  <a:pt x="537" y="417"/>
                  <a:pt x="544" y="424"/>
                  <a:pt x="551" y="431"/>
                </a:cubicBezTo>
                <a:cubicBezTo>
                  <a:pt x="494" y="431"/>
                  <a:pt x="494" y="431"/>
                  <a:pt x="494" y="431"/>
                </a:cubicBezTo>
                <a:lnTo>
                  <a:pt x="494" y="424"/>
                </a:lnTo>
                <a:close/>
                <a:moveTo>
                  <a:pt x="395" y="226"/>
                </a:moveTo>
                <a:lnTo>
                  <a:pt x="395" y="226"/>
                </a:lnTo>
                <a:cubicBezTo>
                  <a:pt x="388" y="275"/>
                  <a:pt x="367" y="296"/>
                  <a:pt x="367" y="296"/>
                </a:cubicBezTo>
                <a:cubicBezTo>
                  <a:pt x="367" y="353"/>
                  <a:pt x="367" y="353"/>
                  <a:pt x="367" y="353"/>
                </a:cubicBezTo>
                <a:cubicBezTo>
                  <a:pt x="367" y="353"/>
                  <a:pt x="374" y="353"/>
                  <a:pt x="409" y="374"/>
                </a:cubicBezTo>
                <a:lnTo>
                  <a:pt x="402" y="381"/>
                </a:lnTo>
                <a:cubicBezTo>
                  <a:pt x="332" y="445"/>
                  <a:pt x="332" y="445"/>
                  <a:pt x="332" y="445"/>
                </a:cubicBezTo>
                <a:cubicBezTo>
                  <a:pt x="325" y="459"/>
                  <a:pt x="318" y="473"/>
                  <a:pt x="318" y="487"/>
                </a:cubicBezTo>
                <a:cubicBezTo>
                  <a:pt x="318" y="502"/>
                  <a:pt x="325" y="516"/>
                  <a:pt x="332" y="530"/>
                </a:cubicBezTo>
                <a:cubicBezTo>
                  <a:pt x="388" y="579"/>
                  <a:pt x="388" y="579"/>
                  <a:pt x="388" y="579"/>
                </a:cubicBezTo>
                <a:cubicBezTo>
                  <a:pt x="28" y="579"/>
                  <a:pt x="28" y="579"/>
                  <a:pt x="28" y="579"/>
                </a:cubicBezTo>
                <a:cubicBezTo>
                  <a:pt x="7" y="579"/>
                  <a:pt x="0" y="572"/>
                  <a:pt x="0" y="551"/>
                </a:cubicBezTo>
                <a:cubicBezTo>
                  <a:pt x="0" y="551"/>
                  <a:pt x="0" y="452"/>
                  <a:pt x="70" y="410"/>
                </a:cubicBezTo>
                <a:cubicBezTo>
                  <a:pt x="120" y="388"/>
                  <a:pt x="98" y="410"/>
                  <a:pt x="162" y="381"/>
                </a:cubicBezTo>
                <a:cubicBezTo>
                  <a:pt x="219" y="360"/>
                  <a:pt x="233" y="353"/>
                  <a:pt x="233" y="353"/>
                </a:cubicBezTo>
                <a:cubicBezTo>
                  <a:pt x="233" y="296"/>
                  <a:pt x="233" y="296"/>
                  <a:pt x="233" y="296"/>
                </a:cubicBezTo>
                <a:cubicBezTo>
                  <a:pt x="233" y="296"/>
                  <a:pt x="211" y="275"/>
                  <a:pt x="204" y="226"/>
                </a:cubicBezTo>
                <a:cubicBezTo>
                  <a:pt x="190" y="233"/>
                  <a:pt x="183" y="212"/>
                  <a:pt x="183" y="198"/>
                </a:cubicBezTo>
                <a:cubicBezTo>
                  <a:pt x="183" y="183"/>
                  <a:pt x="176" y="148"/>
                  <a:pt x="197" y="148"/>
                </a:cubicBezTo>
                <a:cubicBezTo>
                  <a:pt x="190" y="127"/>
                  <a:pt x="190" y="99"/>
                  <a:pt x="190" y="92"/>
                </a:cubicBezTo>
                <a:cubicBezTo>
                  <a:pt x="190" y="49"/>
                  <a:pt x="233" y="0"/>
                  <a:pt x="296" y="0"/>
                </a:cubicBezTo>
                <a:cubicBezTo>
                  <a:pt x="374" y="0"/>
                  <a:pt x="402" y="49"/>
                  <a:pt x="409" y="92"/>
                </a:cubicBezTo>
                <a:cubicBezTo>
                  <a:pt x="409" y="99"/>
                  <a:pt x="409" y="127"/>
                  <a:pt x="402" y="148"/>
                </a:cubicBezTo>
                <a:cubicBezTo>
                  <a:pt x="424" y="148"/>
                  <a:pt x="417" y="183"/>
                  <a:pt x="409" y="198"/>
                </a:cubicBezTo>
                <a:cubicBezTo>
                  <a:pt x="409" y="212"/>
                  <a:pt x="409" y="233"/>
                  <a:pt x="395" y="226"/>
                </a:cubicBezTo>
                <a:close/>
                <a:moveTo>
                  <a:pt x="494" y="544"/>
                </a:moveTo>
                <a:lnTo>
                  <a:pt x="494" y="544"/>
                </a:lnTo>
                <a:cubicBezTo>
                  <a:pt x="572" y="544"/>
                  <a:pt x="572" y="544"/>
                  <a:pt x="572" y="544"/>
                </a:cubicBezTo>
                <a:cubicBezTo>
                  <a:pt x="579" y="544"/>
                  <a:pt x="593" y="544"/>
                  <a:pt x="600" y="537"/>
                </a:cubicBezTo>
                <a:cubicBezTo>
                  <a:pt x="600" y="544"/>
                  <a:pt x="600" y="551"/>
                  <a:pt x="600" y="551"/>
                </a:cubicBezTo>
                <a:cubicBezTo>
                  <a:pt x="600" y="572"/>
                  <a:pt x="586" y="579"/>
                  <a:pt x="572" y="579"/>
                </a:cubicBezTo>
                <a:cubicBezTo>
                  <a:pt x="487" y="579"/>
                  <a:pt x="487" y="579"/>
                  <a:pt x="487" y="579"/>
                </a:cubicBezTo>
                <a:cubicBezTo>
                  <a:pt x="494" y="572"/>
                  <a:pt x="494" y="565"/>
                  <a:pt x="494" y="551"/>
                </a:cubicBezTo>
                <a:lnTo>
                  <a:pt x="494" y="54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4" name="Freeform 92"/>
          <p:cNvSpPr/>
          <p:nvPr/>
        </p:nvSpPr>
        <p:spPr>
          <a:xfrm>
            <a:off x="3905280" y="1639800"/>
            <a:ext cx="218880" cy="209520"/>
          </a:xfrm>
          <a:custGeom>
            <a:avLst/>
            <a:gdLst/>
            <a:ahLst/>
            <a:rect l="l" t="t" r="r" b="b"/>
            <a:pathLst>
              <a:path w="609" h="580">
                <a:moveTo>
                  <a:pt x="559" y="494"/>
                </a:moveTo>
                <a:lnTo>
                  <a:pt x="559" y="494"/>
                </a:lnTo>
                <a:cubicBezTo>
                  <a:pt x="594" y="537"/>
                  <a:pt x="594" y="537"/>
                  <a:pt x="594" y="537"/>
                </a:cubicBezTo>
                <a:cubicBezTo>
                  <a:pt x="601" y="537"/>
                  <a:pt x="608" y="544"/>
                  <a:pt x="608" y="551"/>
                </a:cubicBezTo>
                <a:cubicBezTo>
                  <a:pt x="608" y="572"/>
                  <a:pt x="594" y="579"/>
                  <a:pt x="580" y="579"/>
                </a:cubicBezTo>
                <a:cubicBezTo>
                  <a:pt x="573" y="579"/>
                  <a:pt x="566" y="579"/>
                  <a:pt x="559" y="572"/>
                </a:cubicBezTo>
                <a:cubicBezTo>
                  <a:pt x="523" y="537"/>
                  <a:pt x="523" y="537"/>
                  <a:pt x="523" y="537"/>
                </a:cubicBezTo>
                <a:cubicBezTo>
                  <a:pt x="481" y="572"/>
                  <a:pt x="481" y="572"/>
                  <a:pt x="481" y="572"/>
                </a:cubicBezTo>
                <a:cubicBezTo>
                  <a:pt x="481" y="579"/>
                  <a:pt x="474" y="579"/>
                  <a:pt x="467" y="579"/>
                </a:cubicBezTo>
                <a:cubicBezTo>
                  <a:pt x="446" y="579"/>
                  <a:pt x="439" y="572"/>
                  <a:pt x="439" y="551"/>
                </a:cubicBezTo>
                <a:cubicBezTo>
                  <a:pt x="439" y="544"/>
                  <a:pt x="439" y="537"/>
                  <a:pt x="446" y="537"/>
                </a:cubicBezTo>
                <a:cubicBezTo>
                  <a:pt x="481" y="494"/>
                  <a:pt x="481" y="494"/>
                  <a:pt x="481" y="494"/>
                </a:cubicBezTo>
                <a:cubicBezTo>
                  <a:pt x="446" y="459"/>
                  <a:pt x="446" y="459"/>
                  <a:pt x="446" y="459"/>
                </a:cubicBezTo>
                <a:cubicBezTo>
                  <a:pt x="439" y="452"/>
                  <a:pt x="439" y="445"/>
                  <a:pt x="439" y="438"/>
                </a:cubicBezTo>
                <a:cubicBezTo>
                  <a:pt x="439" y="424"/>
                  <a:pt x="446" y="410"/>
                  <a:pt x="467" y="410"/>
                </a:cubicBezTo>
                <a:cubicBezTo>
                  <a:pt x="474" y="410"/>
                  <a:pt x="481" y="417"/>
                  <a:pt x="481" y="424"/>
                </a:cubicBezTo>
                <a:cubicBezTo>
                  <a:pt x="523" y="459"/>
                  <a:pt x="523" y="459"/>
                  <a:pt x="523" y="459"/>
                </a:cubicBezTo>
                <a:cubicBezTo>
                  <a:pt x="559" y="424"/>
                  <a:pt x="559" y="424"/>
                  <a:pt x="559" y="424"/>
                </a:cubicBezTo>
                <a:cubicBezTo>
                  <a:pt x="566" y="417"/>
                  <a:pt x="573" y="410"/>
                  <a:pt x="580" y="410"/>
                </a:cubicBezTo>
                <a:cubicBezTo>
                  <a:pt x="594" y="410"/>
                  <a:pt x="608" y="424"/>
                  <a:pt x="608" y="438"/>
                </a:cubicBezTo>
                <a:cubicBezTo>
                  <a:pt x="608" y="445"/>
                  <a:pt x="601" y="452"/>
                  <a:pt x="594" y="459"/>
                </a:cubicBezTo>
                <a:lnTo>
                  <a:pt x="559" y="494"/>
                </a:lnTo>
                <a:close/>
                <a:moveTo>
                  <a:pt x="410" y="438"/>
                </a:moveTo>
                <a:lnTo>
                  <a:pt x="410" y="438"/>
                </a:lnTo>
                <a:cubicBezTo>
                  <a:pt x="410" y="459"/>
                  <a:pt x="417" y="473"/>
                  <a:pt x="424" y="480"/>
                </a:cubicBezTo>
                <a:cubicBezTo>
                  <a:pt x="439" y="494"/>
                  <a:pt x="439" y="494"/>
                  <a:pt x="439" y="494"/>
                </a:cubicBezTo>
                <a:cubicBezTo>
                  <a:pt x="424" y="516"/>
                  <a:pt x="424" y="516"/>
                  <a:pt x="424" y="516"/>
                </a:cubicBezTo>
                <a:cubicBezTo>
                  <a:pt x="417" y="523"/>
                  <a:pt x="410" y="537"/>
                  <a:pt x="410" y="551"/>
                </a:cubicBezTo>
                <a:cubicBezTo>
                  <a:pt x="410" y="565"/>
                  <a:pt x="410" y="572"/>
                  <a:pt x="417" y="579"/>
                </a:cubicBezTo>
                <a:cubicBezTo>
                  <a:pt x="29" y="579"/>
                  <a:pt x="29" y="579"/>
                  <a:pt x="29" y="579"/>
                </a:cubicBezTo>
                <a:cubicBezTo>
                  <a:pt x="15" y="579"/>
                  <a:pt x="0" y="572"/>
                  <a:pt x="0" y="551"/>
                </a:cubicBezTo>
                <a:cubicBezTo>
                  <a:pt x="0" y="551"/>
                  <a:pt x="0" y="452"/>
                  <a:pt x="78" y="410"/>
                </a:cubicBezTo>
                <a:cubicBezTo>
                  <a:pt x="128" y="388"/>
                  <a:pt x="106" y="410"/>
                  <a:pt x="163" y="381"/>
                </a:cubicBezTo>
                <a:cubicBezTo>
                  <a:pt x="226" y="360"/>
                  <a:pt x="241" y="353"/>
                  <a:pt x="241" y="353"/>
                </a:cubicBezTo>
                <a:cubicBezTo>
                  <a:pt x="241" y="296"/>
                  <a:pt x="241" y="296"/>
                  <a:pt x="241" y="296"/>
                </a:cubicBezTo>
                <a:cubicBezTo>
                  <a:pt x="241" y="296"/>
                  <a:pt x="219" y="275"/>
                  <a:pt x="212" y="226"/>
                </a:cubicBezTo>
                <a:cubicBezTo>
                  <a:pt x="198" y="233"/>
                  <a:pt x="191" y="212"/>
                  <a:pt x="191" y="198"/>
                </a:cubicBezTo>
                <a:cubicBezTo>
                  <a:pt x="191" y="183"/>
                  <a:pt x="184" y="148"/>
                  <a:pt x="198" y="148"/>
                </a:cubicBezTo>
                <a:cubicBezTo>
                  <a:pt x="198" y="127"/>
                  <a:pt x="191" y="99"/>
                  <a:pt x="198" y="92"/>
                </a:cubicBezTo>
                <a:cubicBezTo>
                  <a:pt x="198" y="49"/>
                  <a:pt x="241" y="0"/>
                  <a:pt x="304" y="0"/>
                </a:cubicBezTo>
                <a:cubicBezTo>
                  <a:pt x="382" y="0"/>
                  <a:pt x="410" y="49"/>
                  <a:pt x="417" y="92"/>
                </a:cubicBezTo>
                <a:cubicBezTo>
                  <a:pt x="417" y="99"/>
                  <a:pt x="410" y="127"/>
                  <a:pt x="410" y="148"/>
                </a:cubicBezTo>
                <a:cubicBezTo>
                  <a:pt x="424" y="148"/>
                  <a:pt x="417" y="183"/>
                  <a:pt x="417" y="198"/>
                </a:cubicBezTo>
                <a:cubicBezTo>
                  <a:pt x="417" y="212"/>
                  <a:pt x="410" y="233"/>
                  <a:pt x="396" y="226"/>
                </a:cubicBezTo>
                <a:cubicBezTo>
                  <a:pt x="389" y="275"/>
                  <a:pt x="368" y="296"/>
                  <a:pt x="368" y="296"/>
                </a:cubicBezTo>
                <a:cubicBezTo>
                  <a:pt x="368" y="353"/>
                  <a:pt x="368" y="353"/>
                  <a:pt x="368" y="353"/>
                </a:cubicBezTo>
                <a:cubicBezTo>
                  <a:pt x="368" y="353"/>
                  <a:pt x="382" y="360"/>
                  <a:pt x="446" y="381"/>
                </a:cubicBezTo>
                <a:cubicBezTo>
                  <a:pt x="446" y="381"/>
                  <a:pt x="446" y="388"/>
                  <a:pt x="453" y="388"/>
                </a:cubicBezTo>
                <a:cubicBezTo>
                  <a:pt x="424" y="396"/>
                  <a:pt x="410" y="417"/>
                  <a:pt x="410" y="4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5" name="Freeform 93"/>
          <p:cNvSpPr/>
          <p:nvPr/>
        </p:nvSpPr>
        <p:spPr>
          <a:xfrm>
            <a:off x="3525840" y="1639800"/>
            <a:ext cx="217440" cy="209520"/>
          </a:xfrm>
          <a:custGeom>
            <a:avLst/>
            <a:gdLst/>
            <a:ahLst/>
            <a:rect l="l" t="t" r="r" b="b"/>
            <a:pathLst>
              <a:path w="602" h="580">
                <a:moveTo>
                  <a:pt x="516" y="551"/>
                </a:moveTo>
                <a:lnTo>
                  <a:pt x="516" y="551"/>
                </a:lnTo>
                <a:cubicBezTo>
                  <a:pt x="516" y="558"/>
                  <a:pt x="509" y="565"/>
                  <a:pt x="502" y="565"/>
                </a:cubicBezTo>
                <a:cubicBezTo>
                  <a:pt x="495" y="565"/>
                  <a:pt x="488" y="558"/>
                  <a:pt x="481" y="551"/>
                </a:cubicBezTo>
                <a:cubicBezTo>
                  <a:pt x="446" y="516"/>
                  <a:pt x="446" y="516"/>
                  <a:pt x="446" y="516"/>
                </a:cubicBezTo>
                <a:cubicBezTo>
                  <a:pt x="439" y="509"/>
                  <a:pt x="431" y="502"/>
                  <a:pt x="431" y="494"/>
                </a:cubicBezTo>
                <a:cubicBezTo>
                  <a:pt x="431" y="480"/>
                  <a:pt x="446" y="466"/>
                  <a:pt x="460" y="466"/>
                </a:cubicBezTo>
                <a:cubicBezTo>
                  <a:pt x="467" y="466"/>
                  <a:pt x="474" y="473"/>
                  <a:pt x="481" y="480"/>
                </a:cubicBezTo>
                <a:cubicBezTo>
                  <a:pt x="502" y="494"/>
                  <a:pt x="502" y="494"/>
                  <a:pt x="502" y="494"/>
                </a:cubicBezTo>
                <a:cubicBezTo>
                  <a:pt x="559" y="438"/>
                  <a:pt x="559" y="438"/>
                  <a:pt x="559" y="438"/>
                </a:cubicBezTo>
                <a:cubicBezTo>
                  <a:pt x="559" y="431"/>
                  <a:pt x="566" y="431"/>
                  <a:pt x="573" y="431"/>
                </a:cubicBezTo>
                <a:cubicBezTo>
                  <a:pt x="594" y="431"/>
                  <a:pt x="601" y="445"/>
                  <a:pt x="601" y="459"/>
                </a:cubicBezTo>
                <a:cubicBezTo>
                  <a:pt x="601" y="466"/>
                  <a:pt x="601" y="473"/>
                  <a:pt x="594" y="480"/>
                </a:cubicBezTo>
                <a:lnTo>
                  <a:pt x="516" y="551"/>
                </a:lnTo>
                <a:close/>
                <a:moveTo>
                  <a:pt x="502" y="452"/>
                </a:moveTo>
                <a:lnTo>
                  <a:pt x="502" y="452"/>
                </a:lnTo>
                <a:cubicBezTo>
                  <a:pt x="488" y="445"/>
                  <a:pt x="474" y="438"/>
                  <a:pt x="460" y="438"/>
                </a:cubicBezTo>
                <a:cubicBezTo>
                  <a:pt x="431" y="438"/>
                  <a:pt x="403" y="466"/>
                  <a:pt x="403" y="494"/>
                </a:cubicBezTo>
                <a:cubicBezTo>
                  <a:pt x="403" y="516"/>
                  <a:pt x="410" y="530"/>
                  <a:pt x="424" y="537"/>
                </a:cubicBezTo>
                <a:cubicBezTo>
                  <a:pt x="460" y="572"/>
                  <a:pt x="460" y="572"/>
                  <a:pt x="460" y="572"/>
                </a:cubicBezTo>
                <a:cubicBezTo>
                  <a:pt x="460" y="579"/>
                  <a:pt x="467" y="579"/>
                  <a:pt x="467" y="579"/>
                </a:cubicBezTo>
                <a:cubicBezTo>
                  <a:pt x="29" y="579"/>
                  <a:pt x="29" y="579"/>
                  <a:pt x="29" y="579"/>
                </a:cubicBezTo>
                <a:cubicBezTo>
                  <a:pt x="15" y="579"/>
                  <a:pt x="0" y="572"/>
                  <a:pt x="0" y="551"/>
                </a:cubicBezTo>
                <a:cubicBezTo>
                  <a:pt x="0" y="551"/>
                  <a:pt x="0" y="452"/>
                  <a:pt x="78" y="410"/>
                </a:cubicBezTo>
                <a:cubicBezTo>
                  <a:pt x="120" y="388"/>
                  <a:pt x="106" y="410"/>
                  <a:pt x="163" y="381"/>
                </a:cubicBezTo>
                <a:cubicBezTo>
                  <a:pt x="219" y="360"/>
                  <a:pt x="233" y="353"/>
                  <a:pt x="233" y="353"/>
                </a:cubicBezTo>
                <a:cubicBezTo>
                  <a:pt x="233" y="296"/>
                  <a:pt x="233" y="296"/>
                  <a:pt x="233" y="296"/>
                </a:cubicBezTo>
                <a:cubicBezTo>
                  <a:pt x="233" y="296"/>
                  <a:pt x="212" y="275"/>
                  <a:pt x="205" y="226"/>
                </a:cubicBezTo>
                <a:cubicBezTo>
                  <a:pt x="191" y="233"/>
                  <a:pt x="191" y="212"/>
                  <a:pt x="191" y="198"/>
                </a:cubicBezTo>
                <a:cubicBezTo>
                  <a:pt x="191" y="183"/>
                  <a:pt x="184" y="148"/>
                  <a:pt x="198" y="148"/>
                </a:cubicBezTo>
                <a:cubicBezTo>
                  <a:pt x="191" y="127"/>
                  <a:pt x="191" y="99"/>
                  <a:pt x="191" y="92"/>
                </a:cubicBezTo>
                <a:cubicBezTo>
                  <a:pt x="198" y="49"/>
                  <a:pt x="241" y="0"/>
                  <a:pt x="304" y="0"/>
                </a:cubicBezTo>
                <a:cubicBezTo>
                  <a:pt x="375" y="0"/>
                  <a:pt x="410" y="49"/>
                  <a:pt x="410" y="92"/>
                </a:cubicBezTo>
                <a:cubicBezTo>
                  <a:pt x="410" y="99"/>
                  <a:pt x="410" y="127"/>
                  <a:pt x="403" y="148"/>
                </a:cubicBezTo>
                <a:cubicBezTo>
                  <a:pt x="424" y="148"/>
                  <a:pt x="417" y="183"/>
                  <a:pt x="417" y="198"/>
                </a:cubicBezTo>
                <a:cubicBezTo>
                  <a:pt x="417" y="212"/>
                  <a:pt x="410" y="233"/>
                  <a:pt x="396" y="226"/>
                </a:cubicBezTo>
                <a:cubicBezTo>
                  <a:pt x="389" y="275"/>
                  <a:pt x="368" y="296"/>
                  <a:pt x="368" y="296"/>
                </a:cubicBezTo>
                <a:cubicBezTo>
                  <a:pt x="368" y="353"/>
                  <a:pt x="368" y="353"/>
                  <a:pt x="368" y="353"/>
                </a:cubicBezTo>
                <a:cubicBezTo>
                  <a:pt x="368" y="353"/>
                  <a:pt x="382" y="360"/>
                  <a:pt x="439" y="381"/>
                </a:cubicBezTo>
                <a:cubicBezTo>
                  <a:pt x="502" y="410"/>
                  <a:pt x="481" y="388"/>
                  <a:pt x="530" y="410"/>
                </a:cubicBezTo>
                <a:cubicBezTo>
                  <a:pt x="530" y="417"/>
                  <a:pt x="530" y="417"/>
                  <a:pt x="537" y="417"/>
                </a:cubicBezTo>
                <a:lnTo>
                  <a:pt x="502" y="452"/>
                </a:lnTo>
                <a:close/>
                <a:moveTo>
                  <a:pt x="601" y="516"/>
                </a:moveTo>
                <a:lnTo>
                  <a:pt x="601" y="516"/>
                </a:lnTo>
                <a:cubicBezTo>
                  <a:pt x="601" y="537"/>
                  <a:pt x="601" y="551"/>
                  <a:pt x="601" y="551"/>
                </a:cubicBezTo>
                <a:cubicBezTo>
                  <a:pt x="601" y="572"/>
                  <a:pt x="594" y="579"/>
                  <a:pt x="573" y="579"/>
                </a:cubicBezTo>
                <a:cubicBezTo>
                  <a:pt x="530" y="579"/>
                  <a:pt x="530" y="579"/>
                  <a:pt x="530" y="579"/>
                </a:cubicBezTo>
                <a:cubicBezTo>
                  <a:pt x="537" y="579"/>
                  <a:pt x="537" y="579"/>
                  <a:pt x="537" y="572"/>
                </a:cubicBezTo>
                <a:lnTo>
                  <a:pt x="601" y="51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6" name="Freeform 94"/>
          <p:cNvSpPr/>
          <p:nvPr/>
        </p:nvSpPr>
        <p:spPr>
          <a:xfrm>
            <a:off x="3146400" y="1639800"/>
            <a:ext cx="217440" cy="209520"/>
          </a:xfrm>
          <a:custGeom>
            <a:avLst/>
            <a:gdLst/>
            <a:ahLst/>
            <a:rect l="l" t="t" r="r" b="b"/>
            <a:pathLst>
              <a:path w="602" h="580">
                <a:moveTo>
                  <a:pt x="601" y="551"/>
                </a:moveTo>
                <a:lnTo>
                  <a:pt x="601" y="551"/>
                </a:lnTo>
                <a:cubicBezTo>
                  <a:pt x="601" y="572"/>
                  <a:pt x="587" y="579"/>
                  <a:pt x="573" y="579"/>
                </a:cubicBezTo>
                <a:cubicBezTo>
                  <a:pt x="29" y="579"/>
                  <a:pt x="29" y="579"/>
                  <a:pt x="29" y="579"/>
                </a:cubicBezTo>
                <a:cubicBezTo>
                  <a:pt x="7" y="579"/>
                  <a:pt x="0" y="572"/>
                  <a:pt x="0" y="551"/>
                </a:cubicBezTo>
                <a:cubicBezTo>
                  <a:pt x="0" y="551"/>
                  <a:pt x="0" y="452"/>
                  <a:pt x="71" y="410"/>
                </a:cubicBezTo>
                <a:cubicBezTo>
                  <a:pt x="120" y="388"/>
                  <a:pt x="99" y="410"/>
                  <a:pt x="163" y="381"/>
                </a:cubicBezTo>
                <a:cubicBezTo>
                  <a:pt x="219" y="360"/>
                  <a:pt x="233" y="353"/>
                  <a:pt x="233" y="353"/>
                </a:cubicBezTo>
                <a:cubicBezTo>
                  <a:pt x="233" y="296"/>
                  <a:pt x="233" y="296"/>
                  <a:pt x="233" y="296"/>
                </a:cubicBezTo>
                <a:cubicBezTo>
                  <a:pt x="233" y="296"/>
                  <a:pt x="212" y="275"/>
                  <a:pt x="205" y="226"/>
                </a:cubicBezTo>
                <a:cubicBezTo>
                  <a:pt x="191" y="233"/>
                  <a:pt x="184" y="212"/>
                  <a:pt x="184" y="198"/>
                </a:cubicBezTo>
                <a:cubicBezTo>
                  <a:pt x="184" y="183"/>
                  <a:pt x="177" y="148"/>
                  <a:pt x="198" y="148"/>
                </a:cubicBezTo>
                <a:cubicBezTo>
                  <a:pt x="191" y="127"/>
                  <a:pt x="191" y="99"/>
                  <a:pt x="191" y="92"/>
                </a:cubicBezTo>
                <a:cubicBezTo>
                  <a:pt x="191" y="49"/>
                  <a:pt x="233" y="0"/>
                  <a:pt x="297" y="0"/>
                </a:cubicBezTo>
                <a:cubicBezTo>
                  <a:pt x="375" y="0"/>
                  <a:pt x="403" y="49"/>
                  <a:pt x="410" y="92"/>
                </a:cubicBezTo>
                <a:cubicBezTo>
                  <a:pt x="410" y="99"/>
                  <a:pt x="410" y="127"/>
                  <a:pt x="403" y="148"/>
                </a:cubicBezTo>
                <a:cubicBezTo>
                  <a:pt x="424" y="148"/>
                  <a:pt x="417" y="183"/>
                  <a:pt x="410" y="198"/>
                </a:cubicBezTo>
                <a:cubicBezTo>
                  <a:pt x="410" y="212"/>
                  <a:pt x="410" y="233"/>
                  <a:pt x="396" y="226"/>
                </a:cubicBezTo>
                <a:cubicBezTo>
                  <a:pt x="389" y="275"/>
                  <a:pt x="368" y="296"/>
                  <a:pt x="368" y="296"/>
                </a:cubicBezTo>
                <a:cubicBezTo>
                  <a:pt x="368" y="353"/>
                  <a:pt x="368" y="353"/>
                  <a:pt x="368" y="353"/>
                </a:cubicBezTo>
                <a:cubicBezTo>
                  <a:pt x="368" y="353"/>
                  <a:pt x="382" y="360"/>
                  <a:pt x="438" y="381"/>
                </a:cubicBezTo>
                <a:cubicBezTo>
                  <a:pt x="495" y="410"/>
                  <a:pt x="481" y="388"/>
                  <a:pt x="523" y="410"/>
                </a:cubicBezTo>
                <a:cubicBezTo>
                  <a:pt x="537" y="417"/>
                  <a:pt x="551" y="431"/>
                  <a:pt x="559" y="438"/>
                </a:cubicBezTo>
                <a:cubicBezTo>
                  <a:pt x="453" y="438"/>
                  <a:pt x="453" y="438"/>
                  <a:pt x="453" y="438"/>
                </a:cubicBezTo>
                <a:cubicBezTo>
                  <a:pt x="417" y="438"/>
                  <a:pt x="396" y="466"/>
                  <a:pt x="396" y="494"/>
                </a:cubicBezTo>
                <a:cubicBezTo>
                  <a:pt x="396" y="530"/>
                  <a:pt x="417" y="551"/>
                  <a:pt x="453" y="551"/>
                </a:cubicBezTo>
                <a:cubicBezTo>
                  <a:pt x="566" y="551"/>
                  <a:pt x="566" y="551"/>
                  <a:pt x="566" y="551"/>
                </a:cubicBezTo>
                <a:cubicBezTo>
                  <a:pt x="580" y="551"/>
                  <a:pt x="587" y="551"/>
                  <a:pt x="601" y="537"/>
                </a:cubicBezTo>
                <a:cubicBezTo>
                  <a:pt x="601" y="551"/>
                  <a:pt x="601" y="551"/>
                  <a:pt x="601" y="551"/>
                </a:cubicBezTo>
                <a:close/>
                <a:moveTo>
                  <a:pt x="566" y="523"/>
                </a:moveTo>
                <a:lnTo>
                  <a:pt x="566" y="523"/>
                </a:lnTo>
                <a:cubicBezTo>
                  <a:pt x="453" y="523"/>
                  <a:pt x="453" y="523"/>
                  <a:pt x="453" y="523"/>
                </a:cubicBezTo>
                <a:cubicBezTo>
                  <a:pt x="431" y="523"/>
                  <a:pt x="424" y="516"/>
                  <a:pt x="424" y="494"/>
                </a:cubicBezTo>
                <a:cubicBezTo>
                  <a:pt x="424" y="480"/>
                  <a:pt x="431" y="466"/>
                  <a:pt x="453" y="466"/>
                </a:cubicBezTo>
                <a:cubicBezTo>
                  <a:pt x="566" y="466"/>
                  <a:pt x="566" y="466"/>
                  <a:pt x="566" y="466"/>
                </a:cubicBezTo>
                <a:cubicBezTo>
                  <a:pt x="580" y="466"/>
                  <a:pt x="594" y="480"/>
                  <a:pt x="594" y="494"/>
                </a:cubicBezTo>
                <a:cubicBezTo>
                  <a:pt x="594" y="516"/>
                  <a:pt x="580" y="523"/>
                  <a:pt x="566" y="52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7" name="Freeform 95"/>
          <p:cNvSpPr/>
          <p:nvPr/>
        </p:nvSpPr>
        <p:spPr>
          <a:xfrm>
            <a:off x="2765520" y="1639800"/>
            <a:ext cx="218880" cy="209520"/>
          </a:xfrm>
          <a:custGeom>
            <a:avLst/>
            <a:gdLst/>
            <a:ahLst/>
            <a:rect l="l" t="t" r="r" b="b"/>
            <a:pathLst>
              <a:path w="609" h="580">
                <a:moveTo>
                  <a:pt x="608" y="551"/>
                </a:moveTo>
                <a:lnTo>
                  <a:pt x="608" y="551"/>
                </a:lnTo>
                <a:cubicBezTo>
                  <a:pt x="608" y="572"/>
                  <a:pt x="594" y="579"/>
                  <a:pt x="580" y="579"/>
                </a:cubicBezTo>
                <a:cubicBezTo>
                  <a:pt x="558" y="579"/>
                  <a:pt x="558" y="579"/>
                  <a:pt x="558" y="579"/>
                </a:cubicBezTo>
                <a:cubicBezTo>
                  <a:pt x="565" y="572"/>
                  <a:pt x="565" y="565"/>
                  <a:pt x="565" y="551"/>
                </a:cubicBezTo>
                <a:cubicBezTo>
                  <a:pt x="580" y="551"/>
                  <a:pt x="594" y="551"/>
                  <a:pt x="608" y="537"/>
                </a:cubicBezTo>
                <a:cubicBezTo>
                  <a:pt x="608" y="551"/>
                  <a:pt x="608" y="551"/>
                  <a:pt x="608" y="551"/>
                </a:cubicBezTo>
                <a:close/>
                <a:moveTo>
                  <a:pt x="565" y="523"/>
                </a:moveTo>
                <a:lnTo>
                  <a:pt x="565" y="523"/>
                </a:lnTo>
                <a:cubicBezTo>
                  <a:pt x="537" y="523"/>
                  <a:pt x="537" y="523"/>
                  <a:pt x="537" y="523"/>
                </a:cubicBezTo>
                <a:cubicBezTo>
                  <a:pt x="537" y="551"/>
                  <a:pt x="537" y="551"/>
                  <a:pt x="537" y="551"/>
                </a:cubicBezTo>
                <a:cubicBezTo>
                  <a:pt x="537" y="572"/>
                  <a:pt x="530" y="579"/>
                  <a:pt x="509" y="579"/>
                </a:cubicBezTo>
                <a:cubicBezTo>
                  <a:pt x="495" y="579"/>
                  <a:pt x="481" y="572"/>
                  <a:pt x="481" y="551"/>
                </a:cubicBezTo>
                <a:cubicBezTo>
                  <a:pt x="481" y="523"/>
                  <a:pt x="481" y="523"/>
                  <a:pt x="481" y="523"/>
                </a:cubicBezTo>
                <a:cubicBezTo>
                  <a:pt x="452" y="523"/>
                  <a:pt x="452" y="523"/>
                  <a:pt x="452" y="523"/>
                </a:cubicBezTo>
                <a:cubicBezTo>
                  <a:pt x="438" y="523"/>
                  <a:pt x="424" y="516"/>
                  <a:pt x="424" y="494"/>
                </a:cubicBezTo>
                <a:cubicBezTo>
                  <a:pt x="424" y="480"/>
                  <a:pt x="438" y="466"/>
                  <a:pt x="452" y="466"/>
                </a:cubicBezTo>
                <a:cubicBezTo>
                  <a:pt x="481" y="466"/>
                  <a:pt x="481" y="466"/>
                  <a:pt x="481" y="466"/>
                </a:cubicBezTo>
                <a:cubicBezTo>
                  <a:pt x="481" y="438"/>
                  <a:pt x="481" y="438"/>
                  <a:pt x="481" y="438"/>
                </a:cubicBezTo>
                <a:cubicBezTo>
                  <a:pt x="481" y="424"/>
                  <a:pt x="495" y="410"/>
                  <a:pt x="509" y="410"/>
                </a:cubicBezTo>
                <a:cubicBezTo>
                  <a:pt x="530" y="410"/>
                  <a:pt x="537" y="424"/>
                  <a:pt x="537" y="438"/>
                </a:cubicBezTo>
                <a:cubicBezTo>
                  <a:pt x="537" y="466"/>
                  <a:pt x="537" y="466"/>
                  <a:pt x="537" y="466"/>
                </a:cubicBezTo>
                <a:cubicBezTo>
                  <a:pt x="565" y="466"/>
                  <a:pt x="565" y="466"/>
                  <a:pt x="565" y="466"/>
                </a:cubicBezTo>
                <a:cubicBezTo>
                  <a:pt x="587" y="466"/>
                  <a:pt x="594" y="480"/>
                  <a:pt x="594" y="494"/>
                </a:cubicBezTo>
                <a:cubicBezTo>
                  <a:pt x="594" y="516"/>
                  <a:pt x="587" y="523"/>
                  <a:pt x="565" y="523"/>
                </a:cubicBezTo>
                <a:close/>
                <a:moveTo>
                  <a:pt x="452" y="438"/>
                </a:moveTo>
                <a:lnTo>
                  <a:pt x="452" y="438"/>
                </a:lnTo>
                <a:cubicBezTo>
                  <a:pt x="424" y="438"/>
                  <a:pt x="396" y="466"/>
                  <a:pt x="396" y="494"/>
                </a:cubicBezTo>
                <a:cubicBezTo>
                  <a:pt x="396" y="530"/>
                  <a:pt x="424" y="551"/>
                  <a:pt x="452" y="551"/>
                </a:cubicBezTo>
                <a:cubicBezTo>
                  <a:pt x="452" y="565"/>
                  <a:pt x="459" y="572"/>
                  <a:pt x="459" y="579"/>
                </a:cubicBezTo>
                <a:cubicBezTo>
                  <a:pt x="28" y="579"/>
                  <a:pt x="28" y="579"/>
                  <a:pt x="28" y="579"/>
                </a:cubicBezTo>
                <a:cubicBezTo>
                  <a:pt x="14" y="579"/>
                  <a:pt x="0" y="572"/>
                  <a:pt x="0" y="551"/>
                </a:cubicBezTo>
                <a:cubicBezTo>
                  <a:pt x="0" y="551"/>
                  <a:pt x="0" y="452"/>
                  <a:pt x="78" y="410"/>
                </a:cubicBezTo>
                <a:cubicBezTo>
                  <a:pt x="127" y="388"/>
                  <a:pt x="106" y="410"/>
                  <a:pt x="163" y="381"/>
                </a:cubicBezTo>
                <a:cubicBezTo>
                  <a:pt x="226" y="360"/>
                  <a:pt x="240" y="353"/>
                  <a:pt x="240" y="353"/>
                </a:cubicBezTo>
                <a:cubicBezTo>
                  <a:pt x="240" y="296"/>
                  <a:pt x="240" y="296"/>
                  <a:pt x="240" y="296"/>
                </a:cubicBezTo>
                <a:cubicBezTo>
                  <a:pt x="240" y="296"/>
                  <a:pt x="219" y="275"/>
                  <a:pt x="212" y="226"/>
                </a:cubicBezTo>
                <a:cubicBezTo>
                  <a:pt x="198" y="233"/>
                  <a:pt x="191" y="212"/>
                  <a:pt x="191" y="198"/>
                </a:cubicBezTo>
                <a:cubicBezTo>
                  <a:pt x="191" y="183"/>
                  <a:pt x="184" y="148"/>
                  <a:pt x="198" y="148"/>
                </a:cubicBezTo>
                <a:cubicBezTo>
                  <a:pt x="198" y="127"/>
                  <a:pt x="191" y="99"/>
                  <a:pt x="198" y="92"/>
                </a:cubicBezTo>
                <a:cubicBezTo>
                  <a:pt x="198" y="49"/>
                  <a:pt x="240" y="0"/>
                  <a:pt x="304" y="0"/>
                </a:cubicBezTo>
                <a:cubicBezTo>
                  <a:pt x="382" y="0"/>
                  <a:pt x="410" y="49"/>
                  <a:pt x="417" y="92"/>
                </a:cubicBezTo>
                <a:cubicBezTo>
                  <a:pt x="417" y="99"/>
                  <a:pt x="410" y="127"/>
                  <a:pt x="410" y="148"/>
                </a:cubicBezTo>
                <a:cubicBezTo>
                  <a:pt x="424" y="148"/>
                  <a:pt x="417" y="183"/>
                  <a:pt x="417" y="198"/>
                </a:cubicBezTo>
                <a:cubicBezTo>
                  <a:pt x="417" y="212"/>
                  <a:pt x="410" y="233"/>
                  <a:pt x="396" y="226"/>
                </a:cubicBezTo>
                <a:cubicBezTo>
                  <a:pt x="389" y="275"/>
                  <a:pt x="368" y="296"/>
                  <a:pt x="368" y="296"/>
                </a:cubicBezTo>
                <a:cubicBezTo>
                  <a:pt x="368" y="353"/>
                  <a:pt x="368" y="353"/>
                  <a:pt x="368" y="353"/>
                </a:cubicBezTo>
                <a:cubicBezTo>
                  <a:pt x="368" y="353"/>
                  <a:pt x="382" y="360"/>
                  <a:pt x="445" y="381"/>
                </a:cubicBezTo>
                <a:cubicBezTo>
                  <a:pt x="459" y="388"/>
                  <a:pt x="467" y="396"/>
                  <a:pt x="481" y="396"/>
                </a:cubicBezTo>
                <a:cubicBezTo>
                  <a:pt x="467" y="403"/>
                  <a:pt x="452" y="424"/>
                  <a:pt x="452" y="4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8" name="Freeform 96"/>
          <p:cNvSpPr/>
          <p:nvPr/>
        </p:nvSpPr>
        <p:spPr>
          <a:xfrm>
            <a:off x="2386080" y="1639800"/>
            <a:ext cx="217440" cy="209520"/>
          </a:xfrm>
          <a:custGeom>
            <a:avLst/>
            <a:gdLst/>
            <a:ahLst/>
            <a:rect l="l" t="t" r="r" b="b"/>
            <a:pathLst>
              <a:path w="602" h="580">
                <a:moveTo>
                  <a:pt x="601" y="551"/>
                </a:moveTo>
                <a:lnTo>
                  <a:pt x="601" y="551"/>
                </a:lnTo>
                <a:cubicBezTo>
                  <a:pt x="601" y="572"/>
                  <a:pt x="594" y="579"/>
                  <a:pt x="572" y="579"/>
                </a:cubicBezTo>
                <a:cubicBezTo>
                  <a:pt x="28" y="579"/>
                  <a:pt x="28" y="579"/>
                  <a:pt x="28" y="579"/>
                </a:cubicBezTo>
                <a:cubicBezTo>
                  <a:pt x="14" y="579"/>
                  <a:pt x="0" y="572"/>
                  <a:pt x="0" y="551"/>
                </a:cubicBezTo>
                <a:cubicBezTo>
                  <a:pt x="0" y="551"/>
                  <a:pt x="0" y="452"/>
                  <a:pt x="78" y="410"/>
                </a:cubicBezTo>
                <a:cubicBezTo>
                  <a:pt x="120" y="388"/>
                  <a:pt x="106" y="410"/>
                  <a:pt x="163" y="381"/>
                </a:cubicBezTo>
                <a:cubicBezTo>
                  <a:pt x="219" y="360"/>
                  <a:pt x="233" y="353"/>
                  <a:pt x="233" y="353"/>
                </a:cubicBezTo>
                <a:cubicBezTo>
                  <a:pt x="233" y="296"/>
                  <a:pt x="233" y="296"/>
                  <a:pt x="233" y="296"/>
                </a:cubicBezTo>
                <a:cubicBezTo>
                  <a:pt x="233" y="296"/>
                  <a:pt x="212" y="275"/>
                  <a:pt x="205" y="226"/>
                </a:cubicBezTo>
                <a:cubicBezTo>
                  <a:pt x="191" y="233"/>
                  <a:pt x="191" y="212"/>
                  <a:pt x="191" y="198"/>
                </a:cubicBezTo>
                <a:cubicBezTo>
                  <a:pt x="191" y="183"/>
                  <a:pt x="184" y="148"/>
                  <a:pt x="198" y="148"/>
                </a:cubicBezTo>
                <a:cubicBezTo>
                  <a:pt x="191" y="127"/>
                  <a:pt x="191" y="99"/>
                  <a:pt x="191" y="92"/>
                </a:cubicBezTo>
                <a:cubicBezTo>
                  <a:pt x="198" y="49"/>
                  <a:pt x="240" y="0"/>
                  <a:pt x="304" y="0"/>
                </a:cubicBezTo>
                <a:cubicBezTo>
                  <a:pt x="375" y="0"/>
                  <a:pt x="410" y="49"/>
                  <a:pt x="410" y="92"/>
                </a:cubicBezTo>
                <a:cubicBezTo>
                  <a:pt x="410" y="99"/>
                  <a:pt x="410" y="127"/>
                  <a:pt x="403" y="148"/>
                </a:cubicBezTo>
                <a:cubicBezTo>
                  <a:pt x="424" y="148"/>
                  <a:pt x="417" y="183"/>
                  <a:pt x="417" y="198"/>
                </a:cubicBezTo>
                <a:cubicBezTo>
                  <a:pt x="417" y="212"/>
                  <a:pt x="410" y="233"/>
                  <a:pt x="396" y="226"/>
                </a:cubicBezTo>
                <a:cubicBezTo>
                  <a:pt x="389" y="275"/>
                  <a:pt x="368" y="296"/>
                  <a:pt x="368" y="296"/>
                </a:cubicBezTo>
                <a:cubicBezTo>
                  <a:pt x="368" y="353"/>
                  <a:pt x="368" y="353"/>
                  <a:pt x="368" y="353"/>
                </a:cubicBezTo>
                <a:cubicBezTo>
                  <a:pt x="368" y="353"/>
                  <a:pt x="382" y="360"/>
                  <a:pt x="438" y="381"/>
                </a:cubicBezTo>
                <a:cubicBezTo>
                  <a:pt x="502" y="410"/>
                  <a:pt x="481" y="388"/>
                  <a:pt x="530" y="410"/>
                </a:cubicBezTo>
                <a:cubicBezTo>
                  <a:pt x="601" y="452"/>
                  <a:pt x="601" y="551"/>
                  <a:pt x="601" y="55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9" name="Freeform 97"/>
          <p:cNvSpPr/>
          <p:nvPr/>
        </p:nvSpPr>
        <p:spPr>
          <a:xfrm>
            <a:off x="6566040" y="1268280"/>
            <a:ext cx="217440" cy="190800"/>
          </a:xfrm>
          <a:custGeom>
            <a:avLst/>
            <a:gdLst/>
            <a:ahLst/>
            <a:rect l="l" t="t" r="r" b="b"/>
            <a:pathLst>
              <a:path w="602" h="531">
                <a:moveTo>
                  <a:pt x="431" y="0"/>
                </a:moveTo>
                <a:lnTo>
                  <a:pt x="431" y="0"/>
                </a:lnTo>
                <a:cubicBezTo>
                  <a:pt x="389" y="0"/>
                  <a:pt x="346" y="21"/>
                  <a:pt x="318" y="49"/>
                </a:cubicBezTo>
                <a:cubicBezTo>
                  <a:pt x="297" y="70"/>
                  <a:pt x="297" y="70"/>
                  <a:pt x="297" y="70"/>
                </a:cubicBezTo>
                <a:cubicBezTo>
                  <a:pt x="283" y="49"/>
                  <a:pt x="283" y="49"/>
                  <a:pt x="283" y="49"/>
                </a:cubicBezTo>
                <a:cubicBezTo>
                  <a:pt x="248" y="21"/>
                  <a:pt x="212" y="0"/>
                  <a:pt x="170" y="0"/>
                </a:cubicBezTo>
                <a:cubicBezTo>
                  <a:pt x="120" y="0"/>
                  <a:pt x="78" y="21"/>
                  <a:pt x="50" y="49"/>
                </a:cubicBezTo>
                <a:cubicBezTo>
                  <a:pt x="14" y="84"/>
                  <a:pt x="0" y="127"/>
                  <a:pt x="0" y="169"/>
                </a:cubicBezTo>
                <a:cubicBezTo>
                  <a:pt x="0" y="219"/>
                  <a:pt x="14" y="261"/>
                  <a:pt x="50" y="290"/>
                </a:cubicBezTo>
                <a:cubicBezTo>
                  <a:pt x="276" y="516"/>
                  <a:pt x="276" y="516"/>
                  <a:pt x="276" y="516"/>
                </a:cubicBezTo>
                <a:cubicBezTo>
                  <a:pt x="283" y="523"/>
                  <a:pt x="290" y="530"/>
                  <a:pt x="297" y="530"/>
                </a:cubicBezTo>
                <a:cubicBezTo>
                  <a:pt x="311" y="530"/>
                  <a:pt x="318" y="523"/>
                  <a:pt x="325" y="516"/>
                </a:cubicBezTo>
                <a:cubicBezTo>
                  <a:pt x="551" y="290"/>
                  <a:pt x="551" y="290"/>
                  <a:pt x="551" y="290"/>
                </a:cubicBezTo>
                <a:cubicBezTo>
                  <a:pt x="587" y="261"/>
                  <a:pt x="601" y="219"/>
                  <a:pt x="601" y="169"/>
                </a:cubicBezTo>
                <a:cubicBezTo>
                  <a:pt x="601" y="127"/>
                  <a:pt x="587" y="84"/>
                  <a:pt x="551" y="49"/>
                </a:cubicBezTo>
                <a:cubicBezTo>
                  <a:pt x="516" y="21"/>
                  <a:pt x="474" y="0"/>
                  <a:pt x="431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0" name="Freeform 98"/>
          <p:cNvSpPr/>
          <p:nvPr/>
        </p:nvSpPr>
        <p:spPr>
          <a:xfrm>
            <a:off x="6191280" y="1266840"/>
            <a:ext cx="210960" cy="196920"/>
          </a:xfrm>
          <a:custGeom>
            <a:avLst/>
            <a:gdLst/>
            <a:ahLst/>
            <a:rect l="l" t="t" r="r" b="b"/>
            <a:pathLst>
              <a:path w="588" h="545">
                <a:moveTo>
                  <a:pt x="509" y="155"/>
                </a:moveTo>
                <a:lnTo>
                  <a:pt x="509" y="155"/>
                </a:lnTo>
                <a:cubicBezTo>
                  <a:pt x="417" y="84"/>
                  <a:pt x="417" y="84"/>
                  <a:pt x="417" y="84"/>
                </a:cubicBezTo>
                <a:cubicBezTo>
                  <a:pt x="417" y="282"/>
                  <a:pt x="417" y="282"/>
                  <a:pt x="417" y="282"/>
                </a:cubicBezTo>
                <a:cubicBezTo>
                  <a:pt x="396" y="289"/>
                  <a:pt x="375" y="297"/>
                  <a:pt x="361" y="318"/>
                </a:cubicBezTo>
                <a:cubicBezTo>
                  <a:pt x="361" y="77"/>
                  <a:pt x="361" y="77"/>
                  <a:pt x="361" y="77"/>
                </a:cubicBezTo>
                <a:cubicBezTo>
                  <a:pt x="205" y="155"/>
                  <a:pt x="205" y="155"/>
                  <a:pt x="205" y="155"/>
                </a:cubicBezTo>
                <a:cubicBezTo>
                  <a:pt x="205" y="473"/>
                  <a:pt x="205" y="473"/>
                  <a:pt x="205" y="473"/>
                </a:cubicBezTo>
                <a:cubicBezTo>
                  <a:pt x="311" y="417"/>
                  <a:pt x="311" y="417"/>
                  <a:pt x="311" y="417"/>
                </a:cubicBezTo>
                <a:lnTo>
                  <a:pt x="311" y="424"/>
                </a:lnTo>
                <a:cubicBezTo>
                  <a:pt x="311" y="438"/>
                  <a:pt x="311" y="459"/>
                  <a:pt x="318" y="473"/>
                </a:cubicBezTo>
                <a:cubicBezTo>
                  <a:pt x="191" y="544"/>
                  <a:pt x="191" y="544"/>
                  <a:pt x="191" y="544"/>
                </a:cubicBezTo>
                <a:cubicBezTo>
                  <a:pt x="191" y="544"/>
                  <a:pt x="184" y="544"/>
                  <a:pt x="177" y="544"/>
                </a:cubicBezTo>
                <a:cubicBezTo>
                  <a:pt x="170" y="544"/>
                  <a:pt x="170" y="544"/>
                  <a:pt x="163" y="544"/>
                </a:cubicBezTo>
                <a:cubicBezTo>
                  <a:pt x="14" y="431"/>
                  <a:pt x="14" y="431"/>
                  <a:pt x="14" y="431"/>
                </a:cubicBezTo>
                <a:cubicBezTo>
                  <a:pt x="7" y="424"/>
                  <a:pt x="0" y="417"/>
                  <a:pt x="0" y="402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14" y="0"/>
                  <a:pt x="28" y="0"/>
                </a:cubicBezTo>
                <a:cubicBezTo>
                  <a:pt x="35" y="0"/>
                  <a:pt x="43" y="0"/>
                  <a:pt x="43" y="7"/>
                </a:cubicBezTo>
                <a:cubicBezTo>
                  <a:pt x="184" y="106"/>
                  <a:pt x="184" y="106"/>
                  <a:pt x="184" y="106"/>
                </a:cubicBezTo>
                <a:cubicBezTo>
                  <a:pt x="375" y="0"/>
                  <a:pt x="375" y="0"/>
                  <a:pt x="375" y="0"/>
                </a:cubicBezTo>
                <a:cubicBezTo>
                  <a:pt x="375" y="0"/>
                  <a:pt x="382" y="0"/>
                  <a:pt x="389" y="0"/>
                </a:cubicBezTo>
                <a:cubicBezTo>
                  <a:pt x="396" y="0"/>
                  <a:pt x="396" y="0"/>
                  <a:pt x="403" y="7"/>
                </a:cubicBezTo>
                <a:cubicBezTo>
                  <a:pt x="551" y="120"/>
                  <a:pt x="551" y="120"/>
                  <a:pt x="551" y="120"/>
                </a:cubicBezTo>
                <a:cubicBezTo>
                  <a:pt x="558" y="127"/>
                  <a:pt x="566" y="134"/>
                  <a:pt x="566" y="141"/>
                </a:cubicBezTo>
                <a:cubicBezTo>
                  <a:pt x="566" y="318"/>
                  <a:pt x="566" y="318"/>
                  <a:pt x="566" y="318"/>
                </a:cubicBezTo>
                <a:cubicBezTo>
                  <a:pt x="551" y="297"/>
                  <a:pt x="530" y="289"/>
                  <a:pt x="509" y="282"/>
                </a:cubicBezTo>
                <a:lnTo>
                  <a:pt x="509" y="155"/>
                </a:lnTo>
                <a:close/>
                <a:moveTo>
                  <a:pt x="148" y="155"/>
                </a:moveTo>
                <a:lnTo>
                  <a:pt x="148" y="155"/>
                </a:lnTo>
                <a:cubicBezTo>
                  <a:pt x="57" y="84"/>
                  <a:pt x="57" y="84"/>
                  <a:pt x="57" y="84"/>
                </a:cubicBezTo>
                <a:cubicBezTo>
                  <a:pt x="57" y="388"/>
                  <a:pt x="57" y="388"/>
                  <a:pt x="57" y="388"/>
                </a:cubicBezTo>
                <a:cubicBezTo>
                  <a:pt x="148" y="459"/>
                  <a:pt x="148" y="459"/>
                  <a:pt x="148" y="459"/>
                </a:cubicBezTo>
                <a:lnTo>
                  <a:pt x="148" y="155"/>
                </a:lnTo>
                <a:close/>
                <a:moveTo>
                  <a:pt x="459" y="304"/>
                </a:moveTo>
                <a:lnTo>
                  <a:pt x="459" y="304"/>
                </a:lnTo>
                <a:cubicBezTo>
                  <a:pt x="530" y="304"/>
                  <a:pt x="587" y="353"/>
                  <a:pt x="587" y="424"/>
                </a:cubicBezTo>
                <a:cubicBezTo>
                  <a:pt x="587" y="495"/>
                  <a:pt x="530" y="544"/>
                  <a:pt x="459" y="544"/>
                </a:cubicBezTo>
                <a:cubicBezTo>
                  <a:pt x="396" y="544"/>
                  <a:pt x="339" y="495"/>
                  <a:pt x="339" y="424"/>
                </a:cubicBezTo>
                <a:cubicBezTo>
                  <a:pt x="339" y="353"/>
                  <a:pt x="396" y="304"/>
                  <a:pt x="459" y="304"/>
                </a:cubicBezTo>
                <a:close/>
                <a:moveTo>
                  <a:pt x="403" y="445"/>
                </a:moveTo>
                <a:lnTo>
                  <a:pt x="403" y="445"/>
                </a:lnTo>
                <a:cubicBezTo>
                  <a:pt x="396" y="445"/>
                  <a:pt x="396" y="452"/>
                  <a:pt x="396" y="459"/>
                </a:cubicBezTo>
                <a:cubicBezTo>
                  <a:pt x="396" y="480"/>
                  <a:pt x="410" y="487"/>
                  <a:pt x="424" y="487"/>
                </a:cubicBezTo>
                <a:cubicBezTo>
                  <a:pt x="431" y="487"/>
                  <a:pt x="438" y="487"/>
                  <a:pt x="445" y="480"/>
                </a:cubicBezTo>
                <a:cubicBezTo>
                  <a:pt x="459" y="466"/>
                  <a:pt x="459" y="466"/>
                  <a:pt x="459" y="466"/>
                </a:cubicBezTo>
                <a:cubicBezTo>
                  <a:pt x="481" y="480"/>
                  <a:pt x="481" y="480"/>
                  <a:pt x="481" y="480"/>
                </a:cubicBezTo>
                <a:cubicBezTo>
                  <a:pt x="488" y="487"/>
                  <a:pt x="495" y="487"/>
                  <a:pt x="502" y="487"/>
                </a:cubicBezTo>
                <a:cubicBezTo>
                  <a:pt x="516" y="487"/>
                  <a:pt x="530" y="480"/>
                  <a:pt x="530" y="459"/>
                </a:cubicBezTo>
                <a:cubicBezTo>
                  <a:pt x="530" y="452"/>
                  <a:pt x="523" y="445"/>
                  <a:pt x="516" y="445"/>
                </a:cubicBezTo>
                <a:cubicBezTo>
                  <a:pt x="502" y="424"/>
                  <a:pt x="502" y="424"/>
                  <a:pt x="502" y="424"/>
                </a:cubicBezTo>
                <a:cubicBezTo>
                  <a:pt x="516" y="402"/>
                  <a:pt x="516" y="402"/>
                  <a:pt x="516" y="402"/>
                </a:cubicBezTo>
                <a:cubicBezTo>
                  <a:pt x="523" y="402"/>
                  <a:pt x="530" y="395"/>
                  <a:pt x="530" y="388"/>
                </a:cubicBezTo>
                <a:cubicBezTo>
                  <a:pt x="530" y="367"/>
                  <a:pt x="516" y="360"/>
                  <a:pt x="502" y="360"/>
                </a:cubicBezTo>
                <a:cubicBezTo>
                  <a:pt x="495" y="360"/>
                  <a:pt x="488" y="360"/>
                  <a:pt x="481" y="367"/>
                </a:cubicBezTo>
                <a:cubicBezTo>
                  <a:pt x="459" y="381"/>
                  <a:pt x="459" y="381"/>
                  <a:pt x="459" y="381"/>
                </a:cubicBezTo>
                <a:cubicBezTo>
                  <a:pt x="445" y="367"/>
                  <a:pt x="445" y="367"/>
                  <a:pt x="445" y="367"/>
                </a:cubicBezTo>
                <a:cubicBezTo>
                  <a:pt x="438" y="360"/>
                  <a:pt x="431" y="360"/>
                  <a:pt x="424" y="360"/>
                </a:cubicBezTo>
                <a:cubicBezTo>
                  <a:pt x="410" y="360"/>
                  <a:pt x="396" y="367"/>
                  <a:pt x="396" y="388"/>
                </a:cubicBezTo>
                <a:cubicBezTo>
                  <a:pt x="396" y="395"/>
                  <a:pt x="396" y="402"/>
                  <a:pt x="403" y="402"/>
                </a:cubicBezTo>
                <a:cubicBezTo>
                  <a:pt x="424" y="424"/>
                  <a:pt x="424" y="424"/>
                  <a:pt x="424" y="424"/>
                </a:cubicBezTo>
                <a:lnTo>
                  <a:pt x="403" y="44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1" name="Freeform 99"/>
          <p:cNvSpPr/>
          <p:nvPr/>
        </p:nvSpPr>
        <p:spPr>
          <a:xfrm>
            <a:off x="5811840" y="1266840"/>
            <a:ext cx="209520" cy="196920"/>
          </a:xfrm>
          <a:custGeom>
            <a:avLst/>
            <a:gdLst/>
            <a:ahLst/>
            <a:rect l="l" t="t" r="r" b="b"/>
            <a:pathLst>
              <a:path w="581" h="545">
                <a:moveTo>
                  <a:pt x="509" y="155"/>
                </a:moveTo>
                <a:lnTo>
                  <a:pt x="509" y="155"/>
                </a:lnTo>
                <a:cubicBezTo>
                  <a:pt x="410" y="84"/>
                  <a:pt x="410" y="84"/>
                  <a:pt x="410" y="84"/>
                </a:cubicBezTo>
                <a:cubicBezTo>
                  <a:pt x="410" y="282"/>
                  <a:pt x="410" y="282"/>
                  <a:pt x="410" y="282"/>
                </a:cubicBezTo>
                <a:cubicBezTo>
                  <a:pt x="389" y="289"/>
                  <a:pt x="375" y="297"/>
                  <a:pt x="353" y="318"/>
                </a:cubicBezTo>
                <a:cubicBezTo>
                  <a:pt x="353" y="77"/>
                  <a:pt x="353" y="77"/>
                  <a:pt x="353" y="77"/>
                </a:cubicBezTo>
                <a:cubicBezTo>
                  <a:pt x="205" y="155"/>
                  <a:pt x="205" y="155"/>
                  <a:pt x="205" y="155"/>
                </a:cubicBezTo>
                <a:cubicBezTo>
                  <a:pt x="205" y="473"/>
                  <a:pt x="205" y="473"/>
                  <a:pt x="205" y="473"/>
                </a:cubicBezTo>
                <a:cubicBezTo>
                  <a:pt x="311" y="417"/>
                  <a:pt x="311" y="417"/>
                  <a:pt x="311" y="417"/>
                </a:cubicBezTo>
                <a:lnTo>
                  <a:pt x="311" y="424"/>
                </a:lnTo>
                <a:cubicBezTo>
                  <a:pt x="311" y="438"/>
                  <a:pt x="311" y="459"/>
                  <a:pt x="318" y="473"/>
                </a:cubicBezTo>
                <a:cubicBezTo>
                  <a:pt x="191" y="544"/>
                  <a:pt x="191" y="544"/>
                  <a:pt x="191" y="544"/>
                </a:cubicBezTo>
                <a:cubicBezTo>
                  <a:pt x="184" y="544"/>
                  <a:pt x="184" y="544"/>
                  <a:pt x="177" y="544"/>
                </a:cubicBezTo>
                <a:cubicBezTo>
                  <a:pt x="170" y="544"/>
                  <a:pt x="163" y="544"/>
                  <a:pt x="163" y="544"/>
                </a:cubicBezTo>
                <a:cubicBezTo>
                  <a:pt x="7" y="431"/>
                  <a:pt x="7" y="431"/>
                  <a:pt x="7" y="431"/>
                </a:cubicBezTo>
                <a:cubicBezTo>
                  <a:pt x="0" y="424"/>
                  <a:pt x="0" y="417"/>
                  <a:pt x="0" y="402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7" y="0"/>
                  <a:pt x="28" y="0"/>
                </a:cubicBezTo>
                <a:cubicBezTo>
                  <a:pt x="35" y="0"/>
                  <a:pt x="35" y="0"/>
                  <a:pt x="42" y="7"/>
                </a:cubicBezTo>
                <a:cubicBezTo>
                  <a:pt x="177" y="106"/>
                  <a:pt x="177" y="106"/>
                  <a:pt x="177" y="106"/>
                </a:cubicBezTo>
                <a:cubicBezTo>
                  <a:pt x="375" y="0"/>
                  <a:pt x="375" y="0"/>
                  <a:pt x="375" y="0"/>
                </a:cubicBezTo>
                <a:lnTo>
                  <a:pt x="382" y="0"/>
                </a:lnTo>
                <a:cubicBezTo>
                  <a:pt x="389" y="0"/>
                  <a:pt x="396" y="0"/>
                  <a:pt x="403" y="7"/>
                </a:cubicBezTo>
                <a:cubicBezTo>
                  <a:pt x="551" y="120"/>
                  <a:pt x="551" y="120"/>
                  <a:pt x="551" y="120"/>
                </a:cubicBezTo>
                <a:cubicBezTo>
                  <a:pt x="558" y="127"/>
                  <a:pt x="565" y="134"/>
                  <a:pt x="565" y="141"/>
                </a:cubicBezTo>
                <a:cubicBezTo>
                  <a:pt x="565" y="318"/>
                  <a:pt x="565" y="318"/>
                  <a:pt x="565" y="318"/>
                </a:cubicBezTo>
                <a:cubicBezTo>
                  <a:pt x="544" y="297"/>
                  <a:pt x="530" y="289"/>
                  <a:pt x="509" y="282"/>
                </a:cubicBezTo>
                <a:lnTo>
                  <a:pt x="509" y="155"/>
                </a:lnTo>
                <a:close/>
                <a:moveTo>
                  <a:pt x="148" y="155"/>
                </a:moveTo>
                <a:lnTo>
                  <a:pt x="148" y="155"/>
                </a:lnTo>
                <a:cubicBezTo>
                  <a:pt x="57" y="84"/>
                  <a:pt x="57" y="84"/>
                  <a:pt x="57" y="84"/>
                </a:cubicBezTo>
                <a:cubicBezTo>
                  <a:pt x="57" y="388"/>
                  <a:pt x="57" y="388"/>
                  <a:pt x="57" y="388"/>
                </a:cubicBezTo>
                <a:cubicBezTo>
                  <a:pt x="148" y="459"/>
                  <a:pt x="148" y="459"/>
                  <a:pt x="148" y="459"/>
                </a:cubicBezTo>
                <a:lnTo>
                  <a:pt x="148" y="155"/>
                </a:lnTo>
                <a:close/>
                <a:moveTo>
                  <a:pt x="459" y="304"/>
                </a:moveTo>
                <a:lnTo>
                  <a:pt x="459" y="304"/>
                </a:lnTo>
                <a:cubicBezTo>
                  <a:pt x="530" y="304"/>
                  <a:pt x="580" y="353"/>
                  <a:pt x="580" y="424"/>
                </a:cubicBezTo>
                <a:cubicBezTo>
                  <a:pt x="580" y="495"/>
                  <a:pt x="530" y="544"/>
                  <a:pt x="459" y="544"/>
                </a:cubicBezTo>
                <a:cubicBezTo>
                  <a:pt x="389" y="544"/>
                  <a:pt x="339" y="495"/>
                  <a:pt x="339" y="424"/>
                </a:cubicBezTo>
                <a:cubicBezTo>
                  <a:pt x="339" y="353"/>
                  <a:pt x="389" y="304"/>
                  <a:pt x="459" y="304"/>
                </a:cubicBezTo>
                <a:close/>
                <a:moveTo>
                  <a:pt x="382" y="452"/>
                </a:moveTo>
                <a:lnTo>
                  <a:pt x="382" y="452"/>
                </a:lnTo>
                <a:cubicBezTo>
                  <a:pt x="424" y="487"/>
                  <a:pt x="424" y="487"/>
                  <a:pt x="424" y="487"/>
                </a:cubicBezTo>
                <a:cubicBezTo>
                  <a:pt x="424" y="495"/>
                  <a:pt x="431" y="502"/>
                  <a:pt x="438" y="502"/>
                </a:cubicBezTo>
                <a:cubicBezTo>
                  <a:pt x="445" y="502"/>
                  <a:pt x="452" y="495"/>
                  <a:pt x="459" y="487"/>
                </a:cubicBezTo>
                <a:cubicBezTo>
                  <a:pt x="537" y="417"/>
                  <a:pt x="537" y="417"/>
                  <a:pt x="537" y="417"/>
                </a:cubicBezTo>
                <a:cubicBezTo>
                  <a:pt x="544" y="410"/>
                  <a:pt x="544" y="402"/>
                  <a:pt x="544" y="395"/>
                </a:cubicBezTo>
                <a:cubicBezTo>
                  <a:pt x="544" y="381"/>
                  <a:pt x="530" y="367"/>
                  <a:pt x="516" y="367"/>
                </a:cubicBezTo>
                <a:cubicBezTo>
                  <a:pt x="509" y="367"/>
                  <a:pt x="502" y="367"/>
                  <a:pt x="495" y="374"/>
                </a:cubicBezTo>
                <a:cubicBezTo>
                  <a:pt x="438" y="431"/>
                  <a:pt x="438" y="431"/>
                  <a:pt x="438" y="431"/>
                </a:cubicBezTo>
                <a:cubicBezTo>
                  <a:pt x="424" y="417"/>
                  <a:pt x="424" y="417"/>
                  <a:pt x="424" y="417"/>
                </a:cubicBezTo>
                <a:cubicBezTo>
                  <a:pt x="417" y="410"/>
                  <a:pt x="410" y="402"/>
                  <a:pt x="403" y="402"/>
                </a:cubicBezTo>
                <a:cubicBezTo>
                  <a:pt x="389" y="402"/>
                  <a:pt x="375" y="417"/>
                  <a:pt x="375" y="431"/>
                </a:cubicBezTo>
                <a:cubicBezTo>
                  <a:pt x="375" y="438"/>
                  <a:pt x="375" y="445"/>
                  <a:pt x="382" y="45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2" name="Freeform 100"/>
          <p:cNvSpPr/>
          <p:nvPr/>
        </p:nvSpPr>
        <p:spPr>
          <a:xfrm>
            <a:off x="5430960" y="1266840"/>
            <a:ext cx="210960" cy="196920"/>
          </a:xfrm>
          <a:custGeom>
            <a:avLst/>
            <a:gdLst/>
            <a:ahLst/>
            <a:rect l="l" t="t" r="r" b="b"/>
            <a:pathLst>
              <a:path w="587" h="545">
                <a:moveTo>
                  <a:pt x="509" y="155"/>
                </a:moveTo>
                <a:lnTo>
                  <a:pt x="509" y="155"/>
                </a:lnTo>
                <a:cubicBezTo>
                  <a:pt x="417" y="84"/>
                  <a:pt x="417" y="84"/>
                  <a:pt x="417" y="84"/>
                </a:cubicBezTo>
                <a:cubicBezTo>
                  <a:pt x="417" y="282"/>
                  <a:pt x="417" y="282"/>
                  <a:pt x="417" y="282"/>
                </a:cubicBezTo>
                <a:cubicBezTo>
                  <a:pt x="396" y="289"/>
                  <a:pt x="375" y="297"/>
                  <a:pt x="360" y="318"/>
                </a:cubicBezTo>
                <a:cubicBezTo>
                  <a:pt x="360" y="77"/>
                  <a:pt x="360" y="77"/>
                  <a:pt x="360" y="77"/>
                </a:cubicBezTo>
                <a:cubicBezTo>
                  <a:pt x="212" y="155"/>
                  <a:pt x="212" y="155"/>
                  <a:pt x="212" y="155"/>
                </a:cubicBezTo>
                <a:cubicBezTo>
                  <a:pt x="212" y="473"/>
                  <a:pt x="212" y="473"/>
                  <a:pt x="212" y="473"/>
                </a:cubicBezTo>
                <a:cubicBezTo>
                  <a:pt x="311" y="417"/>
                  <a:pt x="311" y="417"/>
                  <a:pt x="311" y="417"/>
                </a:cubicBezTo>
                <a:lnTo>
                  <a:pt x="311" y="424"/>
                </a:lnTo>
                <a:cubicBezTo>
                  <a:pt x="311" y="438"/>
                  <a:pt x="318" y="459"/>
                  <a:pt x="325" y="473"/>
                </a:cubicBezTo>
                <a:cubicBezTo>
                  <a:pt x="198" y="544"/>
                  <a:pt x="198" y="544"/>
                  <a:pt x="198" y="544"/>
                </a:cubicBezTo>
                <a:cubicBezTo>
                  <a:pt x="191" y="544"/>
                  <a:pt x="184" y="544"/>
                  <a:pt x="184" y="544"/>
                </a:cubicBezTo>
                <a:cubicBezTo>
                  <a:pt x="177" y="544"/>
                  <a:pt x="169" y="544"/>
                  <a:pt x="162" y="544"/>
                </a:cubicBezTo>
                <a:cubicBezTo>
                  <a:pt x="14" y="431"/>
                  <a:pt x="14" y="431"/>
                  <a:pt x="14" y="431"/>
                </a:cubicBezTo>
                <a:cubicBezTo>
                  <a:pt x="7" y="424"/>
                  <a:pt x="0" y="417"/>
                  <a:pt x="0" y="402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14" y="0"/>
                  <a:pt x="28" y="0"/>
                </a:cubicBezTo>
                <a:cubicBezTo>
                  <a:pt x="35" y="0"/>
                  <a:pt x="42" y="0"/>
                  <a:pt x="49" y="7"/>
                </a:cubicBezTo>
                <a:cubicBezTo>
                  <a:pt x="184" y="106"/>
                  <a:pt x="184" y="106"/>
                  <a:pt x="184" y="106"/>
                </a:cubicBezTo>
                <a:cubicBezTo>
                  <a:pt x="375" y="0"/>
                  <a:pt x="375" y="0"/>
                  <a:pt x="375" y="0"/>
                </a:cubicBezTo>
                <a:cubicBezTo>
                  <a:pt x="382" y="0"/>
                  <a:pt x="382" y="0"/>
                  <a:pt x="389" y="0"/>
                </a:cubicBezTo>
                <a:cubicBezTo>
                  <a:pt x="396" y="0"/>
                  <a:pt x="403" y="0"/>
                  <a:pt x="403" y="7"/>
                </a:cubicBezTo>
                <a:cubicBezTo>
                  <a:pt x="551" y="120"/>
                  <a:pt x="551" y="120"/>
                  <a:pt x="551" y="120"/>
                </a:cubicBezTo>
                <a:cubicBezTo>
                  <a:pt x="558" y="120"/>
                  <a:pt x="558" y="120"/>
                  <a:pt x="558" y="120"/>
                </a:cubicBezTo>
                <a:cubicBezTo>
                  <a:pt x="565" y="127"/>
                  <a:pt x="565" y="134"/>
                  <a:pt x="565" y="141"/>
                </a:cubicBezTo>
                <a:cubicBezTo>
                  <a:pt x="565" y="318"/>
                  <a:pt x="565" y="318"/>
                  <a:pt x="565" y="318"/>
                </a:cubicBezTo>
                <a:cubicBezTo>
                  <a:pt x="551" y="297"/>
                  <a:pt x="530" y="289"/>
                  <a:pt x="509" y="282"/>
                </a:cubicBezTo>
                <a:lnTo>
                  <a:pt x="509" y="155"/>
                </a:lnTo>
                <a:close/>
                <a:moveTo>
                  <a:pt x="155" y="155"/>
                </a:moveTo>
                <a:lnTo>
                  <a:pt x="155" y="155"/>
                </a:lnTo>
                <a:cubicBezTo>
                  <a:pt x="56" y="84"/>
                  <a:pt x="56" y="84"/>
                  <a:pt x="56" y="84"/>
                </a:cubicBezTo>
                <a:cubicBezTo>
                  <a:pt x="56" y="388"/>
                  <a:pt x="56" y="388"/>
                  <a:pt x="56" y="388"/>
                </a:cubicBezTo>
                <a:cubicBezTo>
                  <a:pt x="155" y="459"/>
                  <a:pt x="155" y="459"/>
                  <a:pt x="155" y="459"/>
                </a:cubicBezTo>
                <a:lnTo>
                  <a:pt x="155" y="155"/>
                </a:lnTo>
                <a:close/>
                <a:moveTo>
                  <a:pt x="466" y="304"/>
                </a:moveTo>
                <a:lnTo>
                  <a:pt x="466" y="304"/>
                </a:lnTo>
                <a:cubicBezTo>
                  <a:pt x="530" y="304"/>
                  <a:pt x="586" y="353"/>
                  <a:pt x="586" y="424"/>
                </a:cubicBezTo>
                <a:cubicBezTo>
                  <a:pt x="586" y="495"/>
                  <a:pt x="530" y="544"/>
                  <a:pt x="466" y="544"/>
                </a:cubicBezTo>
                <a:cubicBezTo>
                  <a:pt x="396" y="544"/>
                  <a:pt x="339" y="495"/>
                  <a:pt x="339" y="424"/>
                </a:cubicBezTo>
                <a:cubicBezTo>
                  <a:pt x="339" y="353"/>
                  <a:pt x="396" y="304"/>
                  <a:pt x="466" y="304"/>
                </a:cubicBezTo>
                <a:close/>
                <a:moveTo>
                  <a:pt x="410" y="452"/>
                </a:moveTo>
                <a:lnTo>
                  <a:pt x="410" y="452"/>
                </a:lnTo>
                <a:cubicBezTo>
                  <a:pt x="523" y="452"/>
                  <a:pt x="523" y="452"/>
                  <a:pt x="523" y="452"/>
                </a:cubicBezTo>
                <a:cubicBezTo>
                  <a:pt x="537" y="452"/>
                  <a:pt x="551" y="438"/>
                  <a:pt x="551" y="424"/>
                </a:cubicBezTo>
                <a:cubicBezTo>
                  <a:pt x="551" y="410"/>
                  <a:pt x="537" y="395"/>
                  <a:pt x="523" y="395"/>
                </a:cubicBezTo>
                <a:cubicBezTo>
                  <a:pt x="410" y="395"/>
                  <a:pt x="410" y="395"/>
                  <a:pt x="410" y="395"/>
                </a:cubicBezTo>
                <a:cubicBezTo>
                  <a:pt x="389" y="395"/>
                  <a:pt x="382" y="410"/>
                  <a:pt x="382" y="424"/>
                </a:cubicBezTo>
                <a:cubicBezTo>
                  <a:pt x="382" y="438"/>
                  <a:pt x="389" y="452"/>
                  <a:pt x="410" y="45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3" name="Freeform 101"/>
          <p:cNvSpPr/>
          <p:nvPr/>
        </p:nvSpPr>
        <p:spPr>
          <a:xfrm>
            <a:off x="5051520" y="1266840"/>
            <a:ext cx="210960" cy="196920"/>
          </a:xfrm>
          <a:custGeom>
            <a:avLst/>
            <a:gdLst/>
            <a:ahLst/>
            <a:rect l="l" t="t" r="r" b="b"/>
            <a:pathLst>
              <a:path w="587" h="545">
                <a:moveTo>
                  <a:pt x="509" y="155"/>
                </a:moveTo>
                <a:lnTo>
                  <a:pt x="509" y="155"/>
                </a:lnTo>
                <a:cubicBezTo>
                  <a:pt x="417" y="84"/>
                  <a:pt x="417" y="84"/>
                  <a:pt x="417" y="84"/>
                </a:cubicBezTo>
                <a:cubicBezTo>
                  <a:pt x="417" y="282"/>
                  <a:pt x="417" y="282"/>
                  <a:pt x="417" y="282"/>
                </a:cubicBezTo>
                <a:cubicBezTo>
                  <a:pt x="396" y="289"/>
                  <a:pt x="374" y="297"/>
                  <a:pt x="360" y="318"/>
                </a:cubicBezTo>
                <a:cubicBezTo>
                  <a:pt x="360" y="77"/>
                  <a:pt x="360" y="77"/>
                  <a:pt x="360" y="77"/>
                </a:cubicBezTo>
                <a:cubicBezTo>
                  <a:pt x="205" y="155"/>
                  <a:pt x="205" y="155"/>
                  <a:pt x="205" y="155"/>
                </a:cubicBezTo>
                <a:cubicBezTo>
                  <a:pt x="205" y="473"/>
                  <a:pt x="205" y="473"/>
                  <a:pt x="205" y="473"/>
                </a:cubicBezTo>
                <a:cubicBezTo>
                  <a:pt x="311" y="417"/>
                  <a:pt x="311" y="417"/>
                  <a:pt x="311" y="417"/>
                </a:cubicBezTo>
                <a:lnTo>
                  <a:pt x="311" y="424"/>
                </a:lnTo>
                <a:cubicBezTo>
                  <a:pt x="311" y="438"/>
                  <a:pt x="311" y="459"/>
                  <a:pt x="318" y="473"/>
                </a:cubicBezTo>
                <a:cubicBezTo>
                  <a:pt x="191" y="544"/>
                  <a:pt x="191" y="544"/>
                  <a:pt x="191" y="544"/>
                </a:cubicBezTo>
                <a:cubicBezTo>
                  <a:pt x="191" y="544"/>
                  <a:pt x="184" y="544"/>
                  <a:pt x="176" y="544"/>
                </a:cubicBezTo>
                <a:cubicBezTo>
                  <a:pt x="169" y="544"/>
                  <a:pt x="169" y="544"/>
                  <a:pt x="162" y="544"/>
                </a:cubicBezTo>
                <a:cubicBezTo>
                  <a:pt x="14" y="431"/>
                  <a:pt x="14" y="431"/>
                  <a:pt x="14" y="431"/>
                </a:cubicBezTo>
                <a:cubicBezTo>
                  <a:pt x="7" y="424"/>
                  <a:pt x="0" y="417"/>
                  <a:pt x="0" y="402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14" y="0"/>
                  <a:pt x="28" y="0"/>
                </a:cubicBezTo>
                <a:cubicBezTo>
                  <a:pt x="35" y="0"/>
                  <a:pt x="42" y="0"/>
                  <a:pt x="42" y="7"/>
                </a:cubicBezTo>
                <a:cubicBezTo>
                  <a:pt x="184" y="106"/>
                  <a:pt x="184" y="106"/>
                  <a:pt x="184" y="106"/>
                </a:cubicBezTo>
                <a:cubicBezTo>
                  <a:pt x="374" y="0"/>
                  <a:pt x="374" y="0"/>
                  <a:pt x="374" y="0"/>
                </a:cubicBezTo>
                <a:cubicBezTo>
                  <a:pt x="374" y="0"/>
                  <a:pt x="382" y="0"/>
                  <a:pt x="389" y="0"/>
                </a:cubicBezTo>
                <a:cubicBezTo>
                  <a:pt x="396" y="0"/>
                  <a:pt x="396" y="0"/>
                  <a:pt x="403" y="7"/>
                </a:cubicBezTo>
                <a:cubicBezTo>
                  <a:pt x="551" y="120"/>
                  <a:pt x="551" y="120"/>
                  <a:pt x="551" y="120"/>
                </a:cubicBezTo>
                <a:cubicBezTo>
                  <a:pt x="558" y="127"/>
                  <a:pt x="565" y="134"/>
                  <a:pt x="565" y="141"/>
                </a:cubicBezTo>
                <a:cubicBezTo>
                  <a:pt x="565" y="318"/>
                  <a:pt x="565" y="318"/>
                  <a:pt x="565" y="318"/>
                </a:cubicBezTo>
                <a:cubicBezTo>
                  <a:pt x="551" y="297"/>
                  <a:pt x="530" y="289"/>
                  <a:pt x="509" y="282"/>
                </a:cubicBezTo>
                <a:lnTo>
                  <a:pt x="509" y="155"/>
                </a:lnTo>
                <a:close/>
                <a:moveTo>
                  <a:pt x="148" y="155"/>
                </a:moveTo>
                <a:lnTo>
                  <a:pt x="148" y="155"/>
                </a:lnTo>
                <a:cubicBezTo>
                  <a:pt x="56" y="84"/>
                  <a:pt x="56" y="84"/>
                  <a:pt x="56" y="84"/>
                </a:cubicBezTo>
                <a:cubicBezTo>
                  <a:pt x="56" y="388"/>
                  <a:pt x="56" y="388"/>
                  <a:pt x="56" y="388"/>
                </a:cubicBezTo>
                <a:cubicBezTo>
                  <a:pt x="148" y="459"/>
                  <a:pt x="148" y="459"/>
                  <a:pt x="148" y="459"/>
                </a:cubicBezTo>
                <a:lnTo>
                  <a:pt x="148" y="155"/>
                </a:lnTo>
                <a:close/>
                <a:moveTo>
                  <a:pt x="459" y="304"/>
                </a:moveTo>
                <a:lnTo>
                  <a:pt x="459" y="304"/>
                </a:lnTo>
                <a:cubicBezTo>
                  <a:pt x="530" y="304"/>
                  <a:pt x="586" y="353"/>
                  <a:pt x="586" y="424"/>
                </a:cubicBezTo>
                <a:cubicBezTo>
                  <a:pt x="586" y="495"/>
                  <a:pt x="530" y="544"/>
                  <a:pt x="459" y="544"/>
                </a:cubicBezTo>
                <a:cubicBezTo>
                  <a:pt x="396" y="544"/>
                  <a:pt x="339" y="495"/>
                  <a:pt x="339" y="424"/>
                </a:cubicBezTo>
                <a:cubicBezTo>
                  <a:pt x="339" y="353"/>
                  <a:pt x="396" y="304"/>
                  <a:pt x="459" y="304"/>
                </a:cubicBezTo>
                <a:close/>
                <a:moveTo>
                  <a:pt x="403" y="452"/>
                </a:moveTo>
                <a:lnTo>
                  <a:pt x="403" y="452"/>
                </a:lnTo>
                <a:cubicBezTo>
                  <a:pt x="431" y="452"/>
                  <a:pt x="431" y="452"/>
                  <a:pt x="431" y="452"/>
                </a:cubicBezTo>
                <a:cubicBezTo>
                  <a:pt x="431" y="480"/>
                  <a:pt x="431" y="480"/>
                  <a:pt x="431" y="480"/>
                </a:cubicBezTo>
                <a:cubicBezTo>
                  <a:pt x="431" y="495"/>
                  <a:pt x="445" y="509"/>
                  <a:pt x="459" y="509"/>
                </a:cubicBezTo>
                <a:cubicBezTo>
                  <a:pt x="480" y="509"/>
                  <a:pt x="487" y="495"/>
                  <a:pt x="487" y="480"/>
                </a:cubicBezTo>
                <a:cubicBezTo>
                  <a:pt x="487" y="452"/>
                  <a:pt x="487" y="452"/>
                  <a:pt x="487" y="452"/>
                </a:cubicBezTo>
                <a:cubicBezTo>
                  <a:pt x="516" y="452"/>
                  <a:pt x="516" y="452"/>
                  <a:pt x="516" y="452"/>
                </a:cubicBezTo>
                <a:cubicBezTo>
                  <a:pt x="537" y="452"/>
                  <a:pt x="544" y="438"/>
                  <a:pt x="544" y="424"/>
                </a:cubicBezTo>
                <a:cubicBezTo>
                  <a:pt x="544" y="410"/>
                  <a:pt x="537" y="395"/>
                  <a:pt x="516" y="395"/>
                </a:cubicBezTo>
                <a:cubicBezTo>
                  <a:pt x="487" y="395"/>
                  <a:pt x="487" y="395"/>
                  <a:pt x="487" y="395"/>
                </a:cubicBezTo>
                <a:cubicBezTo>
                  <a:pt x="487" y="367"/>
                  <a:pt x="487" y="367"/>
                  <a:pt x="487" y="367"/>
                </a:cubicBezTo>
                <a:cubicBezTo>
                  <a:pt x="487" y="353"/>
                  <a:pt x="480" y="339"/>
                  <a:pt x="459" y="339"/>
                </a:cubicBezTo>
                <a:cubicBezTo>
                  <a:pt x="445" y="339"/>
                  <a:pt x="431" y="353"/>
                  <a:pt x="431" y="367"/>
                </a:cubicBezTo>
                <a:cubicBezTo>
                  <a:pt x="431" y="395"/>
                  <a:pt x="431" y="395"/>
                  <a:pt x="431" y="395"/>
                </a:cubicBezTo>
                <a:cubicBezTo>
                  <a:pt x="403" y="395"/>
                  <a:pt x="403" y="395"/>
                  <a:pt x="403" y="395"/>
                </a:cubicBezTo>
                <a:cubicBezTo>
                  <a:pt x="389" y="395"/>
                  <a:pt x="374" y="410"/>
                  <a:pt x="374" y="424"/>
                </a:cubicBezTo>
                <a:cubicBezTo>
                  <a:pt x="374" y="438"/>
                  <a:pt x="389" y="452"/>
                  <a:pt x="403" y="45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4" name="Freeform 102"/>
          <p:cNvSpPr/>
          <p:nvPr/>
        </p:nvSpPr>
        <p:spPr>
          <a:xfrm>
            <a:off x="4672080" y="1266840"/>
            <a:ext cx="203040" cy="196920"/>
          </a:xfrm>
          <a:custGeom>
            <a:avLst/>
            <a:gdLst/>
            <a:ahLst/>
            <a:rect l="l" t="t" r="r" b="b"/>
            <a:pathLst>
              <a:path w="566" h="545">
                <a:moveTo>
                  <a:pt x="565" y="516"/>
                </a:moveTo>
                <a:lnTo>
                  <a:pt x="565" y="516"/>
                </a:lnTo>
                <a:cubicBezTo>
                  <a:pt x="565" y="537"/>
                  <a:pt x="551" y="544"/>
                  <a:pt x="537" y="544"/>
                </a:cubicBezTo>
                <a:cubicBezTo>
                  <a:pt x="530" y="544"/>
                  <a:pt x="523" y="544"/>
                  <a:pt x="516" y="544"/>
                </a:cubicBezTo>
                <a:cubicBezTo>
                  <a:pt x="381" y="438"/>
                  <a:pt x="381" y="438"/>
                  <a:pt x="381" y="438"/>
                </a:cubicBezTo>
                <a:cubicBezTo>
                  <a:pt x="191" y="544"/>
                  <a:pt x="191" y="544"/>
                  <a:pt x="191" y="544"/>
                </a:cubicBezTo>
                <a:cubicBezTo>
                  <a:pt x="183" y="544"/>
                  <a:pt x="183" y="544"/>
                  <a:pt x="176" y="544"/>
                </a:cubicBezTo>
                <a:cubicBezTo>
                  <a:pt x="169" y="544"/>
                  <a:pt x="162" y="544"/>
                  <a:pt x="162" y="544"/>
                </a:cubicBezTo>
                <a:cubicBezTo>
                  <a:pt x="7" y="431"/>
                  <a:pt x="7" y="431"/>
                  <a:pt x="7" y="431"/>
                </a:cubicBezTo>
                <a:cubicBezTo>
                  <a:pt x="0" y="424"/>
                  <a:pt x="0" y="417"/>
                  <a:pt x="0" y="402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7" y="0"/>
                  <a:pt x="28" y="0"/>
                </a:cubicBezTo>
                <a:cubicBezTo>
                  <a:pt x="35" y="0"/>
                  <a:pt x="35" y="0"/>
                  <a:pt x="42" y="7"/>
                </a:cubicBezTo>
                <a:cubicBezTo>
                  <a:pt x="176" y="106"/>
                  <a:pt x="176" y="106"/>
                  <a:pt x="176" y="106"/>
                </a:cubicBezTo>
                <a:cubicBezTo>
                  <a:pt x="374" y="0"/>
                  <a:pt x="374" y="0"/>
                  <a:pt x="374" y="0"/>
                </a:cubicBezTo>
                <a:lnTo>
                  <a:pt x="381" y="0"/>
                </a:lnTo>
                <a:cubicBezTo>
                  <a:pt x="389" y="0"/>
                  <a:pt x="396" y="0"/>
                  <a:pt x="403" y="7"/>
                </a:cubicBezTo>
                <a:cubicBezTo>
                  <a:pt x="551" y="120"/>
                  <a:pt x="551" y="120"/>
                  <a:pt x="551" y="120"/>
                </a:cubicBezTo>
                <a:cubicBezTo>
                  <a:pt x="558" y="127"/>
                  <a:pt x="565" y="134"/>
                  <a:pt x="565" y="141"/>
                </a:cubicBezTo>
                <a:lnTo>
                  <a:pt x="565" y="516"/>
                </a:lnTo>
                <a:close/>
                <a:moveTo>
                  <a:pt x="148" y="459"/>
                </a:moveTo>
                <a:lnTo>
                  <a:pt x="148" y="459"/>
                </a:lnTo>
                <a:cubicBezTo>
                  <a:pt x="148" y="155"/>
                  <a:pt x="148" y="155"/>
                  <a:pt x="148" y="155"/>
                </a:cubicBezTo>
                <a:cubicBezTo>
                  <a:pt x="56" y="84"/>
                  <a:pt x="56" y="84"/>
                  <a:pt x="56" y="84"/>
                </a:cubicBezTo>
                <a:cubicBezTo>
                  <a:pt x="56" y="388"/>
                  <a:pt x="56" y="388"/>
                  <a:pt x="56" y="388"/>
                </a:cubicBezTo>
                <a:lnTo>
                  <a:pt x="148" y="459"/>
                </a:lnTo>
                <a:close/>
                <a:moveTo>
                  <a:pt x="353" y="77"/>
                </a:moveTo>
                <a:lnTo>
                  <a:pt x="353" y="77"/>
                </a:lnTo>
                <a:cubicBezTo>
                  <a:pt x="205" y="155"/>
                  <a:pt x="205" y="155"/>
                  <a:pt x="205" y="155"/>
                </a:cubicBezTo>
                <a:cubicBezTo>
                  <a:pt x="205" y="473"/>
                  <a:pt x="205" y="473"/>
                  <a:pt x="205" y="473"/>
                </a:cubicBezTo>
                <a:cubicBezTo>
                  <a:pt x="353" y="388"/>
                  <a:pt x="353" y="388"/>
                  <a:pt x="353" y="388"/>
                </a:cubicBezTo>
                <a:lnTo>
                  <a:pt x="353" y="77"/>
                </a:lnTo>
                <a:close/>
                <a:moveTo>
                  <a:pt x="509" y="155"/>
                </a:moveTo>
                <a:lnTo>
                  <a:pt x="509" y="155"/>
                </a:lnTo>
                <a:cubicBezTo>
                  <a:pt x="410" y="84"/>
                  <a:pt x="410" y="84"/>
                  <a:pt x="410" y="84"/>
                </a:cubicBezTo>
                <a:cubicBezTo>
                  <a:pt x="410" y="388"/>
                  <a:pt x="410" y="388"/>
                  <a:pt x="410" y="388"/>
                </a:cubicBezTo>
                <a:cubicBezTo>
                  <a:pt x="509" y="459"/>
                  <a:pt x="509" y="459"/>
                  <a:pt x="509" y="459"/>
                </a:cubicBezTo>
                <a:lnTo>
                  <a:pt x="509" y="15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5" name="Freeform 103"/>
          <p:cNvSpPr/>
          <p:nvPr/>
        </p:nvSpPr>
        <p:spPr>
          <a:xfrm>
            <a:off x="4286160" y="1255680"/>
            <a:ext cx="216000" cy="217440"/>
          </a:xfrm>
          <a:custGeom>
            <a:avLst/>
            <a:gdLst/>
            <a:ahLst/>
            <a:rect l="l" t="t" r="r" b="b"/>
            <a:pathLst>
              <a:path w="601" h="602">
                <a:moveTo>
                  <a:pt x="572" y="333"/>
                </a:moveTo>
                <a:lnTo>
                  <a:pt x="572" y="333"/>
                </a:lnTo>
                <a:cubicBezTo>
                  <a:pt x="494" y="333"/>
                  <a:pt x="494" y="333"/>
                  <a:pt x="494" y="333"/>
                </a:cubicBezTo>
                <a:cubicBezTo>
                  <a:pt x="480" y="333"/>
                  <a:pt x="466" y="318"/>
                  <a:pt x="466" y="304"/>
                </a:cubicBezTo>
                <a:cubicBezTo>
                  <a:pt x="466" y="283"/>
                  <a:pt x="480" y="276"/>
                  <a:pt x="494" y="276"/>
                </a:cubicBezTo>
                <a:cubicBezTo>
                  <a:pt x="572" y="276"/>
                  <a:pt x="572" y="276"/>
                  <a:pt x="572" y="276"/>
                </a:cubicBezTo>
                <a:cubicBezTo>
                  <a:pt x="586" y="276"/>
                  <a:pt x="600" y="283"/>
                  <a:pt x="600" y="304"/>
                </a:cubicBezTo>
                <a:cubicBezTo>
                  <a:pt x="600" y="318"/>
                  <a:pt x="586" y="333"/>
                  <a:pt x="572" y="333"/>
                </a:cubicBezTo>
                <a:close/>
                <a:moveTo>
                  <a:pt x="522" y="113"/>
                </a:moveTo>
                <a:lnTo>
                  <a:pt x="522" y="113"/>
                </a:lnTo>
                <a:cubicBezTo>
                  <a:pt x="473" y="163"/>
                  <a:pt x="473" y="163"/>
                  <a:pt x="473" y="163"/>
                </a:cubicBezTo>
                <a:cubicBezTo>
                  <a:pt x="459" y="177"/>
                  <a:pt x="459" y="177"/>
                  <a:pt x="459" y="177"/>
                </a:cubicBezTo>
                <a:cubicBezTo>
                  <a:pt x="452" y="184"/>
                  <a:pt x="445" y="191"/>
                  <a:pt x="438" y="191"/>
                </a:cubicBezTo>
                <a:cubicBezTo>
                  <a:pt x="424" y="191"/>
                  <a:pt x="409" y="177"/>
                  <a:pt x="409" y="163"/>
                </a:cubicBezTo>
                <a:cubicBezTo>
                  <a:pt x="409" y="156"/>
                  <a:pt x="417" y="149"/>
                  <a:pt x="424" y="142"/>
                </a:cubicBezTo>
                <a:cubicBezTo>
                  <a:pt x="438" y="128"/>
                  <a:pt x="438" y="128"/>
                  <a:pt x="438" y="128"/>
                </a:cubicBezTo>
                <a:cubicBezTo>
                  <a:pt x="487" y="78"/>
                  <a:pt x="487" y="78"/>
                  <a:pt x="487" y="78"/>
                </a:cubicBezTo>
                <a:cubicBezTo>
                  <a:pt x="494" y="71"/>
                  <a:pt x="501" y="64"/>
                  <a:pt x="508" y="64"/>
                </a:cubicBezTo>
                <a:cubicBezTo>
                  <a:pt x="522" y="64"/>
                  <a:pt x="537" y="78"/>
                  <a:pt x="537" y="92"/>
                </a:cubicBezTo>
                <a:cubicBezTo>
                  <a:pt x="537" y="99"/>
                  <a:pt x="530" y="106"/>
                  <a:pt x="522" y="113"/>
                </a:cubicBezTo>
                <a:close/>
                <a:moveTo>
                  <a:pt x="296" y="417"/>
                </a:moveTo>
                <a:lnTo>
                  <a:pt x="296" y="417"/>
                </a:lnTo>
                <a:cubicBezTo>
                  <a:pt x="254" y="417"/>
                  <a:pt x="219" y="389"/>
                  <a:pt x="197" y="361"/>
                </a:cubicBezTo>
                <a:cubicBezTo>
                  <a:pt x="190" y="333"/>
                  <a:pt x="190" y="333"/>
                  <a:pt x="190" y="333"/>
                </a:cubicBezTo>
                <a:cubicBezTo>
                  <a:pt x="190" y="318"/>
                  <a:pt x="183" y="311"/>
                  <a:pt x="183" y="304"/>
                </a:cubicBezTo>
                <a:cubicBezTo>
                  <a:pt x="183" y="241"/>
                  <a:pt x="233" y="191"/>
                  <a:pt x="296" y="191"/>
                </a:cubicBezTo>
                <a:cubicBezTo>
                  <a:pt x="360" y="191"/>
                  <a:pt x="409" y="241"/>
                  <a:pt x="409" y="304"/>
                </a:cubicBezTo>
                <a:cubicBezTo>
                  <a:pt x="409" y="368"/>
                  <a:pt x="360" y="417"/>
                  <a:pt x="296" y="417"/>
                </a:cubicBezTo>
                <a:close/>
                <a:moveTo>
                  <a:pt x="296" y="248"/>
                </a:moveTo>
                <a:lnTo>
                  <a:pt x="296" y="248"/>
                </a:lnTo>
                <a:cubicBezTo>
                  <a:pt x="268" y="248"/>
                  <a:pt x="240" y="269"/>
                  <a:pt x="240" y="304"/>
                </a:cubicBezTo>
                <a:cubicBezTo>
                  <a:pt x="240" y="333"/>
                  <a:pt x="268" y="361"/>
                  <a:pt x="296" y="361"/>
                </a:cubicBezTo>
                <a:cubicBezTo>
                  <a:pt x="332" y="361"/>
                  <a:pt x="353" y="333"/>
                  <a:pt x="353" y="304"/>
                </a:cubicBezTo>
                <a:cubicBezTo>
                  <a:pt x="353" y="269"/>
                  <a:pt x="332" y="248"/>
                  <a:pt x="296" y="248"/>
                </a:cubicBezTo>
                <a:close/>
                <a:moveTo>
                  <a:pt x="296" y="135"/>
                </a:moveTo>
                <a:lnTo>
                  <a:pt x="296" y="135"/>
                </a:lnTo>
                <a:cubicBezTo>
                  <a:pt x="282" y="135"/>
                  <a:pt x="268" y="120"/>
                  <a:pt x="268" y="106"/>
                </a:cubicBezTo>
                <a:cubicBezTo>
                  <a:pt x="268" y="29"/>
                  <a:pt x="268" y="29"/>
                  <a:pt x="268" y="29"/>
                </a:cubicBezTo>
                <a:cubicBezTo>
                  <a:pt x="268" y="15"/>
                  <a:pt x="282" y="0"/>
                  <a:pt x="296" y="0"/>
                </a:cubicBezTo>
                <a:cubicBezTo>
                  <a:pt x="318" y="0"/>
                  <a:pt x="325" y="15"/>
                  <a:pt x="325" y="29"/>
                </a:cubicBezTo>
                <a:cubicBezTo>
                  <a:pt x="325" y="106"/>
                  <a:pt x="325" y="106"/>
                  <a:pt x="325" y="106"/>
                </a:cubicBezTo>
                <a:cubicBezTo>
                  <a:pt x="325" y="120"/>
                  <a:pt x="318" y="135"/>
                  <a:pt x="296" y="135"/>
                </a:cubicBezTo>
                <a:close/>
                <a:moveTo>
                  <a:pt x="176" y="460"/>
                </a:moveTo>
                <a:lnTo>
                  <a:pt x="176" y="460"/>
                </a:lnTo>
                <a:cubicBezTo>
                  <a:pt x="162" y="481"/>
                  <a:pt x="162" y="481"/>
                  <a:pt x="162" y="481"/>
                </a:cubicBezTo>
                <a:cubicBezTo>
                  <a:pt x="113" y="531"/>
                  <a:pt x="113" y="531"/>
                  <a:pt x="113" y="531"/>
                </a:cubicBezTo>
                <a:cubicBezTo>
                  <a:pt x="106" y="538"/>
                  <a:pt x="98" y="538"/>
                  <a:pt x="91" y="538"/>
                </a:cubicBezTo>
                <a:cubicBezTo>
                  <a:pt x="77" y="538"/>
                  <a:pt x="63" y="524"/>
                  <a:pt x="63" y="509"/>
                </a:cubicBezTo>
                <a:cubicBezTo>
                  <a:pt x="63" y="502"/>
                  <a:pt x="63" y="495"/>
                  <a:pt x="70" y="488"/>
                </a:cubicBezTo>
                <a:cubicBezTo>
                  <a:pt x="120" y="439"/>
                  <a:pt x="120" y="439"/>
                  <a:pt x="120" y="439"/>
                </a:cubicBezTo>
                <a:cubicBezTo>
                  <a:pt x="141" y="424"/>
                  <a:pt x="141" y="424"/>
                  <a:pt x="141" y="424"/>
                </a:cubicBezTo>
                <a:cubicBezTo>
                  <a:pt x="141" y="417"/>
                  <a:pt x="148" y="417"/>
                  <a:pt x="155" y="417"/>
                </a:cubicBezTo>
                <a:cubicBezTo>
                  <a:pt x="176" y="417"/>
                  <a:pt x="183" y="424"/>
                  <a:pt x="183" y="446"/>
                </a:cubicBezTo>
                <a:cubicBezTo>
                  <a:pt x="183" y="453"/>
                  <a:pt x="183" y="460"/>
                  <a:pt x="176" y="460"/>
                </a:cubicBezTo>
                <a:close/>
                <a:moveTo>
                  <a:pt x="155" y="191"/>
                </a:moveTo>
                <a:lnTo>
                  <a:pt x="155" y="191"/>
                </a:lnTo>
                <a:cubicBezTo>
                  <a:pt x="148" y="191"/>
                  <a:pt x="141" y="184"/>
                  <a:pt x="141" y="177"/>
                </a:cubicBezTo>
                <a:cubicBezTo>
                  <a:pt x="120" y="163"/>
                  <a:pt x="120" y="163"/>
                  <a:pt x="120" y="163"/>
                </a:cubicBezTo>
                <a:cubicBezTo>
                  <a:pt x="70" y="113"/>
                  <a:pt x="70" y="113"/>
                  <a:pt x="70" y="113"/>
                </a:cubicBezTo>
                <a:cubicBezTo>
                  <a:pt x="63" y="106"/>
                  <a:pt x="63" y="99"/>
                  <a:pt x="63" y="92"/>
                </a:cubicBezTo>
                <a:cubicBezTo>
                  <a:pt x="63" y="78"/>
                  <a:pt x="77" y="64"/>
                  <a:pt x="91" y="64"/>
                </a:cubicBezTo>
                <a:cubicBezTo>
                  <a:pt x="98" y="64"/>
                  <a:pt x="106" y="71"/>
                  <a:pt x="113" y="78"/>
                </a:cubicBezTo>
                <a:cubicBezTo>
                  <a:pt x="162" y="128"/>
                  <a:pt x="162" y="128"/>
                  <a:pt x="162" y="128"/>
                </a:cubicBezTo>
                <a:cubicBezTo>
                  <a:pt x="176" y="142"/>
                  <a:pt x="176" y="142"/>
                  <a:pt x="176" y="142"/>
                </a:cubicBezTo>
                <a:cubicBezTo>
                  <a:pt x="183" y="149"/>
                  <a:pt x="183" y="156"/>
                  <a:pt x="183" y="163"/>
                </a:cubicBezTo>
                <a:cubicBezTo>
                  <a:pt x="183" y="177"/>
                  <a:pt x="176" y="191"/>
                  <a:pt x="155" y="191"/>
                </a:cubicBezTo>
                <a:close/>
                <a:moveTo>
                  <a:pt x="98" y="276"/>
                </a:moveTo>
                <a:lnTo>
                  <a:pt x="98" y="276"/>
                </a:lnTo>
                <a:cubicBezTo>
                  <a:pt x="120" y="276"/>
                  <a:pt x="127" y="283"/>
                  <a:pt x="127" y="304"/>
                </a:cubicBezTo>
                <a:cubicBezTo>
                  <a:pt x="127" y="318"/>
                  <a:pt x="120" y="333"/>
                  <a:pt x="98" y="333"/>
                </a:cubicBezTo>
                <a:cubicBezTo>
                  <a:pt x="28" y="333"/>
                  <a:pt x="28" y="333"/>
                  <a:pt x="28" y="333"/>
                </a:cubicBezTo>
                <a:cubicBezTo>
                  <a:pt x="7" y="333"/>
                  <a:pt x="0" y="318"/>
                  <a:pt x="0" y="304"/>
                </a:cubicBezTo>
                <a:cubicBezTo>
                  <a:pt x="0" y="283"/>
                  <a:pt x="7" y="276"/>
                  <a:pt x="28" y="276"/>
                </a:cubicBezTo>
                <a:cubicBezTo>
                  <a:pt x="98" y="276"/>
                  <a:pt x="98" y="276"/>
                  <a:pt x="98" y="276"/>
                </a:cubicBezTo>
                <a:close/>
                <a:moveTo>
                  <a:pt x="296" y="474"/>
                </a:moveTo>
                <a:lnTo>
                  <a:pt x="296" y="474"/>
                </a:lnTo>
                <a:cubicBezTo>
                  <a:pt x="318" y="474"/>
                  <a:pt x="325" y="481"/>
                  <a:pt x="325" y="502"/>
                </a:cubicBezTo>
                <a:cubicBezTo>
                  <a:pt x="325" y="573"/>
                  <a:pt x="325" y="573"/>
                  <a:pt x="325" y="573"/>
                </a:cubicBezTo>
                <a:cubicBezTo>
                  <a:pt x="325" y="594"/>
                  <a:pt x="318" y="601"/>
                  <a:pt x="296" y="601"/>
                </a:cubicBezTo>
                <a:cubicBezTo>
                  <a:pt x="282" y="601"/>
                  <a:pt x="268" y="594"/>
                  <a:pt x="268" y="573"/>
                </a:cubicBezTo>
                <a:cubicBezTo>
                  <a:pt x="268" y="502"/>
                  <a:pt x="268" y="502"/>
                  <a:pt x="268" y="502"/>
                </a:cubicBezTo>
                <a:cubicBezTo>
                  <a:pt x="268" y="481"/>
                  <a:pt x="282" y="474"/>
                  <a:pt x="296" y="474"/>
                </a:cubicBezTo>
                <a:close/>
                <a:moveTo>
                  <a:pt x="438" y="417"/>
                </a:moveTo>
                <a:lnTo>
                  <a:pt x="438" y="417"/>
                </a:lnTo>
                <a:cubicBezTo>
                  <a:pt x="445" y="417"/>
                  <a:pt x="452" y="417"/>
                  <a:pt x="459" y="424"/>
                </a:cubicBezTo>
                <a:cubicBezTo>
                  <a:pt x="473" y="439"/>
                  <a:pt x="473" y="439"/>
                  <a:pt x="473" y="439"/>
                </a:cubicBezTo>
                <a:cubicBezTo>
                  <a:pt x="522" y="488"/>
                  <a:pt x="522" y="488"/>
                  <a:pt x="522" y="488"/>
                </a:cubicBezTo>
                <a:cubicBezTo>
                  <a:pt x="530" y="495"/>
                  <a:pt x="537" y="502"/>
                  <a:pt x="537" y="509"/>
                </a:cubicBezTo>
                <a:cubicBezTo>
                  <a:pt x="537" y="524"/>
                  <a:pt x="522" y="538"/>
                  <a:pt x="508" y="538"/>
                </a:cubicBezTo>
                <a:cubicBezTo>
                  <a:pt x="501" y="538"/>
                  <a:pt x="494" y="538"/>
                  <a:pt x="487" y="531"/>
                </a:cubicBezTo>
                <a:cubicBezTo>
                  <a:pt x="438" y="481"/>
                  <a:pt x="438" y="481"/>
                  <a:pt x="438" y="481"/>
                </a:cubicBezTo>
                <a:cubicBezTo>
                  <a:pt x="424" y="460"/>
                  <a:pt x="424" y="460"/>
                  <a:pt x="424" y="460"/>
                </a:cubicBezTo>
                <a:cubicBezTo>
                  <a:pt x="417" y="460"/>
                  <a:pt x="409" y="453"/>
                  <a:pt x="409" y="446"/>
                </a:cubicBezTo>
                <a:cubicBezTo>
                  <a:pt x="409" y="424"/>
                  <a:pt x="424" y="417"/>
                  <a:pt x="438" y="41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6" name="Freeform 104"/>
          <p:cNvSpPr/>
          <p:nvPr/>
        </p:nvSpPr>
        <p:spPr>
          <a:xfrm>
            <a:off x="3924360" y="1276200"/>
            <a:ext cx="177840" cy="176400"/>
          </a:xfrm>
          <a:custGeom>
            <a:avLst/>
            <a:gdLst/>
            <a:ahLst/>
            <a:rect l="l" t="t" r="r" b="b"/>
            <a:pathLst>
              <a:path w="496" h="489">
                <a:moveTo>
                  <a:pt x="466" y="276"/>
                </a:moveTo>
                <a:lnTo>
                  <a:pt x="466" y="276"/>
                </a:lnTo>
                <a:cubicBezTo>
                  <a:pt x="445" y="276"/>
                  <a:pt x="445" y="276"/>
                  <a:pt x="445" y="276"/>
                </a:cubicBezTo>
                <a:cubicBezTo>
                  <a:pt x="431" y="276"/>
                  <a:pt x="417" y="261"/>
                  <a:pt x="417" y="247"/>
                </a:cubicBezTo>
                <a:cubicBezTo>
                  <a:pt x="417" y="226"/>
                  <a:pt x="431" y="219"/>
                  <a:pt x="445" y="219"/>
                </a:cubicBezTo>
                <a:cubicBezTo>
                  <a:pt x="466" y="219"/>
                  <a:pt x="466" y="219"/>
                  <a:pt x="466" y="219"/>
                </a:cubicBezTo>
                <a:cubicBezTo>
                  <a:pt x="480" y="219"/>
                  <a:pt x="495" y="226"/>
                  <a:pt x="495" y="247"/>
                </a:cubicBezTo>
                <a:cubicBezTo>
                  <a:pt x="495" y="261"/>
                  <a:pt x="480" y="276"/>
                  <a:pt x="466" y="276"/>
                </a:cubicBezTo>
                <a:close/>
                <a:moveTo>
                  <a:pt x="424" y="106"/>
                </a:moveTo>
                <a:lnTo>
                  <a:pt x="424" y="106"/>
                </a:lnTo>
                <a:cubicBezTo>
                  <a:pt x="410" y="120"/>
                  <a:pt x="410" y="120"/>
                  <a:pt x="410" y="120"/>
                </a:cubicBezTo>
                <a:cubicBezTo>
                  <a:pt x="403" y="127"/>
                  <a:pt x="396" y="134"/>
                  <a:pt x="389" y="134"/>
                </a:cubicBezTo>
                <a:cubicBezTo>
                  <a:pt x="375" y="134"/>
                  <a:pt x="360" y="120"/>
                  <a:pt x="360" y="106"/>
                </a:cubicBezTo>
                <a:cubicBezTo>
                  <a:pt x="360" y="99"/>
                  <a:pt x="360" y="92"/>
                  <a:pt x="367" y="85"/>
                </a:cubicBezTo>
                <a:cubicBezTo>
                  <a:pt x="389" y="63"/>
                  <a:pt x="389" y="63"/>
                  <a:pt x="389" y="63"/>
                </a:cubicBezTo>
                <a:cubicBezTo>
                  <a:pt x="396" y="56"/>
                  <a:pt x="403" y="56"/>
                  <a:pt x="410" y="56"/>
                </a:cubicBezTo>
                <a:cubicBezTo>
                  <a:pt x="424" y="56"/>
                  <a:pt x="438" y="71"/>
                  <a:pt x="438" y="85"/>
                </a:cubicBezTo>
                <a:cubicBezTo>
                  <a:pt x="438" y="92"/>
                  <a:pt x="431" y="99"/>
                  <a:pt x="424" y="106"/>
                </a:cubicBezTo>
                <a:close/>
                <a:moveTo>
                  <a:pt x="247" y="360"/>
                </a:moveTo>
                <a:lnTo>
                  <a:pt x="247" y="360"/>
                </a:lnTo>
                <a:cubicBezTo>
                  <a:pt x="205" y="360"/>
                  <a:pt x="169" y="332"/>
                  <a:pt x="148" y="304"/>
                </a:cubicBezTo>
                <a:cubicBezTo>
                  <a:pt x="141" y="276"/>
                  <a:pt x="141" y="276"/>
                  <a:pt x="141" y="276"/>
                </a:cubicBezTo>
                <a:cubicBezTo>
                  <a:pt x="134" y="261"/>
                  <a:pt x="134" y="254"/>
                  <a:pt x="134" y="247"/>
                </a:cubicBezTo>
                <a:cubicBezTo>
                  <a:pt x="134" y="184"/>
                  <a:pt x="184" y="134"/>
                  <a:pt x="247" y="134"/>
                </a:cubicBezTo>
                <a:cubicBezTo>
                  <a:pt x="311" y="134"/>
                  <a:pt x="360" y="184"/>
                  <a:pt x="360" y="247"/>
                </a:cubicBezTo>
                <a:cubicBezTo>
                  <a:pt x="360" y="311"/>
                  <a:pt x="311" y="360"/>
                  <a:pt x="247" y="360"/>
                </a:cubicBezTo>
                <a:close/>
                <a:moveTo>
                  <a:pt x="247" y="191"/>
                </a:moveTo>
                <a:lnTo>
                  <a:pt x="247" y="191"/>
                </a:lnTo>
                <a:cubicBezTo>
                  <a:pt x="219" y="191"/>
                  <a:pt x="191" y="212"/>
                  <a:pt x="191" y="247"/>
                </a:cubicBezTo>
                <a:cubicBezTo>
                  <a:pt x="191" y="276"/>
                  <a:pt x="219" y="304"/>
                  <a:pt x="247" y="304"/>
                </a:cubicBezTo>
                <a:cubicBezTo>
                  <a:pt x="276" y="304"/>
                  <a:pt x="304" y="276"/>
                  <a:pt x="304" y="247"/>
                </a:cubicBezTo>
                <a:cubicBezTo>
                  <a:pt x="304" y="212"/>
                  <a:pt x="276" y="191"/>
                  <a:pt x="247" y="191"/>
                </a:cubicBezTo>
                <a:close/>
                <a:moveTo>
                  <a:pt x="247" y="78"/>
                </a:moveTo>
                <a:lnTo>
                  <a:pt x="247" y="78"/>
                </a:lnTo>
                <a:cubicBezTo>
                  <a:pt x="233" y="78"/>
                  <a:pt x="219" y="63"/>
                  <a:pt x="219" y="49"/>
                </a:cubicBezTo>
                <a:cubicBezTo>
                  <a:pt x="219" y="28"/>
                  <a:pt x="219" y="28"/>
                  <a:pt x="219" y="28"/>
                </a:cubicBezTo>
                <a:cubicBezTo>
                  <a:pt x="219" y="14"/>
                  <a:pt x="233" y="0"/>
                  <a:pt x="247" y="0"/>
                </a:cubicBezTo>
                <a:cubicBezTo>
                  <a:pt x="261" y="0"/>
                  <a:pt x="276" y="14"/>
                  <a:pt x="276" y="28"/>
                </a:cubicBezTo>
                <a:cubicBezTo>
                  <a:pt x="276" y="49"/>
                  <a:pt x="276" y="49"/>
                  <a:pt x="276" y="49"/>
                </a:cubicBezTo>
                <a:cubicBezTo>
                  <a:pt x="276" y="63"/>
                  <a:pt x="261" y="78"/>
                  <a:pt x="247" y="78"/>
                </a:cubicBezTo>
                <a:close/>
                <a:moveTo>
                  <a:pt x="106" y="134"/>
                </a:moveTo>
                <a:lnTo>
                  <a:pt x="106" y="134"/>
                </a:lnTo>
                <a:cubicBezTo>
                  <a:pt x="99" y="134"/>
                  <a:pt x="92" y="127"/>
                  <a:pt x="85" y="120"/>
                </a:cubicBezTo>
                <a:cubicBezTo>
                  <a:pt x="71" y="106"/>
                  <a:pt x="71" y="106"/>
                  <a:pt x="71" y="106"/>
                </a:cubicBezTo>
                <a:cubicBezTo>
                  <a:pt x="64" y="99"/>
                  <a:pt x="56" y="92"/>
                  <a:pt x="56" y="85"/>
                </a:cubicBezTo>
                <a:cubicBezTo>
                  <a:pt x="56" y="71"/>
                  <a:pt x="71" y="56"/>
                  <a:pt x="85" y="56"/>
                </a:cubicBezTo>
                <a:cubicBezTo>
                  <a:pt x="92" y="56"/>
                  <a:pt x="99" y="56"/>
                  <a:pt x="106" y="63"/>
                </a:cubicBezTo>
                <a:cubicBezTo>
                  <a:pt x="127" y="85"/>
                  <a:pt x="127" y="85"/>
                  <a:pt x="127" y="85"/>
                </a:cubicBezTo>
                <a:cubicBezTo>
                  <a:pt x="134" y="92"/>
                  <a:pt x="134" y="99"/>
                  <a:pt x="134" y="106"/>
                </a:cubicBezTo>
                <a:cubicBezTo>
                  <a:pt x="134" y="120"/>
                  <a:pt x="120" y="134"/>
                  <a:pt x="106" y="134"/>
                </a:cubicBezTo>
                <a:close/>
                <a:moveTo>
                  <a:pt x="78" y="247"/>
                </a:moveTo>
                <a:lnTo>
                  <a:pt x="78" y="247"/>
                </a:lnTo>
                <a:cubicBezTo>
                  <a:pt x="78" y="261"/>
                  <a:pt x="64" y="276"/>
                  <a:pt x="49" y="276"/>
                </a:cubicBezTo>
                <a:cubicBezTo>
                  <a:pt x="28" y="276"/>
                  <a:pt x="28" y="276"/>
                  <a:pt x="28" y="276"/>
                </a:cubicBezTo>
                <a:cubicBezTo>
                  <a:pt x="14" y="276"/>
                  <a:pt x="0" y="261"/>
                  <a:pt x="0" y="247"/>
                </a:cubicBezTo>
                <a:cubicBezTo>
                  <a:pt x="0" y="226"/>
                  <a:pt x="14" y="219"/>
                  <a:pt x="28" y="219"/>
                </a:cubicBezTo>
                <a:cubicBezTo>
                  <a:pt x="49" y="219"/>
                  <a:pt x="49" y="219"/>
                  <a:pt x="49" y="219"/>
                </a:cubicBezTo>
                <a:cubicBezTo>
                  <a:pt x="64" y="219"/>
                  <a:pt x="78" y="226"/>
                  <a:pt x="78" y="247"/>
                </a:cubicBezTo>
                <a:close/>
                <a:moveTo>
                  <a:pt x="85" y="367"/>
                </a:moveTo>
                <a:lnTo>
                  <a:pt x="85" y="367"/>
                </a:lnTo>
                <a:cubicBezTo>
                  <a:pt x="92" y="360"/>
                  <a:pt x="99" y="360"/>
                  <a:pt x="106" y="360"/>
                </a:cubicBezTo>
                <a:cubicBezTo>
                  <a:pt x="120" y="360"/>
                  <a:pt x="134" y="367"/>
                  <a:pt x="134" y="389"/>
                </a:cubicBezTo>
                <a:cubicBezTo>
                  <a:pt x="134" y="396"/>
                  <a:pt x="134" y="403"/>
                  <a:pt x="127" y="403"/>
                </a:cubicBezTo>
                <a:cubicBezTo>
                  <a:pt x="106" y="424"/>
                  <a:pt x="106" y="424"/>
                  <a:pt x="106" y="424"/>
                </a:cubicBezTo>
                <a:cubicBezTo>
                  <a:pt x="99" y="431"/>
                  <a:pt x="92" y="431"/>
                  <a:pt x="85" y="431"/>
                </a:cubicBezTo>
                <a:cubicBezTo>
                  <a:pt x="71" y="431"/>
                  <a:pt x="56" y="424"/>
                  <a:pt x="56" y="403"/>
                </a:cubicBezTo>
                <a:cubicBezTo>
                  <a:pt x="56" y="396"/>
                  <a:pt x="64" y="389"/>
                  <a:pt x="71" y="389"/>
                </a:cubicBezTo>
                <a:lnTo>
                  <a:pt x="85" y="367"/>
                </a:lnTo>
                <a:close/>
                <a:moveTo>
                  <a:pt x="247" y="417"/>
                </a:moveTo>
                <a:lnTo>
                  <a:pt x="247" y="417"/>
                </a:lnTo>
                <a:cubicBezTo>
                  <a:pt x="261" y="417"/>
                  <a:pt x="276" y="424"/>
                  <a:pt x="276" y="445"/>
                </a:cubicBezTo>
                <a:cubicBezTo>
                  <a:pt x="276" y="459"/>
                  <a:pt x="276" y="459"/>
                  <a:pt x="276" y="459"/>
                </a:cubicBezTo>
                <a:cubicBezTo>
                  <a:pt x="276" y="481"/>
                  <a:pt x="261" y="488"/>
                  <a:pt x="247" y="488"/>
                </a:cubicBezTo>
                <a:cubicBezTo>
                  <a:pt x="233" y="488"/>
                  <a:pt x="219" y="481"/>
                  <a:pt x="219" y="459"/>
                </a:cubicBezTo>
                <a:cubicBezTo>
                  <a:pt x="219" y="445"/>
                  <a:pt x="219" y="445"/>
                  <a:pt x="219" y="445"/>
                </a:cubicBezTo>
                <a:cubicBezTo>
                  <a:pt x="219" y="424"/>
                  <a:pt x="233" y="417"/>
                  <a:pt x="247" y="417"/>
                </a:cubicBezTo>
                <a:close/>
                <a:moveTo>
                  <a:pt x="389" y="360"/>
                </a:moveTo>
                <a:lnTo>
                  <a:pt x="389" y="360"/>
                </a:lnTo>
                <a:cubicBezTo>
                  <a:pt x="396" y="360"/>
                  <a:pt x="403" y="360"/>
                  <a:pt x="410" y="367"/>
                </a:cubicBezTo>
                <a:cubicBezTo>
                  <a:pt x="424" y="389"/>
                  <a:pt x="424" y="389"/>
                  <a:pt x="424" y="389"/>
                </a:cubicBezTo>
                <a:cubicBezTo>
                  <a:pt x="431" y="389"/>
                  <a:pt x="438" y="396"/>
                  <a:pt x="438" y="403"/>
                </a:cubicBezTo>
                <a:cubicBezTo>
                  <a:pt x="438" y="424"/>
                  <a:pt x="424" y="431"/>
                  <a:pt x="410" y="431"/>
                </a:cubicBezTo>
                <a:cubicBezTo>
                  <a:pt x="403" y="431"/>
                  <a:pt x="396" y="431"/>
                  <a:pt x="389" y="424"/>
                </a:cubicBezTo>
                <a:cubicBezTo>
                  <a:pt x="367" y="403"/>
                  <a:pt x="367" y="403"/>
                  <a:pt x="367" y="403"/>
                </a:cubicBezTo>
                <a:cubicBezTo>
                  <a:pt x="360" y="403"/>
                  <a:pt x="360" y="396"/>
                  <a:pt x="360" y="389"/>
                </a:cubicBezTo>
                <a:cubicBezTo>
                  <a:pt x="360" y="367"/>
                  <a:pt x="375" y="360"/>
                  <a:pt x="389" y="36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7" name="Freeform 105"/>
          <p:cNvSpPr/>
          <p:nvPr/>
        </p:nvSpPr>
        <p:spPr>
          <a:xfrm>
            <a:off x="3525840" y="1255680"/>
            <a:ext cx="217440" cy="217440"/>
          </a:xfrm>
          <a:custGeom>
            <a:avLst/>
            <a:gdLst/>
            <a:ahLst/>
            <a:rect l="l" t="t" r="r" b="b"/>
            <a:pathLst>
              <a:path w="602" h="602">
                <a:moveTo>
                  <a:pt x="573" y="488"/>
                </a:moveTo>
                <a:lnTo>
                  <a:pt x="573" y="488"/>
                </a:lnTo>
                <a:cubicBezTo>
                  <a:pt x="481" y="488"/>
                  <a:pt x="481" y="488"/>
                  <a:pt x="481" y="488"/>
                </a:cubicBezTo>
                <a:cubicBezTo>
                  <a:pt x="481" y="347"/>
                  <a:pt x="481" y="347"/>
                  <a:pt x="481" y="347"/>
                </a:cubicBezTo>
                <a:cubicBezTo>
                  <a:pt x="544" y="347"/>
                  <a:pt x="544" y="347"/>
                  <a:pt x="544" y="347"/>
                </a:cubicBezTo>
                <a:cubicBezTo>
                  <a:pt x="544" y="57"/>
                  <a:pt x="544" y="57"/>
                  <a:pt x="544" y="57"/>
                </a:cubicBezTo>
                <a:cubicBezTo>
                  <a:pt x="205" y="57"/>
                  <a:pt x="205" y="57"/>
                  <a:pt x="205" y="57"/>
                </a:cubicBezTo>
                <a:cubicBezTo>
                  <a:pt x="205" y="85"/>
                  <a:pt x="205" y="85"/>
                  <a:pt x="205" y="85"/>
                </a:cubicBezTo>
                <a:cubicBezTo>
                  <a:pt x="149" y="85"/>
                  <a:pt x="149" y="85"/>
                  <a:pt x="149" y="85"/>
                </a:cubicBezTo>
                <a:cubicBezTo>
                  <a:pt x="149" y="29"/>
                  <a:pt x="149" y="29"/>
                  <a:pt x="149" y="29"/>
                </a:cubicBezTo>
                <a:cubicBezTo>
                  <a:pt x="149" y="15"/>
                  <a:pt x="163" y="0"/>
                  <a:pt x="177" y="0"/>
                </a:cubicBezTo>
                <a:cubicBezTo>
                  <a:pt x="573" y="0"/>
                  <a:pt x="573" y="0"/>
                  <a:pt x="573" y="0"/>
                </a:cubicBezTo>
                <a:cubicBezTo>
                  <a:pt x="594" y="0"/>
                  <a:pt x="601" y="15"/>
                  <a:pt x="601" y="29"/>
                </a:cubicBezTo>
                <a:cubicBezTo>
                  <a:pt x="601" y="460"/>
                  <a:pt x="601" y="460"/>
                  <a:pt x="601" y="460"/>
                </a:cubicBezTo>
                <a:cubicBezTo>
                  <a:pt x="601" y="481"/>
                  <a:pt x="594" y="488"/>
                  <a:pt x="573" y="488"/>
                </a:cubicBezTo>
                <a:close/>
                <a:moveTo>
                  <a:pt x="453" y="142"/>
                </a:moveTo>
                <a:lnTo>
                  <a:pt x="453" y="142"/>
                </a:lnTo>
                <a:cubicBezTo>
                  <a:pt x="453" y="573"/>
                  <a:pt x="453" y="573"/>
                  <a:pt x="453" y="573"/>
                </a:cubicBezTo>
                <a:cubicBezTo>
                  <a:pt x="453" y="594"/>
                  <a:pt x="439" y="601"/>
                  <a:pt x="424" y="601"/>
                </a:cubicBezTo>
                <a:cubicBezTo>
                  <a:pt x="29" y="601"/>
                  <a:pt x="29" y="601"/>
                  <a:pt x="29" y="601"/>
                </a:cubicBezTo>
                <a:cubicBezTo>
                  <a:pt x="15" y="601"/>
                  <a:pt x="0" y="594"/>
                  <a:pt x="0" y="573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28"/>
                  <a:pt x="15" y="113"/>
                  <a:pt x="29" y="113"/>
                </a:cubicBezTo>
                <a:cubicBezTo>
                  <a:pt x="424" y="113"/>
                  <a:pt x="424" y="113"/>
                  <a:pt x="424" y="113"/>
                </a:cubicBezTo>
                <a:cubicBezTo>
                  <a:pt x="439" y="113"/>
                  <a:pt x="453" y="128"/>
                  <a:pt x="453" y="142"/>
                </a:cubicBezTo>
                <a:close/>
                <a:moveTo>
                  <a:pt x="396" y="170"/>
                </a:moveTo>
                <a:lnTo>
                  <a:pt x="396" y="170"/>
                </a:lnTo>
                <a:cubicBezTo>
                  <a:pt x="57" y="170"/>
                  <a:pt x="57" y="170"/>
                  <a:pt x="57" y="170"/>
                </a:cubicBezTo>
                <a:cubicBezTo>
                  <a:pt x="57" y="460"/>
                  <a:pt x="57" y="460"/>
                  <a:pt x="57" y="460"/>
                </a:cubicBezTo>
                <a:cubicBezTo>
                  <a:pt x="396" y="460"/>
                  <a:pt x="396" y="460"/>
                  <a:pt x="396" y="460"/>
                </a:cubicBezTo>
                <a:lnTo>
                  <a:pt x="396" y="17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8" name="Freeform 106"/>
          <p:cNvSpPr/>
          <p:nvPr/>
        </p:nvSpPr>
        <p:spPr>
          <a:xfrm>
            <a:off x="3171960" y="1276200"/>
            <a:ext cx="163440" cy="176400"/>
          </a:xfrm>
          <a:custGeom>
            <a:avLst/>
            <a:gdLst/>
            <a:ahLst/>
            <a:rect l="l" t="t" r="r" b="b"/>
            <a:pathLst>
              <a:path w="453" h="489">
                <a:moveTo>
                  <a:pt x="424" y="488"/>
                </a:moveTo>
                <a:lnTo>
                  <a:pt x="424" y="488"/>
                </a:lnTo>
                <a:cubicBezTo>
                  <a:pt x="28" y="488"/>
                  <a:pt x="28" y="488"/>
                  <a:pt x="28" y="488"/>
                </a:cubicBezTo>
                <a:cubicBezTo>
                  <a:pt x="14" y="488"/>
                  <a:pt x="0" y="481"/>
                  <a:pt x="0" y="459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14" y="0"/>
                  <a:pt x="28" y="0"/>
                </a:cubicBezTo>
                <a:cubicBezTo>
                  <a:pt x="424" y="0"/>
                  <a:pt x="424" y="0"/>
                  <a:pt x="424" y="0"/>
                </a:cubicBezTo>
                <a:cubicBezTo>
                  <a:pt x="445" y="0"/>
                  <a:pt x="452" y="14"/>
                  <a:pt x="452" y="28"/>
                </a:cubicBezTo>
                <a:cubicBezTo>
                  <a:pt x="452" y="459"/>
                  <a:pt x="452" y="459"/>
                  <a:pt x="452" y="459"/>
                </a:cubicBezTo>
                <a:cubicBezTo>
                  <a:pt x="452" y="481"/>
                  <a:pt x="445" y="488"/>
                  <a:pt x="424" y="488"/>
                </a:cubicBezTo>
                <a:close/>
                <a:moveTo>
                  <a:pt x="396" y="56"/>
                </a:moveTo>
                <a:lnTo>
                  <a:pt x="396" y="56"/>
                </a:lnTo>
                <a:cubicBezTo>
                  <a:pt x="56" y="56"/>
                  <a:pt x="56" y="56"/>
                  <a:pt x="56" y="56"/>
                </a:cubicBezTo>
                <a:cubicBezTo>
                  <a:pt x="56" y="346"/>
                  <a:pt x="56" y="346"/>
                  <a:pt x="56" y="346"/>
                </a:cubicBezTo>
                <a:cubicBezTo>
                  <a:pt x="396" y="346"/>
                  <a:pt x="396" y="346"/>
                  <a:pt x="396" y="346"/>
                </a:cubicBezTo>
                <a:lnTo>
                  <a:pt x="396" y="5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9" name="Freeform 107"/>
          <p:cNvSpPr/>
          <p:nvPr/>
        </p:nvSpPr>
        <p:spPr>
          <a:xfrm>
            <a:off x="2771640" y="1263600"/>
            <a:ext cx="204840" cy="203400"/>
          </a:xfrm>
          <a:custGeom>
            <a:avLst/>
            <a:gdLst/>
            <a:ahLst/>
            <a:rect l="l" t="t" r="r" b="b"/>
            <a:pathLst>
              <a:path w="567" h="566">
                <a:moveTo>
                  <a:pt x="566" y="452"/>
                </a:moveTo>
                <a:lnTo>
                  <a:pt x="566" y="452"/>
                </a:lnTo>
                <a:cubicBezTo>
                  <a:pt x="566" y="459"/>
                  <a:pt x="559" y="473"/>
                  <a:pt x="544" y="473"/>
                </a:cubicBezTo>
                <a:cubicBezTo>
                  <a:pt x="544" y="509"/>
                  <a:pt x="544" y="509"/>
                  <a:pt x="544" y="509"/>
                </a:cubicBezTo>
                <a:cubicBezTo>
                  <a:pt x="559" y="509"/>
                  <a:pt x="566" y="523"/>
                  <a:pt x="566" y="537"/>
                </a:cubicBezTo>
                <a:cubicBezTo>
                  <a:pt x="566" y="551"/>
                  <a:pt x="552" y="565"/>
                  <a:pt x="537" y="565"/>
                </a:cubicBezTo>
                <a:cubicBezTo>
                  <a:pt x="523" y="565"/>
                  <a:pt x="516" y="558"/>
                  <a:pt x="509" y="544"/>
                </a:cubicBezTo>
                <a:cubicBezTo>
                  <a:pt x="481" y="544"/>
                  <a:pt x="481" y="544"/>
                  <a:pt x="481" y="544"/>
                </a:cubicBezTo>
                <a:cubicBezTo>
                  <a:pt x="474" y="558"/>
                  <a:pt x="467" y="565"/>
                  <a:pt x="453" y="565"/>
                </a:cubicBezTo>
                <a:cubicBezTo>
                  <a:pt x="438" y="565"/>
                  <a:pt x="431" y="558"/>
                  <a:pt x="424" y="544"/>
                </a:cubicBezTo>
                <a:cubicBezTo>
                  <a:pt x="396" y="544"/>
                  <a:pt x="396" y="544"/>
                  <a:pt x="396" y="544"/>
                </a:cubicBezTo>
                <a:cubicBezTo>
                  <a:pt x="389" y="558"/>
                  <a:pt x="382" y="565"/>
                  <a:pt x="368" y="565"/>
                </a:cubicBezTo>
                <a:cubicBezTo>
                  <a:pt x="354" y="565"/>
                  <a:pt x="347" y="558"/>
                  <a:pt x="340" y="544"/>
                </a:cubicBezTo>
                <a:cubicBezTo>
                  <a:pt x="311" y="544"/>
                  <a:pt x="311" y="544"/>
                  <a:pt x="311" y="544"/>
                </a:cubicBezTo>
                <a:cubicBezTo>
                  <a:pt x="304" y="558"/>
                  <a:pt x="297" y="565"/>
                  <a:pt x="283" y="565"/>
                </a:cubicBezTo>
                <a:cubicBezTo>
                  <a:pt x="269" y="565"/>
                  <a:pt x="262" y="558"/>
                  <a:pt x="255" y="544"/>
                </a:cubicBezTo>
                <a:cubicBezTo>
                  <a:pt x="226" y="544"/>
                  <a:pt x="226" y="544"/>
                  <a:pt x="226" y="544"/>
                </a:cubicBezTo>
                <a:cubicBezTo>
                  <a:pt x="219" y="558"/>
                  <a:pt x="212" y="565"/>
                  <a:pt x="198" y="565"/>
                </a:cubicBezTo>
                <a:cubicBezTo>
                  <a:pt x="184" y="565"/>
                  <a:pt x="177" y="558"/>
                  <a:pt x="170" y="544"/>
                </a:cubicBezTo>
                <a:cubicBezTo>
                  <a:pt x="142" y="544"/>
                  <a:pt x="142" y="544"/>
                  <a:pt x="142" y="544"/>
                </a:cubicBezTo>
                <a:cubicBezTo>
                  <a:pt x="135" y="558"/>
                  <a:pt x="128" y="565"/>
                  <a:pt x="113" y="565"/>
                </a:cubicBezTo>
                <a:cubicBezTo>
                  <a:pt x="99" y="565"/>
                  <a:pt x="92" y="558"/>
                  <a:pt x="85" y="544"/>
                </a:cubicBezTo>
                <a:cubicBezTo>
                  <a:pt x="57" y="544"/>
                  <a:pt x="57" y="544"/>
                  <a:pt x="57" y="544"/>
                </a:cubicBezTo>
                <a:cubicBezTo>
                  <a:pt x="50" y="558"/>
                  <a:pt x="43" y="565"/>
                  <a:pt x="29" y="565"/>
                </a:cubicBezTo>
                <a:cubicBezTo>
                  <a:pt x="15" y="565"/>
                  <a:pt x="0" y="551"/>
                  <a:pt x="0" y="537"/>
                </a:cubicBezTo>
                <a:cubicBezTo>
                  <a:pt x="0" y="523"/>
                  <a:pt x="7" y="509"/>
                  <a:pt x="22" y="509"/>
                </a:cubicBezTo>
                <a:cubicBezTo>
                  <a:pt x="22" y="473"/>
                  <a:pt x="22" y="473"/>
                  <a:pt x="22" y="473"/>
                </a:cubicBezTo>
                <a:cubicBezTo>
                  <a:pt x="7" y="473"/>
                  <a:pt x="0" y="459"/>
                  <a:pt x="0" y="452"/>
                </a:cubicBezTo>
                <a:cubicBezTo>
                  <a:pt x="0" y="438"/>
                  <a:pt x="7" y="424"/>
                  <a:pt x="22" y="424"/>
                </a:cubicBezTo>
                <a:cubicBezTo>
                  <a:pt x="22" y="388"/>
                  <a:pt x="22" y="388"/>
                  <a:pt x="22" y="388"/>
                </a:cubicBezTo>
                <a:cubicBezTo>
                  <a:pt x="7" y="388"/>
                  <a:pt x="0" y="374"/>
                  <a:pt x="0" y="367"/>
                </a:cubicBezTo>
                <a:cubicBezTo>
                  <a:pt x="0" y="353"/>
                  <a:pt x="7" y="339"/>
                  <a:pt x="22" y="339"/>
                </a:cubicBezTo>
                <a:cubicBezTo>
                  <a:pt x="22" y="304"/>
                  <a:pt x="22" y="304"/>
                  <a:pt x="22" y="304"/>
                </a:cubicBezTo>
                <a:cubicBezTo>
                  <a:pt x="7" y="304"/>
                  <a:pt x="0" y="289"/>
                  <a:pt x="0" y="282"/>
                </a:cubicBezTo>
                <a:cubicBezTo>
                  <a:pt x="0" y="268"/>
                  <a:pt x="7" y="254"/>
                  <a:pt x="22" y="254"/>
                </a:cubicBezTo>
                <a:cubicBezTo>
                  <a:pt x="22" y="219"/>
                  <a:pt x="22" y="219"/>
                  <a:pt x="22" y="219"/>
                </a:cubicBezTo>
                <a:cubicBezTo>
                  <a:pt x="7" y="219"/>
                  <a:pt x="0" y="205"/>
                  <a:pt x="0" y="198"/>
                </a:cubicBezTo>
                <a:cubicBezTo>
                  <a:pt x="0" y="183"/>
                  <a:pt x="7" y="169"/>
                  <a:pt x="22" y="169"/>
                </a:cubicBezTo>
                <a:cubicBezTo>
                  <a:pt x="22" y="134"/>
                  <a:pt x="22" y="134"/>
                  <a:pt x="22" y="134"/>
                </a:cubicBezTo>
                <a:cubicBezTo>
                  <a:pt x="7" y="134"/>
                  <a:pt x="0" y="120"/>
                  <a:pt x="0" y="113"/>
                </a:cubicBezTo>
                <a:cubicBezTo>
                  <a:pt x="0" y="98"/>
                  <a:pt x="7" y="84"/>
                  <a:pt x="22" y="84"/>
                </a:cubicBezTo>
                <a:cubicBezTo>
                  <a:pt x="22" y="49"/>
                  <a:pt x="22" y="49"/>
                  <a:pt x="22" y="49"/>
                </a:cubicBezTo>
                <a:cubicBezTo>
                  <a:pt x="7" y="49"/>
                  <a:pt x="0" y="35"/>
                  <a:pt x="0" y="28"/>
                </a:cubicBezTo>
                <a:cubicBezTo>
                  <a:pt x="0" y="7"/>
                  <a:pt x="15" y="0"/>
                  <a:pt x="29" y="0"/>
                </a:cubicBezTo>
                <a:cubicBezTo>
                  <a:pt x="43" y="0"/>
                  <a:pt x="50" y="7"/>
                  <a:pt x="57" y="14"/>
                </a:cubicBezTo>
                <a:cubicBezTo>
                  <a:pt x="85" y="14"/>
                  <a:pt x="85" y="14"/>
                  <a:pt x="85" y="14"/>
                </a:cubicBezTo>
                <a:cubicBezTo>
                  <a:pt x="92" y="7"/>
                  <a:pt x="99" y="0"/>
                  <a:pt x="113" y="0"/>
                </a:cubicBezTo>
                <a:cubicBezTo>
                  <a:pt x="128" y="0"/>
                  <a:pt x="135" y="7"/>
                  <a:pt x="142" y="14"/>
                </a:cubicBezTo>
                <a:cubicBezTo>
                  <a:pt x="170" y="14"/>
                  <a:pt x="170" y="14"/>
                  <a:pt x="170" y="14"/>
                </a:cubicBezTo>
                <a:cubicBezTo>
                  <a:pt x="177" y="7"/>
                  <a:pt x="184" y="0"/>
                  <a:pt x="198" y="0"/>
                </a:cubicBezTo>
                <a:cubicBezTo>
                  <a:pt x="212" y="0"/>
                  <a:pt x="219" y="7"/>
                  <a:pt x="226" y="14"/>
                </a:cubicBezTo>
                <a:cubicBezTo>
                  <a:pt x="255" y="14"/>
                  <a:pt x="255" y="14"/>
                  <a:pt x="255" y="14"/>
                </a:cubicBezTo>
                <a:cubicBezTo>
                  <a:pt x="262" y="7"/>
                  <a:pt x="269" y="0"/>
                  <a:pt x="283" y="0"/>
                </a:cubicBezTo>
                <a:cubicBezTo>
                  <a:pt x="297" y="0"/>
                  <a:pt x="304" y="7"/>
                  <a:pt x="311" y="14"/>
                </a:cubicBezTo>
                <a:cubicBezTo>
                  <a:pt x="340" y="14"/>
                  <a:pt x="340" y="14"/>
                  <a:pt x="340" y="14"/>
                </a:cubicBezTo>
                <a:cubicBezTo>
                  <a:pt x="347" y="7"/>
                  <a:pt x="354" y="0"/>
                  <a:pt x="368" y="0"/>
                </a:cubicBezTo>
                <a:cubicBezTo>
                  <a:pt x="382" y="0"/>
                  <a:pt x="389" y="7"/>
                  <a:pt x="396" y="14"/>
                </a:cubicBezTo>
                <a:cubicBezTo>
                  <a:pt x="424" y="14"/>
                  <a:pt x="424" y="14"/>
                  <a:pt x="424" y="14"/>
                </a:cubicBezTo>
                <a:cubicBezTo>
                  <a:pt x="431" y="7"/>
                  <a:pt x="438" y="0"/>
                  <a:pt x="453" y="0"/>
                </a:cubicBezTo>
                <a:cubicBezTo>
                  <a:pt x="467" y="0"/>
                  <a:pt x="474" y="7"/>
                  <a:pt x="481" y="14"/>
                </a:cubicBezTo>
                <a:cubicBezTo>
                  <a:pt x="509" y="14"/>
                  <a:pt x="509" y="14"/>
                  <a:pt x="509" y="14"/>
                </a:cubicBezTo>
                <a:cubicBezTo>
                  <a:pt x="516" y="7"/>
                  <a:pt x="523" y="0"/>
                  <a:pt x="537" y="0"/>
                </a:cubicBezTo>
                <a:cubicBezTo>
                  <a:pt x="552" y="0"/>
                  <a:pt x="566" y="7"/>
                  <a:pt x="566" y="28"/>
                </a:cubicBezTo>
                <a:cubicBezTo>
                  <a:pt x="566" y="35"/>
                  <a:pt x="559" y="49"/>
                  <a:pt x="544" y="49"/>
                </a:cubicBezTo>
                <a:cubicBezTo>
                  <a:pt x="544" y="84"/>
                  <a:pt x="544" y="84"/>
                  <a:pt x="544" y="84"/>
                </a:cubicBezTo>
                <a:cubicBezTo>
                  <a:pt x="559" y="84"/>
                  <a:pt x="566" y="98"/>
                  <a:pt x="566" y="113"/>
                </a:cubicBezTo>
                <a:cubicBezTo>
                  <a:pt x="566" y="120"/>
                  <a:pt x="559" y="134"/>
                  <a:pt x="544" y="134"/>
                </a:cubicBezTo>
                <a:cubicBezTo>
                  <a:pt x="544" y="169"/>
                  <a:pt x="544" y="169"/>
                  <a:pt x="544" y="169"/>
                </a:cubicBezTo>
                <a:cubicBezTo>
                  <a:pt x="559" y="169"/>
                  <a:pt x="566" y="183"/>
                  <a:pt x="566" y="198"/>
                </a:cubicBezTo>
                <a:cubicBezTo>
                  <a:pt x="566" y="205"/>
                  <a:pt x="559" y="219"/>
                  <a:pt x="544" y="219"/>
                </a:cubicBezTo>
                <a:cubicBezTo>
                  <a:pt x="544" y="254"/>
                  <a:pt x="544" y="254"/>
                  <a:pt x="544" y="254"/>
                </a:cubicBezTo>
                <a:cubicBezTo>
                  <a:pt x="559" y="254"/>
                  <a:pt x="566" y="268"/>
                  <a:pt x="566" y="282"/>
                </a:cubicBezTo>
                <a:cubicBezTo>
                  <a:pt x="566" y="289"/>
                  <a:pt x="559" y="304"/>
                  <a:pt x="544" y="304"/>
                </a:cubicBezTo>
                <a:cubicBezTo>
                  <a:pt x="544" y="339"/>
                  <a:pt x="544" y="339"/>
                  <a:pt x="544" y="339"/>
                </a:cubicBezTo>
                <a:cubicBezTo>
                  <a:pt x="559" y="339"/>
                  <a:pt x="566" y="353"/>
                  <a:pt x="566" y="367"/>
                </a:cubicBezTo>
                <a:cubicBezTo>
                  <a:pt x="566" y="374"/>
                  <a:pt x="559" y="388"/>
                  <a:pt x="544" y="388"/>
                </a:cubicBezTo>
                <a:cubicBezTo>
                  <a:pt x="544" y="424"/>
                  <a:pt x="544" y="424"/>
                  <a:pt x="544" y="424"/>
                </a:cubicBezTo>
                <a:cubicBezTo>
                  <a:pt x="559" y="424"/>
                  <a:pt x="566" y="438"/>
                  <a:pt x="566" y="452"/>
                </a:cubicBezTo>
                <a:close/>
                <a:moveTo>
                  <a:pt x="488" y="70"/>
                </a:moveTo>
                <a:lnTo>
                  <a:pt x="488" y="70"/>
                </a:lnTo>
                <a:cubicBezTo>
                  <a:pt x="78" y="70"/>
                  <a:pt x="78" y="70"/>
                  <a:pt x="78" y="70"/>
                </a:cubicBezTo>
                <a:cubicBezTo>
                  <a:pt x="78" y="487"/>
                  <a:pt x="78" y="487"/>
                  <a:pt x="78" y="487"/>
                </a:cubicBezTo>
                <a:cubicBezTo>
                  <a:pt x="488" y="487"/>
                  <a:pt x="488" y="487"/>
                  <a:pt x="488" y="487"/>
                </a:cubicBezTo>
                <a:lnTo>
                  <a:pt x="488" y="70"/>
                </a:lnTo>
                <a:close/>
                <a:moveTo>
                  <a:pt x="248" y="374"/>
                </a:moveTo>
                <a:lnTo>
                  <a:pt x="248" y="374"/>
                </a:lnTo>
                <a:cubicBezTo>
                  <a:pt x="375" y="212"/>
                  <a:pt x="375" y="212"/>
                  <a:pt x="375" y="212"/>
                </a:cubicBezTo>
                <a:cubicBezTo>
                  <a:pt x="460" y="346"/>
                  <a:pt x="460" y="346"/>
                  <a:pt x="460" y="346"/>
                </a:cubicBezTo>
                <a:cubicBezTo>
                  <a:pt x="460" y="459"/>
                  <a:pt x="460" y="459"/>
                  <a:pt x="460" y="459"/>
                </a:cubicBezTo>
                <a:cubicBezTo>
                  <a:pt x="106" y="459"/>
                  <a:pt x="106" y="459"/>
                  <a:pt x="106" y="459"/>
                </a:cubicBezTo>
                <a:cubicBezTo>
                  <a:pt x="219" y="346"/>
                  <a:pt x="219" y="346"/>
                  <a:pt x="219" y="346"/>
                </a:cubicBezTo>
                <a:lnTo>
                  <a:pt x="248" y="374"/>
                </a:lnTo>
                <a:close/>
                <a:moveTo>
                  <a:pt x="191" y="240"/>
                </a:moveTo>
                <a:lnTo>
                  <a:pt x="191" y="240"/>
                </a:lnTo>
                <a:cubicBezTo>
                  <a:pt x="156" y="240"/>
                  <a:pt x="135" y="219"/>
                  <a:pt x="135" y="183"/>
                </a:cubicBezTo>
                <a:cubicBezTo>
                  <a:pt x="135" y="155"/>
                  <a:pt x="156" y="127"/>
                  <a:pt x="191" y="127"/>
                </a:cubicBezTo>
                <a:cubicBezTo>
                  <a:pt x="219" y="127"/>
                  <a:pt x="248" y="155"/>
                  <a:pt x="248" y="183"/>
                </a:cubicBezTo>
                <a:cubicBezTo>
                  <a:pt x="248" y="219"/>
                  <a:pt x="219" y="240"/>
                  <a:pt x="191" y="24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0" name="Freeform 108"/>
          <p:cNvSpPr/>
          <p:nvPr/>
        </p:nvSpPr>
        <p:spPr>
          <a:xfrm>
            <a:off x="2394000" y="1263600"/>
            <a:ext cx="204840" cy="203400"/>
          </a:xfrm>
          <a:custGeom>
            <a:avLst/>
            <a:gdLst/>
            <a:ahLst/>
            <a:rect l="l" t="t" r="r" b="b"/>
            <a:pathLst>
              <a:path w="567" h="566">
                <a:moveTo>
                  <a:pt x="566" y="452"/>
                </a:moveTo>
                <a:lnTo>
                  <a:pt x="566" y="452"/>
                </a:lnTo>
                <a:cubicBezTo>
                  <a:pt x="566" y="459"/>
                  <a:pt x="559" y="473"/>
                  <a:pt x="544" y="473"/>
                </a:cubicBezTo>
                <a:cubicBezTo>
                  <a:pt x="544" y="509"/>
                  <a:pt x="544" y="509"/>
                  <a:pt x="544" y="509"/>
                </a:cubicBezTo>
                <a:cubicBezTo>
                  <a:pt x="559" y="509"/>
                  <a:pt x="566" y="523"/>
                  <a:pt x="566" y="537"/>
                </a:cubicBezTo>
                <a:cubicBezTo>
                  <a:pt x="566" y="551"/>
                  <a:pt x="551" y="565"/>
                  <a:pt x="537" y="565"/>
                </a:cubicBezTo>
                <a:cubicBezTo>
                  <a:pt x="523" y="565"/>
                  <a:pt x="509" y="558"/>
                  <a:pt x="509" y="544"/>
                </a:cubicBezTo>
                <a:cubicBezTo>
                  <a:pt x="474" y="544"/>
                  <a:pt x="474" y="544"/>
                  <a:pt x="474" y="544"/>
                </a:cubicBezTo>
                <a:cubicBezTo>
                  <a:pt x="474" y="558"/>
                  <a:pt x="460" y="565"/>
                  <a:pt x="453" y="565"/>
                </a:cubicBezTo>
                <a:cubicBezTo>
                  <a:pt x="438" y="565"/>
                  <a:pt x="424" y="558"/>
                  <a:pt x="424" y="544"/>
                </a:cubicBezTo>
                <a:cubicBezTo>
                  <a:pt x="389" y="544"/>
                  <a:pt x="389" y="544"/>
                  <a:pt x="389" y="544"/>
                </a:cubicBezTo>
                <a:cubicBezTo>
                  <a:pt x="389" y="558"/>
                  <a:pt x="375" y="565"/>
                  <a:pt x="368" y="565"/>
                </a:cubicBezTo>
                <a:cubicBezTo>
                  <a:pt x="354" y="565"/>
                  <a:pt x="340" y="558"/>
                  <a:pt x="340" y="544"/>
                </a:cubicBezTo>
                <a:cubicBezTo>
                  <a:pt x="304" y="544"/>
                  <a:pt x="304" y="544"/>
                  <a:pt x="304" y="544"/>
                </a:cubicBezTo>
                <a:cubicBezTo>
                  <a:pt x="304" y="558"/>
                  <a:pt x="290" y="565"/>
                  <a:pt x="283" y="565"/>
                </a:cubicBezTo>
                <a:cubicBezTo>
                  <a:pt x="269" y="565"/>
                  <a:pt x="255" y="558"/>
                  <a:pt x="255" y="544"/>
                </a:cubicBezTo>
                <a:cubicBezTo>
                  <a:pt x="219" y="544"/>
                  <a:pt x="219" y="544"/>
                  <a:pt x="219" y="544"/>
                </a:cubicBezTo>
                <a:cubicBezTo>
                  <a:pt x="219" y="558"/>
                  <a:pt x="205" y="565"/>
                  <a:pt x="198" y="565"/>
                </a:cubicBezTo>
                <a:cubicBezTo>
                  <a:pt x="184" y="565"/>
                  <a:pt x="170" y="558"/>
                  <a:pt x="170" y="544"/>
                </a:cubicBezTo>
                <a:cubicBezTo>
                  <a:pt x="135" y="544"/>
                  <a:pt x="135" y="544"/>
                  <a:pt x="135" y="544"/>
                </a:cubicBezTo>
                <a:cubicBezTo>
                  <a:pt x="135" y="558"/>
                  <a:pt x="120" y="565"/>
                  <a:pt x="113" y="565"/>
                </a:cubicBezTo>
                <a:cubicBezTo>
                  <a:pt x="99" y="565"/>
                  <a:pt x="85" y="558"/>
                  <a:pt x="85" y="544"/>
                </a:cubicBezTo>
                <a:cubicBezTo>
                  <a:pt x="50" y="544"/>
                  <a:pt x="50" y="544"/>
                  <a:pt x="50" y="544"/>
                </a:cubicBezTo>
                <a:cubicBezTo>
                  <a:pt x="50" y="558"/>
                  <a:pt x="36" y="565"/>
                  <a:pt x="29" y="565"/>
                </a:cubicBezTo>
                <a:cubicBezTo>
                  <a:pt x="7" y="565"/>
                  <a:pt x="0" y="551"/>
                  <a:pt x="0" y="537"/>
                </a:cubicBezTo>
                <a:cubicBezTo>
                  <a:pt x="0" y="523"/>
                  <a:pt x="7" y="509"/>
                  <a:pt x="14" y="509"/>
                </a:cubicBezTo>
                <a:cubicBezTo>
                  <a:pt x="14" y="473"/>
                  <a:pt x="14" y="473"/>
                  <a:pt x="14" y="473"/>
                </a:cubicBezTo>
                <a:cubicBezTo>
                  <a:pt x="7" y="473"/>
                  <a:pt x="0" y="459"/>
                  <a:pt x="0" y="452"/>
                </a:cubicBezTo>
                <a:cubicBezTo>
                  <a:pt x="0" y="438"/>
                  <a:pt x="7" y="424"/>
                  <a:pt x="14" y="424"/>
                </a:cubicBezTo>
                <a:cubicBezTo>
                  <a:pt x="14" y="388"/>
                  <a:pt x="14" y="388"/>
                  <a:pt x="14" y="388"/>
                </a:cubicBezTo>
                <a:cubicBezTo>
                  <a:pt x="7" y="388"/>
                  <a:pt x="0" y="374"/>
                  <a:pt x="0" y="367"/>
                </a:cubicBezTo>
                <a:cubicBezTo>
                  <a:pt x="0" y="353"/>
                  <a:pt x="7" y="339"/>
                  <a:pt x="14" y="339"/>
                </a:cubicBezTo>
                <a:cubicBezTo>
                  <a:pt x="14" y="304"/>
                  <a:pt x="14" y="304"/>
                  <a:pt x="14" y="304"/>
                </a:cubicBezTo>
                <a:cubicBezTo>
                  <a:pt x="7" y="304"/>
                  <a:pt x="0" y="289"/>
                  <a:pt x="0" y="282"/>
                </a:cubicBezTo>
                <a:cubicBezTo>
                  <a:pt x="0" y="268"/>
                  <a:pt x="7" y="254"/>
                  <a:pt x="14" y="254"/>
                </a:cubicBezTo>
                <a:cubicBezTo>
                  <a:pt x="14" y="219"/>
                  <a:pt x="14" y="219"/>
                  <a:pt x="14" y="219"/>
                </a:cubicBezTo>
                <a:cubicBezTo>
                  <a:pt x="7" y="219"/>
                  <a:pt x="0" y="205"/>
                  <a:pt x="0" y="198"/>
                </a:cubicBezTo>
                <a:cubicBezTo>
                  <a:pt x="0" y="183"/>
                  <a:pt x="7" y="169"/>
                  <a:pt x="14" y="169"/>
                </a:cubicBezTo>
                <a:cubicBezTo>
                  <a:pt x="14" y="134"/>
                  <a:pt x="14" y="134"/>
                  <a:pt x="14" y="134"/>
                </a:cubicBezTo>
                <a:cubicBezTo>
                  <a:pt x="7" y="134"/>
                  <a:pt x="0" y="120"/>
                  <a:pt x="0" y="113"/>
                </a:cubicBezTo>
                <a:cubicBezTo>
                  <a:pt x="0" y="98"/>
                  <a:pt x="7" y="84"/>
                  <a:pt x="14" y="84"/>
                </a:cubicBezTo>
                <a:cubicBezTo>
                  <a:pt x="14" y="49"/>
                  <a:pt x="14" y="49"/>
                  <a:pt x="14" y="49"/>
                </a:cubicBezTo>
                <a:cubicBezTo>
                  <a:pt x="7" y="49"/>
                  <a:pt x="0" y="35"/>
                  <a:pt x="0" y="28"/>
                </a:cubicBezTo>
                <a:cubicBezTo>
                  <a:pt x="0" y="7"/>
                  <a:pt x="7" y="0"/>
                  <a:pt x="29" y="0"/>
                </a:cubicBezTo>
                <a:cubicBezTo>
                  <a:pt x="36" y="0"/>
                  <a:pt x="50" y="7"/>
                  <a:pt x="50" y="14"/>
                </a:cubicBezTo>
                <a:cubicBezTo>
                  <a:pt x="85" y="14"/>
                  <a:pt x="85" y="14"/>
                  <a:pt x="85" y="14"/>
                </a:cubicBezTo>
                <a:cubicBezTo>
                  <a:pt x="85" y="7"/>
                  <a:pt x="99" y="0"/>
                  <a:pt x="113" y="0"/>
                </a:cubicBezTo>
                <a:cubicBezTo>
                  <a:pt x="120" y="0"/>
                  <a:pt x="135" y="7"/>
                  <a:pt x="135" y="14"/>
                </a:cubicBezTo>
                <a:cubicBezTo>
                  <a:pt x="170" y="14"/>
                  <a:pt x="170" y="14"/>
                  <a:pt x="170" y="14"/>
                </a:cubicBezTo>
                <a:cubicBezTo>
                  <a:pt x="170" y="7"/>
                  <a:pt x="184" y="0"/>
                  <a:pt x="198" y="0"/>
                </a:cubicBezTo>
                <a:cubicBezTo>
                  <a:pt x="205" y="0"/>
                  <a:pt x="219" y="7"/>
                  <a:pt x="219" y="14"/>
                </a:cubicBezTo>
                <a:cubicBezTo>
                  <a:pt x="255" y="14"/>
                  <a:pt x="255" y="14"/>
                  <a:pt x="255" y="14"/>
                </a:cubicBezTo>
                <a:cubicBezTo>
                  <a:pt x="255" y="7"/>
                  <a:pt x="269" y="0"/>
                  <a:pt x="283" y="0"/>
                </a:cubicBezTo>
                <a:cubicBezTo>
                  <a:pt x="290" y="0"/>
                  <a:pt x="304" y="7"/>
                  <a:pt x="304" y="14"/>
                </a:cubicBezTo>
                <a:cubicBezTo>
                  <a:pt x="340" y="14"/>
                  <a:pt x="340" y="14"/>
                  <a:pt x="340" y="14"/>
                </a:cubicBezTo>
                <a:cubicBezTo>
                  <a:pt x="340" y="7"/>
                  <a:pt x="354" y="0"/>
                  <a:pt x="368" y="0"/>
                </a:cubicBezTo>
                <a:cubicBezTo>
                  <a:pt x="375" y="0"/>
                  <a:pt x="389" y="7"/>
                  <a:pt x="389" y="14"/>
                </a:cubicBezTo>
                <a:cubicBezTo>
                  <a:pt x="424" y="14"/>
                  <a:pt x="424" y="14"/>
                  <a:pt x="424" y="14"/>
                </a:cubicBezTo>
                <a:cubicBezTo>
                  <a:pt x="424" y="7"/>
                  <a:pt x="438" y="0"/>
                  <a:pt x="453" y="0"/>
                </a:cubicBezTo>
                <a:cubicBezTo>
                  <a:pt x="460" y="0"/>
                  <a:pt x="474" y="7"/>
                  <a:pt x="474" y="14"/>
                </a:cubicBezTo>
                <a:cubicBezTo>
                  <a:pt x="509" y="14"/>
                  <a:pt x="509" y="14"/>
                  <a:pt x="509" y="14"/>
                </a:cubicBezTo>
                <a:cubicBezTo>
                  <a:pt x="509" y="7"/>
                  <a:pt x="523" y="0"/>
                  <a:pt x="537" y="0"/>
                </a:cubicBezTo>
                <a:cubicBezTo>
                  <a:pt x="551" y="0"/>
                  <a:pt x="566" y="7"/>
                  <a:pt x="566" y="28"/>
                </a:cubicBezTo>
                <a:cubicBezTo>
                  <a:pt x="566" y="35"/>
                  <a:pt x="559" y="49"/>
                  <a:pt x="544" y="49"/>
                </a:cubicBezTo>
                <a:cubicBezTo>
                  <a:pt x="544" y="84"/>
                  <a:pt x="544" y="84"/>
                  <a:pt x="544" y="84"/>
                </a:cubicBezTo>
                <a:cubicBezTo>
                  <a:pt x="559" y="84"/>
                  <a:pt x="566" y="98"/>
                  <a:pt x="566" y="113"/>
                </a:cubicBezTo>
                <a:cubicBezTo>
                  <a:pt x="566" y="120"/>
                  <a:pt x="559" y="134"/>
                  <a:pt x="544" y="134"/>
                </a:cubicBezTo>
                <a:cubicBezTo>
                  <a:pt x="544" y="169"/>
                  <a:pt x="544" y="169"/>
                  <a:pt x="544" y="169"/>
                </a:cubicBezTo>
                <a:cubicBezTo>
                  <a:pt x="559" y="169"/>
                  <a:pt x="566" y="183"/>
                  <a:pt x="566" y="198"/>
                </a:cubicBezTo>
                <a:cubicBezTo>
                  <a:pt x="566" y="205"/>
                  <a:pt x="559" y="219"/>
                  <a:pt x="544" y="219"/>
                </a:cubicBezTo>
                <a:cubicBezTo>
                  <a:pt x="544" y="254"/>
                  <a:pt x="544" y="254"/>
                  <a:pt x="544" y="254"/>
                </a:cubicBezTo>
                <a:cubicBezTo>
                  <a:pt x="559" y="254"/>
                  <a:pt x="566" y="268"/>
                  <a:pt x="566" y="282"/>
                </a:cubicBezTo>
                <a:cubicBezTo>
                  <a:pt x="566" y="289"/>
                  <a:pt x="559" y="304"/>
                  <a:pt x="544" y="304"/>
                </a:cubicBezTo>
                <a:cubicBezTo>
                  <a:pt x="544" y="339"/>
                  <a:pt x="544" y="339"/>
                  <a:pt x="544" y="339"/>
                </a:cubicBezTo>
                <a:cubicBezTo>
                  <a:pt x="559" y="339"/>
                  <a:pt x="566" y="353"/>
                  <a:pt x="566" y="367"/>
                </a:cubicBezTo>
                <a:cubicBezTo>
                  <a:pt x="566" y="374"/>
                  <a:pt x="559" y="388"/>
                  <a:pt x="544" y="388"/>
                </a:cubicBezTo>
                <a:cubicBezTo>
                  <a:pt x="544" y="424"/>
                  <a:pt x="544" y="424"/>
                  <a:pt x="544" y="424"/>
                </a:cubicBezTo>
                <a:cubicBezTo>
                  <a:pt x="559" y="424"/>
                  <a:pt x="566" y="438"/>
                  <a:pt x="566" y="452"/>
                </a:cubicBezTo>
                <a:close/>
                <a:moveTo>
                  <a:pt x="488" y="70"/>
                </a:moveTo>
                <a:lnTo>
                  <a:pt x="488" y="70"/>
                </a:lnTo>
                <a:cubicBezTo>
                  <a:pt x="71" y="70"/>
                  <a:pt x="71" y="70"/>
                  <a:pt x="71" y="70"/>
                </a:cubicBezTo>
                <a:cubicBezTo>
                  <a:pt x="71" y="487"/>
                  <a:pt x="71" y="487"/>
                  <a:pt x="71" y="487"/>
                </a:cubicBezTo>
                <a:cubicBezTo>
                  <a:pt x="488" y="487"/>
                  <a:pt x="488" y="487"/>
                  <a:pt x="488" y="487"/>
                </a:cubicBezTo>
                <a:lnTo>
                  <a:pt x="488" y="7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1" name="Freeform 109"/>
          <p:cNvSpPr/>
          <p:nvPr/>
        </p:nvSpPr>
        <p:spPr>
          <a:xfrm>
            <a:off x="6566040" y="876240"/>
            <a:ext cx="217440" cy="217440"/>
          </a:xfrm>
          <a:custGeom>
            <a:avLst/>
            <a:gdLst/>
            <a:ahLst/>
            <a:rect l="l" t="t" r="r" b="b"/>
            <a:pathLst>
              <a:path w="602" h="602">
                <a:moveTo>
                  <a:pt x="601" y="544"/>
                </a:moveTo>
                <a:lnTo>
                  <a:pt x="601" y="544"/>
                </a:lnTo>
                <a:cubicBezTo>
                  <a:pt x="601" y="573"/>
                  <a:pt x="573" y="601"/>
                  <a:pt x="544" y="601"/>
                </a:cubicBezTo>
                <a:cubicBezTo>
                  <a:pt x="530" y="601"/>
                  <a:pt x="516" y="594"/>
                  <a:pt x="502" y="587"/>
                </a:cubicBezTo>
                <a:cubicBezTo>
                  <a:pt x="339" y="417"/>
                  <a:pt x="339" y="417"/>
                  <a:pt x="339" y="417"/>
                </a:cubicBezTo>
                <a:cubicBezTo>
                  <a:pt x="304" y="438"/>
                  <a:pt x="269" y="453"/>
                  <a:pt x="226" y="453"/>
                </a:cubicBezTo>
                <a:cubicBezTo>
                  <a:pt x="99" y="453"/>
                  <a:pt x="0" y="347"/>
                  <a:pt x="0" y="226"/>
                </a:cubicBezTo>
                <a:cubicBezTo>
                  <a:pt x="0" y="99"/>
                  <a:pt x="99" y="0"/>
                  <a:pt x="226" y="0"/>
                </a:cubicBezTo>
                <a:cubicBezTo>
                  <a:pt x="346" y="0"/>
                  <a:pt x="452" y="99"/>
                  <a:pt x="452" y="226"/>
                </a:cubicBezTo>
                <a:cubicBezTo>
                  <a:pt x="452" y="269"/>
                  <a:pt x="438" y="304"/>
                  <a:pt x="417" y="340"/>
                </a:cubicBezTo>
                <a:cubicBezTo>
                  <a:pt x="587" y="502"/>
                  <a:pt x="587" y="502"/>
                  <a:pt x="587" y="502"/>
                </a:cubicBezTo>
                <a:cubicBezTo>
                  <a:pt x="594" y="516"/>
                  <a:pt x="601" y="530"/>
                  <a:pt x="601" y="544"/>
                </a:cubicBezTo>
                <a:close/>
                <a:moveTo>
                  <a:pt x="226" y="57"/>
                </a:moveTo>
                <a:lnTo>
                  <a:pt x="226" y="57"/>
                </a:lnTo>
                <a:cubicBezTo>
                  <a:pt x="127" y="57"/>
                  <a:pt x="57" y="127"/>
                  <a:pt x="57" y="226"/>
                </a:cubicBezTo>
                <a:cubicBezTo>
                  <a:pt x="57" y="318"/>
                  <a:pt x="127" y="396"/>
                  <a:pt x="226" y="396"/>
                </a:cubicBezTo>
                <a:cubicBezTo>
                  <a:pt x="318" y="396"/>
                  <a:pt x="396" y="318"/>
                  <a:pt x="396" y="226"/>
                </a:cubicBezTo>
                <a:cubicBezTo>
                  <a:pt x="396" y="127"/>
                  <a:pt x="318" y="57"/>
                  <a:pt x="226" y="57"/>
                </a:cubicBezTo>
                <a:close/>
                <a:moveTo>
                  <a:pt x="318" y="255"/>
                </a:moveTo>
                <a:lnTo>
                  <a:pt x="318" y="255"/>
                </a:lnTo>
                <a:cubicBezTo>
                  <a:pt x="127" y="255"/>
                  <a:pt x="127" y="255"/>
                  <a:pt x="127" y="255"/>
                </a:cubicBezTo>
                <a:cubicBezTo>
                  <a:pt x="113" y="255"/>
                  <a:pt x="99" y="241"/>
                  <a:pt x="99" y="226"/>
                </a:cubicBezTo>
                <a:cubicBezTo>
                  <a:pt x="99" y="205"/>
                  <a:pt x="113" y="198"/>
                  <a:pt x="127" y="198"/>
                </a:cubicBezTo>
                <a:cubicBezTo>
                  <a:pt x="318" y="198"/>
                  <a:pt x="318" y="198"/>
                  <a:pt x="318" y="198"/>
                </a:cubicBezTo>
                <a:cubicBezTo>
                  <a:pt x="332" y="198"/>
                  <a:pt x="346" y="205"/>
                  <a:pt x="346" y="226"/>
                </a:cubicBezTo>
                <a:cubicBezTo>
                  <a:pt x="346" y="241"/>
                  <a:pt x="332" y="255"/>
                  <a:pt x="318" y="2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2" name="Freeform 110"/>
          <p:cNvSpPr/>
          <p:nvPr/>
        </p:nvSpPr>
        <p:spPr>
          <a:xfrm>
            <a:off x="6183360" y="876240"/>
            <a:ext cx="218880" cy="217440"/>
          </a:xfrm>
          <a:custGeom>
            <a:avLst/>
            <a:gdLst/>
            <a:ahLst/>
            <a:rect l="l" t="t" r="r" b="b"/>
            <a:pathLst>
              <a:path w="609" h="602">
                <a:moveTo>
                  <a:pt x="608" y="544"/>
                </a:moveTo>
                <a:lnTo>
                  <a:pt x="608" y="544"/>
                </a:lnTo>
                <a:cubicBezTo>
                  <a:pt x="608" y="573"/>
                  <a:pt x="579" y="601"/>
                  <a:pt x="551" y="601"/>
                </a:cubicBezTo>
                <a:cubicBezTo>
                  <a:pt x="530" y="601"/>
                  <a:pt x="516" y="594"/>
                  <a:pt x="509" y="587"/>
                </a:cubicBezTo>
                <a:cubicBezTo>
                  <a:pt x="346" y="417"/>
                  <a:pt x="346" y="417"/>
                  <a:pt x="346" y="417"/>
                </a:cubicBezTo>
                <a:cubicBezTo>
                  <a:pt x="311" y="438"/>
                  <a:pt x="269" y="453"/>
                  <a:pt x="226" y="453"/>
                </a:cubicBezTo>
                <a:cubicBezTo>
                  <a:pt x="106" y="453"/>
                  <a:pt x="0" y="347"/>
                  <a:pt x="0" y="226"/>
                </a:cubicBezTo>
                <a:cubicBezTo>
                  <a:pt x="0" y="99"/>
                  <a:pt x="106" y="0"/>
                  <a:pt x="226" y="0"/>
                </a:cubicBezTo>
                <a:cubicBezTo>
                  <a:pt x="353" y="0"/>
                  <a:pt x="452" y="99"/>
                  <a:pt x="452" y="226"/>
                </a:cubicBezTo>
                <a:cubicBezTo>
                  <a:pt x="452" y="269"/>
                  <a:pt x="445" y="304"/>
                  <a:pt x="424" y="340"/>
                </a:cubicBezTo>
                <a:cubicBezTo>
                  <a:pt x="587" y="502"/>
                  <a:pt x="587" y="502"/>
                  <a:pt x="587" y="502"/>
                </a:cubicBezTo>
                <a:cubicBezTo>
                  <a:pt x="601" y="516"/>
                  <a:pt x="608" y="530"/>
                  <a:pt x="608" y="544"/>
                </a:cubicBezTo>
                <a:close/>
                <a:moveTo>
                  <a:pt x="226" y="57"/>
                </a:moveTo>
                <a:lnTo>
                  <a:pt x="226" y="57"/>
                </a:lnTo>
                <a:cubicBezTo>
                  <a:pt x="134" y="57"/>
                  <a:pt x="56" y="127"/>
                  <a:pt x="56" y="226"/>
                </a:cubicBezTo>
                <a:cubicBezTo>
                  <a:pt x="56" y="318"/>
                  <a:pt x="134" y="396"/>
                  <a:pt x="226" y="396"/>
                </a:cubicBezTo>
                <a:cubicBezTo>
                  <a:pt x="325" y="396"/>
                  <a:pt x="396" y="318"/>
                  <a:pt x="396" y="226"/>
                </a:cubicBezTo>
                <a:cubicBezTo>
                  <a:pt x="396" y="127"/>
                  <a:pt x="325" y="57"/>
                  <a:pt x="226" y="57"/>
                </a:cubicBezTo>
                <a:close/>
                <a:moveTo>
                  <a:pt x="325" y="255"/>
                </a:moveTo>
                <a:lnTo>
                  <a:pt x="325" y="255"/>
                </a:lnTo>
                <a:cubicBezTo>
                  <a:pt x="254" y="255"/>
                  <a:pt x="254" y="255"/>
                  <a:pt x="254" y="255"/>
                </a:cubicBezTo>
                <a:cubicBezTo>
                  <a:pt x="254" y="318"/>
                  <a:pt x="254" y="318"/>
                  <a:pt x="254" y="318"/>
                </a:cubicBezTo>
                <a:cubicBezTo>
                  <a:pt x="254" y="333"/>
                  <a:pt x="247" y="347"/>
                  <a:pt x="226" y="347"/>
                </a:cubicBezTo>
                <a:cubicBezTo>
                  <a:pt x="212" y="347"/>
                  <a:pt x="198" y="333"/>
                  <a:pt x="198" y="318"/>
                </a:cubicBezTo>
                <a:cubicBezTo>
                  <a:pt x="198" y="255"/>
                  <a:pt x="198" y="255"/>
                  <a:pt x="198" y="255"/>
                </a:cubicBezTo>
                <a:cubicBezTo>
                  <a:pt x="134" y="255"/>
                  <a:pt x="134" y="255"/>
                  <a:pt x="134" y="255"/>
                </a:cubicBezTo>
                <a:cubicBezTo>
                  <a:pt x="120" y="255"/>
                  <a:pt x="106" y="241"/>
                  <a:pt x="106" y="226"/>
                </a:cubicBezTo>
                <a:cubicBezTo>
                  <a:pt x="106" y="205"/>
                  <a:pt x="120" y="198"/>
                  <a:pt x="134" y="198"/>
                </a:cubicBezTo>
                <a:cubicBezTo>
                  <a:pt x="198" y="198"/>
                  <a:pt x="198" y="198"/>
                  <a:pt x="198" y="198"/>
                </a:cubicBezTo>
                <a:cubicBezTo>
                  <a:pt x="198" y="127"/>
                  <a:pt x="198" y="127"/>
                  <a:pt x="198" y="127"/>
                </a:cubicBezTo>
                <a:cubicBezTo>
                  <a:pt x="198" y="113"/>
                  <a:pt x="212" y="99"/>
                  <a:pt x="226" y="99"/>
                </a:cubicBezTo>
                <a:cubicBezTo>
                  <a:pt x="247" y="99"/>
                  <a:pt x="254" y="113"/>
                  <a:pt x="254" y="127"/>
                </a:cubicBezTo>
                <a:cubicBezTo>
                  <a:pt x="254" y="198"/>
                  <a:pt x="254" y="198"/>
                  <a:pt x="254" y="198"/>
                </a:cubicBezTo>
                <a:cubicBezTo>
                  <a:pt x="325" y="198"/>
                  <a:pt x="325" y="198"/>
                  <a:pt x="325" y="198"/>
                </a:cubicBezTo>
                <a:cubicBezTo>
                  <a:pt x="339" y="198"/>
                  <a:pt x="353" y="205"/>
                  <a:pt x="353" y="226"/>
                </a:cubicBezTo>
                <a:cubicBezTo>
                  <a:pt x="353" y="241"/>
                  <a:pt x="339" y="255"/>
                  <a:pt x="325" y="2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3" name="Freeform 111"/>
          <p:cNvSpPr/>
          <p:nvPr/>
        </p:nvSpPr>
        <p:spPr>
          <a:xfrm>
            <a:off x="5805360" y="876240"/>
            <a:ext cx="217440" cy="217440"/>
          </a:xfrm>
          <a:custGeom>
            <a:avLst/>
            <a:gdLst/>
            <a:ahLst/>
            <a:rect l="l" t="t" r="r" b="b"/>
            <a:pathLst>
              <a:path w="602" h="602">
                <a:moveTo>
                  <a:pt x="586" y="502"/>
                </a:moveTo>
                <a:lnTo>
                  <a:pt x="586" y="502"/>
                </a:lnTo>
                <a:cubicBezTo>
                  <a:pt x="594" y="516"/>
                  <a:pt x="601" y="530"/>
                  <a:pt x="601" y="544"/>
                </a:cubicBezTo>
                <a:cubicBezTo>
                  <a:pt x="601" y="573"/>
                  <a:pt x="579" y="601"/>
                  <a:pt x="544" y="601"/>
                </a:cubicBezTo>
                <a:cubicBezTo>
                  <a:pt x="530" y="601"/>
                  <a:pt x="516" y="594"/>
                  <a:pt x="509" y="587"/>
                </a:cubicBezTo>
                <a:cubicBezTo>
                  <a:pt x="339" y="417"/>
                  <a:pt x="339" y="417"/>
                  <a:pt x="339" y="417"/>
                </a:cubicBezTo>
                <a:cubicBezTo>
                  <a:pt x="304" y="438"/>
                  <a:pt x="269" y="453"/>
                  <a:pt x="226" y="453"/>
                </a:cubicBezTo>
                <a:cubicBezTo>
                  <a:pt x="99" y="453"/>
                  <a:pt x="0" y="347"/>
                  <a:pt x="0" y="226"/>
                </a:cubicBezTo>
                <a:cubicBezTo>
                  <a:pt x="0" y="99"/>
                  <a:pt x="99" y="0"/>
                  <a:pt x="226" y="0"/>
                </a:cubicBezTo>
                <a:cubicBezTo>
                  <a:pt x="353" y="0"/>
                  <a:pt x="452" y="99"/>
                  <a:pt x="452" y="226"/>
                </a:cubicBezTo>
                <a:cubicBezTo>
                  <a:pt x="452" y="269"/>
                  <a:pt x="438" y="304"/>
                  <a:pt x="424" y="340"/>
                </a:cubicBezTo>
                <a:cubicBezTo>
                  <a:pt x="586" y="502"/>
                  <a:pt x="586" y="502"/>
                  <a:pt x="586" y="502"/>
                </a:cubicBezTo>
                <a:close/>
                <a:moveTo>
                  <a:pt x="226" y="57"/>
                </a:moveTo>
                <a:lnTo>
                  <a:pt x="226" y="57"/>
                </a:lnTo>
                <a:cubicBezTo>
                  <a:pt x="134" y="57"/>
                  <a:pt x="56" y="127"/>
                  <a:pt x="56" y="226"/>
                </a:cubicBezTo>
                <a:cubicBezTo>
                  <a:pt x="56" y="318"/>
                  <a:pt x="134" y="396"/>
                  <a:pt x="226" y="396"/>
                </a:cubicBezTo>
                <a:cubicBezTo>
                  <a:pt x="318" y="396"/>
                  <a:pt x="396" y="318"/>
                  <a:pt x="396" y="226"/>
                </a:cubicBezTo>
                <a:cubicBezTo>
                  <a:pt x="396" y="127"/>
                  <a:pt x="318" y="57"/>
                  <a:pt x="226" y="5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4" name="Freeform 112"/>
          <p:cNvSpPr/>
          <p:nvPr/>
        </p:nvSpPr>
        <p:spPr>
          <a:xfrm>
            <a:off x="5425920" y="876240"/>
            <a:ext cx="216000" cy="217440"/>
          </a:xfrm>
          <a:custGeom>
            <a:avLst/>
            <a:gdLst/>
            <a:ahLst/>
            <a:rect l="l" t="t" r="r" b="b"/>
            <a:pathLst>
              <a:path w="601" h="602">
                <a:moveTo>
                  <a:pt x="297" y="601"/>
                </a:moveTo>
                <a:lnTo>
                  <a:pt x="297" y="601"/>
                </a:lnTo>
                <a:cubicBezTo>
                  <a:pt x="134" y="601"/>
                  <a:pt x="0" y="467"/>
                  <a:pt x="0" y="297"/>
                </a:cubicBezTo>
                <a:cubicBezTo>
                  <a:pt x="0" y="135"/>
                  <a:pt x="134" y="0"/>
                  <a:pt x="297" y="0"/>
                </a:cubicBezTo>
                <a:cubicBezTo>
                  <a:pt x="466" y="0"/>
                  <a:pt x="600" y="135"/>
                  <a:pt x="600" y="297"/>
                </a:cubicBezTo>
                <a:cubicBezTo>
                  <a:pt x="600" y="467"/>
                  <a:pt x="466" y="601"/>
                  <a:pt x="297" y="601"/>
                </a:cubicBezTo>
                <a:close/>
                <a:moveTo>
                  <a:pt x="297" y="57"/>
                </a:moveTo>
                <a:lnTo>
                  <a:pt x="297" y="57"/>
                </a:lnTo>
                <a:cubicBezTo>
                  <a:pt x="162" y="57"/>
                  <a:pt x="56" y="163"/>
                  <a:pt x="56" y="297"/>
                </a:cubicBezTo>
                <a:cubicBezTo>
                  <a:pt x="56" y="431"/>
                  <a:pt x="162" y="544"/>
                  <a:pt x="297" y="544"/>
                </a:cubicBezTo>
                <a:cubicBezTo>
                  <a:pt x="431" y="544"/>
                  <a:pt x="544" y="431"/>
                  <a:pt x="544" y="297"/>
                </a:cubicBezTo>
                <a:cubicBezTo>
                  <a:pt x="544" y="163"/>
                  <a:pt x="431" y="57"/>
                  <a:pt x="297" y="57"/>
                </a:cubicBezTo>
                <a:close/>
                <a:moveTo>
                  <a:pt x="438" y="318"/>
                </a:moveTo>
                <a:lnTo>
                  <a:pt x="438" y="318"/>
                </a:lnTo>
                <a:cubicBezTo>
                  <a:pt x="346" y="403"/>
                  <a:pt x="346" y="403"/>
                  <a:pt x="346" y="403"/>
                </a:cubicBezTo>
                <a:cubicBezTo>
                  <a:pt x="339" y="410"/>
                  <a:pt x="332" y="410"/>
                  <a:pt x="325" y="410"/>
                </a:cubicBezTo>
                <a:cubicBezTo>
                  <a:pt x="311" y="410"/>
                  <a:pt x="297" y="403"/>
                  <a:pt x="297" y="382"/>
                </a:cubicBezTo>
                <a:cubicBezTo>
                  <a:pt x="297" y="375"/>
                  <a:pt x="304" y="368"/>
                  <a:pt x="311" y="361"/>
                </a:cubicBezTo>
                <a:cubicBezTo>
                  <a:pt x="346" y="325"/>
                  <a:pt x="346" y="325"/>
                  <a:pt x="346" y="325"/>
                </a:cubicBezTo>
                <a:cubicBezTo>
                  <a:pt x="176" y="325"/>
                  <a:pt x="176" y="325"/>
                  <a:pt x="176" y="325"/>
                </a:cubicBezTo>
                <a:cubicBezTo>
                  <a:pt x="162" y="325"/>
                  <a:pt x="148" y="318"/>
                  <a:pt x="148" y="297"/>
                </a:cubicBezTo>
                <a:cubicBezTo>
                  <a:pt x="148" y="283"/>
                  <a:pt x="162" y="269"/>
                  <a:pt x="176" y="269"/>
                </a:cubicBezTo>
                <a:cubicBezTo>
                  <a:pt x="346" y="269"/>
                  <a:pt x="346" y="269"/>
                  <a:pt x="346" y="269"/>
                </a:cubicBezTo>
                <a:cubicBezTo>
                  <a:pt x="311" y="234"/>
                  <a:pt x="311" y="234"/>
                  <a:pt x="311" y="234"/>
                </a:cubicBezTo>
                <a:cubicBezTo>
                  <a:pt x="304" y="234"/>
                  <a:pt x="297" y="226"/>
                  <a:pt x="297" y="212"/>
                </a:cubicBezTo>
                <a:cubicBezTo>
                  <a:pt x="297" y="198"/>
                  <a:pt x="311" y="184"/>
                  <a:pt x="325" y="184"/>
                </a:cubicBezTo>
                <a:cubicBezTo>
                  <a:pt x="332" y="184"/>
                  <a:pt x="339" y="191"/>
                  <a:pt x="346" y="191"/>
                </a:cubicBezTo>
                <a:cubicBezTo>
                  <a:pt x="438" y="276"/>
                  <a:pt x="438" y="276"/>
                  <a:pt x="438" y="276"/>
                </a:cubicBezTo>
                <a:cubicBezTo>
                  <a:pt x="445" y="283"/>
                  <a:pt x="452" y="290"/>
                  <a:pt x="452" y="297"/>
                </a:cubicBezTo>
                <a:cubicBezTo>
                  <a:pt x="452" y="311"/>
                  <a:pt x="445" y="318"/>
                  <a:pt x="438" y="31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5" name="Freeform 113"/>
          <p:cNvSpPr/>
          <p:nvPr/>
        </p:nvSpPr>
        <p:spPr>
          <a:xfrm>
            <a:off x="5045040" y="876240"/>
            <a:ext cx="219240" cy="217440"/>
          </a:xfrm>
          <a:custGeom>
            <a:avLst/>
            <a:gdLst/>
            <a:ahLst/>
            <a:rect l="l" t="t" r="r" b="b"/>
            <a:pathLst>
              <a:path w="608" h="602">
                <a:moveTo>
                  <a:pt x="304" y="601"/>
                </a:moveTo>
                <a:lnTo>
                  <a:pt x="304" y="601"/>
                </a:lnTo>
                <a:cubicBezTo>
                  <a:pt x="134" y="601"/>
                  <a:pt x="0" y="467"/>
                  <a:pt x="0" y="297"/>
                </a:cubicBezTo>
                <a:cubicBezTo>
                  <a:pt x="0" y="135"/>
                  <a:pt x="134" y="0"/>
                  <a:pt x="304" y="0"/>
                </a:cubicBezTo>
                <a:cubicBezTo>
                  <a:pt x="473" y="0"/>
                  <a:pt x="607" y="135"/>
                  <a:pt x="607" y="297"/>
                </a:cubicBezTo>
                <a:cubicBezTo>
                  <a:pt x="607" y="467"/>
                  <a:pt x="473" y="601"/>
                  <a:pt x="304" y="601"/>
                </a:cubicBezTo>
                <a:close/>
                <a:moveTo>
                  <a:pt x="304" y="57"/>
                </a:moveTo>
                <a:lnTo>
                  <a:pt x="304" y="57"/>
                </a:lnTo>
                <a:cubicBezTo>
                  <a:pt x="169" y="57"/>
                  <a:pt x="56" y="163"/>
                  <a:pt x="56" y="297"/>
                </a:cubicBezTo>
                <a:cubicBezTo>
                  <a:pt x="56" y="431"/>
                  <a:pt x="169" y="544"/>
                  <a:pt x="304" y="544"/>
                </a:cubicBezTo>
                <a:cubicBezTo>
                  <a:pt x="438" y="544"/>
                  <a:pt x="551" y="431"/>
                  <a:pt x="551" y="297"/>
                </a:cubicBezTo>
                <a:cubicBezTo>
                  <a:pt x="551" y="163"/>
                  <a:pt x="438" y="57"/>
                  <a:pt x="304" y="57"/>
                </a:cubicBezTo>
                <a:close/>
                <a:moveTo>
                  <a:pt x="424" y="325"/>
                </a:moveTo>
                <a:lnTo>
                  <a:pt x="424" y="325"/>
                </a:lnTo>
                <a:cubicBezTo>
                  <a:pt x="254" y="325"/>
                  <a:pt x="254" y="325"/>
                  <a:pt x="254" y="325"/>
                </a:cubicBezTo>
                <a:cubicBezTo>
                  <a:pt x="297" y="361"/>
                  <a:pt x="297" y="361"/>
                  <a:pt x="297" y="361"/>
                </a:cubicBezTo>
                <a:cubicBezTo>
                  <a:pt x="297" y="368"/>
                  <a:pt x="304" y="375"/>
                  <a:pt x="304" y="382"/>
                </a:cubicBezTo>
                <a:cubicBezTo>
                  <a:pt x="304" y="403"/>
                  <a:pt x="290" y="410"/>
                  <a:pt x="275" y="410"/>
                </a:cubicBezTo>
                <a:cubicBezTo>
                  <a:pt x="268" y="410"/>
                  <a:pt x="261" y="410"/>
                  <a:pt x="254" y="403"/>
                </a:cubicBezTo>
                <a:cubicBezTo>
                  <a:pt x="162" y="318"/>
                  <a:pt x="162" y="318"/>
                  <a:pt x="162" y="318"/>
                </a:cubicBezTo>
                <a:cubicBezTo>
                  <a:pt x="155" y="318"/>
                  <a:pt x="155" y="311"/>
                  <a:pt x="155" y="297"/>
                </a:cubicBezTo>
                <a:cubicBezTo>
                  <a:pt x="155" y="290"/>
                  <a:pt x="155" y="283"/>
                  <a:pt x="162" y="276"/>
                </a:cubicBezTo>
                <a:cubicBezTo>
                  <a:pt x="254" y="191"/>
                  <a:pt x="254" y="191"/>
                  <a:pt x="254" y="191"/>
                </a:cubicBezTo>
                <a:cubicBezTo>
                  <a:pt x="261" y="191"/>
                  <a:pt x="268" y="184"/>
                  <a:pt x="275" y="184"/>
                </a:cubicBezTo>
                <a:cubicBezTo>
                  <a:pt x="290" y="184"/>
                  <a:pt x="304" y="198"/>
                  <a:pt x="304" y="212"/>
                </a:cubicBezTo>
                <a:cubicBezTo>
                  <a:pt x="304" y="226"/>
                  <a:pt x="297" y="234"/>
                  <a:pt x="297" y="234"/>
                </a:cubicBezTo>
                <a:cubicBezTo>
                  <a:pt x="254" y="269"/>
                  <a:pt x="254" y="269"/>
                  <a:pt x="254" y="269"/>
                </a:cubicBezTo>
                <a:cubicBezTo>
                  <a:pt x="424" y="269"/>
                  <a:pt x="424" y="269"/>
                  <a:pt x="424" y="269"/>
                </a:cubicBezTo>
                <a:cubicBezTo>
                  <a:pt x="445" y="269"/>
                  <a:pt x="452" y="283"/>
                  <a:pt x="452" y="297"/>
                </a:cubicBezTo>
                <a:cubicBezTo>
                  <a:pt x="452" y="318"/>
                  <a:pt x="445" y="325"/>
                  <a:pt x="424" y="32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6" name="Freeform 114"/>
          <p:cNvSpPr/>
          <p:nvPr/>
        </p:nvSpPr>
        <p:spPr>
          <a:xfrm>
            <a:off x="4665600" y="876240"/>
            <a:ext cx="216000" cy="217440"/>
          </a:xfrm>
          <a:custGeom>
            <a:avLst/>
            <a:gdLst/>
            <a:ahLst/>
            <a:rect l="l" t="t" r="r" b="b"/>
            <a:pathLst>
              <a:path w="601" h="602">
                <a:moveTo>
                  <a:pt x="304" y="601"/>
                </a:moveTo>
                <a:lnTo>
                  <a:pt x="304" y="601"/>
                </a:lnTo>
                <a:cubicBezTo>
                  <a:pt x="134" y="601"/>
                  <a:pt x="0" y="467"/>
                  <a:pt x="0" y="297"/>
                </a:cubicBezTo>
                <a:cubicBezTo>
                  <a:pt x="0" y="135"/>
                  <a:pt x="134" y="0"/>
                  <a:pt x="304" y="0"/>
                </a:cubicBezTo>
                <a:cubicBezTo>
                  <a:pt x="466" y="0"/>
                  <a:pt x="600" y="135"/>
                  <a:pt x="600" y="297"/>
                </a:cubicBezTo>
                <a:cubicBezTo>
                  <a:pt x="600" y="467"/>
                  <a:pt x="466" y="601"/>
                  <a:pt x="304" y="601"/>
                </a:cubicBezTo>
                <a:close/>
                <a:moveTo>
                  <a:pt x="304" y="57"/>
                </a:moveTo>
                <a:lnTo>
                  <a:pt x="304" y="57"/>
                </a:lnTo>
                <a:cubicBezTo>
                  <a:pt x="169" y="57"/>
                  <a:pt x="56" y="163"/>
                  <a:pt x="56" y="297"/>
                </a:cubicBezTo>
                <a:cubicBezTo>
                  <a:pt x="56" y="431"/>
                  <a:pt x="169" y="544"/>
                  <a:pt x="304" y="544"/>
                </a:cubicBezTo>
                <a:cubicBezTo>
                  <a:pt x="438" y="544"/>
                  <a:pt x="544" y="431"/>
                  <a:pt x="544" y="297"/>
                </a:cubicBezTo>
                <a:cubicBezTo>
                  <a:pt x="544" y="163"/>
                  <a:pt x="438" y="57"/>
                  <a:pt x="304" y="57"/>
                </a:cubicBezTo>
                <a:close/>
                <a:moveTo>
                  <a:pt x="388" y="297"/>
                </a:moveTo>
                <a:lnTo>
                  <a:pt x="388" y="297"/>
                </a:lnTo>
                <a:cubicBezTo>
                  <a:pt x="374" y="297"/>
                  <a:pt x="367" y="297"/>
                  <a:pt x="367" y="290"/>
                </a:cubicBezTo>
                <a:cubicBezTo>
                  <a:pt x="332" y="248"/>
                  <a:pt x="332" y="248"/>
                  <a:pt x="332" y="248"/>
                </a:cubicBezTo>
                <a:cubicBezTo>
                  <a:pt x="332" y="424"/>
                  <a:pt x="332" y="424"/>
                  <a:pt x="332" y="424"/>
                </a:cubicBezTo>
                <a:cubicBezTo>
                  <a:pt x="332" y="438"/>
                  <a:pt x="318" y="453"/>
                  <a:pt x="304" y="453"/>
                </a:cubicBezTo>
                <a:cubicBezTo>
                  <a:pt x="282" y="453"/>
                  <a:pt x="275" y="438"/>
                  <a:pt x="275" y="424"/>
                </a:cubicBezTo>
                <a:cubicBezTo>
                  <a:pt x="275" y="248"/>
                  <a:pt x="275" y="248"/>
                  <a:pt x="275" y="248"/>
                </a:cubicBezTo>
                <a:cubicBezTo>
                  <a:pt x="240" y="290"/>
                  <a:pt x="240" y="290"/>
                  <a:pt x="240" y="290"/>
                </a:cubicBezTo>
                <a:cubicBezTo>
                  <a:pt x="233" y="297"/>
                  <a:pt x="226" y="297"/>
                  <a:pt x="219" y="297"/>
                </a:cubicBezTo>
                <a:cubicBezTo>
                  <a:pt x="197" y="297"/>
                  <a:pt x="190" y="290"/>
                  <a:pt x="190" y="269"/>
                </a:cubicBezTo>
                <a:cubicBezTo>
                  <a:pt x="190" y="262"/>
                  <a:pt x="190" y="255"/>
                  <a:pt x="197" y="255"/>
                </a:cubicBezTo>
                <a:cubicBezTo>
                  <a:pt x="282" y="156"/>
                  <a:pt x="282" y="156"/>
                  <a:pt x="282" y="156"/>
                </a:cubicBezTo>
                <a:cubicBezTo>
                  <a:pt x="282" y="156"/>
                  <a:pt x="289" y="149"/>
                  <a:pt x="304" y="149"/>
                </a:cubicBezTo>
                <a:cubicBezTo>
                  <a:pt x="311" y="149"/>
                  <a:pt x="318" y="156"/>
                  <a:pt x="325" y="156"/>
                </a:cubicBezTo>
                <a:cubicBezTo>
                  <a:pt x="410" y="255"/>
                  <a:pt x="410" y="255"/>
                  <a:pt x="410" y="255"/>
                </a:cubicBezTo>
                <a:cubicBezTo>
                  <a:pt x="410" y="255"/>
                  <a:pt x="417" y="262"/>
                  <a:pt x="417" y="269"/>
                </a:cubicBezTo>
                <a:cubicBezTo>
                  <a:pt x="417" y="290"/>
                  <a:pt x="402" y="297"/>
                  <a:pt x="388" y="29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7" name="Freeform 115"/>
          <p:cNvSpPr/>
          <p:nvPr/>
        </p:nvSpPr>
        <p:spPr>
          <a:xfrm>
            <a:off x="4286160" y="876240"/>
            <a:ext cx="216000" cy="217440"/>
          </a:xfrm>
          <a:custGeom>
            <a:avLst/>
            <a:gdLst/>
            <a:ahLst/>
            <a:rect l="l" t="t" r="r" b="b"/>
            <a:pathLst>
              <a:path w="601" h="602">
                <a:moveTo>
                  <a:pt x="296" y="601"/>
                </a:moveTo>
                <a:lnTo>
                  <a:pt x="296" y="601"/>
                </a:lnTo>
                <a:cubicBezTo>
                  <a:pt x="134" y="601"/>
                  <a:pt x="0" y="467"/>
                  <a:pt x="0" y="297"/>
                </a:cubicBezTo>
                <a:cubicBezTo>
                  <a:pt x="0" y="135"/>
                  <a:pt x="134" y="0"/>
                  <a:pt x="296" y="0"/>
                </a:cubicBezTo>
                <a:cubicBezTo>
                  <a:pt x="466" y="0"/>
                  <a:pt x="600" y="135"/>
                  <a:pt x="600" y="297"/>
                </a:cubicBezTo>
                <a:cubicBezTo>
                  <a:pt x="600" y="467"/>
                  <a:pt x="466" y="601"/>
                  <a:pt x="296" y="601"/>
                </a:cubicBezTo>
                <a:close/>
                <a:moveTo>
                  <a:pt x="296" y="57"/>
                </a:moveTo>
                <a:lnTo>
                  <a:pt x="296" y="57"/>
                </a:lnTo>
                <a:cubicBezTo>
                  <a:pt x="162" y="57"/>
                  <a:pt x="56" y="163"/>
                  <a:pt x="56" y="297"/>
                </a:cubicBezTo>
                <a:cubicBezTo>
                  <a:pt x="56" y="431"/>
                  <a:pt x="162" y="544"/>
                  <a:pt x="296" y="544"/>
                </a:cubicBezTo>
                <a:cubicBezTo>
                  <a:pt x="431" y="544"/>
                  <a:pt x="544" y="431"/>
                  <a:pt x="544" y="297"/>
                </a:cubicBezTo>
                <a:cubicBezTo>
                  <a:pt x="544" y="163"/>
                  <a:pt x="431" y="57"/>
                  <a:pt x="296" y="57"/>
                </a:cubicBezTo>
                <a:close/>
                <a:moveTo>
                  <a:pt x="402" y="347"/>
                </a:moveTo>
                <a:lnTo>
                  <a:pt x="402" y="347"/>
                </a:lnTo>
                <a:cubicBezTo>
                  <a:pt x="318" y="438"/>
                  <a:pt x="318" y="438"/>
                  <a:pt x="318" y="438"/>
                </a:cubicBezTo>
                <a:cubicBezTo>
                  <a:pt x="318" y="446"/>
                  <a:pt x="311" y="453"/>
                  <a:pt x="296" y="453"/>
                </a:cubicBezTo>
                <a:cubicBezTo>
                  <a:pt x="289" y="453"/>
                  <a:pt x="282" y="446"/>
                  <a:pt x="275" y="438"/>
                </a:cubicBezTo>
                <a:cubicBezTo>
                  <a:pt x="190" y="347"/>
                  <a:pt x="190" y="347"/>
                  <a:pt x="190" y="347"/>
                </a:cubicBezTo>
                <a:cubicBezTo>
                  <a:pt x="190" y="340"/>
                  <a:pt x="183" y="333"/>
                  <a:pt x="183" y="325"/>
                </a:cubicBezTo>
                <a:cubicBezTo>
                  <a:pt x="183" y="311"/>
                  <a:pt x="197" y="297"/>
                  <a:pt x="211" y="297"/>
                </a:cubicBezTo>
                <a:cubicBezTo>
                  <a:pt x="226" y="297"/>
                  <a:pt x="233" y="304"/>
                  <a:pt x="233" y="311"/>
                </a:cubicBezTo>
                <a:cubicBezTo>
                  <a:pt x="268" y="347"/>
                  <a:pt x="268" y="347"/>
                  <a:pt x="268" y="347"/>
                </a:cubicBezTo>
                <a:cubicBezTo>
                  <a:pt x="268" y="177"/>
                  <a:pt x="268" y="177"/>
                  <a:pt x="268" y="177"/>
                </a:cubicBezTo>
                <a:cubicBezTo>
                  <a:pt x="268" y="163"/>
                  <a:pt x="282" y="149"/>
                  <a:pt x="296" y="149"/>
                </a:cubicBezTo>
                <a:cubicBezTo>
                  <a:pt x="318" y="149"/>
                  <a:pt x="325" y="163"/>
                  <a:pt x="325" y="177"/>
                </a:cubicBezTo>
                <a:cubicBezTo>
                  <a:pt x="325" y="347"/>
                  <a:pt x="325" y="347"/>
                  <a:pt x="325" y="347"/>
                </a:cubicBezTo>
                <a:cubicBezTo>
                  <a:pt x="360" y="311"/>
                  <a:pt x="360" y="311"/>
                  <a:pt x="360" y="311"/>
                </a:cubicBezTo>
                <a:cubicBezTo>
                  <a:pt x="367" y="304"/>
                  <a:pt x="374" y="297"/>
                  <a:pt x="381" y="297"/>
                </a:cubicBezTo>
                <a:cubicBezTo>
                  <a:pt x="402" y="297"/>
                  <a:pt x="409" y="311"/>
                  <a:pt x="409" y="325"/>
                </a:cubicBezTo>
                <a:cubicBezTo>
                  <a:pt x="409" y="333"/>
                  <a:pt x="409" y="340"/>
                  <a:pt x="402" y="34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8" name="Freeform 116"/>
          <p:cNvSpPr/>
          <p:nvPr/>
        </p:nvSpPr>
        <p:spPr>
          <a:xfrm>
            <a:off x="3905280" y="876240"/>
            <a:ext cx="218880" cy="217440"/>
          </a:xfrm>
          <a:custGeom>
            <a:avLst/>
            <a:gdLst/>
            <a:ahLst/>
            <a:rect l="l" t="t" r="r" b="b"/>
            <a:pathLst>
              <a:path w="609" h="602">
                <a:moveTo>
                  <a:pt x="304" y="601"/>
                </a:moveTo>
                <a:lnTo>
                  <a:pt x="304" y="601"/>
                </a:lnTo>
                <a:cubicBezTo>
                  <a:pt x="135" y="601"/>
                  <a:pt x="0" y="467"/>
                  <a:pt x="0" y="297"/>
                </a:cubicBezTo>
                <a:cubicBezTo>
                  <a:pt x="0" y="135"/>
                  <a:pt x="135" y="0"/>
                  <a:pt x="304" y="0"/>
                </a:cubicBezTo>
                <a:cubicBezTo>
                  <a:pt x="474" y="0"/>
                  <a:pt x="608" y="135"/>
                  <a:pt x="608" y="297"/>
                </a:cubicBezTo>
                <a:cubicBezTo>
                  <a:pt x="608" y="467"/>
                  <a:pt x="474" y="601"/>
                  <a:pt x="304" y="601"/>
                </a:cubicBezTo>
                <a:close/>
                <a:moveTo>
                  <a:pt x="57" y="297"/>
                </a:moveTo>
                <a:lnTo>
                  <a:pt x="57" y="297"/>
                </a:lnTo>
                <a:cubicBezTo>
                  <a:pt x="57" y="431"/>
                  <a:pt x="170" y="544"/>
                  <a:pt x="304" y="544"/>
                </a:cubicBezTo>
                <a:cubicBezTo>
                  <a:pt x="361" y="544"/>
                  <a:pt x="417" y="523"/>
                  <a:pt x="460" y="488"/>
                </a:cubicBezTo>
                <a:cubicBezTo>
                  <a:pt x="113" y="149"/>
                  <a:pt x="113" y="149"/>
                  <a:pt x="113" y="149"/>
                </a:cubicBezTo>
                <a:cubicBezTo>
                  <a:pt x="78" y="191"/>
                  <a:pt x="57" y="241"/>
                  <a:pt x="57" y="297"/>
                </a:cubicBezTo>
                <a:close/>
                <a:moveTo>
                  <a:pt x="304" y="57"/>
                </a:moveTo>
                <a:lnTo>
                  <a:pt x="304" y="57"/>
                </a:lnTo>
                <a:cubicBezTo>
                  <a:pt x="248" y="57"/>
                  <a:pt x="191" y="71"/>
                  <a:pt x="149" y="106"/>
                </a:cubicBezTo>
                <a:cubicBezTo>
                  <a:pt x="495" y="453"/>
                  <a:pt x="495" y="453"/>
                  <a:pt x="495" y="453"/>
                </a:cubicBezTo>
                <a:cubicBezTo>
                  <a:pt x="530" y="410"/>
                  <a:pt x="552" y="354"/>
                  <a:pt x="552" y="297"/>
                </a:cubicBezTo>
                <a:cubicBezTo>
                  <a:pt x="552" y="163"/>
                  <a:pt x="439" y="57"/>
                  <a:pt x="304" y="5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9" name="Freeform 117"/>
          <p:cNvSpPr/>
          <p:nvPr/>
        </p:nvSpPr>
        <p:spPr>
          <a:xfrm>
            <a:off x="3525840" y="876240"/>
            <a:ext cx="217440" cy="217440"/>
          </a:xfrm>
          <a:custGeom>
            <a:avLst/>
            <a:gdLst/>
            <a:ahLst/>
            <a:rect l="l" t="t" r="r" b="b"/>
            <a:pathLst>
              <a:path w="602" h="602">
                <a:moveTo>
                  <a:pt x="304" y="601"/>
                </a:moveTo>
                <a:lnTo>
                  <a:pt x="304" y="601"/>
                </a:lnTo>
                <a:cubicBezTo>
                  <a:pt x="135" y="601"/>
                  <a:pt x="0" y="467"/>
                  <a:pt x="0" y="297"/>
                </a:cubicBezTo>
                <a:cubicBezTo>
                  <a:pt x="0" y="135"/>
                  <a:pt x="135" y="0"/>
                  <a:pt x="304" y="0"/>
                </a:cubicBezTo>
                <a:cubicBezTo>
                  <a:pt x="467" y="0"/>
                  <a:pt x="601" y="135"/>
                  <a:pt x="601" y="297"/>
                </a:cubicBezTo>
                <a:cubicBezTo>
                  <a:pt x="601" y="467"/>
                  <a:pt x="467" y="601"/>
                  <a:pt x="304" y="601"/>
                </a:cubicBezTo>
                <a:close/>
                <a:moveTo>
                  <a:pt x="304" y="57"/>
                </a:moveTo>
                <a:lnTo>
                  <a:pt x="304" y="57"/>
                </a:lnTo>
                <a:cubicBezTo>
                  <a:pt x="170" y="57"/>
                  <a:pt x="57" y="163"/>
                  <a:pt x="57" y="297"/>
                </a:cubicBezTo>
                <a:cubicBezTo>
                  <a:pt x="57" y="431"/>
                  <a:pt x="170" y="544"/>
                  <a:pt x="304" y="544"/>
                </a:cubicBezTo>
                <a:cubicBezTo>
                  <a:pt x="439" y="544"/>
                  <a:pt x="544" y="431"/>
                  <a:pt x="544" y="297"/>
                </a:cubicBezTo>
                <a:cubicBezTo>
                  <a:pt x="544" y="163"/>
                  <a:pt x="439" y="57"/>
                  <a:pt x="304" y="57"/>
                </a:cubicBezTo>
                <a:close/>
                <a:moveTo>
                  <a:pt x="403" y="431"/>
                </a:moveTo>
                <a:lnTo>
                  <a:pt x="403" y="431"/>
                </a:lnTo>
                <a:cubicBezTo>
                  <a:pt x="396" y="431"/>
                  <a:pt x="389" y="431"/>
                  <a:pt x="389" y="424"/>
                </a:cubicBezTo>
                <a:cubicBezTo>
                  <a:pt x="304" y="340"/>
                  <a:pt x="304" y="340"/>
                  <a:pt x="304" y="340"/>
                </a:cubicBezTo>
                <a:cubicBezTo>
                  <a:pt x="219" y="424"/>
                  <a:pt x="219" y="424"/>
                  <a:pt x="219" y="424"/>
                </a:cubicBezTo>
                <a:cubicBezTo>
                  <a:pt x="212" y="431"/>
                  <a:pt x="205" y="431"/>
                  <a:pt x="198" y="431"/>
                </a:cubicBezTo>
                <a:cubicBezTo>
                  <a:pt x="184" y="431"/>
                  <a:pt x="170" y="417"/>
                  <a:pt x="170" y="403"/>
                </a:cubicBezTo>
                <a:cubicBezTo>
                  <a:pt x="170" y="396"/>
                  <a:pt x="170" y="389"/>
                  <a:pt x="177" y="382"/>
                </a:cubicBezTo>
                <a:cubicBezTo>
                  <a:pt x="262" y="297"/>
                  <a:pt x="262" y="297"/>
                  <a:pt x="262" y="297"/>
                </a:cubicBezTo>
                <a:cubicBezTo>
                  <a:pt x="177" y="212"/>
                  <a:pt x="177" y="212"/>
                  <a:pt x="177" y="212"/>
                </a:cubicBezTo>
                <a:cubicBezTo>
                  <a:pt x="170" y="212"/>
                  <a:pt x="170" y="205"/>
                  <a:pt x="170" y="198"/>
                </a:cubicBezTo>
                <a:cubicBezTo>
                  <a:pt x="170" y="177"/>
                  <a:pt x="184" y="170"/>
                  <a:pt x="198" y="170"/>
                </a:cubicBezTo>
                <a:cubicBezTo>
                  <a:pt x="205" y="170"/>
                  <a:pt x="212" y="170"/>
                  <a:pt x="219" y="177"/>
                </a:cubicBezTo>
                <a:cubicBezTo>
                  <a:pt x="304" y="262"/>
                  <a:pt x="304" y="262"/>
                  <a:pt x="304" y="262"/>
                </a:cubicBezTo>
                <a:cubicBezTo>
                  <a:pt x="389" y="177"/>
                  <a:pt x="389" y="177"/>
                  <a:pt x="389" y="177"/>
                </a:cubicBezTo>
                <a:cubicBezTo>
                  <a:pt x="389" y="170"/>
                  <a:pt x="396" y="170"/>
                  <a:pt x="403" y="170"/>
                </a:cubicBezTo>
                <a:cubicBezTo>
                  <a:pt x="424" y="170"/>
                  <a:pt x="431" y="177"/>
                  <a:pt x="431" y="198"/>
                </a:cubicBezTo>
                <a:cubicBezTo>
                  <a:pt x="431" y="205"/>
                  <a:pt x="431" y="212"/>
                  <a:pt x="424" y="212"/>
                </a:cubicBezTo>
                <a:cubicBezTo>
                  <a:pt x="340" y="297"/>
                  <a:pt x="340" y="297"/>
                  <a:pt x="340" y="297"/>
                </a:cubicBezTo>
                <a:cubicBezTo>
                  <a:pt x="424" y="382"/>
                  <a:pt x="424" y="382"/>
                  <a:pt x="424" y="382"/>
                </a:cubicBezTo>
                <a:cubicBezTo>
                  <a:pt x="431" y="389"/>
                  <a:pt x="431" y="396"/>
                  <a:pt x="431" y="403"/>
                </a:cubicBezTo>
                <a:cubicBezTo>
                  <a:pt x="431" y="417"/>
                  <a:pt x="424" y="431"/>
                  <a:pt x="403" y="43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0" name="Freeform 118"/>
          <p:cNvSpPr/>
          <p:nvPr/>
        </p:nvSpPr>
        <p:spPr>
          <a:xfrm>
            <a:off x="3146400" y="876240"/>
            <a:ext cx="217440" cy="217440"/>
          </a:xfrm>
          <a:custGeom>
            <a:avLst/>
            <a:gdLst/>
            <a:ahLst/>
            <a:rect l="l" t="t" r="r" b="b"/>
            <a:pathLst>
              <a:path w="602" h="602">
                <a:moveTo>
                  <a:pt x="297" y="601"/>
                </a:moveTo>
                <a:lnTo>
                  <a:pt x="297" y="601"/>
                </a:lnTo>
                <a:cubicBezTo>
                  <a:pt x="135" y="601"/>
                  <a:pt x="0" y="467"/>
                  <a:pt x="0" y="297"/>
                </a:cubicBezTo>
                <a:cubicBezTo>
                  <a:pt x="0" y="135"/>
                  <a:pt x="135" y="0"/>
                  <a:pt x="297" y="0"/>
                </a:cubicBezTo>
                <a:cubicBezTo>
                  <a:pt x="467" y="0"/>
                  <a:pt x="601" y="135"/>
                  <a:pt x="601" y="297"/>
                </a:cubicBezTo>
                <a:cubicBezTo>
                  <a:pt x="601" y="467"/>
                  <a:pt x="467" y="601"/>
                  <a:pt x="297" y="601"/>
                </a:cubicBezTo>
                <a:close/>
                <a:moveTo>
                  <a:pt x="297" y="57"/>
                </a:moveTo>
                <a:lnTo>
                  <a:pt x="297" y="57"/>
                </a:lnTo>
                <a:cubicBezTo>
                  <a:pt x="163" y="57"/>
                  <a:pt x="57" y="163"/>
                  <a:pt x="57" y="297"/>
                </a:cubicBezTo>
                <a:cubicBezTo>
                  <a:pt x="57" y="431"/>
                  <a:pt x="163" y="544"/>
                  <a:pt x="297" y="544"/>
                </a:cubicBezTo>
                <a:cubicBezTo>
                  <a:pt x="431" y="544"/>
                  <a:pt x="544" y="431"/>
                  <a:pt x="544" y="297"/>
                </a:cubicBezTo>
                <a:cubicBezTo>
                  <a:pt x="544" y="163"/>
                  <a:pt x="431" y="57"/>
                  <a:pt x="297" y="57"/>
                </a:cubicBezTo>
                <a:close/>
                <a:moveTo>
                  <a:pt x="431" y="241"/>
                </a:moveTo>
                <a:lnTo>
                  <a:pt x="431" y="241"/>
                </a:lnTo>
                <a:cubicBezTo>
                  <a:pt x="283" y="396"/>
                  <a:pt x="283" y="396"/>
                  <a:pt x="283" y="396"/>
                </a:cubicBezTo>
                <a:cubicBezTo>
                  <a:pt x="276" y="403"/>
                  <a:pt x="269" y="403"/>
                  <a:pt x="262" y="403"/>
                </a:cubicBezTo>
                <a:cubicBezTo>
                  <a:pt x="255" y="403"/>
                  <a:pt x="248" y="403"/>
                  <a:pt x="240" y="396"/>
                </a:cubicBezTo>
                <a:cubicBezTo>
                  <a:pt x="156" y="311"/>
                  <a:pt x="156" y="311"/>
                  <a:pt x="156" y="311"/>
                </a:cubicBezTo>
                <a:cubicBezTo>
                  <a:pt x="149" y="304"/>
                  <a:pt x="149" y="297"/>
                  <a:pt x="149" y="290"/>
                </a:cubicBezTo>
                <a:cubicBezTo>
                  <a:pt x="149" y="276"/>
                  <a:pt x="163" y="262"/>
                  <a:pt x="177" y="262"/>
                </a:cubicBezTo>
                <a:cubicBezTo>
                  <a:pt x="184" y="262"/>
                  <a:pt x="191" y="262"/>
                  <a:pt x="198" y="269"/>
                </a:cubicBezTo>
                <a:cubicBezTo>
                  <a:pt x="262" y="333"/>
                  <a:pt x="262" y="333"/>
                  <a:pt x="262" y="333"/>
                </a:cubicBezTo>
                <a:cubicBezTo>
                  <a:pt x="396" y="205"/>
                  <a:pt x="396" y="205"/>
                  <a:pt x="396" y="205"/>
                </a:cubicBezTo>
                <a:cubicBezTo>
                  <a:pt x="396" y="198"/>
                  <a:pt x="403" y="198"/>
                  <a:pt x="410" y="198"/>
                </a:cubicBezTo>
                <a:cubicBezTo>
                  <a:pt x="431" y="198"/>
                  <a:pt x="438" y="205"/>
                  <a:pt x="438" y="226"/>
                </a:cubicBezTo>
                <a:cubicBezTo>
                  <a:pt x="438" y="234"/>
                  <a:pt x="438" y="241"/>
                  <a:pt x="431" y="241"/>
                </a:cubicBezTo>
                <a:close/>
                <a:moveTo>
                  <a:pt x="431" y="198"/>
                </a:moveTo>
                <a:lnTo>
                  <a:pt x="431" y="198"/>
                </a:lnTo>
                <a:close/>
                <a:moveTo>
                  <a:pt x="198" y="431"/>
                </a:moveTo>
                <a:lnTo>
                  <a:pt x="198" y="431"/>
                </a:lnTo>
                <a:close/>
                <a:moveTo>
                  <a:pt x="403" y="431"/>
                </a:moveTo>
                <a:lnTo>
                  <a:pt x="403" y="431"/>
                </a:lnTo>
                <a:close/>
                <a:moveTo>
                  <a:pt x="431" y="403"/>
                </a:moveTo>
                <a:lnTo>
                  <a:pt x="431" y="40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1" name="Freeform 119"/>
          <p:cNvSpPr/>
          <p:nvPr/>
        </p:nvSpPr>
        <p:spPr>
          <a:xfrm>
            <a:off x="2765520" y="876240"/>
            <a:ext cx="218880" cy="217440"/>
          </a:xfrm>
          <a:custGeom>
            <a:avLst/>
            <a:gdLst/>
            <a:ahLst/>
            <a:rect l="l" t="t" r="r" b="b"/>
            <a:pathLst>
              <a:path w="609" h="602">
                <a:moveTo>
                  <a:pt x="304" y="601"/>
                </a:moveTo>
                <a:lnTo>
                  <a:pt x="304" y="601"/>
                </a:lnTo>
                <a:cubicBezTo>
                  <a:pt x="134" y="601"/>
                  <a:pt x="0" y="467"/>
                  <a:pt x="0" y="297"/>
                </a:cubicBezTo>
                <a:cubicBezTo>
                  <a:pt x="0" y="135"/>
                  <a:pt x="134" y="0"/>
                  <a:pt x="304" y="0"/>
                </a:cubicBezTo>
                <a:cubicBezTo>
                  <a:pt x="474" y="0"/>
                  <a:pt x="608" y="135"/>
                  <a:pt x="608" y="297"/>
                </a:cubicBezTo>
                <a:cubicBezTo>
                  <a:pt x="608" y="467"/>
                  <a:pt x="474" y="601"/>
                  <a:pt x="304" y="601"/>
                </a:cubicBezTo>
                <a:close/>
                <a:moveTo>
                  <a:pt x="304" y="57"/>
                </a:moveTo>
                <a:lnTo>
                  <a:pt x="304" y="57"/>
                </a:lnTo>
                <a:cubicBezTo>
                  <a:pt x="170" y="57"/>
                  <a:pt x="57" y="163"/>
                  <a:pt x="57" y="297"/>
                </a:cubicBezTo>
                <a:cubicBezTo>
                  <a:pt x="57" y="431"/>
                  <a:pt x="170" y="544"/>
                  <a:pt x="304" y="544"/>
                </a:cubicBezTo>
                <a:cubicBezTo>
                  <a:pt x="438" y="544"/>
                  <a:pt x="551" y="431"/>
                  <a:pt x="551" y="297"/>
                </a:cubicBezTo>
                <a:cubicBezTo>
                  <a:pt x="551" y="163"/>
                  <a:pt x="438" y="57"/>
                  <a:pt x="304" y="57"/>
                </a:cubicBezTo>
                <a:close/>
                <a:moveTo>
                  <a:pt x="424" y="325"/>
                </a:moveTo>
                <a:lnTo>
                  <a:pt x="424" y="325"/>
                </a:lnTo>
                <a:cubicBezTo>
                  <a:pt x="368" y="325"/>
                  <a:pt x="368" y="325"/>
                  <a:pt x="368" y="325"/>
                </a:cubicBezTo>
                <a:cubicBezTo>
                  <a:pt x="332" y="325"/>
                  <a:pt x="332" y="325"/>
                  <a:pt x="332" y="325"/>
                </a:cubicBezTo>
                <a:cubicBezTo>
                  <a:pt x="276" y="325"/>
                  <a:pt x="276" y="325"/>
                  <a:pt x="276" y="325"/>
                </a:cubicBezTo>
                <a:cubicBezTo>
                  <a:pt x="240" y="325"/>
                  <a:pt x="240" y="325"/>
                  <a:pt x="240" y="325"/>
                </a:cubicBezTo>
                <a:cubicBezTo>
                  <a:pt x="184" y="325"/>
                  <a:pt x="184" y="325"/>
                  <a:pt x="184" y="325"/>
                </a:cubicBezTo>
                <a:cubicBezTo>
                  <a:pt x="163" y="325"/>
                  <a:pt x="156" y="318"/>
                  <a:pt x="156" y="297"/>
                </a:cubicBezTo>
                <a:cubicBezTo>
                  <a:pt x="156" y="283"/>
                  <a:pt x="163" y="269"/>
                  <a:pt x="184" y="269"/>
                </a:cubicBezTo>
                <a:cubicBezTo>
                  <a:pt x="247" y="269"/>
                  <a:pt x="247" y="269"/>
                  <a:pt x="247" y="269"/>
                </a:cubicBezTo>
                <a:cubicBezTo>
                  <a:pt x="276" y="269"/>
                  <a:pt x="276" y="269"/>
                  <a:pt x="276" y="269"/>
                </a:cubicBezTo>
                <a:cubicBezTo>
                  <a:pt x="332" y="269"/>
                  <a:pt x="332" y="269"/>
                  <a:pt x="332" y="269"/>
                </a:cubicBezTo>
                <a:cubicBezTo>
                  <a:pt x="368" y="269"/>
                  <a:pt x="368" y="269"/>
                  <a:pt x="368" y="269"/>
                </a:cubicBezTo>
                <a:cubicBezTo>
                  <a:pt x="424" y="269"/>
                  <a:pt x="424" y="269"/>
                  <a:pt x="424" y="269"/>
                </a:cubicBezTo>
                <a:cubicBezTo>
                  <a:pt x="445" y="269"/>
                  <a:pt x="452" y="283"/>
                  <a:pt x="452" y="297"/>
                </a:cubicBezTo>
                <a:cubicBezTo>
                  <a:pt x="452" y="318"/>
                  <a:pt x="445" y="325"/>
                  <a:pt x="424" y="32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2" name="Freeform 120"/>
          <p:cNvSpPr/>
          <p:nvPr/>
        </p:nvSpPr>
        <p:spPr>
          <a:xfrm>
            <a:off x="2386080" y="876240"/>
            <a:ext cx="217440" cy="217440"/>
          </a:xfrm>
          <a:custGeom>
            <a:avLst/>
            <a:gdLst/>
            <a:ahLst/>
            <a:rect l="l" t="t" r="r" b="b"/>
            <a:pathLst>
              <a:path w="602" h="602">
                <a:moveTo>
                  <a:pt x="304" y="601"/>
                </a:moveTo>
                <a:lnTo>
                  <a:pt x="304" y="601"/>
                </a:lnTo>
                <a:cubicBezTo>
                  <a:pt x="134" y="601"/>
                  <a:pt x="0" y="467"/>
                  <a:pt x="0" y="297"/>
                </a:cubicBezTo>
                <a:cubicBezTo>
                  <a:pt x="0" y="135"/>
                  <a:pt x="134" y="0"/>
                  <a:pt x="304" y="0"/>
                </a:cubicBezTo>
                <a:cubicBezTo>
                  <a:pt x="467" y="0"/>
                  <a:pt x="601" y="135"/>
                  <a:pt x="601" y="297"/>
                </a:cubicBezTo>
                <a:cubicBezTo>
                  <a:pt x="601" y="467"/>
                  <a:pt x="467" y="601"/>
                  <a:pt x="304" y="601"/>
                </a:cubicBezTo>
                <a:close/>
                <a:moveTo>
                  <a:pt x="304" y="57"/>
                </a:moveTo>
                <a:lnTo>
                  <a:pt x="304" y="57"/>
                </a:lnTo>
                <a:cubicBezTo>
                  <a:pt x="170" y="57"/>
                  <a:pt x="57" y="163"/>
                  <a:pt x="57" y="297"/>
                </a:cubicBezTo>
                <a:cubicBezTo>
                  <a:pt x="57" y="431"/>
                  <a:pt x="170" y="544"/>
                  <a:pt x="304" y="544"/>
                </a:cubicBezTo>
                <a:cubicBezTo>
                  <a:pt x="438" y="544"/>
                  <a:pt x="544" y="431"/>
                  <a:pt x="544" y="297"/>
                </a:cubicBezTo>
                <a:cubicBezTo>
                  <a:pt x="544" y="163"/>
                  <a:pt x="438" y="57"/>
                  <a:pt x="304" y="57"/>
                </a:cubicBezTo>
                <a:close/>
                <a:moveTo>
                  <a:pt x="424" y="325"/>
                </a:moveTo>
                <a:lnTo>
                  <a:pt x="424" y="325"/>
                </a:lnTo>
                <a:cubicBezTo>
                  <a:pt x="332" y="325"/>
                  <a:pt x="332" y="325"/>
                  <a:pt x="332" y="325"/>
                </a:cubicBezTo>
                <a:cubicBezTo>
                  <a:pt x="332" y="424"/>
                  <a:pt x="332" y="424"/>
                  <a:pt x="332" y="424"/>
                </a:cubicBezTo>
                <a:cubicBezTo>
                  <a:pt x="332" y="438"/>
                  <a:pt x="318" y="453"/>
                  <a:pt x="304" y="453"/>
                </a:cubicBezTo>
                <a:cubicBezTo>
                  <a:pt x="283" y="453"/>
                  <a:pt x="276" y="438"/>
                  <a:pt x="276" y="424"/>
                </a:cubicBezTo>
                <a:cubicBezTo>
                  <a:pt x="276" y="325"/>
                  <a:pt x="276" y="325"/>
                  <a:pt x="276" y="325"/>
                </a:cubicBezTo>
                <a:cubicBezTo>
                  <a:pt x="177" y="325"/>
                  <a:pt x="177" y="325"/>
                  <a:pt x="177" y="325"/>
                </a:cubicBezTo>
                <a:cubicBezTo>
                  <a:pt x="163" y="325"/>
                  <a:pt x="148" y="318"/>
                  <a:pt x="148" y="297"/>
                </a:cubicBezTo>
                <a:cubicBezTo>
                  <a:pt x="148" y="283"/>
                  <a:pt x="163" y="269"/>
                  <a:pt x="177" y="269"/>
                </a:cubicBezTo>
                <a:cubicBezTo>
                  <a:pt x="276" y="269"/>
                  <a:pt x="276" y="269"/>
                  <a:pt x="276" y="269"/>
                </a:cubicBezTo>
                <a:cubicBezTo>
                  <a:pt x="276" y="177"/>
                  <a:pt x="276" y="177"/>
                  <a:pt x="276" y="177"/>
                </a:cubicBezTo>
                <a:cubicBezTo>
                  <a:pt x="276" y="163"/>
                  <a:pt x="283" y="149"/>
                  <a:pt x="304" y="149"/>
                </a:cubicBezTo>
                <a:cubicBezTo>
                  <a:pt x="318" y="149"/>
                  <a:pt x="332" y="163"/>
                  <a:pt x="332" y="177"/>
                </a:cubicBezTo>
                <a:cubicBezTo>
                  <a:pt x="332" y="269"/>
                  <a:pt x="332" y="269"/>
                  <a:pt x="332" y="269"/>
                </a:cubicBezTo>
                <a:cubicBezTo>
                  <a:pt x="424" y="269"/>
                  <a:pt x="424" y="269"/>
                  <a:pt x="424" y="269"/>
                </a:cubicBezTo>
                <a:cubicBezTo>
                  <a:pt x="438" y="269"/>
                  <a:pt x="452" y="283"/>
                  <a:pt x="452" y="297"/>
                </a:cubicBezTo>
                <a:cubicBezTo>
                  <a:pt x="452" y="318"/>
                  <a:pt x="438" y="325"/>
                  <a:pt x="424" y="32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3" name="Freeform 121"/>
          <p:cNvSpPr/>
          <p:nvPr/>
        </p:nvSpPr>
        <p:spPr>
          <a:xfrm>
            <a:off x="6566040" y="495360"/>
            <a:ext cx="217440" cy="218880"/>
          </a:xfrm>
          <a:custGeom>
            <a:avLst/>
            <a:gdLst/>
            <a:ahLst/>
            <a:rect l="l" t="t" r="r" b="b"/>
            <a:pathLst>
              <a:path w="602" h="609">
                <a:moveTo>
                  <a:pt x="297" y="608"/>
                </a:moveTo>
                <a:lnTo>
                  <a:pt x="297" y="608"/>
                </a:lnTo>
                <a:cubicBezTo>
                  <a:pt x="134" y="608"/>
                  <a:pt x="0" y="474"/>
                  <a:pt x="0" y="304"/>
                </a:cubicBezTo>
                <a:cubicBezTo>
                  <a:pt x="0" y="134"/>
                  <a:pt x="134" y="0"/>
                  <a:pt x="297" y="0"/>
                </a:cubicBezTo>
                <a:cubicBezTo>
                  <a:pt x="466" y="0"/>
                  <a:pt x="601" y="134"/>
                  <a:pt x="601" y="304"/>
                </a:cubicBezTo>
                <a:cubicBezTo>
                  <a:pt x="601" y="474"/>
                  <a:pt x="466" y="608"/>
                  <a:pt x="297" y="608"/>
                </a:cubicBezTo>
                <a:close/>
                <a:moveTo>
                  <a:pt x="466" y="127"/>
                </a:moveTo>
                <a:lnTo>
                  <a:pt x="466" y="127"/>
                </a:lnTo>
                <a:cubicBezTo>
                  <a:pt x="466" y="127"/>
                  <a:pt x="466" y="127"/>
                  <a:pt x="466" y="120"/>
                </a:cubicBezTo>
                <a:lnTo>
                  <a:pt x="459" y="120"/>
                </a:lnTo>
                <a:cubicBezTo>
                  <a:pt x="459" y="120"/>
                  <a:pt x="459" y="120"/>
                  <a:pt x="459" y="127"/>
                </a:cubicBezTo>
                <a:cubicBezTo>
                  <a:pt x="459" y="127"/>
                  <a:pt x="459" y="127"/>
                  <a:pt x="466" y="127"/>
                </a:cubicBezTo>
                <a:cubicBezTo>
                  <a:pt x="466" y="134"/>
                  <a:pt x="466" y="134"/>
                  <a:pt x="459" y="134"/>
                </a:cubicBezTo>
                <a:cubicBezTo>
                  <a:pt x="459" y="141"/>
                  <a:pt x="459" y="141"/>
                  <a:pt x="459" y="141"/>
                </a:cubicBezTo>
                <a:lnTo>
                  <a:pt x="452" y="141"/>
                </a:lnTo>
                <a:cubicBezTo>
                  <a:pt x="452" y="141"/>
                  <a:pt x="452" y="141"/>
                  <a:pt x="459" y="141"/>
                </a:cubicBezTo>
                <a:cubicBezTo>
                  <a:pt x="459" y="141"/>
                  <a:pt x="459" y="141"/>
                  <a:pt x="466" y="141"/>
                </a:cubicBezTo>
                <a:cubicBezTo>
                  <a:pt x="466" y="134"/>
                  <a:pt x="466" y="134"/>
                  <a:pt x="466" y="134"/>
                </a:cubicBezTo>
                <a:cubicBezTo>
                  <a:pt x="466" y="127"/>
                  <a:pt x="466" y="127"/>
                  <a:pt x="474" y="127"/>
                </a:cubicBezTo>
                <a:lnTo>
                  <a:pt x="466" y="127"/>
                </a:lnTo>
                <a:close/>
                <a:moveTo>
                  <a:pt x="474" y="134"/>
                </a:moveTo>
                <a:lnTo>
                  <a:pt x="474" y="134"/>
                </a:lnTo>
                <a:close/>
                <a:moveTo>
                  <a:pt x="544" y="339"/>
                </a:moveTo>
                <a:lnTo>
                  <a:pt x="544" y="339"/>
                </a:lnTo>
                <a:cubicBezTo>
                  <a:pt x="544" y="332"/>
                  <a:pt x="544" y="325"/>
                  <a:pt x="544" y="325"/>
                </a:cubicBezTo>
                <a:cubicBezTo>
                  <a:pt x="544" y="318"/>
                  <a:pt x="544" y="325"/>
                  <a:pt x="537" y="325"/>
                </a:cubicBezTo>
                <a:cubicBezTo>
                  <a:pt x="537" y="318"/>
                  <a:pt x="537" y="318"/>
                  <a:pt x="537" y="318"/>
                </a:cubicBezTo>
                <a:cubicBezTo>
                  <a:pt x="537" y="318"/>
                  <a:pt x="537" y="318"/>
                  <a:pt x="537" y="325"/>
                </a:cubicBezTo>
                <a:cubicBezTo>
                  <a:pt x="537" y="325"/>
                  <a:pt x="530" y="332"/>
                  <a:pt x="537" y="332"/>
                </a:cubicBezTo>
                <a:cubicBezTo>
                  <a:pt x="537" y="339"/>
                  <a:pt x="537" y="339"/>
                  <a:pt x="544" y="339"/>
                </a:cubicBezTo>
                <a:close/>
                <a:moveTo>
                  <a:pt x="64" y="361"/>
                </a:moveTo>
                <a:lnTo>
                  <a:pt x="64" y="361"/>
                </a:lnTo>
                <a:cubicBezTo>
                  <a:pt x="71" y="361"/>
                  <a:pt x="71" y="361"/>
                  <a:pt x="71" y="361"/>
                </a:cubicBezTo>
                <a:cubicBezTo>
                  <a:pt x="71" y="354"/>
                  <a:pt x="71" y="354"/>
                  <a:pt x="71" y="354"/>
                </a:cubicBezTo>
                <a:cubicBezTo>
                  <a:pt x="71" y="354"/>
                  <a:pt x="71" y="354"/>
                  <a:pt x="64" y="354"/>
                </a:cubicBezTo>
                <a:lnTo>
                  <a:pt x="64" y="361"/>
                </a:lnTo>
                <a:cubicBezTo>
                  <a:pt x="64" y="354"/>
                  <a:pt x="64" y="354"/>
                  <a:pt x="64" y="354"/>
                </a:cubicBezTo>
                <a:cubicBezTo>
                  <a:pt x="64" y="354"/>
                  <a:pt x="64" y="354"/>
                  <a:pt x="57" y="354"/>
                </a:cubicBezTo>
                <a:cubicBezTo>
                  <a:pt x="64" y="361"/>
                  <a:pt x="64" y="361"/>
                  <a:pt x="64" y="361"/>
                </a:cubicBezTo>
                <a:close/>
                <a:moveTo>
                  <a:pt x="71" y="269"/>
                </a:moveTo>
                <a:lnTo>
                  <a:pt x="71" y="269"/>
                </a:lnTo>
                <a:close/>
                <a:moveTo>
                  <a:pt x="71" y="226"/>
                </a:moveTo>
                <a:lnTo>
                  <a:pt x="71" y="226"/>
                </a:lnTo>
                <a:lnTo>
                  <a:pt x="71" y="219"/>
                </a:lnTo>
                <a:lnTo>
                  <a:pt x="71" y="226"/>
                </a:lnTo>
                <a:close/>
                <a:moveTo>
                  <a:pt x="134" y="127"/>
                </a:moveTo>
                <a:lnTo>
                  <a:pt x="134" y="127"/>
                </a:lnTo>
                <a:cubicBezTo>
                  <a:pt x="134" y="127"/>
                  <a:pt x="134" y="127"/>
                  <a:pt x="127" y="127"/>
                </a:cubicBezTo>
                <a:cubicBezTo>
                  <a:pt x="134" y="127"/>
                  <a:pt x="134" y="127"/>
                  <a:pt x="134" y="127"/>
                </a:cubicBezTo>
                <a:close/>
                <a:moveTo>
                  <a:pt x="127" y="134"/>
                </a:moveTo>
                <a:lnTo>
                  <a:pt x="127" y="134"/>
                </a:lnTo>
                <a:close/>
                <a:moveTo>
                  <a:pt x="191" y="85"/>
                </a:moveTo>
                <a:lnTo>
                  <a:pt x="191" y="85"/>
                </a:lnTo>
                <a:lnTo>
                  <a:pt x="198" y="85"/>
                </a:lnTo>
                <a:lnTo>
                  <a:pt x="191" y="85"/>
                </a:lnTo>
                <a:cubicBezTo>
                  <a:pt x="198" y="85"/>
                  <a:pt x="198" y="85"/>
                  <a:pt x="198" y="85"/>
                </a:cubicBezTo>
                <a:lnTo>
                  <a:pt x="198" y="92"/>
                </a:lnTo>
                <a:lnTo>
                  <a:pt x="198" y="85"/>
                </a:lnTo>
                <a:cubicBezTo>
                  <a:pt x="191" y="85"/>
                  <a:pt x="191" y="92"/>
                  <a:pt x="191" y="92"/>
                </a:cubicBezTo>
                <a:cubicBezTo>
                  <a:pt x="191" y="92"/>
                  <a:pt x="191" y="92"/>
                  <a:pt x="191" y="85"/>
                </a:cubicBezTo>
                <a:cubicBezTo>
                  <a:pt x="191" y="92"/>
                  <a:pt x="191" y="92"/>
                  <a:pt x="191" y="92"/>
                </a:cubicBezTo>
                <a:cubicBezTo>
                  <a:pt x="191" y="92"/>
                  <a:pt x="191" y="92"/>
                  <a:pt x="198" y="92"/>
                </a:cubicBezTo>
                <a:lnTo>
                  <a:pt x="191" y="92"/>
                </a:lnTo>
                <a:lnTo>
                  <a:pt x="198" y="92"/>
                </a:lnTo>
                <a:lnTo>
                  <a:pt x="191" y="92"/>
                </a:lnTo>
                <a:cubicBezTo>
                  <a:pt x="198" y="92"/>
                  <a:pt x="198" y="92"/>
                  <a:pt x="198" y="92"/>
                </a:cubicBezTo>
                <a:cubicBezTo>
                  <a:pt x="198" y="92"/>
                  <a:pt x="205" y="99"/>
                  <a:pt x="198" y="99"/>
                </a:cubicBezTo>
                <a:lnTo>
                  <a:pt x="191" y="99"/>
                </a:lnTo>
                <a:lnTo>
                  <a:pt x="198" y="99"/>
                </a:lnTo>
                <a:cubicBezTo>
                  <a:pt x="191" y="99"/>
                  <a:pt x="191" y="99"/>
                  <a:pt x="191" y="99"/>
                </a:cubicBezTo>
                <a:cubicBezTo>
                  <a:pt x="191" y="106"/>
                  <a:pt x="184" y="106"/>
                  <a:pt x="191" y="106"/>
                </a:cubicBezTo>
                <a:cubicBezTo>
                  <a:pt x="191" y="99"/>
                  <a:pt x="191" y="99"/>
                  <a:pt x="191" y="99"/>
                </a:cubicBezTo>
                <a:cubicBezTo>
                  <a:pt x="191" y="106"/>
                  <a:pt x="191" y="106"/>
                  <a:pt x="191" y="106"/>
                </a:cubicBezTo>
                <a:lnTo>
                  <a:pt x="198" y="106"/>
                </a:lnTo>
                <a:cubicBezTo>
                  <a:pt x="198" y="106"/>
                  <a:pt x="198" y="106"/>
                  <a:pt x="205" y="106"/>
                </a:cubicBezTo>
                <a:cubicBezTo>
                  <a:pt x="212" y="106"/>
                  <a:pt x="212" y="106"/>
                  <a:pt x="212" y="106"/>
                </a:cubicBezTo>
                <a:cubicBezTo>
                  <a:pt x="212" y="113"/>
                  <a:pt x="212" y="113"/>
                  <a:pt x="212" y="113"/>
                </a:cubicBezTo>
                <a:cubicBezTo>
                  <a:pt x="212" y="113"/>
                  <a:pt x="205" y="113"/>
                  <a:pt x="205" y="106"/>
                </a:cubicBezTo>
                <a:cubicBezTo>
                  <a:pt x="205" y="113"/>
                  <a:pt x="212" y="113"/>
                  <a:pt x="205" y="113"/>
                </a:cubicBezTo>
                <a:cubicBezTo>
                  <a:pt x="198" y="106"/>
                  <a:pt x="198" y="106"/>
                  <a:pt x="198" y="106"/>
                </a:cubicBezTo>
                <a:lnTo>
                  <a:pt x="198" y="113"/>
                </a:lnTo>
                <a:cubicBezTo>
                  <a:pt x="191" y="106"/>
                  <a:pt x="191" y="106"/>
                  <a:pt x="191" y="106"/>
                </a:cubicBezTo>
                <a:cubicBezTo>
                  <a:pt x="191" y="106"/>
                  <a:pt x="191" y="106"/>
                  <a:pt x="191" y="113"/>
                </a:cubicBezTo>
                <a:cubicBezTo>
                  <a:pt x="198" y="113"/>
                  <a:pt x="198" y="113"/>
                  <a:pt x="198" y="113"/>
                </a:cubicBezTo>
                <a:lnTo>
                  <a:pt x="198" y="106"/>
                </a:lnTo>
                <a:cubicBezTo>
                  <a:pt x="198" y="113"/>
                  <a:pt x="198" y="113"/>
                  <a:pt x="198" y="113"/>
                </a:cubicBezTo>
                <a:lnTo>
                  <a:pt x="191" y="113"/>
                </a:lnTo>
                <a:cubicBezTo>
                  <a:pt x="198" y="113"/>
                  <a:pt x="191" y="113"/>
                  <a:pt x="191" y="120"/>
                </a:cubicBezTo>
                <a:cubicBezTo>
                  <a:pt x="191" y="120"/>
                  <a:pt x="191" y="113"/>
                  <a:pt x="198" y="113"/>
                </a:cubicBezTo>
                <a:lnTo>
                  <a:pt x="198" y="120"/>
                </a:lnTo>
                <a:cubicBezTo>
                  <a:pt x="198" y="120"/>
                  <a:pt x="198" y="120"/>
                  <a:pt x="198" y="113"/>
                </a:cubicBezTo>
                <a:lnTo>
                  <a:pt x="205" y="113"/>
                </a:lnTo>
                <a:cubicBezTo>
                  <a:pt x="205" y="113"/>
                  <a:pt x="205" y="113"/>
                  <a:pt x="212" y="113"/>
                </a:cubicBezTo>
                <a:lnTo>
                  <a:pt x="205" y="113"/>
                </a:lnTo>
                <a:cubicBezTo>
                  <a:pt x="205" y="120"/>
                  <a:pt x="205" y="120"/>
                  <a:pt x="212" y="120"/>
                </a:cubicBezTo>
                <a:cubicBezTo>
                  <a:pt x="205" y="120"/>
                  <a:pt x="205" y="120"/>
                  <a:pt x="205" y="120"/>
                </a:cubicBezTo>
                <a:lnTo>
                  <a:pt x="205" y="127"/>
                </a:lnTo>
                <a:cubicBezTo>
                  <a:pt x="198" y="127"/>
                  <a:pt x="198" y="127"/>
                  <a:pt x="198" y="127"/>
                </a:cubicBezTo>
                <a:cubicBezTo>
                  <a:pt x="198" y="127"/>
                  <a:pt x="198" y="127"/>
                  <a:pt x="191" y="127"/>
                </a:cubicBezTo>
                <a:lnTo>
                  <a:pt x="191" y="134"/>
                </a:lnTo>
                <a:cubicBezTo>
                  <a:pt x="191" y="134"/>
                  <a:pt x="191" y="134"/>
                  <a:pt x="191" y="141"/>
                </a:cubicBezTo>
                <a:cubicBezTo>
                  <a:pt x="191" y="141"/>
                  <a:pt x="191" y="141"/>
                  <a:pt x="184" y="141"/>
                </a:cubicBezTo>
                <a:cubicBezTo>
                  <a:pt x="184" y="141"/>
                  <a:pt x="184" y="149"/>
                  <a:pt x="177" y="149"/>
                </a:cubicBezTo>
                <a:cubicBezTo>
                  <a:pt x="177" y="149"/>
                  <a:pt x="177" y="149"/>
                  <a:pt x="177" y="141"/>
                </a:cubicBezTo>
                <a:cubicBezTo>
                  <a:pt x="177" y="141"/>
                  <a:pt x="177" y="141"/>
                  <a:pt x="177" y="149"/>
                </a:cubicBezTo>
                <a:cubicBezTo>
                  <a:pt x="170" y="149"/>
                  <a:pt x="177" y="149"/>
                  <a:pt x="170" y="149"/>
                </a:cubicBezTo>
                <a:cubicBezTo>
                  <a:pt x="170" y="149"/>
                  <a:pt x="170" y="149"/>
                  <a:pt x="177" y="149"/>
                </a:cubicBezTo>
                <a:cubicBezTo>
                  <a:pt x="170" y="149"/>
                  <a:pt x="170" y="149"/>
                  <a:pt x="170" y="149"/>
                </a:cubicBezTo>
                <a:cubicBezTo>
                  <a:pt x="170" y="156"/>
                  <a:pt x="170" y="149"/>
                  <a:pt x="170" y="156"/>
                </a:cubicBezTo>
                <a:lnTo>
                  <a:pt x="177" y="156"/>
                </a:lnTo>
                <a:cubicBezTo>
                  <a:pt x="170" y="156"/>
                  <a:pt x="170" y="156"/>
                  <a:pt x="170" y="156"/>
                </a:cubicBezTo>
                <a:cubicBezTo>
                  <a:pt x="170" y="156"/>
                  <a:pt x="170" y="156"/>
                  <a:pt x="170" y="163"/>
                </a:cubicBezTo>
                <a:cubicBezTo>
                  <a:pt x="170" y="163"/>
                  <a:pt x="170" y="163"/>
                  <a:pt x="170" y="170"/>
                </a:cubicBezTo>
                <a:cubicBezTo>
                  <a:pt x="170" y="170"/>
                  <a:pt x="170" y="170"/>
                  <a:pt x="170" y="177"/>
                </a:cubicBezTo>
                <a:cubicBezTo>
                  <a:pt x="170" y="177"/>
                  <a:pt x="170" y="177"/>
                  <a:pt x="163" y="177"/>
                </a:cubicBezTo>
                <a:lnTo>
                  <a:pt x="170" y="177"/>
                </a:lnTo>
                <a:cubicBezTo>
                  <a:pt x="170" y="177"/>
                  <a:pt x="170" y="177"/>
                  <a:pt x="163" y="177"/>
                </a:cubicBezTo>
                <a:cubicBezTo>
                  <a:pt x="155" y="177"/>
                  <a:pt x="163" y="177"/>
                  <a:pt x="155" y="177"/>
                </a:cubicBezTo>
                <a:lnTo>
                  <a:pt x="163" y="177"/>
                </a:lnTo>
                <a:lnTo>
                  <a:pt x="155" y="177"/>
                </a:lnTo>
                <a:lnTo>
                  <a:pt x="155" y="170"/>
                </a:lnTo>
                <a:lnTo>
                  <a:pt x="155" y="177"/>
                </a:lnTo>
                <a:cubicBezTo>
                  <a:pt x="155" y="177"/>
                  <a:pt x="155" y="177"/>
                  <a:pt x="148" y="177"/>
                </a:cubicBezTo>
                <a:lnTo>
                  <a:pt x="148" y="170"/>
                </a:lnTo>
                <a:cubicBezTo>
                  <a:pt x="148" y="177"/>
                  <a:pt x="148" y="170"/>
                  <a:pt x="148" y="170"/>
                </a:cubicBezTo>
                <a:lnTo>
                  <a:pt x="148" y="177"/>
                </a:lnTo>
                <a:cubicBezTo>
                  <a:pt x="141" y="177"/>
                  <a:pt x="141" y="177"/>
                  <a:pt x="141" y="170"/>
                </a:cubicBezTo>
                <a:cubicBezTo>
                  <a:pt x="141" y="170"/>
                  <a:pt x="148" y="170"/>
                  <a:pt x="141" y="170"/>
                </a:cubicBezTo>
                <a:cubicBezTo>
                  <a:pt x="141" y="163"/>
                  <a:pt x="141" y="163"/>
                  <a:pt x="141" y="163"/>
                </a:cubicBezTo>
                <a:lnTo>
                  <a:pt x="141" y="170"/>
                </a:lnTo>
                <a:cubicBezTo>
                  <a:pt x="141" y="170"/>
                  <a:pt x="141" y="170"/>
                  <a:pt x="141" y="163"/>
                </a:cubicBezTo>
                <a:lnTo>
                  <a:pt x="141" y="170"/>
                </a:lnTo>
                <a:cubicBezTo>
                  <a:pt x="134" y="163"/>
                  <a:pt x="141" y="163"/>
                  <a:pt x="141" y="163"/>
                </a:cubicBezTo>
                <a:cubicBezTo>
                  <a:pt x="141" y="163"/>
                  <a:pt x="141" y="163"/>
                  <a:pt x="134" y="163"/>
                </a:cubicBezTo>
                <a:cubicBezTo>
                  <a:pt x="134" y="163"/>
                  <a:pt x="134" y="163"/>
                  <a:pt x="141" y="163"/>
                </a:cubicBezTo>
                <a:cubicBezTo>
                  <a:pt x="141" y="163"/>
                  <a:pt x="141" y="163"/>
                  <a:pt x="141" y="156"/>
                </a:cubicBezTo>
                <a:cubicBezTo>
                  <a:pt x="141" y="163"/>
                  <a:pt x="141" y="163"/>
                  <a:pt x="141" y="163"/>
                </a:cubicBezTo>
                <a:cubicBezTo>
                  <a:pt x="134" y="163"/>
                  <a:pt x="134" y="163"/>
                  <a:pt x="134" y="163"/>
                </a:cubicBezTo>
                <a:cubicBezTo>
                  <a:pt x="134" y="163"/>
                  <a:pt x="134" y="163"/>
                  <a:pt x="134" y="156"/>
                </a:cubicBezTo>
                <a:cubicBezTo>
                  <a:pt x="134" y="156"/>
                  <a:pt x="134" y="156"/>
                  <a:pt x="141" y="156"/>
                </a:cubicBezTo>
                <a:cubicBezTo>
                  <a:pt x="141" y="156"/>
                  <a:pt x="141" y="156"/>
                  <a:pt x="134" y="156"/>
                </a:cubicBezTo>
                <a:lnTo>
                  <a:pt x="134" y="163"/>
                </a:lnTo>
                <a:cubicBezTo>
                  <a:pt x="134" y="163"/>
                  <a:pt x="134" y="163"/>
                  <a:pt x="134" y="156"/>
                </a:cubicBezTo>
                <a:cubicBezTo>
                  <a:pt x="134" y="156"/>
                  <a:pt x="134" y="156"/>
                  <a:pt x="127" y="156"/>
                </a:cubicBezTo>
                <a:lnTo>
                  <a:pt x="127" y="149"/>
                </a:lnTo>
                <a:lnTo>
                  <a:pt x="134" y="149"/>
                </a:lnTo>
                <a:cubicBezTo>
                  <a:pt x="134" y="149"/>
                  <a:pt x="134" y="149"/>
                  <a:pt x="141" y="149"/>
                </a:cubicBezTo>
                <a:cubicBezTo>
                  <a:pt x="134" y="149"/>
                  <a:pt x="134" y="149"/>
                  <a:pt x="134" y="149"/>
                </a:cubicBezTo>
                <a:lnTo>
                  <a:pt x="127" y="149"/>
                </a:lnTo>
                <a:lnTo>
                  <a:pt x="134" y="149"/>
                </a:lnTo>
                <a:cubicBezTo>
                  <a:pt x="127" y="149"/>
                  <a:pt x="127" y="149"/>
                  <a:pt x="127" y="149"/>
                </a:cubicBezTo>
                <a:cubicBezTo>
                  <a:pt x="127" y="141"/>
                  <a:pt x="134" y="141"/>
                  <a:pt x="134" y="141"/>
                </a:cubicBezTo>
                <a:cubicBezTo>
                  <a:pt x="127" y="141"/>
                  <a:pt x="127" y="141"/>
                  <a:pt x="127" y="141"/>
                </a:cubicBezTo>
                <a:cubicBezTo>
                  <a:pt x="127" y="141"/>
                  <a:pt x="127" y="141"/>
                  <a:pt x="134" y="141"/>
                </a:cubicBezTo>
                <a:lnTo>
                  <a:pt x="127" y="141"/>
                </a:lnTo>
                <a:lnTo>
                  <a:pt x="134" y="141"/>
                </a:lnTo>
                <a:cubicBezTo>
                  <a:pt x="127" y="141"/>
                  <a:pt x="127" y="141"/>
                  <a:pt x="127" y="141"/>
                </a:cubicBezTo>
                <a:cubicBezTo>
                  <a:pt x="127" y="141"/>
                  <a:pt x="127" y="141"/>
                  <a:pt x="134" y="141"/>
                </a:cubicBezTo>
                <a:cubicBezTo>
                  <a:pt x="127" y="141"/>
                  <a:pt x="127" y="141"/>
                  <a:pt x="127" y="141"/>
                </a:cubicBezTo>
                <a:cubicBezTo>
                  <a:pt x="127" y="141"/>
                  <a:pt x="127" y="141"/>
                  <a:pt x="134" y="134"/>
                </a:cubicBezTo>
                <a:cubicBezTo>
                  <a:pt x="134" y="127"/>
                  <a:pt x="134" y="127"/>
                  <a:pt x="134" y="127"/>
                </a:cubicBezTo>
                <a:lnTo>
                  <a:pt x="127" y="127"/>
                </a:lnTo>
                <a:cubicBezTo>
                  <a:pt x="127" y="127"/>
                  <a:pt x="127" y="127"/>
                  <a:pt x="134" y="134"/>
                </a:cubicBezTo>
                <a:cubicBezTo>
                  <a:pt x="134" y="134"/>
                  <a:pt x="134" y="134"/>
                  <a:pt x="127" y="134"/>
                </a:cubicBezTo>
                <a:cubicBezTo>
                  <a:pt x="120" y="141"/>
                  <a:pt x="113" y="149"/>
                  <a:pt x="106" y="156"/>
                </a:cubicBezTo>
                <a:lnTo>
                  <a:pt x="113" y="156"/>
                </a:lnTo>
                <a:cubicBezTo>
                  <a:pt x="113" y="156"/>
                  <a:pt x="113" y="163"/>
                  <a:pt x="120" y="163"/>
                </a:cubicBezTo>
                <a:cubicBezTo>
                  <a:pt x="113" y="163"/>
                  <a:pt x="113" y="163"/>
                  <a:pt x="113" y="163"/>
                </a:cubicBezTo>
                <a:lnTo>
                  <a:pt x="113" y="170"/>
                </a:lnTo>
                <a:lnTo>
                  <a:pt x="106" y="170"/>
                </a:lnTo>
                <a:cubicBezTo>
                  <a:pt x="106" y="163"/>
                  <a:pt x="106" y="163"/>
                  <a:pt x="106" y="163"/>
                </a:cubicBezTo>
                <a:lnTo>
                  <a:pt x="99" y="163"/>
                </a:lnTo>
                <a:lnTo>
                  <a:pt x="99" y="170"/>
                </a:lnTo>
                <a:cubicBezTo>
                  <a:pt x="99" y="170"/>
                  <a:pt x="99" y="170"/>
                  <a:pt x="106" y="170"/>
                </a:cubicBezTo>
                <a:cubicBezTo>
                  <a:pt x="106" y="170"/>
                  <a:pt x="106" y="170"/>
                  <a:pt x="106" y="177"/>
                </a:cubicBezTo>
                <a:lnTo>
                  <a:pt x="106" y="170"/>
                </a:lnTo>
                <a:cubicBezTo>
                  <a:pt x="106" y="177"/>
                  <a:pt x="106" y="177"/>
                  <a:pt x="106" y="177"/>
                </a:cubicBezTo>
                <a:cubicBezTo>
                  <a:pt x="99" y="177"/>
                  <a:pt x="99" y="177"/>
                  <a:pt x="99" y="170"/>
                </a:cubicBezTo>
                <a:lnTo>
                  <a:pt x="99" y="177"/>
                </a:lnTo>
                <a:lnTo>
                  <a:pt x="99" y="170"/>
                </a:lnTo>
                <a:cubicBezTo>
                  <a:pt x="99" y="177"/>
                  <a:pt x="99" y="177"/>
                  <a:pt x="99" y="177"/>
                </a:cubicBezTo>
                <a:cubicBezTo>
                  <a:pt x="99" y="177"/>
                  <a:pt x="106" y="177"/>
                  <a:pt x="106" y="184"/>
                </a:cubicBezTo>
                <a:cubicBezTo>
                  <a:pt x="99" y="184"/>
                  <a:pt x="99" y="177"/>
                  <a:pt x="99" y="177"/>
                </a:cubicBezTo>
                <a:cubicBezTo>
                  <a:pt x="99" y="177"/>
                  <a:pt x="99" y="177"/>
                  <a:pt x="92" y="177"/>
                </a:cubicBezTo>
                <a:cubicBezTo>
                  <a:pt x="92" y="177"/>
                  <a:pt x="85" y="177"/>
                  <a:pt x="85" y="184"/>
                </a:cubicBezTo>
                <a:cubicBezTo>
                  <a:pt x="92" y="184"/>
                  <a:pt x="92" y="184"/>
                  <a:pt x="92" y="184"/>
                </a:cubicBezTo>
                <a:lnTo>
                  <a:pt x="92" y="191"/>
                </a:lnTo>
                <a:cubicBezTo>
                  <a:pt x="92" y="191"/>
                  <a:pt x="92" y="191"/>
                  <a:pt x="92" y="198"/>
                </a:cubicBezTo>
                <a:cubicBezTo>
                  <a:pt x="92" y="191"/>
                  <a:pt x="99" y="191"/>
                  <a:pt x="99" y="198"/>
                </a:cubicBezTo>
                <a:lnTo>
                  <a:pt x="99" y="191"/>
                </a:lnTo>
                <a:cubicBezTo>
                  <a:pt x="106" y="191"/>
                  <a:pt x="106" y="198"/>
                  <a:pt x="106" y="198"/>
                </a:cubicBezTo>
                <a:cubicBezTo>
                  <a:pt x="106" y="191"/>
                  <a:pt x="106" y="191"/>
                  <a:pt x="106" y="191"/>
                </a:cubicBezTo>
                <a:lnTo>
                  <a:pt x="113" y="191"/>
                </a:lnTo>
                <a:cubicBezTo>
                  <a:pt x="113" y="198"/>
                  <a:pt x="113" y="198"/>
                  <a:pt x="113" y="198"/>
                </a:cubicBezTo>
                <a:cubicBezTo>
                  <a:pt x="113" y="198"/>
                  <a:pt x="113" y="198"/>
                  <a:pt x="113" y="205"/>
                </a:cubicBezTo>
                <a:cubicBezTo>
                  <a:pt x="113" y="205"/>
                  <a:pt x="113" y="198"/>
                  <a:pt x="113" y="205"/>
                </a:cubicBezTo>
                <a:cubicBezTo>
                  <a:pt x="120" y="205"/>
                  <a:pt x="120" y="205"/>
                  <a:pt x="120" y="205"/>
                </a:cubicBezTo>
                <a:cubicBezTo>
                  <a:pt x="120" y="205"/>
                  <a:pt x="120" y="212"/>
                  <a:pt x="127" y="212"/>
                </a:cubicBezTo>
                <a:cubicBezTo>
                  <a:pt x="120" y="212"/>
                  <a:pt x="120" y="212"/>
                  <a:pt x="120" y="212"/>
                </a:cubicBezTo>
                <a:cubicBezTo>
                  <a:pt x="127" y="212"/>
                  <a:pt x="127" y="212"/>
                  <a:pt x="127" y="212"/>
                </a:cubicBezTo>
                <a:lnTo>
                  <a:pt x="134" y="212"/>
                </a:lnTo>
                <a:cubicBezTo>
                  <a:pt x="134" y="219"/>
                  <a:pt x="134" y="219"/>
                  <a:pt x="134" y="219"/>
                </a:cubicBezTo>
                <a:lnTo>
                  <a:pt x="127" y="219"/>
                </a:lnTo>
                <a:cubicBezTo>
                  <a:pt x="120" y="226"/>
                  <a:pt x="120" y="226"/>
                  <a:pt x="120" y="226"/>
                </a:cubicBezTo>
                <a:cubicBezTo>
                  <a:pt x="120" y="226"/>
                  <a:pt x="120" y="226"/>
                  <a:pt x="113" y="226"/>
                </a:cubicBezTo>
                <a:lnTo>
                  <a:pt x="106" y="226"/>
                </a:lnTo>
                <a:cubicBezTo>
                  <a:pt x="106" y="226"/>
                  <a:pt x="106" y="226"/>
                  <a:pt x="99" y="226"/>
                </a:cubicBezTo>
                <a:cubicBezTo>
                  <a:pt x="99" y="226"/>
                  <a:pt x="99" y="226"/>
                  <a:pt x="99" y="233"/>
                </a:cubicBezTo>
                <a:cubicBezTo>
                  <a:pt x="92" y="233"/>
                  <a:pt x="92" y="233"/>
                  <a:pt x="92" y="240"/>
                </a:cubicBezTo>
                <a:lnTo>
                  <a:pt x="92" y="233"/>
                </a:lnTo>
                <a:cubicBezTo>
                  <a:pt x="99" y="233"/>
                  <a:pt x="99" y="233"/>
                  <a:pt x="99" y="233"/>
                </a:cubicBezTo>
                <a:cubicBezTo>
                  <a:pt x="106" y="226"/>
                  <a:pt x="106" y="226"/>
                  <a:pt x="106" y="233"/>
                </a:cubicBezTo>
                <a:cubicBezTo>
                  <a:pt x="106" y="233"/>
                  <a:pt x="106" y="233"/>
                  <a:pt x="99" y="233"/>
                </a:cubicBezTo>
                <a:cubicBezTo>
                  <a:pt x="106" y="233"/>
                  <a:pt x="106" y="233"/>
                  <a:pt x="106" y="233"/>
                </a:cubicBezTo>
                <a:cubicBezTo>
                  <a:pt x="106" y="233"/>
                  <a:pt x="106" y="233"/>
                  <a:pt x="106" y="240"/>
                </a:cubicBezTo>
                <a:cubicBezTo>
                  <a:pt x="106" y="240"/>
                  <a:pt x="106" y="240"/>
                  <a:pt x="113" y="240"/>
                </a:cubicBezTo>
                <a:cubicBezTo>
                  <a:pt x="113" y="240"/>
                  <a:pt x="113" y="240"/>
                  <a:pt x="106" y="240"/>
                </a:cubicBezTo>
                <a:cubicBezTo>
                  <a:pt x="106" y="240"/>
                  <a:pt x="106" y="240"/>
                  <a:pt x="113" y="240"/>
                </a:cubicBezTo>
                <a:cubicBezTo>
                  <a:pt x="120" y="240"/>
                  <a:pt x="120" y="240"/>
                  <a:pt x="120" y="240"/>
                </a:cubicBezTo>
                <a:cubicBezTo>
                  <a:pt x="113" y="240"/>
                  <a:pt x="120" y="240"/>
                  <a:pt x="113" y="240"/>
                </a:cubicBezTo>
                <a:cubicBezTo>
                  <a:pt x="113" y="240"/>
                  <a:pt x="113" y="240"/>
                  <a:pt x="113" y="247"/>
                </a:cubicBezTo>
                <a:lnTo>
                  <a:pt x="113" y="240"/>
                </a:lnTo>
                <a:cubicBezTo>
                  <a:pt x="113" y="247"/>
                  <a:pt x="113" y="247"/>
                  <a:pt x="113" y="247"/>
                </a:cubicBezTo>
                <a:cubicBezTo>
                  <a:pt x="113" y="247"/>
                  <a:pt x="113" y="247"/>
                  <a:pt x="106" y="247"/>
                </a:cubicBezTo>
                <a:lnTo>
                  <a:pt x="106" y="240"/>
                </a:lnTo>
                <a:cubicBezTo>
                  <a:pt x="106" y="240"/>
                  <a:pt x="106" y="240"/>
                  <a:pt x="106" y="247"/>
                </a:cubicBezTo>
                <a:lnTo>
                  <a:pt x="106" y="240"/>
                </a:lnTo>
                <a:lnTo>
                  <a:pt x="113" y="240"/>
                </a:lnTo>
                <a:cubicBezTo>
                  <a:pt x="106" y="240"/>
                  <a:pt x="106" y="240"/>
                  <a:pt x="106" y="240"/>
                </a:cubicBezTo>
                <a:cubicBezTo>
                  <a:pt x="106" y="240"/>
                  <a:pt x="106" y="247"/>
                  <a:pt x="99" y="247"/>
                </a:cubicBezTo>
                <a:cubicBezTo>
                  <a:pt x="99" y="240"/>
                  <a:pt x="99" y="240"/>
                  <a:pt x="99" y="247"/>
                </a:cubicBezTo>
                <a:lnTo>
                  <a:pt x="99" y="240"/>
                </a:lnTo>
                <a:cubicBezTo>
                  <a:pt x="99" y="247"/>
                  <a:pt x="99" y="247"/>
                  <a:pt x="99" y="247"/>
                </a:cubicBezTo>
                <a:lnTo>
                  <a:pt x="92" y="247"/>
                </a:lnTo>
                <a:lnTo>
                  <a:pt x="92" y="254"/>
                </a:lnTo>
                <a:cubicBezTo>
                  <a:pt x="85" y="254"/>
                  <a:pt x="85" y="254"/>
                  <a:pt x="85" y="262"/>
                </a:cubicBezTo>
                <a:lnTo>
                  <a:pt x="85" y="254"/>
                </a:lnTo>
                <a:lnTo>
                  <a:pt x="85" y="262"/>
                </a:lnTo>
                <a:cubicBezTo>
                  <a:pt x="78" y="262"/>
                  <a:pt x="78" y="262"/>
                  <a:pt x="78" y="262"/>
                </a:cubicBezTo>
                <a:cubicBezTo>
                  <a:pt x="78" y="262"/>
                  <a:pt x="78" y="262"/>
                  <a:pt x="85" y="262"/>
                </a:cubicBezTo>
                <a:lnTo>
                  <a:pt x="78" y="262"/>
                </a:lnTo>
                <a:cubicBezTo>
                  <a:pt x="78" y="269"/>
                  <a:pt x="78" y="269"/>
                  <a:pt x="78" y="269"/>
                </a:cubicBezTo>
                <a:cubicBezTo>
                  <a:pt x="78" y="262"/>
                  <a:pt x="78" y="262"/>
                  <a:pt x="78" y="269"/>
                </a:cubicBezTo>
                <a:cubicBezTo>
                  <a:pt x="78" y="262"/>
                  <a:pt x="78" y="262"/>
                  <a:pt x="78" y="262"/>
                </a:cubicBezTo>
                <a:cubicBezTo>
                  <a:pt x="78" y="262"/>
                  <a:pt x="78" y="262"/>
                  <a:pt x="78" y="269"/>
                </a:cubicBezTo>
                <a:lnTo>
                  <a:pt x="71" y="269"/>
                </a:lnTo>
                <a:cubicBezTo>
                  <a:pt x="78" y="269"/>
                  <a:pt x="78" y="269"/>
                  <a:pt x="78" y="269"/>
                </a:cubicBezTo>
                <a:lnTo>
                  <a:pt x="71" y="269"/>
                </a:lnTo>
                <a:lnTo>
                  <a:pt x="78" y="269"/>
                </a:lnTo>
                <a:lnTo>
                  <a:pt x="71" y="269"/>
                </a:lnTo>
                <a:lnTo>
                  <a:pt x="78" y="269"/>
                </a:lnTo>
                <a:cubicBezTo>
                  <a:pt x="78" y="269"/>
                  <a:pt x="78" y="269"/>
                  <a:pt x="71" y="269"/>
                </a:cubicBezTo>
                <a:cubicBezTo>
                  <a:pt x="78" y="269"/>
                  <a:pt x="78" y="269"/>
                  <a:pt x="78" y="269"/>
                </a:cubicBezTo>
                <a:lnTo>
                  <a:pt x="71" y="269"/>
                </a:lnTo>
                <a:lnTo>
                  <a:pt x="78" y="269"/>
                </a:lnTo>
                <a:cubicBezTo>
                  <a:pt x="78" y="269"/>
                  <a:pt x="78" y="269"/>
                  <a:pt x="78" y="276"/>
                </a:cubicBezTo>
                <a:lnTo>
                  <a:pt x="71" y="276"/>
                </a:lnTo>
                <a:cubicBezTo>
                  <a:pt x="78" y="276"/>
                  <a:pt x="78" y="276"/>
                  <a:pt x="78" y="276"/>
                </a:cubicBezTo>
                <a:cubicBezTo>
                  <a:pt x="71" y="276"/>
                  <a:pt x="71" y="276"/>
                  <a:pt x="71" y="276"/>
                </a:cubicBezTo>
                <a:lnTo>
                  <a:pt x="78" y="276"/>
                </a:lnTo>
                <a:cubicBezTo>
                  <a:pt x="78" y="276"/>
                  <a:pt x="78" y="276"/>
                  <a:pt x="71" y="276"/>
                </a:cubicBezTo>
                <a:lnTo>
                  <a:pt x="78" y="276"/>
                </a:lnTo>
                <a:cubicBezTo>
                  <a:pt x="71" y="276"/>
                  <a:pt x="71" y="276"/>
                  <a:pt x="71" y="276"/>
                </a:cubicBezTo>
                <a:lnTo>
                  <a:pt x="71" y="283"/>
                </a:lnTo>
                <a:cubicBezTo>
                  <a:pt x="71" y="283"/>
                  <a:pt x="71" y="283"/>
                  <a:pt x="64" y="283"/>
                </a:cubicBezTo>
                <a:lnTo>
                  <a:pt x="64" y="290"/>
                </a:lnTo>
                <a:lnTo>
                  <a:pt x="64" y="297"/>
                </a:lnTo>
                <a:lnTo>
                  <a:pt x="64" y="304"/>
                </a:lnTo>
                <a:cubicBezTo>
                  <a:pt x="57" y="304"/>
                  <a:pt x="64" y="304"/>
                  <a:pt x="57" y="304"/>
                </a:cubicBezTo>
                <a:lnTo>
                  <a:pt x="57" y="297"/>
                </a:lnTo>
                <a:cubicBezTo>
                  <a:pt x="57" y="297"/>
                  <a:pt x="57" y="297"/>
                  <a:pt x="57" y="290"/>
                </a:cubicBezTo>
                <a:cubicBezTo>
                  <a:pt x="57" y="297"/>
                  <a:pt x="57" y="297"/>
                  <a:pt x="57" y="304"/>
                </a:cubicBezTo>
                <a:lnTo>
                  <a:pt x="57" y="311"/>
                </a:lnTo>
                <a:cubicBezTo>
                  <a:pt x="64" y="311"/>
                  <a:pt x="64" y="311"/>
                  <a:pt x="64" y="311"/>
                </a:cubicBezTo>
                <a:cubicBezTo>
                  <a:pt x="64" y="311"/>
                  <a:pt x="64" y="311"/>
                  <a:pt x="64" y="318"/>
                </a:cubicBezTo>
                <a:cubicBezTo>
                  <a:pt x="71" y="318"/>
                  <a:pt x="71" y="318"/>
                  <a:pt x="71" y="318"/>
                </a:cubicBezTo>
                <a:lnTo>
                  <a:pt x="78" y="318"/>
                </a:lnTo>
                <a:lnTo>
                  <a:pt x="78" y="325"/>
                </a:lnTo>
                <a:cubicBezTo>
                  <a:pt x="78" y="325"/>
                  <a:pt x="78" y="325"/>
                  <a:pt x="78" y="318"/>
                </a:cubicBezTo>
                <a:cubicBezTo>
                  <a:pt x="71" y="318"/>
                  <a:pt x="71" y="325"/>
                  <a:pt x="71" y="325"/>
                </a:cubicBezTo>
                <a:lnTo>
                  <a:pt x="71" y="318"/>
                </a:lnTo>
                <a:lnTo>
                  <a:pt x="64" y="318"/>
                </a:lnTo>
                <a:lnTo>
                  <a:pt x="57" y="318"/>
                </a:lnTo>
                <a:cubicBezTo>
                  <a:pt x="57" y="318"/>
                  <a:pt x="57" y="318"/>
                  <a:pt x="57" y="311"/>
                </a:cubicBezTo>
                <a:cubicBezTo>
                  <a:pt x="57" y="311"/>
                  <a:pt x="57" y="311"/>
                  <a:pt x="57" y="318"/>
                </a:cubicBezTo>
                <a:cubicBezTo>
                  <a:pt x="57" y="325"/>
                  <a:pt x="57" y="339"/>
                  <a:pt x="57" y="354"/>
                </a:cubicBezTo>
                <a:cubicBezTo>
                  <a:pt x="57" y="354"/>
                  <a:pt x="57" y="354"/>
                  <a:pt x="64" y="354"/>
                </a:cubicBezTo>
                <a:cubicBezTo>
                  <a:pt x="64" y="354"/>
                  <a:pt x="64" y="354"/>
                  <a:pt x="71" y="354"/>
                </a:cubicBezTo>
                <a:cubicBezTo>
                  <a:pt x="71" y="354"/>
                  <a:pt x="71" y="354"/>
                  <a:pt x="71" y="361"/>
                </a:cubicBezTo>
                <a:cubicBezTo>
                  <a:pt x="71" y="354"/>
                  <a:pt x="71" y="354"/>
                  <a:pt x="71" y="354"/>
                </a:cubicBezTo>
                <a:cubicBezTo>
                  <a:pt x="78" y="354"/>
                  <a:pt x="78" y="354"/>
                  <a:pt x="78" y="354"/>
                </a:cubicBezTo>
                <a:cubicBezTo>
                  <a:pt x="71" y="354"/>
                  <a:pt x="71" y="354"/>
                  <a:pt x="71" y="361"/>
                </a:cubicBezTo>
                <a:cubicBezTo>
                  <a:pt x="71" y="361"/>
                  <a:pt x="71" y="361"/>
                  <a:pt x="71" y="368"/>
                </a:cubicBezTo>
                <a:cubicBezTo>
                  <a:pt x="78" y="368"/>
                  <a:pt x="78" y="361"/>
                  <a:pt x="78" y="361"/>
                </a:cubicBezTo>
                <a:cubicBezTo>
                  <a:pt x="78" y="361"/>
                  <a:pt x="78" y="361"/>
                  <a:pt x="71" y="361"/>
                </a:cubicBezTo>
                <a:cubicBezTo>
                  <a:pt x="78" y="361"/>
                  <a:pt x="78" y="361"/>
                  <a:pt x="78" y="361"/>
                </a:cubicBezTo>
                <a:lnTo>
                  <a:pt x="78" y="354"/>
                </a:lnTo>
                <a:cubicBezTo>
                  <a:pt x="78" y="354"/>
                  <a:pt x="78" y="354"/>
                  <a:pt x="78" y="361"/>
                </a:cubicBezTo>
                <a:lnTo>
                  <a:pt x="85" y="361"/>
                </a:lnTo>
                <a:cubicBezTo>
                  <a:pt x="92" y="361"/>
                  <a:pt x="92" y="361"/>
                  <a:pt x="92" y="361"/>
                </a:cubicBezTo>
                <a:cubicBezTo>
                  <a:pt x="99" y="361"/>
                  <a:pt x="99" y="361"/>
                  <a:pt x="99" y="361"/>
                </a:cubicBezTo>
                <a:lnTo>
                  <a:pt x="106" y="361"/>
                </a:lnTo>
                <a:cubicBezTo>
                  <a:pt x="99" y="361"/>
                  <a:pt x="106" y="368"/>
                  <a:pt x="99" y="368"/>
                </a:cubicBezTo>
                <a:cubicBezTo>
                  <a:pt x="99" y="368"/>
                  <a:pt x="99" y="368"/>
                  <a:pt x="106" y="368"/>
                </a:cubicBezTo>
                <a:cubicBezTo>
                  <a:pt x="113" y="368"/>
                  <a:pt x="113" y="368"/>
                  <a:pt x="113" y="375"/>
                </a:cubicBezTo>
                <a:lnTo>
                  <a:pt x="113" y="368"/>
                </a:lnTo>
                <a:lnTo>
                  <a:pt x="113" y="375"/>
                </a:lnTo>
                <a:cubicBezTo>
                  <a:pt x="113" y="375"/>
                  <a:pt x="113" y="375"/>
                  <a:pt x="120" y="375"/>
                </a:cubicBezTo>
                <a:lnTo>
                  <a:pt x="127" y="375"/>
                </a:lnTo>
                <a:lnTo>
                  <a:pt x="127" y="382"/>
                </a:lnTo>
                <a:lnTo>
                  <a:pt x="134" y="382"/>
                </a:lnTo>
                <a:lnTo>
                  <a:pt x="134" y="389"/>
                </a:lnTo>
                <a:lnTo>
                  <a:pt x="127" y="389"/>
                </a:lnTo>
                <a:lnTo>
                  <a:pt x="127" y="396"/>
                </a:lnTo>
                <a:cubicBezTo>
                  <a:pt x="134" y="396"/>
                  <a:pt x="134" y="396"/>
                  <a:pt x="134" y="396"/>
                </a:cubicBezTo>
                <a:cubicBezTo>
                  <a:pt x="141" y="396"/>
                  <a:pt x="141" y="389"/>
                  <a:pt x="141" y="389"/>
                </a:cubicBezTo>
                <a:cubicBezTo>
                  <a:pt x="141" y="396"/>
                  <a:pt x="148" y="396"/>
                  <a:pt x="148" y="396"/>
                </a:cubicBezTo>
                <a:cubicBezTo>
                  <a:pt x="155" y="396"/>
                  <a:pt x="155" y="396"/>
                  <a:pt x="155" y="396"/>
                </a:cubicBezTo>
                <a:lnTo>
                  <a:pt x="163" y="396"/>
                </a:lnTo>
                <a:cubicBezTo>
                  <a:pt x="163" y="396"/>
                  <a:pt x="163" y="403"/>
                  <a:pt x="170" y="403"/>
                </a:cubicBezTo>
                <a:cubicBezTo>
                  <a:pt x="177" y="403"/>
                  <a:pt x="177" y="410"/>
                  <a:pt x="177" y="410"/>
                </a:cubicBezTo>
                <a:cubicBezTo>
                  <a:pt x="177" y="417"/>
                  <a:pt x="170" y="417"/>
                  <a:pt x="170" y="417"/>
                </a:cubicBezTo>
                <a:cubicBezTo>
                  <a:pt x="170" y="417"/>
                  <a:pt x="170" y="417"/>
                  <a:pt x="170" y="424"/>
                </a:cubicBezTo>
                <a:cubicBezTo>
                  <a:pt x="170" y="424"/>
                  <a:pt x="170" y="424"/>
                  <a:pt x="163" y="424"/>
                </a:cubicBezTo>
                <a:cubicBezTo>
                  <a:pt x="163" y="424"/>
                  <a:pt x="163" y="424"/>
                  <a:pt x="163" y="431"/>
                </a:cubicBezTo>
                <a:lnTo>
                  <a:pt x="163" y="438"/>
                </a:lnTo>
                <a:cubicBezTo>
                  <a:pt x="163" y="438"/>
                  <a:pt x="163" y="438"/>
                  <a:pt x="163" y="445"/>
                </a:cubicBezTo>
                <a:cubicBezTo>
                  <a:pt x="155" y="445"/>
                  <a:pt x="155" y="445"/>
                  <a:pt x="155" y="452"/>
                </a:cubicBezTo>
                <a:cubicBezTo>
                  <a:pt x="155" y="452"/>
                  <a:pt x="155" y="452"/>
                  <a:pt x="148" y="452"/>
                </a:cubicBezTo>
                <a:cubicBezTo>
                  <a:pt x="148" y="452"/>
                  <a:pt x="148" y="452"/>
                  <a:pt x="148" y="460"/>
                </a:cubicBezTo>
                <a:cubicBezTo>
                  <a:pt x="148" y="460"/>
                  <a:pt x="148" y="452"/>
                  <a:pt x="141" y="452"/>
                </a:cubicBezTo>
                <a:cubicBezTo>
                  <a:pt x="141" y="460"/>
                  <a:pt x="141" y="460"/>
                  <a:pt x="141" y="460"/>
                </a:cubicBezTo>
                <a:cubicBezTo>
                  <a:pt x="141" y="460"/>
                  <a:pt x="141" y="460"/>
                  <a:pt x="134" y="460"/>
                </a:cubicBezTo>
                <a:cubicBezTo>
                  <a:pt x="141" y="460"/>
                  <a:pt x="134" y="467"/>
                  <a:pt x="134" y="467"/>
                </a:cubicBezTo>
                <a:cubicBezTo>
                  <a:pt x="141" y="474"/>
                  <a:pt x="134" y="474"/>
                  <a:pt x="134" y="474"/>
                </a:cubicBezTo>
                <a:cubicBezTo>
                  <a:pt x="134" y="481"/>
                  <a:pt x="127" y="481"/>
                  <a:pt x="127" y="481"/>
                </a:cubicBezTo>
                <a:cubicBezTo>
                  <a:pt x="127" y="481"/>
                  <a:pt x="134" y="481"/>
                  <a:pt x="134" y="474"/>
                </a:cubicBezTo>
                <a:lnTo>
                  <a:pt x="127" y="474"/>
                </a:lnTo>
                <a:cubicBezTo>
                  <a:pt x="127" y="474"/>
                  <a:pt x="127" y="474"/>
                  <a:pt x="127" y="481"/>
                </a:cubicBezTo>
                <a:cubicBezTo>
                  <a:pt x="170" y="523"/>
                  <a:pt x="233" y="551"/>
                  <a:pt x="297" y="551"/>
                </a:cubicBezTo>
                <a:cubicBezTo>
                  <a:pt x="417" y="551"/>
                  <a:pt x="516" y="460"/>
                  <a:pt x="537" y="347"/>
                </a:cubicBezTo>
                <a:cubicBezTo>
                  <a:pt x="537" y="339"/>
                  <a:pt x="537" y="339"/>
                  <a:pt x="537" y="339"/>
                </a:cubicBezTo>
                <a:cubicBezTo>
                  <a:pt x="537" y="332"/>
                  <a:pt x="530" y="332"/>
                  <a:pt x="530" y="332"/>
                </a:cubicBezTo>
                <a:cubicBezTo>
                  <a:pt x="530" y="332"/>
                  <a:pt x="530" y="332"/>
                  <a:pt x="530" y="325"/>
                </a:cubicBezTo>
                <a:cubicBezTo>
                  <a:pt x="530" y="325"/>
                  <a:pt x="530" y="325"/>
                  <a:pt x="530" y="318"/>
                </a:cubicBezTo>
                <a:lnTo>
                  <a:pt x="530" y="311"/>
                </a:lnTo>
                <a:cubicBezTo>
                  <a:pt x="530" y="311"/>
                  <a:pt x="530" y="311"/>
                  <a:pt x="523" y="311"/>
                </a:cubicBezTo>
                <a:cubicBezTo>
                  <a:pt x="523" y="304"/>
                  <a:pt x="523" y="304"/>
                  <a:pt x="523" y="304"/>
                </a:cubicBezTo>
                <a:cubicBezTo>
                  <a:pt x="516" y="304"/>
                  <a:pt x="516" y="304"/>
                  <a:pt x="516" y="304"/>
                </a:cubicBezTo>
                <a:cubicBezTo>
                  <a:pt x="516" y="304"/>
                  <a:pt x="516" y="304"/>
                  <a:pt x="523" y="304"/>
                </a:cubicBezTo>
                <a:lnTo>
                  <a:pt x="516" y="304"/>
                </a:lnTo>
                <a:lnTo>
                  <a:pt x="516" y="297"/>
                </a:lnTo>
                <a:cubicBezTo>
                  <a:pt x="516" y="297"/>
                  <a:pt x="516" y="297"/>
                  <a:pt x="516" y="290"/>
                </a:cubicBezTo>
                <a:cubicBezTo>
                  <a:pt x="516" y="297"/>
                  <a:pt x="516" y="297"/>
                  <a:pt x="509" y="297"/>
                </a:cubicBezTo>
                <a:cubicBezTo>
                  <a:pt x="509" y="290"/>
                  <a:pt x="509" y="290"/>
                  <a:pt x="509" y="290"/>
                </a:cubicBezTo>
                <a:cubicBezTo>
                  <a:pt x="509" y="290"/>
                  <a:pt x="509" y="290"/>
                  <a:pt x="509" y="297"/>
                </a:cubicBezTo>
                <a:cubicBezTo>
                  <a:pt x="509" y="297"/>
                  <a:pt x="509" y="297"/>
                  <a:pt x="502" y="297"/>
                </a:cubicBezTo>
                <a:lnTo>
                  <a:pt x="502" y="304"/>
                </a:lnTo>
                <a:cubicBezTo>
                  <a:pt x="495" y="304"/>
                  <a:pt x="495" y="304"/>
                  <a:pt x="495" y="304"/>
                </a:cubicBezTo>
                <a:lnTo>
                  <a:pt x="488" y="311"/>
                </a:lnTo>
                <a:cubicBezTo>
                  <a:pt x="481" y="311"/>
                  <a:pt x="481" y="311"/>
                  <a:pt x="481" y="311"/>
                </a:cubicBezTo>
                <a:cubicBezTo>
                  <a:pt x="481" y="311"/>
                  <a:pt x="481" y="311"/>
                  <a:pt x="481" y="318"/>
                </a:cubicBezTo>
                <a:lnTo>
                  <a:pt x="481" y="325"/>
                </a:lnTo>
                <a:cubicBezTo>
                  <a:pt x="481" y="325"/>
                  <a:pt x="481" y="325"/>
                  <a:pt x="481" y="332"/>
                </a:cubicBezTo>
                <a:cubicBezTo>
                  <a:pt x="481" y="332"/>
                  <a:pt x="481" y="332"/>
                  <a:pt x="474" y="332"/>
                </a:cubicBezTo>
                <a:cubicBezTo>
                  <a:pt x="474" y="325"/>
                  <a:pt x="474" y="325"/>
                  <a:pt x="466" y="325"/>
                </a:cubicBezTo>
                <a:cubicBezTo>
                  <a:pt x="466" y="325"/>
                  <a:pt x="466" y="325"/>
                  <a:pt x="466" y="318"/>
                </a:cubicBezTo>
                <a:lnTo>
                  <a:pt x="466" y="311"/>
                </a:lnTo>
                <a:cubicBezTo>
                  <a:pt x="466" y="311"/>
                  <a:pt x="466" y="304"/>
                  <a:pt x="459" y="304"/>
                </a:cubicBezTo>
                <a:cubicBezTo>
                  <a:pt x="459" y="297"/>
                  <a:pt x="459" y="297"/>
                  <a:pt x="459" y="297"/>
                </a:cubicBezTo>
                <a:cubicBezTo>
                  <a:pt x="466" y="297"/>
                  <a:pt x="459" y="297"/>
                  <a:pt x="459" y="297"/>
                </a:cubicBezTo>
                <a:cubicBezTo>
                  <a:pt x="452" y="297"/>
                  <a:pt x="452" y="297"/>
                  <a:pt x="452" y="297"/>
                </a:cubicBezTo>
                <a:cubicBezTo>
                  <a:pt x="452" y="297"/>
                  <a:pt x="452" y="297"/>
                  <a:pt x="452" y="290"/>
                </a:cubicBezTo>
                <a:cubicBezTo>
                  <a:pt x="452" y="297"/>
                  <a:pt x="452" y="290"/>
                  <a:pt x="452" y="290"/>
                </a:cubicBezTo>
                <a:cubicBezTo>
                  <a:pt x="445" y="290"/>
                  <a:pt x="445" y="290"/>
                  <a:pt x="445" y="290"/>
                </a:cubicBezTo>
                <a:cubicBezTo>
                  <a:pt x="445" y="283"/>
                  <a:pt x="445" y="283"/>
                  <a:pt x="445" y="283"/>
                </a:cubicBezTo>
                <a:cubicBezTo>
                  <a:pt x="445" y="283"/>
                  <a:pt x="438" y="290"/>
                  <a:pt x="438" y="283"/>
                </a:cubicBezTo>
                <a:lnTo>
                  <a:pt x="431" y="283"/>
                </a:lnTo>
                <a:cubicBezTo>
                  <a:pt x="431" y="290"/>
                  <a:pt x="431" y="290"/>
                  <a:pt x="431" y="290"/>
                </a:cubicBezTo>
                <a:lnTo>
                  <a:pt x="431" y="283"/>
                </a:lnTo>
                <a:cubicBezTo>
                  <a:pt x="424" y="283"/>
                  <a:pt x="424" y="283"/>
                  <a:pt x="424" y="283"/>
                </a:cubicBezTo>
                <a:cubicBezTo>
                  <a:pt x="417" y="283"/>
                  <a:pt x="417" y="283"/>
                  <a:pt x="417" y="283"/>
                </a:cubicBezTo>
                <a:lnTo>
                  <a:pt x="410" y="283"/>
                </a:lnTo>
                <a:cubicBezTo>
                  <a:pt x="410" y="283"/>
                  <a:pt x="403" y="283"/>
                  <a:pt x="403" y="276"/>
                </a:cubicBezTo>
                <a:cubicBezTo>
                  <a:pt x="403" y="276"/>
                  <a:pt x="403" y="276"/>
                  <a:pt x="403" y="269"/>
                </a:cubicBezTo>
                <a:cubicBezTo>
                  <a:pt x="396" y="269"/>
                  <a:pt x="396" y="269"/>
                  <a:pt x="396" y="269"/>
                </a:cubicBezTo>
                <a:cubicBezTo>
                  <a:pt x="396" y="269"/>
                  <a:pt x="396" y="269"/>
                  <a:pt x="396" y="276"/>
                </a:cubicBezTo>
                <a:cubicBezTo>
                  <a:pt x="396" y="276"/>
                  <a:pt x="396" y="276"/>
                  <a:pt x="396" y="283"/>
                </a:cubicBezTo>
                <a:cubicBezTo>
                  <a:pt x="396" y="283"/>
                  <a:pt x="396" y="283"/>
                  <a:pt x="403" y="283"/>
                </a:cubicBezTo>
                <a:cubicBezTo>
                  <a:pt x="403" y="283"/>
                  <a:pt x="403" y="283"/>
                  <a:pt x="396" y="283"/>
                </a:cubicBezTo>
                <a:lnTo>
                  <a:pt x="403" y="283"/>
                </a:lnTo>
                <a:cubicBezTo>
                  <a:pt x="396" y="283"/>
                  <a:pt x="396" y="283"/>
                  <a:pt x="403" y="283"/>
                </a:cubicBezTo>
                <a:lnTo>
                  <a:pt x="403" y="290"/>
                </a:lnTo>
                <a:cubicBezTo>
                  <a:pt x="403" y="283"/>
                  <a:pt x="403" y="283"/>
                  <a:pt x="403" y="283"/>
                </a:cubicBezTo>
                <a:lnTo>
                  <a:pt x="403" y="290"/>
                </a:lnTo>
                <a:cubicBezTo>
                  <a:pt x="410" y="290"/>
                  <a:pt x="410" y="290"/>
                  <a:pt x="410" y="290"/>
                </a:cubicBezTo>
                <a:cubicBezTo>
                  <a:pt x="417" y="283"/>
                  <a:pt x="417" y="283"/>
                  <a:pt x="417" y="283"/>
                </a:cubicBezTo>
                <a:lnTo>
                  <a:pt x="417" y="290"/>
                </a:lnTo>
                <a:lnTo>
                  <a:pt x="424" y="290"/>
                </a:lnTo>
                <a:cubicBezTo>
                  <a:pt x="424" y="290"/>
                  <a:pt x="424" y="290"/>
                  <a:pt x="424" y="297"/>
                </a:cubicBezTo>
                <a:cubicBezTo>
                  <a:pt x="424" y="304"/>
                  <a:pt x="424" y="304"/>
                  <a:pt x="424" y="304"/>
                </a:cubicBezTo>
                <a:cubicBezTo>
                  <a:pt x="417" y="304"/>
                  <a:pt x="417" y="304"/>
                  <a:pt x="417" y="304"/>
                </a:cubicBezTo>
                <a:lnTo>
                  <a:pt x="417" y="311"/>
                </a:lnTo>
                <a:cubicBezTo>
                  <a:pt x="410" y="311"/>
                  <a:pt x="410" y="311"/>
                  <a:pt x="410" y="311"/>
                </a:cubicBezTo>
                <a:lnTo>
                  <a:pt x="403" y="311"/>
                </a:lnTo>
                <a:cubicBezTo>
                  <a:pt x="403" y="318"/>
                  <a:pt x="403" y="318"/>
                  <a:pt x="396" y="318"/>
                </a:cubicBezTo>
                <a:lnTo>
                  <a:pt x="389" y="318"/>
                </a:lnTo>
                <a:cubicBezTo>
                  <a:pt x="382" y="325"/>
                  <a:pt x="382" y="325"/>
                  <a:pt x="382" y="318"/>
                </a:cubicBezTo>
                <a:cubicBezTo>
                  <a:pt x="382" y="318"/>
                  <a:pt x="382" y="318"/>
                  <a:pt x="382" y="311"/>
                </a:cubicBezTo>
                <a:cubicBezTo>
                  <a:pt x="382" y="311"/>
                  <a:pt x="375" y="311"/>
                  <a:pt x="375" y="304"/>
                </a:cubicBezTo>
                <a:cubicBezTo>
                  <a:pt x="375" y="304"/>
                  <a:pt x="375" y="304"/>
                  <a:pt x="368" y="297"/>
                </a:cubicBezTo>
                <a:cubicBezTo>
                  <a:pt x="368" y="297"/>
                  <a:pt x="368" y="297"/>
                  <a:pt x="368" y="290"/>
                </a:cubicBezTo>
                <a:cubicBezTo>
                  <a:pt x="368" y="283"/>
                  <a:pt x="361" y="283"/>
                  <a:pt x="361" y="283"/>
                </a:cubicBezTo>
                <a:cubicBezTo>
                  <a:pt x="361" y="276"/>
                  <a:pt x="361" y="276"/>
                  <a:pt x="361" y="276"/>
                </a:cubicBezTo>
                <a:cubicBezTo>
                  <a:pt x="361" y="269"/>
                  <a:pt x="353" y="269"/>
                  <a:pt x="353" y="269"/>
                </a:cubicBezTo>
                <a:cubicBezTo>
                  <a:pt x="353" y="269"/>
                  <a:pt x="353" y="269"/>
                  <a:pt x="361" y="262"/>
                </a:cubicBezTo>
                <a:cubicBezTo>
                  <a:pt x="361" y="254"/>
                  <a:pt x="361" y="254"/>
                  <a:pt x="361" y="254"/>
                </a:cubicBezTo>
                <a:cubicBezTo>
                  <a:pt x="361" y="254"/>
                  <a:pt x="361" y="254"/>
                  <a:pt x="353" y="254"/>
                </a:cubicBezTo>
                <a:cubicBezTo>
                  <a:pt x="353" y="254"/>
                  <a:pt x="353" y="254"/>
                  <a:pt x="346" y="254"/>
                </a:cubicBezTo>
                <a:cubicBezTo>
                  <a:pt x="346" y="254"/>
                  <a:pt x="346" y="247"/>
                  <a:pt x="346" y="254"/>
                </a:cubicBezTo>
                <a:cubicBezTo>
                  <a:pt x="346" y="254"/>
                  <a:pt x="346" y="254"/>
                  <a:pt x="339" y="254"/>
                </a:cubicBezTo>
                <a:cubicBezTo>
                  <a:pt x="339" y="247"/>
                  <a:pt x="339" y="247"/>
                  <a:pt x="339" y="247"/>
                </a:cubicBezTo>
                <a:cubicBezTo>
                  <a:pt x="332" y="247"/>
                  <a:pt x="332" y="247"/>
                  <a:pt x="332" y="247"/>
                </a:cubicBezTo>
                <a:cubicBezTo>
                  <a:pt x="339" y="247"/>
                  <a:pt x="339" y="247"/>
                  <a:pt x="332" y="247"/>
                </a:cubicBezTo>
                <a:lnTo>
                  <a:pt x="339" y="247"/>
                </a:lnTo>
                <a:lnTo>
                  <a:pt x="332" y="247"/>
                </a:lnTo>
                <a:cubicBezTo>
                  <a:pt x="332" y="240"/>
                  <a:pt x="332" y="240"/>
                  <a:pt x="332" y="240"/>
                </a:cubicBezTo>
                <a:cubicBezTo>
                  <a:pt x="332" y="240"/>
                  <a:pt x="332" y="240"/>
                  <a:pt x="339" y="240"/>
                </a:cubicBezTo>
                <a:cubicBezTo>
                  <a:pt x="332" y="240"/>
                  <a:pt x="332" y="240"/>
                  <a:pt x="332" y="240"/>
                </a:cubicBezTo>
                <a:lnTo>
                  <a:pt x="339" y="240"/>
                </a:lnTo>
                <a:lnTo>
                  <a:pt x="346" y="240"/>
                </a:lnTo>
                <a:cubicBezTo>
                  <a:pt x="346" y="240"/>
                  <a:pt x="346" y="240"/>
                  <a:pt x="339" y="240"/>
                </a:cubicBezTo>
                <a:cubicBezTo>
                  <a:pt x="339" y="240"/>
                  <a:pt x="339" y="240"/>
                  <a:pt x="339" y="233"/>
                </a:cubicBezTo>
                <a:lnTo>
                  <a:pt x="346" y="240"/>
                </a:lnTo>
                <a:lnTo>
                  <a:pt x="346" y="233"/>
                </a:lnTo>
                <a:cubicBezTo>
                  <a:pt x="346" y="240"/>
                  <a:pt x="346" y="240"/>
                  <a:pt x="346" y="240"/>
                </a:cubicBezTo>
                <a:cubicBezTo>
                  <a:pt x="346" y="233"/>
                  <a:pt x="346" y="233"/>
                  <a:pt x="346" y="233"/>
                </a:cubicBezTo>
                <a:lnTo>
                  <a:pt x="353" y="233"/>
                </a:lnTo>
                <a:cubicBezTo>
                  <a:pt x="353" y="233"/>
                  <a:pt x="353" y="233"/>
                  <a:pt x="361" y="233"/>
                </a:cubicBezTo>
                <a:cubicBezTo>
                  <a:pt x="361" y="233"/>
                  <a:pt x="361" y="240"/>
                  <a:pt x="368" y="240"/>
                </a:cubicBezTo>
                <a:lnTo>
                  <a:pt x="375" y="240"/>
                </a:lnTo>
                <a:lnTo>
                  <a:pt x="375" y="233"/>
                </a:lnTo>
                <a:cubicBezTo>
                  <a:pt x="375" y="226"/>
                  <a:pt x="375" y="226"/>
                  <a:pt x="375" y="226"/>
                </a:cubicBezTo>
                <a:lnTo>
                  <a:pt x="368" y="226"/>
                </a:lnTo>
                <a:lnTo>
                  <a:pt x="361" y="226"/>
                </a:lnTo>
                <a:cubicBezTo>
                  <a:pt x="361" y="226"/>
                  <a:pt x="368" y="226"/>
                  <a:pt x="368" y="219"/>
                </a:cubicBezTo>
                <a:cubicBezTo>
                  <a:pt x="368" y="219"/>
                  <a:pt x="368" y="219"/>
                  <a:pt x="361" y="219"/>
                </a:cubicBezTo>
                <a:cubicBezTo>
                  <a:pt x="353" y="219"/>
                  <a:pt x="353" y="219"/>
                  <a:pt x="353" y="219"/>
                </a:cubicBezTo>
                <a:cubicBezTo>
                  <a:pt x="353" y="219"/>
                  <a:pt x="361" y="219"/>
                  <a:pt x="361" y="226"/>
                </a:cubicBezTo>
                <a:cubicBezTo>
                  <a:pt x="361" y="226"/>
                  <a:pt x="361" y="226"/>
                  <a:pt x="353" y="226"/>
                </a:cubicBezTo>
                <a:cubicBezTo>
                  <a:pt x="353" y="219"/>
                  <a:pt x="353" y="219"/>
                  <a:pt x="353" y="219"/>
                </a:cubicBezTo>
                <a:cubicBezTo>
                  <a:pt x="353" y="219"/>
                  <a:pt x="353" y="219"/>
                  <a:pt x="346" y="219"/>
                </a:cubicBezTo>
                <a:cubicBezTo>
                  <a:pt x="346" y="219"/>
                  <a:pt x="346" y="219"/>
                  <a:pt x="353" y="219"/>
                </a:cubicBezTo>
                <a:cubicBezTo>
                  <a:pt x="346" y="219"/>
                  <a:pt x="346" y="219"/>
                  <a:pt x="346" y="219"/>
                </a:cubicBezTo>
                <a:cubicBezTo>
                  <a:pt x="346" y="219"/>
                  <a:pt x="339" y="219"/>
                  <a:pt x="346" y="219"/>
                </a:cubicBezTo>
                <a:cubicBezTo>
                  <a:pt x="346" y="226"/>
                  <a:pt x="346" y="226"/>
                  <a:pt x="346" y="226"/>
                </a:cubicBezTo>
                <a:cubicBezTo>
                  <a:pt x="346" y="226"/>
                  <a:pt x="346" y="226"/>
                  <a:pt x="339" y="226"/>
                </a:cubicBezTo>
                <a:cubicBezTo>
                  <a:pt x="339" y="226"/>
                  <a:pt x="339" y="226"/>
                  <a:pt x="339" y="233"/>
                </a:cubicBezTo>
                <a:cubicBezTo>
                  <a:pt x="339" y="240"/>
                  <a:pt x="339" y="240"/>
                  <a:pt x="339" y="240"/>
                </a:cubicBezTo>
                <a:lnTo>
                  <a:pt x="332" y="240"/>
                </a:lnTo>
                <a:cubicBezTo>
                  <a:pt x="332" y="240"/>
                  <a:pt x="332" y="240"/>
                  <a:pt x="325" y="240"/>
                </a:cubicBezTo>
                <a:cubicBezTo>
                  <a:pt x="325" y="240"/>
                  <a:pt x="325" y="240"/>
                  <a:pt x="325" y="247"/>
                </a:cubicBezTo>
                <a:cubicBezTo>
                  <a:pt x="325" y="247"/>
                  <a:pt x="325" y="247"/>
                  <a:pt x="325" y="254"/>
                </a:cubicBezTo>
                <a:lnTo>
                  <a:pt x="325" y="247"/>
                </a:lnTo>
                <a:cubicBezTo>
                  <a:pt x="325" y="247"/>
                  <a:pt x="325" y="247"/>
                  <a:pt x="318" y="254"/>
                </a:cubicBezTo>
                <a:cubicBezTo>
                  <a:pt x="318" y="247"/>
                  <a:pt x="318" y="247"/>
                  <a:pt x="318" y="247"/>
                </a:cubicBezTo>
                <a:lnTo>
                  <a:pt x="325" y="247"/>
                </a:lnTo>
                <a:lnTo>
                  <a:pt x="318" y="247"/>
                </a:lnTo>
                <a:cubicBezTo>
                  <a:pt x="318" y="247"/>
                  <a:pt x="318" y="247"/>
                  <a:pt x="318" y="240"/>
                </a:cubicBezTo>
                <a:cubicBezTo>
                  <a:pt x="318" y="247"/>
                  <a:pt x="318" y="240"/>
                  <a:pt x="318" y="240"/>
                </a:cubicBezTo>
                <a:lnTo>
                  <a:pt x="318" y="233"/>
                </a:lnTo>
                <a:cubicBezTo>
                  <a:pt x="318" y="233"/>
                  <a:pt x="318" y="233"/>
                  <a:pt x="311" y="233"/>
                </a:cubicBezTo>
                <a:lnTo>
                  <a:pt x="304" y="226"/>
                </a:lnTo>
                <a:cubicBezTo>
                  <a:pt x="297" y="226"/>
                  <a:pt x="297" y="226"/>
                  <a:pt x="297" y="226"/>
                </a:cubicBezTo>
                <a:lnTo>
                  <a:pt x="297" y="219"/>
                </a:lnTo>
                <a:lnTo>
                  <a:pt x="297" y="226"/>
                </a:lnTo>
                <a:cubicBezTo>
                  <a:pt x="297" y="233"/>
                  <a:pt x="297" y="233"/>
                  <a:pt x="297" y="233"/>
                </a:cubicBezTo>
                <a:lnTo>
                  <a:pt x="304" y="233"/>
                </a:lnTo>
                <a:cubicBezTo>
                  <a:pt x="311" y="240"/>
                  <a:pt x="311" y="240"/>
                  <a:pt x="311" y="240"/>
                </a:cubicBezTo>
                <a:lnTo>
                  <a:pt x="304" y="240"/>
                </a:lnTo>
                <a:cubicBezTo>
                  <a:pt x="311" y="240"/>
                  <a:pt x="311" y="240"/>
                  <a:pt x="311" y="240"/>
                </a:cubicBezTo>
                <a:cubicBezTo>
                  <a:pt x="311" y="240"/>
                  <a:pt x="311" y="240"/>
                  <a:pt x="311" y="247"/>
                </a:cubicBezTo>
                <a:cubicBezTo>
                  <a:pt x="311" y="247"/>
                  <a:pt x="311" y="247"/>
                  <a:pt x="304" y="247"/>
                </a:cubicBezTo>
                <a:lnTo>
                  <a:pt x="304" y="240"/>
                </a:lnTo>
                <a:cubicBezTo>
                  <a:pt x="304" y="240"/>
                  <a:pt x="304" y="240"/>
                  <a:pt x="297" y="240"/>
                </a:cubicBezTo>
                <a:cubicBezTo>
                  <a:pt x="297" y="233"/>
                  <a:pt x="297" y="240"/>
                  <a:pt x="297" y="233"/>
                </a:cubicBezTo>
                <a:cubicBezTo>
                  <a:pt x="297" y="233"/>
                  <a:pt x="297" y="233"/>
                  <a:pt x="290" y="233"/>
                </a:cubicBezTo>
                <a:lnTo>
                  <a:pt x="290" y="226"/>
                </a:lnTo>
                <a:lnTo>
                  <a:pt x="283" y="226"/>
                </a:lnTo>
                <a:cubicBezTo>
                  <a:pt x="283" y="226"/>
                  <a:pt x="283" y="233"/>
                  <a:pt x="276" y="233"/>
                </a:cubicBezTo>
                <a:cubicBezTo>
                  <a:pt x="276" y="226"/>
                  <a:pt x="276" y="233"/>
                  <a:pt x="276" y="233"/>
                </a:cubicBezTo>
                <a:cubicBezTo>
                  <a:pt x="276" y="233"/>
                  <a:pt x="276" y="226"/>
                  <a:pt x="269" y="233"/>
                </a:cubicBezTo>
                <a:cubicBezTo>
                  <a:pt x="269" y="240"/>
                  <a:pt x="262" y="233"/>
                  <a:pt x="262" y="240"/>
                </a:cubicBezTo>
                <a:cubicBezTo>
                  <a:pt x="262" y="240"/>
                  <a:pt x="262" y="240"/>
                  <a:pt x="262" y="247"/>
                </a:cubicBezTo>
                <a:lnTo>
                  <a:pt x="255" y="247"/>
                </a:lnTo>
                <a:cubicBezTo>
                  <a:pt x="255" y="247"/>
                  <a:pt x="255" y="247"/>
                  <a:pt x="255" y="254"/>
                </a:cubicBezTo>
                <a:lnTo>
                  <a:pt x="248" y="254"/>
                </a:lnTo>
                <a:cubicBezTo>
                  <a:pt x="248" y="254"/>
                  <a:pt x="248" y="254"/>
                  <a:pt x="240" y="254"/>
                </a:cubicBezTo>
                <a:cubicBezTo>
                  <a:pt x="240" y="247"/>
                  <a:pt x="240" y="247"/>
                  <a:pt x="240" y="247"/>
                </a:cubicBezTo>
                <a:cubicBezTo>
                  <a:pt x="233" y="247"/>
                  <a:pt x="240" y="247"/>
                  <a:pt x="240" y="247"/>
                </a:cubicBezTo>
                <a:lnTo>
                  <a:pt x="233" y="247"/>
                </a:lnTo>
                <a:cubicBezTo>
                  <a:pt x="233" y="247"/>
                  <a:pt x="233" y="247"/>
                  <a:pt x="240" y="247"/>
                </a:cubicBezTo>
                <a:cubicBezTo>
                  <a:pt x="240" y="247"/>
                  <a:pt x="240" y="247"/>
                  <a:pt x="233" y="247"/>
                </a:cubicBezTo>
                <a:lnTo>
                  <a:pt x="233" y="240"/>
                </a:lnTo>
                <a:cubicBezTo>
                  <a:pt x="240" y="240"/>
                  <a:pt x="240" y="240"/>
                  <a:pt x="240" y="233"/>
                </a:cubicBezTo>
                <a:cubicBezTo>
                  <a:pt x="240" y="233"/>
                  <a:pt x="240" y="233"/>
                  <a:pt x="233" y="233"/>
                </a:cubicBezTo>
                <a:lnTo>
                  <a:pt x="240" y="233"/>
                </a:lnTo>
                <a:cubicBezTo>
                  <a:pt x="240" y="226"/>
                  <a:pt x="240" y="226"/>
                  <a:pt x="240" y="226"/>
                </a:cubicBezTo>
                <a:lnTo>
                  <a:pt x="248" y="226"/>
                </a:lnTo>
                <a:cubicBezTo>
                  <a:pt x="248" y="226"/>
                  <a:pt x="255" y="233"/>
                  <a:pt x="255" y="226"/>
                </a:cubicBezTo>
                <a:lnTo>
                  <a:pt x="255" y="233"/>
                </a:lnTo>
                <a:cubicBezTo>
                  <a:pt x="255" y="226"/>
                  <a:pt x="255" y="226"/>
                  <a:pt x="255" y="226"/>
                </a:cubicBezTo>
                <a:cubicBezTo>
                  <a:pt x="262" y="226"/>
                  <a:pt x="262" y="226"/>
                  <a:pt x="262" y="226"/>
                </a:cubicBezTo>
                <a:lnTo>
                  <a:pt x="255" y="226"/>
                </a:lnTo>
                <a:cubicBezTo>
                  <a:pt x="255" y="226"/>
                  <a:pt x="255" y="226"/>
                  <a:pt x="262" y="219"/>
                </a:cubicBezTo>
                <a:cubicBezTo>
                  <a:pt x="262" y="226"/>
                  <a:pt x="262" y="226"/>
                  <a:pt x="262" y="226"/>
                </a:cubicBezTo>
                <a:lnTo>
                  <a:pt x="262" y="219"/>
                </a:lnTo>
                <a:cubicBezTo>
                  <a:pt x="255" y="219"/>
                  <a:pt x="262" y="219"/>
                  <a:pt x="255" y="219"/>
                </a:cubicBezTo>
                <a:cubicBezTo>
                  <a:pt x="255" y="212"/>
                  <a:pt x="255" y="212"/>
                  <a:pt x="255" y="212"/>
                </a:cubicBezTo>
                <a:lnTo>
                  <a:pt x="255" y="219"/>
                </a:lnTo>
                <a:cubicBezTo>
                  <a:pt x="255" y="212"/>
                  <a:pt x="255" y="212"/>
                  <a:pt x="248" y="212"/>
                </a:cubicBezTo>
                <a:lnTo>
                  <a:pt x="255" y="212"/>
                </a:lnTo>
                <a:cubicBezTo>
                  <a:pt x="255" y="212"/>
                  <a:pt x="255" y="212"/>
                  <a:pt x="255" y="205"/>
                </a:cubicBezTo>
                <a:cubicBezTo>
                  <a:pt x="255" y="205"/>
                  <a:pt x="255" y="205"/>
                  <a:pt x="262" y="205"/>
                </a:cubicBezTo>
                <a:lnTo>
                  <a:pt x="262" y="212"/>
                </a:lnTo>
                <a:cubicBezTo>
                  <a:pt x="262" y="205"/>
                  <a:pt x="262" y="212"/>
                  <a:pt x="262" y="212"/>
                </a:cubicBezTo>
                <a:cubicBezTo>
                  <a:pt x="262" y="205"/>
                  <a:pt x="262" y="205"/>
                  <a:pt x="262" y="205"/>
                </a:cubicBezTo>
                <a:cubicBezTo>
                  <a:pt x="262" y="205"/>
                  <a:pt x="262" y="205"/>
                  <a:pt x="269" y="205"/>
                </a:cubicBezTo>
                <a:cubicBezTo>
                  <a:pt x="269" y="198"/>
                  <a:pt x="269" y="198"/>
                  <a:pt x="269" y="198"/>
                </a:cubicBezTo>
                <a:lnTo>
                  <a:pt x="276" y="198"/>
                </a:lnTo>
                <a:cubicBezTo>
                  <a:pt x="276" y="198"/>
                  <a:pt x="276" y="191"/>
                  <a:pt x="283" y="198"/>
                </a:cubicBezTo>
                <a:cubicBezTo>
                  <a:pt x="283" y="198"/>
                  <a:pt x="283" y="198"/>
                  <a:pt x="283" y="191"/>
                </a:cubicBezTo>
                <a:cubicBezTo>
                  <a:pt x="283" y="191"/>
                  <a:pt x="283" y="191"/>
                  <a:pt x="283" y="198"/>
                </a:cubicBezTo>
                <a:cubicBezTo>
                  <a:pt x="283" y="198"/>
                  <a:pt x="283" y="198"/>
                  <a:pt x="283" y="191"/>
                </a:cubicBezTo>
                <a:cubicBezTo>
                  <a:pt x="283" y="191"/>
                  <a:pt x="283" y="191"/>
                  <a:pt x="290" y="191"/>
                </a:cubicBezTo>
                <a:lnTo>
                  <a:pt x="283" y="191"/>
                </a:lnTo>
                <a:cubicBezTo>
                  <a:pt x="283" y="191"/>
                  <a:pt x="283" y="191"/>
                  <a:pt x="283" y="184"/>
                </a:cubicBezTo>
                <a:cubicBezTo>
                  <a:pt x="283" y="184"/>
                  <a:pt x="283" y="184"/>
                  <a:pt x="290" y="184"/>
                </a:cubicBezTo>
                <a:lnTo>
                  <a:pt x="290" y="191"/>
                </a:lnTo>
                <a:lnTo>
                  <a:pt x="297" y="191"/>
                </a:lnTo>
                <a:lnTo>
                  <a:pt x="304" y="191"/>
                </a:lnTo>
                <a:cubicBezTo>
                  <a:pt x="304" y="191"/>
                  <a:pt x="304" y="191"/>
                  <a:pt x="311" y="191"/>
                </a:cubicBezTo>
                <a:lnTo>
                  <a:pt x="318" y="191"/>
                </a:lnTo>
                <a:cubicBezTo>
                  <a:pt x="318" y="184"/>
                  <a:pt x="318" y="191"/>
                  <a:pt x="318" y="184"/>
                </a:cubicBezTo>
                <a:lnTo>
                  <a:pt x="318" y="177"/>
                </a:lnTo>
                <a:cubicBezTo>
                  <a:pt x="325" y="177"/>
                  <a:pt x="325" y="177"/>
                  <a:pt x="325" y="177"/>
                </a:cubicBezTo>
                <a:cubicBezTo>
                  <a:pt x="325" y="177"/>
                  <a:pt x="325" y="177"/>
                  <a:pt x="325" y="184"/>
                </a:cubicBezTo>
                <a:cubicBezTo>
                  <a:pt x="325" y="184"/>
                  <a:pt x="325" y="184"/>
                  <a:pt x="325" y="177"/>
                </a:cubicBezTo>
                <a:cubicBezTo>
                  <a:pt x="325" y="177"/>
                  <a:pt x="325" y="177"/>
                  <a:pt x="332" y="177"/>
                </a:cubicBezTo>
                <a:lnTo>
                  <a:pt x="325" y="177"/>
                </a:lnTo>
                <a:cubicBezTo>
                  <a:pt x="325" y="177"/>
                  <a:pt x="325" y="177"/>
                  <a:pt x="325" y="170"/>
                </a:cubicBezTo>
                <a:cubicBezTo>
                  <a:pt x="332" y="170"/>
                  <a:pt x="332" y="170"/>
                  <a:pt x="332" y="170"/>
                </a:cubicBezTo>
                <a:lnTo>
                  <a:pt x="339" y="170"/>
                </a:lnTo>
                <a:lnTo>
                  <a:pt x="346" y="170"/>
                </a:lnTo>
                <a:lnTo>
                  <a:pt x="339" y="170"/>
                </a:lnTo>
                <a:lnTo>
                  <a:pt x="339" y="163"/>
                </a:lnTo>
                <a:lnTo>
                  <a:pt x="339" y="170"/>
                </a:lnTo>
                <a:cubicBezTo>
                  <a:pt x="339" y="170"/>
                  <a:pt x="339" y="170"/>
                  <a:pt x="332" y="170"/>
                </a:cubicBezTo>
                <a:cubicBezTo>
                  <a:pt x="325" y="170"/>
                  <a:pt x="325" y="170"/>
                  <a:pt x="325" y="170"/>
                </a:cubicBezTo>
                <a:cubicBezTo>
                  <a:pt x="318" y="170"/>
                  <a:pt x="318" y="163"/>
                  <a:pt x="318" y="163"/>
                </a:cubicBezTo>
                <a:cubicBezTo>
                  <a:pt x="318" y="163"/>
                  <a:pt x="318" y="163"/>
                  <a:pt x="318" y="156"/>
                </a:cubicBezTo>
                <a:lnTo>
                  <a:pt x="325" y="156"/>
                </a:lnTo>
                <a:lnTo>
                  <a:pt x="332" y="149"/>
                </a:lnTo>
                <a:cubicBezTo>
                  <a:pt x="332" y="141"/>
                  <a:pt x="332" y="141"/>
                  <a:pt x="332" y="141"/>
                </a:cubicBezTo>
                <a:cubicBezTo>
                  <a:pt x="332" y="141"/>
                  <a:pt x="332" y="141"/>
                  <a:pt x="325" y="141"/>
                </a:cubicBezTo>
                <a:cubicBezTo>
                  <a:pt x="325" y="141"/>
                  <a:pt x="325" y="141"/>
                  <a:pt x="325" y="149"/>
                </a:cubicBezTo>
                <a:cubicBezTo>
                  <a:pt x="318" y="149"/>
                  <a:pt x="318" y="149"/>
                  <a:pt x="318" y="149"/>
                </a:cubicBezTo>
                <a:cubicBezTo>
                  <a:pt x="318" y="149"/>
                  <a:pt x="318" y="149"/>
                  <a:pt x="318" y="156"/>
                </a:cubicBezTo>
                <a:cubicBezTo>
                  <a:pt x="311" y="156"/>
                  <a:pt x="311" y="156"/>
                  <a:pt x="311" y="156"/>
                </a:cubicBezTo>
                <a:cubicBezTo>
                  <a:pt x="311" y="163"/>
                  <a:pt x="311" y="163"/>
                  <a:pt x="311" y="163"/>
                </a:cubicBezTo>
                <a:cubicBezTo>
                  <a:pt x="311" y="170"/>
                  <a:pt x="311" y="170"/>
                  <a:pt x="311" y="170"/>
                </a:cubicBezTo>
                <a:lnTo>
                  <a:pt x="304" y="170"/>
                </a:lnTo>
                <a:cubicBezTo>
                  <a:pt x="311" y="170"/>
                  <a:pt x="311" y="170"/>
                  <a:pt x="311" y="170"/>
                </a:cubicBezTo>
                <a:lnTo>
                  <a:pt x="311" y="177"/>
                </a:lnTo>
                <a:lnTo>
                  <a:pt x="304" y="177"/>
                </a:lnTo>
                <a:lnTo>
                  <a:pt x="311" y="177"/>
                </a:lnTo>
                <a:cubicBezTo>
                  <a:pt x="304" y="177"/>
                  <a:pt x="304" y="177"/>
                  <a:pt x="304" y="177"/>
                </a:cubicBezTo>
                <a:cubicBezTo>
                  <a:pt x="304" y="184"/>
                  <a:pt x="304" y="184"/>
                  <a:pt x="304" y="184"/>
                </a:cubicBezTo>
                <a:cubicBezTo>
                  <a:pt x="304" y="184"/>
                  <a:pt x="304" y="184"/>
                  <a:pt x="297" y="184"/>
                </a:cubicBezTo>
                <a:cubicBezTo>
                  <a:pt x="297" y="184"/>
                  <a:pt x="297" y="184"/>
                  <a:pt x="297" y="177"/>
                </a:cubicBezTo>
                <a:cubicBezTo>
                  <a:pt x="297" y="177"/>
                  <a:pt x="297" y="177"/>
                  <a:pt x="290" y="177"/>
                </a:cubicBezTo>
                <a:cubicBezTo>
                  <a:pt x="290" y="177"/>
                  <a:pt x="290" y="177"/>
                  <a:pt x="290" y="170"/>
                </a:cubicBezTo>
                <a:lnTo>
                  <a:pt x="290" y="177"/>
                </a:lnTo>
                <a:cubicBezTo>
                  <a:pt x="283" y="177"/>
                  <a:pt x="283" y="177"/>
                  <a:pt x="283" y="177"/>
                </a:cubicBezTo>
                <a:cubicBezTo>
                  <a:pt x="276" y="177"/>
                  <a:pt x="276" y="177"/>
                  <a:pt x="276" y="177"/>
                </a:cubicBezTo>
                <a:lnTo>
                  <a:pt x="276" y="170"/>
                </a:lnTo>
                <a:cubicBezTo>
                  <a:pt x="276" y="170"/>
                  <a:pt x="276" y="170"/>
                  <a:pt x="276" y="177"/>
                </a:cubicBezTo>
                <a:cubicBezTo>
                  <a:pt x="276" y="170"/>
                  <a:pt x="276" y="170"/>
                  <a:pt x="276" y="170"/>
                </a:cubicBezTo>
                <a:lnTo>
                  <a:pt x="276" y="163"/>
                </a:lnTo>
                <a:cubicBezTo>
                  <a:pt x="276" y="170"/>
                  <a:pt x="276" y="163"/>
                  <a:pt x="276" y="163"/>
                </a:cubicBezTo>
                <a:lnTo>
                  <a:pt x="276" y="156"/>
                </a:lnTo>
                <a:cubicBezTo>
                  <a:pt x="283" y="156"/>
                  <a:pt x="283" y="156"/>
                  <a:pt x="283" y="156"/>
                </a:cubicBezTo>
                <a:cubicBezTo>
                  <a:pt x="283" y="156"/>
                  <a:pt x="283" y="156"/>
                  <a:pt x="290" y="156"/>
                </a:cubicBezTo>
                <a:cubicBezTo>
                  <a:pt x="290" y="156"/>
                  <a:pt x="290" y="156"/>
                  <a:pt x="290" y="149"/>
                </a:cubicBezTo>
                <a:cubicBezTo>
                  <a:pt x="297" y="149"/>
                  <a:pt x="297" y="149"/>
                  <a:pt x="297" y="149"/>
                </a:cubicBezTo>
                <a:cubicBezTo>
                  <a:pt x="297" y="141"/>
                  <a:pt x="297" y="141"/>
                  <a:pt x="297" y="141"/>
                </a:cubicBezTo>
                <a:cubicBezTo>
                  <a:pt x="297" y="134"/>
                  <a:pt x="304" y="134"/>
                  <a:pt x="304" y="134"/>
                </a:cubicBezTo>
                <a:cubicBezTo>
                  <a:pt x="311" y="134"/>
                  <a:pt x="311" y="134"/>
                  <a:pt x="311" y="134"/>
                </a:cubicBezTo>
                <a:cubicBezTo>
                  <a:pt x="311" y="134"/>
                  <a:pt x="311" y="134"/>
                  <a:pt x="311" y="127"/>
                </a:cubicBezTo>
                <a:cubicBezTo>
                  <a:pt x="311" y="127"/>
                  <a:pt x="311" y="127"/>
                  <a:pt x="318" y="127"/>
                </a:cubicBezTo>
                <a:cubicBezTo>
                  <a:pt x="318" y="127"/>
                  <a:pt x="318" y="127"/>
                  <a:pt x="318" y="120"/>
                </a:cubicBezTo>
                <a:cubicBezTo>
                  <a:pt x="318" y="127"/>
                  <a:pt x="318" y="127"/>
                  <a:pt x="325" y="127"/>
                </a:cubicBezTo>
                <a:cubicBezTo>
                  <a:pt x="325" y="120"/>
                  <a:pt x="325" y="120"/>
                  <a:pt x="325" y="120"/>
                </a:cubicBezTo>
                <a:cubicBezTo>
                  <a:pt x="332" y="120"/>
                  <a:pt x="332" y="120"/>
                  <a:pt x="332" y="120"/>
                </a:cubicBezTo>
                <a:cubicBezTo>
                  <a:pt x="339" y="120"/>
                  <a:pt x="339" y="120"/>
                  <a:pt x="339" y="120"/>
                </a:cubicBezTo>
                <a:cubicBezTo>
                  <a:pt x="339" y="120"/>
                  <a:pt x="339" y="120"/>
                  <a:pt x="346" y="120"/>
                </a:cubicBezTo>
                <a:cubicBezTo>
                  <a:pt x="346" y="120"/>
                  <a:pt x="346" y="120"/>
                  <a:pt x="339" y="120"/>
                </a:cubicBezTo>
                <a:cubicBezTo>
                  <a:pt x="339" y="127"/>
                  <a:pt x="339" y="127"/>
                  <a:pt x="346" y="127"/>
                </a:cubicBezTo>
                <a:cubicBezTo>
                  <a:pt x="346" y="127"/>
                  <a:pt x="346" y="127"/>
                  <a:pt x="353" y="127"/>
                </a:cubicBezTo>
                <a:lnTo>
                  <a:pt x="361" y="127"/>
                </a:lnTo>
                <a:cubicBezTo>
                  <a:pt x="361" y="127"/>
                  <a:pt x="361" y="127"/>
                  <a:pt x="368" y="127"/>
                </a:cubicBezTo>
                <a:lnTo>
                  <a:pt x="368" y="134"/>
                </a:lnTo>
                <a:cubicBezTo>
                  <a:pt x="368" y="134"/>
                  <a:pt x="368" y="134"/>
                  <a:pt x="375" y="134"/>
                </a:cubicBezTo>
                <a:cubicBezTo>
                  <a:pt x="375" y="141"/>
                  <a:pt x="375" y="141"/>
                  <a:pt x="375" y="141"/>
                </a:cubicBezTo>
                <a:cubicBezTo>
                  <a:pt x="368" y="141"/>
                  <a:pt x="361" y="141"/>
                  <a:pt x="353" y="141"/>
                </a:cubicBezTo>
                <a:lnTo>
                  <a:pt x="353" y="134"/>
                </a:lnTo>
                <a:cubicBezTo>
                  <a:pt x="353" y="141"/>
                  <a:pt x="353" y="141"/>
                  <a:pt x="353" y="141"/>
                </a:cubicBezTo>
                <a:cubicBezTo>
                  <a:pt x="361" y="141"/>
                  <a:pt x="361" y="141"/>
                  <a:pt x="353" y="141"/>
                </a:cubicBezTo>
                <a:cubicBezTo>
                  <a:pt x="353" y="149"/>
                  <a:pt x="361" y="149"/>
                  <a:pt x="361" y="149"/>
                </a:cubicBezTo>
                <a:cubicBezTo>
                  <a:pt x="368" y="156"/>
                  <a:pt x="368" y="156"/>
                  <a:pt x="368" y="149"/>
                </a:cubicBezTo>
                <a:cubicBezTo>
                  <a:pt x="361" y="149"/>
                  <a:pt x="361" y="149"/>
                  <a:pt x="361" y="149"/>
                </a:cubicBezTo>
                <a:cubicBezTo>
                  <a:pt x="368" y="149"/>
                  <a:pt x="368" y="149"/>
                  <a:pt x="368" y="149"/>
                </a:cubicBezTo>
                <a:cubicBezTo>
                  <a:pt x="368" y="149"/>
                  <a:pt x="368" y="149"/>
                  <a:pt x="375" y="149"/>
                </a:cubicBezTo>
                <a:cubicBezTo>
                  <a:pt x="375" y="149"/>
                  <a:pt x="375" y="149"/>
                  <a:pt x="375" y="141"/>
                </a:cubicBezTo>
                <a:cubicBezTo>
                  <a:pt x="382" y="141"/>
                  <a:pt x="382" y="141"/>
                  <a:pt x="382" y="141"/>
                </a:cubicBezTo>
                <a:cubicBezTo>
                  <a:pt x="382" y="141"/>
                  <a:pt x="382" y="141"/>
                  <a:pt x="382" y="134"/>
                </a:cubicBezTo>
                <a:cubicBezTo>
                  <a:pt x="382" y="134"/>
                  <a:pt x="382" y="134"/>
                  <a:pt x="382" y="127"/>
                </a:cubicBezTo>
                <a:lnTo>
                  <a:pt x="382" y="134"/>
                </a:lnTo>
                <a:cubicBezTo>
                  <a:pt x="382" y="134"/>
                  <a:pt x="389" y="134"/>
                  <a:pt x="389" y="127"/>
                </a:cubicBezTo>
                <a:cubicBezTo>
                  <a:pt x="389" y="134"/>
                  <a:pt x="389" y="134"/>
                  <a:pt x="389" y="134"/>
                </a:cubicBezTo>
                <a:cubicBezTo>
                  <a:pt x="389" y="134"/>
                  <a:pt x="389" y="134"/>
                  <a:pt x="382" y="134"/>
                </a:cubicBezTo>
                <a:cubicBezTo>
                  <a:pt x="389" y="134"/>
                  <a:pt x="389" y="141"/>
                  <a:pt x="389" y="141"/>
                </a:cubicBezTo>
                <a:cubicBezTo>
                  <a:pt x="389" y="141"/>
                  <a:pt x="389" y="141"/>
                  <a:pt x="396" y="141"/>
                </a:cubicBezTo>
                <a:cubicBezTo>
                  <a:pt x="396" y="134"/>
                  <a:pt x="396" y="134"/>
                  <a:pt x="396" y="134"/>
                </a:cubicBezTo>
                <a:lnTo>
                  <a:pt x="403" y="134"/>
                </a:lnTo>
                <a:cubicBezTo>
                  <a:pt x="403" y="134"/>
                  <a:pt x="403" y="134"/>
                  <a:pt x="403" y="127"/>
                </a:cubicBezTo>
                <a:lnTo>
                  <a:pt x="403" y="134"/>
                </a:lnTo>
                <a:cubicBezTo>
                  <a:pt x="410" y="134"/>
                  <a:pt x="403" y="127"/>
                  <a:pt x="410" y="127"/>
                </a:cubicBezTo>
                <a:cubicBezTo>
                  <a:pt x="410" y="127"/>
                  <a:pt x="410" y="127"/>
                  <a:pt x="410" y="134"/>
                </a:cubicBezTo>
                <a:cubicBezTo>
                  <a:pt x="410" y="134"/>
                  <a:pt x="410" y="134"/>
                  <a:pt x="417" y="127"/>
                </a:cubicBezTo>
                <a:cubicBezTo>
                  <a:pt x="417" y="127"/>
                  <a:pt x="417" y="134"/>
                  <a:pt x="417" y="127"/>
                </a:cubicBezTo>
                <a:cubicBezTo>
                  <a:pt x="417" y="127"/>
                  <a:pt x="417" y="127"/>
                  <a:pt x="424" y="127"/>
                </a:cubicBezTo>
                <a:cubicBezTo>
                  <a:pt x="424" y="134"/>
                  <a:pt x="424" y="134"/>
                  <a:pt x="424" y="134"/>
                </a:cubicBezTo>
                <a:lnTo>
                  <a:pt x="424" y="127"/>
                </a:lnTo>
                <a:cubicBezTo>
                  <a:pt x="431" y="127"/>
                  <a:pt x="431" y="127"/>
                  <a:pt x="431" y="127"/>
                </a:cubicBezTo>
                <a:cubicBezTo>
                  <a:pt x="431" y="127"/>
                  <a:pt x="431" y="127"/>
                  <a:pt x="438" y="127"/>
                </a:cubicBezTo>
                <a:cubicBezTo>
                  <a:pt x="438" y="127"/>
                  <a:pt x="445" y="127"/>
                  <a:pt x="452" y="134"/>
                </a:cubicBezTo>
                <a:lnTo>
                  <a:pt x="452" y="127"/>
                </a:lnTo>
                <a:cubicBezTo>
                  <a:pt x="445" y="127"/>
                  <a:pt x="452" y="127"/>
                  <a:pt x="445" y="127"/>
                </a:cubicBezTo>
                <a:cubicBezTo>
                  <a:pt x="445" y="120"/>
                  <a:pt x="445" y="120"/>
                  <a:pt x="445" y="120"/>
                </a:cubicBezTo>
                <a:cubicBezTo>
                  <a:pt x="445" y="120"/>
                  <a:pt x="445" y="113"/>
                  <a:pt x="452" y="113"/>
                </a:cubicBezTo>
                <a:cubicBezTo>
                  <a:pt x="445" y="106"/>
                  <a:pt x="438" y="99"/>
                  <a:pt x="431" y="99"/>
                </a:cubicBezTo>
                <a:cubicBezTo>
                  <a:pt x="424" y="99"/>
                  <a:pt x="424" y="99"/>
                  <a:pt x="424" y="99"/>
                </a:cubicBezTo>
                <a:cubicBezTo>
                  <a:pt x="424" y="99"/>
                  <a:pt x="424" y="99"/>
                  <a:pt x="417" y="99"/>
                </a:cubicBezTo>
                <a:cubicBezTo>
                  <a:pt x="417" y="99"/>
                  <a:pt x="417" y="99"/>
                  <a:pt x="417" y="106"/>
                </a:cubicBezTo>
                <a:cubicBezTo>
                  <a:pt x="417" y="106"/>
                  <a:pt x="417" y="106"/>
                  <a:pt x="424" y="106"/>
                </a:cubicBezTo>
                <a:cubicBezTo>
                  <a:pt x="417" y="106"/>
                  <a:pt x="417" y="106"/>
                  <a:pt x="417" y="106"/>
                </a:cubicBezTo>
                <a:cubicBezTo>
                  <a:pt x="410" y="106"/>
                  <a:pt x="410" y="106"/>
                  <a:pt x="410" y="106"/>
                </a:cubicBezTo>
                <a:cubicBezTo>
                  <a:pt x="410" y="106"/>
                  <a:pt x="410" y="99"/>
                  <a:pt x="417" y="99"/>
                </a:cubicBezTo>
                <a:cubicBezTo>
                  <a:pt x="417" y="99"/>
                  <a:pt x="417" y="99"/>
                  <a:pt x="417" y="92"/>
                </a:cubicBezTo>
                <a:lnTo>
                  <a:pt x="417" y="99"/>
                </a:lnTo>
                <a:cubicBezTo>
                  <a:pt x="424" y="92"/>
                  <a:pt x="424" y="92"/>
                  <a:pt x="424" y="92"/>
                </a:cubicBezTo>
                <a:cubicBezTo>
                  <a:pt x="389" y="71"/>
                  <a:pt x="346" y="57"/>
                  <a:pt x="297" y="57"/>
                </a:cubicBezTo>
                <a:cubicBezTo>
                  <a:pt x="262" y="57"/>
                  <a:pt x="226" y="71"/>
                  <a:pt x="191" y="85"/>
                </a:cubicBezTo>
                <a:close/>
                <a:moveTo>
                  <a:pt x="198" y="92"/>
                </a:moveTo>
                <a:lnTo>
                  <a:pt x="198" y="92"/>
                </a:lnTo>
                <a:close/>
                <a:moveTo>
                  <a:pt x="410" y="233"/>
                </a:moveTo>
                <a:lnTo>
                  <a:pt x="410" y="233"/>
                </a:lnTo>
                <a:cubicBezTo>
                  <a:pt x="410" y="233"/>
                  <a:pt x="410" y="233"/>
                  <a:pt x="403" y="233"/>
                </a:cubicBezTo>
                <a:cubicBezTo>
                  <a:pt x="410" y="233"/>
                  <a:pt x="410" y="233"/>
                  <a:pt x="410" y="233"/>
                </a:cubicBezTo>
                <a:lnTo>
                  <a:pt x="403" y="233"/>
                </a:lnTo>
                <a:cubicBezTo>
                  <a:pt x="403" y="226"/>
                  <a:pt x="403" y="226"/>
                  <a:pt x="403" y="226"/>
                </a:cubicBezTo>
                <a:lnTo>
                  <a:pt x="403" y="219"/>
                </a:lnTo>
                <a:lnTo>
                  <a:pt x="410" y="226"/>
                </a:lnTo>
                <a:cubicBezTo>
                  <a:pt x="410" y="219"/>
                  <a:pt x="410" y="219"/>
                  <a:pt x="410" y="219"/>
                </a:cubicBezTo>
                <a:cubicBezTo>
                  <a:pt x="410" y="219"/>
                  <a:pt x="410" y="219"/>
                  <a:pt x="403" y="219"/>
                </a:cubicBezTo>
                <a:cubicBezTo>
                  <a:pt x="403" y="219"/>
                  <a:pt x="403" y="219"/>
                  <a:pt x="396" y="219"/>
                </a:cubicBezTo>
                <a:lnTo>
                  <a:pt x="389" y="226"/>
                </a:lnTo>
                <a:lnTo>
                  <a:pt x="396" y="226"/>
                </a:lnTo>
                <a:cubicBezTo>
                  <a:pt x="396" y="226"/>
                  <a:pt x="389" y="233"/>
                  <a:pt x="396" y="233"/>
                </a:cubicBezTo>
                <a:cubicBezTo>
                  <a:pt x="396" y="233"/>
                  <a:pt x="396" y="233"/>
                  <a:pt x="396" y="240"/>
                </a:cubicBezTo>
                <a:lnTo>
                  <a:pt x="403" y="240"/>
                </a:lnTo>
                <a:cubicBezTo>
                  <a:pt x="396" y="240"/>
                  <a:pt x="396" y="240"/>
                  <a:pt x="396" y="240"/>
                </a:cubicBezTo>
                <a:cubicBezTo>
                  <a:pt x="396" y="247"/>
                  <a:pt x="396" y="247"/>
                  <a:pt x="396" y="247"/>
                </a:cubicBezTo>
                <a:cubicBezTo>
                  <a:pt x="396" y="247"/>
                  <a:pt x="396" y="247"/>
                  <a:pt x="403" y="247"/>
                </a:cubicBezTo>
                <a:cubicBezTo>
                  <a:pt x="403" y="254"/>
                  <a:pt x="403" y="254"/>
                  <a:pt x="410" y="254"/>
                </a:cubicBezTo>
                <a:cubicBezTo>
                  <a:pt x="410" y="247"/>
                  <a:pt x="410" y="247"/>
                  <a:pt x="410" y="247"/>
                </a:cubicBezTo>
                <a:cubicBezTo>
                  <a:pt x="410" y="240"/>
                  <a:pt x="410" y="240"/>
                  <a:pt x="410" y="240"/>
                </a:cubicBezTo>
                <a:cubicBezTo>
                  <a:pt x="410" y="233"/>
                  <a:pt x="410" y="233"/>
                  <a:pt x="410" y="233"/>
                </a:cubicBezTo>
                <a:cubicBezTo>
                  <a:pt x="410" y="233"/>
                  <a:pt x="410" y="233"/>
                  <a:pt x="410" y="240"/>
                </a:cubicBezTo>
                <a:cubicBezTo>
                  <a:pt x="410" y="233"/>
                  <a:pt x="410" y="233"/>
                  <a:pt x="410" y="233"/>
                </a:cubicBezTo>
                <a:close/>
                <a:moveTo>
                  <a:pt x="332" y="233"/>
                </a:moveTo>
                <a:lnTo>
                  <a:pt x="332" y="233"/>
                </a:lnTo>
                <a:close/>
                <a:moveTo>
                  <a:pt x="417" y="106"/>
                </a:moveTo>
                <a:lnTo>
                  <a:pt x="417" y="106"/>
                </a:lnTo>
                <a:cubicBezTo>
                  <a:pt x="417" y="113"/>
                  <a:pt x="417" y="106"/>
                  <a:pt x="417" y="113"/>
                </a:cubicBezTo>
                <a:lnTo>
                  <a:pt x="417" y="120"/>
                </a:lnTo>
                <a:cubicBezTo>
                  <a:pt x="417" y="120"/>
                  <a:pt x="417" y="120"/>
                  <a:pt x="410" y="120"/>
                </a:cubicBezTo>
                <a:lnTo>
                  <a:pt x="410" y="113"/>
                </a:lnTo>
                <a:cubicBezTo>
                  <a:pt x="403" y="113"/>
                  <a:pt x="403" y="113"/>
                  <a:pt x="403" y="113"/>
                </a:cubicBezTo>
                <a:cubicBezTo>
                  <a:pt x="410" y="113"/>
                  <a:pt x="410" y="113"/>
                  <a:pt x="410" y="113"/>
                </a:cubicBezTo>
                <a:cubicBezTo>
                  <a:pt x="410" y="113"/>
                  <a:pt x="410" y="113"/>
                  <a:pt x="403" y="106"/>
                </a:cubicBezTo>
                <a:lnTo>
                  <a:pt x="410" y="106"/>
                </a:lnTo>
                <a:lnTo>
                  <a:pt x="417" y="106"/>
                </a:lnTo>
                <a:close/>
                <a:moveTo>
                  <a:pt x="332" y="71"/>
                </a:moveTo>
                <a:lnTo>
                  <a:pt x="332" y="71"/>
                </a:lnTo>
                <a:cubicBezTo>
                  <a:pt x="325" y="71"/>
                  <a:pt x="325" y="71"/>
                  <a:pt x="325" y="71"/>
                </a:cubicBezTo>
                <a:cubicBezTo>
                  <a:pt x="325" y="71"/>
                  <a:pt x="325" y="71"/>
                  <a:pt x="318" y="71"/>
                </a:cubicBezTo>
                <a:cubicBezTo>
                  <a:pt x="318" y="71"/>
                  <a:pt x="318" y="71"/>
                  <a:pt x="325" y="71"/>
                </a:cubicBezTo>
                <a:cubicBezTo>
                  <a:pt x="318" y="71"/>
                  <a:pt x="311" y="71"/>
                  <a:pt x="311" y="71"/>
                </a:cubicBezTo>
                <a:cubicBezTo>
                  <a:pt x="311" y="71"/>
                  <a:pt x="311" y="71"/>
                  <a:pt x="311" y="64"/>
                </a:cubicBezTo>
                <a:cubicBezTo>
                  <a:pt x="318" y="64"/>
                  <a:pt x="318" y="64"/>
                  <a:pt x="318" y="64"/>
                </a:cubicBezTo>
                <a:cubicBezTo>
                  <a:pt x="318" y="71"/>
                  <a:pt x="318" y="64"/>
                  <a:pt x="325" y="71"/>
                </a:cubicBezTo>
                <a:lnTo>
                  <a:pt x="325" y="64"/>
                </a:lnTo>
                <a:cubicBezTo>
                  <a:pt x="325" y="64"/>
                  <a:pt x="325" y="64"/>
                  <a:pt x="325" y="71"/>
                </a:cubicBezTo>
                <a:cubicBezTo>
                  <a:pt x="325" y="64"/>
                  <a:pt x="325" y="64"/>
                  <a:pt x="332" y="64"/>
                </a:cubicBezTo>
                <a:cubicBezTo>
                  <a:pt x="332" y="64"/>
                  <a:pt x="332" y="71"/>
                  <a:pt x="339" y="71"/>
                </a:cubicBezTo>
                <a:cubicBezTo>
                  <a:pt x="332" y="71"/>
                  <a:pt x="332" y="71"/>
                  <a:pt x="332" y="71"/>
                </a:cubicBezTo>
                <a:close/>
                <a:moveTo>
                  <a:pt x="311" y="71"/>
                </a:moveTo>
                <a:lnTo>
                  <a:pt x="311" y="71"/>
                </a:lnTo>
                <a:cubicBezTo>
                  <a:pt x="318" y="71"/>
                  <a:pt x="318" y="71"/>
                  <a:pt x="318" y="71"/>
                </a:cubicBezTo>
                <a:lnTo>
                  <a:pt x="318" y="78"/>
                </a:lnTo>
                <a:cubicBezTo>
                  <a:pt x="311" y="78"/>
                  <a:pt x="311" y="78"/>
                  <a:pt x="311" y="78"/>
                </a:cubicBezTo>
                <a:cubicBezTo>
                  <a:pt x="311" y="85"/>
                  <a:pt x="311" y="85"/>
                  <a:pt x="311" y="85"/>
                </a:cubicBezTo>
                <a:cubicBezTo>
                  <a:pt x="304" y="85"/>
                  <a:pt x="304" y="85"/>
                  <a:pt x="304" y="85"/>
                </a:cubicBezTo>
                <a:cubicBezTo>
                  <a:pt x="304" y="85"/>
                  <a:pt x="304" y="85"/>
                  <a:pt x="311" y="85"/>
                </a:cubicBezTo>
                <a:cubicBezTo>
                  <a:pt x="304" y="85"/>
                  <a:pt x="304" y="78"/>
                  <a:pt x="304" y="78"/>
                </a:cubicBezTo>
                <a:lnTo>
                  <a:pt x="304" y="85"/>
                </a:lnTo>
                <a:cubicBezTo>
                  <a:pt x="297" y="85"/>
                  <a:pt x="297" y="78"/>
                  <a:pt x="297" y="78"/>
                </a:cubicBezTo>
                <a:cubicBezTo>
                  <a:pt x="304" y="78"/>
                  <a:pt x="304" y="78"/>
                  <a:pt x="304" y="78"/>
                </a:cubicBezTo>
                <a:cubicBezTo>
                  <a:pt x="304" y="78"/>
                  <a:pt x="304" y="78"/>
                  <a:pt x="297" y="78"/>
                </a:cubicBezTo>
                <a:cubicBezTo>
                  <a:pt x="297" y="78"/>
                  <a:pt x="297" y="78"/>
                  <a:pt x="297" y="71"/>
                </a:cubicBezTo>
                <a:cubicBezTo>
                  <a:pt x="297" y="71"/>
                  <a:pt x="297" y="71"/>
                  <a:pt x="290" y="71"/>
                </a:cubicBezTo>
                <a:cubicBezTo>
                  <a:pt x="290" y="71"/>
                  <a:pt x="290" y="71"/>
                  <a:pt x="297" y="71"/>
                </a:cubicBezTo>
                <a:cubicBezTo>
                  <a:pt x="297" y="71"/>
                  <a:pt x="297" y="71"/>
                  <a:pt x="304" y="71"/>
                </a:cubicBezTo>
                <a:lnTo>
                  <a:pt x="311" y="71"/>
                </a:lnTo>
                <a:close/>
                <a:moveTo>
                  <a:pt x="262" y="205"/>
                </a:moveTo>
                <a:lnTo>
                  <a:pt x="262" y="205"/>
                </a:lnTo>
                <a:lnTo>
                  <a:pt x="269" y="205"/>
                </a:lnTo>
                <a:cubicBezTo>
                  <a:pt x="262" y="205"/>
                  <a:pt x="262" y="205"/>
                  <a:pt x="262" y="205"/>
                </a:cubicBezTo>
                <a:cubicBezTo>
                  <a:pt x="255" y="205"/>
                  <a:pt x="255" y="205"/>
                  <a:pt x="255" y="205"/>
                </a:cubicBezTo>
                <a:cubicBezTo>
                  <a:pt x="255" y="205"/>
                  <a:pt x="255" y="205"/>
                  <a:pt x="248" y="205"/>
                </a:cubicBezTo>
                <a:cubicBezTo>
                  <a:pt x="255" y="205"/>
                  <a:pt x="255" y="205"/>
                  <a:pt x="255" y="205"/>
                </a:cubicBezTo>
                <a:lnTo>
                  <a:pt x="255" y="198"/>
                </a:lnTo>
                <a:lnTo>
                  <a:pt x="255" y="205"/>
                </a:lnTo>
                <a:cubicBezTo>
                  <a:pt x="255" y="198"/>
                  <a:pt x="248" y="198"/>
                  <a:pt x="248" y="198"/>
                </a:cubicBezTo>
                <a:lnTo>
                  <a:pt x="255" y="198"/>
                </a:lnTo>
                <a:cubicBezTo>
                  <a:pt x="255" y="191"/>
                  <a:pt x="255" y="191"/>
                  <a:pt x="255" y="191"/>
                </a:cubicBezTo>
                <a:cubicBezTo>
                  <a:pt x="255" y="191"/>
                  <a:pt x="255" y="191"/>
                  <a:pt x="248" y="191"/>
                </a:cubicBezTo>
                <a:lnTo>
                  <a:pt x="248" y="184"/>
                </a:lnTo>
                <a:cubicBezTo>
                  <a:pt x="248" y="177"/>
                  <a:pt x="248" y="177"/>
                  <a:pt x="248" y="177"/>
                </a:cubicBezTo>
                <a:lnTo>
                  <a:pt x="255" y="177"/>
                </a:lnTo>
                <a:lnTo>
                  <a:pt x="248" y="177"/>
                </a:lnTo>
                <a:cubicBezTo>
                  <a:pt x="255" y="177"/>
                  <a:pt x="255" y="177"/>
                  <a:pt x="255" y="177"/>
                </a:cubicBezTo>
                <a:cubicBezTo>
                  <a:pt x="255" y="184"/>
                  <a:pt x="255" y="184"/>
                  <a:pt x="255" y="184"/>
                </a:cubicBezTo>
                <a:cubicBezTo>
                  <a:pt x="255" y="191"/>
                  <a:pt x="255" y="191"/>
                  <a:pt x="255" y="191"/>
                </a:cubicBezTo>
                <a:cubicBezTo>
                  <a:pt x="262" y="191"/>
                  <a:pt x="262" y="191"/>
                  <a:pt x="262" y="191"/>
                </a:cubicBezTo>
                <a:cubicBezTo>
                  <a:pt x="262" y="198"/>
                  <a:pt x="262" y="198"/>
                  <a:pt x="262" y="198"/>
                </a:cubicBezTo>
                <a:lnTo>
                  <a:pt x="269" y="198"/>
                </a:lnTo>
                <a:cubicBezTo>
                  <a:pt x="269" y="198"/>
                  <a:pt x="262" y="198"/>
                  <a:pt x="262" y="205"/>
                </a:cubicBezTo>
                <a:close/>
                <a:moveTo>
                  <a:pt x="248" y="184"/>
                </a:moveTo>
                <a:lnTo>
                  <a:pt x="248" y="184"/>
                </a:lnTo>
                <a:close/>
                <a:moveTo>
                  <a:pt x="248" y="191"/>
                </a:moveTo>
                <a:lnTo>
                  <a:pt x="248" y="191"/>
                </a:lnTo>
                <a:cubicBezTo>
                  <a:pt x="248" y="191"/>
                  <a:pt x="248" y="191"/>
                  <a:pt x="240" y="191"/>
                </a:cubicBezTo>
                <a:cubicBezTo>
                  <a:pt x="248" y="191"/>
                  <a:pt x="248" y="198"/>
                  <a:pt x="248" y="198"/>
                </a:cubicBezTo>
                <a:cubicBezTo>
                  <a:pt x="240" y="198"/>
                  <a:pt x="240" y="198"/>
                  <a:pt x="240" y="198"/>
                </a:cubicBezTo>
                <a:cubicBezTo>
                  <a:pt x="233" y="198"/>
                  <a:pt x="233" y="205"/>
                  <a:pt x="233" y="205"/>
                </a:cubicBezTo>
                <a:cubicBezTo>
                  <a:pt x="233" y="198"/>
                  <a:pt x="233" y="198"/>
                  <a:pt x="233" y="198"/>
                </a:cubicBezTo>
                <a:cubicBezTo>
                  <a:pt x="233" y="198"/>
                  <a:pt x="233" y="198"/>
                  <a:pt x="240" y="198"/>
                </a:cubicBezTo>
                <a:cubicBezTo>
                  <a:pt x="233" y="198"/>
                  <a:pt x="233" y="198"/>
                  <a:pt x="233" y="191"/>
                </a:cubicBezTo>
                <a:cubicBezTo>
                  <a:pt x="233" y="191"/>
                  <a:pt x="233" y="191"/>
                  <a:pt x="240" y="191"/>
                </a:cubicBezTo>
                <a:cubicBezTo>
                  <a:pt x="240" y="191"/>
                  <a:pt x="240" y="191"/>
                  <a:pt x="240" y="184"/>
                </a:cubicBezTo>
                <a:cubicBezTo>
                  <a:pt x="240" y="191"/>
                  <a:pt x="240" y="191"/>
                  <a:pt x="240" y="191"/>
                </a:cubicBezTo>
                <a:cubicBezTo>
                  <a:pt x="240" y="191"/>
                  <a:pt x="248" y="184"/>
                  <a:pt x="248" y="191"/>
                </a:cubicBezTo>
                <a:close/>
                <a:moveTo>
                  <a:pt x="233" y="269"/>
                </a:moveTo>
                <a:lnTo>
                  <a:pt x="233" y="269"/>
                </a:lnTo>
                <a:lnTo>
                  <a:pt x="233" y="262"/>
                </a:lnTo>
                <a:lnTo>
                  <a:pt x="240" y="262"/>
                </a:lnTo>
                <a:lnTo>
                  <a:pt x="248" y="254"/>
                </a:lnTo>
                <a:lnTo>
                  <a:pt x="255" y="254"/>
                </a:lnTo>
                <a:cubicBezTo>
                  <a:pt x="255" y="254"/>
                  <a:pt x="255" y="254"/>
                  <a:pt x="262" y="254"/>
                </a:cubicBezTo>
                <a:lnTo>
                  <a:pt x="269" y="254"/>
                </a:lnTo>
                <a:cubicBezTo>
                  <a:pt x="269" y="254"/>
                  <a:pt x="269" y="254"/>
                  <a:pt x="269" y="247"/>
                </a:cubicBezTo>
                <a:cubicBezTo>
                  <a:pt x="276" y="247"/>
                  <a:pt x="276" y="254"/>
                  <a:pt x="276" y="254"/>
                </a:cubicBezTo>
                <a:lnTo>
                  <a:pt x="276" y="247"/>
                </a:lnTo>
                <a:cubicBezTo>
                  <a:pt x="283" y="247"/>
                  <a:pt x="283" y="247"/>
                  <a:pt x="283" y="247"/>
                </a:cubicBezTo>
                <a:lnTo>
                  <a:pt x="283" y="254"/>
                </a:lnTo>
                <a:lnTo>
                  <a:pt x="290" y="247"/>
                </a:lnTo>
                <a:cubicBezTo>
                  <a:pt x="290" y="247"/>
                  <a:pt x="290" y="247"/>
                  <a:pt x="290" y="254"/>
                </a:cubicBezTo>
                <a:cubicBezTo>
                  <a:pt x="290" y="247"/>
                  <a:pt x="290" y="247"/>
                  <a:pt x="290" y="247"/>
                </a:cubicBezTo>
                <a:cubicBezTo>
                  <a:pt x="290" y="254"/>
                  <a:pt x="290" y="254"/>
                  <a:pt x="290" y="254"/>
                </a:cubicBezTo>
                <a:lnTo>
                  <a:pt x="290" y="262"/>
                </a:lnTo>
                <a:cubicBezTo>
                  <a:pt x="297" y="262"/>
                  <a:pt x="297" y="262"/>
                  <a:pt x="297" y="262"/>
                </a:cubicBezTo>
                <a:cubicBezTo>
                  <a:pt x="297" y="262"/>
                  <a:pt x="297" y="262"/>
                  <a:pt x="304" y="262"/>
                </a:cubicBezTo>
                <a:cubicBezTo>
                  <a:pt x="304" y="269"/>
                  <a:pt x="304" y="269"/>
                  <a:pt x="304" y="269"/>
                </a:cubicBezTo>
                <a:lnTo>
                  <a:pt x="311" y="269"/>
                </a:lnTo>
                <a:lnTo>
                  <a:pt x="318" y="269"/>
                </a:lnTo>
                <a:cubicBezTo>
                  <a:pt x="318" y="262"/>
                  <a:pt x="318" y="262"/>
                  <a:pt x="325" y="262"/>
                </a:cubicBezTo>
                <a:lnTo>
                  <a:pt x="325" y="269"/>
                </a:lnTo>
                <a:cubicBezTo>
                  <a:pt x="332" y="269"/>
                  <a:pt x="332" y="269"/>
                  <a:pt x="332" y="269"/>
                </a:cubicBezTo>
                <a:lnTo>
                  <a:pt x="339" y="269"/>
                </a:lnTo>
                <a:cubicBezTo>
                  <a:pt x="339" y="269"/>
                  <a:pt x="339" y="269"/>
                  <a:pt x="346" y="269"/>
                </a:cubicBezTo>
                <a:cubicBezTo>
                  <a:pt x="353" y="269"/>
                  <a:pt x="353" y="269"/>
                  <a:pt x="353" y="269"/>
                </a:cubicBezTo>
                <a:cubicBezTo>
                  <a:pt x="353" y="269"/>
                  <a:pt x="353" y="269"/>
                  <a:pt x="361" y="276"/>
                </a:cubicBezTo>
                <a:cubicBezTo>
                  <a:pt x="353" y="276"/>
                  <a:pt x="353" y="276"/>
                  <a:pt x="353" y="276"/>
                </a:cubicBezTo>
                <a:cubicBezTo>
                  <a:pt x="353" y="283"/>
                  <a:pt x="353" y="283"/>
                  <a:pt x="353" y="283"/>
                </a:cubicBezTo>
                <a:lnTo>
                  <a:pt x="361" y="290"/>
                </a:lnTo>
                <a:lnTo>
                  <a:pt x="361" y="297"/>
                </a:lnTo>
                <a:cubicBezTo>
                  <a:pt x="368" y="297"/>
                  <a:pt x="361" y="304"/>
                  <a:pt x="368" y="304"/>
                </a:cubicBezTo>
                <a:cubicBezTo>
                  <a:pt x="368" y="311"/>
                  <a:pt x="368" y="311"/>
                  <a:pt x="375" y="318"/>
                </a:cubicBezTo>
                <a:lnTo>
                  <a:pt x="375" y="311"/>
                </a:lnTo>
                <a:lnTo>
                  <a:pt x="375" y="318"/>
                </a:lnTo>
                <a:cubicBezTo>
                  <a:pt x="375" y="318"/>
                  <a:pt x="375" y="318"/>
                  <a:pt x="382" y="318"/>
                </a:cubicBezTo>
                <a:lnTo>
                  <a:pt x="382" y="325"/>
                </a:lnTo>
                <a:cubicBezTo>
                  <a:pt x="389" y="325"/>
                  <a:pt x="389" y="325"/>
                  <a:pt x="389" y="325"/>
                </a:cubicBezTo>
                <a:cubicBezTo>
                  <a:pt x="396" y="325"/>
                  <a:pt x="396" y="325"/>
                  <a:pt x="396" y="325"/>
                </a:cubicBezTo>
                <a:lnTo>
                  <a:pt x="403" y="325"/>
                </a:lnTo>
                <a:cubicBezTo>
                  <a:pt x="403" y="325"/>
                  <a:pt x="403" y="325"/>
                  <a:pt x="403" y="332"/>
                </a:cubicBezTo>
                <a:lnTo>
                  <a:pt x="396" y="332"/>
                </a:lnTo>
                <a:cubicBezTo>
                  <a:pt x="396" y="332"/>
                  <a:pt x="396" y="332"/>
                  <a:pt x="396" y="339"/>
                </a:cubicBezTo>
                <a:cubicBezTo>
                  <a:pt x="396" y="347"/>
                  <a:pt x="396" y="347"/>
                  <a:pt x="389" y="347"/>
                </a:cubicBezTo>
                <a:cubicBezTo>
                  <a:pt x="389" y="347"/>
                  <a:pt x="389" y="347"/>
                  <a:pt x="389" y="354"/>
                </a:cubicBezTo>
                <a:lnTo>
                  <a:pt x="382" y="354"/>
                </a:lnTo>
                <a:cubicBezTo>
                  <a:pt x="382" y="361"/>
                  <a:pt x="375" y="361"/>
                  <a:pt x="375" y="361"/>
                </a:cubicBezTo>
                <a:cubicBezTo>
                  <a:pt x="375" y="368"/>
                  <a:pt x="375" y="368"/>
                  <a:pt x="375" y="368"/>
                </a:cubicBezTo>
                <a:lnTo>
                  <a:pt x="368" y="368"/>
                </a:lnTo>
                <a:lnTo>
                  <a:pt x="368" y="375"/>
                </a:lnTo>
                <a:cubicBezTo>
                  <a:pt x="368" y="375"/>
                  <a:pt x="368" y="375"/>
                  <a:pt x="368" y="382"/>
                </a:cubicBezTo>
                <a:cubicBezTo>
                  <a:pt x="375" y="389"/>
                  <a:pt x="375" y="389"/>
                  <a:pt x="375" y="389"/>
                </a:cubicBezTo>
                <a:cubicBezTo>
                  <a:pt x="375" y="396"/>
                  <a:pt x="375" y="396"/>
                  <a:pt x="375" y="396"/>
                </a:cubicBezTo>
                <a:lnTo>
                  <a:pt x="375" y="403"/>
                </a:lnTo>
                <a:cubicBezTo>
                  <a:pt x="375" y="403"/>
                  <a:pt x="375" y="403"/>
                  <a:pt x="368" y="403"/>
                </a:cubicBezTo>
                <a:cubicBezTo>
                  <a:pt x="361" y="410"/>
                  <a:pt x="361" y="410"/>
                  <a:pt x="361" y="410"/>
                </a:cubicBezTo>
                <a:lnTo>
                  <a:pt x="361" y="417"/>
                </a:lnTo>
                <a:lnTo>
                  <a:pt x="361" y="424"/>
                </a:lnTo>
                <a:cubicBezTo>
                  <a:pt x="361" y="424"/>
                  <a:pt x="353" y="424"/>
                  <a:pt x="353" y="431"/>
                </a:cubicBezTo>
                <a:lnTo>
                  <a:pt x="353" y="438"/>
                </a:lnTo>
                <a:lnTo>
                  <a:pt x="346" y="438"/>
                </a:lnTo>
                <a:cubicBezTo>
                  <a:pt x="346" y="445"/>
                  <a:pt x="339" y="445"/>
                  <a:pt x="339" y="452"/>
                </a:cubicBezTo>
                <a:cubicBezTo>
                  <a:pt x="332" y="452"/>
                  <a:pt x="332" y="452"/>
                  <a:pt x="332" y="452"/>
                </a:cubicBezTo>
                <a:cubicBezTo>
                  <a:pt x="325" y="452"/>
                  <a:pt x="325" y="452"/>
                  <a:pt x="325" y="452"/>
                </a:cubicBezTo>
                <a:lnTo>
                  <a:pt x="318" y="452"/>
                </a:lnTo>
                <a:cubicBezTo>
                  <a:pt x="318" y="460"/>
                  <a:pt x="318" y="452"/>
                  <a:pt x="318" y="452"/>
                </a:cubicBezTo>
                <a:cubicBezTo>
                  <a:pt x="318" y="460"/>
                  <a:pt x="318" y="460"/>
                  <a:pt x="318" y="460"/>
                </a:cubicBezTo>
                <a:cubicBezTo>
                  <a:pt x="311" y="460"/>
                  <a:pt x="311" y="452"/>
                  <a:pt x="311" y="452"/>
                </a:cubicBezTo>
                <a:cubicBezTo>
                  <a:pt x="311" y="445"/>
                  <a:pt x="311" y="445"/>
                  <a:pt x="311" y="445"/>
                </a:cubicBezTo>
                <a:cubicBezTo>
                  <a:pt x="311" y="445"/>
                  <a:pt x="311" y="438"/>
                  <a:pt x="304" y="438"/>
                </a:cubicBezTo>
                <a:cubicBezTo>
                  <a:pt x="304" y="431"/>
                  <a:pt x="304" y="431"/>
                  <a:pt x="304" y="431"/>
                </a:cubicBezTo>
                <a:cubicBezTo>
                  <a:pt x="304" y="431"/>
                  <a:pt x="304" y="431"/>
                  <a:pt x="304" y="424"/>
                </a:cubicBezTo>
                <a:cubicBezTo>
                  <a:pt x="304" y="417"/>
                  <a:pt x="297" y="417"/>
                  <a:pt x="297" y="417"/>
                </a:cubicBezTo>
                <a:lnTo>
                  <a:pt x="297" y="410"/>
                </a:lnTo>
                <a:cubicBezTo>
                  <a:pt x="297" y="403"/>
                  <a:pt x="297" y="403"/>
                  <a:pt x="297" y="403"/>
                </a:cubicBezTo>
                <a:lnTo>
                  <a:pt x="297" y="396"/>
                </a:lnTo>
                <a:cubicBezTo>
                  <a:pt x="297" y="389"/>
                  <a:pt x="297" y="389"/>
                  <a:pt x="297" y="389"/>
                </a:cubicBezTo>
                <a:cubicBezTo>
                  <a:pt x="297" y="382"/>
                  <a:pt x="297" y="382"/>
                  <a:pt x="297" y="382"/>
                </a:cubicBezTo>
                <a:cubicBezTo>
                  <a:pt x="297" y="382"/>
                  <a:pt x="297" y="382"/>
                  <a:pt x="297" y="375"/>
                </a:cubicBezTo>
                <a:lnTo>
                  <a:pt x="297" y="368"/>
                </a:lnTo>
                <a:cubicBezTo>
                  <a:pt x="290" y="368"/>
                  <a:pt x="290" y="368"/>
                  <a:pt x="290" y="368"/>
                </a:cubicBezTo>
                <a:cubicBezTo>
                  <a:pt x="290" y="361"/>
                  <a:pt x="290" y="361"/>
                  <a:pt x="290" y="361"/>
                </a:cubicBezTo>
                <a:cubicBezTo>
                  <a:pt x="283" y="361"/>
                  <a:pt x="283" y="361"/>
                  <a:pt x="283" y="361"/>
                </a:cubicBezTo>
                <a:cubicBezTo>
                  <a:pt x="290" y="361"/>
                  <a:pt x="290" y="361"/>
                  <a:pt x="290" y="354"/>
                </a:cubicBezTo>
                <a:lnTo>
                  <a:pt x="290" y="347"/>
                </a:lnTo>
                <a:cubicBezTo>
                  <a:pt x="283" y="347"/>
                  <a:pt x="290" y="347"/>
                  <a:pt x="283" y="347"/>
                </a:cubicBezTo>
                <a:cubicBezTo>
                  <a:pt x="283" y="347"/>
                  <a:pt x="276" y="347"/>
                  <a:pt x="276" y="339"/>
                </a:cubicBezTo>
                <a:cubicBezTo>
                  <a:pt x="276" y="339"/>
                  <a:pt x="276" y="339"/>
                  <a:pt x="269" y="339"/>
                </a:cubicBezTo>
                <a:cubicBezTo>
                  <a:pt x="262" y="339"/>
                  <a:pt x="262" y="339"/>
                  <a:pt x="262" y="339"/>
                </a:cubicBezTo>
                <a:lnTo>
                  <a:pt x="255" y="347"/>
                </a:lnTo>
                <a:lnTo>
                  <a:pt x="255" y="339"/>
                </a:lnTo>
                <a:cubicBezTo>
                  <a:pt x="255" y="339"/>
                  <a:pt x="255" y="339"/>
                  <a:pt x="255" y="347"/>
                </a:cubicBezTo>
                <a:cubicBezTo>
                  <a:pt x="255" y="347"/>
                  <a:pt x="255" y="339"/>
                  <a:pt x="248" y="339"/>
                </a:cubicBezTo>
                <a:cubicBezTo>
                  <a:pt x="248" y="347"/>
                  <a:pt x="248" y="347"/>
                  <a:pt x="248" y="347"/>
                </a:cubicBezTo>
                <a:cubicBezTo>
                  <a:pt x="240" y="347"/>
                  <a:pt x="240" y="347"/>
                  <a:pt x="240" y="347"/>
                </a:cubicBezTo>
                <a:cubicBezTo>
                  <a:pt x="233" y="339"/>
                  <a:pt x="233" y="339"/>
                  <a:pt x="233" y="339"/>
                </a:cubicBezTo>
                <a:cubicBezTo>
                  <a:pt x="226" y="339"/>
                  <a:pt x="226" y="339"/>
                  <a:pt x="226" y="339"/>
                </a:cubicBezTo>
                <a:cubicBezTo>
                  <a:pt x="226" y="332"/>
                  <a:pt x="226" y="332"/>
                  <a:pt x="226" y="332"/>
                </a:cubicBezTo>
                <a:cubicBezTo>
                  <a:pt x="226" y="332"/>
                  <a:pt x="219" y="332"/>
                  <a:pt x="219" y="325"/>
                </a:cubicBezTo>
                <a:cubicBezTo>
                  <a:pt x="219" y="325"/>
                  <a:pt x="219" y="325"/>
                  <a:pt x="212" y="325"/>
                </a:cubicBezTo>
                <a:cubicBezTo>
                  <a:pt x="212" y="318"/>
                  <a:pt x="212" y="318"/>
                  <a:pt x="212" y="318"/>
                </a:cubicBezTo>
                <a:cubicBezTo>
                  <a:pt x="219" y="318"/>
                  <a:pt x="219" y="318"/>
                  <a:pt x="219" y="318"/>
                </a:cubicBezTo>
                <a:cubicBezTo>
                  <a:pt x="212" y="318"/>
                  <a:pt x="212" y="318"/>
                  <a:pt x="212" y="318"/>
                </a:cubicBezTo>
                <a:lnTo>
                  <a:pt x="219" y="311"/>
                </a:lnTo>
                <a:lnTo>
                  <a:pt x="219" y="304"/>
                </a:lnTo>
                <a:cubicBezTo>
                  <a:pt x="219" y="304"/>
                  <a:pt x="219" y="297"/>
                  <a:pt x="212" y="297"/>
                </a:cubicBezTo>
                <a:cubicBezTo>
                  <a:pt x="219" y="297"/>
                  <a:pt x="219" y="297"/>
                  <a:pt x="219" y="297"/>
                </a:cubicBezTo>
                <a:cubicBezTo>
                  <a:pt x="219" y="290"/>
                  <a:pt x="219" y="290"/>
                  <a:pt x="219" y="290"/>
                </a:cubicBezTo>
                <a:cubicBezTo>
                  <a:pt x="219" y="283"/>
                  <a:pt x="219" y="283"/>
                  <a:pt x="219" y="283"/>
                </a:cubicBezTo>
                <a:lnTo>
                  <a:pt x="226" y="283"/>
                </a:lnTo>
                <a:lnTo>
                  <a:pt x="226" y="276"/>
                </a:lnTo>
                <a:cubicBezTo>
                  <a:pt x="233" y="276"/>
                  <a:pt x="233" y="276"/>
                  <a:pt x="233" y="276"/>
                </a:cubicBezTo>
                <a:cubicBezTo>
                  <a:pt x="233" y="269"/>
                  <a:pt x="233" y="269"/>
                  <a:pt x="233" y="269"/>
                </a:cubicBezTo>
                <a:close/>
                <a:moveTo>
                  <a:pt x="219" y="149"/>
                </a:moveTo>
                <a:lnTo>
                  <a:pt x="219" y="149"/>
                </a:lnTo>
                <a:cubicBezTo>
                  <a:pt x="219" y="149"/>
                  <a:pt x="219" y="149"/>
                  <a:pt x="219" y="156"/>
                </a:cubicBezTo>
                <a:cubicBezTo>
                  <a:pt x="212" y="156"/>
                  <a:pt x="212" y="156"/>
                  <a:pt x="212" y="156"/>
                </a:cubicBezTo>
                <a:lnTo>
                  <a:pt x="205" y="156"/>
                </a:lnTo>
                <a:lnTo>
                  <a:pt x="198" y="156"/>
                </a:lnTo>
                <a:cubicBezTo>
                  <a:pt x="198" y="149"/>
                  <a:pt x="205" y="149"/>
                  <a:pt x="205" y="149"/>
                </a:cubicBezTo>
                <a:cubicBezTo>
                  <a:pt x="198" y="149"/>
                  <a:pt x="198" y="149"/>
                  <a:pt x="198" y="149"/>
                </a:cubicBezTo>
                <a:cubicBezTo>
                  <a:pt x="198" y="149"/>
                  <a:pt x="198" y="149"/>
                  <a:pt x="205" y="149"/>
                </a:cubicBezTo>
                <a:cubicBezTo>
                  <a:pt x="198" y="149"/>
                  <a:pt x="198" y="149"/>
                  <a:pt x="198" y="141"/>
                </a:cubicBezTo>
                <a:cubicBezTo>
                  <a:pt x="198" y="141"/>
                  <a:pt x="198" y="149"/>
                  <a:pt x="198" y="141"/>
                </a:cubicBezTo>
                <a:lnTo>
                  <a:pt x="205" y="141"/>
                </a:lnTo>
                <a:cubicBezTo>
                  <a:pt x="205" y="149"/>
                  <a:pt x="205" y="149"/>
                  <a:pt x="205" y="149"/>
                </a:cubicBezTo>
                <a:cubicBezTo>
                  <a:pt x="205" y="141"/>
                  <a:pt x="205" y="141"/>
                  <a:pt x="205" y="141"/>
                </a:cubicBezTo>
                <a:lnTo>
                  <a:pt x="212" y="141"/>
                </a:lnTo>
                <a:cubicBezTo>
                  <a:pt x="212" y="141"/>
                  <a:pt x="212" y="141"/>
                  <a:pt x="219" y="141"/>
                </a:cubicBezTo>
                <a:lnTo>
                  <a:pt x="226" y="141"/>
                </a:lnTo>
                <a:cubicBezTo>
                  <a:pt x="226" y="149"/>
                  <a:pt x="226" y="149"/>
                  <a:pt x="226" y="149"/>
                </a:cubicBezTo>
                <a:cubicBezTo>
                  <a:pt x="226" y="149"/>
                  <a:pt x="226" y="149"/>
                  <a:pt x="219" y="149"/>
                </a:cubicBezTo>
                <a:close/>
                <a:moveTo>
                  <a:pt x="283" y="347"/>
                </a:moveTo>
                <a:lnTo>
                  <a:pt x="283" y="347"/>
                </a:lnTo>
                <a:close/>
                <a:moveTo>
                  <a:pt x="382" y="417"/>
                </a:moveTo>
                <a:lnTo>
                  <a:pt x="382" y="417"/>
                </a:lnTo>
                <a:lnTo>
                  <a:pt x="382" y="410"/>
                </a:lnTo>
                <a:cubicBezTo>
                  <a:pt x="382" y="410"/>
                  <a:pt x="382" y="410"/>
                  <a:pt x="382" y="403"/>
                </a:cubicBezTo>
                <a:cubicBezTo>
                  <a:pt x="389" y="403"/>
                  <a:pt x="389" y="403"/>
                  <a:pt x="389" y="403"/>
                </a:cubicBezTo>
                <a:cubicBezTo>
                  <a:pt x="389" y="396"/>
                  <a:pt x="389" y="396"/>
                  <a:pt x="389" y="396"/>
                </a:cubicBezTo>
                <a:cubicBezTo>
                  <a:pt x="389" y="396"/>
                  <a:pt x="389" y="396"/>
                  <a:pt x="396" y="396"/>
                </a:cubicBezTo>
                <a:cubicBezTo>
                  <a:pt x="396" y="396"/>
                  <a:pt x="396" y="396"/>
                  <a:pt x="396" y="389"/>
                </a:cubicBezTo>
                <a:cubicBezTo>
                  <a:pt x="396" y="389"/>
                  <a:pt x="396" y="389"/>
                  <a:pt x="396" y="396"/>
                </a:cubicBezTo>
                <a:cubicBezTo>
                  <a:pt x="403" y="396"/>
                  <a:pt x="396" y="396"/>
                  <a:pt x="403" y="396"/>
                </a:cubicBezTo>
                <a:cubicBezTo>
                  <a:pt x="403" y="396"/>
                  <a:pt x="403" y="396"/>
                  <a:pt x="403" y="403"/>
                </a:cubicBezTo>
                <a:cubicBezTo>
                  <a:pt x="396" y="403"/>
                  <a:pt x="396" y="403"/>
                  <a:pt x="396" y="403"/>
                </a:cubicBezTo>
                <a:lnTo>
                  <a:pt x="396" y="410"/>
                </a:lnTo>
                <a:cubicBezTo>
                  <a:pt x="396" y="410"/>
                  <a:pt x="396" y="417"/>
                  <a:pt x="396" y="424"/>
                </a:cubicBezTo>
                <a:cubicBezTo>
                  <a:pt x="396" y="424"/>
                  <a:pt x="389" y="424"/>
                  <a:pt x="389" y="431"/>
                </a:cubicBezTo>
                <a:cubicBezTo>
                  <a:pt x="382" y="431"/>
                  <a:pt x="382" y="431"/>
                  <a:pt x="382" y="424"/>
                </a:cubicBezTo>
                <a:cubicBezTo>
                  <a:pt x="382" y="424"/>
                  <a:pt x="382" y="424"/>
                  <a:pt x="382" y="417"/>
                </a:cubicBezTo>
                <a:close/>
                <a:moveTo>
                  <a:pt x="353" y="254"/>
                </a:moveTo>
                <a:lnTo>
                  <a:pt x="353" y="254"/>
                </a:lnTo>
                <a:close/>
                <a:moveTo>
                  <a:pt x="332" y="254"/>
                </a:moveTo>
                <a:lnTo>
                  <a:pt x="332" y="254"/>
                </a:lnTo>
                <a:cubicBezTo>
                  <a:pt x="325" y="254"/>
                  <a:pt x="325" y="254"/>
                  <a:pt x="325" y="254"/>
                </a:cubicBezTo>
                <a:cubicBezTo>
                  <a:pt x="332" y="254"/>
                  <a:pt x="332" y="254"/>
                  <a:pt x="332" y="254"/>
                </a:cubicBezTo>
                <a:close/>
                <a:moveTo>
                  <a:pt x="304" y="247"/>
                </a:moveTo>
                <a:lnTo>
                  <a:pt x="304" y="247"/>
                </a:lnTo>
                <a:lnTo>
                  <a:pt x="304" y="254"/>
                </a:lnTo>
                <a:cubicBezTo>
                  <a:pt x="304" y="247"/>
                  <a:pt x="297" y="247"/>
                  <a:pt x="297" y="247"/>
                </a:cubicBezTo>
                <a:lnTo>
                  <a:pt x="304" y="247"/>
                </a:lnTo>
                <a:close/>
                <a:moveTo>
                  <a:pt x="290" y="240"/>
                </a:moveTo>
                <a:lnTo>
                  <a:pt x="290" y="240"/>
                </a:lnTo>
                <a:cubicBezTo>
                  <a:pt x="283" y="240"/>
                  <a:pt x="283" y="247"/>
                  <a:pt x="283" y="247"/>
                </a:cubicBezTo>
                <a:cubicBezTo>
                  <a:pt x="283" y="240"/>
                  <a:pt x="283" y="240"/>
                  <a:pt x="283" y="240"/>
                </a:cubicBezTo>
                <a:cubicBezTo>
                  <a:pt x="283" y="240"/>
                  <a:pt x="283" y="240"/>
                  <a:pt x="290" y="240"/>
                </a:cubicBezTo>
                <a:close/>
                <a:moveTo>
                  <a:pt x="290" y="233"/>
                </a:moveTo>
                <a:lnTo>
                  <a:pt x="290" y="233"/>
                </a:lnTo>
                <a:cubicBezTo>
                  <a:pt x="283" y="233"/>
                  <a:pt x="283" y="233"/>
                  <a:pt x="283" y="233"/>
                </a:cubicBezTo>
                <a:lnTo>
                  <a:pt x="290" y="233"/>
                </a:lnTo>
                <a:close/>
                <a:moveTo>
                  <a:pt x="205" y="106"/>
                </a:moveTo>
                <a:lnTo>
                  <a:pt x="205" y="106"/>
                </a:lnTo>
                <a:lnTo>
                  <a:pt x="198" y="106"/>
                </a:lnTo>
                <a:cubicBezTo>
                  <a:pt x="198" y="106"/>
                  <a:pt x="198" y="106"/>
                  <a:pt x="198" y="99"/>
                </a:cubicBezTo>
                <a:cubicBezTo>
                  <a:pt x="198" y="99"/>
                  <a:pt x="198" y="99"/>
                  <a:pt x="205" y="99"/>
                </a:cubicBezTo>
                <a:cubicBezTo>
                  <a:pt x="205" y="99"/>
                  <a:pt x="198" y="99"/>
                  <a:pt x="198" y="106"/>
                </a:cubicBezTo>
                <a:cubicBezTo>
                  <a:pt x="205" y="106"/>
                  <a:pt x="205" y="106"/>
                  <a:pt x="205" y="106"/>
                </a:cubicBezTo>
                <a:close/>
                <a:moveTo>
                  <a:pt x="198" y="99"/>
                </a:moveTo>
                <a:lnTo>
                  <a:pt x="198" y="99"/>
                </a:lnTo>
                <a:close/>
                <a:moveTo>
                  <a:pt x="191" y="99"/>
                </a:moveTo>
                <a:lnTo>
                  <a:pt x="191" y="99"/>
                </a:lnTo>
                <a:lnTo>
                  <a:pt x="198" y="99"/>
                </a:lnTo>
                <a:lnTo>
                  <a:pt x="191" y="99"/>
                </a:lnTo>
                <a:close/>
                <a:moveTo>
                  <a:pt x="198" y="92"/>
                </a:moveTo>
                <a:lnTo>
                  <a:pt x="198" y="92"/>
                </a:lnTo>
                <a:lnTo>
                  <a:pt x="198" y="85"/>
                </a:lnTo>
                <a:lnTo>
                  <a:pt x="198" y="92"/>
                </a:lnTo>
                <a:close/>
                <a:moveTo>
                  <a:pt x="198" y="92"/>
                </a:moveTo>
                <a:lnTo>
                  <a:pt x="198" y="92"/>
                </a:lnTo>
                <a:close/>
                <a:moveTo>
                  <a:pt x="198" y="92"/>
                </a:moveTo>
                <a:lnTo>
                  <a:pt x="198" y="92"/>
                </a:lnTo>
                <a:close/>
                <a:moveTo>
                  <a:pt x="198" y="92"/>
                </a:moveTo>
                <a:lnTo>
                  <a:pt x="198" y="92"/>
                </a:lnTo>
                <a:close/>
                <a:moveTo>
                  <a:pt x="198" y="113"/>
                </a:moveTo>
                <a:lnTo>
                  <a:pt x="198" y="113"/>
                </a:lnTo>
                <a:close/>
                <a:moveTo>
                  <a:pt x="155" y="177"/>
                </a:moveTo>
                <a:lnTo>
                  <a:pt x="155" y="177"/>
                </a:lnTo>
                <a:close/>
                <a:moveTo>
                  <a:pt x="134" y="240"/>
                </a:moveTo>
                <a:lnTo>
                  <a:pt x="134" y="240"/>
                </a:lnTo>
                <a:cubicBezTo>
                  <a:pt x="134" y="233"/>
                  <a:pt x="134" y="233"/>
                  <a:pt x="134" y="233"/>
                </a:cubicBezTo>
                <a:lnTo>
                  <a:pt x="134" y="240"/>
                </a:lnTo>
                <a:lnTo>
                  <a:pt x="134" y="233"/>
                </a:lnTo>
                <a:cubicBezTo>
                  <a:pt x="127" y="233"/>
                  <a:pt x="127" y="233"/>
                  <a:pt x="127" y="233"/>
                </a:cubicBezTo>
                <a:lnTo>
                  <a:pt x="120" y="233"/>
                </a:lnTo>
                <a:lnTo>
                  <a:pt x="127" y="233"/>
                </a:lnTo>
                <a:cubicBezTo>
                  <a:pt x="127" y="226"/>
                  <a:pt x="127" y="226"/>
                  <a:pt x="127" y="226"/>
                </a:cubicBezTo>
                <a:cubicBezTo>
                  <a:pt x="127" y="226"/>
                  <a:pt x="127" y="226"/>
                  <a:pt x="127" y="219"/>
                </a:cubicBezTo>
                <a:lnTo>
                  <a:pt x="134" y="219"/>
                </a:lnTo>
                <a:cubicBezTo>
                  <a:pt x="134" y="226"/>
                  <a:pt x="127" y="226"/>
                  <a:pt x="127" y="226"/>
                </a:cubicBezTo>
                <a:cubicBezTo>
                  <a:pt x="127" y="226"/>
                  <a:pt x="127" y="226"/>
                  <a:pt x="134" y="226"/>
                </a:cubicBezTo>
                <a:cubicBezTo>
                  <a:pt x="134" y="226"/>
                  <a:pt x="134" y="233"/>
                  <a:pt x="134" y="226"/>
                </a:cubicBezTo>
                <a:cubicBezTo>
                  <a:pt x="134" y="226"/>
                  <a:pt x="134" y="226"/>
                  <a:pt x="141" y="226"/>
                </a:cubicBezTo>
                <a:cubicBezTo>
                  <a:pt x="134" y="233"/>
                  <a:pt x="134" y="233"/>
                  <a:pt x="134" y="233"/>
                </a:cubicBezTo>
                <a:lnTo>
                  <a:pt x="141" y="233"/>
                </a:lnTo>
                <a:cubicBezTo>
                  <a:pt x="141" y="233"/>
                  <a:pt x="141" y="233"/>
                  <a:pt x="134" y="233"/>
                </a:cubicBezTo>
                <a:cubicBezTo>
                  <a:pt x="141" y="233"/>
                  <a:pt x="141" y="233"/>
                  <a:pt x="141" y="233"/>
                </a:cubicBezTo>
                <a:lnTo>
                  <a:pt x="141" y="240"/>
                </a:lnTo>
                <a:cubicBezTo>
                  <a:pt x="141" y="240"/>
                  <a:pt x="141" y="240"/>
                  <a:pt x="134" y="240"/>
                </a:cubicBezTo>
                <a:close/>
                <a:moveTo>
                  <a:pt x="134" y="396"/>
                </a:moveTo>
                <a:lnTo>
                  <a:pt x="134" y="396"/>
                </a:lnTo>
                <a:lnTo>
                  <a:pt x="134" y="389"/>
                </a:lnTo>
                <a:lnTo>
                  <a:pt x="134" y="396"/>
                </a:lnTo>
                <a:close/>
                <a:moveTo>
                  <a:pt x="134" y="127"/>
                </a:moveTo>
                <a:lnTo>
                  <a:pt x="134" y="127"/>
                </a:lnTo>
                <a:cubicBezTo>
                  <a:pt x="134" y="134"/>
                  <a:pt x="134" y="134"/>
                  <a:pt x="134" y="134"/>
                </a:cubicBezTo>
                <a:cubicBezTo>
                  <a:pt x="134" y="134"/>
                  <a:pt x="134" y="134"/>
                  <a:pt x="134" y="127"/>
                </a:cubicBezTo>
                <a:close/>
                <a:moveTo>
                  <a:pt x="113" y="240"/>
                </a:moveTo>
                <a:lnTo>
                  <a:pt x="113" y="240"/>
                </a:lnTo>
                <a:lnTo>
                  <a:pt x="120" y="240"/>
                </a:lnTo>
                <a:cubicBezTo>
                  <a:pt x="120" y="240"/>
                  <a:pt x="120" y="240"/>
                  <a:pt x="113" y="240"/>
                </a:cubicBezTo>
                <a:close/>
                <a:moveTo>
                  <a:pt x="99" y="325"/>
                </a:moveTo>
                <a:lnTo>
                  <a:pt x="99" y="325"/>
                </a:lnTo>
                <a:lnTo>
                  <a:pt x="106" y="325"/>
                </a:lnTo>
                <a:cubicBezTo>
                  <a:pt x="106" y="325"/>
                  <a:pt x="106" y="325"/>
                  <a:pt x="99" y="325"/>
                </a:cubicBezTo>
                <a:close/>
                <a:moveTo>
                  <a:pt x="99" y="361"/>
                </a:moveTo>
                <a:lnTo>
                  <a:pt x="99" y="361"/>
                </a:lnTo>
                <a:lnTo>
                  <a:pt x="106" y="361"/>
                </a:lnTo>
                <a:cubicBezTo>
                  <a:pt x="99" y="361"/>
                  <a:pt x="106" y="361"/>
                  <a:pt x="99" y="361"/>
                </a:cubicBezTo>
                <a:close/>
                <a:moveTo>
                  <a:pt x="92" y="325"/>
                </a:moveTo>
                <a:lnTo>
                  <a:pt x="92" y="325"/>
                </a:lnTo>
                <a:cubicBezTo>
                  <a:pt x="92" y="325"/>
                  <a:pt x="92" y="325"/>
                  <a:pt x="85" y="325"/>
                </a:cubicBezTo>
                <a:cubicBezTo>
                  <a:pt x="85" y="325"/>
                  <a:pt x="85" y="325"/>
                  <a:pt x="78" y="325"/>
                </a:cubicBezTo>
                <a:cubicBezTo>
                  <a:pt x="85" y="325"/>
                  <a:pt x="85" y="325"/>
                  <a:pt x="85" y="325"/>
                </a:cubicBezTo>
                <a:lnTo>
                  <a:pt x="92" y="325"/>
                </a:lnTo>
                <a:lnTo>
                  <a:pt x="99" y="325"/>
                </a:lnTo>
                <a:cubicBezTo>
                  <a:pt x="92" y="325"/>
                  <a:pt x="92" y="325"/>
                  <a:pt x="92" y="325"/>
                </a:cubicBezTo>
                <a:close/>
                <a:moveTo>
                  <a:pt x="78" y="276"/>
                </a:moveTo>
                <a:lnTo>
                  <a:pt x="78" y="276"/>
                </a:lnTo>
                <a:close/>
                <a:moveTo>
                  <a:pt x="78" y="276"/>
                </a:moveTo>
                <a:lnTo>
                  <a:pt x="78" y="276"/>
                </a:lnTo>
                <a:close/>
                <a:moveTo>
                  <a:pt x="78" y="276"/>
                </a:moveTo>
                <a:lnTo>
                  <a:pt x="78" y="276"/>
                </a:lnTo>
                <a:close/>
                <a:moveTo>
                  <a:pt x="71" y="325"/>
                </a:moveTo>
                <a:lnTo>
                  <a:pt x="71" y="325"/>
                </a:lnTo>
                <a:cubicBezTo>
                  <a:pt x="71" y="325"/>
                  <a:pt x="71" y="325"/>
                  <a:pt x="78" y="325"/>
                </a:cubicBezTo>
                <a:cubicBezTo>
                  <a:pt x="71" y="325"/>
                  <a:pt x="71" y="325"/>
                  <a:pt x="71" y="325"/>
                </a:cubicBezTo>
                <a:close/>
                <a:moveTo>
                  <a:pt x="481" y="332"/>
                </a:moveTo>
                <a:lnTo>
                  <a:pt x="481" y="332"/>
                </a:lnTo>
                <a:lnTo>
                  <a:pt x="488" y="332"/>
                </a:lnTo>
                <a:lnTo>
                  <a:pt x="488" y="339"/>
                </a:lnTo>
                <a:cubicBezTo>
                  <a:pt x="488" y="339"/>
                  <a:pt x="488" y="339"/>
                  <a:pt x="481" y="339"/>
                </a:cubicBezTo>
                <a:lnTo>
                  <a:pt x="481" y="332"/>
                </a:lnTo>
                <a:close/>
                <a:moveTo>
                  <a:pt x="290" y="177"/>
                </a:moveTo>
                <a:lnTo>
                  <a:pt x="290" y="177"/>
                </a:lnTo>
                <a:cubicBezTo>
                  <a:pt x="290" y="177"/>
                  <a:pt x="290" y="177"/>
                  <a:pt x="290" y="184"/>
                </a:cubicBezTo>
                <a:cubicBezTo>
                  <a:pt x="290" y="184"/>
                  <a:pt x="290" y="184"/>
                  <a:pt x="283" y="184"/>
                </a:cubicBezTo>
                <a:cubicBezTo>
                  <a:pt x="283" y="184"/>
                  <a:pt x="283" y="184"/>
                  <a:pt x="283" y="177"/>
                </a:cubicBezTo>
                <a:lnTo>
                  <a:pt x="290" y="177"/>
                </a:lnTo>
                <a:close/>
                <a:moveTo>
                  <a:pt x="297" y="184"/>
                </a:moveTo>
                <a:lnTo>
                  <a:pt x="297" y="184"/>
                </a:lnTo>
                <a:cubicBezTo>
                  <a:pt x="297" y="191"/>
                  <a:pt x="297" y="184"/>
                  <a:pt x="297" y="191"/>
                </a:cubicBezTo>
                <a:lnTo>
                  <a:pt x="290" y="191"/>
                </a:lnTo>
                <a:cubicBezTo>
                  <a:pt x="290" y="184"/>
                  <a:pt x="290" y="184"/>
                  <a:pt x="297" y="184"/>
                </a:cubicBezTo>
                <a:close/>
                <a:moveTo>
                  <a:pt x="92" y="254"/>
                </a:moveTo>
                <a:lnTo>
                  <a:pt x="92" y="254"/>
                </a:lnTo>
                <a:close/>
                <a:moveTo>
                  <a:pt x="92" y="254"/>
                </a:moveTo>
                <a:lnTo>
                  <a:pt x="92" y="254"/>
                </a:lnTo>
                <a:close/>
                <a:moveTo>
                  <a:pt x="78" y="269"/>
                </a:moveTo>
                <a:lnTo>
                  <a:pt x="78" y="269"/>
                </a:lnTo>
                <a:close/>
                <a:moveTo>
                  <a:pt x="78" y="276"/>
                </a:moveTo>
                <a:lnTo>
                  <a:pt x="78" y="276"/>
                </a:lnTo>
                <a:cubicBezTo>
                  <a:pt x="78" y="269"/>
                  <a:pt x="78" y="269"/>
                  <a:pt x="78" y="269"/>
                </a:cubicBezTo>
                <a:cubicBezTo>
                  <a:pt x="78" y="269"/>
                  <a:pt x="78" y="269"/>
                  <a:pt x="78" y="276"/>
                </a:cubicBezTo>
                <a:close/>
                <a:moveTo>
                  <a:pt x="78" y="269"/>
                </a:moveTo>
                <a:lnTo>
                  <a:pt x="78" y="269"/>
                </a:lnTo>
                <a:close/>
                <a:moveTo>
                  <a:pt x="78" y="269"/>
                </a:moveTo>
                <a:lnTo>
                  <a:pt x="78" y="26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4" name="Freeform 122"/>
          <p:cNvSpPr/>
          <p:nvPr/>
        </p:nvSpPr>
        <p:spPr>
          <a:xfrm>
            <a:off x="6183360" y="495360"/>
            <a:ext cx="218880" cy="218880"/>
          </a:xfrm>
          <a:custGeom>
            <a:avLst/>
            <a:gdLst/>
            <a:ahLst/>
            <a:rect l="l" t="t" r="r" b="b"/>
            <a:pathLst>
              <a:path w="609" h="609">
                <a:moveTo>
                  <a:pt x="304" y="608"/>
                </a:moveTo>
                <a:lnTo>
                  <a:pt x="304" y="608"/>
                </a:lnTo>
                <a:cubicBezTo>
                  <a:pt x="134" y="608"/>
                  <a:pt x="0" y="474"/>
                  <a:pt x="0" y="304"/>
                </a:cubicBezTo>
                <a:cubicBezTo>
                  <a:pt x="0" y="134"/>
                  <a:pt x="134" y="0"/>
                  <a:pt x="304" y="0"/>
                </a:cubicBezTo>
                <a:cubicBezTo>
                  <a:pt x="473" y="0"/>
                  <a:pt x="608" y="134"/>
                  <a:pt x="608" y="304"/>
                </a:cubicBezTo>
                <a:cubicBezTo>
                  <a:pt x="608" y="474"/>
                  <a:pt x="473" y="608"/>
                  <a:pt x="304" y="608"/>
                </a:cubicBezTo>
                <a:close/>
                <a:moveTo>
                  <a:pt x="304" y="57"/>
                </a:moveTo>
                <a:lnTo>
                  <a:pt x="304" y="57"/>
                </a:lnTo>
                <a:cubicBezTo>
                  <a:pt x="169" y="57"/>
                  <a:pt x="56" y="170"/>
                  <a:pt x="56" y="304"/>
                </a:cubicBezTo>
                <a:cubicBezTo>
                  <a:pt x="56" y="438"/>
                  <a:pt x="169" y="551"/>
                  <a:pt x="304" y="551"/>
                </a:cubicBezTo>
                <a:cubicBezTo>
                  <a:pt x="438" y="551"/>
                  <a:pt x="551" y="438"/>
                  <a:pt x="551" y="304"/>
                </a:cubicBezTo>
                <a:cubicBezTo>
                  <a:pt x="551" y="170"/>
                  <a:pt x="438" y="57"/>
                  <a:pt x="304" y="57"/>
                </a:cubicBezTo>
                <a:close/>
                <a:moveTo>
                  <a:pt x="240" y="361"/>
                </a:moveTo>
                <a:lnTo>
                  <a:pt x="240" y="361"/>
                </a:lnTo>
                <a:cubicBezTo>
                  <a:pt x="155" y="156"/>
                  <a:pt x="155" y="156"/>
                  <a:pt x="155" y="156"/>
                </a:cubicBezTo>
                <a:cubicBezTo>
                  <a:pt x="367" y="240"/>
                  <a:pt x="367" y="240"/>
                  <a:pt x="367" y="240"/>
                </a:cubicBezTo>
                <a:cubicBezTo>
                  <a:pt x="452" y="452"/>
                  <a:pt x="452" y="452"/>
                  <a:pt x="452" y="452"/>
                </a:cubicBezTo>
                <a:lnTo>
                  <a:pt x="240" y="361"/>
                </a:lnTo>
                <a:close/>
                <a:moveTo>
                  <a:pt x="304" y="276"/>
                </a:moveTo>
                <a:lnTo>
                  <a:pt x="304" y="276"/>
                </a:lnTo>
                <a:cubicBezTo>
                  <a:pt x="290" y="276"/>
                  <a:pt x="276" y="290"/>
                  <a:pt x="276" y="304"/>
                </a:cubicBezTo>
                <a:cubicBezTo>
                  <a:pt x="276" y="318"/>
                  <a:pt x="290" y="332"/>
                  <a:pt x="304" y="332"/>
                </a:cubicBezTo>
                <a:cubicBezTo>
                  <a:pt x="318" y="332"/>
                  <a:pt x="332" y="318"/>
                  <a:pt x="332" y="304"/>
                </a:cubicBezTo>
                <a:cubicBezTo>
                  <a:pt x="332" y="290"/>
                  <a:pt x="318" y="276"/>
                  <a:pt x="304" y="27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5" name="Freeform 123"/>
          <p:cNvSpPr/>
          <p:nvPr/>
        </p:nvSpPr>
        <p:spPr>
          <a:xfrm>
            <a:off x="5805360" y="495360"/>
            <a:ext cx="217440" cy="218880"/>
          </a:xfrm>
          <a:custGeom>
            <a:avLst/>
            <a:gdLst/>
            <a:ahLst/>
            <a:rect l="l" t="t" r="r" b="b"/>
            <a:pathLst>
              <a:path w="602" h="609">
                <a:moveTo>
                  <a:pt x="572" y="332"/>
                </a:moveTo>
                <a:lnTo>
                  <a:pt x="572" y="332"/>
                </a:lnTo>
                <a:cubicBezTo>
                  <a:pt x="544" y="332"/>
                  <a:pt x="544" y="332"/>
                  <a:pt x="544" y="332"/>
                </a:cubicBezTo>
                <a:cubicBezTo>
                  <a:pt x="530" y="445"/>
                  <a:pt x="445" y="537"/>
                  <a:pt x="332" y="544"/>
                </a:cubicBezTo>
                <a:cubicBezTo>
                  <a:pt x="332" y="580"/>
                  <a:pt x="332" y="580"/>
                  <a:pt x="332" y="580"/>
                </a:cubicBezTo>
                <a:cubicBezTo>
                  <a:pt x="332" y="594"/>
                  <a:pt x="318" y="608"/>
                  <a:pt x="304" y="608"/>
                </a:cubicBezTo>
                <a:cubicBezTo>
                  <a:pt x="283" y="608"/>
                  <a:pt x="276" y="594"/>
                  <a:pt x="276" y="580"/>
                </a:cubicBezTo>
                <a:cubicBezTo>
                  <a:pt x="276" y="544"/>
                  <a:pt x="276" y="544"/>
                  <a:pt x="276" y="544"/>
                </a:cubicBezTo>
                <a:cubicBezTo>
                  <a:pt x="162" y="537"/>
                  <a:pt x="71" y="445"/>
                  <a:pt x="56" y="332"/>
                </a:cubicBezTo>
                <a:cubicBezTo>
                  <a:pt x="28" y="332"/>
                  <a:pt x="28" y="332"/>
                  <a:pt x="28" y="332"/>
                </a:cubicBezTo>
                <a:cubicBezTo>
                  <a:pt x="14" y="332"/>
                  <a:pt x="0" y="318"/>
                  <a:pt x="0" y="304"/>
                </a:cubicBezTo>
                <a:cubicBezTo>
                  <a:pt x="0" y="290"/>
                  <a:pt x="14" y="276"/>
                  <a:pt x="28" y="276"/>
                </a:cubicBezTo>
                <a:cubicBezTo>
                  <a:pt x="56" y="276"/>
                  <a:pt x="56" y="276"/>
                  <a:pt x="56" y="276"/>
                </a:cubicBezTo>
                <a:cubicBezTo>
                  <a:pt x="71" y="163"/>
                  <a:pt x="162" y="71"/>
                  <a:pt x="276" y="64"/>
                </a:cubicBezTo>
                <a:cubicBezTo>
                  <a:pt x="276" y="28"/>
                  <a:pt x="276" y="28"/>
                  <a:pt x="276" y="28"/>
                </a:cubicBezTo>
                <a:cubicBezTo>
                  <a:pt x="276" y="14"/>
                  <a:pt x="283" y="0"/>
                  <a:pt x="304" y="0"/>
                </a:cubicBezTo>
                <a:cubicBezTo>
                  <a:pt x="318" y="0"/>
                  <a:pt x="332" y="14"/>
                  <a:pt x="332" y="28"/>
                </a:cubicBezTo>
                <a:cubicBezTo>
                  <a:pt x="332" y="64"/>
                  <a:pt x="332" y="64"/>
                  <a:pt x="332" y="64"/>
                </a:cubicBezTo>
                <a:cubicBezTo>
                  <a:pt x="445" y="71"/>
                  <a:pt x="530" y="163"/>
                  <a:pt x="544" y="276"/>
                </a:cubicBezTo>
                <a:cubicBezTo>
                  <a:pt x="572" y="276"/>
                  <a:pt x="572" y="276"/>
                  <a:pt x="572" y="276"/>
                </a:cubicBezTo>
                <a:cubicBezTo>
                  <a:pt x="594" y="276"/>
                  <a:pt x="601" y="290"/>
                  <a:pt x="601" y="304"/>
                </a:cubicBezTo>
                <a:cubicBezTo>
                  <a:pt x="601" y="318"/>
                  <a:pt x="594" y="332"/>
                  <a:pt x="572" y="332"/>
                </a:cubicBezTo>
                <a:close/>
                <a:moveTo>
                  <a:pt x="431" y="276"/>
                </a:moveTo>
                <a:lnTo>
                  <a:pt x="431" y="276"/>
                </a:lnTo>
                <a:cubicBezTo>
                  <a:pt x="487" y="276"/>
                  <a:pt x="487" y="276"/>
                  <a:pt x="487" y="276"/>
                </a:cubicBezTo>
                <a:cubicBezTo>
                  <a:pt x="473" y="191"/>
                  <a:pt x="410" y="127"/>
                  <a:pt x="332" y="120"/>
                </a:cubicBezTo>
                <a:cubicBezTo>
                  <a:pt x="332" y="170"/>
                  <a:pt x="332" y="170"/>
                  <a:pt x="332" y="170"/>
                </a:cubicBezTo>
                <a:cubicBezTo>
                  <a:pt x="332" y="191"/>
                  <a:pt x="318" y="198"/>
                  <a:pt x="304" y="198"/>
                </a:cubicBezTo>
                <a:cubicBezTo>
                  <a:pt x="283" y="198"/>
                  <a:pt x="276" y="191"/>
                  <a:pt x="276" y="170"/>
                </a:cubicBezTo>
                <a:cubicBezTo>
                  <a:pt x="276" y="120"/>
                  <a:pt x="276" y="120"/>
                  <a:pt x="276" y="120"/>
                </a:cubicBezTo>
                <a:cubicBezTo>
                  <a:pt x="191" y="127"/>
                  <a:pt x="127" y="191"/>
                  <a:pt x="113" y="276"/>
                </a:cubicBezTo>
                <a:cubicBezTo>
                  <a:pt x="169" y="276"/>
                  <a:pt x="169" y="276"/>
                  <a:pt x="169" y="276"/>
                </a:cubicBezTo>
                <a:cubicBezTo>
                  <a:pt x="184" y="276"/>
                  <a:pt x="198" y="290"/>
                  <a:pt x="198" y="304"/>
                </a:cubicBezTo>
                <a:cubicBezTo>
                  <a:pt x="198" y="318"/>
                  <a:pt x="184" y="332"/>
                  <a:pt x="169" y="332"/>
                </a:cubicBezTo>
                <a:cubicBezTo>
                  <a:pt x="113" y="332"/>
                  <a:pt x="113" y="332"/>
                  <a:pt x="113" y="332"/>
                </a:cubicBezTo>
                <a:cubicBezTo>
                  <a:pt x="127" y="417"/>
                  <a:pt x="191" y="481"/>
                  <a:pt x="276" y="488"/>
                </a:cubicBezTo>
                <a:cubicBezTo>
                  <a:pt x="276" y="438"/>
                  <a:pt x="276" y="438"/>
                  <a:pt x="276" y="438"/>
                </a:cubicBezTo>
                <a:cubicBezTo>
                  <a:pt x="276" y="417"/>
                  <a:pt x="283" y="410"/>
                  <a:pt x="304" y="410"/>
                </a:cubicBezTo>
                <a:cubicBezTo>
                  <a:pt x="318" y="410"/>
                  <a:pt x="332" y="417"/>
                  <a:pt x="332" y="438"/>
                </a:cubicBezTo>
                <a:cubicBezTo>
                  <a:pt x="332" y="488"/>
                  <a:pt x="332" y="488"/>
                  <a:pt x="332" y="488"/>
                </a:cubicBezTo>
                <a:cubicBezTo>
                  <a:pt x="410" y="481"/>
                  <a:pt x="473" y="417"/>
                  <a:pt x="487" y="332"/>
                </a:cubicBezTo>
                <a:cubicBezTo>
                  <a:pt x="431" y="332"/>
                  <a:pt x="431" y="332"/>
                  <a:pt x="431" y="332"/>
                </a:cubicBezTo>
                <a:cubicBezTo>
                  <a:pt x="417" y="332"/>
                  <a:pt x="403" y="318"/>
                  <a:pt x="403" y="304"/>
                </a:cubicBezTo>
                <a:cubicBezTo>
                  <a:pt x="403" y="290"/>
                  <a:pt x="417" y="276"/>
                  <a:pt x="431" y="276"/>
                </a:cubicBezTo>
                <a:close/>
                <a:moveTo>
                  <a:pt x="304" y="332"/>
                </a:moveTo>
                <a:lnTo>
                  <a:pt x="304" y="332"/>
                </a:lnTo>
                <a:cubicBezTo>
                  <a:pt x="283" y="332"/>
                  <a:pt x="276" y="318"/>
                  <a:pt x="276" y="304"/>
                </a:cubicBezTo>
                <a:cubicBezTo>
                  <a:pt x="276" y="290"/>
                  <a:pt x="283" y="276"/>
                  <a:pt x="304" y="276"/>
                </a:cubicBezTo>
                <a:cubicBezTo>
                  <a:pt x="318" y="276"/>
                  <a:pt x="332" y="290"/>
                  <a:pt x="332" y="304"/>
                </a:cubicBezTo>
                <a:cubicBezTo>
                  <a:pt x="332" y="318"/>
                  <a:pt x="318" y="332"/>
                  <a:pt x="304" y="3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6" name="Freeform 124"/>
          <p:cNvSpPr/>
          <p:nvPr/>
        </p:nvSpPr>
        <p:spPr>
          <a:xfrm>
            <a:off x="5451480" y="495360"/>
            <a:ext cx="163440" cy="218880"/>
          </a:xfrm>
          <a:custGeom>
            <a:avLst/>
            <a:gdLst/>
            <a:ahLst/>
            <a:rect l="l" t="t" r="r" b="b"/>
            <a:pathLst>
              <a:path w="454" h="609">
                <a:moveTo>
                  <a:pt x="227" y="608"/>
                </a:moveTo>
                <a:lnTo>
                  <a:pt x="227" y="608"/>
                </a:lnTo>
                <a:cubicBezTo>
                  <a:pt x="227" y="608"/>
                  <a:pt x="0" y="354"/>
                  <a:pt x="0" y="226"/>
                </a:cubicBezTo>
                <a:cubicBezTo>
                  <a:pt x="0" y="106"/>
                  <a:pt x="106" y="0"/>
                  <a:pt x="227" y="0"/>
                </a:cubicBezTo>
                <a:cubicBezTo>
                  <a:pt x="354" y="0"/>
                  <a:pt x="453" y="106"/>
                  <a:pt x="453" y="226"/>
                </a:cubicBezTo>
                <a:cubicBezTo>
                  <a:pt x="453" y="354"/>
                  <a:pt x="227" y="608"/>
                  <a:pt x="227" y="608"/>
                </a:cubicBezTo>
                <a:close/>
                <a:moveTo>
                  <a:pt x="227" y="78"/>
                </a:moveTo>
                <a:lnTo>
                  <a:pt x="227" y="78"/>
                </a:lnTo>
                <a:cubicBezTo>
                  <a:pt x="149" y="78"/>
                  <a:pt x="78" y="149"/>
                  <a:pt x="78" y="226"/>
                </a:cubicBezTo>
                <a:cubicBezTo>
                  <a:pt x="78" y="311"/>
                  <a:pt x="149" y="382"/>
                  <a:pt x="227" y="382"/>
                </a:cubicBezTo>
                <a:cubicBezTo>
                  <a:pt x="311" y="382"/>
                  <a:pt x="382" y="311"/>
                  <a:pt x="382" y="226"/>
                </a:cubicBezTo>
                <a:cubicBezTo>
                  <a:pt x="382" y="149"/>
                  <a:pt x="311" y="78"/>
                  <a:pt x="227" y="78"/>
                </a:cubicBezTo>
                <a:close/>
                <a:moveTo>
                  <a:pt x="304" y="254"/>
                </a:moveTo>
                <a:lnTo>
                  <a:pt x="304" y="254"/>
                </a:lnTo>
                <a:cubicBezTo>
                  <a:pt x="156" y="254"/>
                  <a:pt x="156" y="254"/>
                  <a:pt x="156" y="254"/>
                </a:cubicBezTo>
                <a:cubicBezTo>
                  <a:pt x="135" y="254"/>
                  <a:pt x="128" y="247"/>
                  <a:pt x="128" y="226"/>
                </a:cubicBezTo>
                <a:cubicBezTo>
                  <a:pt x="128" y="212"/>
                  <a:pt x="135" y="198"/>
                  <a:pt x="156" y="198"/>
                </a:cubicBezTo>
                <a:cubicBezTo>
                  <a:pt x="304" y="198"/>
                  <a:pt x="304" y="198"/>
                  <a:pt x="304" y="198"/>
                </a:cubicBezTo>
                <a:cubicBezTo>
                  <a:pt x="319" y="198"/>
                  <a:pt x="333" y="212"/>
                  <a:pt x="333" y="226"/>
                </a:cubicBezTo>
                <a:cubicBezTo>
                  <a:pt x="333" y="247"/>
                  <a:pt x="319" y="254"/>
                  <a:pt x="304" y="25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7" name="Freeform 125"/>
          <p:cNvSpPr/>
          <p:nvPr/>
        </p:nvSpPr>
        <p:spPr>
          <a:xfrm>
            <a:off x="5072040" y="495360"/>
            <a:ext cx="163440" cy="218880"/>
          </a:xfrm>
          <a:custGeom>
            <a:avLst/>
            <a:gdLst/>
            <a:ahLst/>
            <a:rect l="l" t="t" r="r" b="b"/>
            <a:pathLst>
              <a:path w="454" h="609">
                <a:moveTo>
                  <a:pt x="227" y="608"/>
                </a:moveTo>
                <a:lnTo>
                  <a:pt x="227" y="608"/>
                </a:lnTo>
                <a:cubicBezTo>
                  <a:pt x="227" y="608"/>
                  <a:pt x="0" y="354"/>
                  <a:pt x="0" y="226"/>
                </a:cubicBezTo>
                <a:cubicBezTo>
                  <a:pt x="0" y="106"/>
                  <a:pt x="99" y="0"/>
                  <a:pt x="227" y="0"/>
                </a:cubicBezTo>
                <a:cubicBezTo>
                  <a:pt x="354" y="0"/>
                  <a:pt x="453" y="106"/>
                  <a:pt x="453" y="226"/>
                </a:cubicBezTo>
                <a:cubicBezTo>
                  <a:pt x="453" y="354"/>
                  <a:pt x="227" y="608"/>
                  <a:pt x="227" y="608"/>
                </a:cubicBezTo>
                <a:close/>
                <a:moveTo>
                  <a:pt x="227" y="78"/>
                </a:moveTo>
                <a:lnTo>
                  <a:pt x="227" y="78"/>
                </a:lnTo>
                <a:cubicBezTo>
                  <a:pt x="142" y="78"/>
                  <a:pt x="78" y="149"/>
                  <a:pt x="78" y="226"/>
                </a:cubicBezTo>
                <a:cubicBezTo>
                  <a:pt x="78" y="311"/>
                  <a:pt x="142" y="382"/>
                  <a:pt x="227" y="382"/>
                </a:cubicBezTo>
                <a:cubicBezTo>
                  <a:pt x="311" y="382"/>
                  <a:pt x="375" y="311"/>
                  <a:pt x="375" y="226"/>
                </a:cubicBezTo>
                <a:cubicBezTo>
                  <a:pt x="375" y="149"/>
                  <a:pt x="311" y="78"/>
                  <a:pt x="227" y="78"/>
                </a:cubicBezTo>
                <a:close/>
                <a:moveTo>
                  <a:pt x="304" y="254"/>
                </a:moveTo>
                <a:lnTo>
                  <a:pt x="304" y="254"/>
                </a:lnTo>
                <a:cubicBezTo>
                  <a:pt x="255" y="254"/>
                  <a:pt x="255" y="254"/>
                  <a:pt x="255" y="254"/>
                </a:cubicBezTo>
                <a:cubicBezTo>
                  <a:pt x="255" y="304"/>
                  <a:pt x="255" y="304"/>
                  <a:pt x="255" y="304"/>
                </a:cubicBezTo>
                <a:cubicBezTo>
                  <a:pt x="255" y="318"/>
                  <a:pt x="241" y="332"/>
                  <a:pt x="227" y="332"/>
                </a:cubicBezTo>
                <a:cubicBezTo>
                  <a:pt x="213" y="332"/>
                  <a:pt x="198" y="318"/>
                  <a:pt x="198" y="304"/>
                </a:cubicBezTo>
                <a:cubicBezTo>
                  <a:pt x="198" y="254"/>
                  <a:pt x="198" y="254"/>
                  <a:pt x="198" y="254"/>
                </a:cubicBezTo>
                <a:cubicBezTo>
                  <a:pt x="149" y="254"/>
                  <a:pt x="149" y="254"/>
                  <a:pt x="149" y="254"/>
                </a:cubicBezTo>
                <a:cubicBezTo>
                  <a:pt x="135" y="254"/>
                  <a:pt x="120" y="247"/>
                  <a:pt x="120" y="226"/>
                </a:cubicBezTo>
                <a:cubicBezTo>
                  <a:pt x="120" y="212"/>
                  <a:pt x="135" y="198"/>
                  <a:pt x="149" y="198"/>
                </a:cubicBezTo>
                <a:cubicBezTo>
                  <a:pt x="198" y="198"/>
                  <a:pt x="198" y="198"/>
                  <a:pt x="198" y="198"/>
                </a:cubicBezTo>
                <a:cubicBezTo>
                  <a:pt x="198" y="156"/>
                  <a:pt x="198" y="156"/>
                  <a:pt x="198" y="156"/>
                </a:cubicBezTo>
                <a:cubicBezTo>
                  <a:pt x="198" y="134"/>
                  <a:pt x="213" y="127"/>
                  <a:pt x="227" y="127"/>
                </a:cubicBezTo>
                <a:cubicBezTo>
                  <a:pt x="241" y="127"/>
                  <a:pt x="255" y="134"/>
                  <a:pt x="255" y="156"/>
                </a:cubicBezTo>
                <a:cubicBezTo>
                  <a:pt x="255" y="198"/>
                  <a:pt x="255" y="198"/>
                  <a:pt x="255" y="198"/>
                </a:cubicBezTo>
                <a:cubicBezTo>
                  <a:pt x="304" y="198"/>
                  <a:pt x="304" y="198"/>
                  <a:pt x="304" y="198"/>
                </a:cubicBezTo>
                <a:cubicBezTo>
                  <a:pt x="318" y="198"/>
                  <a:pt x="333" y="212"/>
                  <a:pt x="333" y="226"/>
                </a:cubicBezTo>
                <a:cubicBezTo>
                  <a:pt x="333" y="247"/>
                  <a:pt x="318" y="254"/>
                  <a:pt x="304" y="25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8" name="Freeform 126"/>
          <p:cNvSpPr/>
          <p:nvPr/>
        </p:nvSpPr>
        <p:spPr>
          <a:xfrm>
            <a:off x="4692600" y="495360"/>
            <a:ext cx="163440" cy="218880"/>
          </a:xfrm>
          <a:custGeom>
            <a:avLst/>
            <a:gdLst/>
            <a:ahLst/>
            <a:rect l="l" t="t" r="r" b="b"/>
            <a:pathLst>
              <a:path w="454" h="609">
                <a:moveTo>
                  <a:pt x="227" y="608"/>
                </a:moveTo>
                <a:lnTo>
                  <a:pt x="227" y="608"/>
                </a:lnTo>
                <a:cubicBezTo>
                  <a:pt x="227" y="608"/>
                  <a:pt x="0" y="354"/>
                  <a:pt x="0" y="226"/>
                </a:cubicBezTo>
                <a:cubicBezTo>
                  <a:pt x="0" y="106"/>
                  <a:pt x="99" y="0"/>
                  <a:pt x="227" y="0"/>
                </a:cubicBezTo>
                <a:cubicBezTo>
                  <a:pt x="347" y="0"/>
                  <a:pt x="453" y="106"/>
                  <a:pt x="453" y="226"/>
                </a:cubicBezTo>
                <a:cubicBezTo>
                  <a:pt x="453" y="354"/>
                  <a:pt x="227" y="608"/>
                  <a:pt x="227" y="608"/>
                </a:cubicBezTo>
                <a:close/>
                <a:moveTo>
                  <a:pt x="227" y="78"/>
                </a:moveTo>
                <a:lnTo>
                  <a:pt x="227" y="78"/>
                </a:lnTo>
                <a:cubicBezTo>
                  <a:pt x="142" y="78"/>
                  <a:pt x="71" y="149"/>
                  <a:pt x="71" y="226"/>
                </a:cubicBezTo>
                <a:cubicBezTo>
                  <a:pt x="71" y="311"/>
                  <a:pt x="142" y="382"/>
                  <a:pt x="227" y="382"/>
                </a:cubicBezTo>
                <a:cubicBezTo>
                  <a:pt x="304" y="382"/>
                  <a:pt x="375" y="311"/>
                  <a:pt x="375" y="226"/>
                </a:cubicBezTo>
                <a:cubicBezTo>
                  <a:pt x="375" y="149"/>
                  <a:pt x="304" y="78"/>
                  <a:pt x="227" y="78"/>
                </a:cubicBezTo>
                <a:close/>
                <a:moveTo>
                  <a:pt x="227" y="304"/>
                </a:moveTo>
                <a:lnTo>
                  <a:pt x="227" y="304"/>
                </a:lnTo>
                <a:cubicBezTo>
                  <a:pt x="184" y="304"/>
                  <a:pt x="149" y="269"/>
                  <a:pt x="149" y="226"/>
                </a:cubicBezTo>
                <a:cubicBezTo>
                  <a:pt x="149" y="184"/>
                  <a:pt x="184" y="156"/>
                  <a:pt x="227" y="156"/>
                </a:cubicBezTo>
                <a:cubicBezTo>
                  <a:pt x="269" y="156"/>
                  <a:pt x="297" y="184"/>
                  <a:pt x="297" y="226"/>
                </a:cubicBezTo>
                <a:cubicBezTo>
                  <a:pt x="297" y="269"/>
                  <a:pt x="269" y="304"/>
                  <a:pt x="227" y="30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9" name="Freeform 127"/>
          <p:cNvSpPr/>
          <p:nvPr/>
        </p:nvSpPr>
        <p:spPr>
          <a:xfrm>
            <a:off x="4311720" y="495360"/>
            <a:ext cx="163440" cy="218880"/>
          </a:xfrm>
          <a:custGeom>
            <a:avLst/>
            <a:gdLst/>
            <a:ahLst/>
            <a:rect l="l" t="t" r="r" b="b"/>
            <a:pathLst>
              <a:path w="453" h="609">
                <a:moveTo>
                  <a:pt x="226" y="608"/>
                </a:moveTo>
                <a:lnTo>
                  <a:pt x="226" y="608"/>
                </a:lnTo>
                <a:cubicBezTo>
                  <a:pt x="226" y="608"/>
                  <a:pt x="0" y="354"/>
                  <a:pt x="0" y="226"/>
                </a:cubicBezTo>
                <a:cubicBezTo>
                  <a:pt x="0" y="106"/>
                  <a:pt x="106" y="0"/>
                  <a:pt x="226" y="0"/>
                </a:cubicBezTo>
                <a:cubicBezTo>
                  <a:pt x="354" y="0"/>
                  <a:pt x="452" y="106"/>
                  <a:pt x="452" y="226"/>
                </a:cubicBezTo>
                <a:cubicBezTo>
                  <a:pt x="452" y="354"/>
                  <a:pt x="226" y="608"/>
                  <a:pt x="226" y="608"/>
                </a:cubicBezTo>
                <a:close/>
                <a:moveTo>
                  <a:pt x="226" y="78"/>
                </a:moveTo>
                <a:lnTo>
                  <a:pt x="226" y="78"/>
                </a:lnTo>
                <a:cubicBezTo>
                  <a:pt x="149" y="78"/>
                  <a:pt x="78" y="149"/>
                  <a:pt x="78" y="226"/>
                </a:cubicBezTo>
                <a:cubicBezTo>
                  <a:pt x="78" y="311"/>
                  <a:pt x="149" y="382"/>
                  <a:pt x="226" y="382"/>
                </a:cubicBezTo>
                <a:cubicBezTo>
                  <a:pt x="311" y="382"/>
                  <a:pt x="382" y="311"/>
                  <a:pt x="382" y="226"/>
                </a:cubicBezTo>
                <a:cubicBezTo>
                  <a:pt x="382" y="149"/>
                  <a:pt x="311" y="78"/>
                  <a:pt x="226" y="7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0" name="Freeform 128"/>
          <p:cNvSpPr/>
          <p:nvPr/>
        </p:nvSpPr>
        <p:spPr>
          <a:xfrm>
            <a:off x="3905280" y="525600"/>
            <a:ext cx="218880" cy="188640"/>
          </a:xfrm>
          <a:custGeom>
            <a:avLst/>
            <a:gdLst/>
            <a:ahLst/>
            <a:rect l="l" t="t" r="r" b="b"/>
            <a:pathLst>
              <a:path w="609" h="524">
                <a:moveTo>
                  <a:pt x="467" y="417"/>
                </a:moveTo>
                <a:lnTo>
                  <a:pt x="467" y="417"/>
                </a:lnTo>
                <a:cubicBezTo>
                  <a:pt x="446" y="417"/>
                  <a:pt x="439" y="403"/>
                  <a:pt x="439" y="389"/>
                </a:cubicBezTo>
                <a:cubicBezTo>
                  <a:pt x="439" y="375"/>
                  <a:pt x="446" y="360"/>
                  <a:pt x="467" y="360"/>
                </a:cubicBezTo>
                <a:cubicBezTo>
                  <a:pt x="509" y="360"/>
                  <a:pt x="552" y="325"/>
                  <a:pt x="552" y="276"/>
                </a:cubicBezTo>
                <a:cubicBezTo>
                  <a:pt x="552" y="247"/>
                  <a:pt x="537" y="226"/>
                  <a:pt x="523" y="212"/>
                </a:cubicBezTo>
                <a:cubicBezTo>
                  <a:pt x="516" y="212"/>
                  <a:pt x="516" y="212"/>
                  <a:pt x="516" y="205"/>
                </a:cubicBezTo>
                <a:lnTo>
                  <a:pt x="509" y="205"/>
                </a:lnTo>
                <a:lnTo>
                  <a:pt x="502" y="198"/>
                </a:lnTo>
                <a:lnTo>
                  <a:pt x="495" y="198"/>
                </a:lnTo>
                <a:cubicBezTo>
                  <a:pt x="495" y="198"/>
                  <a:pt x="488" y="198"/>
                  <a:pt x="488" y="191"/>
                </a:cubicBezTo>
                <a:cubicBezTo>
                  <a:pt x="481" y="191"/>
                  <a:pt x="481" y="191"/>
                  <a:pt x="481" y="191"/>
                </a:cubicBezTo>
                <a:cubicBezTo>
                  <a:pt x="481" y="191"/>
                  <a:pt x="481" y="191"/>
                  <a:pt x="474" y="191"/>
                </a:cubicBezTo>
                <a:cubicBezTo>
                  <a:pt x="467" y="191"/>
                  <a:pt x="467" y="191"/>
                  <a:pt x="467" y="191"/>
                </a:cubicBezTo>
                <a:lnTo>
                  <a:pt x="460" y="191"/>
                </a:lnTo>
                <a:cubicBezTo>
                  <a:pt x="460" y="184"/>
                  <a:pt x="460" y="184"/>
                  <a:pt x="460" y="177"/>
                </a:cubicBezTo>
                <a:cubicBezTo>
                  <a:pt x="460" y="169"/>
                  <a:pt x="453" y="169"/>
                  <a:pt x="453" y="162"/>
                </a:cubicBezTo>
                <a:cubicBezTo>
                  <a:pt x="453" y="155"/>
                  <a:pt x="453" y="155"/>
                  <a:pt x="446" y="148"/>
                </a:cubicBezTo>
                <a:cubicBezTo>
                  <a:pt x="446" y="141"/>
                  <a:pt x="446" y="141"/>
                  <a:pt x="439" y="134"/>
                </a:cubicBezTo>
                <a:cubicBezTo>
                  <a:pt x="410" y="92"/>
                  <a:pt x="361" y="56"/>
                  <a:pt x="304" y="56"/>
                </a:cubicBezTo>
                <a:cubicBezTo>
                  <a:pt x="248" y="56"/>
                  <a:pt x="198" y="92"/>
                  <a:pt x="170" y="134"/>
                </a:cubicBezTo>
                <a:cubicBezTo>
                  <a:pt x="163" y="141"/>
                  <a:pt x="163" y="141"/>
                  <a:pt x="163" y="148"/>
                </a:cubicBezTo>
                <a:cubicBezTo>
                  <a:pt x="156" y="155"/>
                  <a:pt x="156" y="155"/>
                  <a:pt x="156" y="162"/>
                </a:cubicBezTo>
                <a:cubicBezTo>
                  <a:pt x="156" y="169"/>
                  <a:pt x="149" y="169"/>
                  <a:pt x="149" y="177"/>
                </a:cubicBezTo>
                <a:cubicBezTo>
                  <a:pt x="149" y="184"/>
                  <a:pt x="149" y="184"/>
                  <a:pt x="149" y="191"/>
                </a:cubicBezTo>
                <a:lnTo>
                  <a:pt x="142" y="191"/>
                </a:lnTo>
                <a:cubicBezTo>
                  <a:pt x="142" y="191"/>
                  <a:pt x="142" y="191"/>
                  <a:pt x="135" y="191"/>
                </a:cubicBezTo>
                <a:cubicBezTo>
                  <a:pt x="128" y="191"/>
                  <a:pt x="128" y="191"/>
                  <a:pt x="128" y="191"/>
                </a:cubicBezTo>
                <a:cubicBezTo>
                  <a:pt x="128" y="191"/>
                  <a:pt x="128" y="191"/>
                  <a:pt x="121" y="191"/>
                </a:cubicBezTo>
                <a:cubicBezTo>
                  <a:pt x="121" y="198"/>
                  <a:pt x="113" y="198"/>
                  <a:pt x="113" y="198"/>
                </a:cubicBezTo>
                <a:lnTo>
                  <a:pt x="106" y="198"/>
                </a:lnTo>
                <a:lnTo>
                  <a:pt x="99" y="205"/>
                </a:lnTo>
                <a:lnTo>
                  <a:pt x="92" y="205"/>
                </a:lnTo>
                <a:cubicBezTo>
                  <a:pt x="92" y="212"/>
                  <a:pt x="92" y="212"/>
                  <a:pt x="85" y="212"/>
                </a:cubicBezTo>
                <a:cubicBezTo>
                  <a:pt x="71" y="226"/>
                  <a:pt x="57" y="247"/>
                  <a:pt x="57" y="276"/>
                </a:cubicBezTo>
                <a:cubicBezTo>
                  <a:pt x="57" y="325"/>
                  <a:pt x="99" y="360"/>
                  <a:pt x="142" y="360"/>
                </a:cubicBezTo>
                <a:cubicBezTo>
                  <a:pt x="163" y="360"/>
                  <a:pt x="170" y="375"/>
                  <a:pt x="170" y="389"/>
                </a:cubicBezTo>
                <a:cubicBezTo>
                  <a:pt x="170" y="403"/>
                  <a:pt x="163" y="417"/>
                  <a:pt x="142" y="417"/>
                </a:cubicBezTo>
                <a:cubicBezTo>
                  <a:pt x="64" y="417"/>
                  <a:pt x="0" y="353"/>
                  <a:pt x="0" y="276"/>
                </a:cubicBezTo>
                <a:cubicBezTo>
                  <a:pt x="0" y="212"/>
                  <a:pt x="43" y="155"/>
                  <a:pt x="99" y="141"/>
                </a:cubicBezTo>
                <a:cubicBezTo>
                  <a:pt x="135" y="56"/>
                  <a:pt x="212" y="0"/>
                  <a:pt x="304" y="0"/>
                </a:cubicBezTo>
                <a:cubicBezTo>
                  <a:pt x="396" y="0"/>
                  <a:pt x="474" y="56"/>
                  <a:pt x="509" y="141"/>
                </a:cubicBezTo>
                <a:cubicBezTo>
                  <a:pt x="566" y="155"/>
                  <a:pt x="608" y="212"/>
                  <a:pt x="608" y="276"/>
                </a:cubicBezTo>
                <a:cubicBezTo>
                  <a:pt x="608" y="353"/>
                  <a:pt x="545" y="417"/>
                  <a:pt x="467" y="417"/>
                </a:cubicBezTo>
                <a:close/>
                <a:moveTo>
                  <a:pt x="198" y="353"/>
                </a:moveTo>
                <a:lnTo>
                  <a:pt x="198" y="353"/>
                </a:lnTo>
                <a:cubicBezTo>
                  <a:pt x="283" y="254"/>
                  <a:pt x="283" y="254"/>
                  <a:pt x="283" y="254"/>
                </a:cubicBezTo>
                <a:cubicBezTo>
                  <a:pt x="290" y="254"/>
                  <a:pt x="297" y="247"/>
                  <a:pt x="304" y="247"/>
                </a:cubicBezTo>
                <a:cubicBezTo>
                  <a:pt x="311" y="247"/>
                  <a:pt x="318" y="254"/>
                  <a:pt x="326" y="254"/>
                </a:cubicBezTo>
                <a:cubicBezTo>
                  <a:pt x="410" y="353"/>
                  <a:pt x="410" y="353"/>
                  <a:pt x="410" y="353"/>
                </a:cubicBezTo>
                <a:cubicBezTo>
                  <a:pt x="417" y="353"/>
                  <a:pt x="417" y="360"/>
                  <a:pt x="417" y="367"/>
                </a:cubicBezTo>
                <a:cubicBezTo>
                  <a:pt x="417" y="389"/>
                  <a:pt x="403" y="396"/>
                  <a:pt x="389" y="396"/>
                </a:cubicBezTo>
                <a:cubicBezTo>
                  <a:pt x="382" y="396"/>
                  <a:pt x="375" y="396"/>
                  <a:pt x="368" y="389"/>
                </a:cubicBezTo>
                <a:cubicBezTo>
                  <a:pt x="333" y="346"/>
                  <a:pt x="333" y="346"/>
                  <a:pt x="333" y="346"/>
                </a:cubicBezTo>
                <a:cubicBezTo>
                  <a:pt x="333" y="495"/>
                  <a:pt x="333" y="495"/>
                  <a:pt x="333" y="495"/>
                </a:cubicBezTo>
                <a:cubicBezTo>
                  <a:pt x="333" y="509"/>
                  <a:pt x="318" y="523"/>
                  <a:pt x="304" y="523"/>
                </a:cubicBezTo>
                <a:cubicBezTo>
                  <a:pt x="290" y="523"/>
                  <a:pt x="276" y="509"/>
                  <a:pt x="276" y="495"/>
                </a:cubicBezTo>
                <a:cubicBezTo>
                  <a:pt x="276" y="346"/>
                  <a:pt x="276" y="346"/>
                  <a:pt x="276" y="346"/>
                </a:cubicBezTo>
                <a:cubicBezTo>
                  <a:pt x="241" y="389"/>
                  <a:pt x="241" y="389"/>
                  <a:pt x="241" y="389"/>
                </a:cubicBezTo>
                <a:cubicBezTo>
                  <a:pt x="234" y="396"/>
                  <a:pt x="226" y="396"/>
                  <a:pt x="219" y="396"/>
                </a:cubicBezTo>
                <a:cubicBezTo>
                  <a:pt x="205" y="396"/>
                  <a:pt x="191" y="389"/>
                  <a:pt x="191" y="367"/>
                </a:cubicBezTo>
                <a:cubicBezTo>
                  <a:pt x="191" y="360"/>
                  <a:pt x="191" y="353"/>
                  <a:pt x="198" y="35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1" name="Freeform 129"/>
          <p:cNvSpPr/>
          <p:nvPr/>
        </p:nvSpPr>
        <p:spPr>
          <a:xfrm>
            <a:off x="3525840" y="525600"/>
            <a:ext cx="217440" cy="188640"/>
          </a:xfrm>
          <a:custGeom>
            <a:avLst/>
            <a:gdLst/>
            <a:ahLst/>
            <a:rect l="l" t="t" r="r" b="b"/>
            <a:pathLst>
              <a:path w="602" h="524">
                <a:moveTo>
                  <a:pt x="460" y="417"/>
                </a:moveTo>
                <a:lnTo>
                  <a:pt x="460" y="417"/>
                </a:lnTo>
                <a:cubicBezTo>
                  <a:pt x="446" y="417"/>
                  <a:pt x="431" y="403"/>
                  <a:pt x="431" y="389"/>
                </a:cubicBezTo>
                <a:cubicBezTo>
                  <a:pt x="431" y="375"/>
                  <a:pt x="446" y="360"/>
                  <a:pt x="460" y="360"/>
                </a:cubicBezTo>
                <a:cubicBezTo>
                  <a:pt x="509" y="360"/>
                  <a:pt x="544" y="325"/>
                  <a:pt x="544" y="276"/>
                </a:cubicBezTo>
                <a:cubicBezTo>
                  <a:pt x="544" y="247"/>
                  <a:pt x="537" y="226"/>
                  <a:pt x="516" y="212"/>
                </a:cubicBezTo>
                <a:cubicBezTo>
                  <a:pt x="516" y="212"/>
                  <a:pt x="516" y="212"/>
                  <a:pt x="509" y="205"/>
                </a:cubicBezTo>
                <a:cubicBezTo>
                  <a:pt x="502" y="205"/>
                  <a:pt x="502" y="198"/>
                  <a:pt x="502" y="198"/>
                </a:cubicBezTo>
                <a:cubicBezTo>
                  <a:pt x="502" y="198"/>
                  <a:pt x="502" y="198"/>
                  <a:pt x="495" y="198"/>
                </a:cubicBezTo>
                <a:cubicBezTo>
                  <a:pt x="495" y="198"/>
                  <a:pt x="495" y="198"/>
                  <a:pt x="488" y="198"/>
                </a:cubicBezTo>
                <a:cubicBezTo>
                  <a:pt x="488" y="198"/>
                  <a:pt x="488" y="198"/>
                  <a:pt x="488" y="191"/>
                </a:cubicBezTo>
                <a:lnTo>
                  <a:pt x="481" y="191"/>
                </a:lnTo>
                <a:cubicBezTo>
                  <a:pt x="474" y="191"/>
                  <a:pt x="474" y="191"/>
                  <a:pt x="474" y="191"/>
                </a:cubicBezTo>
                <a:cubicBezTo>
                  <a:pt x="467" y="191"/>
                  <a:pt x="467" y="191"/>
                  <a:pt x="460" y="191"/>
                </a:cubicBezTo>
                <a:cubicBezTo>
                  <a:pt x="460" y="184"/>
                  <a:pt x="460" y="184"/>
                  <a:pt x="460" y="177"/>
                </a:cubicBezTo>
                <a:cubicBezTo>
                  <a:pt x="453" y="177"/>
                  <a:pt x="453" y="177"/>
                  <a:pt x="453" y="177"/>
                </a:cubicBezTo>
                <a:cubicBezTo>
                  <a:pt x="453" y="169"/>
                  <a:pt x="453" y="169"/>
                  <a:pt x="453" y="162"/>
                </a:cubicBezTo>
                <a:cubicBezTo>
                  <a:pt x="446" y="155"/>
                  <a:pt x="446" y="155"/>
                  <a:pt x="446" y="148"/>
                </a:cubicBezTo>
                <a:cubicBezTo>
                  <a:pt x="446" y="141"/>
                  <a:pt x="439" y="141"/>
                  <a:pt x="439" y="134"/>
                </a:cubicBezTo>
                <a:cubicBezTo>
                  <a:pt x="410" y="92"/>
                  <a:pt x="361" y="56"/>
                  <a:pt x="304" y="56"/>
                </a:cubicBezTo>
                <a:cubicBezTo>
                  <a:pt x="241" y="56"/>
                  <a:pt x="191" y="92"/>
                  <a:pt x="163" y="134"/>
                </a:cubicBezTo>
                <a:cubicBezTo>
                  <a:pt x="163" y="141"/>
                  <a:pt x="163" y="141"/>
                  <a:pt x="156" y="148"/>
                </a:cubicBezTo>
                <a:cubicBezTo>
                  <a:pt x="156" y="155"/>
                  <a:pt x="156" y="155"/>
                  <a:pt x="156" y="162"/>
                </a:cubicBezTo>
                <a:cubicBezTo>
                  <a:pt x="156" y="162"/>
                  <a:pt x="156" y="162"/>
                  <a:pt x="149" y="162"/>
                </a:cubicBezTo>
                <a:cubicBezTo>
                  <a:pt x="149" y="169"/>
                  <a:pt x="149" y="169"/>
                  <a:pt x="149" y="177"/>
                </a:cubicBezTo>
                <a:cubicBezTo>
                  <a:pt x="149" y="184"/>
                  <a:pt x="142" y="184"/>
                  <a:pt x="142" y="191"/>
                </a:cubicBezTo>
                <a:lnTo>
                  <a:pt x="135" y="191"/>
                </a:lnTo>
                <a:cubicBezTo>
                  <a:pt x="135" y="191"/>
                  <a:pt x="135" y="191"/>
                  <a:pt x="128" y="191"/>
                </a:cubicBezTo>
                <a:cubicBezTo>
                  <a:pt x="120" y="191"/>
                  <a:pt x="120" y="191"/>
                  <a:pt x="120" y="191"/>
                </a:cubicBezTo>
                <a:cubicBezTo>
                  <a:pt x="113" y="198"/>
                  <a:pt x="113" y="198"/>
                  <a:pt x="113" y="198"/>
                </a:cubicBezTo>
                <a:cubicBezTo>
                  <a:pt x="106" y="198"/>
                  <a:pt x="106" y="198"/>
                  <a:pt x="106" y="198"/>
                </a:cubicBezTo>
                <a:cubicBezTo>
                  <a:pt x="99" y="198"/>
                  <a:pt x="99" y="205"/>
                  <a:pt x="99" y="205"/>
                </a:cubicBezTo>
                <a:cubicBezTo>
                  <a:pt x="92" y="205"/>
                  <a:pt x="92" y="205"/>
                  <a:pt x="92" y="205"/>
                </a:cubicBezTo>
                <a:cubicBezTo>
                  <a:pt x="92" y="212"/>
                  <a:pt x="85" y="212"/>
                  <a:pt x="85" y="212"/>
                </a:cubicBezTo>
                <a:cubicBezTo>
                  <a:pt x="71" y="226"/>
                  <a:pt x="57" y="247"/>
                  <a:pt x="57" y="276"/>
                </a:cubicBezTo>
                <a:cubicBezTo>
                  <a:pt x="57" y="325"/>
                  <a:pt x="92" y="360"/>
                  <a:pt x="142" y="360"/>
                </a:cubicBezTo>
                <a:cubicBezTo>
                  <a:pt x="156" y="360"/>
                  <a:pt x="170" y="375"/>
                  <a:pt x="170" y="389"/>
                </a:cubicBezTo>
                <a:cubicBezTo>
                  <a:pt x="170" y="403"/>
                  <a:pt x="156" y="417"/>
                  <a:pt x="142" y="417"/>
                </a:cubicBezTo>
                <a:cubicBezTo>
                  <a:pt x="64" y="417"/>
                  <a:pt x="0" y="353"/>
                  <a:pt x="0" y="276"/>
                </a:cubicBezTo>
                <a:cubicBezTo>
                  <a:pt x="0" y="212"/>
                  <a:pt x="43" y="155"/>
                  <a:pt x="99" y="141"/>
                </a:cubicBezTo>
                <a:cubicBezTo>
                  <a:pt x="135" y="56"/>
                  <a:pt x="212" y="0"/>
                  <a:pt x="304" y="0"/>
                </a:cubicBezTo>
                <a:cubicBezTo>
                  <a:pt x="396" y="0"/>
                  <a:pt x="474" y="56"/>
                  <a:pt x="502" y="141"/>
                </a:cubicBezTo>
                <a:cubicBezTo>
                  <a:pt x="559" y="155"/>
                  <a:pt x="601" y="212"/>
                  <a:pt x="601" y="276"/>
                </a:cubicBezTo>
                <a:cubicBezTo>
                  <a:pt x="601" y="353"/>
                  <a:pt x="537" y="417"/>
                  <a:pt x="460" y="417"/>
                </a:cubicBezTo>
                <a:close/>
                <a:moveTo>
                  <a:pt x="219" y="367"/>
                </a:moveTo>
                <a:lnTo>
                  <a:pt x="219" y="367"/>
                </a:lnTo>
                <a:cubicBezTo>
                  <a:pt x="226" y="367"/>
                  <a:pt x="233" y="375"/>
                  <a:pt x="241" y="382"/>
                </a:cubicBezTo>
                <a:cubicBezTo>
                  <a:pt x="276" y="417"/>
                  <a:pt x="276" y="417"/>
                  <a:pt x="276" y="417"/>
                </a:cubicBezTo>
                <a:cubicBezTo>
                  <a:pt x="276" y="276"/>
                  <a:pt x="276" y="276"/>
                  <a:pt x="276" y="276"/>
                </a:cubicBezTo>
                <a:cubicBezTo>
                  <a:pt x="276" y="262"/>
                  <a:pt x="283" y="247"/>
                  <a:pt x="304" y="247"/>
                </a:cubicBezTo>
                <a:cubicBezTo>
                  <a:pt x="318" y="247"/>
                  <a:pt x="333" y="262"/>
                  <a:pt x="333" y="276"/>
                </a:cubicBezTo>
                <a:cubicBezTo>
                  <a:pt x="333" y="417"/>
                  <a:pt x="333" y="417"/>
                  <a:pt x="333" y="417"/>
                </a:cubicBezTo>
                <a:cubicBezTo>
                  <a:pt x="368" y="382"/>
                  <a:pt x="368" y="382"/>
                  <a:pt x="368" y="382"/>
                </a:cubicBezTo>
                <a:cubicBezTo>
                  <a:pt x="368" y="375"/>
                  <a:pt x="375" y="367"/>
                  <a:pt x="389" y="367"/>
                </a:cubicBezTo>
                <a:cubicBezTo>
                  <a:pt x="403" y="367"/>
                  <a:pt x="417" y="382"/>
                  <a:pt x="417" y="396"/>
                </a:cubicBezTo>
                <a:cubicBezTo>
                  <a:pt x="417" y="403"/>
                  <a:pt x="410" y="410"/>
                  <a:pt x="410" y="417"/>
                </a:cubicBezTo>
                <a:cubicBezTo>
                  <a:pt x="325" y="509"/>
                  <a:pt x="325" y="509"/>
                  <a:pt x="325" y="509"/>
                </a:cubicBezTo>
                <a:cubicBezTo>
                  <a:pt x="318" y="516"/>
                  <a:pt x="311" y="523"/>
                  <a:pt x="304" y="523"/>
                </a:cubicBezTo>
                <a:cubicBezTo>
                  <a:pt x="290" y="523"/>
                  <a:pt x="283" y="516"/>
                  <a:pt x="283" y="509"/>
                </a:cubicBezTo>
                <a:cubicBezTo>
                  <a:pt x="198" y="417"/>
                  <a:pt x="198" y="417"/>
                  <a:pt x="198" y="417"/>
                </a:cubicBezTo>
                <a:cubicBezTo>
                  <a:pt x="191" y="410"/>
                  <a:pt x="191" y="403"/>
                  <a:pt x="191" y="396"/>
                </a:cubicBezTo>
                <a:cubicBezTo>
                  <a:pt x="191" y="382"/>
                  <a:pt x="198" y="367"/>
                  <a:pt x="219" y="36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2" name="Freeform 130"/>
          <p:cNvSpPr/>
          <p:nvPr/>
        </p:nvSpPr>
        <p:spPr>
          <a:xfrm>
            <a:off x="3146400" y="525600"/>
            <a:ext cx="217440" cy="177840"/>
          </a:xfrm>
          <a:custGeom>
            <a:avLst/>
            <a:gdLst/>
            <a:ahLst/>
            <a:rect l="l" t="t" r="r" b="b"/>
            <a:pathLst>
              <a:path w="602" h="496">
                <a:moveTo>
                  <a:pt x="460" y="417"/>
                </a:moveTo>
                <a:lnTo>
                  <a:pt x="460" y="417"/>
                </a:lnTo>
                <a:cubicBezTo>
                  <a:pt x="446" y="417"/>
                  <a:pt x="431" y="403"/>
                  <a:pt x="431" y="389"/>
                </a:cubicBezTo>
                <a:cubicBezTo>
                  <a:pt x="431" y="375"/>
                  <a:pt x="446" y="360"/>
                  <a:pt x="460" y="360"/>
                </a:cubicBezTo>
                <a:cubicBezTo>
                  <a:pt x="509" y="360"/>
                  <a:pt x="544" y="325"/>
                  <a:pt x="544" y="276"/>
                </a:cubicBezTo>
                <a:cubicBezTo>
                  <a:pt x="544" y="247"/>
                  <a:pt x="530" y="226"/>
                  <a:pt x="516" y="212"/>
                </a:cubicBezTo>
                <a:cubicBezTo>
                  <a:pt x="516" y="212"/>
                  <a:pt x="509" y="212"/>
                  <a:pt x="509" y="205"/>
                </a:cubicBezTo>
                <a:cubicBezTo>
                  <a:pt x="509" y="205"/>
                  <a:pt x="509" y="205"/>
                  <a:pt x="502" y="205"/>
                </a:cubicBezTo>
                <a:cubicBezTo>
                  <a:pt x="502" y="205"/>
                  <a:pt x="502" y="198"/>
                  <a:pt x="495" y="198"/>
                </a:cubicBezTo>
                <a:cubicBezTo>
                  <a:pt x="495" y="198"/>
                  <a:pt x="495" y="198"/>
                  <a:pt x="488" y="198"/>
                </a:cubicBezTo>
                <a:cubicBezTo>
                  <a:pt x="488" y="198"/>
                  <a:pt x="488" y="198"/>
                  <a:pt x="481" y="191"/>
                </a:cubicBezTo>
                <a:cubicBezTo>
                  <a:pt x="481" y="191"/>
                  <a:pt x="481" y="191"/>
                  <a:pt x="474" y="191"/>
                </a:cubicBezTo>
                <a:cubicBezTo>
                  <a:pt x="467" y="191"/>
                  <a:pt x="467" y="191"/>
                  <a:pt x="467" y="191"/>
                </a:cubicBezTo>
                <a:lnTo>
                  <a:pt x="460" y="191"/>
                </a:lnTo>
                <a:cubicBezTo>
                  <a:pt x="460" y="184"/>
                  <a:pt x="453" y="184"/>
                  <a:pt x="453" y="177"/>
                </a:cubicBezTo>
                <a:cubicBezTo>
                  <a:pt x="453" y="169"/>
                  <a:pt x="453" y="169"/>
                  <a:pt x="453" y="162"/>
                </a:cubicBezTo>
                <a:cubicBezTo>
                  <a:pt x="446" y="162"/>
                  <a:pt x="446" y="162"/>
                  <a:pt x="446" y="162"/>
                </a:cubicBezTo>
                <a:cubicBezTo>
                  <a:pt x="446" y="155"/>
                  <a:pt x="446" y="155"/>
                  <a:pt x="446" y="148"/>
                </a:cubicBezTo>
                <a:cubicBezTo>
                  <a:pt x="438" y="141"/>
                  <a:pt x="438" y="141"/>
                  <a:pt x="438" y="134"/>
                </a:cubicBezTo>
                <a:cubicBezTo>
                  <a:pt x="410" y="92"/>
                  <a:pt x="361" y="56"/>
                  <a:pt x="297" y="56"/>
                </a:cubicBezTo>
                <a:cubicBezTo>
                  <a:pt x="240" y="56"/>
                  <a:pt x="191" y="92"/>
                  <a:pt x="163" y="134"/>
                </a:cubicBezTo>
                <a:cubicBezTo>
                  <a:pt x="163" y="141"/>
                  <a:pt x="156" y="141"/>
                  <a:pt x="156" y="148"/>
                </a:cubicBezTo>
                <a:cubicBezTo>
                  <a:pt x="156" y="155"/>
                  <a:pt x="156" y="155"/>
                  <a:pt x="149" y="162"/>
                </a:cubicBezTo>
                <a:cubicBezTo>
                  <a:pt x="149" y="169"/>
                  <a:pt x="149" y="169"/>
                  <a:pt x="149" y="177"/>
                </a:cubicBezTo>
                <a:cubicBezTo>
                  <a:pt x="149" y="177"/>
                  <a:pt x="149" y="177"/>
                  <a:pt x="142" y="177"/>
                </a:cubicBezTo>
                <a:cubicBezTo>
                  <a:pt x="142" y="184"/>
                  <a:pt x="142" y="184"/>
                  <a:pt x="142" y="191"/>
                </a:cubicBezTo>
                <a:cubicBezTo>
                  <a:pt x="135" y="191"/>
                  <a:pt x="135" y="191"/>
                  <a:pt x="127" y="191"/>
                </a:cubicBezTo>
                <a:cubicBezTo>
                  <a:pt x="127" y="191"/>
                  <a:pt x="127" y="191"/>
                  <a:pt x="120" y="191"/>
                </a:cubicBezTo>
                <a:lnTo>
                  <a:pt x="113" y="191"/>
                </a:lnTo>
                <a:cubicBezTo>
                  <a:pt x="113" y="198"/>
                  <a:pt x="113" y="198"/>
                  <a:pt x="113" y="198"/>
                </a:cubicBezTo>
                <a:cubicBezTo>
                  <a:pt x="106" y="198"/>
                  <a:pt x="106" y="198"/>
                  <a:pt x="106" y="198"/>
                </a:cubicBezTo>
                <a:cubicBezTo>
                  <a:pt x="99" y="198"/>
                  <a:pt x="99" y="198"/>
                  <a:pt x="99" y="198"/>
                </a:cubicBezTo>
                <a:cubicBezTo>
                  <a:pt x="99" y="198"/>
                  <a:pt x="99" y="205"/>
                  <a:pt x="92" y="205"/>
                </a:cubicBezTo>
                <a:cubicBezTo>
                  <a:pt x="85" y="212"/>
                  <a:pt x="85" y="212"/>
                  <a:pt x="85" y="212"/>
                </a:cubicBezTo>
                <a:cubicBezTo>
                  <a:pt x="64" y="226"/>
                  <a:pt x="57" y="247"/>
                  <a:pt x="57" y="276"/>
                </a:cubicBezTo>
                <a:cubicBezTo>
                  <a:pt x="57" y="325"/>
                  <a:pt x="92" y="360"/>
                  <a:pt x="142" y="360"/>
                </a:cubicBezTo>
                <a:cubicBezTo>
                  <a:pt x="156" y="360"/>
                  <a:pt x="170" y="375"/>
                  <a:pt x="170" y="389"/>
                </a:cubicBezTo>
                <a:cubicBezTo>
                  <a:pt x="170" y="403"/>
                  <a:pt x="156" y="417"/>
                  <a:pt x="142" y="417"/>
                </a:cubicBezTo>
                <a:cubicBezTo>
                  <a:pt x="64" y="417"/>
                  <a:pt x="0" y="353"/>
                  <a:pt x="0" y="276"/>
                </a:cubicBezTo>
                <a:cubicBezTo>
                  <a:pt x="0" y="212"/>
                  <a:pt x="43" y="155"/>
                  <a:pt x="99" y="141"/>
                </a:cubicBezTo>
                <a:cubicBezTo>
                  <a:pt x="127" y="56"/>
                  <a:pt x="205" y="0"/>
                  <a:pt x="297" y="0"/>
                </a:cubicBezTo>
                <a:cubicBezTo>
                  <a:pt x="389" y="0"/>
                  <a:pt x="467" y="56"/>
                  <a:pt x="502" y="141"/>
                </a:cubicBezTo>
                <a:cubicBezTo>
                  <a:pt x="559" y="155"/>
                  <a:pt x="601" y="212"/>
                  <a:pt x="601" y="276"/>
                </a:cubicBezTo>
                <a:cubicBezTo>
                  <a:pt x="601" y="353"/>
                  <a:pt x="537" y="417"/>
                  <a:pt x="460" y="417"/>
                </a:cubicBezTo>
                <a:close/>
                <a:moveTo>
                  <a:pt x="226" y="283"/>
                </a:moveTo>
                <a:lnTo>
                  <a:pt x="226" y="283"/>
                </a:lnTo>
                <a:cubicBezTo>
                  <a:pt x="233" y="283"/>
                  <a:pt x="240" y="290"/>
                  <a:pt x="240" y="297"/>
                </a:cubicBezTo>
                <a:cubicBezTo>
                  <a:pt x="297" y="346"/>
                  <a:pt x="297" y="346"/>
                  <a:pt x="297" y="346"/>
                </a:cubicBezTo>
                <a:cubicBezTo>
                  <a:pt x="354" y="297"/>
                  <a:pt x="354" y="297"/>
                  <a:pt x="354" y="297"/>
                </a:cubicBezTo>
                <a:cubicBezTo>
                  <a:pt x="361" y="290"/>
                  <a:pt x="368" y="283"/>
                  <a:pt x="375" y="283"/>
                </a:cubicBezTo>
                <a:cubicBezTo>
                  <a:pt x="389" y="283"/>
                  <a:pt x="403" y="297"/>
                  <a:pt x="403" y="311"/>
                </a:cubicBezTo>
                <a:cubicBezTo>
                  <a:pt x="403" y="318"/>
                  <a:pt x="403" y="325"/>
                  <a:pt x="396" y="332"/>
                </a:cubicBezTo>
                <a:cubicBezTo>
                  <a:pt x="340" y="389"/>
                  <a:pt x="340" y="389"/>
                  <a:pt x="340" y="389"/>
                </a:cubicBezTo>
                <a:cubicBezTo>
                  <a:pt x="396" y="445"/>
                  <a:pt x="396" y="445"/>
                  <a:pt x="396" y="445"/>
                </a:cubicBezTo>
                <a:cubicBezTo>
                  <a:pt x="403" y="452"/>
                  <a:pt x="403" y="459"/>
                  <a:pt x="403" y="466"/>
                </a:cubicBezTo>
                <a:cubicBezTo>
                  <a:pt x="403" y="480"/>
                  <a:pt x="389" y="495"/>
                  <a:pt x="375" y="495"/>
                </a:cubicBezTo>
                <a:cubicBezTo>
                  <a:pt x="368" y="495"/>
                  <a:pt x="361" y="488"/>
                  <a:pt x="354" y="480"/>
                </a:cubicBezTo>
                <a:cubicBezTo>
                  <a:pt x="297" y="431"/>
                  <a:pt x="297" y="431"/>
                  <a:pt x="297" y="431"/>
                </a:cubicBezTo>
                <a:cubicBezTo>
                  <a:pt x="240" y="480"/>
                  <a:pt x="240" y="480"/>
                  <a:pt x="240" y="480"/>
                </a:cubicBezTo>
                <a:cubicBezTo>
                  <a:pt x="240" y="488"/>
                  <a:pt x="233" y="495"/>
                  <a:pt x="226" y="495"/>
                </a:cubicBezTo>
                <a:cubicBezTo>
                  <a:pt x="205" y="495"/>
                  <a:pt x="198" y="480"/>
                  <a:pt x="198" y="466"/>
                </a:cubicBezTo>
                <a:cubicBezTo>
                  <a:pt x="198" y="459"/>
                  <a:pt x="198" y="452"/>
                  <a:pt x="205" y="445"/>
                </a:cubicBezTo>
                <a:cubicBezTo>
                  <a:pt x="262" y="389"/>
                  <a:pt x="262" y="389"/>
                  <a:pt x="262" y="389"/>
                </a:cubicBezTo>
                <a:cubicBezTo>
                  <a:pt x="205" y="332"/>
                  <a:pt x="205" y="332"/>
                  <a:pt x="205" y="332"/>
                </a:cubicBezTo>
                <a:cubicBezTo>
                  <a:pt x="198" y="325"/>
                  <a:pt x="198" y="318"/>
                  <a:pt x="198" y="311"/>
                </a:cubicBezTo>
                <a:cubicBezTo>
                  <a:pt x="198" y="297"/>
                  <a:pt x="205" y="283"/>
                  <a:pt x="226" y="28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3" name="Freeform 131"/>
          <p:cNvSpPr/>
          <p:nvPr/>
        </p:nvSpPr>
        <p:spPr>
          <a:xfrm>
            <a:off x="2765520" y="525600"/>
            <a:ext cx="218880" cy="177840"/>
          </a:xfrm>
          <a:custGeom>
            <a:avLst/>
            <a:gdLst/>
            <a:ahLst/>
            <a:rect l="l" t="t" r="r" b="b"/>
            <a:pathLst>
              <a:path w="609" h="496">
                <a:moveTo>
                  <a:pt x="467" y="417"/>
                </a:moveTo>
                <a:lnTo>
                  <a:pt x="467" y="417"/>
                </a:lnTo>
                <a:cubicBezTo>
                  <a:pt x="445" y="417"/>
                  <a:pt x="438" y="403"/>
                  <a:pt x="438" y="389"/>
                </a:cubicBezTo>
                <a:cubicBezTo>
                  <a:pt x="438" y="375"/>
                  <a:pt x="445" y="360"/>
                  <a:pt x="467" y="360"/>
                </a:cubicBezTo>
                <a:cubicBezTo>
                  <a:pt x="509" y="360"/>
                  <a:pt x="551" y="325"/>
                  <a:pt x="551" y="276"/>
                </a:cubicBezTo>
                <a:cubicBezTo>
                  <a:pt x="551" y="247"/>
                  <a:pt x="537" y="226"/>
                  <a:pt x="523" y="212"/>
                </a:cubicBezTo>
                <a:cubicBezTo>
                  <a:pt x="516" y="212"/>
                  <a:pt x="516" y="212"/>
                  <a:pt x="516" y="205"/>
                </a:cubicBezTo>
                <a:lnTo>
                  <a:pt x="509" y="205"/>
                </a:lnTo>
                <a:lnTo>
                  <a:pt x="502" y="198"/>
                </a:lnTo>
                <a:lnTo>
                  <a:pt x="495" y="198"/>
                </a:lnTo>
                <a:cubicBezTo>
                  <a:pt x="495" y="198"/>
                  <a:pt x="488" y="198"/>
                  <a:pt x="488" y="191"/>
                </a:cubicBezTo>
                <a:cubicBezTo>
                  <a:pt x="481" y="191"/>
                  <a:pt x="481" y="191"/>
                  <a:pt x="481" y="191"/>
                </a:cubicBezTo>
                <a:cubicBezTo>
                  <a:pt x="481" y="191"/>
                  <a:pt x="481" y="191"/>
                  <a:pt x="474" y="191"/>
                </a:cubicBezTo>
                <a:cubicBezTo>
                  <a:pt x="467" y="191"/>
                  <a:pt x="467" y="191"/>
                  <a:pt x="467" y="191"/>
                </a:cubicBezTo>
                <a:lnTo>
                  <a:pt x="459" y="191"/>
                </a:lnTo>
                <a:cubicBezTo>
                  <a:pt x="459" y="184"/>
                  <a:pt x="459" y="184"/>
                  <a:pt x="459" y="177"/>
                </a:cubicBezTo>
                <a:cubicBezTo>
                  <a:pt x="459" y="169"/>
                  <a:pt x="452" y="169"/>
                  <a:pt x="452" y="162"/>
                </a:cubicBezTo>
                <a:cubicBezTo>
                  <a:pt x="452" y="155"/>
                  <a:pt x="452" y="155"/>
                  <a:pt x="445" y="148"/>
                </a:cubicBezTo>
                <a:cubicBezTo>
                  <a:pt x="445" y="141"/>
                  <a:pt x="445" y="141"/>
                  <a:pt x="438" y="134"/>
                </a:cubicBezTo>
                <a:cubicBezTo>
                  <a:pt x="410" y="92"/>
                  <a:pt x="361" y="56"/>
                  <a:pt x="304" y="56"/>
                </a:cubicBezTo>
                <a:cubicBezTo>
                  <a:pt x="247" y="56"/>
                  <a:pt x="198" y="92"/>
                  <a:pt x="170" y="134"/>
                </a:cubicBezTo>
                <a:cubicBezTo>
                  <a:pt x="163" y="141"/>
                  <a:pt x="163" y="141"/>
                  <a:pt x="163" y="148"/>
                </a:cubicBezTo>
                <a:cubicBezTo>
                  <a:pt x="156" y="155"/>
                  <a:pt x="156" y="155"/>
                  <a:pt x="156" y="162"/>
                </a:cubicBezTo>
                <a:cubicBezTo>
                  <a:pt x="156" y="169"/>
                  <a:pt x="149" y="169"/>
                  <a:pt x="149" y="177"/>
                </a:cubicBezTo>
                <a:cubicBezTo>
                  <a:pt x="149" y="184"/>
                  <a:pt x="149" y="184"/>
                  <a:pt x="149" y="191"/>
                </a:cubicBezTo>
                <a:lnTo>
                  <a:pt x="141" y="191"/>
                </a:lnTo>
                <a:cubicBezTo>
                  <a:pt x="141" y="191"/>
                  <a:pt x="141" y="191"/>
                  <a:pt x="134" y="191"/>
                </a:cubicBezTo>
                <a:cubicBezTo>
                  <a:pt x="127" y="191"/>
                  <a:pt x="127" y="191"/>
                  <a:pt x="127" y="191"/>
                </a:cubicBezTo>
                <a:cubicBezTo>
                  <a:pt x="127" y="191"/>
                  <a:pt x="127" y="191"/>
                  <a:pt x="120" y="191"/>
                </a:cubicBezTo>
                <a:cubicBezTo>
                  <a:pt x="120" y="198"/>
                  <a:pt x="113" y="198"/>
                  <a:pt x="113" y="198"/>
                </a:cubicBezTo>
                <a:lnTo>
                  <a:pt x="106" y="198"/>
                </a:lnTo>
                <a:lnTo>
                  <a:pt x="99" y="205"/>
                </a:lnTo>
                <a:lnTo>
                  <a:pt x="92" y="205"/>
                </a:lnTo>
                <a:cubicBezTo>
                  <a:pt x="92" y="212"/>
                  <a:pt x="92" y="212"/>
                  <a:pt x="85" y="212"/>
                </a:cubicBezTo>
                <a:cubicBezTo>
                  <a:pt x="71" y="226"/>
                  <a:pt x="57" y="247"/>
                  <a:pt x="57" y="276"/>
                </a:cubicBezTo>
                <a:cubicBezTo>
                  <a:pt x="57" y="325"/>
                  <a:pt x="99" y="360"/>
                  <a:pt x="141" y="360"/>
                </a:cubicBezTo>
                <a:cubicBezTo>
                  <a:pt x="163" y="360"/>
                  <a:pt x="170" y="375"/>
                  <a:pt x="170" y="389"/>
                </a:cubicBezTo>
                <a:cubicBezTo>
                  <a:pt x="170" y="403"/>
                  <a:pt x="163" y="417"/>
                  <a:pt x="141" y="417"/>
                </a:cubicBezTo>
                <a:cubicBezTo>
                  <a:pt x="64" y="417"/>
                  <a:pt x="0" y="353"/>
                  <a:pt x="0" y="276"/>
                </a:cubicBezTo>
                <a:cubicBezTo>
                  <a:pt x="0" y="212"/>
                  <a:pt x="43" y="155"/>
                  <a:pt x="99" y="141"/>
                </a:cubicBezTo>
                <a:cubicBezTo>
                  <a:pt x="134" y="56"/>
                  <a:pt x="212" y="0"/>
                  <a:pt x="304" y="0"/>
                </a:cubicBezTo>
                <a:cubicBezTo>
                  <a:pt x="396" y="0"/>
                  <a:pt x="474" y="56"/>
                  <a:pt x="509" y="141"/>
                </a:cubicBezTo>
                <a:cubicBezTo>
                  <a:pt x="565" y="155"/>
                  <a:pt x="608" y="212"/>
                  <a:pt x="608" y="276"/>
                </a:cubicBezTo>
                <a:cubicBezTo>
                  <a:pt x="608" y="353"/>
                  <a:pt x="544" y="417"/>
                  <a:pt x="467" y="417"/>
                </a:cubicBezTo>
                <a:close/>
                <a:moveTo>
                  <a:pt x="226" y="360"/>
                </a:moveTo>
                <a:lnTo>
                  <a:pt x="226" y="360"/>
                </a:lnTo>
                <a:cubicBezTo>
                  <a:pt x="233" y="360"/>
                  <a:pt x="240" y="360"/>
                  <a:pt x="247" y="367"/>
                </a:cubicBezTo>
                <a:cubicBezTo>
                  <a:pt x="297" y="417"/>
                  <a:pt x="297" y="417"/>
                  <a:pt x="297" y="417"/>
                </a:cubicBezTo>
                <a:cubicBezTo>
                  <a:pt x="382" y="297"/>
                  <a:pt x="382" y="297"/>
                  <a:pt x="382" y="297"/>
                </a:cubicBezTo>
                <a:cubicBezTo>
                  <a:pt x="389" y="290"/>
                  <a:pt x="396" y="283"/>
                  <a:pt x="410" y="283"/>
                </a:cubicBezTo>
                <a:cubicBezTo>
                  <a:pt x="424" y="283"/>
                  <a:pt x="438" y="297"/>
                  <a:pt x="438" y="311"/>
                </a:cubicBezTo>
                <a:cubicBezTo>
                  <a:pt x="438" y="318"/>
                  <a:pt x="431" y="325"/>
                  <a:pt x="431" y="332"/>
                </a:cubicBezTo>
                <a:cubicBezTo>
                  <a:pt x="325" y="480"/>
                  <a:pt x="325" y="480"/>
                  <a:pt x="325" y="480"/>
                </a:cubicBezTo>
                <a:cubicBezTo>
                  <a:pt x="325" y="488"/>
                  <a:pt x="311" y="495"/>
                  <a:pt x="304" y="495"/>
                </a:cubicBezTo>
                <a:cubicBezTo>
                  <a:pt x="297" y="495"/>
                  <a:pt x="290" y="488"/>
                  <a:pt x="283" y="480"/>
                </a:cubicBezTo>
                <a:cubicBezTo>
                  <a:pt x="212" y="410"/>
                  <a:pt x="212" y="410"/>
                  <a:pt x="212" y="410"/>
                </a:cubicBezTo>
                <a:cubicBezTo>
                  <a:pt x="205" y="403"/>
                  <a:pt x="198" y="396"/>
                  <a:pt x="198" y="389"/>
                </a:cubicBezTo>
                <a:cubicBezTo>
                  <a:pt x="198" y="375"/>
                  <a:pt x="212" y="360"/>
                  <a:pt x="226" y="36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4" name="Freeform 132"/>
          <p:cNvSpPr/>
          <p:nvPr/>
        </p:nvSpPr>
        <p:spPr>
          <a:xfrm>
            <a:off x="2386080" y="525600"/>
            <a:ext cx="217440" cy="150840"/>
          </a:xfrm>
          <a:custGeom>
            <a:avLst/>
            <a:gdLst/>
            <a:ahLst/>
            <a:rect l="l" t="t" r="r" b="b"/>
            <a:pathLst>
              <a:path w="602" h="418">
                <a:moveTo>
                  <a:pt x="459" y="417"/>
                </a:moveTo>
                <a:lnTo>
                  <a:pt x="459" y="417"/>
                </a:lnTo>
                <a:cubicBezTo>
                  <a:pt x="141" y="417"/>
                  <a:pt x="141" y="417"/>
                  <a:pt x="141" y="417"/>
                </a:cubicBezTo>
                <a:cubicBezTo>
                  <a:pt x="64" y="417"/>
                  <a:pt x="0" y="353"/>
                  <a:pt x="0" y="276"/>
                </a:cubicBezTo>
                <a:cubicBezTo>
                  <a:pt x="0" y="212"/>
                  <a:pt x="42" y="155"/>
                  <a:pt x="99" y="141"/>
                </a:cubicBezTo>
                <a:cubicBezTo>
                  <a:pt x="134" y="56"/>
                  <a:pt x="212" y="0"/>
                  <a:pt x="304" y="0"/>
                </a:cubicBezTo>
                <a:cubicBezTo>
                  <a:pt x="396" y="0"/>
                  <a:pt x="474" y="56"/>
                  <a:pt x="502" y="141"/>
                </a:cubicBezTo>
                <a:cubicBezTo>
                  <a:pt x="558" y="155"/>
                  <a:pt x="601" y="212"/>
                  <a:pt x="601" y="276"/>
                </a:cubicBezTo>
                <a:cubicBezTo>
                  <a:pt x="601" y="353"/>
                  <a:pt x="537" y="417"/>
                  <a:pt x="459" y="417"/>
                </a:cubicBezTo>
                <a:close/>
                <a:moveTo>
                  <a:pt x="516" y="212"/>
                </a:moveTo>
                <a:lnTo>
                  <a:pt x="516" y="212"/>
                </a:lnTo>
                <a:cubicBezTo>
                  <a:pt x="516" y="212"/>
                  <a:pt x="516" y="212"/>
                  <a:pt x="509" y="205"/>
                </a:cubicBezTo>
                <a:cubicBezTo>
                  <a:pt x="502" y="205"/>
                  <a:pt x="502" y="198"/>
                  <a:pt x="502" y="198"/>
                </a:cubicBezTo>
                <a:cubicBezTo>
                  <a:pt x="502" y="198"/>
                  <a:pt x="502" y="198"/>
                  <a:pt x="495" y="198"/>
                </a:cubicBezTo>
                <a:cubicBezTo>
                  <a:pt x="495" y="198"/>
                  <a:pt x="495" y="198"/>
                  <a:pt x="488" y="198"/>
                </a:cubicBezTo>
                <a:cubicBezTo>
                  <a:pt x="488" y="198"/>
                  <a:pt x="488" y="198"/>
                  <a:pt x="488" y="191"/>
                </a:cubicBezTo>
                <a:lnTo>
                  <a:pt x="481" y="191"/>
                </a:lnTo>
                <a:cubicBezTo>
                  <a:pt x="474" y="191"/>
                  <a:pt x="474" y="191"/>
                  <a:pt x="474" y="191"/>
                </a:cubicBezTo>
                <a:cubicBezTo>
                  <a:pt x="467" y="191"/>
                  <a:pt x="467" y="191"/>
                  <a:pt x="459" y="191"/>
                </a:cubicBezTo>
                <a:cubicBezTo>
                  <a:pt x="459" y="184"/>
                  <a:pt x="459" y="184"/>
                  <a:pt x="459" y="177"/>
                </a:cubicBezTo>
                <a:cubicBezTo>
                  <a:pt x="452" y="177"/>
                  <a:pt x="452" y="177"/>
                  <a:pt x="452" y="177"/>
                </a:cubicBezTo>
                <a:cubicBezTo>
                  <a:pt x="452" y="169"/>
                  <a:pt x="452" y="169"/>
                  <a:pt x="452" y="162"/>
                </a:cubicBezTo>
                <a:cubicBezTo>
                  <a:pt x="445" y="155"/>
                  <a:pt x="445" y="155"/>
                  <a:pt x="445" y="148"/>
                </a:cubicBezTo>
                <a:cubicBezTo>
                  <a:pt x="445" y="141"/>
                  <a:pt x="438" y="141"/>
                  <a:pt x="438" y="134"/>
                </a:cubicBezTo>
                <a:cubicBezTo>
                  <a:pt x="410" y="92"/>
                  <a:pt x="361" y="56"/>
                  <a:pt x="304" y="56"/>
                </a:cubicBezTo>
                <a:cubicBezTo>
                  <a:pt x="240" y="56"/>
                  <a:pt x="191" y="92"/>
                  <a:pt x="163" y="134"/>
                </a:cubicBezTo>
                <a:cubicBezTo>
                  <a:pt x="163" y="141"/>
                  <a:pt x="163" y="141"/>
                  <a:pt x="156" y="148"/>
                </a:cubicBezTo>
                <a:cubicBezTo>
                  <a:pt x="156" y="155"/>
                  <a:pt x="156" y="155"/>
                  <a:pt x="156" y="162"/>
                </a:cubicBezTo>
                <a:cubicBezTo>
                  <a:pt x="156" y="162"/>
                  <a:pt x="156" y="162"/>
                  <a:pt x="148" y="162"/>
                </a:cubicBezTo>
                <a:cubicBezTo>
                  <a:pt x="148" y="169"/>
                  <a:pt x="148" y="169"/>
                  <a:pt x="148" y="177"/>
                </a:cubicBezTo>
                <a:cubicBezTo>
                  <a:pt x="148" y="184"/>
                  <a:pt x="141" y="184"/>
                  <a:pt x="141" y="191"/>
                </a:cubicBezTo>
                <a:lnTo>
                  <a:pt x="134" y="191"/>
                </a:lnTo>
                <a:cubicBezTo>
                  <a:pt x="134" y="191"/>
                  <a:pt x="134" y="191"/>
                  <a:pt x="127" y="191"/>
                </a:cubicBezTo>
                <a:cubicBezTo>
                  <a:pt x="120" y="191"/>
                  <a:pt x="120" y="191"/>
                  <a:pt x="120" y="191"/>
                </a:cubicBezTo>
                <a:cubicBezTo>
                  <a:pt x="113" y="198"/>
                  <a:pt x="113" y="198"/>
                  <a:pt x="113" y="198"/>
                </a:cubicBezTo>
                <a:cubicBezTo>
                  <a:pt x="106" y="198"/>
                  <a:pt x="106" y="198"/>
                  <a:pt x="106" y="198"/>
                </a:cubicBezTo>
                <a:cubicBezTo>
                  <a:pt x="99" y="198"/>
                  <a:pt x="99" y="205"/>
                  <a:pt x="99" y="205"/>
                </a:cubicBezTo>
                <a:cubicBezTo>
                  <a:pt x="92" y="205"/>
                  <a:pt x="92" y="205"/>
                  <a:pt x="92" y="205"/>
                </a:cubicBezTo>
                <a:cubicBezTo>
                  <a:pt x="92" y="212"/>
                  <a:pt x="85" y="212"/>
                  <a:pt x="85" y="212"/>
                </a:cubicBezTo>
                <a:cubicBezTo>
                  <a:pt x="71" y="226"/>
                  <a:pt x="57" y="247"/>
                  <a:pt x="57" y="276"/>
                </a:cubicBezTo>
                <a:cubicBezTo>
                  <a:pt x="57" y="325"/>
                  <a:pt x="92" y="360"/>
                  <a:pt x="141" y="360"/>
                </a:cubicBezTo>
                <a:cubicBezTo>
                  <a:pt x="459" y="360"/>
                  <a:pt x="459" y="360"/>
                  <a:pt x="459" y="360"/>
                </a:cubicBezTo>
                <a:cubicBezTo>
                  <a:pt x="509" y="360"/>
                  <a:pt x="544" y="325"/>
                  <a:pt x="544" y="276"/>
                </a:cubicBezTo>
                <a:cubicBezTo>
                  <a:pt x="544" y="247"/>
                  <a:pt x="537" y="226"/>
                  <a:pt x="516" y="21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Freeform 37"/>
          <p:cNvSpPr/>
          <p:nvPr/>
        </p:nvSpPr>
        <p:spPr>
          <a:xfrm>
            <a:off x="7699320" y="3724200"/>
            <a:ext cx="206280" cy="184320"/>
          </a:xfrm>
          <a:custGeom>
            <a:avLst/>
            <a:gdLst/>
            <a:ahLst/>
            <a:rect l="l" t="t" r="r" b="b"/>
            <a:pathLst>
              <a:path w="574" h="510">
                <a:moveTo>
                  <a:pt x="509" y="304"/>
                </a:moveTo>
                <a:lnTo>
                  <a:pt x="509" y="304"/>
                </a:lnTo>
                <a:cubicBezTo>
                  <a:pt x="318" y="495"/>
                  <a:pt x="318" y="495"/>
                  <a:pt x="318" y="495"/>
                </a:cubicBezTo>
                <a:cubicBezTo>
                  <a:pt x="311" y="502"/>
                  <a:pt x="290" y="502"/>
                  <a:pt x="283" y="495"/>
                </a:cubicBezTo>
                <a:cubicBezTo>
                  <a:pt x="269" y="480"/>
                  <a:pt x="269" y="466"/>
                  <a:pt x="283" y="452"/>
                </a:cubicBezTo>
                <a:cubicBezTo>
                  <a:pt x="467" y="268"/>
                  <a:pt x="467" y="268"/>
                  <a:pt x="467" y="268"/>
                </a:cubicBezTo>
                <a:lnTo>
                  <a:pt x="467" y="268"/>
                </a:lnTo>
                <a:cubicBezTo>
                  <a:pt x="509" y="226"/>
                  <a:pt x="509" y="148"/>
                  <a:pt x="467" y="106"/>
                </a:cubicBezTo>
                <a:cubicBezTo>
                  <a:pt x="424" y="63"/>
                  <a:pt x="354" y="63"/>
                  <a:pt x="311" y="106"/>
                </a:cubicBezTo>
                <a:cubicBezTo>
                  <a:pt x="85" y="325"/>
                  <a:pt x="85" y="325"/>
                  <a:pt x="85" y="325"/>
                </a:cubicBezTo>
                <a:cubicBezTo>
                  <a:pt x="64" y="353"/>
                  <a:pt x="64" y="396"/>
                  <a:pt x="85" y="417"/>
                </a:cubicBezTo>
                <a:cubicBezTo>
                  <a:pt x="113" y="445"/>
                  <a:pt x="156" y="445"/>
                  <a:pt x="184" y="417"/>
                </a:cubicBezTo>
                <a:cubicBezTo>
                  <a:pt x="389" y="212"/>
                  <a:pt x="389" y="212"/>
                  <a:pt x="389" y="212"/>
                </a:cubicBezTo>
                <a:cubicBezTo>
                  <a:pt x="396" y="205"/>
                  <a:pt x="396" y="198"/>
                  <a:pt x="389" y="184"/>
                </a:cubicBezTo>
                <a:cubicBezTo>
                  <a:pt x="382" y="176"/>
                  <a:pt x="368" y="176"/>
                  <a:pt x="361" y="184"/>
                </a:cubicBezTo>
                <a:cubicBezTo>
                  <a:pt x="191" y="360"/>
                  <a:pt x="191" y="360"/>
                  <a:pt x="191" y="360"/>
                </a:cubicBezTo>
                <a:cubicBezTo>
                  <a:pt x="177" y="374"/>
                  <a:pt x="156" y="374"/>
                  <a:pt x="149" y="360"/>
                </a:cubicBezTo>
                <a:cubicBezTo>
                  <a:pt x="134" y="346"/>
                  <a:pt x="134" y="332"/>
                  <a:pt x="149" y="318"/>
                </a:cubicBezTo>
                <a:cubicBezTo>
                  <a:pt x="318" y="148"/>
                  <a:pt x="318" y="148"/>
                  <a:pt x="318" y="148"/>
                </a:cubicBezTo>
                <a:cubicBezTo>
                  <a:pt x="354" y="120"/>
                  <a:pt x="396" y="120"/>
                  <a:pt x="431" y="148"/>
                </a:cubicBezTo>
                <a:cubicBezTo>
                  <a:pt x="460" y="176"/>
                  <a:pt x="460" y="226"/>
                  <a:pt x="431" y="254"/>
                </a:cubicBezTo>
                <a:cubicBezTo>
                  <a:pt x="219" y="459"/>
                  <a:pt x="219" y="459"/>
                  <a:pt x="219" y="459"/>
                </a:cubicBezTo>
                <a:cubicBezTo>
                  <a:pt x="177" y="509"/>
                  <a:pt x="99" y="509"/>
                  <a:pt x="50" y="459"/>
                </a:cubicBezTo>
                <a:cubicBezTo>
                  <a:pt x="0" y="410"/>
                  <a:pt x="0" y="332"/>
                  <a:pt x="50" y="290"/>
                </a:cubicBezTo>
                <a:lnTo>
                  <a:pt x="50" y="290"/>
                </a:lnTo>
                <a:cubicBezTo>
                  <a:pt x="269" y="63"/>
                  <a:pt x="269" y="63"/>
                  <a:pt x="269" y="63"/>
                </a:cubicBezTo>
                <a:lnTo>
                  <a:pt x="269" y="63"/>
                </a:lnTo>
                <a:cubicBezTo>
                  <a:pt x="332" y="0"/>
                  <a:pt x="438" y="0"/>
                  <a:pt x="509" y="63"/>
                </a:cubicBezTo>
                <a:cubicBezTo>
                  <a:pt x="573" y="134"/>
                  <a:pt x="573" y="240"/>
                  <a:pt x="509" y="30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6" name="Freeform 38"/>
          <p:cNvSpPr/>
          <p:nvPr/>
        </p:nvSpPr>
        <p:spPr>
          <a:xfrm>
            <a:off x="7311960" y="3708360"/>
            <a:ext cx="219240" cy="219240"/>
          </a:xfrm>
          <a:custGeom>
            <a:avLst/>
            <a:gdLst/>
            <a:ahLst/>
            <a:rect l="l" t="t" r="r" b="b"/>
            <a:pathLst>
              <a:path w="609" h="609">
                <a:moveTo>
                  <a:pt x="601" y="43"/>
                </a:moveTo>
                <a:lnTo>
                  <a:pt x="601" y="43"/>
                </a:lnTo>
                <a:lnTo>
                  <a:pt x="601" y="43"/>
                </a:lnTo>
                <a:cubicBezTo>
                  <a:pt x="396" y="587"/>
                  <a:pt x="396" y="587"/>
                  <a:pt x="396" y="587"/>
                </a:cubicBezTo>
                <a:lnTo>
                  <a:pt x="396" y="587"/>
                </a:lnTo>
                <a:cubicBezTo>
                  <a:pt x="389" y="601"/>
                  <a:pt x="382" y="608"/>
                  <a:pt x="367" y="608"/>
                </a:cubicBezTo>
                <a:cubicBezTo>
                  <a:pt x="353" y="608"/>
                  <a:pt x="346" y="594"/>
                  <a:pt x="339" y="587"/>
                </a:cubicBezTo>
                <a:lnTo>
                  <a:pt x="339" y="587"/>
                </a:lnTo>
                <a:cubicBezTo>
                  <a:pt x="283" y="326"/>
                  <a:pt x="283" y="326"/>
                  <a:pt x="283" y="326"/>
                </a:cubicBezTo>
                <a:cubicBezTo>
                  <a:pt x="21" y="269"/>
                  <a:pt x="21" y="269"/>
                  <a:pt x="21" y="269"/>
                </a:cubicBezTo>
                <a:lnTo>
                  <a:pt x="21" y="269"/>
                </a:lnTo>
                <a:cubicBezTo>
                  <a:pt x="14" y="262"/>
                  <a:pt x="0" y="255"/>
                  <a:pt x="0" y="241"/>
                </a:cubicBezTo>
                <a:cubicBezTo>
                  <a:pt x="0" y="227"/>
                  <a:pt x="7" y="219"/>
                  <a:pt x="21" y="212"/>
                </a:cubicBezTo>
                <a:lnTo>
                  <a:pt x="21" y="212"/>
                </a:lnTo>
                <a:cubicBezTo>
                  <a:pt x="565" y="8"/>
                  <a:pt x="565" y="8"/>
                  <a:pt x="565" y="8"/>
                </a:cubicBezTo>
                <a:lnTo>
                  <a:pt x="565" y="8"/>
                </a:lnTo>
                <a:cubicBezTo>
                  <a:pt x="572" y="0"/>
                  <a:pt x="572" y="0"/>
                  <a:pt x="579" y="0"/>
                </a:cubicBezTo>
                <a:cubicBezTo>
                  <a:pt x="594" y="0"/>
                  <a:pt x="608" y="15"/>
                  <a:pt x="608" y="29"/>
                </a:cubicBezTo>
                <a:cubicBezTo>
                  <a:pt x="608" y="36"/>
                  <a:pt x="608" y="36"/>
                  <a:pt x="601" y="43"/>
                </a:cubicBezTo>
                <a:close/>
                <a:moveTo>
                  <a:pt x="127" y="234"/>
                </a:moveTo>
                <a:lnTo>
                  <a:pt x="127" y="234"/>
                </a:lnTo>
                <a:cubicBezTo>
                  <a:pt x="311" y="276"/>
                  <a:pt x="311" y="276"/>
                  <a:pt x="311" y="276"/>
                </a:cubicBezTo>
                <a:lnTo>
                  <a:pt x="311" y="276"/>
                </a:lnTo>
                <a:cubicBezTo>
                  <a:pt x="318" y="276"/>
                  <a:pt x="332" y="290"/>
                  <a:pt x="332" y="297"/>
                </a:cubicBezTo>
                <a:lnTo>
                  <a:pt x="332" y="297"/>
                </a:lnTo>
                <a:cubicBezTo>
                  <a:pt x="375" y="481"/>
                  <a:pt x="375" y="481"/>
                  <a:pt x="375" y="481"/>
                </a:cubicBezTo>
                <a:cubicBezTo>
                  <a:pt x="530" y="78"/>
                  <a:pt x="530" y="78"/>
                  <a:pt x="530" y="78"/>
                </a:cubicBezTo>
                <a:lnTo>
                  <a:pt x="127" y="23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7" name="Freeform 39"/>
          <p:cNvSpPr/>
          <p:nvPr/>
        </p:nvSpPr>
        <p:spPr>
          <a:xfrm>
            <a:off x="6934320" y="3708360"/>
            <a:ext cx="217440" cy="219240"/>
          </a:xfrm>
          <a:custGeom>
            <a:avLst/>
            <a:gdLst/>
            <a:ahLst/>
            <a:rect l="l" t="t" r="r" b="b"/>
            <a:pathLst>
              <a:path w="602" h="609">
                <a:moveTo>
                  <a:pt x="594" y="50"/>
                </a:moveTo>
                <a:lnTo>
                  <a:pt x="594" y="50"/>
                </a:lnTo>
                <a:cubicBezTo>
                  <a:pt x="516" y="128"/>
                  <a:pt x="516" y="128"/>
                  <a:pt x="516" y="128"/>
                </a:cubicBezTo>
                <a:cubicBezTo>
                  <a:pt x="516" y="467"/>
                  <a:pt x="516" y="467"/>
                  <a:pt x="516" y="467"/>
                </a:cubicBezTo>
                <a:cubicBezTo>
                  <a:pt x="572" y="467"/>
                  <a:pt x="572" y="467"/>
                  <a:pt x="572" y="467"/>
                </a:cubicBezTo>
                <a:cubicBezTo>
                  <a:pt x="594" y="467"/>
                  <a:pt x="601" y="474"/>
                  <a:pt x="601" y="495"/>
                </a:cubicBezTo>
                <a:cubicBezTo>
                  <a:pt x="601" y="509"/>
                  <a:pt x="594" y="523"/>
                  <a:pt x="572" y="523"/>
                </a:cubicBezTo>
                <a:cubicBezTo>
                  <a:pt x="516" y="523"/>
                  <a:pt x="516" y="523"/>
                  <a:pt x="516" y="523"/>
                </a:cubicBezTo>
                <a:cubicBezTo>
                  <a:pt x="516" y="580"/>
                  <a:pt x="516" y="580"/>
                  <a:pt x="516" y="580"/>
                </a:cubicBezTo>
                <a:lnTo>
                  <a:pt x="516" y="580"/>
                </a:lnTo>
                <a:cubicBezTo>
                  <a:pt x="516" y="594"/>
                  <a:pt x="509" y="608"/>
                  <a:pt x="487" y="608"/>
                </a:cubicBezTo>
                <a:cubicBezTo>
                  <a:pt x="473" y="608"/>
                  <a:pt x="459" y="594"/>
                  <a:pt x="459" y="580"/>
                </a:cubicBezTo>
                <a:cubicBezTo>
                  <a:pt x="459" y="523"/>
                  <a:pt x="459" y="523"/>
                  <a:pt x="459" y="523"/>
                </a:cubicBezTo>
                <a:cubicBezTo>
                  <a:pt x="127" y="523"/>
                  <a:pt x="127" y="523"/>
                  <a:pt x="127" y="523"/>
                </a:cubicBezTo>
                <a:cubicBezTo>
                  <a:pt x="120" y="523"/>
                  <a:pt x="120" y="523"/>
                  <a:pt x="120" y="523"/>
                </a:cubicBezTo>
                <a:lnTo>
                  <a:pt x="120" y="523"/>
                </a:lnTo>
                <a:lnTo>
                  <a:pt x="120" y="523"/>
                </a:lnTo>
                <a:cubicBezTo>
                  <a:pt x="106" y="523"/>
                  <a:pt x="106" y="523"/>
                  <a:pt x="106" y="523"/>
                </a:cubicBezTo>
                <a:cubicBezTo>
                  <a:pt x="92" y="523"/>
                  <a:pt x="85" y="509"/>
                  <a:pt x="85" y="495"/>
                </a:cubicBezTo>
                <a:cubicBezTo>
                  <a:pt x="85" y="488"/>
                  <a:pt x="85" y="488"/>
                  <a:pt x="85" y="488"/>
                </a:cubicBezTo>
                <a:cubicBezTo>
                  <a:pt x="85" y="481"/>
                  <a:pt x="85" y="481"/>
                  <a:pt x="85" y="481"/>
                </a:cubicBezTo>
                <a:lnTo>
                  <a:pt x="85" y="481"/>
                </a:lnTo>
                <a:lnTo>
                  <a:pt x="85" y="481"/>
                </a:lnTo>
                <a:cubicBezTo>
                  <a:pt x="85" y="142"/>
                  <a:pt x="85" y="142"/>
                  <a:pt x="85" y="142"/>
                </a:cubicBezTo>
                <a:cubicBezTo>
                  <a:pt x="28" y="142"/>
                  <a:pt x="28" y="142"/>
                  <a:pt x="28" y="142"/>
                </a:cubicBezTo>
                <a:cubicBezTo>
                  <a:pt x="14" y="142"/>
                  <a:pt x="0" y="135"/>
                  <a:pt x="0" y="113"/>
                </a:cubicBezTo>
                <a:cubicBezTo>
                  <a:pt x="0" y="99"/>
                  <a:pt x="14" y="85"/>
                  <a:pt x="28" y="85"/>
                </a:cubicBezTo>
                <a:cubicBezTo>
                  <a:pt x="85" y="85"/>
                  <a:pt x="85" y="85"/>
                  <a:pt x="85" y="85"/>
                </a:cubicBezTo>
                <a:cubicBezTo>
                  <a:pt x="85" y="29"/>
                  <a:pt x="85" y="29"/>
                  <a:pt x="85" y="29"/>
                </a:cubicBezTo>
                <a:cubicBezTo>
                  <a:pt x="85" y="15"/>
                  <a:pt x="99" y="0"/>
                  <a:pt x="113" y="0"/>
                </a:cubicBezTo>
                <a:cubicBezTo>
                  <a:pt x="127" y="0"/>
                  <a:pt x="141" y="15"/>
                  <a:pt x="141" y="29"/>
                </a:cubicBezTo>
                <a:cubicBezTo>
                  <a:pt x="141" y="85"/>
                  <a:pt x="141" y="85"/>
                  <a:pt x="141" y="85"/>
                </a:cubicBezTo>
                <a:cubicBezTo>
                  <a:pt x="480" y="85"/>
                  <a:pt x="480" y="85"/>
                  <a:pt x="480" y="85"/>
                </a:cubicBezTo>
                <a:cubicBezTo>
                  <a:pt x="558" y="15"/>
                  <a:pt x="558" y="15"/>
                  <a:pt x="558" y="15"/>
                </a:cubicBezTo>
                <a:lnTo>
                  <a:pt x="558" y="15"/>
                </a:lnTo>
                <a:cubicBezTo>
                  <a:pt x="558" y="8"/>
                  <a:pt x="565" y="0"/>
                  <a:pt x="572" y="0"/>
                </a:cubicBezTo>
                <a:cubicBezTo>
                  <a:pt x="594" y="0"/>
                  <a:pt x="601" y="15"/>
                  <a:pt x="601" y="29"/>
                </a:cubicBezTo>
                <a:cubicBezTo>
                  <a:pt x="601" y="36"/>
                  <a:pt x="601" y="43"/>
                  <a:pt x="594" y="50"/>
                </a:cubicBezTo>
                <a:close/>
                <a:moveTo>
                  <a:pt x="141" y="142"/>
                </a:moveTo>
                <a:lnTo>
                  <a:pt x="141" y="142"/>
                </a:lnTo>
                <a:cubicBezTo>
                  <a:pt x="141" y="424"/>
                  <a:pt x="141" y="424"/>
                  <a:pt x="141" y="424"/>
                </a:cubicBezTo>
                <a:cubicBezTo>
                  <a:pt x="424" y="142"/>
                  <a:pt x="424" y="142"/>
                  <a:pt x="424" y="142"/>
                </a:cubicBezTo>
                <a:lnTo>
                  <a:pt x="141" y="142"/>
                </a:lnTo>
                <a:close/>
                <a:moveTo>
                  <a:pt x="459" y="184"/>
                </a:moveTo>
                <a:lnTo>
                  <a:pt x="459" y="184"/>
                </a:lnTo>
                <a:cubicBezTo>
                  <a:pt x="184" y="467"/>
                  <a:pt x="184" y="467"/>
                  <a:pt x="184" y="467"/>
                </a:cubicBezTo>
                <a:cubicBezTo>
                  <a:pt x="459" y="467"/>
                  <a:pt x="459" y="467"/>
                  <a:pt x="459" y="467"/>
                </a:cubicBezTo>
                <a:lnTo>
                  <a:pt x="459" y="18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8" name="Freeform 40"/>
          <p:cNvSpPr/>
          <p:nvPr/>
        </p:nvSpPr>
        <p:spPr>
          <a:xfrm>
            <a:off x="6554880" y="3719520"/>
            <a:ext cx="215640" cy="198360"/>
          </a:xfrm>
          <a:custGeom>
            <a:avLst/>
            <a:gdLst/>
            <a:ahLst/>
            <a:rect l="l" t="t" r="r" b="b"/>
            <a:pathLst>
              <a:path w="601" h="552">
                <a:moveTo>
                  <a:pt x="572" y="551"/>
                </a:moveTo>
                <a:lnTo>
                  <a:pt x="572" y="551"/>
                </a:lnTo>
                <a:cubicBezTo>
                  <a:pt x="523" y="551"/>
                  <a:pt x="523" y="551"/>
                  <a:pt x="523" y="551"/>
                </a:cubicBezTo>
                <a:lnTo>
                  <a:pt x="523" y="551"/>
                </a:lnTo>
                <a:cubicBezTo>
                  <a:pt x="494" y="551"/>
                  <a:pt x="494" y="551"/>
                  <a:pt x="494" y="551"/>
                </a:cubicBezTo>
                <a:lnTo>
                  <a:pt x="494" y="551"/>
                </a:lnTo>
                <a:cubicBezTo>
                  <a:pt x="99" y="551"/>
                  <a:pt x="99" y="551"/>
                  <a:pt x="99" y="551"/>
                </a:cubicBezTo>
                <a:lnTo>
                  <a:pt x="99" y="551"/>
                </a:lnTo>
                <a:cubicBezTo>
                  <a:pt x="70" y="551"/>
                  <a:pt x="70" y="551"/>
                  <a:pt x="70" y="551"/>
                </a:cubicBezTo>
                <a:lnTo>
                  <a:pt x="70" y="551"/>
                </a:lnTo>
                <a:cubicBezTo>
                  <a:pt x="28" y="551"/>
                  <a:pt x="28" y="551"/>
                  <a:pt x="28" y="551"/>
                </a:cubicBezTo>
                <a:cubicBezTo>
                  <a:pt x="7" y="551"/>
                  <a:pt x="0" y="537"/>
                  <a:pt x="0" y="523"/>
                </a:cubicBezTo>
                <a:cubicBezTo>
                  <a:pt x="0" y="466"/>
                  <a:pt x="0" y="466"/>
                  <a:pt x="0" y="466"/>
                </a:cubicBezTo>
                <a:cubicBezTo>
                  <a:pt x="0" y="353"/>
                  <a:pt x="0" y="353"/>
                  <a:pt x="0" y="353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55"/>
                  <a:pt x="7" y="141"/>
                  <a:pt x="28" y="141"/>
                </a:cubicBezTo>
                <a:cubicBezTo>
                  <a:pt x="63" y="141"/>
                  <a:pt x="63" y="141"/>
                  <a:pt x="63" y="141"/>
                </a:cubicBezTo>
                <a:cubicBezTo>
                  <a:pt x="120" y="141"/>
                  <a:pt x="120" y="141"/>
                  <a:pt x="120" y="141"/>
                </a:cubicBezTo>
                <a:cubicBezTo>
                  <a:pt x="155" y="141"/>
                  <a:pt x="155" y="141"/>
                  <a:pt x="155" y="141"/>
                </a:cubicBezTo>
                <a:cubicBezTo>
                  <a:pt x="155" y="63"/>
                  <a:pt x="219" y="0"/>
                  <a:pt x="297" y="0"/>
                </a:cubicBezTo>
                <a:cubicBezTo>
                  <a:pt x="374" y="0"/>
                  <a:pt x="438" y="63"/>
                  <a:pt x="438" y="141"/>
                </a:cubicBezTo>
                <a:cubicBezTo>
                  <a:pt x="487" y="141"/>
                  <a:pt x="487" y="141"/>
                  <a:pt x="487" y="141"/>
                </a:cubicBezTo>
                <a:cubicBezTo>
                  <a:pt x="544" y="141"/>
                  <a:pt x="544" y="141"/>
                  <a:pt x="544" y="141"/>
                </a:cubicBezTo>
                <a:cubicBezTo>
                  <a:pt x="572" y="141"/>
                  <a:pt x="572" y="141"/>
                  <a:pt x="572" y="141"/>
                </a:cubicBezTo>
                <a:cubicBezTo>
                  <a:pt x="586" y="141"/>
                  <a:pt x="600" y="155"/>
                  <a:pt x="600" y="169"/>
                </a:cubicBezTo>
                <a:cubicBezTo>
                  <a:pt x="600" y="353"/>
                  <a:pt x="600" y="353"/>
                  <a:pt x="600" y="353"/>
                </a:cubicBezTo>
                <a:cubicBezTo>
                  <a:pt x="600" y="466"/>
                  <a:pt x="600" y="466"/>
                  <a:pt x="600" y="466"/>
                </a:cubicBezTo>
                <a:cubicBezTo>
                  <a:pt x="600" y="523"/>
                  <a:pt x="600" y="523"/>
                  <a:pt x="600" y="523"/>
                </a:cubicBezTo>
                <a:cubicBezTo>
                  <a:pt x="600" y="537"/>
                  <a:pt x="586" y="551"/>
                  <a:pt x="572" y="551"/>
                </a:cubicBezTo>
                <a:close/>
                <a:moveTo>
                  <a:pt x="297" y="56"/>
                </a:moveTo>
                <a:lnTo>
                  <a:pt x="297" y="56"/>
                </a:lnTo>
                <a:cubicBezTo>
                  <a:pt x="254" y="56"/>
                  <a:pt x="212" y="99"/>
                  <a:pt x="212" y="141"/>
                </a:cubicBezTo>
                <a:cubicBezTo>
                  <a:pt x="381" y="141"/>
                  <a:pt x="381" y="141"/>
                  <a:pt x="381" y="141"/>
                </a:cubicBezTo>
                <a:cubicBezTo>
                  <a:pt x="381" y="99"/>
                  <a:pt x="346" y="56"/>
                  <a:pt x="297" y="56"/>
                </a:cubicBezTo>
                <a:close/>
                <a:moveTo>
                  <a:pt x="403" y="311"/>
                </a:moveTo>
                <a:lnTo>
                  <a:pt x="403" y="311"/>
                </a:lnTo>
                <a:cubicBezTo>
                  <a:pt x="325" y="311"/>
                  <a:pt x="325" y="311"/>
                  <a:pt x="325" y="311"/>
                </a:cubicBezTo>
                <a:cubicBezTo>
                  <a:pt x="325" y="240"/>
                  <a:pt x="325" y="240"/>
                  <a:pt x="325" y="240"/>
                </a:cubicBezTo>
                <a:cubicBezTo>
                  <a:pt x="325" y="219"/>
                  <a:pt x="318" y="212"/>
                  <a:pt x="297" y="212"/>
                </a:cubicBezTo>
                <a:cubicBezTo>
                  <a:pt x="283" y="212"/>
                  <a:pt x="268" y="219"/>
                  <a:pt x="268" y="240"/>
                </a:cubicBezTo>
                <a:cubicBezTo>
                  <a:pt x="268" y="311"/>
                  <a:pt x="268" y="311"/>
                  <a:pt x="268" y="311"/>
                </a:cubicBezTo>
                <a:cubicBezTo>
                  <a:pt x="198" y="311"/>
                  <a:pt x="198" y="311"/>
                  <a:pt x="198" y="311"/>
                </a:cubicBezTo>
                <a:cubicBezTo>
                  <a:pt x="176" y="311"/>
                  <a:pt x="169" y="325"/>
                  <a:pt x="169" y="339"/>
                </a:cubicBezTo>
                <a:cubicBezTo>
                  <a:pt x="169" y="360"/>
                  <a:pt x="176" y="367"/>
                  <a:pt x="198" y="367"/>
                </a:cubicBezTo>
                <a:cubicBezTo>
                  <a:pt x="268" y="367"/>
                  <a:pt x="268" y="367"/>
                  <a:pt x="268" y="367"/>
                </a:cubicBezTo>
                <a:cubicBezTo>
                  <a:pt x="268" y="445"/>
                  <a:pt x="268" y="445"/>
                  <a:pt x="268" y="445"/>
                </a:cubicBezTo>
                <a:cubicBezTo>
                  <a:pt x="268" y="459"/>
                  <a:pt x="283" y="473"/>
                  <a:pt x="297" y="473"/>
                </a:cubicBezTo>
                <a:cubicBezTo>
                  <a:pt x="318" y="473"/>
                  <a:pt x="325" y="459"/>
                  <a:pt x="325" y="445"/>
                </a:cubicBezTo>
                <a:cubicBezTo>
                  <a:pt x="325" y="367"/>
                  <a:pt x="325" y="367"/>
                  <a:pt x="325" y="367"/>
                </a:cubicBezTo>
                <a:cubicBezTo>
                  <a:pt x="403" y="367"/>
                  <a:pt x="403" y="367"/>
                  <a:pt x="403" y="367"/>
                </a:cubicBezTo>
                <a:cubicBezTo>
                  <a:pt x="417" y="367"/>
                  <a:pt x="431" y="360"/>
                  <a:pt x="431" y="339"/>
                </a:cubicBezTo>
                <a:cubicBezTo>
                  <a:pt x="431" y="325"/>
                  <a:pt x="417" y="311"/>
                  <a:pt x="403" y="31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9" name="Freeform 41"/>
          <p:cNvSpPr/>
          <p:nvPr/>
        </p:nvSpPr>
        <p:spPr>
          <a:xfrm>
            <a:off x="6172200" y="3708360"/>
            <a:ext cx="219240" cy="219240"/>
          </a:xfrm>
          <a:custGeom>
            <a:avLst/>
            <a:gdLst/>
            <a:ahLst/>
            <a:rect l="l" t="t" r="r" b="b"/>
            <a:pathLst>
              <a:path w="608" h="609">
                <a:moveTo>
                  <a:pt x="579" y="608"/>
                </a:moveTo>
                <a:lnTo>
                  <a:pt x="579" y="608"/>
                </a:lnTo>
                <a:cubicBezTo>
                  <a:pt x="28" y="608"/>
                  <a:pt x="28" y="608"/>
                  <a:pt x="28" y="608"/>
                </a:cubicBezTo>
                <a:cubicBezTo>
                  <a:pt x="14" y="608"/>
                  <a:pt x="0" y="594"/>
                  <a:pt x="0" y="580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5"/>
                  <a:pt x="14" y="0"/>
                  <a:pt x="28" y="0"/>
                </a:cubicBezTo>
                <a:cubicBezTo>
                  <a:pt x="579" y="0"/>
                  <a:pt x="579" y="0"/>
                  <a:pt x="579" y="0"/>
                </a:cubicBezTo>
                <a:cubicBezTo>
                  <a:pt x="593" y="0"/>
                  <a:pt x="607" y="15"/>
                  <a:pt x="607" y="29"/>
                </a:cubicBezTo>
                <a:cubicBezTo>
                  <a:pt x="607" y="580"/>
                  <a:pt x="607" y="580"/>
                  <a:pt x="607" y="580"/>
                </a:cubicBezTo>
                <a:cubicBezTo>
                  <a:pt x="607" y="594"/>
                  <a:pt x="593" y="608"/>
                  <a:pt x="579" y="608"/>
                </a:cubicBezTo>
                <a:close/>
                <a:moveTo>
                  <a:pt x="56" y="57"/>
                </a:moveTo>
                <a:lnTo>
                  <a:pt x="56" y="57"/>
                </a:lnTo>
                <a:cubicBezTo>
                  <a:pt x="56" y="538"/>
                  <a:pt x="56" y="538"/>
                  <a:pt x="56" y="538"/>
                </a:cubicBezTo>
                <a:cubicBezTo>
                  <a:pt x="70" y="516"/>
                  <a:pt x="84" y="488"/>
                  <a:pt x="113" y="474"/>
                </a:cubicBezTo>
                <a:cubicBezTo>
                  <a:pt x="155" y="453"/>
                  <a:pt x="134" y="467"/>
                  <a:pt x="183" y="446"/>
                </a:cubicBezTo>
                <a:cubicBezTo>
                  <a:pt x="233" y="424"/>
                  <a:pt x="247" y="417"/>
                  <a:pt x="247" y="417"/>
                </a:cubicBezTo>
                <a:cubicBezTo>
                  <a:pt x="247" y="368"/>
                  <a:pt x="247" y="368"/>
                  <a:pt x="247" y="368"/>
                </a:cubicBezTo>
                <a:cubicBezTo>
                  <a:pt x="247" y="368"/>
                  <a:pt x="233" y="354"/>
                  <a:pt x="226" y="311"/>
                </a:cubicBezTo>
                <a:cubicBezTo>
                  <a:pt x="212" y="319"/>
                  <a:pt x="212" y="297"/>
                  <a:pt x="205" y="290"/>
                </a:cubicBezTo>
                <a:cubicBezTo>
                  <a:pt x="205" y="276"/>
                  <a:pt x="205" y="241"/>
                  <a:pt x="219" y="248"/>
                </a:cubicBezTo>
                <a:cubicBezTo>
                  <a:pt x="212" y="227"/>
                  <a:pt x="212" y="205"/>
                  <a:pt x="212" y="191"/>
                </a:cubicBezTo>
                <a:cubicBezTo>
                  <a:pt x="212" y="156"/>
                  <a:pt x="247" y="121"/>
                  <a:pt x="304" y="113"/>
                </a:cubicBezTo>
                <a:cubicBezTo>
                  <a:pt x="367" y="121"/>
                  <a:pt x="395" y="156"/>
                  <a:pt x="395" y="191"/>
                </a:cubicBezTo>
                <a:cubicBezTo>
                  <a:pt x="395" y="205"/>
                  <a:pt x="395" y="227"/>
                  <a:pt x="395" y="248"/>
                </a:cubicBezTo>
                <a:cubicBezTo>
                  <a:pt x="410" y="241"/>
                  <a:pt x="403" y="276"/>
                  <a:pt x="403" y="290"/>
                </a:cubicBezTo>
                <a:cubicBezTo>
                  <a:pt x="395" y="297"/>
                  <a:pt x="395" y="311"/>
                  <a:pt x="381" y="311"/>
                </a:cubicBezTo>
                <a:cubicBezTo>
                  <a:pt x="374" y="354"/>
                  <a:pt x="360" y="368"/>
                  <a:pt x="360" y="368"/>
                </a:cubicBezTo>
                <a:cubicBezTo>
                  <a:pt x="360" y="417"/>
                  <a:pt x="360" y="417"/>
                  <a:pt x="360" y="417"/>
                </a:cubicBezTo>
                <a:cubicBezTo>
                  <a:pt x="360" y="417"/>
                  <a:pt x="374" y="424"/>
                  <a:pt x="424" y="446"/>
                </a:cubicBezTo>
                <a:cubicBezTo>
                  <a:pt x="473" y="467"/>
                  <a:pt x="452" y="453"/>
                  <a:pt x="494" y="474"/>
                </a:cubicBezTo>
                <a:cubicBezTo>
                  <a:pt x="523" y="488"/>
                  <a:pt x="537" y="516"/>
                  <a:pt x="551" y="538"/>
                </a:cubicBezTo>
                <a:cubicBezTo>
                  <a:pt x="551" y="57"/>
                  <a:pt x="551" y="57"/>
                  <a:pt x="551" y="57"/>
                </a:cubicBezTo>
                <a:lnTo>
                  <a:pt x="56" y="5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0" name="Freeform 42"/>
          <p:cNvSpPr/>
          <p:nvPr/>
        </p:nvSpPr>
        <p:spPr>
          <a:xfrm>
            <a:off x="5794200" y="3708360"/>
            <a:ext cx="216000" cy="219240"/>
          </a:xfrm>
          <a:custGeom>
            <a:avLst/>
            <a:gdLst/>
            <a:ahLst/>
            <a:rect l="l" t="t" r="r" b="b"/>
            <a:pathLst>
              <a:path w="601" h="609">
                <a:moveTo>
                  <a:pt x="572" y="608"/>
                </a:moveTo>
                <a:lnTo>
                  <a:pt x="572" y="608"/>
                </a:lnTo>
                <a:cubicBezTo>
                  <a:pt x="459" y="608"/>
                  <a:pt x="459" y="608"/>
                  <a:pt x="459" y="608"/>
                </a:cubicBezTo>
                <a:cubicBezTo>
                  <a:pt x="445" y="608"/>
                  <a:pt x="431" y="594"/>
                  <a:pt x="431" y="580"/>
                </a:cubicBezTo>
                <a:cubicBezTo>
                  <a:pt x="431" y="559"/>
                  <a:pt x="445" y="552"/>
                  <a:pt x="459" y="552"/>
                </a:cubicBezTo>
                <a:cubicBezTo>
                  <a:pt x="544" y="552"/>
                  <a:pt x="544" y="552"/>
                  <a:pt x="544" y="552"/>
                </a:cubicBezTo>
                <a:cubicBezTo>
                  <a:pt x="544" y="467"/>
                  <a:pt x="544" y="467"/>
                  <a:pt x="544" y="467"/>
                </a:cubicBezTo>
                <a:lnTo>
                  <a:pt x="544" y="467"/>
                </a:lnTo>
                <a:cubicBezTo>
                  <a:pt x="544" y="446"/>
                  <a:pt x="558" y="439"/>
                  <a:pt x="572" y="439"/>
                </a:cubicBezTo>
                <a:cubicBezTo>
                  <a:pt x="593" y="439"/>
                  <a:pt x="600" y="446"/>
                  <a:pt x="600" y="467"/>
                </a:cubicBezTo>
                <a:cubicBezTo>
                  <a:pt x="600" y="580"/>
                  <a:pt x="600" y="580"/>
                  <a:pt x="600" y="580"/>
                </a:cubicBezTo>
                <a:cubicBezTo>
                  <a:pt x="600" y="594"/>
                  <a:pt x="593" y="608"/>
                  <a:pt x="572" y="608"/>
                </a:cubicBezTo>
                <a:close/>
                <a:moveTo>
                  <a:pt x="572" y="227"/>
                </a:moveTo>
                <a:lnTo>
                  <a:pt x="572" y="227"/>
                </a:lnTo>
                <a:cubicBezTo>
                  <a:pt x="593" y="227"/>
                  <a:pt x="600" y="241"/>
                  <a:pt x="600" y="255"/>
                </a:cubicBezTo>
                <a:cubicBezTo>
                  <a:pt x="600" y="354"/>
                  <a:pt x="600" y="354"/>
                  <a:pt x="600" y="354"/>
                </a:cubicBezTo>
                <a:cubicBezTo>
                  <a:pt x="600" y="368"/>
                  <a:pt x="593" y="382"/>
                  <a:pt x="572" y="382"/>
                </a:cubicBezTo>
                <a:cubicBezTo>
                  <a:pt x="558" y="382"/>
                  <a:pt x="544" y="368"/>
                  <a:pt x="544" y="354"/>
                </a:cubicBezTo>
                <a:cubicBezTo>
                  <a:pt x="544" y="255"/>
                  <a:pt x="544" y="255"/>
                  <a:pt x="544" y="255"/>
                </a:cubicBezTo>
                <a:cubicBezTo>
                  <a:pt x="544" y="241"/>
                  <a:pt x="558" y="227"/>
                  <a:pt x="572" y="227"/>
                </a:cubicBezTo>
                <a:close/>
                <a:moveTo>
                  <a:pt x="572" y="170"/>
                </a:moveTo>
                <a:lnTo>
                  <a:pt x="572" y="170"/>
                </a:lnTo>
                <a:cubicBezTo>
                  <a:pt x="558" y="170"/>
                  <a:pt x="544" y="163"/>
                  <a:pt x="544" y="142"/>
                </a:cubicBezTo>
                <a:lnTo>
                  <a:pt x="544" y="142"/>
                </a:lnTo>
                <a:cubicBezTo>
                  <a:pt x="544" y="57"/>
                  <a:pt x="544" y="57"/>
                  <a:pt x="544" y="57"/>
                </a:cubicBezTo>
                <a:cubicBezTo>
                  <a:pt x="459" y="57"/>
                  <a:pt x="459" y="57"/>
                  <a:pt x="459" y="57"/>
                </a:cubicBezTo>
                <a:lnTo>
                  <a:pt x="459" y="57"/>
                </a:lnTo>
                <a:cubicBezTo>
                  <a:pt x="445" y="57"/>
                  <a:pt x="431" y="50"/>
                  <a:pt x="431" y="29"/>
                </a:cubicBezTo>
                <a:cubicBezTo>
                  <a:pt x="431" y="15"/>
                  <a:pt x="445" y="0"/>
                  <a:pt x="459" y="0"/>
                </a:cubicBezTo>
                <a:lnTo>
                  <a:pt x="459" y="0"/>
                </a:lnTo>
                <a:cubicBezTo>
                  <a:pt x="572" y="0"/>
                  <a:pt x="572" y="0"/>
                  <a:pt x="572" y="0"/>
                </a:cubicBezTo>
                <a:cubicBezTo>
                  <a:pt x="593" y="0"/>
                  <a:pt x="600" y="15"/>
                  <a:pt x="600" y="29"/>
                </a:cubicBezTo>
                <a:cubicBezTo>
                  <a:pt x="600" y="142"/>
                  <a:pt x="600" y="142"/>
                  <a:pt x="600" y="142"/>
                </a:cubicBezTo>
                <a:cubicBezTo>
                  <a:pt x="600" y="163"/>
                  <a:pt x="593" y="170"/>
                  <a:pt x="572" y="170"/>
                </a:cubicBezTo>
                <a:close/>
                <a:moveTo>
                  <a:pt x="346" y="57"/>
                </a:moveTo>
                <a:lnTo>
                  <a:pt x="346" y="57"/>
                </a:lnTo>
                <a:cubicBezTo>
                  <a:pt x="254" y="57"/>
                  <a:pt x="254" y="57"/>
                  <a:pt x="254" y="57"/>
                </a:cubicBezTo>
                <a:cubicBezTo>
                  <a:pt x="240" y="57"/>
                  <a:pt x="226" y="50"/>
                  <a:pt x="226" y="29"/>
                </a:cubicBezTo>
                <a:cubicBezTo>
                  <a:pt x="226" y="15"/>
                  <a:pt x="240" y="0"/>
                  <a:pt x="254" y="0"/>
                </a:cubicBezTo>
                <a:cubicBezTo>
                  <a:pt x="346" y="0"/>
                  <a:pt x="346" y="0"/>
                  <a:pt x="346" y="0"/>
                </a:cubicBezTo>
                <a:cubicBezTo>
                  <a:pt x="367" y="0"/>
                  <a:pt x="374" y="15"/>
                  <a:pt x="374" y="29"/>
                </a:cubicBezTo>
                <a:cubicBezTo>
                  <a:pt x="374" y="50"/>
                  <a:pt x="367" y="57"/>
                  <a:pt x="346" y="57"/>
                </a:cubicBezTo>
                <a:close/>
                <a:moveTo>
                  <a:pt x="311" y="241"/>
                </a:moveTo>
                <a:lnTo>
                  <a:pt x="311" y="241"/>
                </a:lnTo>
                <a:lnTo>
                  <a:pt x="311" y="241"/>
                </a:lnTo>
                <a:cubicBezTo>
                  <a:pt x="304" y="234"/>
                  <a:pt x="304" y="227"/>
                  <a:pt x="304" y="219"/>
                </a:cubicBezTo>
                <a:cubicBezTo>
                  <a:pt x="304" y="205"/>
                  <a:pt x="311" y="191"/>
                  <a:pt x="332" y="191"/>
                </a:cubicBezTo>
                <a:cubicBezTo>
                  <a:pt x="339" y="191"/>
                  <a:pt x="346" y="191"/>
                  <a:pt x="346" y="198"/>
                </a:cubicBezTo>
                <a:lnTo>
                  <a:pt x="346" y="198"/>
                </a:lnTo>
                <a:cubicBezTo>
                  <a:pt x="445" y="283"/>
                  <a:pt x="445" y="283"/>
                  <a:pt x="445" y="283"/>
                </a:cubicBezTo>
                <a:lnTo>
                  <a:pt x="445" y="283"/>
                </a:lnTo>
                <a:cubicBezTo>
                  <a:pt x="445" y="290"/>
                  <a:pt x="452" y="297"/>
                  <a:pt x="452" y="304"/>
                </a:cubicBezTo>
                <a:cubicBezTo>
                  <a:pt x="452" y="311"/>
                  <a:pt x="445" y="319"/>
                  <a:pt x="445" y="326"/>
                </a:cubicBezTo>
                <a:lnTo>
                  <a:pt x="445" y="326"/>
                </a:lnTo>
                <a:cubicBezTo>
                  <a:pt x="346" y="410"/>
                  <a:pt x="346" y="410"/>
                  <a:pt x="346" y="410"/>
                </a:cubicBezTo>
                <a:lnTo>
                  <a:pt x="346" y="410"/>
                </a:lnTo>
                <a:cubicBezTo>
                  <a:pt x="346" y="417"/>
                  <a:pt x="339" y="417"/>
                  <a:pt x="332" y="417"/>
                </a:cubicBezTo>
                <a:cubicBezTo>
                  <a:pt x="311" y="417"/>
                  <a:pt x="304" y="403"/>
                  <a:pt x="304" y="389"/>
                </a:cubicBezTo>
                <a:cubicBezTo>
                  <a:pt x="304" y="382"/>
                  <a:pt x="304" y="375"/>
                  <a:pt x="311" y="368"/>
                </a:cubicBezTo>
                <a:lnTo>
                  <a:pt x="311" y="368"/>
                </a:lnTo>
                <a:cubicBezTo>
                  <a:pt x="353" y="333"/>
                  <a:pt x="353" y="333"/>
                  <a:pt x="353" y="333"/>
                </a:cubicBezTo>
                <a:cubicBezTo>
                  <a:pt x="176" y="333"/>
                  <a:pt x="176" y="333"/>
                  <a:pt x="176" y="333"/>
                </a:cubicBezTo>
                <a:cubicBezTo>
                  <a:pt x="162" y="333"/>
                  <a:pt x="148" y="319"/>
                  <a:pt x="148" y="304"/>
                </a:cubicBezTo>
                <a:cubicBezTo>
                  <a:pt x="148" y="290"/>
                  <a:pt x="162" y="276"/>
                  <a:pt x="176" y="276"/>
                </a:cubicBezTo>
                <a:cubicBezTo>
                  <a:pt x="353" y="276"/>
                  <a:pt x="353" y="276"/>
                  <a:pt x="353" y="276"/>
                </a:cubicBezTo>
                <a:lnTo>
                  <a:pt x="311" y="241"/>
                </a:lnTo>
                <a:close/>
                <a:moveTo>
                  <a:pt x="141" y="57"/>
                </a:moveTo>
                <a:lnTo>
                  <a:pt x="141" y="57"/>
                </a:lnTo>
                <a:lnTo>
                  <a:pt x="141" y="57"/>
                </a:lnTo>
                <a:cubicBezTo>
                  <a:pt x="56" y="57"/>
                  <a:pt x="56" y="57"/>
                  <a:pt x="56" y="57"/>
                </a:cubicBezTo>
                <a:cubicBezTo>
                  <a:pt x="56" y="142"/>
                  <a:pt x="56" y="142"/>
                  <a:pt x="56" y="142"/>
                </a:cubicBezTo>
                <a:cubicBezTo>
                  <a:pt x="56" y="163"/>
                  <a:pt x="42" y="170"/>
                  <a:pt x="28" y="170"/>
                </a:cubicBezTo>
                <a:cubicBezTo>
                  <a:pt x="14" y="170"/>
                  <a:pt x="0" y="163"/>
                  <a:pt x="0" y="142"/>
                </a:cubicBezTo>
                <a:lnTo>
                  <a:pt x="0" y="142"/>
                </a:lnTo>
                <a:cubicBezTo>
                  <a:pt x="0" y="29"/>
                  <a:pt x="0" y="29"/>
                  <a:pt x="0" y="29"/>
                </a:cubicBezTo>
                <a:cubicBezTo>
                  <a:pt x="0" y="15"/>
                  <a:pt x="14" y="0"/>
                  <a:pt x="28" y="0"/>
                </a:cubicBezTo>
                <a:cubicBezTo>
                  <a:pt x="141" y="0"/>
                  <a:pt x="141" y="0"/>
                  <a:pt x="141" y="0"/>
                </a:cubicBezTo>
                <a:lnTo>
                  <a:pt x="141" y="0"/>
                </a:lnTo>
                <a:cubicBezTo>
                  <a:pt x="155" y="0"/>
                  <a:pt x="169" y="15"/>
                  <a:pt x="169" y="29"/>
                </a:cubicBezTo>
                <a:cubicBezTo>
                  <a:pt x="169" y="50"/>
                  <a:pt x="155" y="57"/>
                  <a:pt x="141" y="57"/>
                </a:cubicBezTo>
                <a:close/>
                <a:moveTo>
                  <a:pt x="28" y="382"/>
                </a:moveTo>
                <a:lnTo>
                  <a:pt x="28" y="382"/>
                </a:lnTo>
                <a:cubicBezTo>
                  <a:pt x="14" y="382"/>
                  <a:pt x="0" y="368"/>
                  <a:pt x="0" y="354"/>
                </a:cubicBezTo>
                <a:cubicBezTo>
                  <a:pt x="0" y="255"/>
                  <a:pt x="0" y="255"/>
                  <a:pt x="0" y="255"/>
                </a:cubicBezTo>
                <a:cubicBezTo>
                  <a:pt x="0" y="241"/>
                  <a:pt x="14" y="227"/>
                  <a:pt x="28" y="227"/>
                </a:cubicBezTo>
                <a:cubicBezTo>
                  <a:pt x="42" y="227"/>
                  <a:pt x="56" y="241"/>
                  <a:pt x="56" y="255"/>
                </a:cubicBezTo>
                <a:cubicBezTo>
                  <a:pt x="56" y="354"/>
                  <a:pt x="56" y="354"/>
                  <a:pt x="56" y="354"/>
                </a:cubicBezTo>
                <a:cubicBezTo>
                  <a:pt x="56" y="368"/>
                  <a:pt x="42" y="382"/>
                  <a:pt x="28" y="382"/>
                </a:cubicBezTo>
                <a:close/>
                <a:moveTo>
                  <a:pt x="28" y="439"/>
                </a:moveTo>
                <a:lnTo>
                  <a:pt x="28" y="439"/>
                </a:lnTo>
                <a:cubicBezTo>
                  <a:pt x="42" y="439"/>
                  <a:pt x="56" y="446"/>
                  <a:pt x="56" y="467"/>
                </a:cubicBezTo>
                <a:cubicBezTo>
                  <a:pt x="56" y="552"/>
                  <a:pt x="56" y="552"/>
                  <a:pt x="56" y="552"/>
                </a:cubicBezTo>
                <a:cubicBezTo>
                  <a:pt x="141" y="552"/>
                  <a:pt x="141" y="552"/>
                  <a:pt x="141" y="552"/>
                </a:cubicBezTo>
                <a:cubicBezTo>
                  <a:pt x="155" y="552"/>
                  <a:pt x="169" y="559"/>
                  <a:pt x="169" y="580"/>
                </a:cubicBezTo>
                <a:cubicBezTo>
                  <a:pt x="169" y="594"/>
                  <a:pt x="155" y="608"/>
                  <a:pt x="141" y="608"/>
                </a:cubicBezTo>
                <a:cubicBezTo>
                  <a:pt x="28" y="608"/>
                  <a:pt x="28" y="608"/>
                  <a:pt x="28" y="608"/>
                </a:cubicBezTo>
                <a:cubicBezTo>
                  <a:pt x="14" y="608"/>
                  <a:pt x="0" y="594"/>
                  <a:pt x="0" y="580"/>
                </a:cubicBezTo>
                <a:cubicBezTo>
                  <a:pt x="0" y="467"/>
                  <a:pt x="0" y="467"/>
                  <a:pt x="0" y="467"/>
                </a:cubicBezTo>
                <a:lnTo>
                  <a:pt x="0" y="467"/>
                </a:lnTo>
                <a:cubicBezTo>
                  <a:pt x="0" y="446"/>
                  <a:pt x="14" y="439"/>
                  <a:pt x="28" y="439"/>
                </a:cubicBezTo>
                <a:close/>
                <a:moveTo>
                  <a:pt x="254" y="552"/>
                </a:moveTo>
                <a:lnTo>
                  <a:pt x="254" y="552"/>
                </a:lnTo>
                <a:cubicBezTo>
                  <a:pt x="346" y="552"/>
                  <a:pt x="346" y="552"/>
                  <a:pt x="346" y="552"/>
                </a:cubicBezTo>
                <a:cubicBezTo>
                  <a:pt x="367" y="552"/>
                  <a:pt x="374" y="559"/>
                  <a:pt x="374" y="580"/>
                </a:cubicBezTo>
                <a:cubicBezTo>
                  <a:pt x="374" y="594"/>
                  <a:pt x="367" y="608"/>
                  <a:pt x="346" y="608"/>
                </a:cubicBezTo>
                <a:cubicBezTo>
                  <a:pt x="254" y="608"/>
                  <a:pt x="254" y="608"/>
                  <a:pt x="254" y="608"/>
                </a:cubicBezTo>
                <a:cubicBezTo>
                  <a:pt x="240" y="608"/>
                  <a:pt x="226" y="594"/>
                  <a:pt x="226" y="580"/>
                </a:cubicBezTo>
                <a:cubicBezTo>
                  <a:pt x="226" y="559"/>
                  <a:pt x="240" y="552"/>
                  <a:pt x="254" y="55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1" name="Freeform 43"/>
          <p:cNvSpPr/>
          <p:nvPr/>
        </p:nvSpPr>
        <p:spPr>
          <a:xfrm>
            <a:off x="5364000" y="3701880"/>
            <a:ext cx="216000" cy="219240"/>
          </a:xfrm>
          <a:custGeom>
            <a:avLst/>
            <a:gdLst/>
            <a:ahLst/>
            <a:rect l="l" t="t" r="r" b="b"/>
            <a:pathLst>
              <a:path w="601" h="609">
                <a:moveTo>
                  <a:pt x="572" y="608"/>
                </a:moveTo>
                <a:lnTo>
                  <a:pt x="572" y="608"/>
                </a:lnTo>
                <a:cubicBezTo>
                  <a:pt x="459" y="608"/>
                  <a:pt x="459" y="608"/>
                  <a:pt x="459" y="608"/>
                </a:cubicBezTo>
                <a:cubicBezTo>
                  <a:pt x="445" y="608"/>
                  <a:pt x="431" y="594"/>
                  <a:pt x="431" y="580"/>
                </a:cubicBezTo>
                <a:cubicBezTo>
                  <a:pt x="431" y="559"/>
                  <a:pt x="445" y="552"/>
                  <a:pt x="459" y="552"/>
                </a:cubicBezTo>
                <a:cubicBezTo>
                  <a:pt x="544" y="552"/>
                  <a:pt x="544" y="552"/>
                  <a:pt x="544" y="552"/>
                </a:cubicBezTo>
                <a:cubicBezTo>
                  <a:pt x="544" y="467"/>
                  <a:pt x="544" y="467"/>
                  <a:pt x="544" y="467"/>
                </a:cubicBezTo>
                <a:lnTo>
                  <a:pt x="544" y="467"/>
                </a:lnTo>
                <a:cubicBezTo>
                  <a:pt x="544" y="446"/>
                  <a:pt x="558" y="439"/>
                  <a:pt x="572" y="439"/>
                </a:cubicBezTo>
                <a:cubicBezTo>
                  <a:pt x="586" y="439"/>
                  <a:pt x="600" y="446"/>
                  <a:pt x="600" y="467"/>
                </a:cubicBezTo>
                <a:cubicBezTo>
                  <a:pt x="600" y="580"/>
                  <a:pt x="600" y="580"/>
                  <a:pt x="600" y="580"/>
                </a:cubicBezTo>
                <a:cubicBezTo>
                  <a:pt x="600" y="594"/>
                  <a:pt x="586" y="608"/>
                  <a:pt x="572" y="608"/>
                </a:cubicBezTo>
                <a:close/>
                <a:moveTo>
                  <a:pt x="572" y="227"/>
                </a:moveTo>
                <a:lnTo>
                  <a:pt x="572" y="227"/>
                </a:lnTo>
                <a:cubicBezTo>
                  <a:pt x="586" y="227"/>
                  <a:pt x="600" y="241"/>
                  <a:pt x="600" y="255"/>
                </a:cubicBezTo>
                <a:cubicBezTo>
                  <a:pt x="600" y="354"/>
                  <a:pt x="600" y="354"/>
                  <a:pt x="600" y="354"/>
                </a:cubicBezTo>
                <a:cubicBezTo>
                  <a:pt x="600" y="368"/>
                  <a:pt x="586" y="382"/>
                  <a:pt x="572" y="382"/>
                </a:cubicBezTo>
                <a:cubicBezTo>
                  <a:pt x="558" y="382"/>
                  <a:pt x="544" y="368"/>
                  <a:pt x="544" y="354"/>
                </a:cubicBezTo>
                <a:cubicBezTo>
                  <a:pt x="544" y="255"/>
                  <a:pt x="544" y="255"/>
                  <a:pt x="544" y="255"/>
                </a:cubicBezTo>
                <a:cubicBezTo>
                  <a:pt x="544" y="241"/>
                  <a:pt x="558" y="227"/>
                  <a:pt x="572" y="227"/>
                </a:cubicBezTo>
                <a:close/>
                <a:moveTo>
                  <a:pt x="572" y="170"/>
                </a:moveTo>
                <a:lnTo>
                  <a:pt x="572" y="170"/>
                </a:lnTo>
                <a:cubicBezTo>
                  <a:pt x="558" y="170"/>
                  <a:pt x="544" y="163"/>
                  <a:pt x="544" y="142"/>
                </a:cubicBezTo>
                <a:lnTo>
                  <a:pt x="544" y="142"/>
                </a:lnTo>
                <a:cubicBezTo>
                  <a:pt x="544" y="57"/>
                  <a:pt x="544" y="57"/>
                  <a:pt x="544" y="57"/>
                </a:cubicBezTo>
                <a:cubicBezTo>
                  <a:pt x="459" y="57"/>
                  <a:pt x="459" y="57"/>
                  <a:pt x="459" y="57"/>
                </a:cubicBezTo>
                <a:lnTo>
                  <a:pt x="459" y="57"/>
                </a:lnTo>
                <a:cubicBezTo>
                  <a:pt x="445" y="57"/>
                  <a:pt x="431" y="50"/>
                  <a:pt x="431" y="29"/>
                </a:cubicBezTo>
                <a:cubicBezTo>
                  <a:pt x="431" y="15"/>
                  <a:pt x="445" y="0"/>
                  <a:pt x="459" y="0"/>
                </a:cubicBezTo>
                <a:lnTo>
                  <a:pt x="459" y="0"/>
                </a:lnTo>
                <a:cubicBezTo>
                  <a:pt x="572" y="0"/>
                  <a:pt x="572" y="0"/>
                  <a:pt x="572" y="0"/>
                </a:cubicBezTo>
                <a:cubicBezTo>
                  <a:pt x="586" y="0"/>
                  <a:pt x="600" y="15"/>
                  <a:pt x="600" y="29"/>
                </a:cubicBezTo>
                <a:cubicBezTo>
                  <a:pt x="600" y="142"/>
                  <a:pt x="600" y="142"/>
                  <a:pt x="600" y="142"/>
                </a:cubicBezTo>
                <a:cubicBezTo>
                  <a:pt x="600" y="163"/>
                  <a:pt x="586" y="170"/>
                  <a:pt x="572" y="170"/>
                </a:cubicBezTo>
                <a:close/>
                <a:moveTo>
                  <a:pt x="452" y="304"/>
                </a:moveTo>
                <a:lnTo>
                  <a:pt x="452" y="304"/>
                </a:lnTo>
                <a:cubicBezTo>
                  <a:pt x="452" y="319"/>
                  <a:pt x="438" y="333"/>
                  <a:pt x="424" y="333"/>
                </a:cubicBezTo>
                <a:cubicBezTo>
                  <a:pt x="247" y="333"/>
                  <a:pt x="247" y="333"/>
                  <a:pt x="247" y="333"/>
                </a:cubicBezTo>
                <a:cubicBezTo>
                  <a:pt x="289" y="368"/>
                  <a:pt x="289" y="368"/>
                  <a:pt x="289" y="368"/>
                </a:cubicBezTo>
                <a:lnTo>
                  <a:pt x="289" y="368"/>
                </a:lnTo>
                <a:cubicBezTo>
                  <a:pt x="296" y="375"/>
                  <a:pt x="296" y="382"/>
                  <a:pt x="296" y="389"/>
                </a:cubicBezTo>
                <a:cubicBezTo>
                  <a:pt x="296" y="403"/>
                  <a:pt x="289" y="417"/>
                  <a:pt x="268" y="417"/>
                </a:cubicBezTo>
                <a:cubicBezTo>
                  <a:pt x="261" y="417"/>
                  <a:pt x="254" y="417"/>
                  <a:pt x="254" y="410"/>
                </a:cubicBezTo>
                <a:lnTo>
                  <a:pt x="254" y="410"/>
                </a:lnTo>
                <a:cubicBezTo>
                  <a:pt x="155" y="326"/>
                  <a:pt x="155" y="326"/>
                  <a:pt x="155" y="326"/>
                </a:cubicBezTo>
                <a:lnTo>
                  <a:pt x="155" y="326"/>
                </a:lnTo>
                <a:cubicBezTo>
                  <a:pt x="155" y="319"/>
                  <a:pt x="148" y="311"/>
                  <a:pt x="148" y="304"/>
                </a:cubicBezTo>
                <a:cubicBezTo>
                  <a:pt x="148" y="297"/>
                  <a:pt x="155" y="290"/>
                  <a:pt x="155" y="283"/>
                </a:cubicBezTo>
                <a:lnTo>
                  <a:pt x="155" y="283"/>
                </a:lnTo>
                <a:cubicBezTo>
                  <a:pt x="254" y="198"/>
                  <a:pt x="254" y="198"/>
                  <a:pt x="254" y="198"/>
                </a:cubicBezTo>
                <a:lnTo>
                  <a:pt x="254" y="198"/>
                </a:lnTo>
                <a:cubicBezTo>
                  <a:pt x="254" y="191"/>
                  <a:pt x="261" y="191"/>
                  <a:pt x="268" y="191"/>
                </a:cubicBezTo>
                <a:cubicBezTo>
                  <a:pt x="289" y="191"/>
                  <a:pt x="296" y="205"/>
                  <a:pt x="296" y="219"/>
                </a:cubicBezTo>
                <a:cubicBezTo>
                  <a:pt x="296" y="227"/>
                  <a:pt x="296" y="234"/>
                  <a:pt x="289" y="241"/>
                </a:cubicBezTo>
                <a:lnTo>
                  <a:pt x="289" y="241"/>
                </a:lnTo>
                <a:cubicBezTo>
                  <a:pt x="247" y="276"/>
                  <a:pt x="247" y="276"/>
                  <a:pt x="247" y="276"/>
                </a:cubicBezTo>
                <a:cubicBezTo>
                  <a:pt x="424" y="276"/>
                  <a:pt x="424" y="276"/>
                  <a:pt x="424" y="276"/>
                </a:cubicBezTo>
                <a:cubicBezTo>
                  <a:pt x="438" y="276"/>
                  <a:pt x="452" y="290"/>
                  <a:pt x="452" y="304"/>
                </a:cubicBezTo>
                <a:close/>
                <a:moveTo>
                  <a:pt x="346" y="57"/>
                </a:moveTo>
                <a:lnTo>
                  <a:pt x="346" y="57"/>
                </a:lnTo>
                <a:cubicBezTo>
                  <a:pt x="254" y="57"/>
                  <a:pt x="254" y="57"/>
                  <a:pt x="254" y="57"/>
                </a:cubicBezTo>
                <a:cubicBezTo>
                  <a:pt x="233" y="57"/>
                  <a:pt x="226" y="50"/>
                  <a:pt x="226" y="29"/>
                </a:cubicBezTo>
                <a:cubicBezTo>
                  <a:pt x="226" y="15"/>
                  <a:pt x="233" y="0"/>
                  <a:pt x="254" y="0"/>
                </a:cubicBezTo>
                <a:cubicBezTo>
                  <a:pt x="346" y="0"/>
                  <a:pt x="346" y="0"/>
                  <a:pt x="346" y="0"/>
                </a:cubicBezTo>
                <a:cubicBezTo>
                  <a:pt x="360" y="0"/>
                  <a:pt x="374" y="15"/>
                  <a:pt x="374" y="29"/>
                </a:cubicBezTo>
                <a:cubicBezTo>
                  <a:pt x="374" y="50"/>
                  <a:pt x="360" y="57"/>
                  <a:pt x="346" y="57"/>
                </a:cubicBezTo>
                <a:close/>
                <a:moveTo>
                  <a:pt x="141" y="57"/>
                </a:moveTo>
                <a:lnTo>
                  <a:pt x="141" y="57"/>
                </a:lnTo>
                <a:lnTo>
                  <a:pt x="141" y="57"/>
                </a:lnTo>
                <a:cubicBezTo>
                  <a:pt x="56" y="57"/>
                  <a:pt x="56" y="57"/>
                  <a:pt x="56" y="57"/>
                </a:cubicBezTo>
                <a:cubicBezTo>
                  <a:pt x="56" y="142"/>
                  <a:pt x="56" y="142"/>
                  <a:pt x="56" y="142"/>
                </a:cubicBezTo>
                <a:cubicBezTo>
                  <a:pt x="56" y="163"/>
                  <a:pt x="42" y="170"/>
                  <a:pt x="28" y="170"/>
                </a:cubicBezTo>
                <a:cubicBezTo>
                  <a:pt x="7" y="170"/>
                  <a:pt x="0" y="163"/>
                  <a:pt x="0" y="142"/>
                </a:cubicBezTo>
                <a:lnTo>
                  <a:pt x="0" y="142"/>
                </a:lnTo>
                <a:cubicBezTo>
                  <a:pt x="0" y="29"/>
                  <a:pt x="0" y="29"/>
                  <a:pt x="0" y="29"/>
                </a:cubicBezTo>
                <a:cubicBezTo>
                  <a:pt x="0" y="15"/>
                  <a:pt x="7" y="0"/>
                  <a:pt x="28" y="0"/>
                </a:cubicBezTo>
                <a:cubicBezTo>
                  <a:pt x="141" y="0"/>
                  <a:pt x="141" y="0"/>
                  <a:pt x="141" y="0"/>
                </a:cubicBezTo>
                <a:lnTo>
                  <a:pt x="141" y="0"/>
                </a:lnTo>
                <a:cubicBezTo>
                  <a:pt x="155" y="0"/>
                  <a:pt x="169" y="15"/>
                  <a:pt x="169" y="29"/>
                </a:cubicBezTo>
                <a:cubicBezTo>
                  <a:pt x="169" y="50"/>
                  <a:pt x="155" y="57"/>
                  <a:pt x="141" y="57"/>
                </a:cubicBezTo>
                <a:close/>
                <a:moveTo>
                  <a:pt x="28" y="382"/>
                </a:moveTo>
                <a:lnTo>
                  <a:pt x="28" y="382"/>
                </a:lnTo>
                <a:cubicBezTo>
                  <a:pt x="7" y="382"/>
                  <a:pt x="0" y="368"/>
                  <a:pt x="0" y="354"/>
                </a:cubicBezTo>
                <a:cubicBezTo>
                  <a:pt x="0" y="255"/>
                  <a:pt x="0" y="255"/>
                  <a:pt x="0" y="255"/>
                </a:cubicBezTo>
                <a:cubicBezTo>
                  <a:pt x="0" y="241"/>
                  <a:pt x="7" y="227"/>
                  <a:pt x="28" y="227"/>
                </a:cubicBezTo>
                <a:cubicBezTo>
                  <a:pt x="42" y="227"/>
                  <a:pt x="56" y="241"/>
                  <a:pt x="56" y="255"/>
                </a:cubicBezTo>
                <a:cubicBezTo>
                  <a:pt x="56" y="354"/>
                  <a:pt x="56" y="354"/>
                  <a:pt x="56" y="354"/>
                </a:cubicBezTo>
                <a:cubicBezTo>
                  <a:pt x="56" y="368"/>
                  <a:pt x="42" y="382"/>
                  <a:pt x="28" y="382"/>
                </a:cubicBezTo>
                <a:close/>
                <a:moveTo>
                  <a:pt x="28" y="439"/>
                </a:moveTo>
                <a:lnTo>
                  <a:pt x="28" y="439"/>
                </a:lnTo>
                <a:cubicBezTo>
                  <a:pt x="42" y="439"/>
                  <a:pt x="56" y="446"/>
                  <a:pt x="56" y="467"/>
                </a:cubicBezTo>
                <a:cubicBezTo>
                  <a:pt x="56" y="552"/>
                  <a:pt x="56" y="552"/>
                  <a:pt x="56" y="552"/>
                </a:cubicBezTo>
                <a:cubicBezTo>
                  <a:pt x="141" y="552"/>
                  <a:pt x="141" y="552"/>
                  <a:pt x="141" y="552"/>
                </a:cubicBezTo>
                <a:cubicBezTo>
                  <a:pt x="155" y="552"/>
                  <a:pt x="169" y="559"/>
                  <a:pt x="169" y="580"/>
                </a:cubicBezTo>
                <a:cubicBezTo>
                  <a:pt x="169" y="594"/>
                  <a:pt x="155" y="608"/>
                  <a:pt x="141" y="608"/>
                </a:cubicBezTo>
                <a:cubicBezTo>
                  <a:pt x="28" y="608"/>
                  <a:pt x="28" y="608"/>
                  <a:pt x="28" y="608"/>
                </a:cubicBezTo>
                <a:cubicBezTo>
                  <a:pt x="7" y="608"/>
                  <a:pt x="0" y="594"/>
                  <a:pt x="0" y="580"/>
                </a:cubicBezTo>
                <a:cubicBezTo>
                  <a:pt x="0" y="467"/>
                  <a:pt x="0" y="467"/>
                  <a:pt x="0" y="467"/>
                </a:cubicBezTo>
                <a:lnTo>
                  <a:pt x="0" y="467"/>
                </a:lnTo>
                <a:cubicBezTo>
                  <a:pt x="0" y="446"/>
                  <a:pt x="7" y="439"/>
                  <a:pt x="28" y="439"/>
                </a:cubicBezTo>
                <a:close/>
                <a:moveTo>
                  <a:pt x="254" y="552"/>
                </a:moveTo>
                <a:lnTo>
                  <a:pt x="254" y="552"/>
                </a:lnTo>
                <a:cubicBezTo>
                  <a:pt x="346" y="552"/>
                  <a:pt x="346" y="552"/>
                  <a:pt x="346" y="552"/>
                </a:cubicBezTo>
                <a:cubicBezTo>
                  <a:pt x="360" y="552"/>
                  <a:pt x="374" y="559"/>
                  <a:pt x="374" y="580"/>
                </a:cubicBezTo>
                <a:cubicBezTo>
                  <a:pt x="374" y="594"/>
                  <a:pt x="360" y="608"/>
                  <a:pt x="346" y="608"/>
                </a:cubicBezTo>
                <a:cubicBezTo>
                  <a:pt x="254" y="608"/>
                  <a:pt x="254" y="608"/>
                  <a:pt x="254" y="608"/>
                </a:cubicBezTo>
                <a:cubicBezTo>
                  <a:pt x="233" y="608"/>
                  <a:pt x="226" y="594"/>
                  <a:pt x="226" y="580"/>
                </a:cubicBezTo>
                <a:cubicBezTo>
                  <a:pt x="226" y="559"/>
                  <a:pt x="233" y="552"/>
                  <a:pt x="254" y="55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2" name="Freeform 44"/>
          <p:cNvSpPr/>
          <p:nvPr/>
        </p:nvSpPr>
        <p:spPr>
          <a:xfrm>
            <a:off x="4981680" y="3701880"/>
            <a:ext cx="218880" cy="219240"/>
          </a:xfrm>
          <a:custGeom>
            <a:avLst/>
            <a:gdLst/>
            <a:ahLst/>
            <a:rect l="l" t="t" r="r" b="b"/>
            <a:pathLst>
              <a:path w="609" h="609">
                <a:moveTo>
                  <a:pt x="580" y="608"/>
                </a:moveTo>
                <a:lnTo>
                  <a:pt x="580" y="608"/>
                </a:lnTo>
                <a:cubicBezTo>
                  <a:pt x="467" y="608"/>
                  <a:pt x="467" y="608"/>
                  <a:pt x="467" y="608"/>
                </a:cubicBezTo>
                <a:cubicBezTo>
                  <a:pt x="446" y="608"/>
                  <a:pt x="439" y="594"/>
                  <a:pt x="439" y="580"/>
                </a:cubicBezTo>
                <a:cubicBezTo>
                  <a:pt x="439" y="559"/>
                  <a:pt x="446" y="552"/>
                  <a:pt x="467" y="552"/>
                </a:cubicBezTo>
                <a:cubicBezTo>
                  <a:pt x="552" y="552"/>
                  <a:pt x="552" y="552"/>
                  <a:pt x="552" y="552"/>
                </a:cubicBezTo>
                <a:cubicBezTo>
                  <a:pt x="552" y="467"/>
                  <a:pt x="552" y="467"/>
                  <a:pt x="552" y="467"/>
                </a:cubicBezTo>
                <a:lnTo>
                  <a:pt x="552" y="467"/>
                </a:lnTo>
                <a:cubicBezTo>
                  <a:pt x="552" y="446"/>
                  <a:pt x="559" y="439"/>
                  <a:pt x="580" y="439"/>
                </a:cubicBezTo>
                <a:cubicBezTo>
                  <a:pt x="594" y="439"/>
                  <a:pt x="608" y="446"/>
                  <a:pt x="608" y="467"/>
                </a:cubicBezTo>
                <a:cubicBezTo>
                  <a:pt x="608" y="580"/>
                  <a:pt x="608" y="580"/>
                  <a:pt x="608" y="580"/>
                </a:cubicBezTo>
                <a:cubicBezTo>
                  <a:pt x="608" y="594"/>
                  <a:pt x="594" y="608"/>
                  <a:pt x="580" y="608"/>
                </a:cubicBezTo>
                <a:close/>
                <a:moveTo>
                  <a:pt x="580" y="227"/>
                </a:moveTo>
                <a:lnTo>
                  <a:pt x="580" y="227"/>
                </a:lnTo>
                <a:cubicBezTo>
                  <a:pt x="594" y="227"/>
                  <a:pt x="608" y="241"/>
                  <a:pt x="608" y="255"/>
                </a:cubicBezTo>
                <a:cubicBezTo>
                  <a:pt x="608" y="354"/>
                  <a:pt x="608" y="354"/>
                  <a:pt x="608" y="354"/>
                </a:cubicBezTo>
                <a:cubicBezTo>
                  <a:pt x="608" y="368"/>
                  <a:pt x="594" y="382"/>
                  <a:pt x="580" y="382"/>
                </a:cubicBezTo>
                <a:cubicBezTo>
                  <a:pt x="559" y="382"/>
                  <a:pt x="552" y="368"/>
                  <a:pt x="552" y="354"/>
                </a:cubicBezTo>
                <a:cubicBezTo>
                  <a:pt x="552" y="255"/>
                  <a:pt x="552" y="255"/>
                  <a:pt x="552" y="255"/>
                </a:cubicBezTo>
                <a:cubicBezTo>
                  <a:pt x="552" y="241"/>
                  <a:pt x="559" y="227"/>
                  <a:pt x="580" y="227"/>
                </a:cubicBezTo>
                <a:close/>
                <a:moveTo>
                  <a:pt x="580" y="170"/>
                </a:moveTo>
                <a:lnTo>
                  <a:pt x="580" y="170"/>
                </a:lnTo>
                <a:cubicBezTo>
                  <a:pt x="559" y="170"/>
                  <a:pt x="552" y="163"/>
                  <a:pt x="552" y="142"/>
                </a:cubicBezTo>
                <a:lnTo>
                  <a:pt x="552" y="142"/>
                </a:lnTo>
                <a:cubicBezTo>
                  <a:pt x="552" y="57"/>
                  <a:pt x="552" y="57"/>
                  <a:pt x="552" y="57"/>
                </a:cubicBezTo>
                <a:cubicBezTo>
                  <a:pt x="467" y="57"/>
                  <a:pt x="467" y="57"/>
                  <a:pt x="467" y="57"/>
                </a:cubicBezTo>
                <a:lnTo>
                  <a:pt x="467" y="57"/>
                </a:lnTo>
                <a:cubicBezTo>
                  <a:pt x="446" y="57"/>
                  <a:pt x="439" y="50"/>
                  <a:pt x="439" y="29"/>
                </a:cubicBezTo>
                <a:cubicBezTo>
                  <a:pt x="439" y="15"/>
                  <a:pt x="446" y="0"/>
                  <a:pt x="467" y="0"/>
                </a:cubicBezTo>
                <a:lnTo>
                  <a:pt x="467" y="0"/>
                </a:lnTo>
                <a:cubicBezTo>
                  <a:pt x="580" y="0"/>
                  <a:pt x="580" y="0"/>
                  <a:pt x="580" y="0"/>
                </a:cubicBezTo>
                <a:cubicBezTo>
                  <a:pt x="594" y="0"/>
                  <a:pt x="608" y="15"/>
                  <a:pt x="608" y="29"/>
                </a:cubicBezTo>
                <a:cubicBezTo>
                  <a:pt x="608" y="142"/>
                  <a:pt x="608" y="142"/>
                  <a:pt x="608" y="142"/>
                </a:cubicBezTo>
                <a:cubicBezTo>
                  <a:pt x="608" y="163"/>
                  <a:pt x="594" y="170"/>
                  <a:pt x="580" y="170"/>
                </a:cubicBezTo>
                <a:close/>
                <a:moveTo>
                  <a:pt x="389" y="304"/>
                </a:moveTo>
                <a:lnTo>
                  <a:pt x="389" y="304"/>
                </a:lnTo>
                <a:cubicBezTo>
                  <a:pt x="382" y="304"/>
                  <a:pt x="375" y="297"/>
                  <a:pt x="368" y="297"/>
                </a:cubicBezTo>
                <a:lnTo>
                  <a:pt x="368" y="297"/>
                </a:lnTo>
                <a:cubicBezTo>
                  <a:pt x="333" y="255"/>
                  <a:pt x="333" y="255"/>
                  <a:pt x="333" y="255"/>
                </a:cubicBezTo>
                <a:cubicBezTo>
                  <a:pt x="333" y="424"/>
                  <a:pt x="333" y="424"/>
                  <a:pt x="333" y="424"/>
                </a:cubicBezTo>
                <a:cubicBezTo>
                  <a:pt x="333" y="446"/>
                  <a:pt x="318" y="453"/>
                  <a:pt x="304" y="453"/>
                </a:cubicBezTo>
                <a:cubicBezTo>
                  <a:pt x="290" y="453"/>
                  <a:pt x="276" y="446"/>
                  <a:pt x="276" y="424"/>
                </a:cubicBezTo>
                <a:cubicBezTo>
                  <a:pt x="276" y="255"/>
                  <a:pt x="276" y="255"/>
                  <a:pt x="276" y="255"/>
                </a:cubicBezTo>
                <a:cubicBezTo>
                  <a:pt x="241" y="297"/>
                  <a:pt x="241" y="297"/>
                  <a:pt x="241" y="297"/>
                </a:cubicBezTo>
                <a:lnTo>
                  <a:pt x="241" y="297"/>
                </a:lnTo>
                <a:cubicBezTo>
                  <a:pt x="234" y="297"/>
                  <a:pt x="226" y="304"/>
                  <a:pt x="219" y="304"/>
                </a:cubicBezTo>
                <a:cubicBezTo>
                  <a:pt x="205" y="304"/>
                  <a:pt x="191" y="290"/>
                  <a:pt x="191" y="276"/>
                </a:cubicBezTo>
                <a:cubicBezTo>
                  <a:pt x="191" y="269"/>
                  <a:pt x="191" y="262"/>
                  <a:pt x="198" y="255"/>
                </a:cubicBezTo>
                <a:lnTo>
                  <a:pt x="198" y="255"/>
                </a:lnTo>
                <a:cubicBezTo>
                  <a:pt x="283" y="163"/>
                  <a:pt x="283" y="163"/>
                  <a:pt x="283" y="163"/>
                </a:cubicBezTo>
                <a:lnTo>
                  <a:pt x="283" y="163"/>
                </a:lnTo>
                <a:cubicBezTo>
                  <a:pt x="290" y="156"/>
                  <a:pt x="297" y="156"/>
                  <a:pt x="304" y="156"/>
                </a:cubicBezTo>
                <a:cubicBezTo>
                  <a:pt x="311" y="156"/>
                  <a:pt x="318" y="156"/>
                  <a:pt x="326" y="163"/>
                </a:cubicBezTo>
                <a:lnTo>
                  <a:pt x="326" y="163"/>
                </a:lnTo>
                <a:cubicBezTo>
                  <a:pt x="410" y="255"/>
                  <a:pt x="410" y="255"/>
                  <a:pt x="410" y="255"/>
                </a:cubicBezTo>
                <a:lnTo>
                  <a:pt x="410" y="255"/>
                </a:lnTo>
                <a:cubicBezTo>
                  <a:pt x="417" y="262"/>
                  <a:pt x="417" y="269"/>
                  <a:pt x="417" y="276"/>
                </a:cubicBezTo>
                <a:cubicBezTo>
                  <a:pt x="417" y="290"/>
                  <a:pt x="403" y="304"/>
                  <a:pt x="389" y="304"/>
                </a:cubicBezTo>
                <a:close/>
                <a:moveTo>
                  <a:pt x="354" y="57"/>
                </a:moveTo>
                <a:lnTo>
                  <a:pt x="354" y="57"/>
                </a:lnTo>
                <a:cubicBezTo>
                  <a:pt x="255" y="57"/>
                  <a:pt x="255" y="57"/>
                  <a:pt x="255" y="57"/>
                </a:cubicBezTo>
                <a:cubicBezTo>
                  <a:pt x="241" y="57"/>
                  <a:pt x="226" y="50"/>
                  <a:pt x="226" y="29"/>
                </a:cubicBezTo>
                <a:cubicBezTo>
                  <a:pt x="226" y="15"/>
                  <a:pt x="241" y="0"/>
                  <a:pt x="255" y="0"/>
                </a:cubicBezTo>
                <a:cubicBezTo>
                  <a:pt x="354" y="0"/>
                  <a:pt x="354" y="0"/>
                  <a:pt x="354" y="0"/>
                </a:cubicBezTo>
                <a:cubicBezTo>
                  <a:pt x="368" y="0"/>
                  <a:pt x="382" y="15"/>
                  <a:pt x="382" y="29"/>
                </a:cubicBezTo>
                <a:cubicBezTo>
                  <a:pt x="382" y="50"/>
                  <a:pt x="368" y="57"/>
                  <a:pt x="354" y="57"/>
                </a:cubicBezTo>
                <a:close/>
                <a:moveTo>
                  <a:pt x="142" y="608"/>
                </a:moveTo>
                <a:lnTo>
                  <a:pt x="142" y="608"/>
                </a:lnTo>
                <a:cubicBezTo>
                  <a:pt x="29" y="608"/>
                  <a:pt x="29" y="608"/>
                  <a:pt x="29" y="608"/>
                </a:cubicBezTo>
                <a:cubicBezTo>
                  <a:pt x="15" y="608"/>
                  <a:pt x="0" y="594"/>
                  <a:pt x="0" y="580"/>
                </a:cubicBezTo>
                <a:cubicBezTo>
                  <a:pt x="0" y="467"/>
                  <a:pt x="0" y="467"/>
                  <a:pt x="0" y="467"/>
                </a:cubicBezTo>
                <a:lnTo>
                  <a:pt x="0" y="467"/>
                </a:lnTo>
                <a:cubicBezTo>
                  <a:pt x="0" y="446"/>
                  <a:pt x="15" y="439"/>
                  <a:pt x="29" y="439"/>
                </a:cubicBezTo>
                <a:cubicBezTo>
                  <a:pt x="50" y="439"/>
                  <a:pt x="57" y="446"/>
                  <a:pt x="57" y="467"/>
                </a:cubicBezTo>
                <a:cubicBezTo>
                  <a:pt x="57" y="552"/>
                  <a:pt x="57" y="552"/>
                  <a:pt x="57" y="552"/>
                </a:cubicBezTo>
                <a:cubicBezTo>
                  <a:pt x="142" y="552"/>
                  <a:pt x="142" y="552"/>
                  <a:pt x="142" y="552"/>
                </a:cubicBezTo>
                <a:cubicBezTo>
                  <a:pt x="163" y="552"/>
                  <a:pt x="170" y="559"/>
                  <a:pt x="170" y="580"/>
                </a:cubicBezTo>
                <a:cubicBezTo>
                  <a:pt x="170" y="594"/>
                  <a:pt x="163" y="608"/>
                  <a:pt x="142" y="608"/>
                </a:cubicBezTo>
                <a:close/>
                <a:moveTo>
                  <a:pt x="57" y="255"/>
                </a:moveTo>
                <a:lnTo>
                  <a:pt x="57" y="255"/>
                </a:lnTo>
                <a:cubicBezTo>
                  <a:pt x="57" y="354"/>
                  <a:pt x="57" y="354"/>
                  <a:pt x="57" y="354"/>
                </a:cubicBezTo>
                <a:cubicBezTo>
                  <a:pt x="57" y="368"/>
                  <a:pt x="50" y="382"/>
                  <a:pt x="29" y="382"/>
                </a:cubicBezTo>
                <a:cubicBezTo>
                  <a:pt x="15" y="382"/>
                  <a:pt x="0" y="368"/>
                  <a:pt x="0" y="354"/>
                </a:cubicBezTo>
                <a:cubicBezTo>
                  <a:pt x="0" y="255"/>
                  <a:pt x="0" y="255"/>
                  <a:pt x="0" y="255"/>
                </a:cubicBezTo>
                <a:cubicBezTo>
                  <a:pt x="0" y="241"/>
                  <a:pt x="15" y="227"/>
                  <a:pt x="29" y="227"/>
                </a:cubicBezTo>
                <a:cubicBezTo>
                  <a:pt x="50" y="227"/>
                  <a:pt x="57" y="241"/>
                  <a:pt x="57" y="255"/>
                </a:cubicBezTo>
                <a:close/>
                <a:moveTo>
                  <a:pt x="142" y="57"/>
                </a:moveTo>
                <a:lnTo>
                  <a:pt x="142" y="57"/>
                </a:lnTo>
                <a:lnTo>
                  <a:pt x="142" y="57"/>
                </a:lnTo>
                <a:cubicBezTo>
                  <a:pt x="57" y="57"/>
                  <a:pt x="57" y="57"/>
                  <a:pt x="57" y="57"/>
                </a:cubicBezTo>
                <a:cubicBezTo>
                  <a:pt x="57" y="142"/>
                  <a:pt x="57" y="142"/>
                  <a:pt x="57" y="142"/>
                </a:cubicBezTo>
                <a:cubicBezTo>
                  <a:pt x="57" y="163"/>
                  <a:pt x="50" y="170"/>
                  <a:pt x="29" y="170"/>
                </a:cubicBezTo>
                <a:cubicBezTo>
                  <a:pt x="15" y="170"/>
                  <a:pt x="0" y="163"/>
                  <a:pt x="0" y="142"/>
                </a:cubicBezTo>
                <a:lnTo>
                  <a:pt x="0" y="142"/>
                </a:lnTo>
                <a:cubicBezTo>
                  <a:pt x="0" y="29"/>
                  <a:pt x="0" y="29"/>
                  <a:pt x="0" y="29"/>
                </a:cubicBezTo>
                <a:cubicBezTo>
                  <a:pt x="0" y="15"/>
                  <a:pt x="15" y="0"/>
                  <a:pt x="29" y="0"/>
                </a:cubicBezTo>
                <a:cubicBezTo>
                  <a:pt x="142" y="0"/>
                  <a:pt x="142" y="0"/>
                  <a:pt x="142" y="0"/>
                </a:cubicBezTo>
                <a:lnTo>
                  <a:pt x="142" y="0"/>
                </a:lnTo>
                <a:cubicBezTo>
                  <a:pt x="163" y="0"/>
                  <a:pt x="170" y="15"/>
                  <a:pt x="170" y="29"/>
                </a:cubicBezTo>
                <a:cubicBezTo>
                  <a:pt x="170" y="50"/>
                  <a:pt x="163" y="57"/>
                  <a:pt x="142" y="57"/>
                </a:cubicBezTo>
                <a:close/>
                <a:moveTo>
                  <a:pt x="255" y="552"/>
                </a:moveTo>
                <a:lnTo>
                  <a:pt x="255" y="552"/>
                </a:lnTo>
                <a:cubicBezTo>
                  <a:pt x="354" y="552"/>
                  <a:pt x="354" y="552"/>
                  <a:pt x="354" y="552"/>
                </a:cubicBezTo>
                <a:cubicBezTo>
                  <a:pt x="368" y="552"/>
                  <a:pt x="382" y="559"/>
                  <a:pt x="382" y="580"/>
                </a:cubicBezTo>
                <a:cubicBezTo>
                  <a:pt x="382" y="594"/>
                  <a:pt x="368" y="608"/>
                  <a:pt x="354" y="608"/>
                </a:cubicBezTo>
                <a:cubicBezTo>
                  <a:pt x="255" y="608"/>
                  <a:pt x="255" y="608"/>
                  <a:pt x="255" y="608"/>
                </a:cubicBezTo>
                <a:cubicBezTo>
                  <a:pt x="241" y="608"/>
                  <a:pt x="226" y="594"/>
                  <a:pt x="226" y="580"/>
                </a:cubicBezTo>
                <a:cubicBezTo>
                  <a:pt x="226" y="559"/>
                  <a:pt x="241" y="552"/>
                  <a:pt x="255" y="55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3" name="Freeform 45"/>
          <p:cNvSpPr/>
          <p:nvPr/>
        </p:nvSpPr>
        <p:spPr>
          <a:xfrm>
            <a:off x="4603680" y="3701880"/>
            <a:ext cx="217440" cy="219240"/>
          </a:xfrm>
          <a:custGeom>
            <a:avLst/>
            <a:gdLst/>
            <a:ahLst/>
            <a:rect l="l" t="t" r="r" b="b"/>
            <a:pathLst>
              <a:path w="602" h="609">
                <a:moveTo>
                  <a:pt x="573" y="608"/>
                </a:moveTo>
                <a:lnTo>
                  <a:pt x="573" y="608"/>
                </a:lnTo>
                <a:cubicBezTo>
                  <a:pt x="460" y="608"/>
                  <a:pt x="460" y="608"/>
                  <a:pt x="460" y="608"/>
                </a:cubicBezTo>
                <a:cubicBezTo>
                  <a:pt x="446" y="608"/>
                  <a:pt x="431" y="594"/>
                  <a:pt x="431" y="580"/>
                </a:cubicBezTo>
                <a:cubicBezTo>
                  <a:pt x="431" y="559"/>
                  <a:pt x="446" y="552"/>
                  <a:pt x="460" y="552"/>
                </a:cubicBezTo>
                <a:cubicBezTo>
                  <a:pt x="544" y="552"/>
                  <a:pt x="544" y="552"/>
                  <a:pt x="544" y="552"/>
                </a:cubicBezTo>
                <a:cubicBezTo>
                  <a:pt x="544" y="467"/>
                  <a:pt x="544" y="467"/>
                  <a:pt x="544" y="467"/>
                </a:cubicBezTo>
                <a:lnTo>
                  <a:pt x="544" y="467"/>
                </a:lnTo>
                <a:cubicBezTo>
                  <a:pt x="544" y="446"/>
                  <a:pt x="559" y="439"/>
                  <a:pt x="573" y="439"/>
                </a:cubicBezTo>
                <a:cubicBezTo>
                  <a:pt x="594" y="439"/>
                  <a:pt x="601" y="446"/>
                  <a:pt x="601" y="467"/>
                </a:cubicBezTo>
                <a:cubicBezTo>
                  <a:pt x="601" y="580"/>
                  <a:pt x="601" y="580"/>
                  <a:pt x="601" y="580"/>
                </a:cubicBezTo>
                <a:cubicBezTo>
                  <a:pt x="601" y="594"/>
                  <a:pt x="594" y="608"/>
                  <a:pt x="573" y="608"/>
                </a:cubicBezTo>
                <a:close/>
                <a:moveTo>
                  <a:pt x="573" y="227"/>
                </a:moveTo>
                <a:lnTo>
                  <a:pt x="573" y="227"/>
                </a:lnTo>
                <a:cubicBezTo>
                  <a:pt x="594" y="227"/>
                  <a:pt x="601" y="241"/>
                  <a:pt x="601" y="255"/>
                </a:cubicBezTo>
                <a:cubicBezTo>
                  <a:pt x="601" y="354"/>
                  <a:pt x="601" y="354"/>
                  <a:pt x="601" y="354"/>
                </a:cubicBezTo>
                <a:cubicBezTo>
                  <a:pt x="601" y="368"/>
                  <a:pt x="594" y="382"/>
                  <a:pt x="573" y="382"/>
                </a:cubicBezTo>
                <a:cubicBezTo>
                  <a:pt x="559" y="382"/>
                  <a:pt x="544" y="368"/>
                  <a:pt x="544" y="354"/>
                </a:cubicBezTo>
                <a:cubicBezTo>
                  <a:pt x="544" y="255"/>
                  <a:pt x="544" y="255"/>
                  <a:pt x="544" y="255"/>
                </a:cubicBezTo>
                <a:cubicBezTo>
                  <a:pt x="544" y="241"/>
                  <a:pt x="559" y="227"/>
                  <a:pt x="573" y="227"/>
                </a:cubicBezTo>
                <a:close/>
                <a:moveTo>
                  <a:pt x="573" y="170"/>
                </a:moveTo>
                <a:lnTo>
                  <a:pt x="573" y="170"/>
                </a:lnTo>
                <a:cubicBezTo>
                  <a:pt x="559" y="170"/>
                  <a:pt x="544" y="163"/>
                  <a:pt x="544" y="142"/>
                </a:cubicBezTo>
                <a:lnTo>
                  <a:pt x="544" y="142"/>
                </a:lnTo>
                <a:cubicBezTo>
                  <a:pt x="544" y="57"/>
                  <a:pt x="544" y="57"/>
                  <a:pt x="544" y="57"/>
                </a:cubicBezTo>
                <a:cubicBezTo>
                  <a:pt x="460" y="57"/>
                  <a:pt x="460" y="57"/>
                  <a:pt x="460" y="57"/>
                </a:cubicBezTo>
                <a:lnTo>
                  <a:pt x="460" y="57"/>
                </a:lnTo>
                <a:cubicBezTo>
                  <a:pt x="446" y="57"/>
                  <a:pt x="431" y="50"/>
                  <a:pt x="431" y="29"/>
                </a:cubicBezTo>
                <a:cubicBezTo>
                  <a:pt x="431" y="15"/>
                  <a:pt x="446" y="0"/>
                  <a:pt x="460" y="0"/>
                </a:cubicBezTo>
                <a:lnTo>
                  <a:pt x="460" y="0"/>
                </a:lnTo>
                <a:cubicBezTo>
                  <a:pt x="573" y="0"/>
                  <a:pt x="573" y="0"/>
                  <a:pt x="573" y="0"/>
                </a:cubicBezTo>
                <a:cubicBezTo>
                  <a:pt x="594" y="0"/>
                  <a:pt x="601" y="15"/>
                  <a:pt x="601" y="29"/>
                </a:cubicBezTo>
                <a:cubicBezTo>
                  <a:pt x="601" y="142"/>
                  <a:pt x="601" y="142"/>
                  <a:pt x="601" y="142"/>
                </a:cubicBezTo>
                <a:cubicBezTo>
                  <a:pt x="601" y="163"/>
                  <a:pt x="594" y="170"/>
                  <a:pt x="573" y="170"/>
                </a:cubicBezTo>
                <a:close/>
                <a:moveTo>
                  <a:pt x="410" y="354"/>
                </a:moveTo>
                <a:lnTo>
                  <a:pt x="410" y="354"/>
                </a:lnTo>
                <a:cubicBezTo>
                  <a:pt x="325" y="446"/>
                  <a:pt x="325" y="446"/>
                  <a:pt x="325" y="446"/>
                </a:cubicBezTo>
                <a:lnTo>
                  <a:pt x="325" y="446"/>
                </a:lnTo>
                <a:cubicBezTo>
                  <a:pt x="318" y="453"/>
                  <a:pt x="311" y="453"/>
                  <a:pt x="304" y="453"/>
                </a:cubicBezTo>
                <a:cubicBezTo>
                  <a:pt x="290" y="453"/>
                  <a:pt x="283" y="453"/>
                  <a:pt x="283" y="446"/>
                </a:cubicBezTo>
                <a:lnTo>
                  <a:pt x="283" y="446"/>
                </a:lnTo>
                <a:cubicBezTo>
                  <a:pt x="198" y="354"/>
                  <a:pt x="198" y="354"/>
                  <a:pt x="198" y="354"/>
                </a:cubicBezTo>
                <a:lnTo>
                  <a:pt x="198" y="354"/>
                </a:lnTo>
                <a:cubicBezTo>
                  <a:pt x="191" y="347"/>
                  <a:pt x="191" y="340"/>
                  <a:pt x="191" y="333"/>
                </a:cubicBezTo>
                <a:cubicBezTo>
                  <a:pt x="191" y="319"/>
                  <a:pt x="198" y="304"/>
                  <a:pt x="219" y="304"/>
                </a:cubicBezTo>
                <a:cubicBezTo>
                  <a:pt x="226" y="304"/>
                  <a:pt x="233" y="311"/>
                  <a:pt x="241" y="311"/>
                </a:cubicBezTo>
                <a:lnTo>
                  <a:pt x="241" y="311"/>
                </a:lnTo>
                <a:cubicBezTo>
                  <a:pt x="276" y="354"/>
                  <a:pt x="276" y="354"/>
                  <a:pt x="276" y="354"/>
                </a:cubicBezTo>
                <a:cubicBezTo>
                  <a:pt x="276" y="184"/>
                  <a:pt x="276" y="184"/>
                  <a:pt x="276" y="184"/>
                </a:cubicBezTo>
                <a:cubicBezTo>
                  <a:pt x="276" y="163"/>
                  <a:pt x="283" y="156"/>
                  <a:pt x="304" y="156"/>
                </a:cubicBezTo>
                <a:cubicBezTo>
                  <a:pt x="318" y="156"/>
                  <a:pt x="333" y="163"/>
                  <a:pt x="333" y="184"/>
                </a:cubicBezTo>
                <a:cubicBezTo>
                  <a:pt x="333" y="354"/>
                  <a:pt x="333" y="354"/>
                  <a:pt x="333" y="354"/>
                </a:cubicBezTo>
                <a:cubicBezTo>
                  <a:pt x="368" y="311"/>
                  <a:pt x="368" y="311"/>
                  <a:pt x="368" y="311"/>
                </a:cubicBezTo>
                <a:lnTo>
                  <a:pt x="368" y="311"/>
                </a:lnTo>
                <a:cubicBezTo>
                  <a:pt x="368" y="311"/>
                  <a:pt x="375" y="304"/>
                  <a:pt x="389" y="304"/>
                </a:cubicBezTo>
                <a:cubicBezTo>
                  <a:pt x="403" y="304"/>
                  <a:pt x="417" y="319"/>
                  <a:pt x="417" y="333"/>
                </a:cubicBezTo>
                <a:cubicBezTo>
                  <a:pt x="417" y="340"/>
                  <a:pt x="410" y="347"/>
                  <a:pt x="410" y="354"/>
                </a:cubicBezTo>
                <a:close/>
                <a:moveTo>
                  <a:pt x="347" y="57"/>
                </a:moveTo>
                <a:lnTo>
                  <a:pt x="347" y="57"/>
                </a:lnTo>
                <a:cubicBezTo>
                  <a:pt x="255" y="57"/>
                  <a:pt x="255" y="57"/>
                  <a:pt x="255" y="57"/>
                </a:cubicBezTo>
                <a:cubicBezTo>
                  <a:pt x="241" y="57"/>
                  <a:pt x="226" y="50"/>
                  <a:pt x="226" y="29"/>
                </a:cubicBezTo>
                <a:cubicBezTo>
                  <a:pt x="226" y="15"/>
                  <a:pt x="241" y="0"/>
                  <a:pt x="255" y="0"/>
                </a:cubicBezTo>
                <a:cubicBezTo>
                  <a:pt x="347" y="0"/>
                  <a:pt x="347" y="0"/>
                  <a:pt x="347" y="0"/>
                </a:cubicBezTo>
                <a:cubicBezTo>
                  <a:pt x="368" y="0"/>
                  <a:pt x="375" y="15"/>
                  <a:pt x="375" y="29"/>
                </a:cubicBezTo>
                <a:cubicBezTo>
                  <a:pt x="375" y="50"/>
                  <a:pt x="368" y="57"/>
                  <a:pt x="347" y="57"/>
                </a:cubicBezTo>
                <a:close/>
                <a:moveTo>
                  <a:pt x="142" y="608"/>
                </a:moveTo>
                <a:lnTo>
                  <a:pt x="142" y="608"/>
                </a:lnTo>
                <a:cubicBezTo>
                  <a:pt x="29" y="608"/>
                  <a:pt x="29" y="608"/>
                  <a:pt x="29" y="608"/>
                </a:cubicBezTo>
                <a:cubicBezTo>
                  <a:pt x="15" y="608"/>
                  <a:pt x="0" y="594"/>
                  <a:pt x="0" y="580"/>
                </a:cubicBezTo>
                <a:cubicBezTo>
                  <a:pt x="0" y="467"/>
                  <a:pt x="0" y="467"/>
                  <a:pt x="0" y="467"/>
                </a:cubicBezTo>
                <a:lnTo>
                  <a:pt x="0" y="467"/>
                </a:lnTo>
                <a:cubicBezTo>
                  <a:pt x="0" y="446"/>
                  <a:pt x="15" y="439"/>
                  <a:pt x="29" y="439"/>
                </a:cubicBezTo>
                <a:cubicBezTo>
                  <a:pt x="43" y="439"/>
                  <a:pt x="57" y="446"/>
                  <a:pt x="57" y="467"/>
                </a:cubicBezTo>
                <a:cubicBezTo>
                  <a:pt x="57" y="552"/>
                  <a:pt x="57" y="552"/>
                  <a:pt x="57" y="552"/>
                </a:cubicBezTo>
                <a:cubicBezTo>
                  <a:pt x="142" y="552"/>
                  <a:pt x="142" y="552"/>
                  <a:pt x="142" y="552"/>
                </a:cubicBezTo>
                <a:cubicBezTo>
                  <a:pt x="156" y="552"/>
                  <a:pt x="170" y="559"/>
                  <a:pt x="170" y="580"/>
                </a:cubicBezTo>
                <a:cubicBezTo>
                  <a:pt x="170" y="594"/>
                  <a:pt x="156" y="608"/>
                  <a:pt x="142" y="608"/>
                </a:cubicBezTo>
                <a:close/>
                <a:moveTo>
                  <a:pt x="57" y="255"/>
                </a:moveTo>
                <a:lnTo>
                  <a:pt x="57" y="255"/>
                </a:lnTo>
                <a:cubicBezTo>
                  <a:pt x="57" y="354"/>
                  <a:pt x="57" y="354"/>
                  <a:pt x="57" y="354"/>
                </a:cubicBezTo>
                <a:cubicBezTo>
                  <a:pt x="57" y="368"/>
                  <a:pt x="43" y="382"/>
                  <a:pt x="29" y="382"/>
                </a:cubicBezTo>
                <a:cubicBezTo>
                  <a:pt x="15" y="382"/>
                  <a:pt x="0" y="368"/>
                  <a:pt x="0" y="354"/>
                </a:cubicBezTo>
                <a:cubicBezTo>
                  <a:pt x="0" y="255"/>
                  <a:pt x="0" y="255"/>
                  <a:pt x="0" y="255"/>
                </a:cubicBezTo>
                <a:cubicBezTo>
                  <a:pt x="0" y="241"/>
                  <a:pt x="15" y="227"/>
                  <a:pt x="29" y="227"/>
                </a:cubicBezTo>
                <a:cubicBezTo>
                  <a:pt x="43" y="227"/>
                  <a:pt x="57" y="241"/>
                  <a:pt x="57" y="255"/>
                </a:cubicBezTo>
                <a:close/>
                <a:moveTo>
                  <a:pt x="142" y="57"/>
                </a:moveTo>
                <a:lnTo>
                  <a:pt x="142" y="57"/>
                </a:lnTo>
                <a:lnTo>
                  <a:pt x="142" y="57"/>
                </a:lnTo>
                <a:cubicBezTo>
                  <a:pt x="57" y="57"/>
                  <a:pt x="57" y="57"/>
                  <a:pt x="57" y="57"/>
                </a:cubicBezTo>
                <a:cubicBezTo>
                  <a:pt x="57" y="142"/>
                  <a:pt x="57" y="142"/>
                  <a:pt x="57" y="142"/>
                </a:cubicBezTo>
                <a:cubicBezTo>
                  <a:pt x="57" y="163"/>
                  <a:pt x="43" y="170"/>
                  <a:pt x="29" y="170"/>
                </a:cubicBezTo>
                <a:cubicBezTo>
                  <a:pt x="15" y="170"/>
                  <a:pt x="0" y="163"/>
                  <a:pt x="0" y="142"/>
                </a:cubicBezTo>
                <a:lnTo>
                  <a:pt x="0" y="142"/>
                </a:lnTo>
                <a:cubicBezTo>
                  <a:pt x="0" y="29"/>
                  <a:pt x="0" y="29"/>
                  <a:pt x="0" y="29"/>
                </a:cubicBezTo>
                <a:cubicBezTo>
                  <a:pt x="0" y="15"/>
                  <a:pt x="15" y="0"/>
                  <a:pt x="29" y="0"/>
                </a:cubicBezTo>
                <a:cubicBezTo>
                  <a:pt x="142" y="0"/>
                  <a:pt x="142" y="0"/>
                  <a:pt x="142" y="0"/>
                </a:cubicBezTo>
                <a:lnTo>
                  <a:pt x="142" y="0"/>
                </a:lnTo>
                <a:cubicBezTo>
                  <a:pt x="156" y="0"/>
                  <a:pt x="170" y="15"/>
                  <a:pt x="170" y="29"/>
                </a:cubicBezTo>
                <a:cubicBezTo>
                  <a:pt x="170" y="50"/>
                  <a:pt x="156" y="57"/>
                  <a:pt x="142" y="57"/>
                </a:cubicBezTo>
                <a:close/>
                <a:moveTo>
                  <a:pt x="255" y="552"/>
                </a:moveTo>
                <a:lnTo>
                  <a:pt x="255" y="552"/>
                </a:lnTo>
                <a:cubicBezTo>
                  <a:pt x="347" y="552"/>
                  <a:pt x="347" y="552"/>
                  <a:pt x="347" y="552"/>
                </a:cubicBezTo>
                <a:cubicBezTo>
                  <a:pt x="368" y="552"/>
                  <a:pt x="375" y="559"/>
                  <a:pt x="375" y="580"/>
                </a:cubicBezTo>
                <a:cubicBezTo>
                  <a:pt x="375" y="594"/>
                  <a:pt x="368" y="608"/>
                  <a:pt x="347" y="608"/>
                </a:cubicBezTo>
                <a:cubicBezTo>
                  <a:pt x="255" y="608"/>
                  <a:pt x="255" y="608"/>
                  <a:pt x="255" y="608"/>
                </a:cubicBezTo>
                <a:cubicBezTo>
                  <a:pt x="241" y="608"/>
                  <a:pt x="226" y="594"/>
                  <a:pt x="226" y="580"/>
                </a:cubicBezTo>
                <a:cubicBezTo>
                  <a:pt x="226" y="559"/>
                  <a:pt x="241" y="552"/>
                  <a:pt x="255" y="55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4" name="Freeform 46"/>
          <p:cNvSpPr/>
          <p:nvPr/>
        </p:nvSpPr>
        <p:spPr>
          <a:xfrm>
            <a:off x="4224240" y="3701880"/>
            <a:ext cx="217440" cy="219240"/>
          </a:xfrm>
          <a:custGeom>
            <a:avLst/>
            <a:gdLst/>
            <a:ahLst/>
            <a:rect l="l" t="t" r="r" b="b"/>
            <a:pathLst>
              <a:path w="602" h="609">
                <a:moveTo>
                  <a:pt x="573" y="608"/>
                </a:moveTo>
                <a:lnTo>
                  <a:pt x="573" y="608"/>
                </a:lnTo>
                <a:cubicBezTo>
                  <a:pt x="460" y="608"/>
                  <a:pt x="460" y="608"/>
                  <a:pt x="460" y="608"/>
                </a:cubicBezTo>
                <a:cubicBezTo>
                  <a:pt x="446" y="608"/>
                  <a:pt x="431" y="594"/>
                  <a:pt x="431" y="580"/>
                </a:cubicBezTo>
                <a:cubicBezTo>
                  <a:pt x="431" y="559"/>
                  <a:pt x="446" y="552"/>
                  <a:pt x="460" y="552"/>
                </a:cubicBezTo>
                <a:cubicBezTo>
                  <a:pt x="544" y="552"/>
                  <a:pt x="544" y="552"/>
                  <a:pt x="544" y="552"/>
                </a:cubicBezTo>
                <a:cubicBezTo>
                  <a:pt x="544" y="467"/>
                  <a:pt x="544" y="467"/>
                  <a:pt x="544" y="467"/>
                </a:cubicBezTo>
                <a:lnTo>
                  <a:pt x="544" y="467"/>
                </a:lnTo>
                <a:cubicBezTo>
                  <a:pt x="544" y="446"/>
                  <a:pt x="559" y="439"/>
                  <a:pt x="573" y="439"/>
                </a:cubicBezTo>
                <a:cubicBezTo>
                  <a:pt x="587" y="439"/>
                  <a:pt x="601" y="446"/>
                  <a:pt x="601" y="467"/>
                </a:cubicBezTo>
                <a:cubicBezTo>
                  <a:pt x="601" y="580"/>
                  <a:pt x="601" y="580"/>
                  <a:pt x="601" y="580"/>
                </a:cubicBezTo>
                <a:cubicBezTo>
                  <a:pt x="601" y="594"/>
                  <a:pt x="587" y="608"/>
                  <a:pt x="573" y="608"/>
                </a:cubicBezTo>
                <a:close/>
                <a:moveTo>
                  <a:pt x="573" y="227"/>
                </a:moveTo>
                <a:lnTo>
                  <a:pt x="573" y="227"/>
                </a:lnTo>
                <a:cubicBezTo>
                  <a:pt x="587" y="227"/>
                  <a:pt x="601" y="241"/>
                  <a:pt x="601" y="255"/>
                </a:cubicBezTo>
                <a:cubicBezTo>
                  <a:pt x="601" y="354"/>
                  <a:pt x="601" y="354"/>
                  <a:pt x="601" y="354"/>
                </a:cubicBezTo>
                <a:cubicBezTo>
                  <a:pt x="601" y="368"/>
                  <a:pt x="587" y="382"/>
                  <a:pt x="573" y="382"/>
                </a:cubicBezTo>
                <a:cubicBezTo>
                  <a:pt x="559" y="382"/>
                  <a:pt x="544" y="368"/>
                  <a:pt x="544" y="354"/>
                </a:cubicBezTo>
                <a:cubicBezTo>
                  <a:pt x="544" y="255"/>
                  <a:pt x="544" y="255"/>
                  <a:pt x="544" y="255"/>
                </a:cubicBezTo>
                <a:cubicBezTo>
                  <a:pt x="544" y="241"/>
                  <a:pt x="559" y="227"/>
                  <a:pt x="573" y="227"/>
                </a:cubicBezTo>
                <a:close/>
                <a:moveTo>
                  <a:pt x="573" y="170"/>
                </a:moveTo>
                <a:lnTo>
                  <a:pt x="573" y="170"/>
                </a:lnTo>
                <a:cubicBezTo>
                  <a:pt x="559" y="170"/>
                  <a:pt x="544" y="163"/>
                  <a:pt x="544" y="142"/>
                </a:cubicBezTo>
                <a:lnTo>
                  <a:pt x="544" y="142"/>
                </a:lnTo>
                <a:cubicBezTo>
                  <a:pt x="544" y="57"/>
                  <a:pt x="544" y="57"/>
                  <a:pt x="544" y="57"/>
                </a:cubicBezTo>
                <a:cubicBezTo>
                  <a:pt x="460" y="57"/>
                  <a:pt x="460" y="57"/>
                  <a:pt x="460" y="57"/>
                </a:cubicBezTo>
                <a:lnTo>
                  <a:pt x="460" y="57"/>
                </a:lnTo>
                <a:cubicBezTo>
                  <a:pt x="446" y="57"/>
                  <a:pt x="431" y="50"/>
                  <a:pt x="431" y="29"/>
                </a:cubicBezTo>
                <a:cubicBezTo>
                  <a:pt x="431" y="15"/>
                  <a:pt x="446" y="0"/>
                  <a:pt x="460" y="0"/>
                </a:cubicBezTo>
                <a:lnTo>
                  <a:pt x="460" y="0"/>
                </a:lnTo>
                <a:cubicBezTo>
                  <a:pt x="573" y="0"/>
                  <a:pt x="573" y="0"/>
                  <a:pt x="573" y="0"/>
                </a:cubicBezTo>
                <a:cubicBezTo>
                  <a:pt x="587" y="0"/>
                  <a:pt x="601" y="15"/>
                  <a:pt x="601" y="29"/>
                </a:cubicBezTo>
                <a:cubicBezTo>
                  <a:pt x="601" y="142"/>
                  <a:pt x="601" y="142"/>
                  <a:pt x="601" y="142"/>
                </a:cubicBezTo>
                <a:cubicBezTo>
                  <a:pt x="601" y="163"/>
                  <a:pt x="587" y="170"/>
                  <a:pt x="573" y="170"/>
                </a:cubicBezTo>
                <a:close/>
                <a:moveTo>
                  <a:pt x="347" y="608"/>
                </a:moveTo>
                <a:lnTo>
                  <a:pt x="347" y="608"/>
                </a:lnTo>
                <a:cubicBezTo>
                  <a:pt x="255" y="608"/>
                  <a:pt x="255" y="608"/>
                  <a:pt x="255" y="608"/>
                </a:cubicBezTo>
                <a:cubicBezTo>
                  <a:pt x="233" y="608"/>
                  <a:pt x="226" y="594"/>
                  <a:pt x="226" y="580"/>
                </a:cubicBezTo>
                <a:cubicBezTo>
                  <a:pt x="226" y="559"/>
                  <a:pt x="233" y="552"/>
                  <a:pt x="255" y="552"/>
                </a:cubicBezTo>
                <a:cubicBezTo>
                  <a:pt x="347" y="552"/>
                  <a:pt x="347" y="552"/>
                  <a:pt x="347" y="552"/>
                </a:cubicBezTo>
                <a:cubicBezTo>
                  <a:pt x="361" y="552"/>
                  <a:pt x="375" y="559"/>
                  <a:pt x="375" y="580"/>
                </a:cubicBezTo>
                <a:cubicBezTo>
                  <a:pt x="375" y="594"/>
                  <a:pt x="361" y="608"/>
                  <a:pt x="347" y="608"/>
                </a:cubicBezTo>
                <a:close/>
                <a:moveTo>
                  <a:pt x="347" y="57"/>
                </a:moveTo>
                <a:lnTo>
                  <a:pt x="347" y="57"/>
                </a:lnTo>
                <a:cubicBezTo>
                  <a:pt x="255" y="57"/>
                  <a:pt x="255" y="57"/>
                  <a:pt x="255" y="57"/>
                </a:cubicBezTo>
                <a:cubicBezTo>
                  <a:pt x="233" y="57"/>
                  <a:pt x="226" y="50"/>
                  <a:pt x="226" y="29"/>
                </a:cubicBezTo>
                <a:cubicBezTo>
                  <a:pt x="226" y="15"/>
                  <a:pt x="233" y="0"/>
                  <a:pt x="255" y="0"/>
                </a:cubicBezTo>
                <a:cubicBezTo>
                  <a:pt x="347" y="0"/>
                  <a:pt x="347" y="0"/>
                  <a:pt x="347" y="0"/>
                </a:cubicBezTo>
                <a:cubicBezTo>
                  <a:pt x="361" y="0"/>
                  <a:pt x="375" y="15"/>
                  <a:pt x="375" y="29"/>
                </a:cubicBezTo>
                <a:cubicBezTo>
                  <a:pt x="375" y="50"/>
                  <a:pt x="361" y="57"/>
                  <a:pt x="347" y="57"/>
                </a:cubicBezTo>
                <a:close/>
                <a:moveTo>
                  <a:pt x="142" y="608"/>
                </a:moveTo>
                <a:lnTo>
                  <a:pt x="142" y="608"/>
                </a:lnTo>
                <a:cubicBezTo>
                  <a:pt x="29" y="608"/>
                  <a:pt x="29" y="608"/>
                  <a:pt x="29" y="608"/>
                </a:cubicBezTo>
                <a:cubicBezTo>
                  <a:pt x="7" y="608"/>
                  <a:pt x="0" y="594"/>
                  <a:pt x="0" y="580"/>
                </a:cubicBezTo>
                <a:cubicBezTo>
                  <a:pt x="0" y="467"/>
                  <a:pt x="0" y="467"/>
                  <a:pt x="0" y="467"/>
                </a:cubicBezTo>
                <a:lnTo>
                  <a:pt x="0" y="467"/>
                </a:lnTo>
                <a:cubicBezTo>
                  <a:pt x="0" y="446"/>
                  <a:pt x="7" y="439"/>
                  <a:pt x="29" y="439"/>
                </a:cubicBezTo>
                <a:cubicBezTo>
                  <a:pt x="43" y="439"/>
                  <a:pt x="57" y="446"/>
                  <a:pt x="57" y="467"/>
                </a:cubicBezTo>
                <a:cubicBezTo>
                  <a:pt x="57" y="552"/>
                  <a:pt x="57" y="552"/>
                  <a:pt x="57" y="552"/>
                </a:cubicBezTo>
                <a:cubicBezTo>
                  <a:pt x="142" y="552"/>
                  <a:pt x="142" y="552"/>
                  <a:pt x="142" y="552"/>
                </a:cubicBezTo>
                <a:cubicBezTo>
                  <a:pt x="156" y="552"/>
                  <a:pt x="170" y="559"/>
                  <a:pt x="170" y="580"/>
                </a:cubicBezTo>
                <a:cubicBezTo>
                  <a:pt x="170" y="594"/>
                  <a:pt x="156" y="608"/>
                  <a:pt x="142" y="608"/>
                </a:cubicBezTo>
                <a:close/>
                <a:moveTo>
                  <a:pt x="57" y="255"/>
                </a:moveTo>
                <a:lnTo>
                  <a:pt x="57" y="255"/>
                </a:lnTo>
                <a:cubicBezTo>
                  <a:pt x="57" y="354"/>
                  <a:pt x="57" y="354"/>
                  <a:pt x="57" y="354"/>
                </a:cubicBezTo>
                <a:cubicBezTo>
                  <a:pt x="57" y="368"/>
                  <a:pt x="43" y="382"/>
                  <a:pt x="29" y="382"/>
                </a:cubicBezTo>
                <a:cubicBezTo>
                  <a:pt x="7" y="382"/>
                  <a:pt x="0" y="368"/>
                  <a:pt x="0" y="354"/>
                </a:cubicBezTo>
                <a:cubicBezTo>
                  <a:pt x="0" y="255"/>
                  <a:pt x="0" y="255"/>
                  <a:pt x="0" y="255"/>
                </a:cubicBezTo>
                <a:cubicBezTo>
                  <a:pt x="0" y="241"/>
                  <a:pt x="7" y="227"/>
                  <a:pt x="29" y="227"/>
                </a:cubicBezTo>
                <a:cubicBezTo>
                  <a:pt x="43" y="227"/>
                  <a:pt x="57" y="241"/>
                  <a:pt x="57" y="255"/>
                </a:cubicBezTo>
                <a:close/>
                <a:moveTo>
                  <a:pt x="142" y="57"/>
                </a:moveTo>
                <a:lnTo>
                  <a:pt x="142" y="57"/>
                </a:lnTo>
                <a:lnTo>
                  <a:pt x="142" y="57"/>
                </a:lnTo>
                <a:cubicBezTo>
                  <a:pt x="57" y="57"/>
                  <a:pt x="57" y="57"/>
                  <a:pt x="57" y="57"/>
                </a:cubicBezTo>
                <a:cubicBezTo>
                  <a:pt x="57" y="142"/>
                  <a:pt x="57" y="142"/>
                  <a:pt x="57" y="142"/>
                </a:cubicBezTo>
                <a:cubicBezTo>
                  <a:pt x="57" y="163"/>
                  <a:pt x="43" y="170"/>
                  <a:pt x="29" y="170"/>
                </a:cubicBezTo>
                <a:cubicBezTo>
                  <a:pt x="7" y="170"/>
                  <a:pt x="0" y="163"/>
                  <a:pt x="0" y="142"/>
                </a:cubicBezTo>
                <a:lnTo>
                  <a:pt x="0" y="142"/>
                </a:lnTo>
                <a:cubicBezTo>
                  <a:pt x="0" y="29"/>
                  <a:pt x="0" y="29"/>
                  <a:pt x="0" y="29"/>
                </a:cubicBezTo>
                <a:cubicBezTo>
                  <a:pt x="0" y="15"/>
                  <a:pt x="7" y="0"/>
                  <a:pt x="29" y="0"/>
                </a:cubicBezTo>
                <a:cubicBezTo>
                  <a:pt x="142" y="0"/>
                  <a:pt x="142" y="0"/>
                  <a:pt x="142" y="0"/>
                </a:cubicBezTo>
                <a:lnTo>
                  <a:pt x="142" y="0"/>
                </a:lnTo>
                <a:cubicBezTo>
                  <a:pt x="156" y="0"/>
                  <a:pt x="170" y="15"/>
                  <a:pt x="170" y="29"/>
                </a:cubicBezTo>
                <a:cubicBezTo>
                  <a:pt x="170" y="50"/>
                  <a:pt x="156" y="57"/>
                  <a:pt x="142" y="5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5" name="Freeform 47"/>
          <p:cNvSpPr/>
          <p:nvPr/>
        </p:nvSpPr>
        <p:spPr>
          <a:xfrm>
            <a:off x="3843360" y="3708360"/>
            <a:ext cx="218880" cy="209520"/>
          </a:xfrm>
          <a:custGeom>
            <a:avLst/>
            <a:gdLst/>
            <a:ahLst/>
            <a:rect l="l" t="t" r="r" b="b"/>
            <a:pathLst>
              <a:path w="609" h="580">
                <a:moveTo>
                  <a:pt x="608" y="551"/>
                </a:moveTo>
                <a:lnTo>
                  <a:pt x="608" y="551"/>
                </a:lnTo>
                <a:cubicBezTo>
                  <a:pt x="608" y="572"/>
                  <a:pt x="594" y="579"/>
                  <a:pt x="580" y="579"/>
                </a:cubicBezTo>
                <a:cubicBezTo>
                  <a:pt x="28" y="579"/>
                  <a:pt x="28" y="579"/>
                  <a:pt x="28" y="579"/>
                </a:cubicBezTo>
                <a:cubicBezTo>
                  <a:pt x="14" y="579"/>
                  <a:pt x="0" y="572"/>
                  <a:pt x="0" y="551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7"/>
                  <a:pt x="14" y="0"/>
                  <a:pt x="28" y="0"/>
                </a:cubicBezTo>
                <a:cubicBezTo>
                  <a:pt x="57" y="0"/>
                  <a:pt x="57" y="0"/>
                  <a:pt x="57" y="0"/>
                </a:cubicBezTo>
                <a:cubicBezTo>
                  <a:pt x="85" y="0"/>
                  <a:pt x="85" y="0"/>
                  <a:pt x="85" y="0"/>
                </a:cubicBezTo>
                <a:cubicBezTo>
                  <a:pt x="113" y="0"/>
                  <a:pt x="113" y="0"/>
                  <a:pt x="113" y="0"/>
                </a:cubicBezTo>
                <a:cubicBezTo>
                  <a:pt x="113" y="28"/>
                  <a:pt x="113" y="28"/>
                  <a:pt x="113" y="28"/>
                </a:cubicBezTo>
                <a:cubicBezTo>
                  <a:pt x="113" y="35"/>
                  <a:pt x="113" y="35"/>
                  <a:pt x="113" y="35"/>
                </a:cubicBezTo>
                <a:lnTo>
                  <a:pt x="113" y="35"/>
                </a:lnTo>
                <a:cubicBezTo>
                  <a:pt x="113" y="141"/>
                  <a:pt x="113" y="141"/>
                  <a:pt x="113" y="141"/>
                </a:cubicBezTo>
                <a:lnTo>
                  <a:pt x="113" y="141"/>
                </a:lnTo>
                <a:cubicBezTo>
                  <a:pt x="113" y="169"/>
                  <a:pt x="113" y="169"/>
                  <a:pt x="113" y="169"/>
                </a:cubicBezTo>
                <a:cubicBezTo>
                  <a:pt x="113" y="226"/>
                  <a:pt x="113" y="226"/>
                  <a:pt x="113" y="226"/>
                </a:cubicBezTo>
                <a:cubicBezTo>
                  <a:pt x="113" y="254"/>
                  <a:pt x="141" y="282"/>
                  <a:pt x="170" y="282"/>
                </a:cubicBezTo>
                <a:cubicBezTo>
                  <a:pt x="417" y="282"/>
                  <a:pt x="417" y="282"/>
                  <a:pt x="417" y="282"/>
                </a:cubicBezTo>
                <a:cubicBezTo>
                  <a:pt x="452" y="282"/>
                  <a:pt x="474" y="254"/>
                  <a:pt x="474" y="226"/>
                </a:cubicBezTo>
                <a:cubicBezTo>
                  <a:pt x="474" y="169"/>
                  <a:pt x="474" y="169"/>
                  <a:pt x="474" y="169"/>
                </a:cubicBezTo>
                <a:cubicBezTo>
                  <a:pt x="474" y="141"/>
                  <a:pt x="474" y="141"/>
                  <a:pt x="474" y="141"/>
                </a:cubicBezTo>
                <a:lnTo>
                  <a:pt x="474" y="141"/>
                </a:lnTo>
                <a:cubicBezTo>
                  <a:pt x="474" y="56"/>
                  <a:pt x="474" y="56"/>
                  <a:pt x="474" y="56"/>
                </a:cubicBezTo>
                <a:cubicBezTo>
                  <a:pt x="474" y="35"/>
                  <a:pt x="474" y="35"/>
                  <a:pt x="474" y="35"/>
                </a:cubicBezTo>
                <a:lnTo>
                  <a:pt x="474" y="35"/>
                </a:lnTo>
                <a:cubicBezTo>
                  <a:pt x="474" y="28"/>
                  <a:pt x="474" y="28"/>
                  <a:pt x="474" y="28"/>
                </a:cubicBezTo>
                <a:cubicBezTo>
                  <a:pt x="474" y="0"/>
                  <a:pt x="474" y="0"/>
                  <a:pt x="474" y="0"/>
                </a:cubicBezTo>
                <a:cubicBezTo>
                  <a:pt x="481" y="0"/>
                  <a:pt x="481" y="0"/>
                  <a:pt x="481" y="0"/>
                </a:cubicBezTo>
                <a:cubicBezTo>
                  <a:pt x="495" y="0"/>
                  <a:pt x="495" y="0"/>
                  <a:pt x="495" y="0"/>
                </a:cubicBezTo>
                <a:lnTo>
                  <a:pt x="495" y="0"/>
                </a:lnTo>
                <a:cubicBezTo>
                  <a:pt x="502" y="0"/>
                  <a:pt x="509" y="0"/>
                  <a:pt x="509" y="7"/>
                </a:cubicBezTo>
                <a:lnTo>
                  <a:pt x="509" y="7"/>
                </a:lnTo>
                <a:cubicBezTo>
                  <a:pt x="594" y="91"/>
                  <a:pt x="594" y="91"/>
                  <a:pt x="594" y="91"/>
                </a:cubicBezTo>
                <a:lnTo>
                  <a:pt x="594" y="91"/>
                </a:lnTo>
                <a:cubicBezTo>
                  <a:pt x="601" y="98"/>
                  <a:pt x="608" y="106"/>
                  <a:pt x="608" y="113"/>
                </a:cubicBezTo>
                <a:lnTo>
                  <a:pt x="608" y="551"/>
                </a:lnTo>
                <a:close/>
                <a:moveTo>
                  <a:pt x="445" y="226"/>
                </a:moveTo>
                <a:lnTo>
                  <a:pt x="445" y="226"/>
                </a:lnTo>
                <a:cubicBezTo>
                  <a:pt x="445" y="240"/>
                  <a:pt x="431" y="254"/>
                  <a:pt x="417" y="254"/>
                </a:cubicBezTo>
                <a:cubicBezTo>
                  <a:pt x="382" y="254"/>
                  <a:pt x="382" y="254"/>
                  <a:pt x="382" y="254"/>
                </a:cubicBezTo>
                <a:lnTo>
                  <a:pt x="382" y="254"/>
                </a:lnTo>
                <a:cubicBezTo>
                  <a:pt x="212" y="254"/>
                  <a:pt x="212" y="254"/>
                  <a:pt x="212" y="254"/>
                </a:cubicBezTo>
                <a:lnTo>
                  <a:pt x="212" y="254"/>
                </a:lnTo>
                <a:cubicBezTo>
                  <a:pt x="170" y="254"/>
                  <a:pt x="170" y="254"/>
                  <a:pt x="170" y="254"/>
                </a:cubicBezTo>
                <a:cubicBezTo>
                  <a:pt x="156" y="254"/>
                  <a:pt x="141" y="240"/>
                  <a:pt x="141" y="226"/>
                </a:cubicBezTo>
                <a:cubicBezTo>
                  <a:pt x="141" y="169"/>
                  <a:pt x="141" y="169"/>
                  <a:pt x="141" y="169"/>
                </a:cubicBezTo>
                <a:lnTo>
                  <a:pt x="141" y="169"/>
                </a:lnTo>
                <a:cubicBezTo>
                  <a:pt x="141" y="0"/>
                  <a:pt x="141" y="0"/>
                  <a:pt x="141" y="0"/>
                </a:cubicBezTo>
                <a:cubicBezTo>
                  <a:pt x="445" y="0"/>
                  <a:pt x="445" y="0"/>
                  <a:pt x="445" y="0"/>
                </a:cubicBezTo>
                <a:cubicBezTo>
                  <a:pt x="445" y="169"/>
                  <a:pt x="445" y="169"/>
                  <a:pt x="445" y="169"/>
                </a:cubicBezTo>
                <a:lnTo>
                  <a:pt x="445" y="169"/>
                </a:lnTo>
                <a:lnTo>
                  <a:pt x="445" y="226"/>
                </a:lnTo>
                <a:close/>
                <a:moveTo>
                  <a:pt x="389" y="35"/>
                </a:moveTo>
                <a:lnTo>
                  <a:pt x="389" y="35"/>
                </a:lnTo>
                <a:cubicBezTo>
                  <a:pt x="304" y="35"/>
                  <a:pt x="304" y="35"/>
                  <a:pt x="304" y="35"/>
                </a:cubicBezTo>
                <a:cubicBezTo>
                  <a:pt x="304" y="212"/>
                  <a:pt x="304" y="212"/>
                  <a:pt x="304" y="212"/>
                </a:cubicBezTo>
                <a:cubicBezTo>
                  <a:pt x="389" y="212"/>
                  <a:pt x="389" y="212"/>
                  <a:pt x="389" y="212"/>
                </a:cubicBezTo>
                <a:lnTo>
                  <a:pt x="389" y="3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6" name="Freeform 48"/>
          <p:cNvSpPr/>
          <p:nvPr/>
        </p:nvSpPr>
        <p:spPr>
          <a:xfrm>
            <a:off x="3463920" y="3733920"/>
            <a:ext cx="217440" cy="158760"/>
          </a:xfrm>
          <a:custGeom>
            <a:avLst/>
            <a:gdLst/>
            <a:ahLst/>
            <a:rect l="l" t="t" r="r" b="b"/>
            <a:pathLst>
              <a:path w="602" h="439">
                <a:moveTo>
                  <a:pt x="572" y="438"/>
                </a:moveTo>
                <a:lnTo>
                  <a:pt x="572" y="438"/>
                </a:lnTo>
                <a:cubicBezTo>
                  <a:pt x="544" y="438"/>
                  <a:pt x="544" y="438"/>
                  <a:pt x="544" y="438"/>
                </a:cubicBezTo>
                <a:cubicBezTo>
                  <a:pt x="537" y="438"/>
                  <a:pt x="537" y="438"/>
                  <a:pt x="537" y="438"/>
                </a:cubicBezTo>
                <a:cubicBezTo>
                  <a:pt x="495" y="438"/>
                  <a:pt x="495" y="438"/>
                  <a:pt x="495" y="438"/>
                </a:cubicBezTo>
                <a:cubicBezTo>
                  <a:pt x="452" y="325"/>
                  <a:pt x="452" y="325"/>
                  <a:pt x="452" y="325"/>
                </a:cubicBezTo>
                <a:lnTo>
                  <a:pt x="452" y="325"/>
                </a:lnTo>
                <a:cubicBezTo>
                  <a:pt x="445" y="311"/>
                  <a:pt x="438" y="304"/>
                  <a:pt x="424" y="304"/>
                </a:cubicBezTo>
                <a:cubicBezTo>
                  <a:pt x="177" y="304"/>
                  <a:pt x="177" y="304"/>
                  <a:pt x="177" y="304"/>
                </a:cubicBezTo>
                <a:cubicBezTo>
                  <a:pt x="170" y="304"/>
                  <a:pt x="156" y="311"/>
                  <a:pt x="156" y="325"/>
                </a:cubicBezTo>
                <a:lnTo>
                  <a:pt x="156" y="325"/>
                </a:lnTo>
                <a:cubicBezTo>
                  <a:pt x="106" y="438"/>
                  <a:pt x="106" y="438"/>
                  <a:pt x="106" y="438"/>
                </a:cubicBezTo>
                <a:cubicBezTo>
                  <a:pt x="64" y="438"/>
                  <a:pt x="64" y="438"/>
                  <a:pt x="64" y="438"/>
                </a:cubicBezTo>
                <a:cubicBezTo>
                  <a:pt x="57" y="438"/>
                  <a:pt x="57" y="438"/>
                  <a:pt x="57" y="438"/>
                </a:cubicBezTo>
                <a:cubicBezTo>
                  <a:pt x="28" y="438"/>
                  <a:pt x="28" y="438"/>
                  <a:pt x="28" y="438"/>
                </a:cubicBezTo>
                <a:cubicBezTo>
                  <a:pt x="14" y="438"/>
                  <a:pt x="0" y="424"/>
                  <a:pt x="0" y="410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14" y="0"/>
                  <a:pt x="28" y="0"/>
                </a:cubicBezTo>
                <a:cubicBezTo>
                  <a:pt x="572" y="0"/>
                  <a:pt x="572" y="0"/>
                  <a:pt x="572" y="0"/>
                </a:cubicBezTo>
                <a:cubicBezTo>
                  <a:pt x="594" y="0"/>
                  <a:pt x="601" y="14"/>
                  <a:pt x="601" y="28"/>
                </a:cubicBezTo>
                <a:cubicBezTo>
                  <a:pt x="601" y="410"/>
                  <a:pt x="601" y="410"/>
                  <a:pt x="601" y="410"/>
                </a:cubicBezTo>
                <a:cubicBezTo>
                  <a:pt x="601" y="424"/>
                  <a:pt x="594" y="438"/>
                  <a:pt x="572" y="438"/>
                </a:cubicBezTo>
                <a:close/>
                <a:moveTo>
                  <a:pt x="148" y="142"/>
                </a:moveTo>
                <a:lnTo>
                  <a:pt x="148" y="142"/>
                </a:lnTo>
                <a:cubicBezTo>
                  <a:pt x="127" y="142"/>
                  <a:pt x="113" y="163"/>
                  <a:pt x="113" y="184"/>
                </a:cubicBezTo>
                <a:cubicBezTo>
                  <a:pt x="113" y="205"/>
                  <a:pt x="127" y="219"/>
                  <a:pt x="148" y="219"/>
                </a:cubicBezTo>
                <a:cubicBezTo>
                  <a:pt x="170" y="219"/>
                  <a:pt x="191" y="205"/>
                  <a:pt x="191" y="184"/>
                </a:cubicBezTo>
                <a:cubicBezTo>
                  <a:pt x="191" y="163"/>
                  <a:pt x="170" y="142"/>
                  <a:pt x="148" y="142"/>
                </a:cubicBezTo>
                <a:close/>
                <a:moveTo>
                  <a:pt x="375" y="142"/>
                </a:moveTo>
                <a:lnTo>
                  <a:pt x="375" y="142"/>
                </a:lnTo>
                <a:cubicBezTo>
                  <a:pt x="226" y="142"/>
                  <a:pt x="226" y="142"/>
                  <a:pt x="226" y="142"/>
                </a:cubicBezTo>
                <a:cubicBezTo>
                  <a:pt x="226" y="219"/>
                  <a:pt x="226" y="219"/>
                  <a:pt x="226" y="219"/>
                </a:cubicBezTo>
                <a:cubicBezTo>
                  <a:pt x="375" y="219"/>
                  <a:pt x="375" y="219"/>
                  <a:pt x="375" y="219"/>
                </a:cubicBezTo>
                <a:lnTo>
                  <a:pt x="375" y="142"/>
                </a:lnTo>
                <a:close/>
                <a:moveTo>
                  <a:pt x="452" y="142"/>
                </a:moveTo>
                <a:lnTo>
                  <a:pt x="452" y="142"/>
                </a:lnTo>
                <a:cubicBezTo>
                  <a:pt x="431" y="142"/>
                  <a:pt x="417" y="163"/>
                  <a:pt x="417" y="184"/>
                </a:cubicBezTo>
                <a:cubicBezTo>
                  <a:pt x="417" y="205"/>
                  <a:pt x="431" y="219"/>
                  <a:pt x="452" y="219"/>
                </a:cubicBezTo>
                <a:cubicBezTo>
                  <a:pt x="474" y="219"/>
                  <a:pt x="488" y="205"/>
                  <a:pt x="488" y="184"/>
                </a:cubicBezTo>
                <a:cubicBezTo>
                  <a:pt x="488" y="163"/>
                  <a:pt x="474" y="142"/>
                  <a:pt x="452" y="142"/>
                </a:cubicBezTo>
                <a:close/>
                <a:moveTo>
                  <a:pt x="170" y="354"/>
                </a:moveTo>
                <a:lnTo>
                  <a:pt x="170" y="354"/>
                </a:lnTo>
                <a:cubicBezTo>
                  <a:pt x="177" y="339"/>
                  <a:pt x="184" y="332"/>
                  <a:pt x="198" y="332"/>
                </a:cubicBezTo>
                <a:cubicBezTo>
                  <a:pt x="403" y="332"/>
                  <a:pt x="403" y="332"/>
                  <a:pt x="403" y="332"/>
                </a:cubicBezTo>
                <a:cubicBezTo>
                  <a:pt x="417" y="332"/>
                  <a:pt x="431" y="339"/>
                  <a:pt x="431" y="354"/>
                </a:cubicBezTo>
                <a:lnTo>
                  <a:pt x="431" y="354"/>
                </a:lnTo>
                <a:cubicBezTo>
                  <a:pt x="459" y="438"/>
                  <a:pt x="459" y="438"/>
                  <a:pt x="459" y="438"/>
                </a:cubicBezTo>
                <a:cubicBezTo>
                  <a:pt x="403" y="438"/>
                  <a:pt x="403" y="438"/>
                  <a:pt x="403" y="438"/>
                </a:cubicBezTo>
                <a:lnTo>
                  <a:pt x="403" y="438"/>
                </a:lnTo>
                <a:cubicBezTo>
                  <a:pt x="198" y="438"/>
                  <a:pt x="198" y="438"/>
                  <a:pt x="198" y="438"/>
                </a:cubicBezTo>
                <a:lnTo>
                  <a:pt x="198" y="438"/>
                </a:lnTo>
                <a:cubicBezTo>
                  <a:pt x="141" y="438"/>
                  <a:pt x="141" y="438"/>
                  <a:pt x="141" y="438"/>
                </a:cubicBezTo>
                <a:cubicBezTo>
                  <a:pt x="170" y="354"/>
                  <a:pt x="170" y="354"/>
                  <a:pt x="170" y="35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7" name="Freeform 49"/>
          <p:cNvSpPr/>
          <p:nvPr/>
        </p:nvSpPr>
        <p:spPr>
          <a:xfrm>
            <a:off x="7694640" y="3330720"/>
            <a:ext cx="217440" cy="217440"/>
          </a:xfrm>
          <a:custGeom>
            <a:avLst/>
            <a:gdLst/>
            <a:ahLst/>
            <a:rect l="l" t="t" r="r" b="b"/>
            <a:pathLst>
              <a:path w="602" h="602">
                <a:moveTo>
                  <a:pt x="601" y="304"/>
                </a:moveTo>
                <a:lnTo>
                  <a:pt x="601" y="304"/>
                </a:lnTo>
                <a:cubicBezTo>
                  <a:pt x="601" y="573"/>
                  <a:pt x="601" y="573"/>
                  <a:pt x="601" y="573"/>
                </a:cubicBezTo>
                <a:cubicBezTo>
                  <a:pt x="601" y="594"/>
                  <a:pt x="587" y="601"/>
                  <a:pt x="573" y="601"/>
                </a:cubicBezTo>
                <a:cubicBezTo>
                  <a:pt x="297" y="601"/>
                  <a:pt x="297" y="601"/>
                  <a:pt x="297" y="601"/>
                </a:cubicBezTo>
                <a:lnTo>
                  <a:pt x="297" y="601"/>
                </a:lnTo>
                <a:cubicBezTo>
                  <a:pt x="134" y="601"/>
                  <a:pt x="0" y="467"/>
                  <a:pt x="0" y="304"/>
                </a:cubicBezTo>
                <a:cubicBezTo>
                  <a:pt x="0" y="135"/>
                  <a:pt x="134" y="0"/>
                  <a:pt x="297" y="0"/>
                </a:cubicBezTo>
                <a:cubicBezTo>
                  <a:pt x="466" y="0"/>
                  <a:pt x="601" y="135"/>
                  <a:pt x="601" y="304"/>
                </a:cubicBezTo>
                <a:close/>
                <a:moveTo>
                  <a:pt x="297" y="57"/>
                </a:moveTo>
                <a:lnTo>
                  <a:pt x="297" y="57"/>
                </a:lnTo>
                <a:cubicBezTo>
                  <a:pt x="163" y="57"/>
                  <a:pt x="57" y="170"/>
                  <a:pt x="57" y="304"/>
                </a:cubicBezTo>
                <a:cubicBezTo>
                  <a:pt x="57" y="439"/>
                  <a:pt x="163" y="544"/>
                  <a:pt x="297" y="544"/>
                </a:cubicBezTo>
                <a:lnTo>
                  <a:pt x="297" y="544"/>
                </a:lnTo>
                <a:lnTo>
                  <a:pt x="297" y="544"/>
                </a:lnTo>
                <a:cubicBezTo>
                  <a:pt x="431" y="544"/>
                  <a:pt x="544" y="439"/>
                  <a:pt x="544" y="304"/>
                </a:cubicBezTo>
                <a:lnTo>
                  <a:pt x="544" y="304"/>
                </a:lnTo>
                <a:lnTo>
                  <a:pt x="544" y="304"/>
                </a:lnTo>
                <a:cubicBezTo>
                  <a:pt x="544" y="170"/>
                  <a:pt x="431" y="57"/>
                  <a:pt x="297" y="57"/>
                </a:cubicBezTo>
                <a:close/>
                <a:moveTo>
                  <a:pt x="424" y="333"/>
                </a:moveTo>
                <a:lnTo>
                  <a:pt x="424" y="333"/>
                </a:lnTo>
                <a:cubicBezTo>
                  <a:pt x="403" y="333"/>
                  <a:pt x="403" y="333"/>
                  <a:pt x="403" y="333"/>
                </a:cubicBezTo>
                <a:lnTo>
                  <a:pt x="403" y="333"/>
                </a:lnTo>
                <a:cubicBezTo>
                  <a:pt x="226" y="333"/>
                  <a:pt x="226" y="333"/>
                  <a:pt x="226" y="333"/>
                </a:cubicBezTo>
                <a:lnTo>
                  <a:pt x="226" y="333"/>
                </a:lnTo>
                <a:cubicBezTo>
                  <a:pt x="177" y="333"/>
                  <a:pt x="177" y="333"/>
                  <a:pt x="177" y="333"/>
                </a:cubicBezTo>
                <a:cubicBezTo>
                  <a:pt x="163" y="333"/>
                  <a:pt x="148" y="318"/>
                  <a:pt x="148" y="304"/>
                </a:cubicBezTo>
                <a:cubicBezTo>
                  <a:pt x="148" y="283"/>
                  <a:pt x="163" y="276"/>
                  <a:pt x="177" y="276"/>
                </a:cubicBezTo>
                <a:cubicBezTo>
                  <a:pt x="269" y="276"/>
                  <a:pt x="269" y="276"/>
                  <a:pt x="269" y="276"/>
                </a:cubicBezTo>
                <a:lnTo>
                  <a:pt x="269" y="276"/>
                </a:lnTo>
                <a:cubicBezTo>
                  <a:pt x="325" y="276"/>
                  <a:pt x="325" y="276"/>
                  <a:pt x="325" y="276"/>
                </a:cubicBezTo>
                <a:lnTo>
                  <a:pt x="325" y="276"/>
                </a:lnTo>
                <a:cubicBezTo>
                  <a:pt x="424" y="276"/>
                  <a:pt x="424" y="276"/>
                  <a:pt x="424" y="276"/>
                </a:cubicBezTo>
                <a:cubicBezTo>
                  <a:pt x="438" y="276"/>
                  <a:pt x="452" y="283"/>
                  <a:pt x="452" y="304"/>
                </a:cubicBezTo>
                <a:cubicBezTo>
                  <a:pt x="452" y="318"/>
                  <a:pt x="438" y="333"/>
                  <a:pt x="424" y="3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8" name="Freeform 50"/>
          <p:cNvSpPr/>
          <p:nvPr/>
        </p:nvSpPr>
        <p:spPr>
          <a:xfrm>
            <a:off x="7311960" y="3330720"/>
            <a:ext cx="219240" cy="217440"/>
          </a:xfrm>
          <a:custGeom>
            <a:avLst/>
            <a:gdLst/>
            <a:ahLst/>
            <a:rect l="l" t="t" r="r" b="b"/>
            <a:pathLst>
              <a:path w="609" h="602">
                <a:moveTo>
                  <a:pt x="608" y="304"/>
                </a:moveTo>
                <a:lnTo>
                  <a:pt x="608" y="304"/>
                </a:lnTo>
                <a:cubicBezTo>
                  <a:pt x="608" y="573"/>
                  <a:pt x="608" y="573"/>
                  <a:pt x="608" y="573"/>
                </a:cubicBezTo>
                <a:cubicBezTo>
                  <a:pt x="608" y="594"/>
                  <a:pt x="594" y="601"/>
                  <a:pt x="579" y="601"/>
                </a:cubicBezTo>
                <a:cubicBezTo>
                  <a:pt x="304" y="601"/>
                  <a:pt x="304" y="601"/>
                  <a:pt x="304" y="601"/>
                </a:cubicBezTo>
                <a:lnTo>
                  <a:pt x="304" y="601"/>
                </a:lnTo>
                <a:cubicBezTo>
                  <a:pt x="134" y="601"/>
                  <a:pt x="0" y="467"/>
                  <a:pt x="0" y="304"/>
                </a:cubicBezTo>
                <a:cubicBezTo>
                  <a:pt x="0" y="135"/>
                  <a:pt x="134" y="0"/>
                  <a:pt x="304" y="0"/>
                </a:cubicBezTo>
                <a:cubicBezTo>
                  <a:pt x="473" y="0"/>
                  <a:pt x="608" y="135"/>
                  <a:pt x="608" y="304"/>
                </a:cubicBezTo>
                <a:close/>
                <a:moveTo>
                  <a:pt x="304" y="57"/>
                </a:moveTo>
                <a:lnTo>
                  <a:pt x="304" y="57"/>
                </a:lnTo>
                <a:cubicBezTo>
                  <a:pt x="169" y="57"/>
                  <a:pt x="56" y="170"/>
                  <a:pt x="56" y="304"/>
                </a:cubicBezTo>
                <a:cubicBezTo>
                  <a:pt x="56" y="439"/>
                  <a:pt x="169" y="544"/>
                  <a:pt x="304" y="544"/>
                </a:cubicBezTo>
                <a:lnTo>
                  <a:pt x="304" y="544"/>
                </a:lnTo>
                <a:lnTo>
                  <a:pt x="304" y="544"/>
                </a:lnTo>
                <a:cubicBezTo>
                  <a:pt x="438" y="544"/>
                  <a:pt x="551" y="439"/>
                  <a:pt x="551" y="304"/>
                </a:cubicBezTo>
                <a:lnTo>
                  <a:pt x="551" y="304"/>
                </a:lnTo>
                <a:lnTo>
                  <a:pt x="551" y="304"/>
                </a:lnTo>
                <a:cubicBezTo>
                  <a:pt x="551" y="170"/>
                  <a:pt x="438" y="57"/>
                  <a:pt x="304" y="57"/>
                </a:cubicBezTo>
                <a:close/>
                <a:moveTo>
                  <a:pt x="424" y="333"/>
                </a:moveTo>
                <a:lnTo>
                  <a:pt x="424" y="333"/>
                </a:lnTo>
                <a:cubicBezTo>
                  <a:pt x="332" y="333"/>
                  <a:pt x="332" y="333"/>
                  <a:pt x="332" y="333"/>
                </a:cubicBezTo>
                <a:cubicBezTo>
                  <a:pt x="332" y="424"/>
                  <a:pt x="332" y="424"/>
                  <a:pt x="332" y="424"/>
                </a:cubicBezTo>
                <a:cubicBezTo>
                  <a:pt x="332" y="439"/>
                  <a:pt x="318" y="453"/>
                  <a:pt x="304" y="453"/>
                </a:cubicBezTo>
                <a:cubicBezTo>
                  <a:pt x="290" y="453"/>
                  <a:pt x="276" y="439"/>
                  <a:pt x="276" y="424"/>
                </a:cubicBezTo>
                <a:cubicBezTo>
                  <a:pt x="276" y="333"/>
                  <a:pt x="276" y="333"/>
                  <a:pt x="276" y="333"/>
                </a:cubicBezTo>
                <a:cubicBezTo>
                  <a:pt x="184" y="333"/>
                  <a:pt x="184" y="333"/>
                  <a:pt x="184" y="333"/>
                </a:cubicBezTo>
                <a:cubicBezTo>
                  <a:pt x="162" y="333"/>
                  <a:pt x="155" y="318"/>
                  <a:pt x="155" y="304"/>
                </a:cubicBezTo>
                <a:cubicBezTo>
                  <a:pt x="155" y="283"/>
                  <a:pt x="162" y="276"/>
                  <a:pt x="184" y="276"/>
                </a:cubicBezTo>
                <a:cubicBezTo>
                  <a:pt x="276" y="276"/>
                  <a:pt x="276" y="276"/>
                  <a:pt x="276" y="276"/>
                </a:cubicBezTo>
                <a:cubicBezTo>
                  <a:pt x="276" y="177"/>
                  <a:pt x="276" y="177"/>
                  <a:pt x="276" y="177"/>
                </a:cubicBezTo>
                <a:cubicBezTo>
                  <a:pt x="276" y="163"/>
                  <a:pt x="290" y="149"/>
                  <a:pt x="304" y="149"/>
                </a:cubicBezTo>
                <a:cubicBezTo>
                  <a:pt x="318" y="149"/>
                  <a:pt x="332" y="163"/>
                  <a:pt x="332" y="177"/>
                </a:cubicBezTo>
                <a:cubicBezTo>
                  <a:pt x="332" y="276"/>
                  <a:pt x="332" y="276"/>
                  <a:pt x="332" y="276"/>
                </a:cubicBezTo>
                <a:cubicBezTo>
                  <a:pt x="424" y="276"/>
                  <a:pt x="424" y="276"/>
                  <a:pt x="424" y="276"/>
                </a:cubicBezTo>
                <a:cubicBezTo>
                  <a:pt x="445" y="276"/>
                  <a:pt x="452" y="283"/>
                  <a:pt x="452" y="304"/>
                </a:cubicBezTo>
                <a:cubicBezTo>
                  <a:pt x="452" y="318"/>
                  <a:pt x="445" y="333"/>
                  <a:pt x="424" y="3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9" name="Freeform 51"/>
          <p:cNvSpPr/>
          <p:nvPr/>
        </p:nvSpPr>
        <p:spPr>
          <a:xfrm>
            <a:off x="6934320" y="3352680"/>
            <a:ext cx="217440" cy="169920"/>
          </a:xfrm>
          <a:custGeom>
            <a:avLst/>
            <a:gdLst/>
            <a:ahLst/>
            <a:rect l="l" t="t" r="r" b="b"/>
            <a:pathLst>
              <a:path w="602" h="474">
                <a:moveTo>
                  <a:pt x="572" y="269"/>
                </a:moveTo>
                <a:lnTo>
                  <a:pt x="572" y="269"/>
                </a:lnTo>
                <a:cubicBezTo>
                  <a:pt x="403" y="269"/>
                  <a:pt x="403" y="269"/>
                  <a:pt x="403" y="269"/>
                </a:cubicBezTo>
                <a:cubicBezTo>
                  <a:pt x="389" y="269"/>
                  <a:pt x="374" y="254"/>
                  <a:pt x="374" y="240"/>
                </a:cubicBezTo>
                <a:cubicBezTo>
                  <a:pt x="374" y="219"/>
                  <a:pt x="389" y="212"/>
                  <a:pt x="403" y="212"/>
                </a:cubicBezTo>
                <a:cubicBezTo>
                  <a:pt x="572" y="212"/>
                  <a:pt x="572" y="212"/>
                  <a:pt x="572" y="212"/>
                </a:cubicBezTo>
                <a:cubicBezTo>
                  <a:pt x="594" y="212"/>
                  <a:pt x="601" y="219"/>
                  <a:pt x="601" y="240"/>
                </a:cubicBezTo>
                <a:cubicBezTo>
                  <a:pt x="601" y="254"/>
                  <a:pt x="594" y="269"/>
                  <a:pt x="572" y="269"/>
                </a:cubicBezTo>
                <a:close/>
                <a:moveTo>
                  <a:pt x="374" y="445"/>
                </a:moveTo>
                <a:lnTo>
                  <a:pt x="374" y="445"/>
                </a:lnTo>
                <a:cubicBezTo>
                  <a:pt x="374" y="459"/>
                  <a:pt x="367" y="473"/>
                  <a:pt x="346" y="473"/>
                </a:cubicBezTo>
                <a:cubicBezTo>
                  <a:pt x="339" y="473"/>
                  <a:pt x="325" y="466"/>
                  <a:pt x="325" y="452"/>
                </a:cubicBezTo>
                <a:lnTo>
                  <a:pt x="325" y="452"/>
                </a:lnTo>
                <a:cubicBezTo>
                  <a:pt x="283" y="360"/>
                  <a:pt x="283" y="360"/>
                  <a:pt x="283" y="360"/>
                </a:cubicBezTo>
                <a:cubicBezTo>
                  <a:pt x="92" y="360"/>
                  <a:pt x="92" y="360"/>
                  <a:pt x="92" y="360"/>
                </a:cubicBezTo>
                <a:cubicBezTo>
                  <a:pt x="56" y="452"/>
                  <a:pt x="56" y="452"/>
                  <a:pt x="56" y="452"/>
                </a:cubicBezTo>
                <a:lnTo>
                  <a:pt x="56" y="452"/>
                </a:lnTo>
                <a:cubicBezTo>
                  <a:pt x="49" y="466"/>
                  <a:pt x="42" y="473"/>
                  <a:pt x="28" y="473"/>
                </a:cubicBezTo>
                <a:cubicBezTo>
                  <a:pt x="14" y="473"/>
                  <a:pt x="0" y="459"/>
                  <a:pt x="0" y="445"/>
                </a:cubicBezTo>
                <a:cubicBezTo>
                  <a:pt x="0" y="438"/>
                  <a:pt x="0" y="438"/>
                  <a:pt x="0" y="438"/>
                </a:cubicBezTo>
                <a:lnTo>
                  <a:pt x="0" y="438"/>
                </a:lnTo>
                <a:cubicBezTo>
                  <a:pt x="162" y="21"/>
                  <a:pt x="162" y="21"/>
                  <a:pt x="162" y="21"/>
                </a:cubicBezTo>
                <a:lnTo>
                  <a:pt x="162" y="21"/>
                </a:lnTo>
                <a:cubicBezTo>
                  <a:pt x="169" y="7"/>
                  <a:pt x="176" y="0"/>
                  <a:pt x="191" y="0"/>
                </a:cubicBezTo>
                <a:cubicBezTo>
                  <a:pt x="198" y="0"/>
                  <a:pt x="212" y="7"/>
                  <a:pt x="212" y="21"/>
                </a:cubicBezTo>
                <a:lnTo>
                  <a:pt x="212" y="21"/>
                </a:lnTo>
                <a:cubicBezTo>
                  <a:pt x="374" y="438"/>
                  <a:pt x="374" y="438"/>
                  <a:pt x="374" y="438"/>
                </a:cubicBezTo>
                <a:lnTo>
                  <a:pt x="374" y="438"/>
                </a:lnTo>
                <a:cubicBezTo>
                  <a:pt x="374" y="438"/>
                  <a:pt x="374" y="438"/>
                  <a:pt x="374" y="445"/>
                </a:cubicBezTo>
                <a:close/>
                <a:moveTo>
                  <a:pt x="191" y="106"/>
                </a:moveTo>
                <a:lnTo>
                  <a:pt x="191" y="106"/>
                </a:lnTo>
                <a:cubicBezTo>
                  <a:pt x="113" y="304"/>
                  <a:pt x="113" y="304"/>
                  <a:pt x="113" y="304"/>
                </a:cubicBezTo>
                <a:cubicBezTo>
                  <a:pt x="261" y="304"/>
                  <a:pt x="261" y="304"/>
                  <a:pt x="261" y="304"/>
                </a:cubicBezTo>
                <a:lnTo>
                  <a:pt x="191" y="10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0" name="Freeform 52"/>
          <p:cNvSpPr/>
          <p:nvPr/>
        </p:nvSpPr>
        <p:spPr>
          <a:xfrm>
            <a:off x="6554880" y="3352680"/>
            <a:ext cx="215640" cy="169920"/>
          </a:xfrm>
          <a:custGeom>
            <a:avLst/>
            <a:gdLst/>
            <a:ahLst/>
            <a:rect l="l" t="t" r="r" b="b"/>
            <a:pathLst>
              <a:path w="601" h="474">
                <a:moveTo>
                  <a:pt x="572" y="269"/>
                </a:moveTo>
                <a:lnTo>
                  <a:pt x="572" y="269"/>
                </a:lnTo>
                <a:cubicBezTo>
                  <a:pt x="516" y="269"/>
                  <a:pt x="516" y="269"/>
                  <a:pt x="516" y="269"/>
                </a:cubicBezTo>
                <a:cubicBezTo>
                  <a:pt x="516" y="325"/>
                  <a:pt x="516" y="325"/>
                  <a:pt x="516" y="325"/>
                </a:cubicBezTo>
                <a:cubicBezTo>
                  <a:pt x="516" y="339"/>
                  <a:pt x="502" y="353"/>
                  <a:pt x="487" y="353"/>
                </a:cubicBezTo>
                <a:cubicBezTo>
                  <a:pt x="473" y="353"/>
                  <a:pt x="459" y="339"/>
                  <a:pt x="459" y="325"/>
                </a:cubicBezTo>
                <a:cubicBezTo>
                  <a:pt x="459" y="269"/>
                  <a:pt x="459" y="269"/>
                  <a:pt x="459" y="269"/>
                </a:cubicBezTo>
                <a:cubicBezTo>
                  <a:pt x="403" y="269"/>
                  <a:pt x="403" y="269"/>
                  <a:pt x="403" y="269"/>
                </a:cubicBezTo>
                <a:cubicBezTo>
                  <a:pt x="389" y="269"/>
                  <a:pt x="374" y="254"/>
                  <a:pt x="374" y="240"/>
                </a:cubicBezTo>
                <a:cubicBezTo>
                  <a:pt x="374" y="219"/>
                  <a:pt x="389" y="212"/>
                  <a:pt x="403" y="212"/>
                </a:cubicBezTo>
                <a:cubicBezTo>
                  <a:pt x="459" y="212"/>
                  <a:pt x="459" y="212"/>
                  <a:pt x="459" y="212"/>
                </a:cubicBezTo>
                <a:cubicBezTo>
                  <a:pt x="459" y="155"/>
                  <a:pt x="459" y="155"/>
                  <a:pt x="459" y="155"/>
                </a:cubicBezTo>
                <a:cubicBezTo>
                  <a:pt x="459" y="134"/>
                  <a:pt x="473" y="127"/>
                  <a:pt x="487" y="127"/>
                </a:cubicBezTo>
                <a:cubicBezTo>
                  <a:pt x="502" y="127"/>
                  <a:pt x="516" y="134"/>
                  <a:pt x="516" y="155"/>
                </a:cubicBezTo>
                <a:cubicBezTo>
                  <a:pt x="516" y="212"/>
                  <a:pt x="516" y="212"/>
                  <a:pt x="516" y="212"/>
                </a:cubicBezTo>
                <a:cubicBezTo>
                  <a:pt x="572" y="212"/>
                  <a:pt x="572" y="212"/>
                  <a:pt x="572" y="212"/>
                </a:cubicBezTo>
                <a:cubicBezTo>
                  <a:pt x="586" y="212"/>
                  <a:pt x="600" y="219"/>
                  <a:pt x="600" y="240"/>
                </a:cubicBezTo>
                <a:cubicBezTo>
                  <a:pt x="600" y="254"/>
                  <a:pt x="586" y="269"/>
                  <a:pt x="572" y="269"/>
                </a:cubicBezTo>
                <a:close/>
                <a:moveTo>
                  <a:pt x="374" y="445"/>
                </a:moveTo>
                <a:lnTo>
                  <a:pt x="374" y="445"/>
                </a:lnTo>
                <a:cubicBezTo>
                  <a:pt x="374" y="459"/>
                  <a:pt x="360" y="473"/>
                  <a:pt x="346" y="473"/>
                </a:cubicBezTo>
                <a:cubicBezTo>
                  <a:pt x="332" y="473"/>
                  <a:pt x="325" y="466"/>
                  <a:pt x="318" y="452"/>
                </a:cubicBezTo>
                <a:lnTo>
                  <a:pt x="318" y="452"/>
                </a:lnTo>
                <a:cubicBezTo>
                  <a:pt x="283" y="360"/>
                  <a:pt x="283" y="360"/>
                  <a:pt x="283" y="360"/>
                </a:cubicBezTo>
                <a:cubicBezTo>
                  <a:pt x="92" y="360"/>
                  <a:pt x="92" y="360"/>
                  <a:pt x="92" y="360"/>
                </a:cubicBezTo>
                <a:cubicBezTo>
                  <a:pt x="49" y="452"/>
                  <a:pt x="49" y="452"/>
                  <a:pt x="49" y="452"/>
                </a:cubicBezTo>
                <a:lnTo>
                  <a:pt x="49" y="452"/>
                </a:lnTo>
                <a:cubicBezTo>
                  <a:pt x="49" y="466"/>
                  <a:pt x="35" y="473"/>
                  <a:pt x="28" y="473"/>
                </a:cubicBezTo>
                <a:cubicBezTo>
                  <a:pt x="7" y="473"/>
                  <a:pt x="0" y="459"/>
                  <a:pt x="0" y="445"/>
                </a:cubicBezTo>
                <a:cubicBezTo>
                  <a:pt x="0" y="438"/>
                  <a:pt x="0" y="438"/>
                  <a:pt x="0" y="438"/>
                </a:cubicBezTo>
                <a:lnTo>
                  <a:pt x="0" y="438"/>
                </a:lnTo>
                <a:cubicBezTo>
                  <a:pt x="162" y="21"/>
                  <a:pt x="162" y="21"/>
                  <a:pt x="162" y="21"/>
                </a:cubicBezTo>
                <a:lnTo>
                  <a:pt x="162" y="21"/>
                </a:lnTo>
                <a:cubicBezTo>
                  <a:pt x="162" y="7"/>
                  <a:pt x="176" y="0"/>
                  <a:pt x="183" y="0"/>
                </a:cubicBezTo>
                <a:cubicBezTo>
                  <a:pt x="198" y="0"/>
                  <a:pt x="205" y="7"/>
                  <a:pt x="212" y="21"/>
                </a:cubicBezTo>
                <a:lnTo>
                  <a:pt x="212" y="21"/>
                </a:lnTo>
                <a:cubicBezTo>
                  <a:pt x="374" y="438"/>
                  <a:pt x="374" y="438"/>
                  <a:pt x="374" y="438"/>
                </a:cubicBezTo>
                <a:lnTo>
                  <a:pt x="374" y="438"/>
                </a:lnTo>
                <a:cubicBezTo>
                  <a:pt x="374" y="438"/>
                  <a:pt x="374" y="438"/>
                  <a:pt x="374" y="445"/>
                </a:cubicBezTo>
                <a:close/>
                <a:moveTo>
                  <a:pt x="183" y="106"/>
                </a:moveTo>
                <a:lnTo>
                  <a:pt x="183" y="106"/>
                </a:lnTo>
                <a:cubicBezTo>
                  <a:pt x="113" y="304"/>
                  <a:pt x="113" y="304"/>
                  <a:pt x="113" y="304"/>
                </a:cubicBezTo>
                <a:cubicBezTo>
                  <a:pt x="261" y="304"/>
                  <a:pt x="261" y="304"/>
                  <a:pt x="261" y="304"/>
                </a:cubicBezTo>
                <a:lnTo>
                  <a:pt x="183" y="10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1" name="Freeform 53"/>
          <p:cNvSpPr/>
          <p:nvPr/>
        </p:nvSpPr>
        <p:spPr>
          <a:xfrm>
            <a:off x="6221520" y="3330720"/>
            <a:ext cx="122040" cy="217440"/>
          </a:xfrm>
          <a:custGeom>
            <a:avLst/>
            <a:gdLst/>
            <a:ahLst/>
            <a:rect l="l" t="t" r="r" b="b"/>
            <a:pathLst>
              <a:path w="340" h="602">
                <a:moveTo>
                  <a:pt x="332" y="191"/>
                </a:moveTo>
                <a:lnTo>
                  <a:pt x="332" y="191"/>
                </a:lnTo>
                <a:lnTo>
                  <a:pt x="332" y="191"/>
                </a:lnTo>
                <a:cubicBezTo>
                  <a:pt x="219" y="304"/>
                  <a:pt x="219" y="304"/>
                  <a:pt x="219" y="304"/>
                </a:cubicBezTo>
                <a:cubicBezTo>
                  <a:pt x="332" y="417"/>
                  <a:pt x="332" y="417"/>
                  <a:pt x="332" y="417"/>
                </a:cubicBezTo>
                <a:lnTo>
                  <a:pt x="332" y="417"/>
                </a:lnTo>
                <a:cubicBezTo>
                  <a:pt x="339" y="417"/>
                  <a:pt x="339" y="424"/>
                  <a:pt x="339" y="431"/>
                </a:cubicBezTo>
                <a:cubicBezTo>
                  <a:pt x="339" y="439"/>
                  <a:pt x="339" y="446"/>
                  <a:pt x="332" y="453"/>
                </a:cubicBezTo>
                <a:lnTo>
                  <a:pt x="332" y="453"/>
                </a:lnTo>
                <a:cubicBezTo>
                  <a:pt x="191" y="594"/>
                  <a:pt x="191" y="594"/>
                  <a:pt x="191" y="594"/>
                </a:cubicBezTo>
                <a:lnTo>
                  <a:pt x="191" y="594"/>
                </a:lnTo>
                <a:cubicBezTo>
                  <a:pt x="184" y="601"/>
                  <a:pt x="177" y="601"/>
                  <a:pt x="170" y="601"/>
                </a:cubicBezTo>
                <a:cubicBezTo>
                  <a:pt x="156" y="601"/>
                  <a:pt x="141" y="594"/>
                  <a:pt x="141" y="573"/>
                </a:cubicBezTo>
                <a:cubicBezTo>
                  <a:pt x="141" y="382"/>
                  <a:pt x="141" y="382"/>
                  <a:pt x="141" y="382"/>
                </a:cubicBezTo>
                <a:cubicBezTo>
                  <a:pt x="49" y="474"/>
                  <a:pt x="49" y="474"/>
                  <a:pt x="49" y="474"/>
                </a:cubicBezTo>
                <a:lnTo>
                  <a:pt x="49" y="474"/>
                </a:lnTo>
                <a:cubicBezTo>
                  <a:pt x="42" y="481"/>
                  <a:pt x="35" y="481"/>
                  <a:pt x="28" y="481"/>
                </a:cubicBezTo>
                <a:cubicBezTo>
                  <a:pt x="14" y="481"/>
                  <a:pt x="0" y="467"/>
                  <a:pt x="0" y="453"/>
                </a:cubicBezTo>
                <a:cubicBezTo>
                  <a:pt x="0" y="446"/>
                  <a:pt x="0" y="439"/>
                  <a:pt x="7" y="431"/>
                </a:cubicBezTo>
                <a:lnTo>
                  <a:pt x="7" y="431"/>
                </a:lnTo>
                <a:cubicBezTo>
                  <a:pt x="141" y="304"/>
                  <a:pt x="141" y="304"/>
                  <a:pt x="141" y="304"/>
                </a:cubicBezTo>
                <a:cubicBezTo>
                  <a:pt x="7" y="170"/>
                  <a:pt x="7" y="170"/>
                  <a:pt x="7" y="170"/>
                </a:cubicBezTo>
                <a:lnTo>
                  <a:pt x="7" y="170"/>
                </a:lnTo>
                <a:cubicBezTo>
                  <a:pt x="0" y="163"/>
                  <a:pt x="0" y="156"/>
                  <a:pt x="0" y="149"/>
                </a:cubicBezTo>
                <a:cubicBezTo>
                  <a:pt x="0" y="135"/>
                  <a:pt x="14" y="120"/>
                  <a:pt x="28" y="120"/>
                </a:cubicBezTo>
                <a:cubicBezTo>
                  <a:pt x="35" y="120"/>
                  <a:pt x="42" y="128"/>
                  <a:pt x="49" y="135"/>
                </a:cubicBezTo>
                <a:lnTo>
                  <a:pt x="49" y="135"/>
                </a:lnTo>
                <a:cubicBezTo>
                  <a:pt x="141" y="226"/>
                  <a:pt x="141" y="226"/>
                  <a:pt x="141" y="226"/>
                </a:cubicBezTo>
                <a:cubicBezTo>
                  <a:pt x="141" y="29"/>
                  <a:pt x="141" y="29"/>
                  <a:pt x="141" y="29"/>
                </a:cubicBezTo>
                <a:cubicBezTo>
                  <a:pt x="141" y="15"/>
                  <a:pt x="156" y="0"/>
                  <a:pt x="170" y="0"/>
                </a:cubicBezTo>
                <a:cubicBezTo>
                  <a:pt x="177" y="0"/>
                  <a:pt x="184" y="0"/>
                  <a:pt x="191" y="7"/>
                </a:cubicBezTo>
                <a:lnTo>
                  <a:pt x="191" y="7"/>
                </a:lnTo>
                <a:cubicBezTo>
                  <a:pt x="332" y="149"/>
                  <a:pt x="332" y="149"/>
                  <a:pt x="332" y="149"/>
                </a:cubicBezTo>
                <a:lnTo>
                  <a:pt x="332" y="149"/>
                </a:lnTo>
                <a:cubicBezTo>
                  <a:pt x="339" y="156"/>
                  <a:pt x="339" y="163"/>
                  <a:pt x="339" y="170"/>
                </a:cubicBezTo>
                <a:cubicBezTo>
                  <a:pt x="339" y="177"/>
                  <a:pt x="339" y="184"/>
                  <a:pt x="332" y="191"/>
                </a:cubicBezTo>
                <a:close/>
                <a:moveTo>
                  <a:pt x="198" y="509"/>
                </a:moveTo>
                <a:lnTo>
                  <a:pt x="198" y="509"/>
                </a:lnTo>
                <a:cubicBezTo>
                  <a:pt x="269" y="431"/>
                  <a:pt x="269" y="431"/>
                  <a:pt x="269" y="431"/>
                </a:cubicBezTo>
                <a:cubicBezTo>
                  <a:pt x="198" y="361"/>
                  <a:pt x="198" y="361"/>
                  <a:pt x="198" y="361"/>
                </a:cubicBezTo>
                <a:lnTo>
                  <a:pt x="198" y="509"/>
                </a:lnTo>
                <a:close/>
                <a:moveTo>
                  <a:pt x="198" y="99"/>
                </a:moveTo>
                <a:lnTo>
                  <a:pt x="198" y="99"/>
                </a:lnTo>
                <a:cubicBezTo>
                  <a:pt x="198" y="241"/>
                  <a:pt x="198" y="241"/>
                  <a:pt x="198" y="241"/>
                </a:cubicBezTo>
                <a:cubicBezTo>
                  <a:pt x="269" y="170"/>
                  <a:pt x="269" y="170"/>
                  <a:pt x="269" y="170"/>
                </a:cubicBezTo>
                <a:lnTo>
                  <a:pt x="198" y="9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2" name="Freeform 54"/>
          <p:cNvSpPr/>
          <p:nvPr/>
        </p:nvSpPr>
        <p:spPr>
          <a:xfrm>
            <a:off x="5821200" y="3357720"/>
            <a:ext cx="163800" cy="163440"/>
          </a:xfrm>
          <a:custGeom>
            <a:avLst/>
            <a:gdLst/>
            <a:ahLst/>
            <a:rect l="l" t="t" r="r" b="b"/>
            <a:pathLst>
              <a:path w="454" h="453">
                <a:moveTo>
                  <a:pt x="354" y="332"/>
                </a:moveTo>
                <a:lnTo>
                  <a:pt x="354" y="332"/>
                </a:lnTo>
                <a:cubicBezTo>
                  <a:pt x="297" y="389"/>
                  <a:pt x="205" y="396"/>
                  <a:pt x="142" y="346"/>
                </a:cubicBezTo>
                <a:cubicBezTo>
                  <a:pt x="50" y="438"/>
                  <a:pt x="50" y="438"/>
                  <a:pt x="50" y="438"/>
                </a:cubicBezTo>
                <a:cubicBezTo>
                  <a:pt x="36" y="452"/>
                  <a:pt x="22" y="452"/>
                  <a:pt x="7" y="438"/>
                </a:cubicBezTo>
                <a:cubicBezTo>
                  <a:pt x="0" y="431"/>
                  <a:pt x="0" y="410"/>
                  <a:pt x="7" y="396"/>
                </a:cubicBezTo>
                <a:cubicBezTo>
                  <a:pt x="106" y="304"/>
                  <a:pt x="106" y="304"/>
                  <a:pt x="106" y="304"/>
                </a:cubicBezTo>
                <a:cubicBezTo>
                  <a:pt x="57" y="240"/>
                  <a:pt x="57" y="148"/>
                  <a:pt x="120" y="92"/>
                </a:cubicBezTo>
                <a:cubicBezTo>
                  <a:pt x="177" y="35"/>
                  <a:pt x="177" y="35"/>
                  <a:pt x="177" y="35"/>
                </a:cubicBezTo>
                <a:cubicBezTo>
                  <a:pt x="212" y="78"/>
                  <a:pt x="212" y="78"/>
                  <a:pt x="212" y="78"/>
                </a:cubicBezTo>
                <a:cubicBezTo>
                  <a:pt x="283" y="7"/>
                  <a:pt x="283" y="7"/>
                  <a:pt x="283" y="7"/>
                </a:cubicBezTo>
                <a:cubicBezTo>
                  <a:pt x="290" y="0"/>
                  <a:pt x="311" y="0"/>
                  <a:pt x="318" y="7"/>
                </a:cubicBezTo>
                <a:cubicBezTo>
                  <a:pt x="333" y="21"/>
                  <a:pt x="333" y="35"/>
                  <a:pt x="318" y="50"/>
                </a:cubicBezTo>
                <a:cubicBezTo>
                  <a:pt x="255" y="113"/>
                  <a:pt x="255" y="113"/>
                  <a:pt x="255" y="113"/>
                </a:cubicBezTo>
                <a:cubicBezTo>
                  <a:pt x="333" y="191"/>
                  <a:pt x="333" y="191"/>
                  <a:pt x="333" y="191"/>
                </a:cubicBezTo>
                <a:cubicBezTo>
                  <a:pt x="396" y="127"/>
                  <a:pt x="396" y="127"/>
                  <a:pt x="396" y="127"/>
                </a:cubicBezTo>
                <a:cubicBezTo>
                  <a:pt x="410" y="120"/>
                  <a:pt x="431" y="120"/>
                  <a:pt x="438" y="127"/>
                </a:cubicBezTo>
                <a:cubicBezTo>
                  <a:pt x="453" y="141"/>
                  <a:pt x="453" y="155"/>
                  <a:pt x="438" y="170"/>
                </a:cubicBezTo>
                <a:cubicBezTo>
                  <a:pt x="375" y="233"/>
                  <a:pt x="375" y="233"/>
                  <a:pt x="375" y="233"/>
                </a:cubicBezTo>
                <a:cubicBezTo>
                  <a:pt x="410" y="276"/>
                  <a:pt x="410" y="276"/>
                  <a:pt x="410" y="276"/>
                </a:cubicBezTo>
                <a:lnTo>
                  <a:pt x="354" y="332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3" name="Freeform 55"/>
          <p:cNvSpPr/>
          <p:nvPr/>
        </p:nvSpPr>
        <p:spPr>
          <a:xfrm>
            <a:off x="3094200" y="4092480"/>
            <a:ext cx="201600" cy="201600"/>
          </a:xfrm>
          <a:custGeom>
            <a:avLst/>
            <a:gdLst/>
            <a:ahLst/>
            <a:rect l="l" t="t" r="r" b="b"/>
            <a:pathLst>
              <a:path w="559" h="559">
                <a:moveTo>
                  <a:pt x="70" y="494"/>
                </a:moveTo>
                <a:lnTo>
                  <a:pt x="70" y="494"/>
                </a:lnTo>
                <a:cubicBezTo>
                  <a:pt x="63" y="487"/>
                  <a:pt x="63" y="487"/>
                  <a:pt x="63" y="487"/>
                </a:cubicBezTo>
                <a:cubicBezTo>
                  <a:pt x="0" y="424"/>
                  <a:pt x="0" y="318"/>
                  <a:pt x="63" y="254"/>
                </a:cubicBezTo>
                <a:cubicBezTo>
                  <a:pt x="254" y="63"/>
                  <a:pt x="254" y="63"/>
                  <a:pt x="254" y="63"/>
                </a:cubicBezTo>
                <a:cubicBezTo>
                  <a:pt x="318" y="0"/>
                  <a:pt x="424" y="0"/>
                  <a:pt x="487" y="63"/>
                </a:cubicBezTo>
                <a:cubicBezTo>
                  <a:pt x="494" y="70"/>
                  <a:pt x="494" y="70"/>
                  <a:pt x="494" y="70"/>
                </a:cubicBezTo>
                <a:cubicBezTo>
                  <a:pt x="558" y="134"/>
                  <a:pt x="558" y="240"/>
                  <a:pt x="494" y="303"/>
                </a:cubicBezTo>
                <a:cubicBezTo>
                  <a:pt x="304" y="494"/>
                  <a:pt x="304" y="494"/>
                  <a:pt x="304" y="494"/>
                </a:cubicBezTo>
                <a:cubicBezTo>
                  <a:pt x="240" y="558"/>
                  <a:pt x="134" y="558"/>
                  <a:pt x="70" y="494"/>
                </a:cubicBezTo>
                <a:close/>
                <a:moveTo>
                  <a:pt x="360" y="360"/>
                </a:moveTo>
                <a:lnTo>
                  <a:pt x="360" y="360"/>
                </a:lnTo>
                <a:cubicBezTo>
                  <a:pt x="198" y="197"/>
                  <a:pt x="198" y="197"/>
                  <a:pt x="198" y="197"/>
                </a:cubicBezTo>
                <a:cubicBezTo>
                  <a:pt x="99" y="296"/>
                  <a:pt x="99" y="296"/>
                  <a:pt x="99" y="296"/>
                </a:cubicBezTo>
                <a:cubicBezTo>
                  <a:pt x="56" y="339"/>
                  <a:pt x="56" y="409"/>
                  <a:pt x="99" y="452"/>
                </a:cubicBezTo>
                <a:cubicBezTo>
                  <a:pt x="106" y="459"/>
                  <a:pt x="106" y="459"/>
                  <a:pt x="106" y="459"/>
                </a:cubicBezTo>
                <a:cubicBezTo>
                  <a:pt x="148" y="501"/>
                  <a:pt x="219" y="501"/>
                  <a:pt x="261" y="459"/>
                </a:cubicBezTo>
                <a:lnTo>
                  <a:pt x="360" y="36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4" name="Freeform 56"/>
          <p:cNvSpPr/>
          <p:nvPr/>
        </p:nvSpPr>
        <p:spPr>
          <a:xfrm>
            <a:off x="2744640" y="4097160"/>
            <a:ext cx="138240" cy="190800"/>
          </a:xfrm>
          <a:custGeom>
            <a:avLst/>
            <a:gdLst/>
            <a:ahLst/>
            <a:rect l="l" t="t" r="r" b="b"/>
            <a:pathLst>
              <a:path w="383" h="531">
                <a:moveTo>
                  <a:pt x="191" y="530"/>
                </a:moveTo>
                <a:lnTo>
                  <a:pt x="191" y="530"/>
                </a:lnTo>
                <a:cubicBezTo>
                  <a:pt x="92" y="530"/>
                  <a:pt x="0" y="445"/>
                  <a:pt x="0" y="339"/>
                </a:cubicBezTo>
                <a:cubicBezTo>
                  <a:pt x="0" y="240"/>
                  <a:pt x="184" y="0"/>
                  <a:pt x="184" y="0"/>
                </a:cubicBezTo>
                <a:cubicBezTo>
                  <a:pt x="184" y="0"/>
                  <a:pt x="382" y="233"/>
                  <a:pt x="382" y="339"/>
                </a:cubicBezTo>
                <a:cubicBezTo>
                  <a:pt x="382" y="445"/>
                  <a:pt x="290" y="530"/>
                  <a:pt x="191" y="53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5" name="Freeform 57"/>
          <p:cNvSpPr/>
          <p:nvPr/>
        </p:nvSpPr>
        <p:spPr>
          <a:xfrm>
            <a:off x="2325600" y="4097160"/>
            <a:ext cx="217440" cy="190800"/>
          </a:xfrm>
          <a:custGeom>
            <a:avLst/>
            <a:gdLst/>
            <a:ahLst/>
            <a:rect l="l" t="t" r="r" b="b"/>
            <a:pathLst>
              <a:path w="602" h="531">
                <a:moveTo>
                  <a:pt x="587" y="289"/>
                </a:moveTo>
                <a:lnTo>
                  <a:pt x="587" y="289"/>
                </a:lnTo>
                <a:lnTo>
                  <a:pt x="587" y="289"/>
                </a:lnTo>
                <a:cubicBezTo>
                  <a:pt x="311" y="403"/>
                  <a:pt x="311" y="403"/>
                  <a:pt x="311" y="403"/>
                </a:cubicBezTo>
                <a:lnTo>
                  <a:pt x="311" y="403"/>
                </a:lnTo>
                <a:lnTo>
                  <a:pt x="311" y="403"/>
                </a:lnTo>
                <a:lnTo>
                  <a:pt x="311" y="403"/>
                </a:lnTo>
                <a:cubicBezTo>
                  <a:pt x="311" y="410"/>
                  <a:pt x="304" y="410"/>
                  <a:pt x="304" y="410"/>
                </a:cubicBezTo>
                <a:cubicBezTo>
                  <a:pt x="297" y="410"/>
                  <a:pt x="297" y="410"/>
                  <a:pt x="290" y="403"/>
                </a:cubicBezTo>
                <a:lnTo>
                  <a:pt x="290" y="403"/>
                </a:lnTo>
                <a:lnTo>
                  <a:pt x="290" y="403"/>
                </a:lnTo>
                <a:lnTo>
                  <a:pt x="290" y="403"/>
                </a:lnTo>
                <a:cubicBezTo>
                  <a:pt x="15" y="289"/>
                  <a:pt x="15" y="289"/>
                  <a:pt x="15" y="289"/>
                </a:cubicBezTo>
                <a:lnTo>
                  <a:pt x="15" y="289"/>
                </a:lnTo>
                <a:cubicBezTo>
                  <a:pt x="7" y="289"/>
                  <a:pt x="0" y="275"/>
                  <a:pt x="0" y="268"/>
                </a:cubicBezTo>
                <a:cubicBezTo>
                  <a:pt x="0" y="247"/>
                  <a:pt x="15" y="240"/>
                  <a:pt x="29" y="240"/>
                </a:cubicBezTo>
                <a:cubicBezTo>
                  <a:pt x="36" y="240"/>
                  <a:pt x="36" y="240"/>
                  <a:pt x="43" y="240"/>
                </a:cubicBezTo>
                <a:lnTo>
                  <a:pt x="43" y="240"/>
                </a:lnTo>
                <a:lnTo>
                  <a:pt x="43" y="240"/>
                </a:lnTo>
                <a:lnTo>
                  <a:pt x="43" y="240"/>
                </a:lnTo>
                <a:cubicBezTo>
                  <a:pt x="304" y="346"/>
                  <a:pt x="304" y="346"/>
                  <a:pt x="304" y="346"/>
                </a:cubicBezTo>
                <a:cubicBezTo>
                  <a:pt x="566" y="240"/>
                  <a:pt x="566" y="240"/>
                  <a:pt x="566" y="240"/>
                </a:cubicBezTo>
                <a:lnTo>
                  <a:pt x="566" y="240"/>
                </a:lnTo>
                <a:lnTo>
                  <a:pt x="566" y="240"/>
                </a:lnTo>
                <a:lnTo>
                  <a:pt x="566" y="240"/>
                </a:lnTo>
                <a:lnTo>
                  <a:pt x="573" y="240"/>
                </a:lnTo>
                <a:cubicBezTo>
                  <a:pt x="594" y="240"/>
                  <a:pt x="601" y="247"/>
                  <a:pt x="601" y="268"/>
                </a:cubicBezTo>
                <a:cubicBezTo>
                  <a:pt x="601" y="275"/>
                  <a:pt x="594" y="289"/>
                  <a:pt x="587" y="289"/>
                </a:cubicBezTo>
                <a:close/>
                <a:moveTo>
                  <a:pt x="587" y="169"/>
                </a:moveTo>
                <a:lnTo>
                  <a:pt x="587" y="169"/>
                </a:lnTo>
                <a:lnTo>
                  <a:pt x="587" y="169"/>
                </a:lnTo>
                <a:cubicBezTo>
                  <a:pt x="311" y="282"/>
                  <a:pt x="311" y="282"/>
                  <a:pt x="311" y="282"/>
                </a:cubicBezTo>
                <a:lnTo>
                  <a:pt x="311" y="282"/>
                </a:lnTo>
                <a:lnTo>
                  <a:pt x="311" y="282"/>
                </a:lnTo>
                <a:lnTo>
                  <a:pt x="311" y="282"/>
                </a:lnTo>
                <a:lnTo>
                  <a:pt x="304" y="282"/>
                </a:lnTo>
                <a:cubicBezTo>
                  <a:pt x="297" y="282"/>
                  <a:pt x="297" y="282"/>
                  <a:pt x="290" y="282"/>
                </a:cubicBezTo>
                <a:lnTo>
                  <a:pt x="290" y="282"/>
                </a:lnTo>
                <a:lnTo>
                  <a:pt x="290" y="282"/>
                </a:lnTo>
                <a:lnTo>
                  <a:pt x="290" y="282"/>
                </a:lnTo>
                <a:cubicBezTo>
                  <a:pt x="15" y="169"/>
                  <a:pt x="15" y="169"/>
                  <a:pt x="15" y="169"/>
                </a:cubicBezTo>
                <a:lnTo>
                  <a:pt x="15" y="169"/>
                </a:lnTo>
                <a:cubicBezTo>
                  <a:pt x="7" y="162"/>
                  <a:pt x="0" y="155"/>
                  <a:pt x="0" y="141"/>
                </a:cubicBezTo>
                <a:cubicBezTo>
                  <a:pt x="0" y="134"/>
                  <a:pt x="7" y="120"/>
                  <a:pt x="15" y="120"/>
                </a:cubicBezTo>
                <a:lnTo>
                  <a:pt x="15" y="120"/>
                </a:lnTo>
                <a:cubicBezTo>
                  <a:pt x="290" y="7"/>
                  <a:pt x="290" y="7"/>
                  <a:pt x="290" y="7"/>
                </a:cubicBezTo>
                <a:lnTo>
                  <a:pt x="290" y="7"/>
                </a:lnTo>
                <a:lnTo>
                  <a:pt x="290" y="7"/>
                </a:lnTo>
                <a:lnTo>
                  <a:pt x="290" y="7"/>
                </a:lnTo>
                <a:cubicBezTo>
                  <a:pt x="297" y="0"/>
                  <a:pt x="297" y="0"/>
                  <a:pt x="304" y="0"/>
                </a:cubicBezTo>
                <a:cubicBezTo>
                  <a:pt x="304" y="0"/>
                  <a:pt x="311" y="0"/>
                  <a:pt x="311" y="7"/>
                </a:cubicBezTo>
                <a:lnTo>
                  <a:pt x="311" y="7"/>
                </a:lnTo>
                <a:lnTo>
                  <a:pt x="311" y="7"/>
                </a:lnTo>
                <a:lnTo>
                  <a:pt x="311" y="7"/>
                </a:lnTo>
                <a:cubicBezTo>
                  <a:pt x="587" y="120"/>
                  <a:pt x="587" y="120"/>
                  <a:pt x="587" y="120"/>
                </a:cubicBezTo>
                <a:lnTo>
                  <a:pt x="587" y="120"/>
                </a:lnTo>
                <a:cubicBezTo>
                  <a:pt x="594" y="120"/>
                  <a:pt x="601" y="134"/>
                  <a:pt x="601" y="141"/>
                </a:cubicBezTo>
                <a:cubicBezTo>
                  <a:pt x="601" y="155"/>
                  <a:pt x="594" y="162"/>
                  <a:pt x="587" y="169"/>
                </a:cubicBezTo>
                <a:close/>
                <a:moveTo>
                  <a:pt x="29" y="360"/>
                </a:moveTo>
                <a:lnTo>
                  <a:pt x="29" y="360"/>
                </a:lnTo>
                <a:cubicBezTo>
                  <a:pt x="36" y="360"/>
                  <a:pt x="36" y="360"/>
                  <a:pt x="43" y="360"/>
                </a:cubicBezTo>
                <a:lnTo>
                  <a:pt x="43" y="360"/>
                </a:lnTo>
                <a:lnTo>
                  <a:pt x="43" y="360"/>
                </a:lnTo>
                <a:lnTo>
                  <a:pt x="43" y="360"/>
                </a:lnTo>
                <a:cubicBezTo>
                  <a:pt x="304" y="473"/>
                  <a:pt x="304" y="473"/>
                  <a:pt x="304" y="473"/>
                </a:cubicBezTo>
                <a:cubicBezTo>
                  <a:pt x="566" y="360"/>
                  <a:pt x="566" y="360"/>
                  <a:pt x="566" y="360"/>
                </a:cubicBezTo>
                <a:lnTo>
                  <a:pt x="566" y="360"/>
                </a:lnTo>
                <a:lnTo>
                  <a:pt x="566" y="360"/>
                </a:lnTo>
                <a:lnTo>
                  <a:pt x="566" y="360"/>
                </a:lnTo>
                <a:lnTo>
                  <a:pt x="573" y="360"/>
                </a:lnTo>
                <a:cubicBezTo>
                  <a:pt x="594" y="360"/>
                  <a:pt x="601" y="374"/>
                  <a:pt x="601" y="388"/>
                </a:cubicBezTo>
                <a:cubicBezTo>
                  <a:pt x="601" y="403"/>
                  <a:pt x="594" y="410"/>
                  <a:pt x="587" y="417"/>
                </a:cubicBezTo>
                <a:lnTo>
                  <a:pt x="587" y="417"/>
                </a:lnTo>
                <a:cubicBezTo>
                  <a:pt x="311" y="530"/>
                  <a:pt x="311" y="530"/>
                  <a:pt x="311" y="530"/>
                </a:cubicBezTo>
                <a:lnTo>
                  <a:pt x="311" y="530"/>
                </a:lnTo>
                <a:lnTo>
                  <a:pt x="311" y="530"/>
                </a:lnTo>
                <a:lnTo>
                  <a:pt x="311" y="530"/>
                </a:lnTo>
                <a:lnTo>
                  <a:pt x="304" y="530"/>
                </a:lnTo>
                <a:cubicBezTo>
                  <a:pt x="297" y="530"/>
                  <a:pt x="297" y="530"/>
                  <a:pt x="290" y="530"/>
                </a:cubicBezTo>
                <a:lnTo>
                  <a:pt x="290" y="530"/>
                </a:lnTo>
                <a:lnTo>
                  <a:pt x="290" y="530"/>
                </a:lnTo>
                <a:lnTo>
                  <a:pt x="290" y="530"/>
                </a:lnTo>
                <a:cubicBezTo>
                  <a:pt x="15" y="417"/>
                  <a:pt x="15" y="417"/>
                  <a:pt x="15" y="417"/>
                </a:cubicBezTo>
                <a:lnTo>
                  <a:pt x="15" y="417"/>
                </a:lnTo>
                <a:cubicBezTo>
                  <a:pt x="7" y="410"/>
                  <a:pt x="0" y="403"/>
                  <a:pt x="0" y="388"/>
                </a:cubicBezTo>
                <a:cubicBezTo>
                  <a:pt x="0" y="374"/>
                  <a:pt x="15" y="360"/>
                  <a:pt x="29" y="36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6" name="Freeform 58"/>
          <p:cNvSpPr/>
          <p:nvPr/>
        </p:nvSpPr>
        <p:spPr>
          <a:xfrm>
            <a:off x="1946160" y="4084560"/>
            <a:ext cx="217440" cy="217440"/>
          </a:xfrm>
          <a:custGeom>
            <a:avLst/>
            <a:gdLst/>
            <a:ahLst/>
            <a:rect l="l" t="t" r="r" b="b"/>
            <a:pathLst>
              <a:path w="602" h="602">
                <a:moveTo>
                  <a:pt x="297" y="601"/>
                </a:moveTo>
                <a:lnTo>
                  <a:pt x="297" y="601"/>
                </a:lnTo>
                <a:cubicBezTo>
                  <a:pt x="135" y="601"/>
                  <a:pt x="0" y="467"/>
                  <a:pt x="0" y="304"/>
                </a:cubicBezTo>
                <a:cubicBezTo>
                  <a:pt x="0" y="135"/>
                  <a:pt x="135" y="0"/>
                  <a:pt x="297" y="0"/>
                </a:cubicBezTo>
                <a:cubicBezTo>
                  <a:pt x="467" y="0"/>
                  <a:pt x="601" y="135"/>
                  <a:pt x="601" y="304"/>
                </a:cubicBezTo>
                <a:cubicBezTo>
                  <a:pt x="601" y="467"/>
                  <a:pt x="467" y="601"/>
                  <a:pt x="297" y="601"/>
                </a:cubicBezTo>
                <a:close/>
                <a:moveTo>
                  <a:pt x="297" y="57"/>
                </a:moveTo>
                <a:lnTo>
                  <a:pt x="297" y="57"/>
                </a:lnTo>
                <a:cubicBezTo>
                  <a:pt x="163" y="57"/>
                  <a:pt x="57" y="170"/>
                  <a:pt x="57" y="304"/>
                </a:cubicBezTo>
                <a:cubicBezTo>
                  <a:pt x="57" y="439"/>
                  <a:pt x="163" y="544"/>
                  <a:pt x="297" y="544"/>
                </a:cubicBezTo>
                <a:cubicBezTo>
                  <a:pt x="431" y="544"/>
                  <a:pt x="544" y="439"/>
                  <a:pt x="544" y="304"/>
                </a:cubicBezTo>
                <a:cubicBezTo>
                  <a:pt x="544" y="170"/>
                  <a:pt x="431" y="57"/>
                  <a:pt x="297" y="57"/>
                </a:cubicBezTo>
                <a:close/>
                <a:moveTo>
                  <a:pt x="297" y="481"/>
                </a:moveTo>
                <a:lnTo>
                  <a:pt x="297" y="481"/>
                </a:lnTo>
                <a:cubicBezTo>
                  <a:pt x="198" y="481"/>
                  <a:pt x="120" y="403"/>
                  <a:pt x="120" y="304"/>
                </a:cubicBezTo>
                <a:cubicBezTo>
                  <a:pt x="120" y="205"/>
                  <a:pt x="198" y="120"/>
                  <a:pt x="297" y="120"/>
                </a:cubicBezTo>
                <a:cubicBezTo>
                  <a:pt x="396" y="120"/>
                  <a:pt x="481" y="205"/>
                  <a:pt x="481" y="304"/>
                </a:cubicBezTo>
                <a:cubicBezTo>
                  <a:pt x="481" y="403"/>
                  <a:pt x="396" y="481"/>
                  <a:pt x="297" y="481"/>
                </a:cubicBezTo>
                <a:close/>
                <a:moveTo>
                  <a:pt x="297" y="177"/>
                </a:moveTo>
                <a:lnTo>
                  <a:pt x="297" y="177"/>
                </a:lnTo>
                <a:cubicBezTo>
                  <a:pt x="233" y="177"/>
                  <a:pt x="177" y="233"/>
                  <a:pt x="177" y="304"/>
                </a:cubicBezTo>
                <a:cubicBezTo>
                  <a:pt x="177" y="368"/>
                  <a:pt x="233" y="424"/>
                  <a:pt x="297" y="424"/>
                </a:cubicBezTo>
                <a:cubicBezTo>
                  <a:pt x="368" y="424"/>
                  <a:pt x="424" y="368"/>
                  <a:pt x="424" y="304"/>
                </a:cubicBezTo>
                <a:cubicBezTo>
                  <a:pt x="424" y="233"/>
                  <a:pt x="368" y="177"/>
                  <a:pt x="297" y="177"/>
                </a:cubicBezTo>
                <a:close/>
                <a:moveTo>
                  <a:pt x="297" y="361"/>
                </a:moveTo>
                <a:lnTo>
                  <a:pt x="297" y="361"/>
                </a:lnTo>
                <a:cubicBezTo>
                  <a:pt x="269" y="361"/>
                  <a:pt x="240" y="333"/>
                  <a:pt x="240" y="304"/>
                </a:cubicBezTo>
                <a:cubicBezTo>
                  <a:pt x="240" y="269"/>
                  <a:pt x="269" y="248"/>
                  <a:pt x="297" y="248"/>
                </a:cubicBezTo>
                <a:cubicBezTo>
                  <a:pt x="332" y="248"/>
                  <a:pt x="354" y="269"/>
                  <a:pt x="354" y="304"/>
                </a:cubicBezTo>
                <a:cubicBezTo>
                  <a:pt x="354" y="333"/>
                  <a:pt x="332" y="361"/>
                  <a:pt x="297" y="36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7" name="Freeform 59"/>
          <p:cNvSpPr/>
          <p:nvPr/>
        </p:nvSpPr>
        <p:spPr>
          <a:xfrm>
            <a:off x="1565280" y="4084560"/>
            <a:ext cx="219240" cy="217440"/>
          </a:xfrm>
          <a:custGeom>
            <a:avLst/>
            <a:gdLst/>
            <a:ahLst/>
            <a:rect l="l" t="t" r="r" b="b"/>
            <a:pathLst>
              <a:path w="609" h="602">
                <a:moveTo>
                  <a:pt x="580" y="333"/>
                </a:moveTo>
                <a:lnTo>
                  <a:pt x="580" y="333"/>
                </a:lnTo>
                <a:cubicBezTo>
                  <a:pt x="502" y="333"/>
                  <a:pt x="502" y="333"/>
                  <a:pt x="502" y="333"/>
                </a:cubicBezTo>
                <a:cubicBezTo>
                  <a:pt x="488" y="333"/>
                  <a:pt x="474" y="318"/>
                  <a:pt x="474" y="304"/>
                </a:cubicBezTo>
                <a:cubicBezTo>
                  <a:pt x="474" y="283"/>
                  <a:pt x="488" y="276"/>
                  <a:pt x="502" y="276"/>
                </a:cubicBezTo>
                <a:cubicBezTo>
                  <a:pt x="580" y="276"/>
                  <a:pt x="580" y="276"/>
                  <a:pt x="580" y="276"/>
                </a:cubicBezTo>
                <a:cubicBezTo>
                  <a:pt x="594" y="276"/>
                  <a:pt x="608" y="283"/>
                  <a:pt x="608" y="304"/>
                </a:cubicBezTo>
                <a:cubicBezTo>
                  <a:pt x="608" y="318"/>
                  <a:pt x="594" y="333"/>
                  <a:pt x="580" y="333"/>
                </a:cubicBezTo>
                <a:close/>
                <a:moveTo>
                  <a:pt x="523" y="120"/>
                </a:moveTo>
                <a:lnTo>
                  <a:pt x="523" y="120"/>
                </a:lnTo>
                <a:cubicBezTo>
                  <a:pt x="467" y="177"/>
                  <a:pt x="467" y="177"/>
                  <a:pt x="467" y="177"/>
                </a:cubicBezTo>
                <a:lnTo>
                  <a:pt x="467" y="177"/>
                </a:lnTo>
                <a:cubicBezTo>
                  <a:pt x="459" y="184"/>
                  <a:pt x="452" y="191"/>
                  <a:pt x="445" y="191"/>
                </a:cubicBezTo>
                <a:cubicBezTo>
                  <a:pt x="431" y="191"/>
                  <a:pt x="417" y="177"/>
                  <a:pt x="417" y="163"/>
                </a:cubicBezTo>
                <a:cubicBezTo>
                  <a:pt x="417" y="156"/>
                  <a:pt x="417" y="149"/>
                  <a:pt x="424" y="142"/>
                </a:cubicBezTo>
                <a:lnTo>
                  <a:pt x="424" y="142"/>
                </a:lnTo>
                <a:cubicBezTo>
                  <a:pt x="481" y="85"/>
                  <a:pt x="481" y="85"/>
                  <a:pt x="481" y="85"/>
                </a:cubicBezTo>
                <a:lnTo>
                  <a:pt x="481" y="85"/>
                </a:lnTo>
                <a:cubicBezTo>
                  <a:pt x="488" y="78"/>
                  <a:pt x="495" y="78"/>
                  <a:pt x="502" y="78"/>
                </a:cubicBezTo>
                <a:cubicBezTo>
                  <a:pt x="516" y="78"/>
                  <a:pt x="530" y="85"/>
                  <a:pt x="530" y="106"/>
                </a:cubicBezTo>
                <a:cubicBezTo>
                  <a:pt x="530" y="113"/>
                  <a:pt x="530" y="120"/>
                  <a:pt x="523" y="120"/>
                </a:cubicBezTo>
                <a:close/>
                <a:moveTo>
                  <a:pt x="304" y="601"/>
                </a:moveTo>
                <a:lnTo>
                  <a:pt x="304" y="601"/>
                </a:lnTo>
                <a:cubicBezTo>
                  <a:pt x="290" y="601"/>
                  <a:pt x="276" y="594"/>
                  <a:pt x="276" y="573"/>
                </a:cubicBezTo>
                <a:cubicBezTo>
                  <a:pt x="276" y="502"/>
                  <a:pt x="276" y="502"/>
                  <a:pt x="276" y="502"/>
                </a:cubicBezTo>
                <a:cubicBezTo>
                  <a:pt x="276" y="481"/>
                  <a:pt x="290" y="474"/>
                  <a:pt x="304" y="474"/>
                </a:cubicBezTo>
                <a:cubicBezTo>
                  <a:pt x="318" y="474"/>
                  <a:pt x="332" y="481"/>
                  <a:pt x="332" y="502"/>
                </a:cubicBezTo>
                <a:cubicBezTo>
                  <a:pt x="332" y="573"/>
                  <a:pt x="332" y="573"/>
                  <a:pt x="332" y="573"/>
                </a:cubicBezTo>
                <a:cubicBezTo>
                  <a:pt x="332" y="594"/>
                  <a:pt x="318" y="601"/>
                  <a:pt x="304" y="601"/>
                </a:cubicBezTo>
                <a:close/>
                <a:moveTo>
                  <a:pt x="304" y="135"/>
                </a:moveTo>
                <a:lnTo>
                  <a:pt x="304" y="135"/>
                </a:lnTo>
                <a:cubicBezTo>
                  <a:pt x="290" y="135"/>
                  <a:pt x="276" y="120"/>
                  <a:pt x="276" y="106"/>
                </a:cubicBezTo>
                <a:cubicBezTo>
                  <a:pt x="276" y="29"/>
                  <a:pt x="276" y="29"/>
                  <a:pt x="276" y="29"/>
                </a:cubicBezTo>
                <a:cubicBezTo>
                  <a:pt x="276" y="15"/>
                  <a:pt x="290" y="0"/>
                  <a:pt x="304" y="0"/>
                </a:cubicBezTo>
                <a:cubicBezTo>
                  <a:pt x="318" y="0"/>
                  <a:pt x="332" y="15"/>
                  <a:pt x="332" y="29"/>
                </a:cubicBezTo>
                <a:cubicBezTo>
                  <a:pt x="332" y="106"/>
                  <a:pt x="332" y="106"/>
                  <a:pt x="332" y="106"/>
                </a:cubicBezTo>
                <a:cubicBezTo>
                  <a:pt x="332" y="120"/>
                  <a:pt x="318" y="135"/>
                  <a:pt x="304" y="135"/>
                </a:cubicBezTo>
                <a:close/>
                <a:moveTo>
                  <a:pt x="184" y="460"/>
                </a:moveTo>
                <a:lnTo>
                  <a:pt x="184" y="460"/>
                </a:lnTo>
                <a:cubicBezTo>
                  <a:pt x="127" y="516"/>
                  <a:pt x="127" y="516"/>
                  <a:pt x="127" y="516"/>
                </a:cubicBezTo>
                <a:lnTo>
                  <a:pt x="127" y="516"/>
                </a:lnTo>
                <a:cubicBezTo>
                  <a:pt x="120" y="523"/>
                  <a:pt x="113" y="530"/>
                  <a:pt x="106" y="530"/>
                </a:cubicBezTo>
                <a:cubicBezTo>
                  <a:pt x="92" y="530"/>
                  <a:pt x="78" y="516"/>
                  <a:pt x="78" y="502"/>
                </a:cubicBezTo>
                <a:cubicBezTo>
                  <a:pt x="78" y="495"/>
                  <a:pt x="78" y="488"/>
                  <a:pt x="85" y="481"/>
                </a:cubicBezTo>
                <a:lnTo>
                  <a:pt x="85" y="481"/>
                </a:lnTo>
                <a:cubicBezTo>
                  <a:pt x="141" y="424"/>
                  <a:pt x="141" y="424"/>
                  <a:pt x="141" y="424"/>
                </a:cubicBezTo>
                <a:lnTo>
                  <a:pt x="141" y="424"/>
                </a:lnTo>
                <a:cubicBezTo>
                  <a:pt x="149" y="417"/>
                  <a:pt x="156" y="417"/>
                  <a:pt x="163" y="417"/>
                </a:cubicBezTo>
                <a:cubicBezTo>
                  <a:pt x="177" y="417"/>
                  <a:pt x="191" y="424"/>
                  <a:pt x="191" y="446"/>
                </a:cubicBezTo>
                <a:cubicBezTo>
                  <a:pt x="191" y="453"/>
                  <a:pt x="191" y="460"/>
                  <a:pt x="184" y="460"/>
                </a:cubicBezTo>
                <a:close/>
                <a:moveTo>
                  <a:pt x="163" y="191"/>
                </a:moveTo>
                <a:lnTo>
                  <a:pt x="163" y="191"/>
                </a:lnTo>
                <a:cubicBezTo>
                  <a:pt x="156" y="191"/>
                  <a:pt x="149" y="184"/>
                  <a:pt x="141" y="177"/>
                </a:cubicBezTo>
                <a:lnTo>
                  <a:pt x="141" y="177"/>
                </a:lnTo>
                <a:cubicBezTo>
                  <a:pt x="85" y="120"/>
                  <a:pt x="85" y="120"/>
                  <a:pt x="85" y="120"/>
                </a:cubicBezTo>
                <a:lnTo>
                  <a:pt x="85" y="120"/>
                </a:lnTo>
                <a:cubicBezTo>
                  <a:pt x="78" y="120"/>
                  <a:pt x="78" y="113"/>
                  <a:pt x="78" y="106"/>
                </a:cubicBezTo>
                <a:cubicBezTo>
                  <a:pt x="78" y="85"/>
                  <a:pt x="92" y="78"/>
                  <a:pt x="106" y="78"/>
                </a:cubicBezTo>
                <a:cubicBezTo>
                  <a:pt x="113" y="78"/>
                  <a:pt x="120" y="78"/>
                  <a:pt x="127" y="85"/>
                </a:cubicBezTo>
                <a:lnTo>
                  <a:pt x="127" y="85"/>
                </a:lnTo>
                <a:cubicBezTo>
                  <a:pt x="184" y="142"/>
                  <a:pt x="184" y="142"/>
                  <a:pt x="184" y="142"/>
                </a:cubicBezTo>
                <a:lnTo>
                  <a:pt x="184" y="142"/>
                </a:lnTo>
                <a:cubicBezTo>
                  <a:pt x="191" y="149"/>
                  <a:pt x="191" y="156"/>
                  <a:pt x="191" y="163"/>
                </a:cubicBezTo>
                <a:cubicBezTo>
                  <a:pt x="191" y="177"/>
                  <a:pt x="177" y="191"/>
                  <a:pt x="163" y="191"/>
                </a:cubicBezTo>
                <a:close/>
                <a:moveTo>
                  <a:pt x="134" y="304"/>
                </a:moveTo>
                <a:lnTo>
                  <a:pt x="134" y="304"/>
                </a:lnTo>
                <a:cubicBezTo>
                  <a:pt x="134" y="318"/>
                  <a:pt x="120" y="333"/>
                  <a:pt x="106" y="333"/>
                </a:cubicBezTo>
                <a:cubicBezTo>
                  <a:pt x="28" y="333"/>
                  <a:pt x="28" y="333"/>
                  <a:pt x="28" y="333"/>
                </a:cubicBezTo>
                <a:cubicBezTo>
                  <a:pt x="14" y="333"/>
                  <a:pt x="0" y="318"/>
                  <a:pt x="0" y="304"/>
                </a:cubicBezTo>
                <a:cubicBezTo>
                  <a:pt x="0" y="283"/>
                  <a:pt x="14" y="276"/>
                  <a:pt x="28" y="276"/>
                </a:cubicBezTo>
                <a:cubicBezTo>
                  <a:pt x="106" y="276"/>
                  <a:pt x="106" y="276"/>
                  <a:pt x="106" y="276"/>
                </a:cubicBezTo>
                <a:cubicBezTo>
                  <a:pt x="120" y="276"/>
                  <a:pt x="134" y="283"/>
                  <a:pt x="134" y="304"/>
                </a:cubicBezTo>
                <a:close/>
                <a:moveTo>
                  <a:pt x="445" y="417"/>
                </a:moveTo>
                <a:lnTo>
                  <a:pt x="445" y="417"/>
                </a:lnTo>
                <a:cubicBezTo>
                  <a:pt x="452" y="417"/>
                  <a:pt x="459" y="417"/>
                  <a:pt x="467" y="424"/>
                </a:cubicBezTo>
                <a:lnTo>
                  <a:pt x="467" y="424"/>
                </a:lnTo>
                <a:cubicBezTo>
                  <a:pt x="523" y="481"/>
                  <a:pt x="523" y="481"/>
                  <a:pt x="523" y="481"/>
                </a:cubicBezTo>
                <a:lnTo>
                  <a:pt x="523" y="481"/>
                </a:lnTo>
                <a:cubicBezTo>
                  <a:pt x="530" y="488"/>
                  <a:pt x="530" y="495"/>
                  <a:pt x="530" y="502"/>
                </a:cubicBezTo>
                <a:cubicBezTo>
                  <a:pt x="530" y="516"/>
                  <a:pt x="516" y="530"/>
                  <a:pt x="502" y="530"/>
                </a:cubicBezTo>
                <a:cubicBezTo>
                  <a:pt x="495" y="530"/>
                  <a:pt x="488" y="523"/>
                  <a:pt x="481" y="516"/>
                </a:cubicBezTo>
                <a:lnTo>
                  <a:pt x="481" y="516"/>
                </a:lnTo>
                <a:cubicBezTo>
                  <a:pt x="424" y="460"/>
                  <a:pt x="424" y="460"/>
                  <a:pt x="424" y="460"/>
                </a:cubicBezTo>
                <a:lnTo>
                  <a:pt x="424" y="460"/>
                </a:lnTo>
                <a:cubicBezTo>
                  <a:pt x="417" y="460"/>
                  <a:pt x="417" y="453"/>
                  <a:pt x="417" y="446"/>
                </a:cubicBezTo>
                <a:cubicBezTo>
                  <a:pt x="417" y="424"/>
                  <a:pt x="431" y="417"/>
                  <a:pt x="445" y="41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8" name="Freeform 60"/>
          <p:cNvSpPr/>
          <p:nvPr/>
        </p:nvSpPr>
        <p:spPr>
          <a:xfrm>
            <a:off x="1185840" y="4084560"/>
            <a:ext cx="217440" cy="217440"/>
          </a:xfrm>
          <a:custGeom>
            <a:avLst/>
            <a:gdLst/>
            <a:ahLst/>
            <a:rect l="l" t="t" r="r" b="b"/>
            <a:pathLst>
              <a:path w="602" h="602">
                <a:moveTo>
                  <a:pt x="304" y="601"/>
                </a:moveTo>
                <a:lnTo>
                  <a:pt x="304" y="601"/>
                </a:lnTo>
                <a:cubicBezTo>
                  <a:pt x="134" y="601"/>
                  <a:pt x="0" y="467"/>
                  <a:pt x="0" y="304"/>
                </a:cubicBezTo>
                <a:cubicBezTo>
                  <a:pt x="0" y="135"/>
                  <a:pt x="134" y="0"/>
                  <a:pt x="304" y="0"/>
                </a:cubicBezTo>
                <a:cubicBezTo>
                  <a:pt x="467" y="0"/>
                  <a:pt x="601" y="135"/>
                  <a:pt x="601" y="304"/>
                </a:cubicBezTo>
                <a:cubicBezTo>
                  <a:pt x="601" y="467"/>
                  <a:pt x="467" y="601"/>
                  <a:pt x="304" y="601"/>
                </a:cubicBezTo>
                <a:close/>
                <a:moveTo>
                  <a:pt x="304" y="57"/>
                </a:moveTo>
                <a:lnTo>
                  <a:pt x="304" y="57"/>
                </a:lnTo>
                <a:cubicBezTo>
                  <a:pt x="170" y="57"/>
                  <a:pt x="57" y="170"/>
                  <a:pt x="57" y="304"/>
                </a:cubicBezTo>
                <a:cubicBezTo>
                  <a:pt x="57" y="439"/>
                  <a:pt x="170" y="544"/>
                  <a:pt x="304" y="544"/>
                </a:cubicBezTo>
                <a:cubicBezTo>
                  <a:pt x="438" y="544"/>
                  <a:pt x="544" y="439"/>
                  <a:pt x="544" y="304"/>
                </a:cubicBezTo>
                <a:cubicBezTo>
                  <a:pt x="544" y="170"/>
                  <a:pt x="438" y="57"/>
                  <a:pt x="304" y="57"/>
                </a:cubicBezTo>
                <a:close/>
                <a:moveTo>
                  <a:pt x="304" y="431"/>
                </a:moveTo>
                <a:lnTo>
                  <a:pt x="304" y="431"/>
                </a:lnTo>
                <a:cubicBezTo>
                  <a:pt x="226" y="431"/>
                  <a:pt x="247" y="354"/>
                  <a:pt x="247" y="354"/>
                </a:cubicBezTo>
                <a:cubicBezTo>
                  <a:pt x="304" y="149"/>
                  <a:pt x="304" y="149"/>
                  <a:pt x="304" y="149"/>
                </a:cubicBezTo>
                <a:cubicBezTo>
                  <a:pt x="353" y="354"/>
                  <a:pt x="353" y="354"/>
                  <a:pt x="353" y="354"/>
                </a:cubicBezTo>
                <a:cubicBezTo>
                  <a:pt x="375" y="431"/>
                  <a:pt x="304" y="431"/>
                  <a:pt x="304" y="43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9" name="Freeform 61"/>
          <p:cNvSpPr/>
          <p:nvPr/>
        </p:nvSpPr>
        <p:spPr>
          <a:xfrm>
            <a:off x="7694640" y="2951280"/>
            <a:ext cx="217440" cy="217440"/>
          </a:xfrm>
          <a:custGeom>
            <a:avLst/>
            <a:gdLst/>
            <a:ahLst/>
            <a:rect l="l" t="t" r="r" b="b"/>
            <a:pathLst>
              <a:path w="602" h="602">
                <a:moveTo>
                  <a:pt x="495" y="601"/>
                </a:moveTo>
                <a:lnTo>
                  <a:pt x="495" y="601"/>
                </a:lnTo>
                <a:cubicBezTo>
                  <a:pt x="495" y="325"/>
                  <a:pt x="276" y="99"/>
                  <a:pt x="0" y="99"/>
                </a:cubicBezTo>
                <a:cubicBezTo>
                  <a:pt x="0" y="0"/>
                  <a:pt x="0" y="0"/>
                  <a:pt x="0" y="0"/>
                </a:cubicBezTo>
                <a:cubicBezTo>
                  <a:pt x="332" y="0"/>
                  <a:pt x="601" y="269"/>
                  <a:pt x="601" y="601"/>
                </a:cubicBezTo>
                <a:lnTo>
                  <a:pt x="495" y="601"/>
                </a:lnTo>
                <a:close/>
                <a:moveTo>
                  <a:pt x="382" y="601"/>
                </a:moveTo>
                <a:lnTo>
                  <a:pt x="382" y="601"/>
                </a:lnTo>
                <a:cubicBezTo>
                  <a:pt x="283" y="601"/>
                  <a:pt x="283" y="601"/>
                  <a:pt x="283" y="601"/>
                </a:cubicBezTo>
                <a:cubicBezTo>
                  <a:pt x="283" y="446"/>
                  <a:pt x="155" y="318"/>
                  <a:pt x="0" y="318"/>
                </a:cubicBezTo>
                <a:cubicBezTo>
                  <a:pt x="0" y="212"/>
                  <a:pt x="0" y="212"/>
                  <a:pt x="0" y="212"/>
                </a:cubicBezTo>
                <a:cubicBezTo>
                  <a:pt x="212" y="212"/>
                  <a:pt x="382" y="389"/>
                  <a:pt x="382" y="601"/>
                </a:cubicBezTo>
                <a:close/>
                <a:moveTo>
                  <a:pt x="71" y="453"/>
                </a:moveTo>
                <a:lnTo>
                  <a:pt x="71" y="453"/>
                </a:lnTo>
                <a:cubicBezTo>
                  <a:pt x="113" y="453"/>
                  <a:pt x="148" y="481"/>
                  <a:pt x="148" y="523"/>
                </a:cubicBezTo>
                <a:cubicBezTo>
                  <a:pt x="148" y="566"/>
                  <a:pt x="113" y="601"/>
                  <a:pt x="71" y="601"/>
                </a:cubicBezTo>
                <a:cubicBezTo>
                  <a:pt x="28" y="601"/>
                  <a:pt x="0" y="566"/>
                  <a:pt x="0" y="523"/>
                </a:cubicBezTo>
                <a:cubicBezTo>
                  <a:pt x="0" y="481"/>
                  <a:pt x="28" y="453"/>
                  <a:pt x="71" y="45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0" name="Freeform 62"/>
          <p:cNvSpPr/>
          <p:nvPr/>
        </p:nvSpPr>
        <p:spPr>
          <a:xfrm>
            <a:off x="7323120" y="2960640"/>
            <a:ext cx="198360" cy="196920"/>
          </a:xfrm>
          <a:custGeom>
            <a:avLst/>
            <a:gdLst/>
            <a:ahLst/>
            <a:rect l="l" t="t" r="r" b="b"/>
            <a:pathLst>
              <a:path w="552" h="546">
                <a:moveTo>
                  <a:pt x="523" y="198"/>
                </a:moveTo>
                <a:lnTo>
                  <a:pt x="523" y="198"/>
                </a:lnTo>
                <a:cubicBezTo>
                  <a:pt x="424" y="198"/>
                  <a:pt x="424" y="198"/>
                  <a:pt x="424" y="198"/>
                </a:cubicBezTo>
                <a:cubicBezTo>
                  <a:pt x="389" y="347"/>
                  <a:pt x="389" y="347"/>
                  <a:pt x="389" y="347"/>
                </a:cubicBezTo>
                <a:cubicBezTo>
                  <a:pt x="467" y="347"/>
                  <a:pt x="467" y="347"/>
                  <a:pt x="467" y="347"/>
                </a:cubicBezTo>
                <a:cubicBezTo>
                  <a:pt x="481" y="347"/>
                  <a:pt x="495" y="361"/>
                  <a:pt x="495" y="375"/>
                </a:cubicBezTo>
                <a:cubicBezTo>
                  <a:pt x="495" y="389"/>
                  <a:pt x="481" y="403"/>
                  <a:pt x="467" y="403"/>
                </a:cubicBezTo>
                <a:cubicBezTo>
                  <a:pt x="375" y="403"/>
                  <a:pt x="375" y="403"/>
                  <a:pt x="375" y="403"/>
                </a:cubicBezTo>
                <a:cubicBezTo>
                  <a:pt x="354" y="523"/>
                  <a:pt x="354" y="523"/>
                  <a:pt x="354" y="523"/>
                </a:cubicBezTo>
                <a:lnTo>
                  <a:pt x="354" y="523"/>
                </a:lnTo>
                <a:cubicBezTo>
                  <a:pt x="347" y="538"/>
                  <a:pt x="339" y="545"/>
                  <a:pt x="325" y="545"/>
                </a:cubicBezTo>
                <a:cubicBezTo>
                  <a:pt x="304" y="545"/>
                  <a:pt x="297" y="531"/>
                  <a:pt x="297" y="516"/>
                </a:cubicBezTo>
                <a:lnTo>
                  <a:pt x="297" y="509"/>
                </a:lnTo>
                <a:lnTo>
                  <a:pt x="297" y="509"/>
                </a:lnTo>
                <a:cubicBezTo>
                  <a:pt x="318" y="403"/>
                  <a:pt x="318" y="403"/>
                  <a:pt x="318" y="403"/>
                </a:cubicBezTo>
                <a:cubicBezTo>
                  <a:pt x="170" y="403"/>
                  <a:pt x="170" y="403"/>
                  <a:pt x="170" y="403"/>
                </a:cubicBezTo>
                <a:cubicBezTo>
                  <a:pt x="141" y="523"/>
                  <a:pt x="141" y="523"/>
                  <a:pt x="141" y="523"/>
                </a:cubicBezTo>
                <a:lnTo>
                  <a:pt x="141" y="523"/>
                </a:lnTo>
                <a:cubicBezTo>
                  <a:pt x="141" y="538"/>
                  <a:pt x="127" y="545"/>
                  <a:pt x="113" y="545"/>
                </a:cubicBezTo>
                <a:cubicBezTo>
                  <a:pt x="99" y="545"/>
                  <a:pt x="85" y="531"/>
                  <a:pt x="85" y="516"/>
                </a:cubicBezTo>
                <a:lnTo>
                  <a:pt x="85" y="509"/>
                </a:lnTo>
                <a:lnTo>
                  <a:pt x="85" y="509"/>
                </a:lnTo>
                <a:cubicBezTo>
                  <a:pt x="113" y="403"/>
                  <a:pt x="113" y="403"/>
                  <a:pt x="113" y="403"/>
                </a:cubicBezTo>
                <a:cubicBezTo>
                  <a:pt x="28" y="403"/>
                  <a:pt x="28" y="403"/>
                  <a:pt x="28" y="403"/>
                </a:cubicBezTo>
                <a:cubicBezTo>
                  <a:pt x="14" y="403"/>
                  <a:pt x="0" y="389"/>
                  <a:pt x="0" y="375"/>
                </a:cubicBezTo>
                <a:cubicBezTo>
                  <a:pt x="0" y="361"/>
                  <a:pt x="14" y="347"/>
                  <a:pt x="28" y="347"/>
                </a:cubicBezTo>
                <a:cubicBezTo>
                  <a:pt x="127" y="347"/>
                  <a:pt x="127" y="347"/>
                  <a:pt x="127" y="347"/>
                </a:cubicBezTo>
                <a:cubicBezTo>
                  <a:pt x="163" y="198"/>
                  <a:pt x="163" y="198"/>
                  <a:pt x="163" y="198"/>
                </a:cubicBezTo>
                <a:cubicBezTo>
                  <a:pt x="85" y="198"/>
                  <a:pt x="85" y="198"/>
                  <a:pt x="85" y="198"/>
                </a:cubicBezTo>
                <a:cubicBezTo>
                  <a:pt x="71" y="198"/>
                  <a:pt x="57" y="184"/>
                  <a:pt x="57" y="170"/>
                </a:cubicBezTo>
                <a:cubicBezTo>
                  <a:pt x="57" y="149"/>
                  <a:pt x="71" y="142"/>
                  <a:pt x="85" y="142"/>
                </a:cubicBezTo>
                <a:cubicBezTo>
                  <a:pt x="177" y="142"/>
                  <a:pt x="177" y="142"/>
                  <a:pt x="177" y="142"/>
                </a:cubicBezTo>
                <a:cubicBezTo>
                  <a:pt x="198" y="22"/>
                  <a:pt x="198" y="22"/>
                  <a:pt x="198" y="22"/>
                </a:cubicBezTo>
                <a:lnTo>
                  <a:pt x="198" y="22"/>
                </a:lnTo>
                <a:cubicBezTo>
                  <a:pt x="205" y="7"/>
                  <a:pt x="212" y="0"/>
                  <a:pt x="226" y="0"/>
                </a:cubicBezTo>
                <a:cubicBezTo>
                  <a:pt x="248" y="0"/>
                  <a:pt x="255" y="7"/>
                  <a:pt x="255" y="29"/>
                </a:cubicBezTo>
                <a:cubicBezTo>
                  <a:pt x="255" y="29"/>
                  <a:pt x="255" y="29"/>
                  <a:pt x="255" y="36"/>
                </a:cubicBezTo>
                <a:lnTo>
                  <a:pt x="255" y="36"/>
                </a:lnTo>
                <a:cubicBezTo>
                  <a:pt x="234" y="142"/>
                  <a:pt x="234" y="142"/>
                  <a:pt x="234" y="142"/>
                </a:cubicBezTo>
                <a:cubicBezTo>
                  <a:pt x="382" y="142"/>
                  <a:pt x="382" y="142"/>
                  <a:pt x="382" y="142"/>
                </a:cubicBezTo>
                <a:cubicBezTo>
                  <a:pt x="410" y="22"/>
                  <a:pt x="410" y="22"/>
                  <a:pt x="410" y="22"/>
                </a:cubicBezTo>
                <a:lnTo>
                  <a:pt x="410" y="22"/>
                </a:lnTo>
                <a:cubicBezTo>
                  <a:pt x="410" y="7"/>
                  <a:pt x="424" y="0"/>
                  <a:pt x="438" y="0"/>
                </a:cubicBezTo>
                <a:cubicBezTo>
                  <a:pt x="452" y="0"/>
                  <a:pt x="467" y="7"/>
                  <a:pt x="467" y="29"/>
                </a:cubicBezTo>
                <a:cubicBezTo>
                  <a:pt x="467" y="29"/>
                  <a:pt x="467" y="29"/>
                  <a:pt x="467" y="36"/>
                </a:cubicBezTo>
                <a:lnTo>
                  <a:pt x="467" y="36"/>
                </a:lnTo>
                <a:cubicBezTo>
                  <a:pt x="438" y="142"/>
                  <a:pt x="438" y="142"/>
                  <a:pt x="438" y="142"/>
                </a:cubicBezTo>
                <a:cubicBezTo>
                  <a:pt x="523" y="142"/>
                  <a:pt x="523" y="142"/>
                  <a:pt x="523" y="142"/>
                </a:cubicBezTo>
                <a:cubicBezTo>
                  <a:pt x="537" y="142"/>
                  <a:pt x="551" y="149"/>
                  <a:pt x="551" y="170"/>
                </a:cubicBezTo>
                <a:cubicBezTo>
                  <a:pt x="551" y="184"/>
                  <a:pt x="537" y="198"/>
                  <a:pt x="523" y="198"/>
                </a:cubicBezTo>
                <a:close/>
                <a:moveTo>
                  <a:pt x="219" y="198"/>
                </a:moveTo>
                <a:lnTo>
                  <a:pt x="219" y="198"/>
                </a:lnTo>
                <a:cubicBezTo>
                  <a:pt x="184" y="347"/>
                  <a:pt x="184" y="347"/>
                  <a:pt x="184" y="347"/>
                </a:cubicBezTo>
                <a:cubicBezTo>
                  <a:pt x="332" y="347"/>
                  <a:pt x="332" y="347"/>
                  <a:pt x="332" y="347"/>
                </a:cubicBezTo>
                <a:cubicBezTo>
                  <a:pt x="368" y="198"/>
                  <a:pt x="368" y="198"/>
                  <a:pt x="368" y="198"/>
                </a:cubicBezTo>
                <a:lnTo>
                  <a:pt x="219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1" name="Freeform 63"/>
          <p:cNvSpPr/>
          <p:nvPr/>
        </p:nvSpPr>
        <p:spPr>
          <a:xfrm>
            <a:off x="6934320" y="2971800"/>
            <a:ext cx="217440" cy="176040"/>
          </a:xfrm>
          <a:custGeom>
            <a:avLst/>
            <a:gdLst/>
            <a:ahLst/>
            <a:rect l="l" t="t" r="r" b="b"/>
            <a:pathLst>
              <a:path w="602" h="488">
                <a:moveTo>
                  <a:pt x="572" y="487"/>
                </a:moveTo>
                <a:lnTo>
                  <a:pt x="572" y="487"/>
                </a:lnTo>
                <a:cubicBezTo>
                  <a:pt x="28" y="487"/>
                  <a:pt x="28" y="487"/>
                  <a:pt x="28" y="487"/>
                </a:cubicBezTo>
                <a:cubicBezTo>
                  <a:pt x="14" y="487"/>
                  <a:pt x="0" y="473"/>
                  <a:pt x="0" y="459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7"/>
                  <a:pt x="14" y="0"/>
                  <a:pt x="28" y="0"/>
                </a:cubicBezTo>
                <a:cubicBezTo>
                  <a:pt x="572" y="0"/>
                  <a:pt x="572" y="0"/>
                  <a:pt x="572" y="0"/>
                </a:cubicBezTo>
                <a:cubicBezTo>
                  <a:pt x="594" y="0"/>
                  <a:pt x="601" y="7"/>
                  <a:pt x="601" y="28"/>
                </a:cubicBezTo>
                <a:cubicBezTo>
                  <a:pt x="601" y="459"/>
                  <a:pt x="601" y="459"/>
                  <a:pt x="601" y="459"/>
                </a:cubicBezTo>
                <a:cubicBezTo>
                  <a:pt x="601" y="473"/>
                  <a:pt x="594" y="487"/>
                  <a:pt x="572" y="487"/>
                </a:cubicBezTo>
                <a:close/>
                <a:moveTo>
                  <a:pt x="198" y="56"/>
                </a:moveTo>
                <a:lnTo>
                  <a:pt x="198" y="56"/>
                </a:lnTo>
                <a:cubicBezTo>
                  <a:pt x="56" y="56"/>
                  <a:pt x="56" y="56"/>
                  <a:pt x="56" y="56"/>
                </a:cubicBezTo>
                <a:cubicBezTo>
                  <a:pt x="56" y="431"/>
                  <a:pt x="56" y="431"/>
                  <a:pt x="56" y="431"/>
                </a:cubicBezTo>
                <a:cubicBezTo>
                  <a:pt x="198" y="431"/>
                  <a:pt x="198" y="431"/>
                  <a:pt x="198" y="431"/>
                </a:cubicBezTo>
                <a:lnTo>
                  <a:pt x="198" y="56"/>
                </a:lnTo>
                <a:close/>
                <a:moveTo>
                  <a:pt x="226" y="56"/>
                </a:moveTo>
                <a:lnTo>
                  <a:pt x="226" y="56"/>
                </a:lnTo>
                <a:cubicBezTo>
                  <a:pt x="226" y="431"/>
                  <a:pt x="226" y="431"/>
                  <a:pt x="226" y="431"/>
                </a:cubicBezTo>
                <a:cubicBezTo>
                  <a:pt x="374" y="431"/>
                  <a:pt x="374" y="431"/>
                  <a:pt x="374" y="431"/>
                </a:cubicBezTo>
                <a:cubicBezTo>
                  <a:pt x="374" y="56"/>
                  <a:pt x="374" y="56"/>
                  <a:pt x="374" y="56"/>
                </a:cubicBezTo>
                <a:lnTo>
                  <a:pt x="226" y="56"/>
                </a:lnTo>
                <a:close/>
                <a:moveTo>
                  <a:pt x="544" y="56"/>
                </a:moveTo>
                <a:lnTo>
                  <a:pt x="544" y="56"/>
                </a:lnTo>
                <a:cubicBezTo>
                  <a:pt x="403" y="56"/>
                  <a:pt x="403" y="56"/>
                  <a:pt x="403" y="56"/>
                </a:cubicBezTo>
                <a:cubicBezTo>
                  <a:pt x="403" y="431"/>
                  <a:pt x="403" y="431"/>
                  <a:pt x="403" y="431"/>
                </a:cubicBezTo>
                <a:cubicBezTo>
                  <a:pt x="544" y="431"/>
                  <a:pt x="544" y="431"/>
                  <a:pt x="544" y="431"/>
                </a:cubicBezTo>
                <a:lnTo>
                  <a:pt x="544" y="5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2" name="Freeform 64"/>
          <p:cNvSpPr/>
          <p:nvPr/>
        </p:nvSpPr>
        <p:spPr>
          <a:xfrm>
            <a:off x="6559560" y="2955960"/>
            <a:ext cx="209520" cy="209520"/>
          </a:xfrm>
          <a:custGeom>
            <a:avLst/>
            <a:gdLst/>
            <a:ahLst/>
            <a:rect l="l" t="t" r="r" b="b"/>
            <a:pathLst>
              <a:path w="580" h="581">
                <a:moveTo>
                  <a:pt x="572" y="92"/>
                </a:moveTo>
                <a:lnTo>
                  <a:pt x="572" y="92"/>
                </a:lnTo>
                <a:cubicBezTo>
                  <a:pt x="509" y="149"/>
                  <a:pt x="509" y="149"/>
                  <a:pt x="509" y="149"/>
                </a:cubicBezTo>
                <a:cubicBezTo>
                  <a:pt x="431" y="71"/>
                  <a:pt x="431" y="71"/>
                  <a:pt x="431" y="71"/>
                </a:cubicBezTo>
                <a:cubicBezTo>
                  <a:pt x="488" y="7"/>
                  <a:pt x="488" y="7"/>
                  <a:pt x="488" y="7"/>
                </a:cubicBezTo>
                <a:cubicBezTo>
                  <a:pt x="502" y="0"/>
                  <a:pt x="516" y="0"/>
                  <a:pt x="530" y="7"/>
                </a:cubicBezTo>
                <a:cubicBezTo>
                  <a:pt x="572" y="50"/>
                  <a:pt x="572" y="50"/>
                  <a:pt x="572" y="50"/>
                </a:cubicBezTo>
                <a:cubicBezTo>
                  <a:pt x="579" y="64"/>
                  <a:pt x="579" y="78"/>
                  <a:pt x="572" y="92"/>
                </a:cubicBezTo>
                <a:close/>
                <a:moveTo>
                  <a:pt x="148" y="347"/>
                </a:moveTo>
                <a:lnTo>
                  <a:pt x="148" y="347"/>
                </a:lnTo>
                <a:cubicBezTo>
                  <a:pt x="233" y="424"/>
                  <a:pt x="233" y="424"/>
                  <a:pt x="233" y="424"/>
                </a:cubicBezTo>
                <a:cubicBezTo>
                  <a:pt x="127" y="453"/>
                  <a:pt x="127" y="453"/>
                  <a:pt x="127" y="453"/>
                </a:cubicBezTo>
                <a:lnTo>
                  <a:pt x="148" y="347"/>
                </a:lnTo>
                <a:close/>
                <a:moveTo>
                  <a:pt x="488" y="170"/>
                </a:moveTo>
                <a:lnTo>
                  <a:pt x="488" y="170"/>
                </a:lnTo>
                <a:cubicBezTo>
                  <a:pt x="254" y="410"/>
                  <a:pt x="254" y="410"/>
                  <a:pt x="254" y="410"/>
                </a:cubicBezTo>
                <a:cubicBezTo>
                  <a:pt x="169" y="325"/>
                  <a:pt x="169" y="325"/>
                  <a:pt x="169" y="325"/>
                </a:cubicBezTo>
                <a:cubicBezTo>
                  <a:pt x="410" y="92"/>
                  <a:pt x="410" y="92"/>
                  <a:pt x="410" y="92"/>
                </a:cubicBezTo>
                <a:lnTo>
                  <a:pt x="488" y="170"/>
                </a:lnTo>
                <a:close/>
                <a:moveTo>
                  <a:pt x="56" y="85"/>
                </a:moveTo>
                <a:lnTo>
                  <a:pt x="56" y="85"/>
                </a:lnTo>
                <a:cubicBezTo>
                  <a:pt x="56" y="523"/>
                  <a:pt x="56" y="523"/>
                  <a:pt x="56" y="523"/>
                </a:cubicBezTo>
                <a:cubicBezTo>
                  <a:pt x="495" y="523"/>
                  <a:pt x="495" y="523"/>
                  <a:pt x="495" y="523"/>
                </a:cubicBezTo>
                <a:cubicBezTo>
                  <a:pt x="495" y="205"/>
                  <a:pt x="495" y="205"/>
                  <a:pt x="495" y="205"/>
                </a:cubicBezTo>
                <a:cubicBezTo>
                  <a:pt x="551" y="149"/>
                  <a:pt x="551" y="149"/>
                  <a:pt x="551" y="149"/>
                </a:cubicBezTo>
                <a:cubicBezTo>
                  <a:pt x="551" y="552"/>
                  <a:pt x="551" y="552"/>
                  <a:pt x="551" y="552"/>
                </a:cubicBezTo>
                <a:cubicBezTo>
                  <a:pt x="551" y="566"/>
                  <a:pt x="537" y="580"/>
                  <a:pt x="523" y="580"/>
                </a:cubicBezTo>
                <a:cubicBezTo>
                  <a:pt x="28" y="580"/>
                  <a:pt x="28" y="580"/>
                  <a:pt x="28" y="580"/>
                </a:cubicBezTo>
                <a:cubicBezTo>
                  <a:pt x="14" y="580"/>
                  <a:pt x="0" y="566"/>
                  <a:pt x="0" y="552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43"/>
                  <a:pt x="14" y="28"/>
                  <a:pt x="28" y="28"/>
                </a:cubicBezTo>
                <a:cubicBezTo>
                  <a:pt x="431" y="28"/>
                  <a:pt x="431" y="28"/>
                  <a:pt x="431" y="28"/>
                </a:cubicBezTo>
                <a:cubicBezTo>
                  <a:pt x="375" y="85"/>
                  <a:pt x="375" y="85"/>
                  <a:pt x="375" y="85"/>
                </a:cubicBezTo>
                <a:lnTo>
                  <a:pt x="56" y="8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3" name="Freeform 65"/>
          <p:cNvSpPr/>
          <p:nvPr/>
        </p:nvSpPr>
        <p:spPr>
          <a:xfrm>
            <a:off x="6172200" y="2955960"/>
            <a:ext cx="219240" cy="204840"/>
          </a:xfrm>
          <a:custGeom>
            <a:avLst/>
            <a:gdLst/>
            <a:ahLst/>
            <a:rect l="l" t="t" r="r" b="b"/>
            <a:pathLst>
              <a:path w="608" h="567">
                <a:moveTo>
                  <a:pt x="579" y="566"/>
                </a:moveTo>
                <a:lnTo>
                  <a:pt x="579" y="566"/>
                </a:lnTo>
                <a:cubicBezTo>
                  <a:pt x="28" y="566"/>
                  <a:pt x="28" y="566"/>
                  <a:pt x="28" y="566"/>
                </a:cubicBezTo>
                <a:cubicBezTo>
                  <a:pt x="14" y="566"/>
                  <a:pt x="0" y="559"/>
                  <a:pt x="0" y="537"/>
                </a:cubicBezTo>
                <a:cubicBezTo>
                  <a:pt x="0" y="523"/>
                  <a:pt x="14" y="509"/>
                  <a:pt x="28" y="509"/>
                </a:cubicBezTo>
                <a:cubicBezTo>
                  <a:pt x="579" y="509"/>
                  <a:pt x="579" y="509"/>
                  <a:pt x="579" y="509"/>
                </a:cubicBezTo>
                <a:cubicBezTo>
                  <a:pt x="593" y="509"/>
                  <a:pt x="607" y="523"/>
                  <a:pt x="607" y="537"/>
                </a:cubicBezTo>
                <a:cubicBezTo>
                  <a:pt x="607" y="559"/>
                  <a:pt x="593" y="566"/>
                  <a:pt x="579" y="566"/>
                </a:cubicBezTo>
                <a:close/>
                <a:moveTo>
                  <a:pt x="459" y="149"/>
                </a:moveTo>
                <a:lnTo>
                  <a:pt x="459" y="149"/>
                </a:lnTo>
                <a:cubicBezTo>
                  <a:pt x="381" y="71"/>
                  <a:pt x="381" y="71"/>
                  <a:pt x="381" y="71"/>
                </a:cubicBezTo>
                <a:cubicBezTo>
                  <a:pt x="445" y="7"/>
                  <a:pt x="445" y="7"/>
                  <a:pt x="445" y="7"/>
                </a:cubicBezTo>
                <a:cubicBezTo>
                  <a:pt x="452" y="0"/>
                  <a:pt x="473" y="0"/>
                  <a:pt x="480" y="7"/>
                </a:cubicBezTo>
                <a:cubicBezTo>
                  <a:pt x="523" y="50"/>
                  <a:pt x="523" y="50"/>
                  <a:pt x="523" y="50"/>
                </a:cubicBezTo>
                <a:cubicBezTo>
                  <a:pt x="530" y="64"/>
                  <a:pt x="530" y="78"/>
                  <a:pt x="523" y="92"/>
                </a:cubicBezTo>
                <a:lnTo>
                  <a:pt x="459" y="149"/>
                </a:lnTo>
                <a:close/>
                <a:moveTo>
                  <a:pt x="205" y="410"/>
                </a:moveTo>
                <a:lnTo>
                  <a:pt x="205" y="410"/>
                </a:lnTo>
                <a:cubicBezTo>
                  <a:pt x="127" y="325"/>
                  <a:pt x="127" y="325"/>
                  <a:pt x="127" y="325"/>
                </a:cubicBezTo>
                <a:cubicBezTo>
                  <a:pt x="360" y="92"/>
                  <a:pt x="360" y="92"/>
                  <a:pt x="360" y="92"/>
                </a:cubicBezTo>
                <a:cubicBezTo>
                  <a:pt x="445" y="170"/>
                  <a:pt x="445" y="170"/>
                  <a:pt x="445" y="170"/>
                </a:cubicBezTo>
                <a:lnTo>
                  <a:pt x="205" y="410"/>
                </a:lnTo>
                <a:close/>
                <a:moveTo>
                  <a:pt x="77" y="453"/>
                </a:moveTo>
                <a:lnTo>
                  <a:pt x="77" y="453"/>
                </a:lnTo>
                <a:cubicBezTo>
                  <a:pt x="106" y="347"/>
                  <a:pt x="106" y="347"/>
                  <a:pt x="106" y="347"/>
                </a:cubicBezTo>
                <a:cubicBezTo>
                  <a:pt x="183" y="424"/>
                  <a:pt x="183" y="424"/>
                  <a:pt x="183" y="424"/>
                </a:cubicBezTo>
                <a:lnTo>
                  <a:pt x="77" y="45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4" name="Freeform 66"/>
          <p:cNvSpPr/>
          <p:nvPr/>
        </p:nvSpPr>
        <p:spPr>
          <a:xfrm>
            <a:off x="5821200" y="2976480"/>
            <a:ext cx="163800" cy="163440"/>
          </a:xfrm>
          <a:custGeom>
            <a:avLst/>
            <a:gdLst/>
            <a:ahLst/>
            <a:rect l="l" t="t" r="r" b="b"/>
            <a:pathLst>
              <a:path w="454" h="453">
                <a:moveTo>
                  <a:pt x="43" y="325"/>
                </a:moveTo>
                <a:lnTo>
                  <a:pt x="43" y="325"/>
                </a:lnTo>
                <a:cubicBezTo>
                  <a:pt x="283" y="92"/>
                  <a:pt x="283" y="92"/>
                  <a:pt x="283" y="92"/>
                </a:cubicBezTo>
                <a:cubicBezTo>
                  <a:pt x="361" y="169"/>
                  <a:pt x="361" y="169"/>
                  <a:pt x="361" y="169"/>
                </a:cubicBezTo>
                <a:cubicBezTo>
                  <a:pt x="127" y="410"/>
                  <a:pt x="127" y="410"/>
                  <a:pt x="127" y="410"/>
                </a:cubicBezTo>
                <a:lnTo>
                  <a:pt x="43" y="325"/>
                </a:lnTo>
                <a:close/>
                <a:moveTo>
                  <a:pt x="361" y="7"/>
                </a:moveTo>
                <a:lnTo>
                  <a:pt x="361" y="7"/>
                </a:lnTo>
                <a:cubicBezTo>
                  <a:pt x="375" y="0"/>
                  <a:pt x="389" y="0"/>
                  <a:pt x="403" y="7"/>
                </a:cubicBezTo>
                <a:cubicBezTo>
                  <a:pt x="446" y="49"/>
                  <a:pt x="446" y="49"/>
                  <a:pt x="446" y="49"/>
                </a:cubicBezTo>
                <a:cubicBezTo>
                  <a:pt x="453" y="64"/>
                  <a:pt x="453" y="78"/>
                  <a:pt x="446" y="92"/>
                </a:cubicBezTo>
                <a:cubicBezTo>
                  <a:pt x="382" y="148"/>
                  <a:pt x="382" y="148"/>
                  <a:pt x="382" y="148"/>
                </a:cubicBezTo>
                <a:cubicBezTo>
                  <a:pt x="304" y="71"/>
                  <a:pt x="304" y="71"/>
                  <a:pt x="304" y="71"/>
                </a:cubicBezTo>
                <a:lnTo>
                  <a:pt x="361" y="7"/>
                </a:lnTo>
                <a:close/>
                <a:moveTo>
                  <a:pt x="0" y="452"/>
                </a:moveTo>
                <a:lnTo>
                  <a:pt x="0" y="452"/>
                </a:lnTo>
                <a:cubicBezTo>
                  <a:pt x="22" y="346"/>
                  <a:pt x="22" y="346"/>
                  <a:pt x="22" y="346"/>
                </a:cubicBezTo>
                <a:cubicBezTo>
                  <a:pt x="106" y="424"/>
                  <a:pt x="106" y="424"/>
                  <a:pt x="106" y="424"/>
                </a:cubicBezTo>
                <a:lnTo>
                  <a:pt x="0" y="45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5" name="Freeform 67"/>
          <p:cNvSpPr/>
          <p:nvPr/>
        </p:nvSpPr>
        <p:spPr>
          <a:xfrm>
            <a:off x="3086280" y="3705120"/>
            <a:ext cx="215640" cy="217440"/>
          </a:xfrm>
          <a:custGeom>
            <a:avLst/>
            <a:gdLst/>
            <a:ahLst/>
            <a:rect l="l" t="t" r="r" b="b"/>
            <a:pathLst>
              <a:path w="601" h="602">
                <a:moveTo>
                  <a:pt x="593" y="42"/>
                </a:moveTo>
                <a:lnTo>
                  <a:pt x="593" y="42"/>
                </a:lnTo>
                <a:cubicBezTo>
                  <a:pt x="501" y="142"/>
                  <a:pt x="501" y="142"/>
                  <a:pt x="501" y="142"/>
                </a:cubicBezTo>
                <a:cubicBezTo>
                  <a:pt x="544" y="142"/>
                  <a:pt x="544" y="142"/>
                  <a:pt x="544" y="142"/>
                </a:cubicBezTo>
                <a:cubicBezTo>
                  <a:pt x="558" y="142"/>
                  <a:pt x="572" y="149"/>
                  <a:pt x="572" y="170"/>
                </a:cubicBezTo>
                <a:cubicBezTo>
                  <a:pt x="572" y="184"/>
                  <a:pt x="558" y="198"/>
                  <a:pt x="544" y="198"/>
                </a:cubicBezTo>
                <a:cubicBezTo>
                  <a:pt x="431" y="198"/>
                  <a:pt x="431" y="198"/>
                  <a:pt x="431" y="198"/>
                </a:cubicBezTo>
                <a:cubicBezTo>
                  <a:pt x="417" y="198"/>
                  <a:pt x="402" y="184"/>
                  <a:pt x="402" y="170"/>
                </a:cubicBezTo>
                <a:cubicBezTo>
                  <a:pt x="402" y="57"/>
                  <a:pt x="402" y="57"/>
                  <a:pt x="402" y="57"/>
                </a:cubicBezTo>
                <a:cubicBezTo>
                  <a:pt x="402" y="35"/>
                  <a:pt x="417" y="28"/>
                  <a:pt x="431" y="28"/>
                </a:cubicBezTo>
                <a:cubicBezTo>
                  <a:pt x="445" y="28"/>
                  <a:pt x="459" y="35"/>
                  <a:pt x="459" y="57"/>
                </a:cubicBezTo>
                <a:cubicBezTo>
                  <a:pt x="459" y="99"/>
                  <a:pt x="459" y="99"/>
                  <a:pt x="459" y="99"/>
                </a:cubicBezTo>
                <a:cubicBezTo>
                  <a:pt x="551" y="7"/>
                  <a:pt x="551" y="7"/>
                  <a:pt x="551" y="7"/>
                </a:cubicBezTo>
                <a:cubicBezTo>
                  <a:pt x="558" y="0"/>
                  <a:pt x="565" y="0"/>
                  <a:pt x="572" y="0"/>
                </a:cubicBezTo>
                <a:cubicBezTo>
                  <a:pt x="586" y="0"/>
                  <a:pt x="600" y="7"/>
                  <a:pt x="600" y="28"/>
                </a:cubicBezTo>
                <a:cubicBezTo>
                  <a:pt x="600" y="35"/>
                  <a:pt x="600" y="42"/>
                  <a:pt x="593" y="42"/>
                </a:cubicBezTo>
                <a:close/>
                <a:moveTo>
                  <a:pt x="296" y="382"/>
                </a:moveTo>
                <a:lnTo>
                  <a:pt x="296" y="382"/>
                </a:lnTo>
                <a:cubicBezTo>
                  <a:pt x="254" y="382"/>
                  <a:pt x="211" y="346"/>
                  <a:pt x="211" y="297"/>
                </a:cubicBezTo>
                <a:cubicBezTo>
                  <a:pt x="211" y="255"/>
                  <a:pt x="254" y="212"/>
                  <a:pt x="296" y="212"/>
                </a:cubicBezTo>
                <a:cubicBezTo>
                  <a:pt x="346" y="212"/>
                  <a:pt x="381" y="255"/>
                  <a:pt x="381" y="297"/>
                </a:cubicBezTo>
                <a:cubicBezTo>
                  <a:pt x="381" y="346"/>
                  <a:pt x="346" y="382"/>
                  <a:pt x="296" y="382"/>
                </a:cubicBezTo>
                <a:close/>
                <a:moveTo>
                  <a:pt x="169" y="573"/>
                </a:moveTo>
                <a:lnTo>
                  <a:pt x="169" y="573"/>
                </a:lnTo>
                <a:cubicBezTo>
                  <a:pt x="148" y="573"/>
                  <a:pt x="141" y="559"/>
                  <a:pt x="141" y="544"/>
                </a:cubicBezTo>
                <a:cubicBezTo>
                  <a:pt x="141" y="502"/>
                  <a:pt x="141" y="502"/>
                  <a:pt x="141" y="502"/>
                </a:cubicBezTo>
                <a:cubicBezTo>
                  <a:pt x="42" y="594"/>
                  <a:pt x="42" y="594"/>
                  <a:pt x="42" y="594"/>
                </a:cubicBezTo>
                <a:cubicBezTo>
                  <a:pt x="42" y="601"/>
                  <a:pt x="35" y="601"/>
                  <a:pt x="28" y="601"/>
                </a:cubicBezTo>
                <a:cubicBezTo>
                  <a:pt x="7" y="601"/>
                  <a:pt x="0" y="587"/>
                  <a:pt x="0" y="573"/>
                </a:cubicBezTo>
                <a:cubicBezTo>
                  <a:pt x="0" y="566"/>
                  <a:pt x="0" y="559"/>
                  <a:pt x="7" y="551"/>
                </a:cubicBezTo>
                <a:cubicBezTo>
                  <a:pt x="98" y="460"/>
                  <a:pt x="98" y="460"/>
                  <a:pt x="98" y="460"/>
                </a:cubicBezTo>
                <a:cubicBezTo>
                  <a:pt x="56" y="460"/>
                  <a:pt x="56" y="460"/>
                  <a:pt x="56" y="460"/>
                </a:cubicBezTo>
                <a:cubicBezTo>
                  <a:pt x="35" y="460"/>
                  <a:pt x="28" y="446"/>
                  <a:pt x="28" y="431"/>
                </a:cubicBezTo>
                <a:cubicBezTo>
                  <a:pt x="28" y="417"/>
                  <a:pt x="35" y="403"/>
                  <a:pt x="56" y="403"/>
                </a:cubicBezTo>
                <a:cubicBezTo>
                  <a:pt x="169" y="403"/>
                  <a:pt x="169" y="403"/>
                  <a:pt x="169" y="403"/>
                </a:cubicBezTo>
                <a:cubicBezTo>
                  <a:pt x="183" y="403"/>
                  <a:pt x="197" y="417"/>
                  <a:pt x="197" y="431"/>
                </a:cubicBezTo>
                <a:cubicBezTo>
                  <a:pt x="197" y="544"/>
                  <a:pt x="197" y="544"/>
                  <a:pt x="197" y="544"/>
                </a:cubicBezTo>
                <a:cubicBezTo>
                  <a:pt x="197" y="559"/>
                  <a:pt x="183" y="573"/>
                  <a:pt x="169" y="57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6" name="Freeform 68"/>
          <p:cNvSpPr/>
          <p:nvPr/>
        </p:nvSpPr>
        <p:spPr>
          <a:xfrm>
            <a:off x="2703600" y="3705120"/>
            <a:ext cx="218880" cy="217440"/>
          </a:xfrm>
          <a:custGeom>
            <a:avLst/>
            <a:gdLst/>
            <a:ahLst/>
            <a:rect l="l" t="t" r="r" b="b"/>
            <a:pathLst>
              <a:path w="609" h="602">
                <a:moveTo>
                  <a:pt x="580" y="170"/>
                </a:moveTo>
                <a:lnTo>
                  <a:pt x="580" y="170"/>
                </a:lnTo>
                <a:cubicBezTo>
                  <a:pt x="559" y="170"/>
                  <a:pt x="552" y="156"/>
                  <a:pt x="552" y="142"/>
                </a:cubicBezTo>
                <a:cubicBezTo>
                  <a:pt x="552" y="92"/>
                  <a:pt x="552" y="92"/>
                  <a:pt x="552" y="92"/>
                </a:cubicBezTo>
                <a:cubicBezTo>
                  <a:pt x="453" y="184"/>
                  <a:pt x="453" y="184"/>
                  <a:pt x="453" y="184"/>
                </a:cubicBezTo>
                <a:cubicBezTo>
                  <a:pt x="453" y="191"/>
                  <a:pt x="446" y="198"/>
                  <a:pt x="439" y="198"/>
                </a:cubicBezTo>
                <a:cubicBezTo>
                  <a:pt x="417" y="198"/>
                  <a:pt x="410" y="184"/>
                  <a:pt x="410" y="170"/>
                </a:cubicBezTo>
                <a:cubicBezTo>
                  <a:pt x="410" y="163"/>
                  <a:pt x="410" y="156"/>
                  <a:pt x="417" y="149"/>
                </a:cubicBezTo>
                <a:cubicBezTo>
                  <a:pt x="509" y="57"/>
                  <a:pt x="509" y="57"/>
                  <a:pt x="509" y="57"/>
                </a:cubicBezTo>
                <a:cubicBezTo>
                  <a:pt x="467" y="57"/>
                  <a:pt x="467" y="57"/>
                  <a:pt x="467" y="57"/>
                </a:cubicBezTo>
                <a:cubicBezTo>
                  <a:pt x="446" y="57"/>
                  <a:pt x="439" y="42"/>
                  <a:pt x="439" y="28"/>
                </a:cubicBezTo>
                <a:cubicBezTo>
                  <a:pt x="439" y="7"/>
                  <a:pt x="446" y="0"/>
                  <a:pt x="467" y="0"/>
                </a:cubicBezTo>
                <a:cubicBezTo>
                  <a:pt x="580" y="0"/>
                  <a:pt x="580" y="0"/>
                  <a:pt x="580" y="0"/>
                </a:cubicBezTo>
                <a:cubicBezTo>
                  <a:pt x="594" y="0"/>
                  <a:pt x="608" y="7"/>
                  <a:pt x="608" y="28"/>
                </a:cubicBezTo>
                <a:cubicBezTo>
                  <a:pt x="608" y="142"/>
                  <a:pt x="608" y="142"/>
                  <a:pt x="608" y="142"/>
                </a:cubicBezTo>
                <a:cubicBezTo>
                  <a:pt x="608" y="156"/>
                  <a:pt x="594" y="170"/>
                  <a:pt x="580" y="170"/>
                </a:cubicBezTo>
                <a:close/>
                <a:moveTo>
                  <a:pt x="304" y="382"/>
                </a:moveTo>
                <a:lnTo>
                  <a:pt x="304" y="382"/>
                </a:lnTo>
                <a:cubicBezTo>
                  <a:pt x="255" y="382"/>
                  <a:pt x="219" y="346"/>
                  <a:pt x="219" y="297"/>
                </a:cubicBezTo>
                <a:cubicBezTo>
                  <a:pt x="219" y="255"/>
                  <a:pt x="255" y="212"/>
                  <a:pt x="304" y="212"/>
                </a:cubicBezTo>
                <a:cubicBezTo>
                  <a:pt x="354" y="212"/>
                  <a:pt x="389" y="255"/>
                  <a:pt x="389" y="297"/>
                </a:cubicBezTo>
                <a:cubicBezTo>
                  <a:pt x="389" y="346"/>
                  <a:pt x="354" y="382"/>
                  <a:pt x="304" y="382"/>
                </a:cubicBezTo>
                <a:close/>
                <a:moveTo>
                  <a:pt x="99" y="544"/>
                </a:moveTo>
                <a:lnTo>
                  <a:pt x="99" y="544"/>
                </a:lnTo>
                <a:cubicBezTo>
                  <a:pt x="142" y="544"/>
                  <a:pt x="142" y="544"/>
                  <a:pt x="142" y="544"/>
                </a:cubicBezTo>
                <a:cubicBezTo>
                  <a:pt x="163" y="544"/>
                  <a:pt x="170" y="559"/>
                  <a:pt x="170" y="573"/>
                </a:cubicBezTo>
                <a:cubicBezTo>
                  <a:pt x="170" y="587"/>
                  <a:pt x="163" y="601"/>
                  <a:pt x="142" y="601"/>
                </a:cubicBezTo>
                <a:cubicBezTo>
                  <a:pt x="29" y="601"/>
                  <a:pt x="29" y="601"/>
                  <a:pt x="29" y="601"/>
                </a:cubicBezTo>
                <a:cubicBezTo>
                  <a:pt x="15" y="601"/>
                  <a:pt x="0" y="587"/>
                  <a:pt x="0" y="573"/>
                </a:cubicBezTo>
                <a:cubicBezTo>
                  <a:pt x="0" y="460"/>
                  <a:pt x="0" y="460"/>
                  <a:pt x="0" y="460"/>
                </a:cubicBezTo>
                <a:cubicBezTo>
                  <a:pt x="0" y="446"/>
                  <a:pt x="15" y="431"/>
                  <a:pt x="29" y="431"/>
                </a:cubicBezTo>
                <a:cubicBezTo>
                  <a:pt x="50" y="431"/>
                  <a:pt x="57" y="446"/>
                  <a:pt x="57" y="460"/>
                </a:cubicBezTo>
                <a:cubicBezTo>
                  <a:pt x="57" y="502"/>
                  <a:pt x="57" y="502"/>
                  <a:pt x="57" y="502"/>
                </a:cubicBezTo>
                <a:cubicBezTo>
                  <a:pt x="156" y="410"/>
                  <a:pt x="156" y="410"/>
                  <a:pt x="156" y="410"/>
                </a:cubicBezTo>
                <a:cubicBezTo>
                  <a:pt x="156" y="403"/>
                  <a:pt x="163" y="403"/>
                  <a:pt x="170" y="403"/>
                </a:cubicBezTo>
                <a:cubicBezTo>
                  <a:pt x="191" y="403"/>
                  <a:pt x="198" y="417"/>
                  <a:pt x="198" y="431"/>
                </a:cubicBezTo>
                <a:cubicBezTo>
                  <a:pt x="198" y="438"/>
                  <a:pt x="198" y="446"/>
                  <a:pt x="191" y="453"/>
                </a:cubicBezTo>
                <a:lnTo>
                  <a:pt x="99" y="54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7" name="Freeform 69"/>
          <p:cNvSpPr/>
          <p:nvPr/>
        </p:nvSpPr>
        <p:spPr>
          <a:xfrm>
            <a:off x="2335320" y="3714840"/>
            <a:ext cx="196920" cy="196920"/>
          </a:xfrm>
          <a:custGeom>
            <a:avLst/>
            <a:gdLst/>
            <a:ahLst/>
            <a:rect l="l" t="t" r="r" b="b"/>
            <a:pathLst>
              <a:path w="545" h="546">
                <a:moveTo>
                  <a:pt x="537" y="43"/>
                </a:moveTo>
                <a:lnTo>
                  <a:pt x="537" y="43"/>
                </a:lnTo>
                <a:cubicBezTo>
                  <a:pt x="395" y="184"/>
                  <a:pt x="395" y="184"/>
                  <a:pt x="395" y="184"/>
                </a:cubicBezTo>
                <a:cubicBezTo>
                  <a:pt x="445" y="184"/>
                  <a:pt x="445" y="184"/>
                  <a:pt x="445" y="184"/>
                </a:cubicBezTo>
                <a:cubicBezTo>
                  <a:pt x="459" y="184"/>
                  <a:pt x="473" y="198"/>
                  <a:pt x="473" y="212"/>
                </a:cubicBezTo>
                <a:cubicBezTo>
                  <a:pt x="473" y="234"/>
                  <a:pt x="459" y="241"/>
                  <a:pt x="445" y="241"/>
                </a:cubicBezTo>
                <a:cubicBezTo>
                  <a:pt x="332" y="241"/>
                  <a:pt x="332" y="241"/>
                  <a:pt x="332" y="241"/>
                </a:cubicBezTo>
                <a:cubicBezTo>
                  <a:pt x="311" y="241"/>
                  <a:pt x="304" y="234"/>
                  <a:pt x="304" y="212"/>
                </a:cubicBezTo>
                <a:cubicBezTo>
                  <a:pt x="304" y="99"/>
                  <a:pt x="304" y="99"/>
                  <a:pt x="304" y="99"/>
                </a:cubicBezTo>
                <a:cubicBezTo>
                  <a:pt x="304" y="85"/>
                  <a:pt x="311" y="71"/>
                  <a:pt x="332" y="71"/>
                </a:cubicBezTo>
                <a:cubicBezTo>
                  <a:pt x="346" y="71"/>
                  <a:pt x="360" y="85"/>
                  <a:pt x="360" y="99"/>
                </a:cubicBezTo>
                <a:cubicBezTo>
                  <a:pt x="360" y="149"/>
                  <a:pt x="360" y="149"/>
                  <a:pt x="360" y="149"/>
                </a:cubicBezTo>
                <a:cubicBezTo>
                  <a:pt x="501" y="7"/>
                  <a:pt x="501" y="7"/>
                  <a:pt x="501" y="7"/>
                </a:cubicBezTo>
                <a:cubicBezTo>
                  <a:pt x="501" y="0"/>
                  <a:pt x="508" y="0"/>
                  <a:pt x="515" y="0"/>
                </a:cubicBezTo>
                <a:cubicBezTo>
                  <a:pt x="537" y="0"/>
                  <a:pt x="544" y="7"/>
                  <a:pt x="544" y="29"/>
                </a:cubicBezTo>
                <a:cubicBezTo>
                  <a:pt x="544" y="36"/>
                  <a:pt x="544" y="43"/>
                  <a:pt x="537" y="43"/>
                </a:cubicBezTo>
                <a:close/>
                <a:moveTo>
                  <a:pt x="219" y="467"/>
                </a:moveTo>
                <a:lnTo>
                  <a:pt x="219" y="467"/>
                </a:lnTo>
                <a:cubicBezTo>
                  <a:pt x="197" y="467"/>
                  <a:pt x="190" y="460"/>
                  <a:pt x="190" y="439"/>
                </a:cubicBezTo>
                <a:cubicBezTo>
                  <a:pt x="190" y="396"/>
                  <a:pt x="190" y="396"/>
                  <a:pt x="190" y="396"/>
                </a:cubicBezTo>
                <a:cubicBezTo>
                  <a:pt x="49" y="538"/>
                  <a:pt x="49" y="538"/>
                  <a:pt x="49" y="538"/>
                </a:cubicBezTo>
                <a:cubicBezTo>
                  <a:pt x="42" y="545"/>
                  <a:pt x="35" y="545"/>
                  <a:pt x="28" y="545"/>
                </a:cubicBezTo>
                <a:cubicBezTo>
                  <a:pt x="14" y="545"/>
                  <a:pt x="0" y="531"/>
                  <a:pt x="0" y="516"/>
                </a:cubicBezTo>
                <a:cubicBezTo>
                  <a:pt x="0" y="509"/>
                  <a:pt x="0" y="502"/>
                  <a:pt x="7" y="495"/>
                </a:cubicBezTo>
                <a:cubicBezTo>
                  <a:pt x="148" y="354"/>
                  <a:pt x="148" y="354"/>
                  <a:pt x="148" y="354"/>
                </a:cubicBezTo>
                <a:cubicBezTo>
                  <a:pt x="106" y="354"/>
                  <a:pt x="106" y="354"/>
                  <a:pt x="106" y="354"/>
                </a:cubicBezTo>
                <a:cubicBezTo>
                  <a:pt x="84" y="354"/>
                  <a:pt x="77" y="347"/>
                  <a:pt x="77" y="325"/>
                </a:cubicBezTo>
                <a:cubicBezTo>
                  <a:pt x="77" y="311"/>
                  <a:pt x="84" y="297"/>
                  <a:pt x="106" y="297"/>
                </a:cubicBezTo>
                <a:cubicBezTo>
                  <a:pt x="219" y="297"/>
                  <a:pt x="219" y="297"/>
                  <a:pt x="219" y="297"/>
                </a:cubicBezTo>
                <a:cubicBezTo>
                  <a:pt x="233" y="297"/>
                  <a:pt x="247" y="311"/>
                  <a:pt x="247" y="325"/>
                </a:cubicBezTo>
                <a:cubicBezTo>
                  <a:pt x="247" y="439"/>
                  <a:pt x="247" y="439"/>
                  <a:pt x="247" y="439"/>
                </a:cubicBezTo>
                <a:cubicBezTo>
                  <a:pt x="247" y="460"/>
                  <a:pt x="233" y="467"/>
                  <a:pt x="219" y="46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8" name="Freeform 70"/>
          <p:cNvSpPr/>
          <p:nvPr/>
        </p:nvSpPr>
        <p:spPr>
          <a:xfrm>
            <a:off x="1955880" y="3714840"/>
            <a:ext cx="196920" cy="196920"/>
          </a:xfrm>
          <a:custGeom>
            <a:avLst/>
            <a:gdLst/>
            <a:ahLst/>
            <a:rect l="l" t="t" r="r" b="b"/>
            <a:pathLst>
              <a:path w="545" h="546">
                <a:moveTo>
                  <a:pt x="544" y="142"/>
                </a:moveTo>
                <a:lnTo>
                  <a:pt x="544" y="142"/>
                </a:lnTo>
                <a:lnTo>
                  <a:pt x="544" y="142"/>
                </a:lnTo>
                <a:cubicBezTo>
                  <a:pt x="544" y="156"/>
                  <a:pt x="530" y="170"/>
                  <a:pt x="515" y="170"/>
                </a:cubicBezTo>
                <a:cubicBezTo>
                  <a:pt x="501" y="170"/>
                  <a:pt x="487" y="156"/>
                  <a:pt x="487" y="142"/>
                </a:cubicBezTo>
                <a:lnTo>
                  <a:pt x="487" y="142"/>
                </a:lnTo>
                <a:cubicBezTo>
                  <a:pt x="487" y="92"/>
                  <a:pt x="487" y="92"/>
                  <a:pt x="487" y="92"/>
                </a:cubicBezTo>
                <a:cubicBezTo>
                  <a:pt x="346" y="234"/>
                  <a:pt x="346" y="234"/>
                  <a:pt x="346" y="234"/>
                </a:cubicBezTo>
                <a:cubicBezTo>
                  <a:pt x="339" y="241"/>
                  <a:pt x="332" y="241"/>
                  <a:pt x="325" y="241"/>
                </a:cubicBezTo>
                <a:cubicBezTo>
                  <a:pt x="311" y="241"/>
                  <a:pt x="296" y="234"/>
                  <a:pt x="296" y="212"/>
                </a:cubicBezTo>
                <a:cubicBezTo>
                  <a:pt x="296" y="205"/>
                  <a:pt x="303" y="198"/>
                  <a:pt x="311" y="198"/>
                </a:cubicBezTo>
                <a:lnTo>
                  <a:pt x="311" y="198"/>
                </a:lnTo>
                <a:cubicBezTo>
                  <a:pt x="445" y="57"/>
                  <a:pt x="445" y="57"/>
                  <a:pt x="445" y="57"/>
                </a:cubicBezTo>
                <a:cubicBezTo>
                  <a:pt x="402" y="57"/>
                  <a:pt x="402" y="57"/>
                  <a:pt x="402" y="57"/>
                </a:cubicBezTo>
                <a:lnTo>
                  <a:pt x="402" y="57"/>
                </a:lnTo>
                <a:cubicBezTo>
                  <a:pt x="388" y="57"/>
                  <a:pt x="374" y="43"/>
                  <a:pt x="374" y="29"/>
                </a:cubicBezTo>
                <a:cubicBezTo>
                  <a:pt x="374" y="7"/>
                  <a:pt x="388" y="0"/>
                  <a:pt x="402" y="0"/>
                </a:cubicBezTo>
                <a:lnTo>
                  <a:pt x="402" y="0"/>
                </a:lnTo>
                <a:cubicBezTo>
                  <a:pt x="515" y="0"/>
                  <a:pt x="515" y="0"/>
                  <a:pt x="515" y="0"/>
                </a:cubicBezTo>
                <a:lnTo>
                  <a:pt x="515" y="0"/>
                </a:lnTo>
                <a:cubicBezTo>
                  <a:pt x="530" y="0"/>
                  <a:pt x="544" y="7"/>
                  <a:pt x="544" y="29"/>
                </a:cubicBezTo>
                <a:lnTo>
                  <a:pt x="544" y="29"/>
                </a:lnTo>
                <a:lnTo>
                  <a:pt x="544" y="142"/>
                </a:lnTo>
                <a:close/>
                <a:moveTo>
                  <a:pt x="233" y="347"/>
                </a:moveTo>
                <a:lnTo>
                  <a:pt x="233" y="347"/>
                </a:lnTo>
                <a:cubicBezTo>
                  <a:pt x="91" y="488"/>
                  <a:pt x="91" y="488"/>
                  <a:pt x="91" y="488"/>
                </a:cubicBezTo>
                <a:cubicBezTo>
                  <a:pt x="141" y="488"/>
                  <a:pt x="141" y="488"/>
                  <a:pt x="141" y="488"/>
                </a:cubicBezTo>
                <a:lnTo>
                  <a:pt x="141" y="488"/>
                </a:lnTo>
                <a:cubicBezTo>
                  <a:pt x="155" y="488"/>
                  <a:pt x="169" y="502"/>
                  <a:pt x="169" y="516"/>
                </a:cubicBezTo>
                <a:cubicBezTo>
                  <a:pt x="169" y="531"/>
                  <a:pt x="155" y="545"/>
                  <a:pt x="141" y="545"/>
                </a:cubicBezTo>
                <a:lnTo>
                  <a:pt x="141" y="545"/>
                </a:lnTo>
                <a:cubicBezTo>
                  <a:pt x="28" y="545"/>
                  <a:pt x="28" y="545"/>
                  <a:pt x="28" y="545"/>
                </a:cubicBezTo>
                <a:lnTo>
                  <a:pt x="28" y="545"/>
                </a:lnTo>
                <a:cubicBezTo>
                  <a:pt x="7" y="545"/>
                  <a:pt x="0" y="531"/>
                  <a:pt x="0" y="516"/>
                </a:cubicBezTo>
                <a:lnTo>
                  <a:pt x="0" y="516"/>
                </a:lnTo>
                <a:cubicBezTo>
                  <a:pt x="0" y="403"/>
                  <a:pt x="0" y="403"/>
                  <a:pt x="0" y="403"/>
                </a:cubicBezTo>
                <a:lnTo>
                  <a:pt x="0" y="403"/>
                </a:lnTo>
                <a:cubicBezTo>
                  <a:pt x="0" y="389"/>
                  <a:pt x="7" y="375"/>
                  <a:pt x="28" y="375"/>
                </a:cubicBezTo>
                <a:cubicBezTo>
                  <a:pt x="42" y="375"/>
                  <a:pt x="56" y="389"/>
                  <a:pt x="56" y="403"/>
                </a:cubicBezTo>
                <a:lnTo>
                  <a:pt x="56" y="403"/>
                </a:lnTo>
                <a:cubicBezTo>
                  <a:pt x="56" y="446"/>
                  <a:pt x="56" y="446"/>
                  <a:pt x="56" y="446"/>
                </a:cubicBezTo>
                <a:cubicBezTo>
                  <a:pt x="197" y="311"/>
                  <a:pt x="197" y="311"/>
                  <a:pt x="197" y="311"/>
                </a:cubicBezTo>
                <a:cubicBezTo>
                  <a:pt x="197" y="304"/>
                  <a:pt x="204" y="297"/>
                  <a:pt x="211" y="297"/>
                </a:cubicBezTo>
                <a:cubicBezTo>
                  <a:pt x="233" y="297"/>
                  <a:pt x="240" y="311"/>
                  <a:pt x="240" y="325"/>
                </a:cubicBezTo>
                <a:cubicBezTo>
                  <a:pt x="240" y="333"/>
                  <a:pt x="240" y="340"/>
                  <a:pt x="233" y="34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9" name="Freeform 71"/>
          <p:cNvSpPr/>
          <p:nvPr/>
        </p:nvSpPr>
        <p:spPr>
          <a:xfrm>
            <a:off x="1565280" y="3705120"/>
            <a:ext cx="219240" cy="217440"/>
          </a:xfrm>
          <a:custGeom>
            <a:avLst/>
            <a:gdLst/>
            <a:ahLst/>
            <a:rect l="l" t="t" r="r" b="b"/>
            <a:pathLst>
              <a:path w="609" h="602">
                <a:moveTo>
                  <a:pt x="523" y="361"/>
                </a:moveTo>
                <a:lnTo>
                  <a:pt x="523" y="361"/>
                </a:lnTo>
                <a:cubicBezTo>
                  <a:pt x="523" y="382"/>
                  <a:pt x="516" y="396"/>
                  <a:pt x="502" y="410"/>
                </a:cubicBezTo>
                <a:cubicBezTo>
                  <a:pt x="502" y="417"/>
                  <a:pt x="551" y="474"/>
                  <a:pt x="523" y="502"/>
                </a:cubicBezTo>
                <a:cubicBezTo>
                  <a:pt x="509" y="523"/>
                  <a:pt x="509" y="523"/>
                  <a:pt x="509" y="523"/>
                </a:cubicBezTo>
                <a:cubicBezTo>
                  <a:pt x="488" y="544"/>
                  <a:pt x="431" y="509"/>
                  <a:pt x="417" y="495"/>
                </a:cubicBezTo>
                <a:cubicBezTo>
                  <a:pt x="403" y="509"/>
                  <a:pt x="382" y="516"/>
                  <a:pt x="361" y="523"/>
                </a:cubicBezTo>
                <a:cubicBezTo>
                  <a:pt x="368" y="523"/>
                  <a:pt x="368" y="523"/>
                  <a:pt x="368" y="523"/>
                </a:cubicBezTo>
                <a:cubicBezTo>
                  <a:pt x="368" y="523"/>
                  <a:pt x="354" y="601"/>
                  <a:pt x="311" y="601"/>
                </a:cubicBezTo>
                <a:cubicBezTo>
                  <a:pt x="297" y="601"/>
                  <a:pt x="297" y="601"/>
                  <a:pt x="297" y="601"/>
                </a:cubicBezTo>
                <a:cubicBezTo>
                  <a:pt x="262" y="601"/>
                  <a:pt x="247" y="530"/>
                  <a:pt x="240" y="516"/>
                </a:cubicBezTo>
                <a:cubicBezTo>
                  <a:pt x="226" y="516"/>
                  <a:pt x="205" y="509"/>
                  <a:pt x="191" y="495"/>
                </a:cubicBezTo>
                <a:cubicBezTo>
                  <a:pt x="191" y="502"/>
                  <a:pt x="191" y="502"/>
                  <a:pt x="191" y="502"/>
                </a:cubicBezTo>
                <a:cubicBezTo>
                  <a:pt x="191" y="502"/>
                  <a:pt x="127" y="551"/>
                  <a:pt x="99" y="516"/>
                </a:cubicBezTo>
                <a:cubicBezTo>
                  <a:pt x="85" y="509"/>
                  <a:pt x="85" y="509"/>
                  <a:pt x="85" y="509"/>
                </a:cubicBezTo>
                <a:cubicBezTo>
                  <a:pt x="64" y="481"/>
                  <a:pt x="99" y="424"/>
                  <a:pt x="106" y="410"/>
                </a:cubicBezTo>
                <a:cubicBezTo>
                  <a:pt x="99" y="396"/>
                  <a:pt x="92" y="382"/>
                  <a:pt x="85" y="361"/>
                </a:cubicBezTo>
                <a:cubicBezTo>
                  <a:pt x="71" y="361"/>
                  <a:pt x="0" y="339"/>
                  <a:pt x="0" y="304"/>
                </a:cubicBezTo>
                <a:cubicBezTo>
                  <a:pt x="0" y="290"/>
                  <a:pt x="0" y="290"/>
                  <a:pt x="0" y="290"/>
                </a:cubicBezTo>
                <a:cubicBezTo>
                  <a:pt x="0" y="255"/>
                  <a:pt x="71" y="240"/>
                  <a:pt x="85" y="240"/>
                </a:cubicBezTo>
                <a:cubicBezTo>
                  <a:pt x="92" y="219"/>
                  <a:pt x="99" y="205"/>
                  <a:pt x="106" y="184"/>
                </a:cubicBezTo>
                <a:cubicBezTo>
                  <a:pt x="99" y="177"/>
                  <a:pt x="57" y="113"/>
                  <a:pt x="85" y="92"/>
                </a:cubicBezTo>
                <a:cubicBezTo>
                  <a:pt x="99" y="78"/>
                  <a:pt x="99" y="78"/>
                  <a:pt x="99" y="78"/>
                </a:cubicBezTo>
                <a:cubicBezTo>
                  <a:pt x="120" y="50"/>
                  <a:pt x="177" y="92"/>
                  <a:pt x="191" y="99"/>
                </a:cubicBezTo>
                <a:cubicBezTo>
                  <a:pt x="205" y="92"/>
                  <a:pt x="226" y="85"/>
                  <a:pt x="240" y="78"/>
                </a:cubicBezTo>
                <a:cubicBezTo>
                  <a:pt x="247" y="64"/>
                  <a:pt x="269" y="0"/>
                  <a:pt x="297" y="0"/>
                </a:cubicBezTo>
                <a:cubicBezTo>
                  <a:pt x="311" y="0"/>
                  <a:pt x="311" y="0"/>
                  <a:pt x="311" y="0"/>
                </a:cubicBezTo>
                <a:cubicBezTo>
                  <a:pt x="346" y="0"/>
                  <a:pt x="361" y="57"/>
                  <a:pt x="368" y="78"/>
                </a:cubicBezTo>
                <a:cubicBezTo>
                  <a:pt x="382" y="85"/>
                  <a:pt x="403" y="92"/>
                  <a:pt x="417" y="99"/>
                </a:cubicBezTo>
                <a:cubicBezTo>
                  <a:pt x="431" y="92"/>
                  <a:pt x="488" y="57"/>
                  <a:pt x="509" y="78"/>
                </a:cubicBezTo>
                <a:cubicBezTo>
                  <a:pt x="523" y="92"/>
                  <a:pt x="523" y="92"/>
                  <a:pt x="523" y="92"/>
                </a:cubicBezTo>
                <a:cubicBezTo>
                  <a:pt x="551" y="120"/>
                  <a:pt x="516" y="170"/>
                  <a:pt x="502" y="184"/>
                </a:cubicBezTo>
                <a:cubicBezTo>
                  <a:pt x="516" y="205"/>
                  <a:pt x="523" y="219"/>
                  <a:pt x="523" y="240"/>
                </a:cubicBezTo>
                <a:cubicBezTo>
                  <a:pt x="530" y="240"/>
                  <a:pt x="608" y="248"/>
                  <a:pt x="608" y="290"/>
                </a:cubicBezTo>
                <a:cubicBezTo>
                  <a:pt x="608" y="304"/>
                  <a:pt x="608" y="304"/>
                  <a:pt x="608" y="304"/>
                </a:cubicBezTo>
                <a:cubicBezTo>
                  <a:pt x="608" y="339"/>
                  <a:pt x="544" y="353"/>
                  <a:pt x="523" y="361"/>
                </a:cubicBezTo>
                <a:close/>
                <a:moveTo>
                  <a:pt x="304" y="127"/>
                </a:moveTo>
                <a:lnTo>
                  <a:pt x="304" y="127"/>
                </a:lnTo>
                <a:cubicBezTo>
                  <a:pt x="212" y="127"/>
                  <a:pt x="134" y="205"/>
                  <a:pt x="134" y="297"/>
                </a:cubicBezTo>
                <a:cubicBezTo>
                  <a:pt x="134" y="396"/>
                  <a:pt x="212" y="467"/>
                  <a:pt x="304" y="467"/>
                </a:cubicBezTo>
                <a:cubicBezTo>
                  <a:pt x="396" y="467"/>
                  <a:pt x="474" y="396"/>
                  <a:pt x="474" y="297"/>
                </a:cubicBezTo>
                <a:cubicBezTo>
                  <a:pt x="474" y="205"/>
                  <a:pt x="396" y="127"/>
                  <a:pt x="304" y="127"/>
                </a:cubicBezTo>
                <a:close/>
                <a:moveTo>
                  <a:pt x="304" y="410"/>
                </a:moveTo>
                <a:lnTo>
                  <a:pt x="304" y="410"/>
                </a:lnTo>
                <a:cubicBezTo>
                  <a:pt x="240" y="410"/>
                  <a:pt x="191" y="361"/>
                  <a:pt x="191" y="297"/>
                </a:cubicBezTo>
                <a:cubicBezTo>
                  <a:pt x="191" y="233"/>
                  <a:pt x="240" y="184"/>
                  <a:pt x="304" y="184"/>
                </a:cubicBezTo>
                <a:cubicBezTo>
                  <a:pt x="368" y="184"/>
                  <a:pt x="417" y="233"/>
                  <a:pt x="417" y="297"/>
                </a:cubicBezTo>
                <a:cubicBezTo>
                  <a:pt x="417" y="361"/>
                  <a:pt x="368" y="410"/>
                  <a:pt x="304" y="410"/>
                </a:cubicBezTo>
                <a:close/>
                <a:moveTo>
                  <a:pt x="304" y="240"/>
                </a:moveTo>
                <a:lnTo>
                  <a:pt x="304" y="240"/>
                </a:lnTo>
                <a:cubicBezTo>
                  <a:pt x="276" y="240"/>
                  <a:pt x="247" y="269"/>
                  <a:pt x="247" y="297"/>
                </a:cubicBezTo>
                <a:cubicBezTo>
                  <a:pt x="247" y="332"/>
                  <a:pt x="276" y="353"/>
                  <a:pt x="304" y="353"/>
                </a:cubicBezTo>
                <a:cubicBezTo>
                  <a:pt x="332" y="353"/>
                  <a:pt x="361" y="332"/>
                  <a:pt x="361" y="297"/>
                </a:cubicBezTo>
                <a:cubicBezTo>
                  <a:pt x="361" y="269"/>
                  <a:pt x="332" y="240"/>
                  <a:pt x="304" y="24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0" name="Freeform 72"/>
          <p:cNvSpPr/>
          <p:nvPr/>
        </p:nvSpPr>
        <p:spPr>
          <a:xfrm>
            <a:off x="1185840" y="3726000"/>
            <a:ext cx="217440" cy="177840"/>
          </a:xfrm>
          <a:custGeom>
            <a:avLst/>
            <a:gdLst/>
            <a:ahLst/>
            <a:rect l="l" t="t" r="r" b="b"/>
            <a:pathLst>
              <a:path w="602" h="495">
                <a:moveTo>
                  <a:pt x="601" y="466"/>
                </a:moveTo>
                <a:lnTo>
                  <a:pt x="601" y="466"/>
                </a:lnTo>
                <a:cubicBezTo>
                  <a:pt x="601" y="487"/>
                  <a:pt x="594" y="494"/>
                  <a:pt x="572" y="494"/>
                </a:cubicBezTo>
                <a:lnTo>
                  <a:pt x="572" y="494"/>
                </a:lnTo>
                <a:cubicBezTo>
                  <a:pt x="28" y="494"/>
                  <a:pt x="28" y="494"/>
                  <a:pt x="28" y="494"/>
                </a:cubicBezTo>
                <a:lnTo>
                  <a:pt x="28" y="494"/>
                </a:lnTo>
                <a:lnTo>
                  <a:pt x="28" y="494"/>
                </a:lnTo>
                <a:cubicBezTo>
                  <a:pt x="14" y="494"/>
                  <a:pt x="0" y="487"/>
                  <a:pt x="0" y="466"/>
                </a:cubicBezTo>
                <a:cubicBezTo>
                  <a:pt x="0" y="466"/>
                  <a:pt x="0" y="459"/>
                  <a:pt x="7" y="452"/>
                </a:cubicBezTo>
                <a:lnTo>
                  <a:pt x="7" y="452"/>
                </a:lnTo>
                <a:cubicBezTo>
                  <a:pt x="276" y="7"/>
                  <a:pt x="276" y="7"/>
                  <a:pt x="276" y="7"/>
                </a:cubicBezTo>
                <a:lnTo>
                  <a:pt x="276" y="7"/>
                </a:lnTo>
                <a:cubicBezTo>
                  <a:pt x="283" y="0"/>
                  <a:pt x="290" y="0"/>
                  <a:pt x="304" y="0"/>
                </a:cubicBezTo>
                <a:cubicBezTo>
                  <a:pt x="311" y="0"/>
                  <a:pt x="318" y="0"/>
                  <a:pt x="325" y="14"/>
                </a:cubicBezTo>
                <a:lnTo>
                  <a:pt x="325" y="14"/>
                </a:lnTo>
                <a:cubicBezTo>
                  <a:pt x="601" y="452"/>
                  <a:pt x="601" y="452"/>
                  <a:pt x="601" y="452"/>
                </a:cubicBezTo>
                <a:lnTo>
                  <a:pt x="601" y="452"/>
                </a:lnTo>
                <a:cubicBezTo>
                  <a:pt x="601" y="459"/>
                  <a:pt x="601" y="466"/>
                  <a:pt x="601" y="466"/>
                </a:cubicBezTo>
                <a:close/>
                <a:moveTo>
                  <a:pt x="339" y="155"/>
                </a:moveTo>
                <a:lnTo>
                  <a:pt x="339" y="155"/>
                </a:lnTo>
                <a:cubicBezTo>
                  <a:pt x="339" y="134"/>
                  <a:pt x="325" y="120"/>
                  <a:pt x="304" y="120"/>
                </a:cubicBezTo>
                <a:cubicBezTo>
                  <a:pt x="283" y="120"/>
                  <a:pt x="261" y="134"/>
                  <a:pt x="261" y="155"/>
                </a:cubicBezTo>
                <a:cubicBezTo>
                  <a:pt x="261" y="296"/>
                  <a:pt x="261" y="296"/>
                  <a:pt x="261" y="296"/>
                </a:cubicBezTo>
                <a:cubicBezTo>
                  <a:pt x="261" y="318"/>
                  <a:pt x="283" y="339"/>
                  <a:pt x="304" y="339"/>
                </a:cubicBezTo>
                <a:cubicBezTo>
                  <a:pt x="325" y="339"/>
                  <a:pt x="339" y="318"/>
                  <a:pt x="339" y="296"/>
                </a:cubicBezTo>
                <a:lnTo>
                  <a:pt x="339" y="155"/>
                </a:lnTo>
                <a:close/>
                <a:moveTo>
                  <a:pt x="304" y="367"/>
                </a:moveTo>
                <a:lnTo>
                  <a:pt x="304" y="367"/>
                </a:lnTo>
                <a:cubicBezTo>
                  <a:pt x="283" y="367"/>
                  <a:pt x="261" y="381"/>
                  <a:pt x="261" y="403"/>
                </a:cubicBezTo>
                <a:cubicBezTo>
                  <a:pt x="261" y="424"/>
                  <a:pt x="283" y="438"/>
                  <a:pt x="304" y="438"/>
                </a:cubicBezTo>
                <a:cubicBezTo>
                  <a:pt x="325" y="438"/>
                  <a:pt x="339" y="424"/>
                  <a:pt x="339" y="403"/>
                </a:cubicBezTo>
                <a:cubicBezTo>
                  <a:pt x="339" y="381"/>
                  <a:pt x="325" y="367"/>
                  <a:pt x="304" y="36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1" name="Freeform 73"/>
          <p:cNvSpPr/>
          <p:nvPr/>
        </p:nvSpPr>
        <p:spPr>
          <a:xfrm>
            <a:off x="5365800" y="3322800"/>
            <a:ext cx="217440" cy="218880"/>
          </a:xfrm>
          <a:custGeom>
            <a:avLst/>
            <a:gdLst/>
            <a:ahLst/>
            <a:rect l="l" t="t" r="r" b="b"/>
            <a:pathLst>
              <a:path w="602" h="609">
                <a:moveTo>
                  <a:pt x="573" y="219"/>
                </a:moveTo>
                <a:lnTo>
                  <a:pt x="573" y="219"/>
                </a:lnTo>
                <a:cubicBezTo>
                  <a:pt x="544" y="219"/>
                  <a:pt x="544" y="219"/>
                  <a:pt x="544" y="219"/>
                </a:cubicBezTo>
                <a:cubicBezTo>
                  <a:pt x="530" y="219"/>
                  <a:pt x="530" y="219"/>
                  <a:pt x="530" y="219"/>
                </a:cubicBezTo>
                <a:cubicBezTo>
                  <a:pt x="452" y="219"/>
                  <a:pt x="452" y="219"/>
                  <a:pt x="452" y="219"/>
                </a:cubicBezTo>
                <a:cubicBezTo>
                  <a:pt x="431" y="219"/>
                  <a:pt x="424" y="205"/>
                  <a:pt x="424" y="191"/>
                </a:cubicBezTo>
                <a:cubicBezTo>
                  <a:pt x="424" y="177"/>
                  <a:pt x="431" y="162"/>
                  <a:pt x="452" y="162"/>
                </a:cubicBezTo>
                <a:cubicBezTo>
                  <a:pt x="502" y="162"/>
                  <a:pt x="502" y="162"/>
                  <a:pt x="502" y="162"/>
                </a:cubicBezTo>
                <a:cubicBezTo>
                  <a:pt x="452" y="99"/>
                  <a:pt x="382" y="56"/>
                  <a:pt x="297" y="56"/>
                </a:cubicBezTo>
                <a:cubicBezTo>
                  <a:pt x="163" y="56"/>
                  <a:pt x="57" y="169"/>
                  <a:pt x="57" y="304"/>
                </a:cubicBezTo>
                <a:cubicBezTo>
                  <a:pt x="57" y="318"/>
                  <a:pt x="42" y="332"/>
                  <a:pt x="28" y="332"/>
                </a:cubicBezTo>
                <a:cubicBezTo>
                  <a:pt x="7" y="332"/>
                  <a:pt x="0" y="318"/>
                  <a:pt x="0" y="304"/>
                </a:cubicBezTo>
                <a:lnTo>
                  <a:pt x="0" y="304"/>
                </a:lnTo>
                <a:cubicBezTo>
                  <a:pt x="0" y="134"/>
                  <a:pt x="134" y="0"/>
                  <a:pt x="297" y="0"/>
                </a:cubicBezTo>
                <a:cubicBezTo>
                  <a:pt x="403" y="0"/>
                  <a:pt x="488" y="49"/>
                  <a:pt x="544" y="127"/>
                </a:cubicBezTo>
                <a:cubicBezTo>
                  <a:pt x="544" y="78"/>
                  <a:pt x="544" y="78"/>
                  <a:pt x="544" y="78"/>
                </a:cubicBezTo>
                <a:cubicBezTo>
                  <a:pt x="544" y="64"/>
                  <a:pt x="558" y="49"/>
                  <a:pt x="573" y="49"/>
                </a:cubicBezTo>
                <a:cubicBezTo>
                  <a:pt x="587" y="49"/>
                  <a:pt x="601" y="64"/>
                  <a:pt x="601" y="78"/>
                </a:cubicBezTo>
                <a:cubicBezTo>
                  <a:pt x="601" y="191"/>
                  <a:pt x="601" y="191"/>
                  <a:pt x="601" y="191"/>
                </a:cubicBezTo>
                <a:cubicBezTo>
                  <a:pt x="601" y="205"/>
                  <a:pt x="587" y="219"/>
                  <a:pt x="573" y="219"/>
                </a:cubicBezTo>
                <a:close/>
                <a:moveTo>
                  <a:pt x="28" y="389"/>
                </a:moveTo>
                <a:lnTo>
                  <a:pt x="28" y="389"/>
                </a:lnTo>
                <a:cubicBezTo>
                  <a:pt x="148" y="389"/>
                  <a:pt x="148" y="389"/>
                  <a:pt x="148" y="389"/>
                </a:cubicBezTo>
                <a:cubicBezTo>
                  <a:pt x="163" y="389"/>
                  <a:pt x="177" y="403"/>
                  <a:pt x="177" y="417"/>
                </a:cubicBezTo>
                <a:cubicBezTo>
                  <a:pt x="177" y="431"/>
                  <a:pt x="163" y="445"/>
                  <a:pt x="148" y="445"/>
                </a:cubicBezTo>
                <a:cubicBezTo>
                  <a:pt x="99" y="445"/>
                  <a:pt x="99" y="445"/>
                  <a:pt x="99" y="445"/>
                </a:cubicBezTo>
                <a:cubicBezTo>
                  <a:pt x="141" y="509"/>
                  <a:pt x="219" y="551"/>
                  <a:pt x="297" y="551"/>
                </a:cubicBezTo>
                <a:cubicBezTo>
                  <a:pt x="431" y="551"/>
                  <a:pt x="544" y="438"/>
                  <a:pt x="544" y="304"/>
                </a:cubicBezTo>
                <a:cubicBezTo>
                  <a:pt x="544" y="290"/>
                  <a:pt x="558" y="276"/>
                  <a:pt x="573" y="276"/>
                </a:cubicBezTo>
                <a:cubicBezTo>
                  <a:pt x="587" y="276"/>
                  <a:pt x="601" y="290"/>
                  <a:pt x="601" y="304"/>
                </a:cubicBezTo>
                <a:lnTo>
                  <a:pt x="601" y="304"/>
                </a:lnTo>
                <a:cubicBezTo>
                  <a:pt x="601" y="473"/>
                  <a:pt x="466" y="608"/>
                  <a:pt x="297" y="608"/>
                </a:cubicBezTo>
                <a:cubicBezTo>
                  <a:pt x="198" y="608"/>
                  <a:pt x="106" y="558"/>
                  <a:pt x="57" y="480"/>
                </a:cubicBezTo>
                <a:cubicBezTo>
                  <a:pt x="57" y="530"/>
                  <a:pt x="57" y="530"/>
                  <a:pt x="57" y="530"/>
                </a:cubicBezTo>
                <a:cubicBezTo>
                  <a:pt x="57" y="544"/>
                  <a:pt x="42" y="558"/>
                  <a:pt x="28" y="558"/>
                </a:cubicBezTo>
                <a:cubicBezTo>
                  <a:pt x="7" y="558"/>
                  <a:pt x="0" y="544"/>
                  <a:pt x="0" y="530"/>
                </a:cubicBezTo>
                <a:cubicBezTo>
                  <a:pt x="0" y="417"/>
                  <a:pt x="0" y="417"/>
                  <a:pt x="0" y="417"/>
                </a:cubicBezTo>
                <a:cubicBezTo>
                  <a:pt x="0" y="403"/>
                  <a:pt x="7" y="389"/>
                  <a:pt x="28" y="38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2" name="Freeform 74"/>
          <p:cNvSpPr/>
          <p:nvPr/>
        </p:nvSpPr>
        <p:spPr>
          <a:xfrm>
            <a:off x="4983120" y="3322800"/>
            <a:ext cx="219240" cy="218880"/>
          </a:xfrm>
          <a:custGeom>
            <a:avLst/>
            <a:gdLst/>
            <a:ahLst/>
            <a:rect l="l" t="t" r="r" b="b"/>
            <a:pathLst>
              <a:path w="609" h="609">
                <a:moveTo>
                  <a:pt x="579" y="219"/>
                </a:moveTo>
                <a:lnTo>
                  <a:pt x="579" y="219"/>
                </a:lnTo>
                <a:cubicBezTo>
                  <a:pt x="452" y="219"/>
                  <a:pt x="452" y="219"/>
                  <a:pt x="452" y="219"/>
                </a:cubicBezTo>
                <a:cubicBezTo>
                  <a:pt x="438" y="219"/>
                  <a:pt x="424" y="205"/>
                  <a:pt x="424" y="191"/>
                </a:cubicBezTo>
                <a:cubicBezTo>
                  <a:pt x="424" y="177"/>
                  <a:pt x="438" y="162"/>
                  <a:pt x="452" y="162"/>
                </a:cubicBezTo>
                <a:cubicBezTo>
                  <a:pt x="502" y="162"/>
                  <a:pt x="502" y="162"/>
                  <a:pt x="502" y="162"/>
                </a:cubicBezTo>
                <a:cubicBezTo>
                  <a:pt x="459" y="99"/>
                  <a:pt x="389" y="56"/>
                  <a:pt x="304" y="56"/>
                </a:cubicBezTo>
                <a:cubicBezTo>
                  <a:pt x="169" y="56"/>
                  <a:pt x="56" y="169"/>
                  <a:pt x="56" y="304"/>
                </a:cubicBezTo>
                <a:cubicBezTo>
                  <a:pt x="56" y="438"/>
                  <a:pt x="169" y="551"/>
                  <a:pt x="304" y="551"/>
                </a:cubicBezTo>
                <a:cubicBezTo>
                  <a:pt x="438" y="551"/>
                  <a:pt x="551" y="438"/>
                  <a:pt x="551" y="304"/>
                </a:cubicBezTo>
                <a:cubicBezTo>
                  <a:pt x="551" y="290"/>
                  <a:pt x="558" y="276"/>
                  <a:pt x="579" y="276"/>
                </a:cubicBezTo>
                <a:cubicBezTo>
                  <a:pt x="594" y="276"/>
                  <a:pt x="608" y="290"/>
                  <a:pt x="608" y="304"/>
                </a:cubicBezTo>
                <a:cubicBezTo>
                  <a:pt x="608" y="473"/>
                  <a:pt x="473" y="608"/>
                  <a:pt x="304" y="608"/>
                </a:cubicBezTo>
                <a:cubicBezTo>
                  <a:pt x="134" y="608"/>
                  <a:pt x="0" y="473"/>
                  <a:pt x="0" y="304"/>
                </a:cubicBezTo>
                <a:cubicBezTo>
                  <a:pt x="0" y="134"/>
                  <a:pt x="134" y="0"/>
                  <a:pt x="304" y="0"/>
                </a:cubicBezTo>
                <a:cubicBezTo>
                  <a:pt x="403" y="0"/>
                  <a:pt x="495" y="49"/>
                  <a:pt x="551" y="127"/>
                </a:cubicBezTo>
                <a:cubicBezTo>
                  <a:pt x="551" y="78"/>
                  <a:pt x="551" y="78"/>
                  <a:pt x="551" y="78"/>
                </a:cubicBezTo>
                <a:cubicBezTo>
                  <a:pt x="551" y="64"/>
                  <a:pt x="558" y="49"/>
                  <a:pt x="579" y="49"/>
                </a:cubicBezTo>
                <a:cubicBezTo>
                  <a:pt x="594" y="49"/>
                  <a:pt x="608" y="64"/>
                  <a:pt x="608" y="78"/>
                </a:cubicBezTo>
                <a:cubicBezTo>
                  <a:pt x="608" y="191"/>
                  <a:pt x="608" y="191"/>
                  <a:pt x="608" y="191"/>
                </a:cubicBezTo>
                <a:cubicBezTo>
                  <a:pt x="608" y="205"/>
                  <a:pt x="594" y="219"/>
                  <a:pt x="579" y="219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3" name="Freeform 75"/>
          <p:cNvSpPr/>
          <p:nvPr/>
        </p:nvSpPr>
        <p:spPr>
          <a:xfrm>
            <a:off x="4605480" y="3343320"/>
            <a:ext cx="217440" cy="152280"/>
          </a:xfrm>
          <a:custGeom>
            <a:avLst/>
            <a:gdLst/>
            <a:ahLst/>
            <a:rect l="l" t="t" r="r" b="b"/>
            <a:pathLst>
              <a:path w="602" h="425">
                <a:moveTo>
                  <a:pt x="530" y="184"/>
                </a:moveTo>
                <a:lnTo>
                  <a:pt x="530" y="184"/>
                </a:lnTo>
                <a:cubicBezTo>
                  <a:pt x="523" y="191"/>
                  <a:pt x="516" y="191"/>
                  <a:pt x="509" y="191"/>
                </a:cubicBezTo>
                <a:cubicBezTo>
                  <a:pt x="495" y="191"/>
                  <a:pt x="480" y="177"/>
                  <a:pt x="480" y="163"/>
                </a:cubicBezTo>
                <a:cubicBezTo>
                  <a:pt x="480" y="156"/>
                  <a:pt x="480" y="149"/>
                  <a:pt x="487" y="142"/>
                </a:cubicBezTo>
                <a:cubicBezTo>
                  <a:pt x="509" y="128"/>
                  <a:pt x="509" y="128"/>
                  <a:pt x="509" y="128"/>
                </a:cubicBezTo>
                <a:cubicBezTo>
                  <a:pt x="487" y="128"/>
                  <a:pt x="487" y="128"/>
                  <a:pt x="487" y="128"/>
                </a:cubicBezTo>
                <a:lnTo>
                  <a:pt x="487" y="128"/>
                </a:lnTo>
                <a:cubicBezTo>
                  <a:pt x="459" y="128"/>
                  <a:pt x="459" y="128"/>
                  <a:pt x="459" y="128"/>
                </a:cubicBezTo>
                <a:lnTo>
                  <a:pt x="459" y="128"/>
                </a:lnTo>
                <a:cubicBezTo>
                  <a:pt x="438" y="128"/>
                  <a:pt x="438" y="128"/>
                  <a:pt x="438" y="128"/>
                </a:cubicBezTo>
                <a:cubicBezTo>
                  <a:pt x="141" y="417"/>
                  <a:pt x="141" y="417"/>
                  <a:pt x="141" y="417"/>
                </a:cubicBezTo>
                <a:cubicBezTo>
                  <a:pt x="134" y="424"/>
                  <a:pt x="127" y="424"/>
                  <a:pt x="120" y="424"/>
                </a:cubicBezTo>
                <a:lnTo>
                  <a:pt x="120" y="424"/>
                </a:lnTo>
                <a:cubicBezTo>
                  <a:pt x="85" y="424"/>
                  <a:pt x="85" y="424"/>
                  <a:pt x="85" y="424"/>
                </a:cubicBezTo>
                <a:lnTo>
                  <a:pt x="85" y="424"/>
                </a:lnTo>
                <a:cubicBezTo>
                  <a:pt x="28" y="424"/>
                  <a:pt x="28" y="424"/>
                  <a:pt x="28" y="424"/>
                </a:cubicBezTo>
                <a:cubicBezTo>
                  <a:pt x="14" y="424"/>
                  <a:pt x="0" y="417"/>
                  <a:pt x="0" y="396"/>
                </a:cubicBezTo>
                <a:cubicBezTo>
                  <a:pt x="0" y="382"/>
                  <a:pt x="14" y="368"/>
                  <a:pt x="28" y="368"/>
                </a:cubicBezTo>
                <a:cubicBezTo>
                  <a:pt x="85" y="368"/>
                  <a:pt x="85" y="368"/>
                  <a:pt x="85" y="368"/>
                </a:cubicBezTo>
                <a:lnTo>
                  <a:pt x="85" y="368"/>
                </a:lnTo>
                <a:cubicBezTo>
                  <a:pt x="113" y="368"/>
                  <a:pt x="113" y="368"/>
                  <a:pt x="113" y="368"/>
                </a:cubicBezTo>
                <a:cubicBezTo>
                  <a:pt x="403" y="78"/>
                  <a:pt x="403" y="78"/>
                  <a:pt x="403" y="78"/>
                </a:cubicBezTo>
                <a:lnTo>
                  <a:pt x="403" y="78"/>
                </a:lnTo>
                <a:cubicBezTo>
                  <a:pt x="410" y="71"/>
                  <a:pt x="417" y="71"/>
                  <a:pt x="424" y="71"/>
                </a:cubicBezTo>
                <a:lnTo>
                  <a:pt x="424" y="71"/>
                </a:lnTo>
                <a:cubicBezTo>
                  <a:pt x="473" y="71"/>
                  <a:pt x="473" y="71"/>
                  <a:pt x="473" y="71"/>
                </a:cubicBezTo>
                <a:lnTo>
                  <a:pt x="473" y="71"/>
                </a:lnTo>
                <a:cubicBezTo>
                  <a:pt x="509" y="71"/>
                  <a:pt x="509" y="71"/>
                  <a:pt x="509" y="71"/>
                </a:cubicBezTo>
                <a:cubicBezTo>
                  <a:pt x="487" y="50"/>
                  <a:pt x="487" y="50"/>
                  <a:pt x="487" y="50"/>
                </a:cubicBezTo>
                <a:cubicBezTo>
                  <a:pt x="480" y="43"/>
                  <a:pt x="480" y="36"/>
                  <a:pt x="480" y="29"/>
                </a:cubicBezTo>
                <a:cubicBezTo>
                  <a:pt x="480" y="15"/>
                  <a:pt x="495" y="0"/>
                  <a:pt x="509" y="0"/>
                </a:cubicBezTo>
                <a:cubicBezTo>
                  <a:pt x="516" y="0"/>
                  <a:pt x="523" y="8"/>
                  <a:pt x="530" y="15"/>
                </a:cubicBezTo>
                <a:cubicBezTo>
                  <a:pt x="594" y="78"/>
                  <a:pt x="594" y="78"/>
                  <a:pt x="594" y="78"/>
                </a:cubicBezTo>
                <a:cubicBezTo>
                  <a:pt x="601" y="85"/>
                  <a:pt x="601" y="92"/>
                  <a:pt x="601" y="99"/>
                </a:cubicBezTo>
                <a:cubicBezTo>
                  <a:pt x="601" y="106"/>
                  <a:pt x="601" y="113"/>
                  <a:pt x="594" y="121"/>
                </a:cubicBezTo>
                <a:lnTo>
                  <a:pt x="530" y="184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4" name="Freeform 76"/>
          <p:cNvSpPr/>
          <p:nvPr/>
        </p:nvSpPr>
        <p:spPr>
          <a:xfrm>
            <a:off x="4226040" y="3368520"/>
            <a:ext cx="215640" cy="152640"/>
          </a:xfrm>
          <a:custGeom>
            <a:avLst/>
            <a:gdLst/>
            <a:ahLst/>
            <a:rect l="l" t="t" r="r" b="b"/>
            <a:pathLst>
              <a:path w="601" h="425">
                <a:moveTo>
                  <a:pt x="523" y="240"/>
                </a:moveTo>
                <a:lnTo>
                  <a:pt x="523" y="240"/>
                </a:lnTo>
                <a:cubicBezTo>
                  <a:pt x="523" y="233"/>
                  <a:pt x="516" y="233"/>
                  <a:pt x="509" y="233"/>
                </a:cubicBezTo>
                <a:cubicBezTo>
                  <a:pt x="487" y="233"/>
                  <a:pt x="480" y="248"/>
                  <a:pt x="480" y="262"/>
                </a:cubicBezTo>
                <a:cubicBezTo>
                  <a:pt x="480" y="269"/>
                  <a:pt x="480" y="276"/>
                  <a:pt x="487" y="283"/>
                </a:cubicBezTo>
                <a:cubicBezTo>
                  <a:pt x="502" y="297"/>
                  <a:pt x="502" y="297"/>
                  <a:pt x="502" y="297"/>
                </a:cubicBezTo>
                <a:cubicBezTo>
                  <a:pt x="487" y="297"/>
                  <a:pt x="487" y="297"/>
                  <a:pt x="487" y="297"/>
                </a:cubicBezTo>
                <a:lnTo>
                  <a:pt x="487" y="297"/>
                </a:lnTo>
                <a:cubicBezTo>
                  <a:pt x="459" y="297"/>
                  <a:pt x="459" y="297"/>
                  <a:pt x="459" y="297"/>
                </a:cubicBezTo>
                <a:lnTo>
                  <a:pt x="459" y="297"/>
                </a:lnTo>
                <a:cubicBezTo>
                  <a:pt x="431" y="297"/>
                  <a:pt x="431" y="297"/>
                  <a:pt x="431" y="297"/>
                </a:cubicBezTo>
                <a:cubicBezTo>
                  <a:pt x="141" y="7"/>
                  <a:pt x="141" y="7"/>
                  <a:pt x="141" y="7"/>
                </a:cubicBezTo>
                <a:cubicBezTo>
                  <a:pt x="134" y="0"/>
                  <a:pt x="127" y="0"/>
                  <a:pt x="120" y="0"/>
                </a:cubicBezTo>
                <a:lnTo>
                  <a:pt x="120" y="0"/>
                </a:lnTo>
                <a:cubicBezTo>
                  <a:pt x="85" y="0"/>
                  <a:pt x="85" y="0"/>
                  <a:pt x="85" y="0"/>
                </a:cubicBezTo>
                <a:lnTo>
                  <a:pt x="85" y="0"/>
                </a:lnTo>
                <a:cubicBezTo>
                  <a:pt x="28" y="0"/>
                  <a:pt x="28" y="0"/>
                  <a:pt x="28" y="0"/>
                </a:cubicBezTo>
                <a:cubicBezTo>
                  <a:pt x="7" y="0"/>
                  <a:pt x="0" y="7"/>
                  <a:pt x="0" y="28"/>
                </a:cubicBezTo>
                <a:cubicBezTo>
                  <a:pt x="0" y="42"/>
                  <a:pt x="7" y="57"/>
                  <a:pt x="28" y="57"/>
                </a:cubicBezTo>
                <a:cubicBezTo>
                  <a:pt x="85" y="57"/>
                  <a:pt x="85" y="57"/>
                  <a:pt x="85" y="57"/>
                </a:cubicBezTo>
                <a:lnTo>
                  <a:pt x="85" y="57"/>
                </a:lnTo>
                <a:cubicBezTo>
                  <a:pt x="106" y="57"/>
                  <a:pt x="106" y="57"/>
                  <a:pt x="106" y="57"/>
                </a:cubicBezTo>
                <a:cubicBezTo>
                  <a:pt x="403" y="346"/>
                  <a:pt x="403" y="346"/>
                  <a:pt x="403" y="346"/>
                </a:cubicBezTo>
                <a:lnTo>
                  <a:pt x="403" y="346"/>
                </a:lnTo>
                <a:cubicBezTo>
                  <a:pt x="410" y="353"/>
                  <a:pt x="417" y="353"/>
                  <a:pt x="424" y="353"/>
                </a:cubicBezTo>
                <a:lnTo>
                  <a:pt x="424" y="353"/>
                </a:lnTo>
                <a:cubicBezTo>
                  <a:pt x="466" y="353"/>
                  <a:pt x="466" y="353"/>
                  <a:pt x="466" y="353"/>
                </a:cubicBezTo>
                <a:lnTo>
                  <a:pt x="466" y="353"/>
                </a:lnTo>
                <a:cubicBezTo>
                  <a:pt x="502" y="353"/>
                  <a:pt x="502" y="353"/>
                  <a:pt x="502" y="353"/>
                </a:cubicBezTo>
                <a:cubicBezTo>
                  <a:pt x="487" y="375"/>
                  <a:pt x="487" y="375"/>
                  <a:pt x="487" y="375"/>
                </a:cubicBezTo>
                <a:cubicBezTo>
                  <a:pt x="480" y="382"/>
                  <a:pt x="480" y="389"/>
                  <a:pt x="480" y="396"/>
                </a:cubicBezTo>
                <a:cubicBezTo>
                  <a:pt x="480" y="410"/>
                  <a:pt x="487" y="424"/>
                  <a:pt x="509" y="424"/>
                </a:cubicBezTo>
                <a:cubicBezTo>
                  <a:pt x="516" y="424"/>
                  <a:pt x="523" y="417"/>
                  <a:pt x="523" y="410"/>
                </a:cubicBezTo>
                <a:cubicBezTo>
                  <a:pt x="593" y="346"/>
                  <a:pt x="593" y="346"/>
                  <a:pt x="593" y="346"/>
                </a:cubicBezTo>
                <a:cubicBezTo>
                  <a:pt x="600" y="339"/>
                  <a:pt x="600" y="332"/>
                  <a:pt x="600" y="325"/>
                </a:cubicBezTo>
                <a:cubicBezTo>
                  <a:pt x="600" y="318"/>
                  <a:pt x="600" y="311"/>
                  <a:pt x="593" y="311"/>
                </a:cubicBezTo>
                <a:lnTo>
                  <a:pt x="523" y="240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5" name="Freeform 77"/>
          <p:cNvSpPr/>
          <p:nvPr/>
        </p:nvSpPr>
        <p:spPr>
          <a:xfrm>
            <a:off x="3843360" y="3343320"/>
            <a:ext cx="218880" cy="177840"/>
          </a:xfrm>
          <a:custGeom>
            <a:avLst/>
            <a:gdLst/>
            <a:ahLst/>
            <a:rect l="l" t="t" r="r" b="b"/>
            <a:pathLst>
              <a:path w="608" h="496">
                <a:moveTo>
                  <a:pt x="530" y="184"/>
                </a:moveTo>
                <a:lnTo>
                  <a:pt x="530" y="184"/>
                </a:lnTo>
                <a:cubicBezTo>
                  <a:pt x="523" y="191"/>
                  <a:pt x="516" y="191"/>
                  <a:pt x="508" y="191"/>
                </a:cubicBezTo>
                <a:cubicBezTo>
                  <a:pt x="494" y="191"/>
                  <a:pt x="480" y="177"/>
                  <a:pt x="480" y="163"/>
                </a:cubicBezTo>
                <a:cubicBezTo>
                  <a:pt x="480" y="156"/>
                  <a:pt x="487" y="149"/>
                  <a:pt x="494" y="142"/>
                </a:cubicBezTo>
                <a:cubicBezTo>
                  <a:pt x="508" y="128"/>
                  <a:pt x="508" y="128"/>
                  <a:pt x="508" y="128"/>
                </a:cubicBezTo>
                <a:cubicBezTo>
                  <a:pt x="494" y="128"/>
                  <a:pt x="494" y="128"/>
                  <a:pt x="494" y="128"/>
                </a:cubicBezTo>
                <a:lnTo>
                  <a:pt x="494" y="128"/>
                </a:lnTo>
                <a:cubicBezTo>
                  <a:pt x="466" y="128"/>
                  <a:pt x="466" y="128"/>
                  <a:pt x="466" y="128"/>
                </a:cubicBezTo>
                <a:lnTo>
                  <a:pt x="466" y="128"/>
                </a:lnTo>
                <a:cubicBezTo>
                  <a:pt x="438" y="128"/>
                  <a:pt x="438" y="128"/>
                  <a:pt x="438" y="128"/>
                </a:cubicBezTo>
                <a:cubicBezTo>
                  <a:pt x="141" y="417"/>
                  <a:pt x="141" y="417"/>
                  <a:pt x="141" y="417"/>
                </a:cubicBezTo>
                <a:cubicBezTo>
                  <a:pt x="141" y="424"/>
                  <a:pt x="134" y="424"/>
                  <a:pt x="127" y="424"/>
                </a:cubicBezTo>
                <a:lnTo>
                  <a:pt x="127" y="424"/>
                </a:lnTo>
                <a:cubicBezTo>
                  <a:pt x="84" y="424"/>
                  <a:pt x="84" y="424"/>
                  <a:pt x="84" y="424"/>
                </a:cubicBezTo>
                <a:lnTo>
                  <a:pt x="84" y="424"/>
                </a:lnTo>
                <a:cubicBezTo>
                  <a:pt x="28" y="424"/>
                  <a:pt x="28" y="424"/>
                  <a:pt x="28" y="424"/>
                </a:cubicBezTo>
                <a:cubicBezTo>
                  <a:pt x="14" y="424"/>
                  <a:pt x="0" y="417"/>
                  <a:pt x="0" y="396"/>
                </a:cubicBezTo>
                <a:cubicBezTo>
                  <a:pt x="0" y="382"/>
                  <a:pt x="14" y="368"/>
                  <a:pt x="28" y="368"/>
                </a:cubicBezTo>
                <a:cubicBezTo>
                  <a:pt x="84" y="368"/>
                  <a:pt x="84" y="368"/>
                  <a:pt x="84" y="368"/>
                </a:cubicBezTo>
                <a:lnTo>
                  <a:pt x="84" y="368"/>
                </a:lnTo>
                <a:cubicBezTo>
                  <a:pt x="113" y="368"/>
                  <a:pt x="113" y="368"/>
                  <a:pt x="113" y="368"/>
                </a:cubicBezTo>
                <a:cubicBezTo>
                  <a:pt x="410" y="78"/>
                  <a:pt x="410" y="78"/>
                  <a:pt x="410" y="78"/>
                </a:cubicBezTo>
                <a:lnTo>
                  <a:pt x="410" y="78"/>
                </a:lnTo>
                <a:cubicBezTo>
                  <a:pt x="410" y="71"/>
                  <a:pt x="417" y="71"/>
                  <a:pt x="424" y="71"/>
                </a:cubicBezTo>
                <a:lnTo>
                  <a:pt x="424" y="71"/>
                </a:lnTo>
                <a:cubicBezTo>
                  <a:pt x="473" y="71"/>
                  <a:pt x="473" y="71"/>
                  <a:pt x="473" y="71"/>
                </a:cubicBezTo>
                <a:lnTo>
                  <a:pt x="473" y="71"/>
                </a:lnTo>
                <a:cubicBezTo>
                  <a:pt x="508" y="71"/>
                  <a:pt x="508" y="71"/>
                  <a:pt x="508" y="71"/>
                </a:cubicBezTo>
                <a:cubicBezTo>
                  <a:pt x="494" y="50"/>
                  <a:pt x="494" y="50"/>
                  <a:pt x="494" y="50"/>
                </a:cubicBezTo>
                <a:cubicBezTo>
                  <a:pt x="487" y="43"/>
                  <a:pt x="480" y="36"/>
                  <a:pt x="480" y="29"/>
                </a:cubicBezTo>
                <a:cubicBezTo>
                  <a:pt x="480" y="15"/>
                  <a:pt x="494" y="0"/>
                  <a:pt x="508" y="0"/>
                </a:cubicBezTo>
                <a:cubicBezTo>
                  <a:pt x="516" y="0"/>
                  <a:pt x="523" y="8"/>
                  <a:pt x="530" y="15"/>
                </a:cubicBezTo>
                <a:cubicBezTo>
                  <a:pt x="600" y="78"/>
                  <a:pt x="600" y="78"/>
                  <a:pt x="600" y="78"/>
                </a:cubicBezTo>
                <a:cubicBezTo>
                  <a:pt x="600" y="85"/>
                  <a:pt x="607" y="92"/>
                  <a:pt x="607" y="99"/>
                </a:cubicBezTo>
                <a:cubicBezTo>
                  <a:pt x="607" y="106"/>
                  <a:pt x="600" y="113"/>
                  <a:pt x="600" y="121"/>
                </a:cubicBezTo>
                <a:lnTo>
                  <a:pt x="530" y="184"/>
                </a:lnTo>
                <a:close/>
                <a:moveTo>
                  <a:pt x="219" y="227"/>
                </a:moveTo>
                <a:lnTo>
                  <a:pt x="219" y="227"/>
                </a:lnTo>
                <a:cubicBezTo>
                  <a:pt x="113" y="128"/>
                  <a:pt x="113" y="128"/>
                  <a:pt x="113" y="128"/>
                </a:cubicBezTo>
                <a:cubicBezTo>
                  <a:pt x="84" y="128"/>
                  <a:pt x="84" y="128"/>
                  <a:pt x="84" y="128"/>
                </a:cubicBezTo>
                <a:lnTo>
                  <a:pt x="84" y="128"/>
                </a:lnTo>
                <a:cubicBezTo>
                  <a:pt x="28" y="128"/>
                  <a:pt x="28" y="128"/>
                  <a:pt x="28" y="128"/>
                </a:cubicBezTo>
                <a:cubicBezTo>
                  <a:pt x="14" y="128"/>
                  <a:pt x="0" y="113"/>
                  <a:pt x="0" y="99"/>
                </a:cubicBezTo>
                <a:cubicBezTo>
                  <a:pt x="0" y="78"/>
                  <a:pt x="14" y="71"/>
                  <a:pt x="28" y="71"/>
                </a:cubicBezTo>
                <a:cubicBezTo>
                  <a:pt x="77" y="71"/>
                  <a:pt x="77" y="71"/>
                  <a:pt x="77" y="71"/>
                </a:cubicBezTo>
                <a:lnTo>
                  <a:pt x="77" y="71"/>
                </a:lnTo>
                <a:cubicBezTo>
                  <a:pt x="127" y="71"/>
                  <a:pt x="127" y="71"/>
                  <a:pt x="127" y="71"/>
                </a:cubicBezTo>
                <a:lnTo>
                  <a:pt x="127" y="71"/>
                </a:lnTo>
                <a:cubicBezTo>
                  <a:pt x="134" y="71"/>
                  <a:pt x="141" y="71"/>
                  <a:pt x="141" y="78"/>
                </a:cubicBezTo>
                <a:cubicBezTo>
                  <a:pt x="254" y="191"/>
                  <a:pt x="254" y="191"/>
                  <a:pt x="254" y="191"/>
                </a:cubicBezTo>
                <a:lnTo>
                  <a:pt x="219" y="227"/>
                </a:lnTo>
                <a:close/>
                <a:moveTo>
                  <a:pt x="438" y="368"/>
                </a:moveTo>
                <a:lnTo>
                  <a:pt x="438" y="368"/>
                </a:lnTo>
                <a:cubicBezTo>
                  <a:pt x="466" y="368"/>
                  <a:pt x="466" y="368"/>
                  <a:pt x="466" y="368"/>
                </a:cubicBezTo>
                <a:lnTo>
                  <a:pt x="466" y="368"/>
                </a:lnTo>
                <a:cubicBezTo>
                  <a:pt x="494" y="368"/>
                  <a:pt x="494" y="368"/>
                  <a:pt x="494" y="368"/>
                </a:cubicBezTo>
                <a:lnTo>
                  <a:pt x="494" y="368"/>
                </a:lnTo>
                <a:cubicBezTo>
                  <a:pt x="508" y="368"/>
                  <a:pt x="508" y="368"/>
                  <a:pt x="508" y="368"/>
                </a:cubicBezTo>
                <a:cubicBezTo>
                  <a:pt x="494" y="354"/>
                  <a:pt x="494" y="354"/>
                  <a:pt x="494" y="354"/>
                </a:cubicBezTo>
                <a:cubicBezTo>
                  <a:pt x="487" y="347"/>
                  <a:pt x="480" y="340"/>
                  <a:pt x="480" y="333"/>
                </a:cubicBezTo>
                <a:cubicBezTo>
                  <a:pt x="480" y="319"/>
                  <a:pt x="494" y="304"/>
                  <a:pt x="508" y="304"/>
                </a:cubicBezTo>
                <a:cubicBezTo>
                  <a:pt x="516" y="304"/>
                  <a:pt x="523" y="304"/>
                  <a:pt x="530" y="311"/>
                </a:cubicBezTo>
                <a:cubicBezTo>
                  <a:pt x="600" y="375"/>
                  <a:pt x="600" y="375"/>
                  <a:pt x="600" y="375"/>
                </a:cubicBezTo>
                <a:cubicBezTo>
                  <a:pt x="600" y="382"/>
                  <a:pt x="607" y="389"/>
                  <a:pt x="607" y="396"/>
                </a:cubicBezTo>
                <a:cubicBezTo>
                  <a:pt x="607" y="403"/>
                  <a:pt x="600" y="410"/>
                  <a:pt x="600" y="417"/>
                </a:cubicBezTo>
                <a:cubicBezTo>
                  <a:pt x="530" y="481"/>
                  <a:pt x="530" y="481"/>
                  <a:pt x="530" y="481"/>
                </a:cubicBezTo>
                <a:cubicBezTo>
                  <a:pt x="523" y="488"/>
                  <a:pt x="516" y="495"/>
                  <a:pt x="508" y="495"/>
                </a:cubicBezTo>
                <a:cubicBezTo>
                  <a:pt x="494" y="495"/>
                  <a:pt x="480" y="481"/>
                  <a:pt x="480" y="467"/>
                </a:cubicBezTo>
                <a:cubicBezTo>
                  <a:pt x="480" y="460"/>
                  <a:pt x="487" y="453"/>
                  <a:pt x="494" y="446"/>
                </a:cubicBezTo>
                <a:cubicBezTo>
                  <a:pt x="508" y="424"/>
                  <a:pt x="508" y="424"/>
                  <a:pt x="508" y="424"/>
                </a:cubicBezTo>
                <a:cubicBezTo>
                  <a:pt x="466" y="424"/>
                  <a:pt x="466" y="424"/>
                  <a:pt x="466" y="424"/>
                </a:cubicBezTo>
                <a:lnTo>
                  <a:pt x="466" y="424"/>
                </a:lnTo>
                <a:cubicBezTo>
                  <a:pt x="424" y="424"/>
                  <a:pt x="424" y="424"/>
                  <a:pt x="424" y="424"/>
                </a:cubicBezTo>
                <a:lnTo>
                  <a:pt x="424" y="424"/>
                </a:lnTo>
                <a:cubicBezTo>
                  <a:pt x="417" y="424"/>
                  <a:pt x="410" y="424"/>
                  <a:pt x="410" y="417"/>
                </a:cubicBezTo>
                <a:cubicBezTo>
                  <a:pt x="297" y="304"/>
                  <a:pt x="297" y="304"/>
                  <a:pt x="297" y="304"/>
                </a:cubicBezTo>
                <a:cubicBezTo>
                  <a:pt x="332" y="269"/>
                  <a:pt x="332" y="269"/>
                  <a:pt x="332" y="269"/>
                </a:cubicBezTo>
                <a:lnTo>
                  <a:pt x="438" y="36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6" name="Freeform 78"/>
          <p:cNvSpPr/>
          <p:nvPr/>
        </p:nvSpPr>
        <p:spPr>
          <a:xfrm>
            <a:off x="3475080" y="3333600"/>
            <a:ext cx="196920" cy="198720"/>
          </a:xfrm>
          <a:custGeom>
            <a:avLst/>
            <a:gdLst/>
            <a:ahLst/>
            <a:rect l="l" t="t" r="r" b="b"/>
            <a:pathLst>
              <a:path w="545" h="553">
                <a:moveTo>
                  <a:pt x="537" y="50"/>
                </a:moveTo>
                <a:lnTo>
                  <a:pt x="537" y="50"/>
                </a:lnTo>
                <a:cubicBezTo>
                  <a:pt x="396" y="191"/>
                  <a:pt x="396" y="191"/>
                  <a:pt x="396" y="191"/>
                </a:cubicBezTo>
                <a:cubicBezTo>
                  <a:pt x="445" y="191"/>
                  <a:pt x="445" y="191"/>
                  <a:pt x="445" y="191"/>
                </a:cubicBezTo>
                <a:cubicBezTo>
                  <a:pt x="459" y="191"/>
                  <a:pt x="473" y="205"/>
                  <a:pt x="473" y="219"/>
                </a:cubicBezTo>
                <a:cubicBezTo>
                  <a:pt x="473" y="234"/>
                  <a:pt x="459" y="248"/>
                  <a:pt x="445" y="248"/>
                </a:cubicBezTo>
                <a:cubicBezTo>
                  <a:pt x="332" y="248"/>
                  <a:pt x="332" y="248"/>
                  <a:pt x="332" y="248"/>
                </a:cubicBezTo>
                <a:cubicBezTo>
                  <a:pt x="311" y="248"/>
                  <a:pt x="304" y="234"/>
                  <a:pt x="304" y="219"/>
                </a:cubicBezTo>
                <a:cubicBezTo>
                  <a:pt x="304" y="106"/>
                  <a:pt x="304" y="106"/>
                  <a:pt x="304" y="106"/>
                </a:cubicBezTo>
                <a:cubicBezTo>
                  <a:pt x="304" y="92"/>
                  <a:pt x="311" y="78"/>
                  <a:pt x="332" y="78"/>
                </a:cubicBezTo>
                <a:cubicBezTo>
                  <a:pt x="346" y="78"/>
                  <a:pt x="360" y="92"/>
                  <a:pt x="360" y="106"/>
                </a:cubicBezTo>
                <a:cubicBezTo>
                  <a:pt x="360" y="149"/>
                  <a:pt x="360" y="149"/>
                  <a:pt x="360" y="149"/>
                </a:cubicBezTo>
                <a:cubicBezTo>
                  <a:pt x="502" y="7"/>
                  <a:pt x="502" y="7"/>
                  <a:pt x="502" y="7"/>
                </a:cubicBezTo>
                <a:lnTo>
                  <a:pt x="502" y="7"/>
                </a:lnTo>
                <a:cubicBezTo>
                  <a:pt x="502" y="7"/>
                  <a:pt x="509" y="0"/>
                  <a:pt x="516" y="0"/>
                </a:cubicBezTo>
                <a:cubicBezTo>
                  <a:pt x="537" y="0"/>
                  <a:pt x="544" y="14"/>
                  <a:pt x="544" y="28"/>
                </a:cubicBezTo>
                <a:cubicBezTo>
                  <a:pt x="544" y="36"/>
                  <a:pt x="544" y="43"/>
                  <a:pt x="537" y="50"/>
                </a:cubicBezTo>
                <a:close/>
                <a:moveTo>
                  <a:pt x="332" y="304"/>
                </a:moveTo>
                <a:lnTo>
                  <a:pt x="332" y="304"/>
                </a:lnTo>
                <a:cubicBezTo>
                  <a:pt x="445" y="304"/>
                  <a:pt x="445" y="304"/>
                  <a:pt x="445" y="304"/>
                </a:cubicBezTo>
                <a:cubicBezTo>
                  <a:pt x="459" y="304"/>
                  <a:pt x="473" y="318"/>
                  <a:pt x="473" y="332"/>
                </a:cubicBezTo>
                <a:cubicBezTo>
                  <a:pt x="473" y="347"/>
                  <a:pt x="459" y="361"/>
                  <a:pt x="445" y="361"/>
                </a:cubicBezTo>
                <a:cubicBezTo>
                  <a:pt x="396" y="361"/>
                  <a:pt x="396" y="361"/>
                  <a:pt x="396" y="361"/>
                </a:cubicBezTo>
                <a:cubicBezTo>
                  <a:pt x="537" y="502"/>
                  <a:pt x="537" y="502"/>
                  <a:pt x="537" y="502"/>
                </a:cubicBezTo>
                <a:lnTo>
                  <a:pt x="537" y="502"/>
                </a:lnTo>
                <a:cubicBezTo>
                  <a:pt x="544" y="509"/>
                  <a:pt x="544" y="516"/>
                  <a:pt x="544" y="523"/>
                </a:cubicBezTo>
                <a:cubicBezTo>
                  <a:pt x="544" y="537"/>
                  <a:pt x="537" y="552"/>
                  <a:pt x="516" y="552"/>
                </a:cubicBezTo>
                <a:cubicBezTo>
                  <a:pt x="509" y="552"/>
                  <a:pt x="502" y="545"/>
                  <a:pt x="502" y="545"/>
                </a:cubicBezTo>
                <a:lnTo>
                  <a:pt x="502" y="545"/>
                </a:lnTo>
                <a:cubicBezTo>
                  <a:pt x="360" y="403"/>
                  <a:pt x="360" y="403"/>
                  <a:pt x="360" y="403"/>
                </a:cubicBezTo>
                <a:cubicBezTo>
                  <a:pt x="360" y="445"/>
                  <a:pt x="360" y="445"/>
                  <a:pt x="360" y="445"/>
                </a:cubicBezTo>
                <a:cubicBezTo>
                  <a:pt x="360" y="460"/>
                  <a:pt x="346" y="474"/>
                  <a:pt x="332" y="474"/>
                </a:cubicBezTo>
                <a:cubicBezTo>
                  <a:pt x="311" y="474"/>
                  <a:pt x="304" y="460"/>
                  <a:pt x="304" y="445"/>
                </a:cubicBezTo>
                <a:cubicBezTo>
                  <a:pt x="304" y="332"/>
                  <a:pt x="304" y="332"/>
                  <a:pt x="304" y="332"/>
                </a:cubicBezTo>
                <a:cubicBezTo>
                  <a:pt x="304" y="318"/>
                  <a:pt x="311" y="304"/>
                  <a:pt x="332" y="304"/>
                </a:cubicBezTo>
                <a:close/>
                <a:moveTo>
                  <a:pt x="219" y="474"/>
                </a:moveTo>
                <a:lnTo>
                  <a:pt x="219" y="474"/>
                </a:lnTo>
                <a:cubicBezTo>
                  <a:pt x="198" y="474"/>
                  <a:pt x="191" y="460"/>
                  <a:pt x="191" y="445"/>
                </a:cubicBezTo>
                <a:cubicBezTo>
                  <a:pt x="191" y="403"/>
                  <a:pt x="191" y="403"/>
                  <a:pt x="191" y="403"/>
                </a:cubicBezTo>
                <a:cubicBezTo>
                  <a:pt x="49" y="545"/>
                  <a:pt x="49" y="545"/>
                  <a:pt x="49" y="545"/>
                </a:cubicBezTo>
                <a:lnTo>
                  <a:pt x="49" y="545"/>
                </a:lnTo>
                <a:cubicBezTo>
                  <a:pt x="42" y="545"/>
                  <a:pt x="35" y="552"/>
                  <a:pt x="28" y="552"/>
                </a:cubicBezTo>
                <a:cubicBezTo>
                  <a:pt x="14" y="552"/>
                  <a:pt x="0" y="537"/>
                  <a:pt x="0" y="523"/>
                </a:cubicBezTo>
                <a:cubicBezTo>
                  <a:pt x="0" y="516"/>
                  <a:pt x="0" y="509"/>
                  <a:pt x="7" y="502"/>
                </a:cubicBezTo>
                <a:lnTo>
                  <a:pt x="7" y="502"/>
                </a:lnTo>
                <a:cubicBezTo>
                  <a:pt x="148" y="361"/>
                  <a:pt x="148" y="361"/>
                  <a:pt x="148" y="361"/>
                </a:cubicBezTo>
                <a:cubicBezTo>
                  <a:pt x="106" y="361"/>
                  <a:pt x="106" y="361"/>
                  <a:pt x="106" y="361"/>
                </a:cubicBezTo>
                <a:cubicBezTo>
                  <a:pt x="85" y="361"/>
                  <a:pt x="78" y="347"/>
                  <a:pt x="78" y="332"/>
                </a:cubicBezTo>
                <a:cubicBezTo>
                  <a:pt x="78" y="318"/>
                  <a:pt x="85" y="304"/>
                  <a:pt x="106" y="304"/>
                </a:cubicBezTo>
                <a:cubicBezTo>
                  <a:pt x="219" y="304"/>
                  <a:pt x="219" y="304"/>
                  <a:pt x="219" y="304"/>
                </a:cubicBezTo>
                <a:cubicBezTo>
                  <a:pt x="233" y="304"/>
                  <a:pt x="247" y="318"/>
                  <a:pt x="247" y="332"/>
                </a:cubicBezTo>
                <a:cubicBezTo>
                  <a:pt x="247" y="445"/>
                  <a:pt x="247" y="445"/>
                  <a:pt x="247" y="445"/>
                </a:cubicBezTo>
                <a:cubicBezTo>
                  <a:pt x="247" y="460"/>
                  <a:pt x="233" y="474"/>
                  <a:pt x="219" y="474"/>
                </a:cubicBezTo>
                <a:close/>
                <a:moveTo>
                  <a:pt x="219" y="248"/>
                </a:moveTo>
                <a:lnTo>
                  <a:pt x="219" y="248"/>
                </a:lnTo>
                <a:cubicBezTo>
                  <a:pt x="106" y="248"/>
                  <a:pt x="106" y="248"/>
                  <a:pt x="106" y="248"/>
                </a:cubicBezTo>
                <a:cubicBezTo>
                  <a:pt x="85" y="248"/>
                  <a:pt x="78" y="234"/>
                  <a:pt x="78" y="219"/>
                </a:cubicBezTo>
                <a:cubicBezTo>
                  <a:pt x="78" y="205"/>
                  <a:pt x="85" y="191"/>
                  <a:pt x="106" y="191"/>
                </a:cubicBezTo>
                <a:cubicBezTo>
                  <a:pt x="148" y="191"/>
                  <a:pt x="148" y="191"/>
                  <a:pt x="148" y="191"/>
                </a:cubicBezTo>
                <a:cubicBezTo>
                  <a:pt x="7" y="50"/>
                  <a:pt x="7" y="50"/>
                  <a:pt x="7" y="50"/>
                </a:cubicBezTo>
                <a:lnTo>
                  <a:pt x="7" y="50"/>
                </a:lnTo>
                <a:cubicBezTo>
                  <a:pt x="0" y="43"/>
                  <a:pt x="0" y="36"/>
                  <a:pt x="0" y="28"/>
                </a:cubicBezTo>
                <a:cubicBezTo>
                  <a:pt x="0" y="14"/>
                  <a:pt x="14" y="0"/>
                  <a:pt x="28" y="0"/>
                </a:cubicBezTo>
                <a:cubicBezTo>
                  <a:pt x="35" y="0"/>
                  <a:pt x="42" y="7"/>
                  <a:pt x="49" y="7"/>
                </a:cubicBezTo>
                <a:lnTo>
                  <a:pt x="49" y="7"/>
                </a:lnTo>
                <a:cubicBezTo>
                  <a:pt x="191" y="149"/>
                  <a:pt x="191" y="149"/>
                  <a:pt x="191" y="149"/>
                </a:cubicBezTo>
                <a:cubicBezTo>
                  <a:pt x="191" y="106"/>
                  <a:pt x="191" y="106"/>
                  <a:pt x="191" y="106"/>
                </a:cubicBezTo>
                <a:cubicBezTo>
                  <a:pt x="191" y="92"/>
                  <a:pt x="198" y="78"/>
                  <a:pt x="219" y="78"/>
                </a:cubicBezTo>
                <a:cubicBezTo>
                  <a:pt x="233" y="78"/>
                  <a:pt x="247" y="92"/>
                  <a:pt x="247" y="106"/>
                </a:cubicBezTo>
                <a:cubicBezTo>
                  <a:pt x="247" y="219"/>
                  <a:pt x="247" y="219"/>
                  <a:pt x="247" y="219"/>
                </a:cubicBezTo>
                <a:cubicBezTo>
                  <a:pt x="247" y="234"/>
                  <a:pt x="233" y="248"/>
                  <a:pt x="219" y="24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7" name="Freeform 79"/>
          <p:cNvSpPr/>
          <p:nvPr/>
        </p:nvSpPr>
        <p:spPr>
          <a:xfrm>
            <a:off x="3095640" y="3333600"/>
            <a:ext cx="196920" cy="198720"/>
          </a:xfrm>
          <a:custGeom>
            <a:avLst/>
            <a:gdLst/>
            <a:ahLst/>
            <a:rect l="l" t="t" r="r" b="b"/>
            <a:pathLst>
              <a:path w="545" h="553">
                <a:moveTo>
                  <a:pt x="516" y="552"/>
                </a:moveTo>
                <a:lnTo>
                  <a:pt x="516" y="552"/>
                </a:lnTo>
                <a:cubicBezTo>
                  <a:pt x="403" y="552"/>
                  <a:pt x="403" y="552"/>
                  <a:pt x="403" y="552"/>
                </a:cubicBezTo>
                <a:cubicBezTo>
                  <a:pt x="389" y="552"/>
                  <a:pt x="374" y="537"/>
                  <a:pt x="374" y="523"/>
                </a:cubicBezTo>
                <a:cubicBezTo>
                  <a:pt x="374" y="502"/>
                  <a:pt x="389" y="495"/>
                  <a:pt x="403" y="495"/>
                </a:cubicBezTo>
                <a:cubicBezTo>
                  <a:pt x="445" y="495"/>
                  <a:pt x="445" y="495"/>
                  <a:pt x="445" y="495"/>
                </a:cubicBezTo>
                <a:cubicBezTo>
                  <a:pt x="304" y="354"/>
                  <a:pt x="304" y="354"/>
                  <a:pt x="304" y="354"/>
                </a:cubicBezTo>
                <a:lnTo>
                  <a:pt x="304" y="354"/>
                </a:lnTo>
                <a:cubicBezTo>
                  <a:pt x="304" y="347"/>
                  <a:pt x="297" y="339"/>
                  <a:pt x="297" y="332"/>
                </a:cubicBezTo>
                <a:cubicBezTo>
                  <a:pt x="297" y="318"/>
                  <a:pt x="311" y="304"/>
                  <a:pt x="325" y="304"/>
                </a:cubicBezTo>
                <a:cubicBezTo>
                  <a:pt x="332" y="304"/>
                  <a:pt x="339" y="304"/>
                  <a:pt x="346" y="311"/>
                </a:cubicBezTo>
                <a:lnTo>
                  <a:pt x="346" y="311"/>
                </a:lnTo>
                <a:cubicBezTo>
                  <a:pt x="487" y="452"/>
                  <a:pt x="487" y="452"/>
                  <a:pt x="487" y="452"/>
                </a:cubicBezTo>
                <a:cubicBezTo>
                  <a:pt x="487" y="410"/>
                  <a:pt x="487" y="410"/>
                  <a:pt x="487" y="410"/>
                </a:cubicBezTo>
                <a:cubicBezTo>
                  <a:pt x="487" y="389"/>
                  <a:pt x="502" y="382"/>
                  <a:pt x="516" y="382"/>
                </a:cubicBezTo>
                <a:cubicBezTo>
                  <a:pt x="530" y="382"/>
                  <a:pt x="544" y="389"/>
                  <a:pt x="544" y="410"/>
                </a:cubicBezTo>
                <a:cubicBezTo>
                  <a:pt x="544" y="523"/>
                  <a:pt x="544" y="523"/>
                  <a:pt x="544" y="523"/>
                </a:cubicBezTo>
                <a:cubicBezTo>
                  <a:pt x="544" y="537"/>
                  <a:pt x="530" y="552"/>
                  <a:pt x="516" y="552"/>
                </a:cubicBezTo>
                <a:close/>
                <a:moveTo>
                  <a:pt x="516" y="170"/>
                </a:moveTo>
                <a:lnTo>
                  <a:pt x="516" y="170"/>
                </a:lnTo>
                <a:cubicBezTo>
                  <a:pt x="502" y="170"/>
                  <a:pt x="487" y="163"/>
                  <a:pt x="487" y="141"/>
                </a:cubicBezTo>
                <a:cubicBezTo>
                  <a:pt x="487" y="99"/>
                  <a:pt x="487" y="99"/>
                  <a:pt x="487" y="99"/>
                </a:cubicBezTo>
                <a:cubicBezTo>
                  <a:pt x="346" y="241"/>
                  <a:pt x="346" y="241"/>
                  <a:pt x="346" y="241"/>
                </a:cubicBezTo>
                <a:lnTo>
                  <a:pt x="346" y="241"/>
                </a:lnTo>
                <a:cubicBezTo>
                  <a:pt x="339" y="248"/>
                  <a:pt x="332" y="248"/>
                  <a:pt x="325" y="248"/>
                </a:cubicBezTo>
                <a:cubicBezTo>
                  <a:pt x="311" y="248"/>
                  <a:pt x="297" y="234"/>
                  <a:pt x="297" y="219"/>
                </a:cubicBezTo>
                <a:cubicBezTo>
                  <a:pt x="297" y="212"/>
                  <a:pt x="304" y="205"/>
                  <a:pt x="304" y="198"/>
                </a:cubicBezTo>
                <a:lnTo>
                  <a:pt x="304" y="198"/>
                </a:lnTo>
                <a:cubicBezTo>
                  <a:pt x="445" y="57"/>
                  <a:pt x="445" y="57"/>
                  <a:pt x="445" y="57"/>
                </a:cubicBezTo>
                <a:cubicBezTo>
                  <a:pt x="403" y="57"/>
                  <a:pt x="403" y="57"/>
                  <a:pt x="403" y="57"/>
                </a:cubicBezTo>
                <a:cubicBezTo>
                  <a:pt x="389" y="57"/>
                  <a:pt x="374" y="50"/>
                  <a:pt x="374" y="28"/>
                </a:cubicBezTo>
                <a:cubicBezTo>
                  <a:pt x="374" y="14"/>
                  <a:pt x="389" y="0"/>
                  <a:pt x="403" y="0"/>
                </a:cubicBezTo>
                <a:cubicBezTo>
                  <a:pt x="516" y="0"/>
                  <a:pt x="516" y="0"/>
                  <a:pt x="516" y="0"/>
                </a:cubicBezTo>
                <a:cubicBezTo>
                  <a:pt x="530" y="0"/>
                  <a:pt x="544" y="14"/>
                  <a:pt x="544" y="28"/>
                </a:cubicBezTo>
                <a:cubicBezTo>
                  <a:pt x="544" y="141"/>
                  <a:pt x="544" y="141"/>
                  <a:pt x="544" y="141"/>
                </a:cubicBezTo>
                <a:cubicBezTo>
                  <a:pt x="544" y="163"/>
                  <a:pt x="530" y="170"/>
                  <a:pt x="516" y="170"/>
                </a:cubicBezTo>
                <a:close/>
                <a:moveTo>
                  <a:pt x="233" y="354"/>
                </a:moveTo>
                <a:lnTo>
                  <a:pt x="233" y="354"/>
                </a:lnTo>
                <a:cubicBezTo>
                  <a:pt x="92" y="495"/>
                  <a:pt x="92" y="495"/>
                  <a:pt x="92" y="495"/>
                </a:cubicBezTo>
                <a:cubicBezTo>
                  <a:pt x="141" y="495"/>
                  <a:pt x="141" y="495"/>
                  <a:pt x="141" y="495"/>
                </a:cubicBezTo>
                <a:cubicBezTo>
                  <a:pt x="155" y="495"/>
                  <a:pt x="169" y="502"/>
                  <a:pt x="169" y="523"/>
                </a:cubicBezTo>
                <a:cubicBezTo>
                  <a:pt x="169" y="537"/>
                  <a:pt x="155" y="552"/>
                  <a:pt x="141" y="552"/>
                </a:cubicBezTo>
                <a:cubicBezTo>
                  <a:pt x="28" y="552"/>
                  <a:pt x="28" y="552"/>
                  <a:pt x="28" y="552"/>
                </a:cubicBezTo>
                <a:cubicBezTo>
                  <a:pt x="7" y="552"/>
                  <a:pt x="0" y="537"/>
                  <a:pt x="0" y="523"/>
                </a:cubicBezTo>
                <a:cubicBezTo>
                  <a:pt x="0" y="410"/>
                  <a:pt x="0" y="410"/>
                  <a:pt x="0" y="410"/>
                </a:cubicBezTo>
                <a:cubicBezTo>
                  <a:pt x="0" y="389"/>
                  <a:pt x="7" y="382"/>
                  <a:pt x="28" y="382"/>
                </a:cubicBezTo>
                <a:cubicBezTo>
                  <a:pt x="42" y="382"/>
                  <a:pt x="56" y="389"/>
                  <a:pt x="56" y="410"/>
                </a:cubicBezTo>
                <a:cubicBezTo>
                  <a:pt x="56" y="452"/>
                  <a:pt x="56" y="452"/>
                  <a:pt x="56" y="452"/>
                </a:cubicBezTo>
                <a:cubicBezTo>
                  <a:pt x="198" y="311"/>
                  <a:pt x="198" y="311"/>
                  <a:pt x="198" y="311"/>
                </a:cubicBezTo>
                <a:lnTo>
                  <a:pt x="198" y="311"/>
                </a:lnTo>
                <a:cubicBezTo>
                  <a:pt x="198" y="304"/>
                  <a:pt x="205" y="304"/>
                  <a:pt x="212" y="304"/>
                </a:cubicBezTo>
                <a:cubicBezTo>
                  <a:pt x="233" y="304"/>
                  <a:pt x="240" y="318"/>
                  <a:pt x="240" y="332"/>
                </a:cubicBezTo>
                <a:cubicBezTo>
                  <a:pt x="240" y="339"/>
                  <a:pt x="240" y="347"/>
                  <a:pt x="233" y="354"/>
                </a:cubicBezTo>
                <a:close/>
                <a:moveTo>
                  <a:pt x="212" y="248"/>
                </a:moveTo>
                <a:lnTo>
                  <a:pt x="212" y="248"/>
                </a:lnTo>
                <a:cubicBezTo>
                  <a:pt x="205" y="248"/>
                  <a:pt x="198" y="248"/>
                  <a:pt x="198" y="241"/>
                </a:cubicBezTo>
                <a:lnTo>
                  <a:pt x="198" y="241"/>
                </a:lnTo>
                <a:cubicBezTo>
                  <a:pt x="56" y="99"/>
                  <a:pt x="56" y="99"/>
                  <a:pt x="56" y="99"/>
                </a:cubicBezTo>
                <a:cubicBezTo>
                  <a:pt x="56" y="141"/>
                  <a:pt x="56" y="141"/>
                  <a:pt x="56" y="141"/>
                </a:cubicBezTo>
                <a:cubicBezTo>
                  <a:pt x="56" y="163"/>
                  <a:pt x="42" y="170"/>
                  <a:pt x="28" y="170"/>
                </a:cubicBezTo>
                <a:cubicBezTo>
                  <a:pt x="7" y="170"/>
                  <a:pt x="0" y="163"/>
                  <a:pt x="0" y="141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7" y="0"/>
                  <a:pt x="28" y="0"/>
                </a:cubicBezTo>
                <a:cubicBezTo>
                  <a:pt x="141" y="0"/>
                  <a:pt x="141" y="0"/>
                  <a:pt x="141" y="0"/>
                </a:cubicBezTo>
                <a:cubicBezTo>
                  <a:pt x="155" y="0"/>
                  <a:pt x="169" y="14"/>
                  <a:pt x="169" y="28"/>
                </a:cubicBezTo>
                <a:cubicBezTo>
                  <a:pt x="169" y="50"/>
                  <a:pt x="155" y="57"/>
                  <a:pt x="141" y="57"/>
                </a:cubicBezTo>
                <a:cubicBezTo>
                  <a:pt x="92" y="57"/>
                  <a:pt x="92" y="57"/>
                  <a:pt x="92" y="57"/>
                </a:cubicBezTo>
                <a:cubicBezTo>
                  <a:pt x="233" y="198"/>
                  <a:pt x="233" y="198"/>
                  <a:pt x="233" y="198"/>
                </a:cubicBezTo>
                <a:lnTo>
                  <a:pt x="233" y="198"/>
                </a:lnTo>
                <a:cubicBezTo>
                  <a:pt x="240" y="205"/>
                  <a:pt x="240" y="212"/>
                  <a:pt x="240" y="219"/>
                </a:cubicBezTo>
                <a:cubicBezTo>
                  <a:pt x="240" y="234"/>
                  <a:pt x="233" y="248"/>
                  <a:pt x="212" y="24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8" name="Freeform 80"/>
          <p:cNvSpPr/>
          <p:nvPr/>
        </p:nvSpPr>
        <p:spPr>
          <a:xfrm>
            <a:off x="2703600" y="3322800"/>
            <a:ext cx="218880" cy="218880"/>
          </a:xfrm>
          <a:custGeom>
            <a:avLst/>
            <a:gdLst/>
            <a:ahLst/>
            <a:rect l="l" t="t" r="r" b="b"/>
            <a:pathLst>
              <a:path w="609" h="609">
                <a:moveTo>
                  <a:pt x="608" y="304"/>
                </a:moveTo>
                <a:lnTo>
                  <a:pt x="608" y="304"/>
                </a:lnTo>
                <a:cubicBezTo>
                  <a:pt x="608" y="311"/>
                  <a:pt x="601" y="318"/>
                  <a:pt x="594" y="325"/>
                </a:cubicBezTo>
                <a:lnTo>
                  <a:pt x="594" y="325"/>
                </a:lnTo>
                <a:cubicBezTo>
                  <a:pt x="502" y="410"/>
                  <a:pt x="502" y="410"/>
                  <a:pt x="502" y="410"/>
                </a:cubicBezTo>
                <a:lnTo>
                  <a:pt x="502" y="410"/>
                </a:lnTo>
                <a:cubicBezTo>
                  <a:pt x="495" y="417"/>
                  <a:pt x="488" y="417"/>
                  <a:pt x="481" y="417"/>
                </a:cubicBezTo>
                <a:cubicBezTo>
                  <a:pt x="467" y="417"/>
                  <a:pt x="453" y="403"/>
                  <a:pt x="453" y="389"/>
                </a:cubicBezTo>
                <a:cubicBezTo>
                  <a:pt x="453" y="382"/>
                  <a:pt x="460" y="375"/>
                  <a:pt x="467" y="367"/>
                </a:cubicBezTo>
                <a:lnTo>
                  <a:pt x="467" y="367"/>
                </a:lnTo>
                <a:cubicBezTo>
                  <a:pt x="502" y="332"/>
                  <a:pt x="502" y="332"/>
                  <a:pt x="502" y="332"/>
                </a:cubicBezTo>
                <a:cubicBezTo>
                  <a:pt x="333" y="332"/>
                  <a:pt x="333" y="332"/>
                  <a:pt x="333" y="332"/>
                </a:cubicBezTo>
                <a:cubicBezTo>
                  <a:pt x="333" y="502"/>
                  <a:pt x="333" y="502"/>
                  <a:pt x="333" y="502"/>
                </a:cubicBezTo>
                <a:cubicBezTo>
                  <a:pt x="368" y="466"/>
                  <a:pt x="368" y="466"/>
                  <a:pt x="368" y="466"/>
                </a:cubicBezTo>
                <a:lnTo>
                  <a:pt x="368" y="466"/>
                </a:lnTo>
                <a:cubicBezTo>
                  <a:pt x="375" y="459"/>
                  <a:pt x="382" y="452"/>
                  <a:pt x="389" y="452"/>
                </a:cubicBezTo>
                <a:cubicBezTo>
                  <a:pt x="403" y="452"/>
                  <a:pt x="417" y="466"/>
                  <a:pt x="417" y="480"/>
                </a:cubicBezTo>
                <a:cubicBezTo>
                  <a:pt x="417" y="488"/>
                  <a:pt x="417" y="495"/>
                  <a:pt x="410" y="502"/>
                </a:cubicBezTo>
                <a:lnTo>
                  <a:pt x="410" y="502"/>
                </a:lnTo>
                <a:cubicBezTo>
                  <a:pt x="326" y="594"/>
                  <a:pt x="326" y="594"/>
                  <a:pt x="326" y="594"/>
                </a:cubicBezTo>
                <a:lnTo>
                  <a:pt x="326" y="594"/>
                </a:lnTo>
                <a:cubicBezTo>
                  <a:pt x="318" y="601"/>
                  <a:pt x="311" y="608"/>
                  <a:pt x="304" y="608"/>
                </a:cubicBezTo>
                <a:cubicBezTo>
                  <a:pt x="297" y="608"/>
                  <a:pt x="290" y="601"/>
                  <a:pt x="283" y="594"/>
                </a:cubicBezTo>
                <a:lnTo>
                  <a:pt x="283" y="594"/>
                </a:lnTo>
                <a:cubicBezTo>
                  <a:pt x="198" y="502"/>
                  <a:pt x="198" y="502"/>
                  <a:pt x="198" y="502"/>
                </a:cubicBezTo>
                <a:lnTo>
                  <a:pt x="198" y="502"/>
                </a:lnTo>
                <a:cubicBezTo>
                  <a:pt x="191" y="495"/>
                  <a:pt x="191" y="488"/>
                  <a:pt x="191" y="480"/>
                </a:cubicBezTo>
                <a:cubicBezTo>
                  <a:pt x="191" y="466"/>
                  <a:pt x="205" y="452"/>
                  <a:pt x="219" y="452"/>
                </a:cubicBezTo>
                <a:cubicBezTo>
                  <a:pt x="226" y="452"/>
                  <a:pt x="234" y="459"/>
                  <a:pt x="241" y="466"/>
                </a:cubicBezTo>
                <a:lnTo>
                  <a:pt x="241" y="466"/>
                </a:lnTo>
                <a:cubicBezTo>
                  <a:pt x="276" y="502"/>
                  <a:pt x="276" y="502"/>
                  <a:pt x="276" y="502"/>
                </a:cubicBezTo>
                <a:cubicBezTo>
                  <a:pt x="276" y="332"/>
                  <a:pt x="276" y="332"/>
                  <a:pt x="276" y="332"/>
                </a:cubicBezTo>
                <a:cubicBezTo>
                  <a:pt x="106" y="332"/>
                  <a:pt x="106" y="332"/>
                  <a:pt x="106" y="332"/>
                </a:cubicBezTo>
                <a:cubicBezTo>
                  <a:pt x="142" y="367"/>
                  <a:pt x="142" y="367"/>
                  <a:pt x="142" y="367"/>
                </a:cubicBezTo>
                <a:lnTo>
                  <a:pt x="142" y="367"/>
                </a:lnTo>
                <a:cubicBezTo>
                  <a:pt x="149" y="375"/>
                  <a:pt x="156" y="382"/>
                  <a:pt x="156" y="389"/>
                </a:cubicBezTo>
                <a:cubicBezTo>
                  <a:pt x="156" y="403"/>
                  <a:pt x="142" y="417"/>
                  <a:pt x="128" y="417"/>
                </a:cubicBezTo>
                <a:cubicBezTo>
                  <a:pt x="121" y="417"/>
                  <a:pt x="113" y="417"/>
                  <a:pt x="106" y="410"/>
                </a:cubicBezTo>
                <a:lnTo>
                  <a:pt x="106" y="410"/>
                </a:lnTo>
                <a:cubicBezTo>
                  <a:pt x="15" y="325"/>
                  <a:pt x="15" y="325"/>
                  <a:pt x="15" y="325"/>
                </a:cubicBezTo>
                <a:lnTo>
                  <a:pt x="15" y="325"/>
                </a:lnTo>
                <a:cubicBezTo>
                  <a:pt x="8" y="318"/>
                  <a:pt x="0" y="311"/>
                  <a:pt x="0" y="304"/>
                </a:cubicBezTo>
                <a:cubicBezTo>
                  <a:pt x="0" y="297"/>
                  <a:pt x="8" y="290"/>
                  <a:pt x="15" y="283"/>
                </a:cubicBezTo>
                <a:lnTo>
                  <a:pt x="15" y="283"/>
                </a:lnTo>
                <a:cubicBezTo>
                  <a:pt x="106" y="198"/>
                  <a:pt x="106" y="198"/>
                  <a:pt x="106" y="198"/>
                </a:cubicBezTo>
                <a:lnTo>
                  <a:pt x="106" y="198"/>
                </a:lnTo>
                <a:cubicBezTo>
                  <a:pt x="113" y="191"/>
                  <a:pt x="121" y="191"/>
                  <a:pt x="128" y="191"/>
                </a:cubicBezTo>
                <a:cubicBezTo>
                  <a:pt x="142" y="191"/>
                  <a:pt x="156" y="205"/>
                  <a:pt x="156" y="219"/>
                </a:cubicBezTo>
                <a:cubicBezTo>
                  <a:pt x="156" y="226"/>
                  <a:pt x="149" y="233"/>
                  <a:pt x="142" y="240"/>
                </a:cubicBezTo>
                <a:lnTo>
                  <a:pt x="142" y="240"/>
                </a:lnTo>
                <a:cubicBezTo>
                  <a:pt x="106" y="276"/>
                  <a:pt x="106" y="276"/>
                  <a:pt x="106" y="276"/>
                </a:cubicBezTo>
                <a:cubicBezTo>
                  <a:pt x="276" y="276"/>
                  <a:pt x="276" y="276"/>
                  <a:pt x="276" y="276"/>
                </a:cubicBezTo>
                <a:cubicBezTo>
                  <a:pt x="276" y="106"/>
                  <a:pt x="276" y="106"/>
                  <a:pt x="276" y="106"/>
                </a:cubicBezTo>
                <a:cubicBezTo>
                  <a:pt x="241" y="141"/>
                  <a:pt x="241" y="141"/>
                  <a:pt x="241" y="141"/>
                </a:cubicBezTo>
                <a:lnTo>
                  <a:pt x="241" y="141"/>
                </a:lnTo>
                <a:cubicBezTo>
                  <a:pt x="234" y="148"/>
                  <a:pt x="226" y="155"/>
                  <a:pt x="219" y="155"/>
                </a:cubicBezTo>
                <a:cubicBezTo>
                  <a:pt x="205" y="155"/>
                  <a:pt x="191" y="141"/>
                  <a:pt x="191" y="127"/>
                </a:cubicBezTo>
                <a:cubicBezTo>
                  <a:pt x="191" y="120"/>
                  <a:pt x="191" y="113"/>
                  <a:pt x="198" y="106"/>
                </a:cubicBezTo>
                <a:lnTo>
                  <a:pt x="198" y="106"/>
                </a:lnTo>
                <a:cubicBezTo>
                  <a:pt x="283" y="14"/>
                  <a:pt x="283" y="14"/>
                  <a:pt x="283" y="14"/>
                </a:cubicBezTo>
                <a:lnTo>
                  <a:pt x="283" y="14"/>
                </a:lnTo>
                <a:cubicBezTo>
                  <a:pt x="290" y="7"/>
                  <a:pt x="297" y="0"/>
                  <a:pt x="304" y="0"/>
                </a:cubicBezTo>
                <a:cubicBezTo>
                  <a:pt x="311" y="0"/>
                  <a:pt x="318" y="7"/>
                  <a:pt x="326" y="14"/>
                </a:cubicBezTo>
                <a:lnTo>
                  <a:pt x="326" y="14"/>
                </a:lnTo>
                <a:cubicBezTo>
                  <a:pt x="410" y="106"/>
                  <a:pt x="410" y="106"/>
                  <a:pt x="410" y="106"/>
                </a:cubicBezTo>
                <a:lnTo>
                  <a:pt x="410" y="106"/>
                </a:lnTo>
                <a:cubicBezTo>
                  <a:pt x="417" y="113"/>
                  <a:pt x="417" y="120"/>
                  <a:pt x="417" y="127"/>
                </a:cubicBezTo>
                <a:cubicBezTo>
                  <a:pt x="417" y="141"/>
                  <a:pt x="403" y="155"/>
                  <a:pt x="389" y="155"/>
                </a:cubicBezTo>
                <a:cubicBezTo>
                  <a:pt x="382" y="155"/>
                  <a:pt x="375" y="148"/>
                  <a:pt x="368" y="141"/>
                </a:cubicBezTo>
                <a:lnTo>
                  <a:pt x="368" y="141"/>
                </a:lnTo>
                <a:cubicBezTo>
                  <a:pt x="333" y="106"/>
                  <a:pt x="333" y="106"/>
                  <a:pt x="333" y="106"/>
                </a:cubicBezTo>
                <a:cubicBezTo>
                  <a:pt x="333" y="276"/>
                  <a:pt x="333" y="276"/>
                  <a:pt x="333" y="276"/>
                </a:cubicBezTo>
                <a:cubicBezTo>
                  <a:pt x="502" y="276"/>
                  <a:pt x="502" y="276"/>
                  <a:pt x="502" y="276"/>
                </a:cubicBezTo>
                <a:cubicBezTo>
                  <a:pt x="467" y="240"/>
                  <a:pt x="467" y="240"/>
                  <a:pt x="467" y="240"/>
                </a:cubicBezTo>
                <a:lnTo>
                  <a:pt x="467" y="240"/>
                </a:lnTo>
                <a:cubicBezTo>
                  <a:pt x="460" y="233"/>
                  <a:pt x="453" y="226"/>
                  <a:pt x="453" y="219"/>
                </a:cubicBezTo>
                <a:cubicBezTo>
                  <a:pt x="453" y="205"/>
                  <a:pt x="467" y="191"/>
                  <a:pt x="481" y="191"/>
                </a:cubicBezTo>
                <a:cubicBezTo>
                  <a:pt x="488" y="191"/>
                  <a:pt x="495" y="191"/>
                  <a:pt x="502" y="198"/>
                </a:cubicBezTo>
                <a:lnTo>
                  <a:pt x="502" y="198"/>
                </a:lnTo>
                <a:cubicBezTo>
                  <a:pt x="594" y="283"/>
                  <a:pt x="594" y="283"/>
                  <a:pt x="594" y="283"/>
                </a:cubicBezTo>
                <a:lnTo>
                  <a:pt x="594" y="283"/>
                </a:lnTo>
                <a:cubicBezTo>
                  <a:pt x="601" y="290"/>
                  <a:pt x="608" y="297"/>
                  <a:pt x="608" y="30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9" name="Freeform 81"/>
          <p:cNvSpPr/>
          <p:nvPr/>
        </p:nvSpPr>
        <p:spPr>
          <a:xfrm>
            <a:off x="2325600" y="3392640"/>
            <a:ext cx="217440" cy="80640"/>
          </a:xfrm>
          <a:custGeom>
            <a:avLst/>
            <a:gdLst/>
            <a:ahLst/>
            <a:rect l="l" t="t" r="r" b="b"/>
            <a:pathLst>
              <a:path w="602" h="227">
                <a:moveTo>
                  <a:pt x="601" y="113"/>
                </a:moveTo>
                <a:lnTo>
                  <a:pt x="601" y="113"/>
                </a:lnTo>
                <a:cubicBezTo>
                  <a:pt x="601" y="120"/>
                  <a:pt x="601" y="127"/>
                  <a:pt x="594" y="134"/>
                </a:cubicBezTo>
                <a:lnTo>
                  <a:pt x="594" y="134"/>
                </a:lnTo>
                <a:cubicBezTo>
                  <a:pt x="502" y="219"/>
                  <a:pt x="502" y="219"/>
                  <a:pt x="502" y="219"/>
                </a:cubicBezTo>
                <a:lnTo>
                  <a:pt x="502" y="219"/>
                </a:lnTo>
                <a:cubicBezTo>
                  <a:pt x="495" y="226"/>
                  <a:pt x="488" y="226"/>
                  <a:pt x="481" y="226"/>
                </a:cubicBezTo>
                <a:cubicBezTo>
                  <a:pt x="467" y="226"/>
                  <a:pt x="453" y="212"/>
                  <a:pt x="453" y="198"/>
                </a:cubicBezTo>
                <a:cubicBezTo>
                  <a:pt x="453" y="191"/>
                  <a:pt x="460" y="184"/>
                  <a:pt x="460" y="176"/>
                </a:cubicBezTo>
                <a:lnTo>
                  <a:pt x="460" y="176"/>
                </a:lnTo>
                <a:cubicBezTo>
                  <a:pt x="502" y="141"/>
                  <a:pt x="502" y="141"/>
                  <a:pt x="502" y="141"/>
                </a:cubicBezTo>
                <a:cubicBezTo>
                  <a:pt x="333" y="141"/>
                  <a:pt x="333" y="141"/>
                  <a:pt x="333" y="141"/>
                </a:cubicBezTo>
                <a:lnTo>
                  <a:pt x="333" y="141"/>
                </a:lnTo>
                <a:cubicBezTo>
                  <a:pt x="276" y="141"/>
                  <a:pt x="276" y="141"/>
                  <a:pt x="276" y="141"/>
                </a:cubicBezTo>
                <a:lnTo>
                  <a:pt x="276" y="141"/>
                </a:lnTo>
                <a:cubicBezTo>
                  <a:pt x="99" y="141"/>
                  <a:pt x="99" y="141"/>
                  <a:pt x="99" y="141"/>
                </a:cubicBezTo>
                <a:cubicBezTo>
                  <a:pt x="142" y="176"/>
                  <a:pt x="142" y="176"/>
                  <a:pt x="142" y="176"/>
                </a:cubicBezTo>
                <a:lnTo>
                  <a:pt x="142" y="176"/>
                </a:lnTo>
                <a:cubicBezTo>
                  <a:pt x="149" y="184"/>
                  <a:pt x="149" y="191"/>
                  <a:pt x="149" y="198"/>
                </a:cubicBezTo>
                <a:cubicBezTo>
                  <a:pt x="149" y="212"/>
                  <a:pt x="142" y="226"/>
                  <a:pt x="120" y="226"/>
                </a:cubicBezTo>
                <a:cubicBezTo>
                  <a:pt x="113" y="226"/>
                  <a:pt x="106" y="226"/>
                  <a:pt x="106" y="219"/>
                </a:cubicBezTo>
                <a:lnTo>
                  <a:pt x="106" y="219"/>
                </a:lnTo>
                <a:cubicBezTo>
                  <a:pt x="7" y="134"/>
                  <a:pt x="7" y="134"/>
                  <a:pt x="7" y="134"/>
                </a:cubicBezTo>
                <a:lnTo>
                  <a:pt x="7" y="134"/>
                </a:lnTo>
                <a:cubicBezTo>
                  <a:pt x="7" y="127"/>
                  <a:pt x="0" y="120"/>
                  <a:pt x="0" y="113"/>
                </a:cubicBezTo>
                <a:cubicBezTo>
                  <a:pt x="0" y="106"/>
                  <a:pt x="7" y="99"/>
                  <a:pt x="7" y="92"/>
                </a:cubicBezTo>
                <a:lnTo>
                  <a:pt x="7" y="92"/>
                </a:lnTo>
                <a:cubicBezTo>
                  <a:pt x="106" y="7"/>
                  <a:pt x="106" y="7"/>
                  <a:pt x="106" y="7"/>
                </a:cubicBezTo>
                <a:lnTo>
                  <a:pt x="106" y="7"/>
                </a:lnTo>
                <a:cubicBezTo>
                  <a:pt x="106" y="0"/>
                  <a:pt x="113" y="0"/>
                  <a:pt x="120" y="0"/>
                </a:cubicBezTo>
                <a:cubicBezTo>
                  <a:pt x="142" y="0"/>
                  <a:pt x="149" y="14"/>
                  <a:pt x="149" y="28"/>
                </a:cubicBezTo>
                <a:cubicBezTo>
                  <a:pt x="149" y="35"/>
                  <a:pt x="149" y="42"/>
                  <a:pt x="142" y="49"/>
                </a:cubicBezTo>
                <a:lnTo>
                  <a:pt x="142" y="49"/>
                </a:lnTo>
                <a:cubicBezTo>
                  <a:pt x="99" y="85"/>
                  <a:pt x="99" y="85"/>
                  <a:pt x="99" y="85"/>
                </a:cubicBezTo>
                <a:cubicBezTo>
                  <a:pt x="276" y="85"/>
                  <a:pt x="276" y="85"/>
                  <a:pt x="276" y="85"/>
                </a:cubicBezTo>
                <a:lnTo>
                  <a:pt x="276" y="85"/>
                </a:lnTo>
                <a:cubicBezTo>
                  <a:pt x="333" y="85"/>
                  <a:pt x="333" y="85"/>
                  <a:pt x="333" y="85"/>
                </a:cubicBezTo>
                <a:lnTo>
                  <a:pt x="333" y="85"/>
                </a:lnTo>
                <a:cubicBezTo>
                  <a:pt x="502" y="85"/>
                  <a:pt x="502" y="85"/>
                  <a:pt x="502" y="85"/>
                </a:cubicBezTo>
                <a:cubicBezTo>
                  <a:pt x="460" y="49"/>
                  <a:pt x="460" y="49"/>
                  <a:pt x="460" y="49"/>
                </a:cubicBezTo>
                <a:lnTo>
                  <a:pt x="460" y="49"/>
                </a:lnTo>
                <a:cubicBezTo>
                  <a:pt x="460" y="42"/>
                  <a:pt x="453" y="35"/>
                  <a:pt x="453" y="28"/>
                </a:cubicBezTo>
                <a:cubicBezTo>
                  <a:pt x="453" y="14"/>
                  <a:pt x="467" y="0"/>
                  <a:pt x="481" y="0"/>
                </a:cubicBezTo>
                <a:cubicBezTo>
                  <a:pt x="488" y="0"/>
                  <a:pt x="495" y="0"/>
                  <a:pt x="502" y="7"/>
                </a:cubicBezTo>
                <a:lnTo>
                  <a:pt x="502" y="7"/>
                </a:lnTo>
                <a:cubicBezTo>
                  <a:pt x="594" y="92"/>
                  <a:pt x="594" y="92"/>
                  <a:pt x="594" y="92"/>
                </a:cubicBezTo>
                <a:lnTo>
                  <a:pt x="594" y="92"/>
                </a:lnTo>
                <a:cubicBezTo>
                  <a:pt x="601" y="99"/>
                  <a:pt x="601" y="106"/>
                  <a:pt x="601" y="11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3840" bIns="338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0" name="Freeform 82"/>
          <p:cNvSpPr/>
          <p:nvPr/>
        </p:nvSpPr>
        <p:spPr>
          <a:xfrm>
            <a:off x="2013120" y="3322800"/>
            <a:ext cx="80640" cy="218880"/>
          </a:xfrm>
          <a:custGeom>
            <a:avLst/>
            <a:gdLst/>
            <a:ahLst/>
            <a:rect l="l" t="t" r="r" b="b"/>
            <a:pathLst>
              <a:path w="227" h="609">
                <a:moveTo>
                  <a:pt x="198" y="155"/>
                </a:moveTo>
                <a:lnTo>
                  <a:pt x="198" y="155"/>
                </a:lnTo>
                <a:cubicBezTo>
                  <a:pt x="191" y="155"/>
                  <a:pt x="184" y="148"/>
                  <a:pt x="177" y="141"/>
                </a:cubicBezTo>
                <a:lnTo>
                  <a:pt x="177" y="141"/>
                </a:lnTo>
                <a:cubicBezTo>
                  <a:pt x="141" y="106"/>
                  <a:pt x="141" y="106"/>
                  <a:pt x="141" y="106"/>
                </a:cubicBezTo>
                <a:cubicBezTo>
                  <a:pt x="141" y="276"/>
                  <a:pt x="141" y="276"/>
                  <a:pt x="141" y="276"/>
                </a:cubicBezTo>
                <a:lnTo>
                  <a:pt x="141" y="276"/>
                </a:lnTo>
                <a:cubicBezTo>
                  <a:pt x="141" y="332"/>
                  <a:pt x="141" y="332"/>
                  <a:pt x="141" y="332"/>
                </a:cubicBezTo>
                <a:lnTo>
                  <a:pt x="141" y="332"/>
                </a:lnTo>
                <a:cubicBezTo>
                  <a:pt x="141" y="502"/>
                  <a:pt x="141" y="502"/>
                  <a:pt x="141" y="502"/>
                </a:cubicBezTo>
                <a:cubicBezTo>
                  <a:pt x="177" y="466"/>
                  <a:pt x="177" y="466"/>
                  <a:pt x="177" y="466"/>
                </a:cubicBezTo>
                <a:lnTo>
                  <a:pt x="177" y="466"/>
                </a:lnTo>
                <a:cubicBezTo>
                  <a:pt x="184" y="459"/>
                  <a:pt x="191" y="452"/>
                  <a:pt x="198" y="452"/>
                </a:cubicBezTo>
                <a:cubicBezTo>
                  <a:pt x="219" y="452"/>
                  <a:pt x="226" y="466"/>
                  <a:pt x="226" y="480"/>
                </a:cubicBezTo>
                <a:cubicBezTo>
                  <a:pt x="226" y="488"/>
                  <a:pt x="226" y="495"/>
                  <a:pt x="219" y="502"/>
                </a:cubicBezTo>
                <a:lnTo>
                  <a:pt x="219" y="502"/>
                </a:lnTo>
                <a:cubicBezTo>
                  <a:pt x="134" y="594"/>
                  <a:pt x="134" y="594"/>
                  <a:pt x="134" y="594"/>
                </a:cubicBezTo>
                <a:lnTo>
                  <a:pt x="134" y="594"/>
                </a:lnTo>
                <a:cubicBezTo>
                  <a:pt x="134" y="601"/>
                  <a:pt x="127" y="608"/>
                  <a:pt x="113" y="608"/>
                </a:cubicBezTo>
                <a:cubicBezTo>
                  <a:pt x="106" y="608"/>
                  <a:pt x="99" y="601"/>
                  <a:pt x="92" y="594"/>
                </a:cubicBezTo>
                <a:lnTo>
                  <a:pt x="92" y="594"/>
                </a:lnTo>
                <a:cubicBezTo>
                  <a:pt x="7" y="502"/>
                  <a:pt x="7" y="502"/>
                  <a:pt x="7" y="502"/>
                </a:cubicBezTo>
                <a:lnTo>
                  <a:pt x="7" y="502"/>
                </a:lnTo>
                <a:cubicBezTo>
                  <a:pt x="7" y="495"/>
                  <a:pt x="0" y="488"/>
                  <a:pt x="0" y="480"/>
                </a:cubicBezTo>
                <a:cubicBezTo>
                  <a:pt x="0" y="466"/>
                  <a:pt x="14" y="452"/>
                  <a:pt x="28" y="452"/>
                </a:cubicBezTo>
                <a:cubicBezTo>
                  <a:pt x="42" y="452"/>
                  <a:pt x="49" y="459"/>
                  <a:pt x="49" y="466"/>
                </a:cubicBezTo>
                <a:lnTo>
                  <a:pt x="49" y="466"/>
                </a:lnTo>
                <a:cubicBezTo>
                  <a:pt x="85" y="502"/>
                  <a:pt x="85" y="502"/>
                  <a:pt x="85" y="502"/>
                </a:cubicBezTo>
                <a:cubicBezTo>
                  <a:pt x="85" y="332"/>
                  <a:pt x="85" y="332"/>
                  <a:pt x="85" y="332"/>
                </a:cubicBezTo>
                <a:lnTo>
                  <a:pt x="85" y="332"/>
                </a:lnTo>
                <a:cubicBezTo>
                  <a:pt x="85" y="276"/>
                  <a:pt x="85" y="276"/>
                  <a:pt x="85" y="276"/>
                </a:cubicBezTo>
                <a:lnTo>
                  <a:pt x="85" y="276"/>
                </a:lnTo>
                <a:cubicBezTo>
                  <a:pt x="85" y="106"/>
                  <a:pt x="85" y="106"/>
                  <a:pt x="85" y="106"/>
                </a:cubicBezTo>
                <a:cubicBezTo>
                  <a:pt x="49" y="141"/>
                  <a:pt x="49" y="141"/>
                  <a:pt x="49" y="141"/>
                </a:cubicBezTo>
                <a:lnTo>
                  <a:pt x="49" y="141"/>
                </a:lnTo>
                <a:cubicBezTo>
                  <a:pt x="49" y="148"/>
                  <a:pt x="42" y="155"/>
                  <a:pt x="28" y="155"/>
                </a:cubicBezTo>
                <a:cubicBezTo>
                  <a:pt x="14" y="155"/>
                  <a:pt x="0" y="141"/>
                  <a:pt x="0" y="127"/>
                </a:cubicBezTo>
                <a:cubicBezTo>
                  <a:pt x="0" y="120"/>
                  <a:pt x="7" y="113"/>
                  <a:pt x="7" y="106"/>
                </a:cubicBezTo>
                <a:lnTo>
                  <a:pt x="7" y="106"/>
                </a:lnTo>
                <a:cubicBezTo>
                  <a:pt x="92" y="14"/>
                  <a:pt x="92" y="14"/>
                  <a:pt x="92" y="14"/>
                </a:cubicBezTo>
                <a:lnTo>
                  <a:pt x="92" y="14"/>
                </a:lnTo>
                <a:cubicBezTo>
                  <a:pt x="99" y="7"/>
                  <a:pt x="106" y="0"/>
                  <a:pt x="113" y="0"/>
                </a:cubicBezTo>
                <a:cubicBezTo>
                  <a:pt x="127" y="0"/>
                  <a:pt x="134" y="7"/>
                  <a:pt x="134" y="14"/>
                </a:cubicBezTo>
                <a:lnTo>
                  <a:pt x="134" y="14"/>
                </a:lnTo>
                <a:cubicBezTo>
                  <a:pt x="219" y="106"/>
                  <a:pt x="219" y="106"/>
                  <a:pt x="219" y="106"/>
                </a:cubicBezTo>
                <a:lnTo>
                  <a:pt x="219" y="106"/>
                </a:lnTo>
                <a:cubicBezTo>
                  <a:pt x="226" y="113"/>
                  <a:pt x="226" y="120"/>
                  <a:pt x="226" y="127"/>
                </a:cubicBezTo>
                <a:cubicBezTo>
                  <a:pt x="226" y="141"/>
                  <a:pt x="219" y="155"/>
                  <a:pt x="198" y="15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1" name="Freeform 83"/>
          <p:cNvSpPr/>
          <p:nvPr/>
        </p:nvSpPr>
        <p:spPr>
          <a:xfrm>
            <a:off x="1590840" y="3322800"/>
            <a:ext cx="168120" cy="218880"/>
          </a:xfrm>
          <a:custGeom>
            <a:avLst/>
            <a:gdLst/>
            <a:ahLst/>
            <a:rect l="l" t="t" r="r" b="b"/>
            <a:pathLst>
              <a:path w="467" h="609">
                <a:moveTo>
                  <a:pt x="459" y="502"/>
                </a:moveTo>
                <a:lnTo>
                  <a:pt x="459" y="502"/>
                </a:lnTo>
                <a:lnTo>
                  <a:pt x="459" y="502"/>
                </a:lnTo>
                <a:cubicBezTo>
                  <a:pt x="374" y="594"/>
                  <a:pt x="374" y="594"/>
                  <a:pt x="374" y="594"/>
                </a:cubicBezTo>
                <a:lnTo>
                  <a:pt x="374" y="594"/>
                </a:lnTo>
                <a:cubicBezTo>
                  <a:pt x="374" y="601"/>
                  <a:pt x="367" y="608"/>
                  <a:pt x="353" y="608"/>
                </a:cubicBezTo>
                <a:cubicBezTo>
                  <a:pt x="346" y="608"/>
                  <a:pt x="339" y="601"/>
                  <a:pt x="332" y="594"/>
                </a:cubicBezTo>
                <a:lnTo>
                  <a:pt x="332" y="594"/>
                </a:lnTo>
                <a:cubicBezTo>
                  <a:pt x="247" y="502"/>
                  <a:pt x="247" y="502"/>
                  <a:pt x="247" y="502"/>
                </a:cubicBezTo>
                <a:lnTo>
                  <a:pt x="247" y="502"/>
                </a:lnTo>
                <a:cubicBezTo>
                  <a:pt x="247" y="495"/>
                  <a:pt x="240" y="488"/>
                  <a:pt x="240" y="480"/>
                </a:cubicBezTo>
                <a:cubicBezTo>
                  <a:pt x="240" y="466"/>
                  <a:pt x="254" y="452"/>
                  <a:pt x="268" y="452"/>
                </a:cubicBezTo>
                <a:cubicBezTo>
                  <a:pt x="283" y="452"/>
                  <a:pt x="290" y="459"/>
                  <a:pt x="290" y="466"/>
                </a:cubicBezTo>
                <a:lnTo>
                  <a:pt x="290" y="466"/>
                </a:lnTo>
                <a:cubicBezTo>
                  <a:pt x="325" y="502"/>
                  <a:pt x="325" y="502"/>
                  <a:pt x="325" y="502"/>
                </a:cubicBezTo>
                <a:cubicBezTo>
                  <a:pt x="325" y="367"/>
                  <a:pt x="325" y="367"/>
                  <a:pt x="325" y="367"/>
                </a:cubicBezTo>
                <a:lnTo>
                  <a:pt x="325" y="367"/>
                </a:lnTo>
                <a:cubicBezTo>
                  <a:pt x="325" y="247"/>
                  <a:pt x="325" y="247"/>
                  <a:pt x="325" y="247"/>
                </a:cubicBezTo>
                <a:lnTo>
                  <a:pt x="325" y="247"/>
                </a:lnTo>
                <a:cubicBezTo>
                  <a:pt x="325" y="106"/>
                  <a:pt x="325" y="106"/>
                  <a:pt x="325" y="106"/>
                </a:cubicBezTo>
                <a:lnTo>
                  <a:pt x="325" y="106"/>
                </a:lnTo>
                <a:cubicBezTo>
                  <a:pt x="325" y="28"/>
                  <a:pt x="325" y="28"/>
                  <a:pt x="325" y="28"/>
                </a:cubicBezTo>
                <a:cubicBezTo>
                  <a:pt x="325" y="14"/>
                  <a:pt x="339" y="0"/>
                  <a:pt x="353" y="0"/>
                </a:cubicBezTo>
                <a:cubicBezTo>
                  <a:pt x="374" y="0"/>
                  <a:pt x="381" y="14"/>
                  <a:pt x="381" y="28"/>
                </a:cubicBezTo>
                <a:cubicBezTo>
                  <a:pt x="381" y="212"/>
                  <a:pt x="381" y="212"/>
                  <a:pt x="381" y="212"/>
                </a:cubicBezTo>
                <a:cubicBezTo>
                  <a:pt x="381" y="276"/>
                  <a:pt x="381" y="276"/>
                  <a:pt x="381" y="276"/>
                </a:cubicBezTo>
                <a:lnTo>
                  <a:pt x="381" y="276"/>
                </a:lnTo>
                <a:cubicBezTo>
                  <a:pt x="381" y="332"/>
                  <a:pt x="381" y="332"/>
                  <a:pt x="381" y="332"/>
                </a:cubicBezTo>
                <a:cubicBezTo>
                  <a:pt x="381" y="502"/>
                  <a:pt x="381" y="502"/>
                  <a:pt x="381" y="502"/>
                </a:cubicBezTo>
                <a:cubicBezTo>
                  <a:pt x="417" y="466"/>
                  <a:pt x="417" y="466"/>
                  <a:pt x="417" y="466"/>
                </a:cubicBezTo>
                <a:lnTo>
                  <a:pt x="417" y="466"/>
                </a:lnTo>
                <a:cubicBezTo>
                  <a:pt x="424" y="459"/>
                  <a:pt x="431" y="452"/>
                  <a:pt x="438" y="452"/>
                </a:cubicBezTo>
                <a:cubicBezTo>
                  <a:pt x="459" y="452"/>
                  <a:pt x="466" y="466"/>
                  <a:pt x="466" y="480"/>
                </a:cubicBezTo>
                <a:cubicBezTo>
                  <a:pt x="466" y="488"/>
                  <a:pt x="466" y="495"/>
                  <a:pt x="459" y="502"/>
                </a:cubicBezTo>
                <a:close/>
                <a:moveTo>
                  <a:pt x="198" y="155"/>
                </a:moveTo>
                <a:lnTo>
                  <a:pt x="198" y="155"/>
                </a:lnTo>
                <a:cubicBezTo>
                  <a:pt x="183" y="155"/>
                  <a:pt x="176" y="148"/>
                  <a:pt x="176" y="141"/>
                </a:cubicBezTo>
                <a:lnTo>
                  <a:pt x="176" y="141"/>
                </a:lnTo>
                <a:cubicBezTo>
                  <a:pt x="141" y="106"/>
                  <a:pt x="141" y="106"/>
                  <a:pt x="141" y="106"/>
                </a:cubicBezTo>
                <a:cubicBezTo>
                  <a:pt x="141" y="276"/>
                  <a:pt x="141" y="276"/>
                  <a:pt x="141" y="276"/>
                </a:cubicBezTo>
                <a:lnTo>
                  <a:pt x="141" y="276"/>
                </a:lnTo>
                <a:cubicBezTo>
                  <a:pt x="141" y="332"/>
                  <a:pt x="141" y="332"/>
                  <a:pt x="141" y="332"/>
                </a:cubicBezTo>
                <a:cubicBezTo>
                  <a:pt x="141" y="396"/>
                  <a:pt x="141" y="396"/>
                  <a:pt x="141" y="396"/>
                </a:cubicBezTo>
                <a:cubicBezTo>
                  <a:pt x="141" y="580"/>
                  <a:pt x="141" y="580"/>
                  <a:pt x="141" y="580"/>
                </a:cubicBezTo>
                <a:cubicBezTo>
                  <a:pt x="141" y="594"/>
                  <a:pt x="127" y="608"/>
                  <a:pt x="113" y="608"/>
                </a:cubicBezTo>
                <a:cubicBezTo>
                  <a:pt x="92" y="608"/>
                  <a:pt x="85" y="594"/>
                  <a:pt x="85" y="580"/>
                </a:cubicBezTo>
                <a:cubicBezTo>
                  <a:pt x="85" y="502"/>
                  <a:pt x="85" y="502"/>
                  <a:pt x="85" y="502"/>
                </a:cubicBezTo>
                <a:lnTo>
                  <a:pt x="85" y="502"/>
                </a:lnTo>
                <a:cubicBezTo>
                  <a:pt x="85" y="360"/>
                  <a:pt x="85" y="360"/>
                  <a:pt x="85" y="360"/>
                </a:cubicBezTo>
                <a:lnTo>
                  <a:pt x="85" y="360"/>
                </a:lnTo>
                <a:cubicBezTo>
                  <a:pt x="85" y="240"/>
                  <a:pt x="85" y="240"/>
                  <a:pt x="85" y="240"/>
                </a:cubicBezTo>
                <a:lnTo>
                  <a:pt x="85" y="240"/>
                </a:lnTo>
                <a:cubicBezTo>
                  <a:pt x="85" y="106"/>
                  <a:pt x="85" y="106"/>
                  <a:pt x="85" y="106"/>
                </a:cubicBezTo>
                <a:cubicBezTo>
                  <a:pt x="49" y="141"/>
                  <a:pt x="49" y="141"/>
                  <a:pt x="49" y="141"/>
                </a:cubicBezTo>
                <a:lnTo>
                  <a:pt x="49" y="141"/>
                </a:lnTo>
                <a:cubicBezTo>
                  <a:pt x="42" y="148"/>
                  <a:pt x="35" y="155"/>
                  <a:pt x="28" y="155"/>
                </a:cubicBezTo>
                <a:cubicBezTo>
                  <a:pt x="7" y="155"/>
                  <a:pt x="0" y="141"/>
                  <a:pt x="0" y="127"/>
                </a:cubicBezTo>
                <a:cubicBezTo>
                  <a:pt x="0" y="120"/>
                  <a:pt x="0" y="113"/>
                  <a:pt x="7" y="106"/>
                </a:cubicBezTo>
                <a:lnTo>
                  <a:pt x="7" y="106"/>
                </a:lnTo>
                <a:cubicBezTo>
                  <a:pt x="92" y="14"/>
                  <a:pt x="92" y="14"/>
                  <a:pt x="92" y="14"/>
                </a:cubicBezTo>
                <a:lnTo>
                  <a:pt x="92" y="14"/>
                </a:lnTo>
                <a:cubicBezTo>
                  <a:pt x="92" y="7"/>
                  <a:pt x="99" y="0"/>
                  <a:pt x="113" y="0"/>
                </a:cubicBezTo>
                <a:cubicBezTo>
                  <a:pt x="120" y="0"/>
                  <a:pt x="127" y="7"/>
                  <a:pt x="134" y="14"/>
                </a:cubicBezTo>
                <a:lnTo>
                  <a:pt x="134" y="14"/>
                </a:lnTo>
                <a:cubicBezTo>
                  <a:pt x="219" y="106"/>
                  <a:pt x="219" y="106"/>
                  <a:pt x="219" y="106"/>
                </a:cubicBezTo>
                <a:lnTo>
                  <a:pt x="219" y="106"/>
                </a:lnTo>
                <a:cubicBezTo>
                  <a:pt x="219" y="113"/>
                  <a:pt x="226" y="120"/>
                  <a:pt x="226" y="127"/>
                </a:cubicBezTo>
                <a:cubicBezTo>
                  <a:pt x="226" y="141"/>
                  <a:pt x="212" y="155"/>
                  <a:pt x="198" y="1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2" name="Freeform 84"/>
          <p:cNvSpPr/>
          <p:nvPr/>
        </p:nvSpPr>
        <p:spPr>
          <a:xfrm>
            <a:off x="1185840" y="3348000"/>
            <a:ext cx="217440" cy="168480"/>
          </a:xfrm>
          <a:custGeom>
            <a:avLst/>
            <a:gdLst/>
            <a:ahLst/>
            <a:rect l="l" t="t" r="r" b="b"/>
            <a:pathLst>
              <a:path w="602" h="467">
                <a:moveTo>
                  <a:pt x="594" y="134"/>
                </a:moveTo>
                <a:lnTo>
                  <a:pt x="594" y="134"/>
                </a:lnTo>
                <a:lnTo>
                  <a:pt x="594" y="134"/>
                </a:lnTo>
                <a:cubicBezTo>
                  <a:pt x="502" y="219"/>
                  <a:pt x="502" y="219"/>
                  <a:pt x="502" y="219"/>
                </a:cubicBezTo>
                <a:lnTo>
                  <a:pt x="502" y="219"/>
                </a:lnTo>
                <a:cubicBezTo>
                  <a:pt x="495" y="219"/>
                  <a:pt x="488" y="226"/>
                  <a:pt x="481" y="226"/>
                </a:cubicBezTo>
                <a:cubicBezTo>
                  <a:pt x="467" y="226"/>
                  <a:pt x="452" y="212"/>
                  <a:pt x="452" y="198"/>
                </a:cubicBezTo>
                <a:cubicBezTo>
                  <a:pt x="452" y="183"/>
                  <a:pt x="459" y="176"/>
                  <a:pt x="459" y="176"/>
                </a:cubicBezTo>
                <a:lnTo>
                  <a:pt x="459" y="176"/>
                </a:lnTo>
                <a:cubicBezTo>
                  <a:pt x="502" y="141"/>
                  <a:pt x="502" y="141"/>
                  <a:pt x="502" y="141"/>
                </a:cubicBezTo>
                <a:cubicBezTo>
                  <a:pt x="332" y="141"/>
                  <a:pt x="332" y="141"/>
                  <a:pt x="332" y="141"/>
                </a:cubicBezTo>
                <a:lnTo>
                  <a:pt x="332" y="141"/>
                </a:lnTo>
                <a:cubicBezTo>
                  <a:pt x="276" y="141"/>
                  <a:pt x="276" y="141"/>
                  <a:pt x="276" y="141"/>
                </a:cubicBezTo>
                <a:lnTo>
                  <a:pt x="276" y="141"/>
                </a:lnTo>
                <a:cubicBezTo>
                  <a:pt x="205" y="141"/>
                  <a:pt x="205" y="141"/>
                  <a:pt x="205" y="141"/>
                </a:cubicBezTo>
                <a:cubicBezTo>
                  <a:pt x="28" y="141"/>
                  <a:pt x="28" y="141"/>
                  <a:pt x="28" y="141"/>
                </a:cubicBezTo>
                <a:cubicBezTo>
                  <a:pt x="14" y="141"/>
                  <a:pt x="0" y="127"/>
                  <a:pt x="0" y="113"/>
                </a:cubicBezTo>
                <a:cubicBezTo>
                  <a:pt x="0" y="91"/>
                  <a:pt x="14" y="84"/>
                  <a:pt x="28" y="84"/>
                </a:cubicBezTo>
                <a:cubicBezTo>
                  <a:pt x="99" y="84"/>
                  <a:pt x="99" y="84"/>
                  <a:pt x="99" y="84"/>
                </a:cubicBezTo>
                <a:lnTo>
                  <a:pt x="99" y="84"/>
                </a:lnTo>
                <a:cubicBezTo>
                  <a:pt x="247" y="84"/>
                  <a:pt x="247" y="84"/>
                  <a:pt x="247" y="84"/>
                </a:cubicBezTo>
                <a:lnTo>
                  <a:pt x="247" y="84"/>
                </a:lnTo>
                <a:cubicBezTo>
                  <a:pt x="368" y="84"/>
                  <a:pt x="368" y="84"/>
                  <a:pt x="368" y="84"/>
                </a:cubicBezTo>
                <a:lnTo>
                  <a:pt x="368" y="84"/>
                </a:lnTo>
                <a:cubicBezTo>
                  <a:pt x="502" y="84"/>
                  <a:pt x="502" y="84"/>
                  <a:pt x="502" y="84"/>
                </a:cubicBezTo>
                <a:cubicBezTo>
                  <a:pt x="459" y="49"/>
                  <a:pt x="459" y="49"/>
                  <a:pt x="459" y="49"/>
                </a:cubicBezTo>
                <a:lnTo>
                  <a:pt x="459" y="49"/>
                </a:lnTo>
                <a:cubicBezTo>
                  <a:pt x="459" y="42"/>
                  <a:pt x="452" y="35"/>
                  <a:pt x="452" y="28"/>
                </a:cubicBezTo>
                <a:cubicBezTo>
                  <a:pt x="452" y="7"/>
                  <a:pt x="467" y="0"/>
                  <a:pt x="481" y="0"/>
                </a:cubicBezTo>
                <a:cubicBezTo>
                  <a:pt x="488" y="0"/>
                  <a:pt x="495" y="0"/>
                  <a:pt x="502" y="7"/>
                </a:cubicBezTo>
                <a:lnTo>
                  <a:pt x="502" y="7"/>
                </a:lnTo>
                <a:cubicBezTo>
                  <a:pt x="594" y="91"/>
                  <a:pt x="594" y="91"/>
                  <a:pt x="594" y="91"/>
                </a:cubicBezTo>
                <a:lnTo>
                  <a:pt x="594" y="91"/>
                </a:lnTo>
                <a:cubicBezTo>
                  <a:pt x="601" y="91"/>
                  <a:pt x="601" y="98"/>
                  <a:pt x="601" y="113"/>
                </a:cubicBezTo>
                <a:cubicBezTo>
                  <a:pt x="601" y="120"/>
                  <a:pt x="601" y="127"/>
                  <a:pt x="594" y="134"/>
                </a:cubicBezTo>
                <a:close/>
                <a:moveTo>
                  <a:pt x="7" y="332"/>
                </a:moveTo>
                <a:lnTo>
                  <a:pt x="7" y="332"/>
                </a:lnTo>
                <a:lnTo>
                  <a:pt x="7" y="332"/>
                </a:lnTo>
                <a:cubicBezTo>
                  <a:pt x="106" y="247"/>
                  <a:pt x="106" y="247"/>
                  <a:pt x="106" y="247"/>
                </a:cubicBezTo>
                <a:lnTo>
                  <a:pt x="106" y="247"/>
                </a:lnTo>
                <a:cubicBezTo>
                  <a:pt x="106" y="247"/>
                  <a:pt x="113" y="240"/>
                  <a:pt x="120" y="240"/>
                </a:cubicBezTo>
                <a:cubicBezTo>
                  <a:pt x="141" y="240"/>
                  <a:pt x="148" y="254"/>
                  <a:pt x="148" y="268"/>
                </a:cubicBezTo>
                <a:cubicBezTo>
                  <a:pt x="148" y="282"/>
                  <a:pt x="148" y="289"/>
                  <a:pt x="141" y="289"/>
                </a:cubicBezTo>
                <a:lnTo>
                  <a:pt x="141" y="289"/>
                </a:lnTo>
                <a:cubicBezTo>
                  <a:pt x="99" y="325"/>
                  <a:pt x="99" y="325"/>
                  <a:pt x="99" y="325"/>
                </a:cubicBezTo>
                <a:cubicBezTo>
                  <a:pt x="233" y="325"/>
                  <a:pt x="233" y="325"/>
                  <a:pt x="233" y="325"/>
                </a:cubicBezTo>
                <a:lnTo>
                  <a:pt x="233" y="325"/>
                </a:lnTo>
                <a:cubicBezTo>
                  <a:pt x="361" y="325"/>
                  <a:pt x="361" y="325"/>
                  <a:pt x="361" y="325"/>
                </a:cubicBezTo>
                <a:lnTo>
                  <a:pt x="361" y="325"/>
                </a:lnTo>
                <a:cubicBezTo>
                  <a:pt x="502" y="325"/>
                  <a:pt x="502" y="325"/>
                  <a:pt x="502" y="325"/>
                </a:cubicBezTo>
                <a:lnTo>
                  <a:pt x="502" y="325"/>
                </a:lnTo>
                <a:cubicBezTo>
                  <a:pt x="572" y="325"/>
                  <a:pt x="572" y="325"/>
                  <a:pt x="572" y="325"/>
                </a:cubicBezTo>
                <a:cubicBezTo>
                  <a:pt x="594" y="325"/>
                  <a:pt x="601" y="339"/>
                  <a:pt x="601" y="353"/>
                </a:cubicBezTo>
                <a:cubicBezTo>
                  <a:pt x="601" y="374"/>
                  <a:pt x="594" y="381"/>
                  <a:pt x="572" y="381"/>
                </a:cubicBezTo>
                <a:cubicBezTo>
                  <a:pt x="396" y="381"/>
                  <a:pt x="396" y="381"/>
                  <a:pt x="396" y="381"/>
                </a:cubicBezTo>
                <a:cubicBezTo>
                  <a:pt x="332" y="381"/>
                  <a:pt x="332" y="381"/>
                  <a:pt x="332" y="381"/>
                </a:cubicBezTo>
                <a:lnTo>
                  <a:pt x="332" y="381"/>
                </a:lnTo>
                <a:cubicBezTo>
                  <a:pt x="276" y="381"/>
                  <a:pt x="276" y="381"/>
                  <a:pt x="276" y="381"/>
                </a:cubicBezTo>
                <a:lnTo>
                  <a:pt x="276" y="381"/>
                </a:lnTo>
                <a:cubicBezTo>
                  <a:pt x="99" y="381"/>
                  <a:pt x="99" y="381"/>
                  <a:pt x="99" y="381"/>
                </a:cubicBezTo>
                <a:cubicBezTo>
                  <a:pt x="141" y="417"/>
                  <a:pt x="141" y="417"/>
                  <a:pt x="141" y="417"/>
                </a:cubicBezTo>
                <a:lnTo>
                  <a:pt x="141" y="417"/>
                </a:lnTo>
                <a:cubicBezTo>
                  <a:pt x="148" y="424"/>
                  <a:pt x="148" y="431"/>
                  <a:pt x="148" y="438"/>
                </a:cubicBezTo>
                <a:cubicBezTo>
                  <a:pt x="148" y="459"/>
                  <a:pt x="141" y="466"/>
                  <a:pt x="120" y="466"/>
                </a:cubicBezTo>
                <a:cubicBezTo>
                  <a:pt x="113" y="466"/>
                  <a:pt x="106" y="466"/>
                  <a:pt x="106" y="459"/>
                </a:cubicBezTo>
                <a:lnTo>
                  <a:pt x="106" y="459"/>
                </a:lnTo>
                <a:cubicBezTo>
                  <a:pt x="7" y="374"/>
                  <a:pt x="7" y="374"/>
                  <a:pt x="7" y="374"/>
                </a:cubicBezTo>
                <a:lnTo>
                  <a:pt x="7" y="374"/>
                </a:lnTo>
                <a:cubicBezTo>
                  <a:pt x="7" y="374"/>
                  <a:pt x="0" y="367"/>
                  <a:pt x="0" y="353"/>
                </a:cubicBezTo>
                <a:cubicBezTo>
                  <a:pt x="0" y="346"/>
                  <a:pt x="7" y="339"/>
                  <a:pt x="7" y="3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3" name="Freeform 85"/>
          <p:cNvSpPr/>
          <p:nvPr/>
        </p:nvSpPr>
        <p:spPr>
          <a:xfrm>
            <a:off x="5398920" y="2944800"/>
            <a:ext cx="150840" cy="217440"/>
          </a:xfrm>
          <a:custGeom>
            <a:avLst/>
            <a:gdLst/>
            <a:ahLst/>
            <a:rect l="l" t="t" r="r" b="b"/>
            <a:pathLst>
              <a:path w="418" h="602">
                <a:moveTo>
                  <a:pt x="389" y="601"/>
                </a:moveTo>
                <a:lnTo>
                  <a:pt x="389" y="601"/>
                </a:lnTo>
                <a:cubicBezTo>
                  <a:pt x="28" y="601"/>
                  <a:pt x="28" y="601"/>
                  <a:pt x="28" y="601"/>
                </a:cubicBezTo>
                <a:cubicBezTo>
                  <a:pt x="14" y="601"/>
                  <a:pt x="0" y="593"/>
                  <a:pt x="0" y="572"/>
                </a:cubicBezTo>
                <a:cubicBezTo>
                  <a:pt x="0" y="219"/>
                  <a:pt x="0" y="219"/>
                  <a:pt x="0" y="219"/>
                </a:cubicBezTo>
                <a:cubicBezTo>
                  <a:pt x="0" y="198"/>
                  <a:pt x="14" y="191"/>
                  <a:pt x="28" y="191"/>
                </a:cubicBezTo>
                <a:cubicBezTo>
                  <a:pt x="141" y="191"/>
                  <a:pt x="141" y="191"/>
                  <a:pt x="141" y="191"/>
                </a:cubicBezTo>
                <a:cubicBezTo>
                  <a:pt x="141" y="247"/>
                  <a:pt x="141" y="247"/>
                  <a:pt x="141" y="247"/>
                </a:cubicBezTo>
                <a:cubicBezTo>
                  <a:pt x="56" y="247"/>
                  <a:pt x="56" y="247"/>
                  <a:pt x="56" y="247"/>
                </a:cubicBezTo>
                <a:cubicBezTo>
                  <a:pt x="56" y="544"/>
                  <a:pt x="56" y="544"/>
                  <a:pt x="56" y="544"/>
                </a:cubicBezTo>
                <a:cubicBezTo>
                  <a:pt x="360" y="544"/>
                  <a:pt x="360" y="544"/>
                  <a:pt x="360" y="544"/>
                </a:cubicBezTo>
                <a:cubicBezTo>
                  <a:pt x="360" y="247"/>
                  <a:pt x="360" y="247"/>
                  <a:pt x="360" y="247"/>
                </a:cubicBezTo>
                <a:cubicBezTo>
                  <a:pt x="261" y="247"/>
                  <a:pt x="261" y="247"/>
                  <a:pt x="261" y="247"/>
                </a:cubicBezTo>
                <a:cubicBezTo>
                  <a:pt x="261" y="191"/>
                  <a:pt x="261" y="191"/>
                  <a:pt x="261" y="191"/>
                </a:cubicBezTo>
                <a:cubicBezTo>
                  <a:pt x="389" y="191"/>
                  <a:pt x="389" y="191"/>
                  <a:pt x="389" y="191"/>
                </a:cubicBezTo>
                <a:cubicBezTo>
                  <a:pt x="403" y="191"/>
                  <a:pt x="417" y="198"/>
                  <a:pt x="417" y="219"/>
                </a:cubicBezTo>
                <a:cubicBezTo>
                  <a:pt x="417" y="572"/>
                  <a:pt x="417" y="572"/>
                  <a:pt x="417" y="572"/>
                </a:cubicBezTo>
                <a:cubicBezTo>
                  <a:pt x="417" y="593"/>
                  <a:pt x="403" y="601"/>
                  <a:pt x="389" y="601"/>
                </a:cubicBezTo>
                <a:close/>
                <a:moveTo>
                  <a:pt x="290" y="148"/>
                </a:moveTo>
                <a:lnTo>
                  <a:pt x="290" y="148"/>
                </a:lnTo>
                <a:cubicBezTo>
                  <a:pt x="283" y="148"/>
                  <a:pt x="276" y="148"/>
                  <a:pt x="269" y="141"/>
                </a:cubicBezTo>
                <a:lnTo>
                  <a:pt x="269" y="141"/>
                </a:lnTo>
                <a:cubicBezTo>
                  <a:pt x="233" y="99"/>
                  <a:pt x="233" y="99"/>
                  <a:pt x="233" y="99"/>
                </a:cubicBezTo>
                <a:cubicBezTo>
                  <a:pt x="233" y="275"/>
                  <a:pt x="233" y="275"/>
                  <a:pt x="233" y="275"/>
                </a:cubicBezTo>
                <a:lnTo>
                  <a:pt x="233" y="275"/>
                </a:lnTo>
                <a:cubicBezTo>
                  <a:pt x="233" y="290"/>
                  <a:pt x="226" y="304"/>
                  <a:pt x="205" y="304"/>
                </a:cubicBezTo>
                <a:cubicBezTo>
                  <a:pt x="191" y="304"/>
                  <a:pt x="177" y="290"/>
                  <a:pt x="177" y="275"/>
                </a:cubicBezTo>
                <a:lnTo>
                  <a:pt x="177" y="275"/>
                </a:lnTo>
                <a:cubicBezTo>
                  <a:pt x="177" y="99"/>
                  <a:pt x="177" y="99"/>
                  <a:pt x="177" y="99"/>
                </a:cubicBezTo>
                <a:cubicBezTo>
                  <a:pt x="141" y="141"/>
                  <a:pt x="141" y="141"/>
                  <a:pt x="141" y="141"/>
                </a:cubicBezTo>
                <a:lnTo>
                  <a:pt x="141" y="141"/>
                </a:lnTo>
                <a:cubicBezTo>
                  <a:pt x="141" y="148"/>
                  <a:pt x="134" y="148"/>
                  <a:pt x="120" y="148"/>
                </a:cubicBezTo>
                <a:cubicBezTo>
                  <a:pt x="106" y="148"/>
                  <a:pt x="92" y="141"/>
                  <a:pt x="92" y="120"/>
                </a:cubicBezTo>
                <a:cubicBezTo>
                  <a:pt x="92" y="113"/>
                  <a:pt x="99" y="106"/>
                  <a:pt x="99" y="106"/>
                </a:cubicBezTo>
                <a:lnTo>
                  <a:pt x="99" y="106"/>
                </a:lnTo>
                <a:cubicBezTo>
                  <a:pt x="184" y="7"/>
                  <a:pt x="184" y="7"/>
                  <a:pt x="184" y="7"/>
                </a:cubicBezTo>
                <a:lnTo>
                  <a:pt x="184" y="7"/>
                </a:lnTo>
                <a:cubicBezTo>
                  <a:pt x="191" y="7"/>
                  <a:pt x="198" y="0"/>
                  <a:pt x="205" y="0"/>
                </a:cubicBezTo>
                <a:cubicBezTo>
                  <a:pt x="219" y="0"/>
                  <a:pt x="226" y="7"/>
                  <a:pt x="226" y="7"/>
                </a:cubicBezTo>
                <a:lnTo>
                  <a:pt x="226" y="7"/>
                </a:lnTo>
                <a:cubicBezTo>
                  <a:pt x="311" y="106"/>
                  <a:pt x="311" y="106"/>
                  <a:pt x="311" y="106"/>
                </a:cubicBezTo>
                <a:lnTo>
                  <a:pt x="311" y="106"/>
                </a:lnTo>
                <a:cubicBezTo>
                  <a:pt x="318" y="106"/>
                  <a:pt x="318" y="113"/>
                  <a:pt x="318" y="120"/>
                </a:cubicBezTo>
                <a:cubicBezTo>
                  <a:pt x="318" y="141"/>
                  <a:pt x="311" y="148"/>
                  <a:pt x="290" y="14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4" name="Freeform 86"/>
          <p:cNvSpPr/>
          <p:nvPr/>
        </p:nvSpPr>
        <p:spPr>
          <a:xfrm>
            <a:off x="5003640" y="2963880"/>
            <a:ext cx="177840" cy="176040"/>
          </a:xfrm>
          <a:custGeom>
            <a:avLst/>
            <a:gdLst/>
            <a:ahLst/>
            <a:rect l="l" t="t" r="r" b="b"/>
            <a:pathLst>
              <a:path w="496" h="489">
                <a:moveTo>
                  <a:pt x="467" y="170"/>
                </a:moveTo>
                <a:lnTo>
                  <a:pt x="467" y="170"/>
                </a:lnTo>
                <a:lnTo>
                  <a:pt x="467" y="170"/>
                </a:lnTo>
                <a:cubicBezTo>
                  <a:pt x="446" y="170"/>
                  <a:pt x="439" y="156"/>
                  <a:pt x="439" y="142"/>
                </a:cubicBezTo>
                <a:cubicBezTo>
                  <a:pt x="439" y="99"/>
                  <a:pt x="439" y="99"/>
                  <a:pt x="439" y="99"/>
                </a:cubicBezTo>
                <a:cubicBezTo>
                  <a:pt x="297" y="241"/>
                  <a:pt x="297" y="241"/>
                  <a:pt x="297" y="241"/>
                </a:cubicBezTo>
                <a:lnTo>
                  <a:pt x="297" y="241"/>
                </a:lnTo>
                <a:cubicBezTo>
                  <a:pt x="290" y="241"/>
                  <a:pt x="283" y="248"/>
                  <a:pt x="276" y="248"/>
                </a:cubicBezTo>
                <a:cubicBezTo>
                  <a:pt x="262" y="248"/>
                  <a:pt x="248" y="234"/>
                  <a:pt x="248" y="219"/>
                </a:cubicBezTo>
                <a:cubicBezTo>
                  <a:pt x="248" y="212"/>
                  <a:pt x="248" y="205"/>
                  <a:pt x="255" y="198"/>
                </a:cubicBezTo>
                <a:lnTo>
                  <a:pt x="255" y="198"/>
                </a:lnTo>
                <a:cubicBezTo>
                  <a:pt x="396" y="57"/>
                  <a:pt x="396" y="57"/>
                  <a:pt x="396" y="57"/>
                </a:cubicBezTo>
                <a:cubicBezTo>
                  <a:pt x="354" y="57"/>
                  <a:pt x="354" y="57"/>
                  <a:pt x="354" y="57"/>
                </a:cubicBezTo>
                <a:cubicBezTo>
                  <a:pt x="333" y="57"/>
                  <a:pt x="326" y="43"/>
                  <a:pt x="326" y="29"/>
                </a:cubicBezTo>
                <a:cubicBezTo>
                  <a:pt x="326" y="15"/>
                  <a:pt x="333" y="0"/>
                  <a:pt x="354" y="0"/>
                </a:cubicBezTo>
                <a:cubicBezTo>
                  <a:pt x="467" y="0"/>
                  <a:pt x="467" y="0"/>
                  <a:pt x="467" y="0"/>
                </a:cubicBezTo>
                <a:cubicBezTo>
                  <a:pt x="481" y="0"/>
                  <a:pt x="495" y="15"/>
                  <a:pt x="495" y="29"/>
                </a:cubicBezTo>
                <a:cubicBezTo>
                  <a:pt x="495" y="142"/>
                  <a:pt x="495" y="142"/>
                  <a:pt x="495" y="142"/>
                </a:cubicBezTo>
                <a:cubicBezTo>
                  <a:pt x="495" y="156"/>
                  <a:pt x="481" y="170"/>
                  <a:pt x="467" y="170"/>
                </a:cubicBezTo>
                <a:close/>
                <a:moveTo>
                  <a:pt x="241" y="57"/>
                </a:moveTo>
                <a:lnTo>
                  <a:pt x="241" y="57"/>
                </a:lnTo>
                <a:lnTo>
                  <a:pt x="241" y="57"/>
                </a:lnTo>
                <a:cubicBezTo>
                  <a:pt x="57" y="57"/>
                  <a:pt x="57" y="57"/>
                  <a:pt x="57" y="57"/>
                </a:cubicBezTo>
                <a:cubicBezTo>
                  <a:pt x="57" y="431"/>
                  <a:pt x="57" y="431"/>
                  <a:pt x="57" y="431"/>
                </a:cubicBezTo>
                <a:cubicBezTo>
                  <a:pt x="439" y="431"/>
                  <a:pt x="439" y="431"/>
                  <a:pt x="439" y="431"/>
                </a:cubicBezTo>
                <a:cubicBezTo>
                  <a:pt x="439" y="403"/>
                  <a:pt x="439" y="403"/>
                  <a:pt x="439" y="403"/>
                </a:cubicBezTo>
                <a:cubicBezTo>
                  <a:pt x="439" y="255"/>
                  <a:pt x="439" y="255"/>
                  <a:pt x="439" y="255"/>
                </a:cubicBezTo>
                <a:lnTo>
                  <a:pt x="439" y="255"/>
                </a:lnTo>
                <a:cubicBezTo>
                  <a:pt x="439" y="191"/>
                  <a:pt x="439" y="191"/>
                  <a:pt x="439" y="191"/>
                </a:cubicBezTo>
                <a:cubicBezTo>
                  <a:pt x="446" y="198"/>
                  <a:pt x="453" y="198"/>
                  <a:pt x="467" y="198"/>
                </a:cubicBezTo>
                <a:cubicBezTo>
                  <a:pt x="474" y="198"/>
                  <a:pt x="481" y="198"/>
                  <a:pt x="495" y="191"/>
                </a:cubicBezTo>
                <a:cubicBezTo>
                  <a:pt x="495" y="276"/>
                  <a:pt x="495" y="276"/>
                  <a:pt x="495" y="276"/>
                </a:cubicBezTo>
                <a:lnTo>
                  <a:pt x="495" y="276"/>
                </a:lnTo>
                <a:cubicBezTo>
                  <a:pt x="495" y="460"/>
                  <a:pt x="495" y="460"/>
                  <a:pt x="495" y="460"/>
                </a:cubicBezTo>
                <a:cubicBezTo>
                  <a:pt x="495" y="481"/>
                  <a:pt x="481" y="488"/>
                  <a:pt x="467" y="488"/>
                </a:cubicBezTo>
                <a:cubicBezTo>
                  <a:pt x="29" y="488"/>
                  <a:pt x="29" y="488"/>
                  <a:pt x="29" y="488"/>
                </a:cubicBezTo>
                <a:cubicBezTo>
                  <a:pt x="15" y="488"/>
                  <a:pt x="0" y="481"/>
                  <a:pt x="0" y="460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5"/>
                  <a:pt x="15" y="0"/>
                  <a:pt x="29" y="0"/>
                </a:cubicBezTo>
                <a:cubicBezTo>
                  <a:pt x="241" y="0"/>
                  <a:pt x="241" y="0"/>
                  <a:pt x="241" y="0"/>
                </a:cubicBezTo>
                <a:lnTo>
                  <a:pt x="241" y="0"/>
                </a:lnTo>
                <a:cubicBezTo>
                  <a:pt x="304" y="0"/>
                  <a:pt x="304" y="0"/>
                  <a:pt x="304" y="0"/>
                </a:cubicBezTo>
                <a:cubicBezTo>
                  <a:pt x="297" y="7"/>
                  <a:pt x="297" y="22"/>
                  <a:pt x="297" y="29"/>
                </a:cubicBezTo>
                <a:cubicBezTo>
                  <a:pt x="297" y="36"/>
                  <a:pt x="297" y="50"/>
                  <a:pt x="304" y="57"/>
                </a:cubicBezTo>
                <a:lnTo>
                  <a:pt x="241" y="5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5" name="Freeform 87"/>
          <p:cNvSpPr/>
          <p:nvPr/>
        </p:nvSpPr>
        <p:spPr>
          <a:xfrm>
            <a:off x="4605480" y="2944800"/>
            <a:ext cx="217440" cy="217440"/>
          </a:xfrm>
          <a:custGeom>
            <a:avLst/>
            <a:gdLst/>
            <a:ahLst/>
            <a:rect l="l" t="t" r="r" b="b"/>
            <a:pathLst>
              <a:path w="602" h="602">
                <a:moveTo>
                  <a:pt x="572" y="601"/>
                </a:moveTo>
                <a:lnTo>
                  <a:pt x="572" y="601"/>
                </a:lnTo>
                <a:cubicBezTo>
                  <a:pt x="459" y="601"/>
                  <a:pt x="459" y="601"/>
                  <a:pt x="459" y="601"/>
                </a:cubicBezTo>
                <a:lnTo>
                  <a:pt x="459" y="601"/>
                </a:lnTo>
                <a:cubicBezTo>
                  <a:pt x="445" y="601"/>
                  <a:pt x="431" y="593"/>
                  <a:pt x="431" y="572"/>
                </a:cubicBezTo>
                <a:cubicBezTo>
                  <a:pt x="431" y="558"/>
                  <a:pt x="445" y="544"/>
                  <a:pt x="459" y="544"/>
                </a:cubicBezTo>
                <a:lnTo>
                  <a:pt x="459" y="544"/>
                </a:lnTo>
                <a:cubicBezTo>
                  <a:pt x="544" y="544"/>
                  <a:pt x="544" y="544"/>
                  <a:pt x="544" y="544"/>
                </a:cubicBezTo>
                <a:cubicBezTo>
                  <a:pt x="544" y="459"/>
                  <a:pt x="544" y="459"/>
                  <a:pt x="544" y="459"/>
                </a:cubicBezTo>
                <a:lnTo>
                  <a:pt x="544" y="459"/>
                </a:lnTo>
                <a:cubicBezTo>
                  <a:pt x="544" y="445"/>
                  <a:pt x="558" y="431"/>
                  <a:pt x="572" y="431"/>
                </a:cubicBezTo>
                <a:cubicBezTo>
                  <a:pt x="594" y="431"/>
                  <a:pt x="601" y="445"/>
                  <a:pt x="601" y="459"/>
                </a:cubicBezTo>
                <a:lnTo>
                  <a:pt x="601" y="459"/>
                </a:lnTo>
                <a:cubicBezTo>
                  <a:pt x="601" y="572"/>
                  <a:pt x="601" y="572"/>
                  <a:pt x="601" y="572"/>
                </a:cubicBezTo>
                <a:cubicBezTo>
                  <a:pt x="601" y="593"/>
                  <a:pt x="594" y="601"/>
                  <a:pt x="572" y="601"/>
                </a:cubicBezTo>
                <a:close/>
                <a:moveTo>
                  <a:pt x="572" y="169"/>
                </a:moveTo>
                <a:lnTo>
                  <a:pt x="572" y="169"/>
                </a:lnTo>
                <a:cubicBezTo>
                  <a:pt x="558" y="169"/>
                  <a:pt x="544" y="155"/>
                  <a:pt x="544" y="141"/>
                </a:cubicBezTo>
                <a:lnTo>
                  <a:pt x="544" y="141"/>
                </a:lnTo>
                <a:cubicBezTo>
                  <a:pt x="544" y="56"/>
                  <a:pt x="544" y="56"/>
                  <a:pt x="544" y="56"/>
                </a:cubicBezTo>
                <a:cubicBezTo>
                  <a:pt x="459" y="56"/>
                  <a:pt x="459" y="56"/>
                  <a:pt x="459" y="56"/>
                </a:cubicBezTo>
                <a:lnTo>
                  <a:pt x="459" y="56"/>
                </a:lnTo>
                <a:cubicBezTo>
                  <a:pt x="445" y="56"/>
                  <a:pt x="431" y="42"/>
                  <a:pt x="431" y="28"/>
                </a:cubicBezTo>
                <a:cubicBezTo>
                  <a:pt x="431" y="14"/>
                  <a:pt x="445" y="0"/>
                  <a:pt x="459" y="0"/>
                </a:cubicBezTo>
                <a:lnTo>
                  <a:pt x="459" y="0"/>
                </a:lnTo>
                <a:cubicBezTo>
                  <a:pt x="572" y="0"/>
                  <a:pt x="572" y="0"/>
                  <a:pt x="572" y="0"/>
                </a:cubicBezTo>
                <a:cubicBezTo>
                  <a:pt x="594" y="0"/>
                  <a:pt x="601" y="14"/>
                  <a:pt x="601" y="28"/>
                </a:cubicBezTo>
                <a:cubicBezTo>
                  <a:pt x="601" y="141"/>
                  <a:pt x="601" y="141"/>
                  <a:pt x="601" y="141"/>
                </a:cubicBezTo>
                <a:lnTo>
                  <a:pt x="601" y="141"/>
                </a:lnTo>
                <a:cubicBezTo>
                  <a:pt x="601" y="155"/>
                  <a:pt x="594" y="169"/>
                  <a:pt x="572" y="169"/>
                </a:cubicBezTo>
                <a:close/>
                <a:moveTo>
                  <a:pt x="141" y="56"/>
                </a:moveTo>
                <a:lnTo>
                  <a:pt x="141" y="56"/>
                </a:lnTo>
                <a:lnTo>
                  <a:pt x="141" y="56"/>
                </a:lnTo>
                <a:cubicBezTo>
                  <a:pt x="56" y="56"/>
                  <a:pt x="56" y="56"/>
                  <a:pt x="56" y="56"/>
                </a:cubicBezTo>
                <a:cubicBezTo>
                  <a:pt x="56" y="141"/>
                  <a:pt x="56" y="141"/>
                  <a:pt x="56" y="141"/>
                </a:cubicBezTo>
                <a:lnTo>
                  <a:pt x="56" y="141"/>
                </a:lnTo>
                <a:cubicBezTo>
                  <a:pt x="56" y="155"/>
                  <a:pt x="42" y="169"/>
                  <a:pt x="28" y="169"/>
                </a:cubicBezTo>
                <a:cubicBezTo>
                  <a:pt x="14" y="169"/>
                  <a:pt x="0" y="155"/>
                  <a:pt x="0" y="141"/>
                </a:cubicBezTo>
                <a:lnTo>
                  <a:pt x="0" y="141"/>
                </a:ln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14" y="0"/>
                  <a:pt x="28" y="0"/>
                </a:cubicBezTo>
                <a:cubicBezTo>
                  <a:pt x="141" y="0"/>
                  <a:pt x="141" y="0"/>
                  <a:pt x="141" y="0"/>
                </a:cubicBezTo>
                <a:lnTo>
                  <a:pt x="141" y="0"/>
                </a:lnTo>
                <a:cubicBezTo>
                  <a:pt x="155" y="0"/>
                  <a:pt x="169" y="14"/>
                  <a:pt x="169" y="28"/>
                </a:cubicBezTo>
                <a:cubicBezTo>
                  <a:pt x="169" y="42"/>
                  <a:pt x="155" y="56"/>
                  <a:pt x="141" y="56"/>
                </a:cubicBezTo>
                <a:close/>
                <a:moveTo>
                  <a:pt x="85" y="85"/>
                </a:moveTo>
                <a:lnTo>
                  <a:pt x="85" y="85"/>
                </a:lnTo>
                <a:cubicBezTo>
                  <a:pt x="516" y="85"/>
                  <a:pt x="516" y="85"/>
                  <a:pt x="516" y="85"/>
                </a:cubicBezTo>
                <a:cubicBezTo>
                  <a:pt x="516" y="516"/>
                  <a:pt x="516" y="516"/>
                  <a:pt x="516" y="516"/>
                </a:cubicBezTo>
                <a:cubicBezTo>
                  <a:pt x="85" y="516"/>
                  <a:pt x="85" y="516"/>
                  <a:pt x="85" y="516"/>
                </a:cubicBezTo>
                <a:lnTo>
                  <a:pt x="85" y="85"/>
                </a:lnTo>
                <a:close/>
                <a:moveTo>
                  <a:pt x="141" y="459"/>
                </a:moveTo>
                <a:lnTo>
                  <a:pt x="141" y="459"/>
                </a:lnTo>
                <a:cubicBezTo>
                  <a:pt x="459" y="459"/>
                  <a:pt x="459" y="459"/>
                  <a:pt x="459" y="459"/>
                </a:cubicBezTo>
                <a:cubicBezTo>
                  <a:pt x="459" y="141"/>
                  <a:pt x="459" y="141"/>
                  <a:pt x="459" y="141"/>
                </a:cubicBezTo>
                <a:cubicBezTo>
                  <a:pt x="141" y="141"/>
                  <a:pt x="141" y="141"/>
                  <a:pt x="141" y="141"/>
                </a:cubicBezTo>
                <a:lnTo>
                  <a:pt x="141" y="459"/>
                </a:lnTo>
                <a:close/>
                <a:moveTo>
                  <a:pt x="28" y="431"/>
                </a:moveTo>
                <a:lnTo>
                  <a:pt x="28" y="431"/>
                </a:lnTo>
                <a:cubicBezTo>
                  <a:pt x="42" y="431"/>
                  <a:pt x="56" y="445"/>
                  <a:pt x="56" y="459"/>
                </a:cubicBezTo>
                <a:lnTo>
                  <a:pt x="56" y="459"/>
                </a:lnTo>
                <a:cubicBezTo>
                  <a:pt x="56" y="544"/>
                  <a:pt x="56" y="544"/>
                  <a:pt x="56" y="544"/>
                </a:cubicBezTo>
                <a:cubicBezTo>
                  <a:pt x="141" y="544"/>
                  <a:pt x="141" y="544"/>
                  <a:pt x="141" y="544"/>
                </a:cubicBezTo>
                <a:lnTo>
                  <a:pt x="141" y="544"/>
                </a:lnTo>
                <a:cubicBezTo>
                  <a:pt x="155" y="544"/>
                  <a:pt x="169" y="558"/>
                  <a:pt x="169" y="572"/>
                </a:cubicBezTo>
                <a:cubicBezTo>
                  <a:pt x="169" y="593"/>
                  <a:pt x="155" y="601"/>
                  <a:pt x="141" y="601"/>
                </a:cubicBezTo>
                <a:lnTo>
                  <a:pt x="141" y="601"/>
                </a:lnTo>
                <a:cubicBezTo>
                  <a:pt x="28" y="601"/>
                  <a:pt x="28" y="601"/>
                  <a:pt x="28" y="601"/>
                </a:cubicBezTo>
                <a:cubicBezTo>
                  <a:pt x="14" y="601"/>
                  <a:pt x="0" y="593"/>
                  <a:pt x="0" y="572"/>
                </a:cubicBezTo>
                <a:cubicBezTo>
                  <a:pt x="0" y="459"/>
                  <a:pt x="0" y="459"/>
                  <a:pt x="0" y="459"/>
                </a:cubicBezTo>
                <a:lnTo>
                  <a:pt x="0" y="459"/>
                </a:lnTo>
                <a:cubicBezTo>
                  <a:pt x="0" y="445"/>
                  <a:pt x="14" y="431"/>
                  <a:pt x="28" y="43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6" name="Freeform 88"/>
          <p:cNvSpPr/>
          <p:nvPr/>
        </p:nvSpPr>
        <p:spPr>
          <a:xfrm>
            <a:off x="4226040" y="2944800"/>
            <a:ext cx="215640" cy="217440"/>
          </a:xfrm>
          <a:custGeom>
            <a:avLst/>
            <a:gdLst/>
            <a:ahLst/>
            <a:rect l="l" t="t" r="r" b="b"/>
            <a:pathLst>
              <a:path w="601" h="602">
                <a:moveTo>
                  <a:pt x="572" y="601"/>
                </a:moveTo>
                <a:lnTo>
                  <a:pt x="572" y="601"/>
                </a:lnTo>
                <a:cubicBezTo>
                  <a:pt x="459" y="601"/>
                  <a:pt x="459" y="601"/>
                  <a:pt x="459" y="601"/>
                </a:cubicBezTo>
                <a:lnTo>
                  <a:pt x="459" y="601"/>
                </a:lnTo>
                <a:cubicBezTo>
                  <a:pt x="445" y="601"/>
                  <a:pt x="431" y="593"/>
                  <a:pt x="431" y="572"/>
                </a:cubicBezTo>
                <a:cubicBezTo>
                  <a:pt x="431" y="558"/>
                  <a:pt x="445" y="544"/>
                  <a:pt x="459" y="544"/>
                </a:cubicBezTo>
                <a:lnTo>
                  <a:pt x="459" y="544"/>
                </a:lnTo>
                <a:cubicBezTo>
                  <a:pt x="544" y="544"/>
                  <a:pt x="544" y="544"/>
                  <a:pt x="544" y="544"/>
                </a:cubicBezTo>
                <a:cubicBezTo>
                  <a:pt x="544" y="459"/>
                  <a:pt x="544" y="459"/>
                  <a:pt x="544" y="459"/>
                </a:cubicBezTo>
                <a:lnTo>
                  <a:pt x="544" y="459"/>
                </a:lnTo>
                <a:cubicBezTo>
                  <a:pt x="544" y="445"/>
                  <a:pt x="558" y="431"/>
                  <a:pt x="572" y="431"/>
                </a:cubicBezTo>
                <a:cubicBezTo>
                  <a:pt x="586" y="431"/>
                  <a:pt x="600" y="445"/>
                  <a:pt x="600" y="459"/>
                </a:cubicBezTo>
                <a:lnTo>
                  <a:pt x="600" y="459"/>
                </a:lnTo>
                <a:cubicBezTo>
                  <a:pt x="600" y="572"/>
                  <a:pt x="600" y="572"/>
                  <a:pt x="600" y="572"/>
                </a:cubicBezTo>
                <a:cubicBezTo>
                  <a:pt x="600" y="593"/>
                  <a:pt x="586" y="601"/>
                  <a:pt x="572" y="601"/>
                </a:cubicBezTo>
                <a:close/>
                <a:moveTo>
                  <a:pt x="85" y="85"/>
                </a:moveTo>
                <a:lnTo>
                  <a:pt x="85" y="85"/>
                </a:lnTo>
                <a:cubicBezTo>
                  <a:pt x="516" y="85"/>
                  <a:pt x="516" y="85"/>
                  <a:pt x="516" y="85"/>
                </a:cubicBezTo>
                <a:cubicBezTo>
                  <a:pt x="516" y="516"/>
                  <a:pt x="516" y="516"/>
                  <a:pt x="516" y="516"/>
                </a:cubicBezTo>
                <a:cubicBezTo>
                  <a:pt x="85" y="516"/>
                  <a:pt x="85" y="516"/>
                  <a:pt x="85" y="516"/>
                </a:cubicBezTo>
                <a:lnTo>
                  <a:pt x="85" y="85"/>
                </a:lnTo>
                <a:close/>
                <a:moveTo>
                  <a:pt x="141" y="459"/>
                </a:moveTo>
                <a:lnTo>
                  <a:pt x="141" y="459"/>
                </a:lnTo>
                <a:cubicBezTo>
                  <a:pt x="459" y="459"/>
                  <a:pt x="459" y="459"/>
                  <a:pt x="459" y="459"/>
                </a:cubicBezTo>
                <a:cubicBezTo>
                  <a:pt x="459" y="141"/>
                  <a:pt x="459" y="141"/>
                  <a:pt x="459" y="141"/>
                </a:cubicBezTo>
                <a:cubicBezTo>
                  <a:pt x="141" y="141"/>
                  <a:pt x="141" y="141"/>
                  <a:pt x="141" y="141"/>
                </a:cubicBezTo>
                <a:lnTo>
                  <a:pt x="141" y="459"/>
                </a:lnTo>
                <a:close/>
                <a:moveTo>
                  <a:pt x="141" y="56"/>
                </a:moveTo>
                <a:lnTo>
                  <a:pt x="141" y="56"/>
                </a:lnTo>
                <a:lnTo>
                  <a:pt x="141" y="56"/>
                </a:lnTo>
                <a:cubicBezTo>
                  <a:pt x="56" y="56"/>
                  <a:pt x="56" y="56"/>
                  <a:pt x="56" y="56"/>
                </a:cubicBezTo>
                <a:cubicBezTo>
                  <a:pt x="56" y="141"/>
                  <a:pt x="56" y="141"/>
                  <a:pt x="56" y="141"/>
                </a:cubicBezTo>
                <a:lnTo>
                  <a:pt x="56" y="141"/>
                </a:lnTo>
                <a:cubicBezTo>
                  <a:pt x="56" y="155"/>
                  <a:pt x="42" y="169"/>
                  <a:pt x="28" y="169"/>
                </a:cubicBezTo>
                <a:cubicBezTo>
                  <a:pt x="7" y="169"/>
                  <a:pt x="0" y="155"/>
                  <a:pt x="0" y="141"/>
                </a:cubicBezTo>
                <a:lnTo>
                  <a:pt x="0" y="141"/>
                </a:ln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7" y="0"/>
                  <a:pt x="28" y="0"/>
                </a:cubicBezTo>
                <a:cubicBezTo>
                  <a:pt x="141" y="0"/>
                  <a:pt x="141" y="0"/>
                  <a:pt x="141" y="0"/>
                </a:cubicBezTo>
                <a:lnTo>
                  <a:pt x="141" y="0"/>
                </a:lnTo>
                <a:cubicBezTo>
                  <a:pt x="155" y="0"/>
                  <a:pt x="169" y="14"/>
                  <a:pt x="169" y="28"/>
                </a:cubicBezTo>
                <a:cubicBezTo>
                  <a:pt x="169" y="42"/>
                  <a:pt x="155" y="56"/>
                  <a:pt x="141" y="5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7" name="Freeform 89"/>
          <p:cNvSpPr/>
          <p:nvPr/>
        </p:nvSpPr>
        <p:spPr>
          <a:xfrm>
            <a:off x="3843360" y="2944800"/>
            <a:ext cx="218880" cy="217440"/>
          </a:xfrm>
          <a:custGeom>
            <a:avLst/>
            <a:gdLst/>
            <a:ahLst/>
            <a:rect l="l" t="t" r="r" b="b"/>
            <a:pathLst>
              <a:path w="608" h="602">
                <a:moveTo>
                  <a:pt x="579" y="169"/>
                </a:moveTo>
                <a:lnTo>
                  <a:pt x="579" y="169"/>
                </a:lnTo>
                <a:cubicBezTo>
                  <a:pt x="558" y="169"/>
                  <a:pt x="551" y="155"/>
                  <a:pt x="551" y="141"/>
                </a:cubicBezTo>
                <a:lnTo>
                  <a:pt x="551" y="141"/>
                </a:lnTo>
                <a:cubicBezTo>
                  <a:pt x="551" y="56"/>
                  <a:pt x="551" y="56"/>
                  <a:pt x="551" y="56"/>
                </a:cubicBezTo>
                <a:cubicBezTo>
                  <a:pt x="466" y="56"/>
                  <a:pt x="466" y="56"/>
                  <a:pt x="466" y="56"/>
                </a:cubicBezTo>
                <a:lnTo>
                  <a:pt x="466" y="56"/>
                </a:lnTo>
                <a:cubicBezTo>
                  <a:pt x="445" y="56"/>
                  <a:pt x="438" y="42"/>
                  <a:pt x="438" y="28"/>
                </a:cubicBezTo>
                <a:cubicBezTo>
                  <a:pt x="438" y="14"/>
                  <a:pt x="445" y="0"/>
                  <a:pt x="466" y="0"/>
                </a:cubicBezTo>
                <a:lnTo>
                  <a:pt x="466" y="0"/>
                </a:lnTo>
                <a:cubicBezTo>
                  <a:pt x="579" y="0"/>
                  <a:pt x="579" y="0"/>
                  <a:pt x="579" y="0"/>
                </a:cubicBezTo>
                <a:cubicBezTo>
                  <a:pt x="593" y="0"/>
                  <a:pt x="607" y="14"/>
                  <a:pt x="607" y="28"/>
                </a:cubicBezTo>
                <a:cubicBezTo>
                  <a:pt x="607" y="141"/>
                  <a:pt x="607" y="141"/>
                  <a:pt x="607" y="141"/>
                </a:cubicBezTo>
                <a:lnTo>
                  <a:pt x="607" y="141"/>
                </a:lnTo>
                <a:cubicBezTo>
                  <a:pt x="607" y="155"/>
                  <a:pt x="593" y="169"/>
                  <a:pt x="579" y="169"/>
                </a:cubicBezTo>
                <a:close/>
                <a:moveTo>
                  <a:pt x="523" y="516"/>
                </a:moveTo>
                <a:lnTo>
                  <a:pt x="523" y="516"/>
                </a:lnTo>
                <a:cubicBezTo>
                  <a:pt x="84" y="516"/>
                  <a:pt x="84" y="516"/>
                  <a:pt x="84" y="516"/>
                </a:cubicBezTo>
                <a:cubicBezTo>
                  <a:pt x="84" y="85"/>
                  <a:pt x="84" y="85"/>
                  <a:pt x="84" y="85"/>
                </a:cubicBezTo>
                <a:cubicBezTo>
                  <a:pt x="523" y="85"/>
                  <a:pt x="523" y="85"/>
                  <a:pt x="523" y="85"/>
                </a:cubicBezTo>
                <a:lnTo>
                  <a:pt x="523" y="516"/>
                </a:lnTo>
                <a:close/>
                <a:moveTo>
                  <a:pt x="466" y="141"/>
                </a:moveTo>
                <a:lnTo>
                  <a:pt x="466" y="141"/>
                </a:lnTo>
                <a:cubicBezTo>
                  <a:pt x="141" y="141"/>
                  <a:pt x="141" y="141"/>
                  <a:pt x="141" y="141"/>
                </a:cubicBezTo>
                <a:cubicBezTo>
                  <a:pt x="141" y="459"/>
                  <a:pt x="141" y="459"/>
                  <a:pt x="141" y="459"/>
                </a:cubicBezTo>
                <a:cubicBezTo>
                  <a:pt x="466" y="459"/>
                  <a:pt x="466" y="459"/>
                  <a:pt x="466" y="459"/>
                </a:cubicBezTo>
                <a:lnTo>
                  <a:pt x="466" y="141"/>
                </a:lnTo>
                <a:close/>
                <a:moveTo>
                  <a:pt x="141" y="544"/>
                </a:moveTo>
                <a:lnTo>
                  <a:pt x="141" y="544"/>
                </a:lnTo>
                <a:cubicBezTo>
                  <a:pt x="162" y="544"/>
                  <a:pt x="169" y="558"/>
                  <a:pt x="169" y="572"/>
                </a:cubicBezTo>
                <a:cubicBezTo>
                  <a:pt x="169" y="593"/>
                  <a:pt x="162" y="601"/>
                  <a:pt x="141" y="601"/>
                </a:cubicBezTo>
                <a:lnTo>
                  <a:pt x="141" y="601"/>
                </a:lnTo>
                <a:cubicBezTo>
                  <a:pt x="28" y="601"/>
                  <a:pt x="28" y="601"/>
                  <a:pt x="28" y="601"/>
                </a:cubicBezTo>
                <a:cubicBezTo>
                  <a:pt x="14" y="601"/>
                  <a:pt x="0" y="593"/>
                  <a:pt x="0" y="572"/>
                </a:cubicBezTo>
                <a:cubicBezTo>
                  <a:pt x="0" y="459"/>
                  <a:pt x="0" y="459"/>
                  <a:pt x="0" y="459"/>
                </a:cubicBezTo>
                <a:lnTo>
                  <a:pt x="0" y="459"/>
                </a:lnTo>
                <a:cubicBezTo>
                  <a:pt x="0" y="445"/>
                  <a:pt x="14" y="431"/>
                  <a:pt x="28" y="431"/>
                </a:cubicBezTo>
                <a:cubicBezTo>
                  <a:pt x="49" y="431"/>
                  <a:pt x="56" y="445"/>
                  <a:pt x="56" y="459"/>
                </a:cubicBezTo>
                <a:lnTo>
                  <a:pt x="56" y="459"/>
                </a:lnTo>
                <a:cubicBezTo>
                  <a:pt x="56" y="544"/>
                  <a:pt x="56" y="544"/>
                  <a:pt x="56" y="544"/>
                </a:cubicBezTo>
                <a:cubicBezTo>
                  <a:pt x="141" y="544"/>
                  <a:pt x="141" y="544"/>
                  <a:pt x="141" y="5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8" name="Freeform 90"/>
          <p:cNvSpPr/>
          <p:nvPr/>
        </p:nvSpPr>
        <p:spPr>
          <a:xfrm>
            <a:off x="3465360" y="2944800"/>
            <a:ext cx="216000" cy="217440"/>
          </a:xfrm>
          <a:custGeom>
            <a:avLst/>
            <a:gdLst/>
            <a:ahLst/>
            <a:rect l="l" t="t" r="r" b="b"/>
            <a:pathLst>
              <a:path w="601" h="602">
                <a:moveTo>
                  <a:pt x="572" y="601"/>
                </a:moveTo>
                <a:lnTo>
                  <a:pt x="572" y="601"/>
                </a:lnTo>
                <a:cubicBezTo>
                  <a:pt x="28" y="601"/>
                  <a:pt x="28" y="601"/>
                  <a:pt x="28" y="601"/>
                </a:cubicBezTo>
                <a:cubicBezTo>
                  <a:pt x="14" y="601"/>
                  <a:pt x="0" y="593"/>
                  <a:pt x="0" y="572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14" y="0"/>
                  <a:pt x="28" y="0"/>
                </a:cubicBezTo>
                <a:cubicBezTo>
                  <a:pt x="572" y="0"/>
                  <a:pt x="572" y="0"/>
                  <a:pt x="572" y="0"/>
                </a:cubicBezTo>
                <a:cubicBezTo>
                  <a:pt x="593" y="0"/>
                  <a:pt x="600" y="14"/>
                  <a:pt x="600" y="28"/>
                </a:cubicBezTo>
                <a:cubicBezTo>
                  <a:pt x="600" y="572"/>
                  <a:pt x="600" y="572"/>
                  <a:pt x="600" y="572"/>
                </a:cubicBezTo>
                <a:cubicBezTo>
                  <a:pt x="600" y="593"/>
                  <a:pt x="593" y="601"/>
                  <a:pt x="572" y="601"/>
                </a:cubicBezTo>
                <a:close/>
                <a:moveTo>
                  <a:pt x="544" y="56"/>
                </a:moveTo>
                <a:lnTo>
                  <a:pt x="544" y="56"/>
                </a:lnTo>
                <a:cubicBezTo>
                  <a:pt x="56" y="56"/>
                  <a:pt x="56" y="56"/>
                  <a:pt x="56" y="56"/>
                </a:cubicBezTo>
                <a:cubicBezTo>
                  <a:pt x="56" y="544"/>
                  <a:pt x="56" y="544"/>
                  <a:pt x="56" y="544"/>
                </a:cubicBezTo>
                <a:cubicBezTo>
                  <a:pt x="544" y="544"/>
                  <a:pt x="544" y="544"/>
                  <a:pt x="544" y="544"/>
                </a:cubicBezTo>
                <a:lnTo>
                  <a:pt x="544" y="56"/>
                </a:lnTo>
                <a:close/>
                <a:moveTo>
                  <a:pt x="120" y="85"/>
                </a:moveTo>
                <a:lnTo>
                  <a:pt x="120" y="85"/>
                </a:lnTo>
                <a:cubicBezTo>
                  <a:pt x="226" y="85"/>
                  <a:pt x="226" y="85"/>
                  <a:pt x="226" y="85"/>
                </a:cubicBezTo>
                <a:lnTo>
                  <a:pt x="226" y="85"/>
                </a:lnTo>
                <a:cubicBezTo>
                  <a:pt x="240" y="85"/>
                  <a:pt x="254" y="99"/>
                  <a:pt x="254" y="113"/>
                </a:cubicBezTo>
                <a:cubicBezTo>
                  <a:pt x="254" y="127"/>
                  <a:pt x="240" y="141"/>
                  <a:pt x="226" y="141"/>
                </a:cubicBezTo>
                <a:lnTo>
                  <a:pt x="226" y="141"/>
                </a:lnTo>
                <a:cubicBezTo>
                  <a:pt x="141" y="141"/>
                  <a:pt x="141" y="141"/>
                  <a:pt x="141" y="141"/>
                </a:cubicBezTo>
                <a:cubicBezTo>
                  <a:pt x="141" y="226"/>
                  <a:pt x="141" y="226"/>
                  <a:pt x="141" y="226"/>
                </a:cubicBezTo>
                <a:lnTo>
                  <a:pt x="141" y="226"/>
                </a:lnTo>
                <a:cubicBezTo>
                  <a:pt x="141" y="240"/>
                  <a:pt x="127" y="254"/>
                  <a:pt x="113" y="254"/>
                </a:cubicBezTo>
                <a:cubicBezTo>
                  <a:pt x="99" y="254"/>
                  <a:pt x="84" y="240"/>
                  <a:pt x="84" y="226"/>
                </a:cubicBezTo>
                <a:lnTo>
                  <a:pt x="84" y="226"/>
                </a:lnTo>
                <a:cubicBezTo>
                  <a:pt x="84" y="120"/>
                  <a:pt x="84" y="120"/>
                  <a:pt x="84" y="120"/>
                </a:cubicBezTo>
                <a:lnTo>
                  <a:pt x="84" y="120"/>
                </a:lnTo>
                <a:cubicBezTo>
                  <a:pt x="84" y="85"/>
                  <a:pt x="84" y="85"/>
                  <a:pt x="84" y="85"/>
                </a:cubicBezTo>
                <a:cubicBezTo>
                  <a:pt x="120" y="85"/>
                  <a:pt x="120" y="85"/>
                  <a:pt x="120" y="85"/>
                </a:cubicBezTo>
                <a:close/>
                <a:moveTo>
                  <a:pt x="84" y="374"/>
                </a:moveTo>
                <a:lnTo>
                  <a:pt x="84" y="374"/>
                </a:lnTo>
                <a:lnTo>
                  <a:pt x="84" y="374"/>
                </a:lnTo>
                <a:cubicBezTo>
                  <a:pt x="84" y="360"/>
                  <a:pt x="99" y="346"/>
                  <a:pt x="113" y="346"/>
                </a:cubicBezTo>
                <a:cubicBezTo>
                  <a:pt x="127" y="346"/>
                  <a:pt x="141" y="360"/>
                  <a:pt x="141" y="374"/>
                </a:cubicBezTo>
                <a:lnTo>
                  <a:pt x="141" y="374"/>
                </a:lnTo>
                <a:cubicBezTo>
                  <a:pt x="141" y="459"/>
                  <a:pt x="141" y="459"/>
                  <a:pt x="141" y="459"/>
                </a:cubicBezTo>
                <a:cubicBezTo>
                  <a:pt x="226" y="459"/>
                  <a:pt x="226" y="459"/>
                  <a:pt x="226" y="459"/>
                </a:cubicBezTo>
                <a:lnTo>
                  <a:pt x="226" y="459"/>
                </a:lnTo>
                <a:cubicBezTo>
                  <a:pt x="240" y="459"/>
                  <a:pt x="254" y="473"/>
                  <a:pt x="254" y="487"/>
                </a:cubicBezTo>
                <a:cubicBezTo>
                  <a:pt x="254" y="509"/>
                  <a:pt x="240" y="516"/>
                  <a:pt x="226" y="516"/>
                </a:cubicBezTo>
                <a:lnTo>
                  <a:pt x="226" y="516"/>
                </a:lnTo>
                <a:cubicBezTo>
                  <a:pt x="120" y="516"/>
                  <a:pt x="120" y="516"/>
                  <a:pt x="120" y="516"/>
                </a:cubicBezTo>
                <a:lnTo>
                  <a:pt x="120" y="516"/>
                </a:lnTo>
                <a:cubicBezTo>
                  <a:pt x="84" y="516"/>
                  <a:pt x="84" y="516"/>
                  <a:pt x="84" y="516"/>
                </a:cubicBezTo>
                <a:cubicBezTo>
                  <a:pt x="84" y="480"/>
                  <a:pt x="84" y="480"/>
                  <a:pt x="84" y="480"/>
                </a:cubicBezTo>
                <a:lnTo>
                  <a:pt x="84" y="480"/>
                </a:lnTo>
                <a:lnTo>
                  <a:pt x="84" y="374"/>
                </a:lnTo>
                <a:close/>
                <a:moveTo>
                  <a:pt x="374" y="85"/>
                </a:moveTo>
                <a:lnTo>
                  <a:pt x="374" y="85"/>
                </a:lnTo>
                <a:lnTo>
                  <a:pt x="374" y="85"/>
                </a:lnTo>
                <a:cubicBezTo>
                  <a:pt x="480" y="85"/>
                  <a:pt x="480" y="85"/>
                  <a:pt x="480" y="85"/>
                </a:cubicBezTo>
                <a:lnTo>
                  <a:pt x="480" y="85"/>
                </a:lnTo>
                <a:cubicBezTo>
                  <a:pt x="515" y="85"/>
                  <a:pt x="515" y="85"/>
                  <a:pt x="515" y="85"/>
                </a:cubicBezTo>
                <a:cubicBezTo>
                  <a:pt x="515" y="120"/>
                  <a:pt x="515" y="120"/>
                  <a:pt x="515" y="120"/>
                </a:cubicBezTo>
                <a:lnTo>
                  <a:pt x="515" y="120"/>
                </a:lnTo>
                <a:cubicBezTo>
                  <a:pt x="515" y="226"/>
                  <a:pt x="515" y="226"/>
                  <a:pt x="515" y="226"/>
                </a:cubicBezTo>
                <a:lnTo>
                  <a:pt x="515" y="226"/>
                </a:lnTo>
                <a:cubicBezTo>
                  <a:pt x="515" y="240"/>
                  <a:pt x="508" y="254"/>
                  <a:pt x="487" y="254"/>
                </a:cubicBezTo>
                <a:cubicBezTo>
                  <a:pt x="473" y="254"/>
                  <a:pt x="459" y="240"/>
                  <a:pt x="459" y="226"/>
                </a:cubicBezTo>
                <a:lnTo>
                  <a:pt x="459" y="226"/>
                </a:lnTo>
                <a:cubicBezTo>
                  <a:pt x="459" y="141"/>
                  <a:pt x="459" y="141"/>
                  <a:pt x="459" y="141"/>
                </a:cubicBezTo>
                <a:cubicBezTo>
                  <a:pt x="374" y="141"/>
                  <a:pt x="374" y="141"/>
                  <a:pt x="374" y="141"/>
                </a:cubicBezTo>
                <a:lnTo>
                  <a:pt x="374" y="141"/>
                </a:lnTo>
                <a:cubicBezTo>
                  <a:pt x="360" y="141"/>
                  <a:pt x="346" y="127"/>
                  <a:pt x="346" y="113"/>
                </a:cubicBezTo>
                <a:cubicBezTo>
                  <a:pt x="346" y="99"/>
                  <a:pt x="360" y="85"/>
                  <a:pt x="374" y="85"/>
                </a:cubicBezTo>
                <a:close/>
                <a:moveTo>
                  <a:pt x="374" y="459"/>
                </a:moveTo>
                <a:lnTo>
                  <a:pt x="374" y="459"/>
                </a:lnTo>
                <a:lnTo>
                  <a:pt x="374" y="459"/>
                </a:lnTo>
                <a:cubicBezTo>
                  <a:pt x="459" y="459"/>
                  <a:pt x="459" y="459"/>
                  <a:pt x="459" y="459"/>
                </a:cubicBezTo>
                <a:cubicBezTo>
                  <a:pt x="459" y="374"/>
                  <a:pt x="459" y="374"/>
                  <a:pt x="459" y="374"/>
                </a:cubicBezTo>
                <a:lnTo>
                  <a:pt x="459" y="374"/>
                </a:lnTo>
                <a:cubicBezTo>
                  <a:pt x="459" y="360"/>
                  <a:pt x="473" y="346"/>
                  <a:pt x="487" y="346"/>
                </a:cubicBezTo>
                <a:cubicBezTo>
                  <a:pt x="508" y="346"/>
                  <a:pt x="515" y="360"/>
                  <a:pt x="515" y="374"/>
                </a:cubicBezTo>
                <a:lnTo>
                  <a:pt x="515" y="374"/>
                </a:lnTo>
                <a:cubicBezTo>
                  <a:pt x="515" y="480"/>
                  <a:pt x="515" y="480"/>
                  <a:pt x="515" y="480"/>
                </a:cubicBezTo>
                <a:lnTo>
                  <a:pt x="515" y="480"/>
                </a:lnTo>
                <a:cubicBezTo>
                  <a:pt x="515" y="516"/>
                  <a:pt x="515" y="516"/>
                  <a:pt x="515" y="516"/>
                </a:cubicBezTo>
                <a:cubicBezTo>
                  <a:pt x="480" y="516"/>
                  <a:pt x="480" y="516"/>
                  <a:pt x="480" y="516"/>
                </a:cubicBezTo>
                <a:lnTo>
                  <a:pt x="480" y="516"/>
                </a:lnTo>
                <a:cubicBezTo>
                  <a:pt x="374" y="516"/>
                  <a:pt x="374" y="516"/>
                  <a:pt x="374" y="516"/>
                </a:cubicBezTo>
                <a:lnTo>
                  <a:pt x="374" y="516"/>
                </a:lnTo>
                <a:cubicBezTo>
                  <a:pt x="360" y="516"/>
                  <a:pt x="346" y="509"/>
                  <a:pt x="346" y="487"/>
                </a:cubicBezTo>
                <a:cubicBezTo>
                  <a:pt x="346" y="473"/>
                  <a:pt x="360" y="459"/>
                  <a:pt x="374" y="45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9" name="Freeform 91"/>
          <p:cNvSpPr/>
          <p:nvPr/>
        </p:nvSpPr>
        <p:spPr>
          <a:xfrm>
            <a:off x="3086280" y="2944800"/>
            <a:ext cx="215640" cy="217440"/>
          </a:xfrm>
          <a:custGeom>
            <a:avLst/>
            <a:gdLst/>
            <a:ahLst/>
            <a:rect l="l" t="t" r="r" b="b"/>
            <a:pathLst>
              <a:path w="601" h="602">
                <a:moveTo>
                  <a:pt x="572" y="601"/>
                </a:moveTo>
                <a:lnTo>
                  <a:pt x="572" y="601"/>
                </a:lnTo>
                <a:cubicBezTo>
                  <a:pt x="28" y="601"/>
                  <a:pt x="28" y="601"/>
                  <a:pt x="28" y="601"/>
                </a:cubicBezTo>
                <a:cubicBezTo>
                  <a:pt x="7" y="601"/>
                  <a:pt x="0" y="593"/>
                  <a:pt x="0" y="572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7" y="0"/>
                  <a:pt x="28" y="0"/>
                </a:cubicBezTo>
                <a:cubicBezTo>
                  <a:pt x="572" y="0"/>
                  <a:pt x="572" y="0"/>
                  <a:pt x="572" y="0"/>
                </a:cubicBezTo>
                <a:cubicBezTo>
                  <a:pt x="586" y="0"/>
                  <a:pt x="600" y="14"/>
                  <a:pt x="600" y="28"/>
                </a:cubicBezTo>
                <a:cubicBezTo>
                  <a:pt x="600" y="572"/>
                  <a:pt x="600" y="572"/>
                  <a:pt x="600" y="572"/>
                </a:cubicBezTo>
                <a:cubicBezTo>
                  <a:pt x="600" y="593"/>
                  <a:pt x="586" y="601"/>
                  <a:pt x="572" y="601"/>
                </a:cubicBezTo>
                <a:close/>
                <a:moveTo>
                  <a:pt x="544" y="56"/>
                </a:moveTo>
                <a:lnTo>
                  <a:pt x="544" y="56"/>
                </a:lnTo>
                <a:cubicBezTo>
                  <a:pt x="56" y="56"/>
                  <a:pt x="56" y="56"/>
                  <a:pt x="56" y="56"/>
                </a:cubicBezTo>
                <a:cubicBezTo>
                  <a:pt x="56" y="544"/>
                  <a:pt x="56" y="544"/>
                  <a:pt x="56" y="544"/>
                </a:cubicBezTo>
                <a:cubicBezTo>
                  <a:pt x="544" y="544"/>
                  <a:pt x="544" y="544"/>
                  <a:pt x="544" y="544"/>
                </a:cubicBezTo>
                <a:lnTo>
                  <a:pt x="544" y="56"/>
                </a:lnTo>
                <a:close/>
                <a:moveTo>
                  <a:pt x="169" y="198"/>
                </a:moveTo>
                <a:lnTo>
                  <a:pt x="169" y="198"/>
                </a:lnTo>
                <a:cubicBezTo>
                  <a:pt x="169" y="184"/>
                  <a:pt x="176" y="169"/>
                  <a:pt x="197" y="169"/>
                </a:cubicBezTo>
                <a:cubicBezTo>
                  <a:pt x="204" y="169"/>
                  <a:pt x="211" y="169"/>
                  <a:pt x="211" y="176"/>
                </a:cubicBezTo>
                <a:cubicBezTo>
                  <a:pt x="296" y="261"/>
                  <a:pt x="296" y="261"/>
                  <a:pt x="296" y="261"/>
                </a:cubicBezTo>
                <a:cubicBezTo>
                  <a:pt x="381" y="176"/>
                  <a:pt x="381" y="176"/>
                  <a:pt x="381" y="176"/>
                </a:cubicBezTo>
                <a:cubicBezTo>
                  <a:pt x="388" y="169"/>
                  <a:pt x="395" y="169"/>
                  <a:pt x="402" y="169"/>
                </a:cubicBezTo>
                <a:cubicBezTo>
                  <a:pt x="417" y="169"/>
                  <a:pt x="431" y="184"/>
                  <a:pt x="431" y="198"/>
                </a:cubicBezTo>
                <a:cubicBezTo>
                  <a:pt x="431" y="205"/>
                  <a:pt x="431" y="212"/>
                  <a:pt x="424" y="219"/>
                </a:cubicBezTo>
                <a:cubicBezTo>
                  <a:pt x="339" y="304"/>
                  <a:pt x="339" y="304"/>
                  <a:pt x="339" y="304"/>
                </a:cubicBezTo>
                <a:cubicBezTo>
                  <a:pt x="424" y="389"/>
                  <a:pt x="424" y="389"/>
                  <a:pt x="424" y="389"/>
                </a:cubicBezTo>
                <a:cubicBezTo>
                  <a:pt x="431" y="389"/>
                  <a:pt x="431" y="396"/>
                  <a:pt x="431" y="403"/>
                </a:cubicBezTo>
                <a:cubicBezTo>
                  <a:pt x="431" y="424"/>
                  <a:pt x="417" y="431"/>
                  <a:pt x="402" y="431"/>
                </a:cubicBezTo>
                <a:cubicBezTo>
                  <a:pt x="395" y="431"/>
                  <a:pt x="388" y="431"/>
                  <a:pt x="381" y="424"/>
                </a:cubicBezTo>
                <a:cubicBezTo>
                  <a:pt x="296" y="339"/>
                  <a:pt x="296" y="339"/>
                  <a:pt x="296" y="339"/>
                </a:cubicBezTo>
                <a:cubicBezTo>
                  <a:pt x="211" y="424"/>
                  <a:pt x="211" y="424"/>
                  <a:pt x="211" y="424"/>
                </a:cubicBezTo>
                <a:cubicBezTo>
                  <a:pt x="211" y="431"/>
                  <a:pt x="204" y="431"/>
                  <a:pt x="197" y="431"/>
                </a:cubicBezTo>
                <a:cubicBezTo>
                  <a:pt x="176" y="431"/>
                  <a:pt x="169" y="424"/>
                  <a:pt x="169" y="403"/>
                </a:cubicBezTo>
                <a:cubicBezTo>
                  <a:pt x="169" y="396"/>
                  <a:pt x="169" y="389"/>
                  <a:pt x="176" y="389"/>
                </a:cubicBezTo>
                <a:cubicBezTo>
                  <a:pt x="261" y="304"/>
                  <a:pt x="261" y="304"/>
                  <a:pt x="261" y="304"/>
                </a:cubicBezTo>
                <a:cubicBezTo>
                  <a:pt x="176" y="219"/>
                  <a:pt x="176" y="219"/>
                  <a:pt x="176" y="219"/>
                </a:cubicBezTo>
                <a:cubicBezTo>
                  <a:pt x="169" y="212"/>
                  <a:pt x="169" y="205"/>
                  <a:pt x="169" y="19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0" name="Freeform 92"/>
          <p:cNvSpPr/>
          <p:nvPr/>
        </p:nvSpPr>
        <p:spPr>
          <a:xfrm>
            <a:off x="2703600" y="2944800"/>
            <a:ext cx="218880" cy="217440"/>
          </a:xfrm>
          <a:custGeom>
            <a:avLst/>
            <a:gdLst/>
            <a:ahLst/>
            <a:rect l="l" t="t" r="r" b="b"/>
            <a:pathLst>
              <a:path w="609" h="602">
                <a:moveTo>
                  <a:pt x="580" y="601"/>
                </a:moveTo>
                <a:lnTo>
                  <a:pt x="580" y="601"/>
                </a:lnTo>
                <a:cubicBezTo>
                  <a:pt x="29" y="601"/>
                  <a:pt x="29" y="601"/>
                  <a:pt x="29" y="601"/>
                </a:cubicBezTo>
                <a:cubicBezTo>
                  <a:pt x="15" y="601"/>
                  <a:pt x="0" y="593"/>
                  <a:pt x="0" y="572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15" y="0"/>
                  <a:pt x="29" y="0"/>
                </a:cubicBezTo>
                <a:cubicBezTo>
                  <a:pt x="580" y="0"/>
                  <a:pt x="580" y="0"/>
                  <a:pt x="580" y="0"/>
                </a:cubicBezTo>
                <a:cubicBezTo>
                  <a:pt x="594" y="0"/>
                  <a:pt x="608" y="14"/>
                  <a:pt x="608" y="28"/>
                </a:cubicBezTo>
                <a:cubicBezTo>
                  <a:pt x="608" y="572"/>
                  <a:pt x="608" y="572"/>
                  <a:pt x="608" y="572"/>
                </a:cubicBezTo>
                <a:cubicBezTo>
                  <a:pt x="608" y="593"/>
                  <a:pt x="594" y="601"/>
                  <a:pt x="580" y="601"/>
                </a:cubicBezTo>
                <a:close/>
                <a:moveTo>
                  <a:pt x="552" y="56"/>
                </a:moveTo>
                <a:lnTo>
                  <a:pt x="552" y="56"/>
                </a:lnTo>
                <a:cubicBezTo>
                  <a:pt x="57" y="56"/>
                  <a:pt x="57" y="56"/>
                  <a:pt x="57" y="56"/>
                </a:cubicBezTo>
                <a:cubicBezTo>
                  <a:pt x="57" y="544"/>
                  <a:pt x="57" y="544"/>
                  <a:pt x="57" y="544"/>
                </a:cubicBezTo>
                <a:cubicBezTo>
                  <a:pt x="552" y="544"/>
                  <a:pt x="552" y="544"/>
                  <a:pt x="552" y="544"/>
                </a:cubicBezTo>
                <a:lnTo>
                  <a:pt x="552" y="56"/>
                </a:lnTo>
                <a:close/>
                <a:moveTo>
                  <a:pt x="184" y="261"/>
                </a:moveTo>
                <a:lnTo>
                  <a:pt x="184" y="261"/>
                </a:lnTo>
                <a:cubicBezTo>
                  <a:pt x="191" y="261"/>
                  <a:pt x="198" y="268"/>
                  <a:pt x="198" y="275"/>
                </a:cubicBezTo>
                <a:cubicBezTo>
                  <a:pt x="269" y="339"/>
                  <a:pt x="269" y="339"/>
                  <a:pt x="269" y="339"/>
                </a:cubicBezTo>
                <a:cubicBezTo>
                  <a:pt x="396" y="205"/>
                  <a:pt x="396" y="205"/>
                  <a:pt x="396" y="205"/>
                </a:cubicBezTo>
                <a:cubicBezTo>
                  <a:pt x="403" y="198"/>
                  <a:pt x="410" y="198"/>
                  <a:pt x="417" y="198"/>
                </a:cubicBezTo>
                <a:cubicBezTo>
                  <a:pt x="432" y="198"/>
                  <a:pt x="446" y="212"/>
                  <a:pt x="446" y="226"/>
                </a:cubicBezTo>
                <a:cubicBezTo>
                  <a:pt x="446" y="233"/>
                  <a:pt x="446" y="240"/>
                  <a:pt x="439" y="247"/>
                </a:cubicBezTo>
                <a:cubicBezTo>
                  <a:pt x="283" y="396"/>
                  <a:pt x="283" y="396"/>
                  <a:pt x="283" y="396"/>
                </a:cubicBezTo>
                <a:cubicBezTo>
                  <a:pt x="283" y="403"/>
                  <a:pt x="276" y="403"/>
                  <a:pt x="269" y="403"/>
                </a:cubicBezTo>
                <a:cubicBezTo>
                  <a:pt x="262" y="403"/>
                  <a:pt x="255" y="403"/>
                  <a:pt x="248" y="396"/>
                </a:cubicBezTo>
                <a:cubicBezTo>
                  <a:pt x="163" y="311"/>
                  <a:pt x="163" y="311"/>
                  <a:pt x="163" y="311"/>
                </a:cubicBezTo>
                <a:cubicBezTo>
                  <a:pt x="156" y="304"/>
                  <a:pt x="156" y="297"/>
                  <a:pt x="156" y="290"/>
                </a:cubicBezTo>
                <a:cubicBezTo>
                  <a:pt x="156" y="275"/>
                  <a:pt x="163" y="261"/>
                  <a:pt x="184" y="261"/>
                </a:cubicBezTo>
                <a:close/>
                <a:moveTo>
                  <a:pt x="439" y="403"/>
                </a:moveTo>
                <a:lnTo>
                  <a:pt x="439" y="403"/>
                </a:lnTo>
                <a:close/>
                <a:moveTo>
                  <a:pt x="439" y="198"/>
                </a:moveTo>
                <a:lnTo>
                  <a:pt x="439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1" name="Freeform 93"/>
          <p:cNvSpPr/>
          <p:nvPr/>
        </p:nvSpPr>
        <p:spPr>
          <a:xfrm>
            <a:off x="2325600" y="2944800"/>
            <a:ext cx="217440" cy="217440"/>
          </a:xfrm>
          <a:custGeom>
            <a:avLst/>
            <a:gdLst/>
            <a:ahLst/>
            <a:rect l="l" t="t" r="r" b="b"/>
            <a:pathLst>
              <a:path w="602" h="602">
                <a:moveTo>
                  <a:pt x="573" y="601"/>
                </a:moveTo>
                <a:lnTo>
                  <a:pt x="573" y="601"/>
                </a:lnTo>
                <a:cubicBezTo>
                  <a:pt x="29" y="601"/>
                  <a:pt x="29" y="601"/>
                  <a:pt x="29" y="601"/>
                </a:cubicBezTo>
                <a:cubicBezTo>
                  <a:pt x="15" y="601"/>
                  <a:pt x="0" y="593"/>
                  <a:pt x="0" y="572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15" y="0"/>
                  <a:pt x="29" y="0"/>
                </a:cubicBezTo>
                <a:cubicBezTo>
                  <a:pt x="573" y="0"/>
                  <a:pt x="573" y="0"/>
                  <a:pt x="573" y="0"/>
                </a:cubicBezTo>
                <a:cubicBezTo>
                  <a:pt x="594" y="0"/>
                  <a:pt x="601" y="14"/>
                  <a:pt x="601" y="28"/>
                </a:cubicBezTo>
                <a:cubicBezTo>
                  <a:pt x="601" y="572"/>
                  <a:pt x="601" y="572"/>
                  <a:pt x="601" y="572"/>
                </a:cubicBezTo>
                <a:cubicBezTo>
                  <a:pt x="601" y="593"/>
                  <a:pt x="594" y="601"/>
                  <a:pt x="573" y="601"/>
                </a:cubicBezTo>
                <a:close/>
                <a:moveTo>
                  <a:pt x="544" y="56"/>
                </a:moveTo>
                <a:lnTo>
                  <a:pt x="544" y="56"/>
                </a:lnTo>
                <a:cubicBezTo>
                  <a:pt x="57" y="56"/>
                  <a:pt x="57" y="56"/>
                  <a:pt x="57" y="56"/>
                </a:cubicBezTo>
                <a:cubicBezTo>
                  <a:pt x="57" y="544"/>
                  <a:pt x="57" y="544"/>
                  <a:pt x="57" y="544"/>
                </a:cubicBezTo>
                <a:cubicBezTo>
                  <a:pt x="544" y="544"/>
                  <a:pt x="544" y="544"/>
                  <a:pt x="544" y="544"/>
                </a:cubicBezTo>
                <a:lnTo>
                  <a:pt x="544" y="56"/>
                </a:lnTo>
                <a:close/>
                <a:moveTo>
                  <a:pt x="177" y="275"/>
                </a:moveTo>
                <a:lnTo>
                  <a:pt x="177" y="275"/>
                </a:lnTo>
                <a:cubicBezTo>
                  <a:pt x="248" y="275"/>
                  <a:pt x="248" y="275"/>
                  <a:pt x="248" y="275"/>
                </a:cubicBezTo>
                <a:cubicBezTo>
                  <a:pt x="276" y="275"/>
                  <a:pt x="276" y="275"/>
                  <a:pt x="276" y="275"/>
                </a:cubicBezTo>
                <a:cubicBezTo>
                  <a:pt x="333" y="275"/>
                  <a:pt x="333" y="275"/>
                  <a:pt x="333" y="275"/>
                </a:cubicBezTo>
                <a:cubicBezTo>
                  <a:pt x="368" y="275"/>
                  <a:pt x="368" y="275"/>
                  <a:pt x="368" y="275"/>
                </a:cubicBezTo>
                <a:cubicBezTo>
                  <a:pt x="424" y="275"/>
                  <a:pt x="424" y="275"/>
                  <a:pt x="424" y="275"/>
                </a:cubicBezTo>
                <a:cubicBezTo>
                  <a:pt x="439" y="275"/>
                  <a:pt x="453" y="282"/>
                  <a:pt x="453" y="304"/>
                </a:cubicBezTo>
                <a:cubicBezTo>
                  <a:pt x="453" y="318"/>
                  <a:pt x="439" y="332"/>
                  <a:pt x="424" y="332"/>
                </a:cubicBezTo>
                <a:cubicBezTo>
                  <a:pt x="368" y="332"/>
                  <a:pt x="368" y="332"/>
                  <a:pt x="368" y="332"/>
                </a:cubicBezTo>
                <a:cubicBezTo>
                  <a:pt x="333" y="332"/>
                  <a:pt x="333" y="332"/>
                  <a:pt x="333" y="332"/>
                </a:cubicBezTo>
                <a:cubicBezTo>
                  <a:pt x="276" y="332"/>
                  <a:pt x="276" y="332"/>
                  <a:pt x="276" y="332"/>
                </a:cubicBezTo>
                <a:cubicBezTo>
                  <a:pt x="233" y="332"/>
                  <a:pt x="233" y="332"/>
                  <a:pt x="233" y="332"/>
                </a:cubicBezTo>
                <a:cubicBezTo>
                  <a:pt x="177" y="332"/>
                  <a:pt x="177" y="332"/>
                  <a:pt x="177" y="332"/>
                </a:cubicBezTo>
                <a:cubicBezTo>
                  <a:pt x="163" y="332"/>
                  <a:pt x="149" y="318"/>
                  <a:pt x="149" y="304"/>
                </a:cubicBezTo>
                <a:cubicBezTo>
                  <a:pt x="149" y="282"/>
                  <a:pt x="163" y="275"/>
                  <a:pt x="177" y="27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2" name="Freeform 94"/>
          <p:cNvSpPr/>
          <p:nvPr/>
        </p:nvSpPr>
        <p:spPr>
          <a:xfrm>
            <a:off x="1946160" y="2944800"/>
            <a:ext cx="217440" cy="217440"/>
          </a:xfrm>
          <a:custGeom>
            <a:avLst/>
            <a:gdLst/>
            <a:ahLst/>
            <a:rect l="l" t="t" r="r" b="b"/>
            <a:pathLst>
              <a:path w="602" h="602">
                <a:moveTo>
                  <a:pt x="573" y="601"/>
                </a:moveTo>
                <a:lnTo>
                  <a:pt x="573" y="601"/>
                </a:lnTo>
                <a:cubicBezTo>
                  <a:pt x="29" y="601"/>
                  <a:pt x="29" y="601"/>
                  <a:pt x="29" y="601"/>
                </a:cubicBezTo>
                <a:cubicBezTo>
                  <a:pt x="7" y="601"/>
                  <a:pt x="0" y="593"/>
                  <a:pt x="0" y="572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7" y="0"/>
                  <a:pt x="29" y="0"/>
                </a:cubicBezTo>
                <a:cubicBezTo>
                  <a:pt x="573" y="0"/>
                  <a:pt x="573" y="0"/>
                  <a:pt x="573" y="0"/>
                </a:cubicBezTo>
                <a:cubicBezTo>
                  <a:pt x="587" y="0"/>
                  <a:pt x="601" y="14"/>
                  <a:pt x="601" y="28"/>
                </a:cubicBezTo>
                <a:cubicBezTo>
                  <a:pt x="601" y="572"/>
                  <a:pt x="601" y="572"/>
                  <a:pt x="601" y="572"/>
                </a:cubicBezTo>
                <a:cubicBezTo>
                  <a:pt x="601" y="593"/>
                  <a:pt x="587" y="601"/>
                  <a:pt x="573" y="601"/>
                </a:cubicBezTo>
                <a:close/>
                <a:moveTo>
                  <a:pt x="544" y="56"/>
                </a:moveTo>
                <a:lnTo>
                  <a:pt x="544" y="56"/>
                </a:lnTo>
                <a:cubicBezTo>
                  <a:pt x="57" y="56"/>
                  <a:pt x="57" y="56"/>
                  <a:pt x="57" y="56"/>
                </a:cubicBezTo>
                <a:cubicBezTo>
                  <a:pt x="57" y="544"/>
                  <a:pt x="57" y="544"/>
                  <a:pt x="57" y="544"/>
                </a:cubicBezTo>
                <a:cubicBezTo>
                  <a:pt x="544" y="544"/>
                  <a:pt x="544" y="544"/>
                  <a:pt x="544" y="544"/>
                </a:cubicBezTo>
                <a:lnTo>
                  <a:pt x="544" y="56"/>
                </a:lnTo>
                <a:close/>
                <a:moveTo>
                  <a:pt x="177" y="275"/>
                </a:moveTo>
                <a:lnTo>
                  <a:pt x="177" y="275"/>
                </a:lnTo>
                <a:cubicBezTo>
                  <a:pt x="269" y="275"/>
                  <a:pt x="269" y="275"/>
                  <a:pt x="269" y="275"/>
                </a:cubicBezTo>
                <a:cubicBezTo>
                  <a:pt x="269" y="176"/>
                  <a:pt x="269" y="176"/>
                  <a:pt x="269" y="176"/>
                </a:cubicBezTo>
                <a:cubicBezTo>
                  <a:pt x="269" y="162"/>
                  <a:pt x="283" y="148"/>
                  <a:pt x="297" y="148"/>
                </a:cubicBezTo>
                <a:cubicBezTo>
                  <a:pt x="318" y="148"/>
                  <a:pt x="325" y="162"/>
                  <a:pt x="325" y="176"/>
                </a:cubicBezTo>
                <a:cubicBezTo>
                  <a:pt x="325" y="275"/>
                  <a:pt x="325" y="275"/>
                  <a:pt x="325" y="275"/>
                </a:cubicBezTo>
                <a:cubicBezTo>
                  <a:pt x="424" y="275"/>
                  <a:pt x="424" y="275"/>
                  <a:pt x="424" y="275"/>
                </a:cubicBezTo>
                <a:cubicBezTo>
                  <a:pt x="438" y="275"/>
                  <a:pt x="453" y="282"/>
                  <a:pt x="453" y="304"/>
                </a:cubicBezTo>
                <a:cubicBezTo>
                  <a:pt x="453" y="318"/>
                  <a:pt x="438" y="332"/>
                  <a:pt x="424" y="332"/>
                </a:cubicBezTo>
                <a:cubicBezTo>
                  <a:pt x="325" y="332"/>
                  <a:pt x="325" y="332"/>
                  <a:pt x="325" y="332"/>
                </a:cubicBezTo>
                <a:cubicBezTo>
                  <a:pt x="325" y="424"/>
                  <a:pt x="325" y="424"/>
                  <a:pt x="325" y="424"/>
                </a:cubicBezTo>
                <a:cubicBezTo>
                  <a:pt x="325" y="438"/>
                  <a:pt x="318" y="452"/>
                  <a:pt x="297" y="452"/>
                </a:cubicBezTo>
                <a:cubicBezTo>
                  <a:pt x="283" y="452"/>
                  <a:pt x="269" y="438"/>
                  <a:pt x="269" y="424"/>
                </a:cubicBezTo>
                <a:cubicBezTo>
                  <a:pt x="269" y="332"/>
                  <a:pt x="269" y="332"/>
                  <a:pt x="269" y="332"/>
                </a:cubicBezTo>
                <a:cubicBezTo>
                  <a:pt x="177" y="332"/>
                  <a:pt x="177" y="332"/>
                  <a:pt x="177" y="332"/>
                </a:cubicBezTo>
                <a:cubicBezTo>
                  <a:pt x="163" y="332"/>
                  <a:pt x="149" y="318"/>
                  <a:pt x="149" y="304"/>
                </a:cubicBezTo>
                <a:cubicBezTo>
                  <a:pt x="149" y="282"/>
                  <a:pt x="163" y="275"/>
                  <a:pt x="177" y="27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3" name="Freeform 95"/>
          <p:cNvSpPr/>
          <p:nvPr/>
        </p:nvSpPr>
        <p:spPr>
          <a:xfrm>
            <a:off x="1574640" y="2954160"/>
            <a:ext cx="198720" cy="196920"/>
          </a:xfrm>
          <a:custGeom>
            <a:avLst/>
            <a:gdLst/>
            <a:ahLst/>
            <a:rect l="l" t="t" r="r" b="b"/>
            <a:pathLst>
              <a:path w="553" h="545">
                <a:moveTo>
                  <a:pt x="523" y="544"/>
                </a:moveTo>
                <a:lnTo>
                  <a:pt x="523" y="544"/>
                </a:lnTo>
                <a:cubicBezTo>
                  <a:pt x="333" y="544"/>
                  <a:pt x="333" y="544"/>
                  <a:pt x="333" y="544"/>
                </a:cubicBezTo>
                <a:cubicBezTo>
                  <a:pt x="318" y="544"/>
                  <a:pt x="304" y="537"/>
                  <a:pt x="304" y="516"/>
                </a:cubicBezTo>
                <a:cubicBezTo>
                  <a:pt x="304" y="332"/>
                  <a:pt x="304" y="332"/>
                  <a:pt x="304" y="332"/>
                </a:cubicBezTo>
                <a:cubicBezTo>
                  <a:pt x="304" y="311"/>
                  <a:pt x="318" y="304"/>
                  <a:pt x="333" y="304"/>
                </a:cubicBezTo>
                <a:cubicBezTo>
                  <a:pt x="523" y="304"/>
                  <a:pt x="523" y="304"/>
                  <a:pt x="523" y="304"/>
                </a:cubicBezTo>
                <a:cubicBezTo>
                  <a:pt x="537" y="304"/>
                  <a:pt x="552" y="311"/>
                  <a:pt x="552" y="332"/>
                </a:cubicBezTo>
                <a:cubicBezTo>
                  <a:pt x="552" y="516"/>
                  <a:pt x="552" y="516"/>
                  <a:pt x="552" y="516"/>
                </a:cubicBezTo>
                <a:cubicBezTo>
                  <a:pt x="552" y="537"/>
                  <a:pt x="537" y="544"/>
                  <a:pt x="523" y="544"/>
                </a:cubicBezTo>
                <a:close/>
                <a:moveTo>
                  <a:pt x="523" y="247"/>
                </a:moveTo>
                <a:lnTo>
                  <a:pt x="523" y="247"/>
                </a:lnTo>
                <a:cubicBezTo>
                  <a:pt x="333" y="247"/>
                  <a:pt x="333" y="247"/>
                  <a:pt x="333" y="247"/>
                </a:cubicBezTo>
                <a:cubicBezTo>
                  <a:pt x="318" y="247"/>
                  <a:pt x="304" y="233"/>
                  <a:pt x="304" y="219"/>
                </a:cubicBezTo>
                <a:cubicBezTo>
                  <a:pt x="304" y="28"/>
                  <a:pt x="304" y="28"/>
                  <a:pt x="304" y="28"/>
                </a:cubicBezTo>
                <a:cubicBezTo>
                  <a:pt x="304" y="14"/>
                  <a:pt x="318" y="0"/>
                  <a:pt x="333" y="0"/>
                </a:cubicBezTo>
                <a:cubicBezTo>
                  <a:pt x="523" y="0"/>
                  <a:pt x="523" y="0"/>
                  <a:pt x="523" y="0"/>
                </a:cubicBezTo>
                <a:cubicBezTo>
                  <a:pt x="537" y="0"/>
                  <a:pt x="552" y="14"/>
                  <a:pt x="552" y="28"/>
                </a:cubicBezTo>
                <a:cubicBezTo>
                  <a:pt x="552" y="219"/>
                  <a:pt x="552" y="219"/>
                  <a:pt x="552" y="219"/>
                </a:cubicBezTo>
                <a:cubicBezTo>
                  <a:pt x="552" y="233"/>
                  <a:pt x="537" y="247"/>
                  <a:pt x="523" y="247"/>
                </a:cubicBezTo>
                <a:close/>
                <a:moveTo>
                  <a:pt x="219" y="544"/>
                </a:moveTo>
                <a:lnTo>
                  <a:pt x="219" y="544"/>
                </a:lnTo>
                <a:cubicBezTo>
                  <a:pt x="29" y="544"/>
                  <a:pt x="29" y="544"/>
                  <a:pt x="29" y="544"/>
                </a:cubicBezTo>
                <a:cubicBezTo>
                  <a:pt x="15" y="544"/>
                  <a:pt x="0" y="537"/>
                  <a:pt x="0" y="516"/>
                </a:cubicBezTo>
                <a:cubicBezTo>
                  <a:pt x="0" y="332"/>
                  <a:pt x="0" y="332"/>
                  <a:pt x="0" y="332"/>
                </a:cubicBezTo>
                <a:cubicBezTo>
                  <a:pt x="0" y="311"/>
                  <a:pt x="15" y="304"/>
                  <a:pt x="29" y="304"/>
                </a:cubicBezTo>
                <a:cubicBezTo>
                  <a:pt x="219" y="304"/>
                  <a:pt x="219" y="304"/>
                  <a:pt x="219" y="304"/>
                </a:cubicBezTo>
                <a:cubicBezTo>
                  <a:pt x="234" y="304"/>
                  <a:pt x="248" y="311"/>
                  <a:pt x="248" y="332"/>
                </a:cubicBezTo>
                <a:cubicBezTo>
                  <a:pt x="248" y="516"/>
                  <a:pt x="248" y="516"/>
                  <a:pt x="248" y="516"/>
                </a:cubicBezTo>
                <a:cubicBezTo>
                  <a:pt x="248" y="537"/>
                  <a:pt x="234" y="544"/>
                  <a:pt x="219" y="544"/>
                </a:cubicBezTo>
                <a:close/>
                <a:moveTo>
                  <a:pt x="219" y="247"/>
                </a:moveTo>
                <a:lnTo>
                  <a:pt x="219" y="247"/>
                </a:lnTo>
                <a:cubicBezTo>
                  <a:pt x="29" y="247"/>
                  <a:pt x="29" y="247"/>
                  <a:pt x="29" y="247"/>
                </a:cubicBezTo>
                <a:cubicBezTo>
                  <a:pt x="15" y="247"/>
                  <a:pt x="0" y="233"/>
                  <a:pt x="0" y="219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15" y="0"/>
                  <a:pt x="29" y="0"/>
                </a:cubicBezTo>
                <a:cubicBezTo>
                  <a:pt x="219" y="0"/>
                  <a:pt x="219" y="0"/>
                  <a:pt x="219" y="0"/>
                </a:cubicBezTo>
                <a:cubicBezTo>
                  <a:pt x="234" y="0"/>
                  <a:pt x="248" y="14"/>
                  <a:pt x="248" y="28"/>
                </a:cubicBezTo>
                <a:cubicBezTo>
                  <a:pt x="248" y="219"/>
                  <a:pt x="248" y="219"/>
                  <a:pt x="248" y="219"/>
                </a:cubicBezTo>
                <a:cubicBezTo>
                  <a:pt x="248" y="233"/>
                  <a:pt x="234" y="247"/>
                  <a:pt x="219" y="24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4" name="Freeform 96"/>
          <p:cNvSpPr/>
          <p:nvPr/>
        </p:nvSpPr>
        <p:spPr>
          <a:xfrm>
            <a:off x="1195560" y="2954160"/>
            <a:ext cx="196560" cy="196920"/>
          </a:xfrm>
          <a:custGeom>
            <a:avLst/>
            <a:gdLst/>
            <a:ahLst/>
            <a:rect l="l" t="t" r="r" b="b"/>
            <a:pathLst>
              <a:path w="545" h="545">
                <a:moveTo>
                  <a:pt x="516" y="544"/>
                </a:moveTo>
                <a:lnTo>
                  <a:pt x="516" y="544"/>
                </a:lnTo>
                <a:cubicBezTo>
                  <a:pt x="333" y="544"/>
                  <a:pt x="333" y="544"/>
                  <a:pt x="333" y="544"/>
                </a:cubicBezTo>
                <a:cubicBezTo>
                  <a:pt x="311" y="544"/>
                  <a:pt x="304" y="537"/>
                  <a:pt x="304" y="516"/>
                </a:cubicBezTo>
                <a:cubicBezTo>
                  <a:pt x="304" y="332"/>
                  <a:pt x="304" y="332"/>
                  <a:pt x="304" y="332"/>
                </a:cubicBezTo>
                <a:cubicBezTo>
                  <a:pt x="304" y="311"/>
                  <a:pt x="311" y="304"/>
                  <a:pt x="333" y="304"/>
                </a:cubicBezTo>
                <a:cubicBezTo>
                  <a:pt x="516" y="304"/>
                  <a:pt x="516" y="304"/>
                  <a:pt x="516" y="304"/>
                </a:cubicBezTo>
                <a:cubicBezTo>
                  <a:pt x="537" y="304"/>
                  <a:pt x="544" y="311"/>
                  <a:pt x="544" y="332"/>
                </a:cubicBezTo>
                <a:cubicBezTo>
                  <a:pt x="544" y="516"/>
                  <a:pt x="544" y="516"/>
                  <a:pt x="544" y="516"/>
                </a:cubicBezTo>
                <a:cubicBezTo>
                  <a:pt x="544" y="537"/>
                  <a:pt x="537" y="544"/>
                  <a:pt x="516" y="544"/>
                </a:cubicBezTo>
                <a:close/>
                <a:moveTo>
                  <a:pt x="488" y="361"/>
                </a:moveTo>
                <a:lnTo>
                  <a:pt x="488" y="361"/>
                </a:lnTo>
                <a:cubicBezTo>
                  <a:pt x="361" y="361"/>
                  <a:pt x="361" y="361"/>
                  <a:pt x="361" y="361"/>
                </a:cubicBezTo>
                <a:cubicBezTo>
                  <a:pt x="361" y="488"/>
                  <a:pt x="361" y="488"/>
                  <a:pt x="361" y="488"/>
                </a:cubicBezTo>
                <a:cubicBezTo>
                  <a:pt x="488" y="488"/>
                  <a:pt x="488" y="488"/>
                  <a:pt x="488" y="488"/>
                </a:cubicBezTo>
                <a:lnTo>
                  <a:pt x="488" y="361"/>
                </a:lnTo>
                <a:close/>
                <a:moveTo>
                  <a:pt x="516" y="247"/>
                </a:moveTo>
                <a:lnTo>
                  <a:pt x="516" y="247"/>
                </a:lnTo>
                <a:cubicBezTo>
                  <a:pt x="333" y="247"/>
                  <a:pt x="333" y="247"/>
                  <a:pt x="333" y="247"/>
                </a:cubicBezTo>
                <a:cubicBezTo>
                  <a:pt x="311" y="247"/>
                  <a:pt x="304" y="233"/>
                  <a:pt x="304" y="219"/>
                </a:cubicBezTo>
                <a:cubicBezTo>
                  <a:pt x="304" y="28"/>
                  <a:pt x="304" y="28"/>
                  <a:pt x="304" y="28"/>
                </a:cubicBezTo>
                <a:cubicBezTo>
                  <a:pt x="304" y="14"/>
                  <a:pt x="311" y="0"/>
                  <a:pt x="333" y="0"/>
                </a:cubicBezTo>
                <a:cubicBezTo>
                  <a:pt x="516" y="0"/>
                  <a:pt x="516" y="0"/>
                  <a:pt x="516" y="0"/>
                </a:cubicBezTo>
                <a:cubicBezTo>
                  <a:pt x="537" y="0"/>
                  <a:pt x="544" y="14"/>
                  <a:pt x="544" y="28"/>
                </a:cubicBezTo>
                <a:cubicBezTo>
                  <a:pt x="544" y="219"/>
                  <a:pt x="544" y="219"/>
                  <a:pt x="544" y="219"/>
                </a:cubicBezTo>
                <a:cubicBezTo>
                  <a:pt x="544" y="233"/>
                  <a:pt x="537" y="247"/>
                  <a:pt x="516" y="247"/>
                </a:cubicBezTo>
                <a:close/>
                <a:moveTo>
                  <a:pt x="488" y="57"/>
                </a:moveTo>
                <a:lnTo>
                  <a:pt x="488" y="57"/>
                </a:lnTo>
                <a:cubicBezTo>
                  <a:pt x="361" y="57"/>
                  <a:pt x="361" y="57"/>
                  <a:pt x="361" y="57"/>
                </a:cubicBezTo>
                <a:cubicBezTo>
                  <a:pt x="361" y="191"/>
                  <a:pt x="361" y="191"/>
                  <a:pt x="361" y="191"/>
                </a:cubicBezTo>
                <a:cubicBezTo>
                  <a:pt x="488" y="191"/>
                  <a:pt x="488" y="191"/>
                  <a:pt x="488" y="191"/>
                </a:cubicBezTo>
                <a:lnTo>
                  <a:pt x="488" y="57"/>
                </a:lnTo>
                <a:close/>
                <a:moveTo>
                  <a:pt x="219" y="544"/>
                </a:moveTo>
                <a:lnTo>
                  <a:pt x="219" y="544"/>
                </a:lnTo>
                <a:cubicBezTo>
                  <a:pt x="29" y="544"/>
                  <a:pt x="29" y="544"/>
                  <a:pt x="29" y="544"/>
                </a:cubicBezTo>
                <a:cubicBezTo>
                  <a:pt x="14" y="544"/>
                  <a:pt x="0" y="537"/>
                  <a:pt x="0" y="516"/>
                </a:cubicBezTo>
                <a:cubicBezTo>
                  <a:pt x="0" y="332"/>
                  <a:pt x="0" y="332"/>
                  <a:pt x="0" y="332"/>
                </a:cubicBezTo>
                <a:cubicBezTo>
                  <a:pt x="0" y="311"/>
                  <a:pt x="14" y="304"/>
                  <a:pt x="29" y="304"/>
                </a:cubicBezTo>
                <a:cubicBezTo>
                  <a:pt x="219" y="304"/>
                  <a:pt x="219" y="304"/>
                  <a:pt x="219" y="304"/>
                </a:cubicBezTo>
                <a:cubicBezTo>
                  <a:pt x="233" y="304"/>
                  <a:pt x="248" y="311"/>
                  <a:pt x="248" y="332"/>
                </a:cubicBezTo>
                <a:cubicBezTo>
                  <a:pt x="248" y="516"/>
                  <a:pt x="248" y="516"/>
                  <a:pt x="248" y="516"/>
                </a:cubicBezTo>
                <a:cubicBezTo>
                  <a:pt x="248" y="537"/>
                  <a:pt x="233" y="544"/>
                  <a:pt x="219" y="544"/>
                </a:cubicBezTo>
                <a:close/>
                <a:moveTo>
                  <a:pt x="191" y="361"/>
                </a:moveTo>
                <a:lnTo>
                  <a:pt x="191" y="361"/>
                </a:lnTo>
                <a:cubicBezTo>
                  <a:pt x="57" y="361"/>
                  <a:pt x="57" y="361"/>
                  <a:pt x="57" y="361"/>
                </a:cubicBezTo>
                <a:cubicBezTo>
                  <a:pt x="57" y="488"/>
                  <a:pt x="57" y="488"/>
                  <a:pt x="57" y="488"/>
                </a:cubicBezTo>
                <a:cubicBezTo>
                  <a:pt x="191" y="488"/>
                  <a:pt x="191" y="488"/>
                  <a:pt x="191" y="488"/>
                </a:cubicBezTo>
                <a:lnTo>
                  <a:pt x="191" y="361"/>
                </a:lnTo>
                <a:close/>
                <a:moveTo>
                  <a:pt x="219" y="247"/>
                </a:moveTo>
                <a:lnTo>
                  <a:pt x="219" y="247"/>
                </a:lnTo>
                <a:cubicBezTo>
                  <a:pt x="29" y="247"/>
                  <a:pt x="29" y="247"/>
                  <a:pt x="29" y="247"/>
                </a:cubicBezTo>
                <a:cubicBezTo>
                  <a:pt x="14" y="247"/>
                  <a:pt x="0" y="233"/>
                  <a:pt x="0" y="219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14" y="0"/>
                  <a:pt x="29" y="0"/>
                </a:cubicBezTo>
                <a:cubicBezTo>
                  <a:pt x="219" y="0"/>
                  <a:pt x="219" y="0"/>
                  <a:pt x="219" y="0"/>
                </a:cubicBezTo>
                <a:cubicBezTo>
                  <a:pt x="233" y="0"/>
                  <a:pt x="248" y="14"/>
                  <a:pt x="248" y="28"/>
                </a:cubicBezTo>
                <a:cubicBezTo>
                  <a:pt x="248" y="219"/>
                  <a:pt x="248" y="219"/>
                  <a:pt x="248" y="219"/>
                </a:cubicBezTo>
                <a:cubicBezTo>
                  <a:pt x="248" y="233"/>
                  <a:pt x="233" y="247"/>
                  <a:pt x="219" y="247"/>
                </a:cubicBezTo>
                <a:close/>
                <a:moveTo>
                  <a:pt x="191" y="57"/>
                </a:moveTo>
                <a:lnTo>
                  <a:pt x="191" y="57"/>
                </a:lnTo>
                <a:cubicBezTo>
                  <a:pt x="57" y="57"/>
                  <a:pt x="57" y="57"/>
                  <a:pt x="57" y="57"/>
                </a:cubicBezTo>
                <a:cubicBezTo>
                  <a:pt x="57" y="191"/>
                  <a:pt x="57" y="191"/>
                  <a:pt x="57" y="191"/>
                </a:cubicBezTo>
                <a:cubicBezTo>
                  <a:pt x="191" y="191"/>
                  <a:pt x="191" y="191"/>
                  <a:pt x="191" y="191"/>
                </a:cubicBezTo>
                <a:lnTo>
                  <a:pt x="191" y="5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5" name="Freeform 97"/>
          <p:cNvSpPr/>
          <p:nvPr/>
        </p:nvSpPr>
        <p:spPr>
          <a:xfrm>
            <a:off x="5386320" y="2565360"/>
            <a:ext cx="176400" cy="216000"/>
          </a:xfrm>
          <a:custGeom>
            <a:avLst/>
            <a:gdLst/>
            <a:ahLst/>
            <a:rect l="l" t="t" r="r" b="b"/>
            <a:pathLst>
              <a:path w="488" h="601">
                <a:moveTo>
                  <a:pt x="459" y="600"/>
                </a:moveTo>
                <a:lnTo>
                  <a:pt x="459" y="600"/>
                </a:lnTo>
                <a:cubicBezTo>
                  <a:pt x="28" y="600"/>
                  <a:pt x="28" y="600"/>
                  <a:pt x="28" y="600"/>
                </a:cubicBezTo>
                <a:cubicBezTo>
                  <a:pt x="7" y="600"/>
                  <a:pt x="0" y="586"/>
                  <a:pt x="0" y="572"/>
                </a:cubicBezTo>
                <a:cubicBezTo>
                  <a:pt x="0" y="325"/>
                  <a:pt x="0" y="325"/>
                  <a:pt x="0" y="325"/>
                </a:cubicBezTo>
                <a:cubicBezTo>
                  <a:pt x="0" y="311"/>
                  <a:pt x="7" y="296"/>
                  <a:pt x="28" y="296"/>
                </a:cubicBezTo>
                <a:cubicBezTo>
                  <a:pt x="70" y="296"/>
                  <a:pt x="70" y="296"/>
                  <a:pt x="70" y="296"/>
                </a:cubicBezTo>
                <a:cubicBezTo>
                  <a:pt x="70" y="169"/>
                  <a:pt x="70" y="169"/>
                  <a:pt x="70" y="169"/>
                </a:cubicBezTo>
                <a:cubicBezTo>
                  <a:pt x="70" y="70"/>
                  <a:pt x="148" y="0"/>
                  <a:pt x="240" y="0"/>
                </a:cubicBezTo>
                <a:cubicBezTo>
                  <a:pt x="339" y="0"/>
                  <a:pt x="409" y="70"/>
                  <a:pt x="409" y="169"/>
                </a:cubicBezTo>
                <a:cubicBezTo>
                  <a:pt x="409" y="183"/>
                  <a:pt x="402" y="198"/>
                  <a:pt x="381" y="198"/>
                </a:cubicBezTo>
                <a:cubicBezTo>
                  <a:pt x="367" y="198"/>
                  <a:pt x="353" y="183"/>
                  <a:pt x="353" y="169"/>
                </a:cubicBezTo>
                <a:cubicBezTo>
                  <a:pt x="353" y="106"/>
                  <a:pt x="304" y="56"/>
                  <a:pt x="240" y="56"/>
                </a:cubicBezTo>
                <a:cubicBezTo>
                  <a:pt x="176" y="56"/>
                  <a:pt x="127" y="106"/>
                  <a:pt x="127" y="169"/>
                </a:cubicBezTo>
                <a:cubicBezTo>
                  <a:pt x="127" y="296"/>
                  <a:pt x="127" y="296"/>
                  <a:pt x="127" y="296"/>
                </a:cubicBezTo>
                <a:cubicBezTo>
                  <a:pt x="353" y="296"/>
                  <a:pt x="353" y="296"/>
                  <a:pt x="353" y="296"/>
                </a:cubicBezTo>
                <a:cubicBezTo>
                  <a:pt x="409" y="296"/>
                  <a:pt x="409" y="296"/>
                  <a:pt x="409" y="296"/>
                </a:cubicBezTo>
                <a:cubicBezTo>
                  <a:pt x="459" y="296"/>
                  <a:pt x="459" y="296"/>
                  <a:pt x="459" y="296"/>
                </a:cubicBezTo>
                <a:cubicBezTo>
                  <a:pt x="473" y="296"/>
                  <a:pt x="487" y="311"/>
                  <a:pt x="487" y="325"/>
                </a:cubicBezTo>
                <a:cubicBezTo>
                  <a:pt x="487" y="572"/>
                  <a:pt x="487" y="572"/>
                  <a:pt x="487" y="572"/>
                </a:cubicBezTo>
                <a:cubicBezTo>
                  <a:pt x="487" y="586"/>
                  <a:pt x="473" y="600"/>
                  <a:pt x="459" y="600"/>
                </a:cubicBezTo>
                <a:close/>
                <a:moveTo>
                  <a:pt x="240" y="353"/>
                </a:moveTo>
                <a:lnTo>
                  <a:pt x="240" y="353"/>
                </a:lnTo>
                <a:cubicBezTo>
                  <a:pt x="212" y="353"/>
                  <a:pt x="183" y="381"/>
                  <a:pt x="183" y="410"/>
                </a:cubicBezTo>
                <a:cubicBezTo>
                  <a:pt x="183" y="431"/>
                  <a:pt x="198" y="452"/>
                  <a:pt x="212" y="459"/>
                </a:cubicBezTo>
                <a:cubicBezTo>
                  <a:pt x="212" y="516"/>
                  <a:pt x="212" y="516"/>
                  <a:pt x="212" y="516"/>
                </a:cubicBezTo>
                <a:cubicBezTo>
                  <a:pt x="212" y="530"/>
                  <a:pt x="226" y="544"/>
                  <a:pt x="240" y="544"/>
                </a:cubicBezTo>
                <a:cubicBezTo>
                  <a:pt x="261" y="544"/>
                  <a:pt x="268" y="530"/>
                  <a:pt x="268" y="516"/>
                </a:cubicBezTo>
                <a:cubicBezTo>
                  <a:pt x="268" y="459"/>
                  <a:pt x="268" y="459"/>
                  <a:pt x="268" y="459"/>
                </a:cubicBezTo>
                <a:cubicBezTo>
                  <a:pt x="289" y="452"/>
                  <a:pt x="296" y="431"/>
                  <a:pt x="296" y="410"/>
                </a:cubicBezTo>
                <a:cubicBezTo>
                  <a:pt x="296" y="381"/>
                  <a:pt x="275" y="353"/>
                  <a:pt x="240" y="35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6" name="Freeform 98"/>
          <p:cNvSpPr/>
          <p:nvPr/>
        </p:nvSpPr>
        <p:spPr>
          <a:xfrm>
            <a:off x="5010120" y="2565360"/>
            <a:ext cx="176400" cy="216000"/>
          </a:xfrm>
          <a:custGeom>
            <a:avLst/>
            <a:gdLst/>
            <a:ahLst/>
            <a:rect l="l" t="t" r="r" b="b"/>
            <a:pathLst>
              <a:path w="488" h="601">
                <a:moveTo>
                  <a:pt x="459" y="600"/>
                </a:moveTo>
                <a:lnTo>
                  <a:pt x="459" y="600"/>
                </a:lnTo>
                <a:cubicBezTo>
                  <a:pt x="28" y="600"/>
                  <a:pt x="28" y="600"/>
                  <a:pt x="28" y="600"/>
                </a:cubicBezTo>
                <a:cubicBezTo>
                  <a:pt x="7" y="600"/>
                  <a:pt x="0" y="586"/>
                  <a:pt x="0" y="572"/>
                </a:cubicBezTo>
                <a:cubicBezTo>
                  <a:pt x="0" y="325"/>
                  <a:pt x="0" y="325"/>
                  <a:pt x="0" y="325"/>
                </a:cubicBezTo>
                <a:cubicBezTo>
                  <a:pt x="0" y="311"/>
                  <a:pt x="7" y="296"/>
                  <a:pt x="28" y="296"/>
                </a:cubicBezTo>
                <a:cubicBezTo>
                  <a:pt x="70" y="296"/>
                  <a:pt x="70" y="296"/>
                  <a:pt x="70" y="296"/>
                </a:cubicBezTo>
                <a:cubicBezTo>
                  <a:pt x="70" y="169"/>
                  <a:pt x="70" y="169"/>
                  <a:pt x="70" y="169"/>
                </a:cubicBezTo>
                <a:cubicBezTo>
                  <a:pt x="70" y="70"/>
                  <a:pt x="148" y="0"/>
                  <a:pt x="240" y="0"/>
                </a:cubicBezTo>
                <a:cubicBezTo>
                  <a:pt x="339" y="0"/>
                  <a:pt x="409" y="70"/>
                  <a:pt x="409" y="169"/>
                </a:cubicBezTo>
                <a:cubicBezTo>
                  <a:pt x="409" y="296"/>
                  <a:pt x="409" y="296"/>
                  <a:pt x="409" y="296"/>
                </a:cubicBezTo>
                <a:cubicBezTo>
                  <a:pt x="459" y="296"/>
                  <a:pt x="459" y="296"/>
                  <a:pt x="459" y="296"/>
                </a:cubicBezTo>
                <a:cubicBezTo>
                  <a:pt x="473" y="296"/>
                  <a:pt x="487" y="311"/>
                  <a:pt x="487" y="325"/>
                </a:cubicBezTo>
                <a:cubicBezTo>
                  <a:pt x="487" y="572"/>
                  <a:pt x="487" y="572"/>
                  <a:pt x="487" y="572"/>
                </a:cubicBezTo>
                <a:cubicBezTo>
                  <a:pt x="487" y="586"/>
                  <a:pt x="473" y="600"/>
                  <a:pt x="459" y="600"/>
                </a:cubicBezTo>
                <a:close/>
                <a:moveTo>
                  <a:pt x="212" y="459"/>
                </a:moveTo>
                <a:lnTo>
                  <a:pt x="212" y="459"/>
                </a:lnTo>
                <a:cubicBezTo>
                  <a:pt x="212" y="516"/>
                  <a:pt x="212" y="516"/>
                  <a:pt x="212" y="516"/>
                </a:cubicBezTo>
                <a:cubicBezTo>
                  <a:pt x="212" y="530"/>
                  <a:pt x="226" y="544"/>
                  <a:pt x="240" y="544"/>
                </a:cubicBezTo>
                <a:cubicBezTo>
                  <a:pt x="261" y="544"/>
                  <a:pt x="268" y="530"/>
                  <a:pt x="268" y="516"/>
                </a:cubicBezTo>
                <a:cubicBezTo>
                  <a:pt x="268" y="459"/>
                  <a:pt x="268" y="459"/>
                  <a:pt x="268" y="459"/>
                </a:cubicBezTo>
                <a:cubicBezTo>
                  <a:pt x="289" y="452"/>
                  <a:pt x="296" y="431"/>
                  <a:pt x="296" y="410"/>
                </a:cubicBezTo>
                <a:cubicBezTo>
                  <a:pt x="296" y="381"/>
                  <a:pt x="275" y="353"/>
                  <a:pt x="240" y="353"/>
                </a:cubicBezTo>
                <a:cubicBezTo>
                  <a:pt x="212" y="353"/>
                  <a:pt x="183" y="381"/>
                  <a:pt x="183" y="410"/>
                </a:cubicBezTo>
                <a:cubicBezTo>
                  <a:pt x="183" y="431"/>
                  <a:pt x="198" y="452"/>
                  <a:pt x="212" y="459"/>
                </a:cubicBezTo>
                <a:close/>
                <a:moveTo>
                  <a:pt x="353" y="169"/>
                </a:moveTo>
                <a:lnTo>
                  <a:pt x="353" y="169"/>
                </a:lnTo>
                <a:cubicBezTo>
                  <a:pt x="353" y="106"/>
                  <a:pt x="304" y="56"/>
                  <a:pt x="240" y="56"/>
                </a:cubicBezTo>
                <a:cubicBezTo>
                  <a:pt x="176" y="56"/>
                  <a:pt x="127" y="106"/>
                  <a:pt x="127" y="169"/>
                </a:cubicBezTo>
                <a:cubicBezTo>
                  <a:pt x="127" y="296"/>
                  <a:pt x="127" y="296"/>
                  <a:pt x="127" y="296"/>
                </a:cubicBezTo>
                <a:cubicBezTo>
                  <a:pt x="353" y="296"/>
                  <a:pt x="353" y="296"/>
                  <a:pt x="353" y="296"/>
                </a:cubicBezTo>
                <a:lnTo>
                  <a:pt x="353" y="16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7" name="Freeform 99"/>
          <p:cNvSpPr/>
          <p:nvPr/>
        </p:nvSpPr>
        <p:spPr>
          <a:xfrm>
            <a:off x="4605480" y="2565360"/>
            <a:ext cx="217440" cy="185760"/>
          </a:xfrm>
          <a:custGeom>
            <a:avLst/>
            <a:gdLst/>
            <a:ahLst/>
            <a:rect l="l" t="t" r="r" b="b"/>
            <a:pathLst>
              <a:path w="602" h="517">
                <a:moveTo>
                  <a:pt x="572" y="516"/>
                </a:moveTo>
                <a:lnTo>
                  <a:pt x="572" y="516"/>
                </a:lnTo>
                <a:cubicBezTo>
                  <a:pt x="28" y="516"/>
                  <a:pt x="28" y="516"/>
                  <a:pt x="28" y="516"/>
                </a:cubicBezTo>
                <a:cubicBezTo>
                  <a:pt x="14" y="516"/>
                  <a:pt x="0" y="502"/>
                  <a:pt x="0" y="487"/>
                </a:cubicBezTo>
                <a:cubicBezTo>
                  <a:pt x="0" y="311"/>
                  <a:pt x="0" y="311"/>
                  <a:pt x="0" y="311"/>
                </a:cubicBezTo>
                <a:lnTo>
                  <a:pt x="0" y="311"/>
                </a:lnTo>
                <a:cubicBezTo>
                  <a:pt x="0" y="304"/>
                  <a:pt x="0" y="304"/>
                  <a:pt x="0" y="296"/>
                </a:cubicBezTo>
                <a:cubicBezTo>
                  <a:pt x="78" y="99"/>
                  <a:pt x="78" y="99"/>
                  <a:pt x="78" y="99"/>
                </a:cubicBezTo>
                <a:cubicBezTo>
                  <a:pt x="78" y="92"/>
                  <a:pt x="92" y="85"/>
                  <a:pt x="106" y="85"/>
                </a:cubicBezTo>
                <a:lnTo>
                  <a:pt x="106" y="85"/>
                </a:lnTo>
                <a:cubicBezTo>
                  <a:pt x="148" y="85"/>
                  <a:pt x="148" y="85"/>
                  <a:pt x="148" y="85"/>
                </a:cubicBezTo>
                <a:lnTo>
                  <a:pt x="148" y="85"/>
                </a:lnTo>
                <a:cubicBezTo>
                  <a:pt x="176" y="85"/>
                  <a:pt x="176" y="85"/>
                  <a:pt x="176" y="85"/>
                </a:cubicBezTo>
                <a:lnTo>
                  <a:pt x="176" y="92"/>
                </a:lnTo>
                <a:cubicBezTo>
                  <a:pt x="176" y="113"/>
                  <a:pt x="191" y="127"/>
                  <a:pt x="205" y="141"/>
                </a:cubicBezTo>
                <a:cubicBezTo>
                  <a:pt x="148" y="141"/>
                  <a:pt x="148" y="141"/>
                  <a:pt x="148" y="141"/>
                </a:cubicBezTo>
                <a:lnTo>
                  <a:pt x="148" y="141"/>
                </a:lnTo>
                <a:cubicBezTo>
                  <a:pt x="120" y="141"/>
                  <a:pt x="120" y="141"/>
                  <a:pt x="120" y="141"/>
                </a:cubicBezTo>
                <a:cubicBezTo>
                  <a:pt x="71" y="282"/>
                  <a:pt x="71" y="282"/>
                  <a:pt x="71" y="282"/>
                </a:cubicBezTo>
                <a:cubicBezTo>
                  <a:pt x="141" y="282"/>
                  <a:pt x="141" y="282"/>
                  <a:pt x="141" y="282"/>
                </a:cubicBezTo>
                <a:lnTo>
                  <a:pt x="141" y="282"/>
                </a:lnTo>
                <a:cubicBezTo>
                  <a:pt x="162" y="282"/>
                  <a:pt x="162" y="282"/>
                  <a:pt x="162" y="282"/>
                </a:cubicBezTo>
                <a:cubicBezTo>
                  <a:pt x="176" y="282"/>
                  <a:pt x="191" y="289"/>
                  <a:pt x="191" y="311"/>
                </a:cubicBezTo>
                <a:cubicBezTo>
                  <a:pt x="191" y="339"/>
                  <a:pt x="191" y="339"/>
                  <a:pt x="191" y="339"/>
                </a:cubicBezTo>
                <a:cubicBezTo>
                  <a:pt x="417" y="339"/>
                  <a:pt x="417" y="339"/>
                  <a:pt x="417" y="339"/>
                </a:cubicBezTo>
                <a:cubicBezTo>
                  <a:pt x="417" y="311"/>
                  <a:pt x="417" y="311"/>
                  <a:pt x="417" y="311"/>
                </a:cubicBezTo>
                <a:cubicBezTo>
                  <a:pt x="417" y="289"/>
                  <a:pt x="424" y="282"/>
                  <a:pt x="445" y="282"/>
                </a:cubicBezTo>
                <a:cubicBezTo>
                  <a:pt x="473" y="282"/>
                  <a:pt x="473" y="282"/>
                  <a:pt x="473" y="282"/>
                </a:cubicBezTo>
                <a:lnTo>
                  <a:pt x="473" y="282"/>
                </a:lnTo>
                <a:cubicBezTo>
                  <a:pt x="537" y="282"/>
                  <a:pt x="537" y="282"/>
                  <a:pt x="537" y="282"/>
                </a:cubicBezTo>
                <a:cubicBezTo>
                  <a:pt x="480" y="141"/>
                  <a:pt x="480" y="141"/>
                  <a:pt x="480" y="141"/>
                </a:cubicBezTo>
                <a:cubicBezTo>
                  <a:pt x="452" y="141"/>
                  <a:pt x="452" y="141"/>
                  <a:pt x="452" y="141"/>
                </a:cubicBezTo>
                <a:lnTo>
                  <a:pt x="452" y="141"/>
                </a:lnTo>
                <a:cubicBezTo>
                  <a:pt x="396" y="141"/>
                  <a:pt x="396" y="141"/>
                  <a:pt x="396" y="141"/>
                </a:cubicBezTo>
                <a:cubicBezTo>
                  <a:pt x="417" y="127"/>
                  <a:pt x="424" y="113"/>
                  <a:pt x="424" y="92"/>
                </a:cubicBezTo>
                <a:lnTo>
                  <a:pt x="424" y="85"/>
                </a:lnTo>
                <a:cubicBezTo>
                  <a:pt x="452" y="85"/>
                  <a:pt x="452" y="85"/>
                  <a:pt x="452" y="85"/>
                </a:cubicBezTo>
                <a:lnTo>
                  <a:pt x="452" y="85"/>
                </a:lnTo>
                <a:cubicBezTo>
                  <a:pt x="502" y="85"/>
                  <a:pt x="502" y="85"/>
                  <a:pt x="502" y="85"/>
                </a:cubicBezTo>
                <a:lnTo>
                  <a:pt x="502" y="85"/>
                </a:lnTo>
                <a:cubicBezTo>
                  <a:pt x="509" y="85"/>
                  <a:pt x="523" y="92"/>
                  <a:pt x="523" y="99"/>
                </a:cubicBezTo>
                <a:cubicBezTo>
                  <a:pt x="601" y="296"/>
                  <a:pt x="601" y="296"/>
                  <a:pt x="601" y="296"/>
                </a:cubicBezTo>
                <a:cubicBezTo>
                  <a:pt x="601" y="304"/>
                  <a:pt x="601" y="304"/>
                  <a:pt x="601" y="311"/>
                </a:cubicBezTo>
                <a:lnTo>
                  <a:pt x="601" y="311"/>
                </a:lnTo>
                <a:lnTo>
                  <a:pt x="601" y="311"/>
                </a:lnTo>
                <a:cubicBezTo>
                  <a:pt x="601" y="487"/>
                  <a:pt x="601" y="487"/>
                  <a:pt x="601" y="487"/>
                </a:cubicBezTo>
                <a:cubicBezTo>
                  <a:pt x="601" y="502"/>
                  <a:pt x="594" y="516"/>
                  <a:pt x="572" y="516"/>
                </a:cubicBezTo>
                <a:close/>
                <a:moveTo>
                  <a:pt x="367" y="120"/>
                </a:moveTo>
                <a:lnTo>
                  <a:pt x="367" y="120"/>
                </a:lnTo>
                <a:cubicBezTo>
                  <a:pt x="360" y="120"/>
                  <a:pt x="353" y="120"/>
                  <a:pt x="346" y="113"/>
                </a:cubicBezTo>
                <a:cubicBezTo>
                  <a:pt x="332" y="92"/>
                  <a:pt x="332" y="92"/>
                  <a:pt x="332" y="92"/>
                </a:cubicBezTo>
                <a:cubicBezTo>
                  <a:pt x="332" y="205"/>
                  <a:pt x="332" y="205"/>
                  <a:pt x="332" y="205"/>
                </a:cubicBezTo>
                <a:cubicBezTo>
                  <a:pt x="332" y="268"/>
                  <a:pt x="332" y="268"/>
                  <a:pt x="332" y="268"/>
                </a:cubicBezTo>
                <a:cubicBezTo>
                  <a:pt x="332" y="289"/>
                  <a:pt x="318" y="296"/>
                  <a:pt x="304" y="296"/>
                </a:cubicBezTo>
                <a:cubicBezTo>
                  <a:pt x="283" y="296"/>
                  <a:pt x="276" y="289"/>
                  <a:pt x="276" y="268"/>
                </a:cubicBezTo>
                <a:cubicBezTo>
                  <a:pt x="276" y="226"/>
                  <a:pt x="276" y="226"/>
                  <a:pt x="276" y="226"/>
                </a:cubicBezTo>
                <a:lnTo>
                  <a:pt x="276" y="226"/>
                </a:lnTo>
                <a:cubicBezTo>
                  <a:pt x="276" y="92"/>
                  <a:pt x="276" y="92"/>
                  <a:pt x="276" y="92"/>
                </a:cubicBezTo>
                <a:cubicBezTo>
                  <a:pt x="254" y="113"/>
                  <a:pt x="254" y="113"/>
                  <a:pt x="254" y="113"/>
                </a:cubicBezTo>
                <a:cubicBezTo>
                  <a:pt x="247" y="120"/>
                  <a:pt x="240" y="120"/>
                  <a:pt x="233" y="120"/>
                </a:cubicBezTo>
                <a:cubicBezTo>
                  <a:pt x="219" y="120"/>
                  <a:pt x="205" y="106"/>
                  <a:pt x="205" y="92"/>
                </a:cubicBezTo>
                <a:cubicBezTo>
                  <a:pt x="205" y="85"/>
                  <a:pt x="212" y="78"/>
                  <a:pt x="219" y="70"/>
                </a:cubicBezTo>
                <a:cubicBezTo>
                  <a:pt x="283" y="7"/>
                  <a:pt x="283" y="7"/>
                  <a:pt x="283" y="7"/>
                </a:cubicBezTo>
                <a:cubicBezTo>
                  <a:pt x="290" y="0"/>
                  <a:pt x="297" y="0"/>
                  <a:pt x="304" y="0"/>
                </a:cubicBezTo>
                <a:cubicBezTo>
                  <a:pt x="311" y="0"/>
                  <a:pt x="318" y="0"/>
                  <a:pt x="318" y="7"/>
                </a:cubicBezTo>
                <a:cubicBezTo>
                  <a:pt x="389" y="70"/>
                  <a:pt x="389" y="70"/>
                  <a:pt x="389" y="70"/>
                </a:cubicBezTo>
                <a:cubicBezTo>
                  <a:pt x="396" y="78"/>
                  <a:pt x="396" y="85"/>
                  <a:pt x="396" y="92"/>
                </a:cubicBezTo>
                <a:cubicBezTo>
                  <a:pt x="396" y="106"/>
                  <a:pt x="382" y="120"/>
                  <a:pt x="367" y="1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8" name="Freeform 100"/>
          <p:cNvSpPr/>
          <p:nvPr/>
        </p:nvSpPr>
        <p:spPr>
          <a:xfrm>
            <a:off x="4226040" y="2565360"/>
            <a:ext cx="215640" cy="185760"/>
          </a:xfrm>
          <a:custGeom>
            <a:avLst/>
            <a:gdLst/>
            <a:ahLst/>
            <a:rect l="l" t="t" r="r" b="b"/>
            <a:pathLst>
              <a:path w="601" h="517">
                <a:moveTo>
                  <a:pt x="572" y="516"/>
                </a:moveTo>
                <a:lnTo>
                  <a:pt x="572" y="516"/>
                </a:lnTo>
                <a:cubicBezTo>
                  <a:pt x="28" y="516"/>
                  <a:pt x="28" y="516"/>
                  <a:pt x="28" y="516"/>
                </a:cubicBezTo>
                <a:cubicBezTo>
                  <a:pt x="7" y="516"/>
                  <a:pt x="0" y="502"/>
                  <a:pt x="0" y="487"/>
                </a:cubicBezTo>
                <a:cubicBezTo>
                  <a:pt x="0" y="311"/>
                  <a:pt x="0" y="311"/>
                  <a:pt x="0" y="311"/>
                </a:cubicBezTo>
                <a:lnTo>
                  <a:pt x="0" y="311"/>
                </a:lnTo>
                <a:cubicBezTo>
                  <a:pt x="0" y="304"/>
                  <a:pt x="0" y="304"/>
                  <a:pt x="0" y="296"/>
                </a:cubicBezTo>
                <a:cubicBezTo>
                  <a:pt x="78" y="99"/>
                  <a:pt x="78" y="99"/>
                  <a:pt x="78" y="99"/>
                </a:cubicBezTo>
                <a:cubicBezTo>
                  <a:pt x="78" y="92"/>
                  <a:pt x="92" y="85"/>
                  <a:pt x="99" y="85"/>
                </a:cubicBezTo>
                <a:lnTo>
                  <a:pt x="99" y="85"/>
                </a:lnTo>
                <a:cubicBezTo>
                  <a:pt x="148" y="85"/>
                  <a:pt x="148" y="85"/>
                  <a:pt x="148" y="85"/>
                </a:cubicBezTo>
                <a:lnTo>
                  <a:pt x="148" y="85"/>
                </a:lnTo>
                <a:cubicBezTo>
                  <a:pt x="240" y="85"/>
                  <a:pt x="240" y="85"/>
                  <a:pt x="240" y="85"/>
                </a:cubicBezTo>
                <a:cubicBezTo>
                  <a:pt x="240" y="99"/>
                  <a:pt x="240" y="99"/>
                  <a:pt x="240" y="99"/>
                </a:cubicBezTo>
                <a:cubicBezTo>
                  <a:pt x="240" y="141"/>
                  <a:pt x="240" y="141"/>
                  <a:pt x="240" y="141"/>
                </a:cubicBezTo>
                <a:cubicBezTo>
                  <a:pt x="148" y="141"/>
                  <a:pt x="148" y="141"/>
                  <a:pt x="148" y="141"/>
                </a:cubicBezTo>
                <a:lnTo>
                  <a:pt x="148" y="141"/>
                </a:lnTo>
                <a:cubicBezTo>
                  <a:pt x="120" y="141"/>
                  <a:pt x="120" y="141"/>
                  <a:pt x="120" y="141"/>
                </a:cubicBezTo>
                <a:cubicBezTo>
                  <a:pt x="63" y="282"/>
                  <a:pt x="63" y="282"/>
                  <a:pt x="63" y="282"/>
                </a:cubicBezTo>
                <a:cubicBezTo>
                  <a:pt x="127" y="282"/>
                  <a:pt x="127" y="282"/>
                  <a:pt x="127" y="282"/>
                </a:cubicBezTo>
                <a:lnTo>
                  <a:pt x="127" y="282"/>
                </a:lnTo>
                <a:cubicBezTo>
                  <a:pt x="155" y="282"/>
                  <a:pt x="155" y="282"/>
                  <a:pt x="155" y="282"/>
                </a:cubicBezTo>
                <a:cubicBezTo>
                  <a:pt x="176" y="282"/>
                  <a:pt x="183" y="289"/>
                  <a:pt x="183" y="311"/>
                </a:cubicBezTo>
                <a:cubicBezTo>
                  <a:pt x="183" y="339"/>
                  <a:pt x="183" y="339"/>
                  <a:pt x="183" y="339"/>
                </a:cubicBezTo>
                <a:cubicBezTo>
                  <a:pt x="410" y="339"/>
                  <a:pt x="410" y="339"/>
                  <a:pt x="410" y="339"/>
                </a:cubicBezTo>
                <a:cubicBezTo>
                  <a:pt x="410" y="311"/>
                  <a:pt x="410" y="311"/>
                  <a:pt x="410" y="311"/>
                </a:cubicBezTo>
                <a:cubicBezTo>
                  <a:pt x="410" y="289"/>
                  <a:pt x="424" y="282"/>
                  <a:pt x="438" y="282"/>
                </a:cubicBezTo>
                <a:cubicBezTo>
                  <a:pt x="466" y="282"/>
                  <a:pt x="466" y="282"/>
                  <a:pt x="466" y="282"/>
                </a:cubicBezTo>
                <a:lnTo>
                  <a:pt x="466" y="282"/>
                </a:lnTo>
                <a:cubicBezTo>
                  <a:pt x="530" y="282"/>
                  <a:pt x="530" y="282"/>
                  <a:pt x="530" y="282"/>
                </a:cubicBezTo>
                <a:cubicBezTo>
                  <a:pt x="480" y="141"/>
                  <a:pt x="480" y="141"/>
                  <a:pt x="480" y="141"/>
                </a:cubicBezTo>
                <a:cubicBezTo>
                  <a:pt x="452" y="141"/>
                  <a:pt x="452" y="141"/>
                  <a:pt x="452" y="141"/>
                </a:cubicBezTo>
                <a:lnTo>
                  <a:pt x="452" y="141"/>
                </a:lnTo>
                <a:cubicBezTo>
                  <a:pt x="353" y="141"/>
                  <a:pt x="353" y="141"/>
                  <a:pt x="353" y="141"/>
                </a:cubicBezTo>
                <a:cubicBezTo>
                  <a:pt x="353" y="99"/>
                  <a:pt x="353" y="99"/>
                  <a:pt x="353" y="99"/>
                </a:cubicBezTo>
                <a:cubicBezTo>
                  <a:pt x="353" y="85"/>
                  <a:pt x="353" y="85"/>
                  <a:pt x="353" y="85"/>
                </a:cubicBezTo>
                <a:cubicBezTo>
                  <a:pt x="452" y="85"/>
                  <a:pt x="452" y="85"/>
                  <a:pt x="452" y="85"/>
                </a:cubicBezTo>
                <a:lnTo>
                  <a:pt x="452" y="85"/>
                </a:lnTo>
                <a:cubicBezTo>
                  <a:pt x="494" y="85"/>
                  <a:pt x="494" y="85"/>
                  <a:pt x="494" y="85"/>
                </a:cubicBezTo>
                <a:lnTo>
                  <a:pt x="494" y="85"/>
                </a:lnTo>
                <a:cubicBezTo>
                  <a:pt x="509" y="85"/>
                  <a:pt x="523" y="92"/>
                  <a:pt x="523" y="99"/>
                </a:cubicBezTo>
                <a:cubicBezTo>
                  <a:pt x="600" y="296"/>
                  <a:pt x="600" y="296"/>
                  <a:pt x="600" y="296"/>
                </a:cubicBezTo>
                <a:cubicBezTo>
                  <a:pt x="600" y="304"/>
                  <a:pt x="600" y="304"/>
                  <a:pt x="600" y="311"/>
                </a:cubicBezTo>
                <a:lnTo>
                  <a:pt x="600" y="311"/>
                </a:lnTo>
                <a:lnTo>
                  <a:pt x="600" y="311"/>
                </a:lnTo>
                <a:cubicBezTo>
                  <a:pt x="600" y="487"/>
                  <a:pt x="600" y="487"/>
                  <a:pt x="600" y="487"/>
                </a:cubicBezTo>
                <a:cubicBezTo>
                  <a:pt x="600" y="502"/>
                  <a:pt x="586" y="516"/>
                  <a:pt x="572" y="516"/>
                </a:cubicBezTo>
                <a:close/>
                <a:moveTo>
                  <a:pt x="396" y="205"/>
                </a:moveTo>
                <a:lnTo>
                  <a:pt x="396" y="205"/>
                </a:lnTo>
                <a:cubicBezTo>
                  <a:pt x="396" y="212"/>
                  <a:pt x="389" y="219"/>
                  <a:pt x="381" y="226"/>
                </a:cubicBezTo>
                <a:cubicBezTo>
                  <a:pt x="318" y="289"/>
                  <a:pt x="318" y="289"/>
                  <a:pt x="318" y="289"/>
                </a:cubicBezTo>
                <a:cubicBezTo>
                  <a:pt x="311" y="296"/>
                  <a:pt x="304" y="296"/>
                  <a:pt x="297" y="296"/>
                </a:cubicBezTo>
                <a:cubicBezTo>
                  <a:pt x="290" y="296"/>
                  <a:pt x="283" y="296"/>
                  <a:pt x="283" y="289"/>
                </a:cubicBezTo>
                <a:cubicBezTo>
                  <a:pt x="212" y="226"/>
                  <a:pt x="212" y="226"/>
                  <a:pt x="212" y="226"/>
                </a:cubicBezTo>
                <a:cubicBezTo>
                  <a:pt x="205" y="219"/>
                  <a:pt x="205" y="212"/>
                  <a:pt x="205" y="205"/>
                </a:cubicBezTo>
                <a:cubicBezTo>
                  <a:pt x="205" y="191"/>
                  <a:pt x="219" y="176"/>
                  <a:pt x="233" y="176"/>
                </a:cubicBezTo>
                <a:cubicBezTo>
                  <a:pt x="240" y="176"/>
                  <a:pt x="247" y="176"/>
                  <a:pt x="254" y="183"/>
                </a:cubicBezTo>
                <a:cubicBezTo>
                  <a:pt x="268" y="205"/>
                  <a:pt x="268" y="205"/>
                  <a:pt x="268" y="205"/>
                </a:cubicBezTo>
                <a:cubicBezTo>
                  <a:pt x="268" y="99"/>
                  <a:pt x="268" y="99"/>
                  <a:pt x="268" y="99"/>
                </a:cubicBezTo>
                <a:cubicBezTo>
                  <a:pt x="268" y="70"/>
                  <a:pt x="268" y="70"/>
                  <a:pt x="268" y="70"/>
                </a:cubicBezTo>
                <a:cubicBezTo>
                  <a:pt x="268" y="28"/>
                  <a:pt x="268" y="28"/>
                  <a:pt x="268" y="28"/>
                </a:cubicBezTo>
                <a:cubicBezTo>
                  <a:pt x="268" y="7"/>
                  <a:pt x="283" y="0"/>
                  <a:pt x="297" y="0"/>
                </a:cubicBezTo>
                <a:cubicBezTo>
                  <a:pt x="318" y="0"/>
                  <a:pt x="325" y="7"/>
                  <a:pt x="325" y="28"/>
                </a:cubicBezTo>
                <a:cubicBezTo>
                  <a:pt x="325" y="85"/>
                  <a:pt x="325" y="85"/>
                  <a:pt x="325" y="85"/>
                </a:cubicBezTo>
                <a:cubicBezTo>
                  <a:pt x="325" y="92"/>
                  <a:pt x="325" y="92"/>
                  <a:pt x="325" y="92"/>
                </a:cubicBezTo>
                <a:cubicBezTo>
                  <a:pt x="325" y="205"/>
                  <a:pt x="325" y="205"/>
                  <a:pt x="325" y="205"/>
                </a:cubicBezTo>
                <a:cubicBezTo>
                  <a:pt x="346" y="183"/>
                  <a:pt x="346" y="183"/>
                  <a:pt x="346" y="183"/>
                </a:cubicBezTo>
                <a:cubicBezTo>
                  <a:pt x="353" y="176"/>
                  <a:pt x="360" y="176"/>
                  <a:pt x="367" y="176"/>
                </a:cubicBezTo>
                <a:cubicBezTo>
                  <a:pt x="381" y="176"/>
                  <a:pt x="396" y="191"/>
                  <a:pt x="396" y="20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9" name="Freeform 101"/>
          <p:cNvSpPr/>
          <p:nvPr/>
        </p:nvSpPr>
        <p:spPr>
          <a:xfrm>
            <a:off x="3843360" y="2595600"/>
            <a:ext cx="218880" cy="155520"/>
          </a:xfrm>
          <a:custGeom>
            <a:avLst/>
            <a:gdLst/>
            <a:ahLst/>
            <a:rect l="l" t="t" r="r" b="b"/>
            <a:pathLst>
              <a:path w="608" h="432">
                <a:moveTo>
                  <a:pt x="607" y="402"/>
                </a:moveTo>
                <a:lnTo>
                  <a:pt x="607" y="402"/>
                </a:lnTo>
                <a:cubicBezTo>
                  <a:pt x="607" y="417"/>
                  <a:pt x="593" y="431"/>
                  <a:pt x="579" y="431"/>
                </a:cubicBezTo>
                <a:cubicBezTo>
                  <a:pt x="28" y="431"/>
                  <a:pt x="28" y="431"/>
                  <a:pt x="28" y="431"/>
                </a:cubicBezTo>
                <a:cubicBezTo>
                  <a:pt x="14" y="431"/>
                  <a:pt x="0" y="417"/>
                  <a:pt x="0" y="402"/>
                </a:cubicBezTo>
                <a:lnTo>
                  <a:pt x="0" y="402"/>
                </a:lnTo>
                <a:cubicBezTo>
                  <a:pt x="0" y="226"/>
                  <a:pt x="0" y="226"/>
                  <a:pt x="0" y="226"/>
                </a:cubicBezTo>
                <a:lnTo>
                  <a:pt x="0" y="226"/>
                </a:lnTo>
                <a:lnTo>
                  <a:pt x="0" y="226"/>
                </a:lnTo>
                <a:cubicBezTo>
                  <a:pt x="0" y="219"/>
                  <a:pt x="0" y="219"/>
                  <a:pt x="7" y="211"/>
                </a:cubicBezTo>
                <a:lnTo>
                  <a:pt x="7" y="211"/>
                </a:lnTo>
                <a:cubicBezTo>
                  <a:pt x="77" y="14"/>
                  <a:pt x="77" y="14"/>
                  <a:pt x="77" y="14"/>
                </a:cubicBezTo>
                <a:lnTo>
                  <a:pt x="77" y="14"/>
                </a:lnTo>
                <a:cubicBezTo>
                  <a:pt x="84" y="7"/>
                  <a:pt x="92" y="0"/>
                  <a:pt x="106" y="0"/>
                </a:cubicBezTo>
                <a:cubicBezTo>
                  <a:pt x="501" y="0"/>
                  <a:pt x="501" y="0"/>
                  <a:pt x="501" y="0"/>
                </a:cubicBezTo>
                <a:cubicBezTo>
                  <a:pt x="516" y="0"/>
                  <a:pt x="523" y="7"/>
                  <a:pt x="530" y="14"/>
                </a:cubicBezTo>
                <a:lnTo>
                  <a:pt x="530" y="14"/>
                </a:lnTo>
                <a:cubicBezTo>
                  <a:pt x="600" y="211"/>
                  <a:pt x="600" y="211"/>
                  <a:pt x="600" y="211"/>
                </a:cubicBezTo>
                <a:lnTo>
                  <a:pt x="600" y="211"/>
                </a:lnTo>
                <a:cubicBezTo>
                  <a:pt x="607" y="219"/>
                  <a:pt x="607" y="219"/>
                  <a:pt x="607" y="226"/>
                </a:cubicBezTo>
                <a:lnTo>
                  <a:pt x="607" y="226"/>
                </a:lnTo>
                <a:lnTo>
                  <a:pt x="607" y="226"/>
                </a:lnTo>
                <a:cubicBezTo>
                  <a:pt x="607" y="402"/>
                  <a:pt x="607" y="402"/>
                  <a:pt x="607" y="402"/>
                </a:cubicBezTo>
                <a:close/>
                <a:moveTo>
                  <a:pt x="480" y="56"/>
                </a:moveTo>
                <a:lnTo>
                  <a:pt x="480" y="56"/>
                </a:lnTo>
                <a:cubicBezTo>
                  <a:pt x="127" y="56"/>
                  <a:pt x="127" y="56"/>
                  <a:pt x="127" y="56"/>
                </a:cubicBezTo>
                <a:cubicBezTo>
                  <a:pt x="70" y="197"/>
                  <a:pt x="70" y="197"/>
                  <a:pt x="70" y="197"/>
                </a:cubicBezTo>
                <a:cubicBezTo>
                  <a:pt x="162" y="197"/>
                  <a:pt x="162" y="197"/>
                  <a:pt x="162" y="197"/>
                </a:cubicBezTo>
                <a:cubicBezTo>
                  <a:pt x="176" y="197"/>
                  <a:pt x="190" y="204"/>
                  <a:pt x="190" y="226"/>
                </a:cubicBezTo>
                <a:cubicBezTo>
                  <a:pt x="190" y="254"/>
                  <a:pt x="190" y="254"/>
                  <a:pt x="190" y="254"/>
                </a:cubicBezTo>
                <a:cubicBezTo>
                  <a:pt x="417" y="254"/>
                  <a:pt x="417" y="254"/>
                  <a:pt x="417" y="254"/>
                </a:cubicBezTo>
                <a:cubicBezTo>
                  <a:pt x="417" y="226"/>
                  <a:pt x="417" y="226"/>
                  <a:pt x="417" y="226"/>
                </a:cubicBezTo>
                <a:cubicBezTo>
                  <a:pt x="417" y="204"/>
                  <a:pt x="431" y="197"/>
                  <a:pt x="445" y="197"/>
                </a:cubicBezTo>
                <a:cubicBezTo>
                  <a:pt x="537" y="197"/>
                  <a:pt x="537" y="197"/>
                  <a:pt x="537" y="197"/>
                </a:cubicBezTo>
                <a:lnTo>
                  <a:pt x="480" y="5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0" name="Freeform 102"/>
          <p:cNvSpPr/>
          <p:nvPr/>
        </p:nvSpPr>
        <p:spPr>
          <a:xfrm>
            <a:off x="3465360" y="2604960"/>
            <a:ext cx="216000" cy="135000"/>
          </a:xfrm>
          <a:custGeom>
            <a:avLst/>
            <a:gdLst/>
            <a:ahLst/>
            <a:rect l="l" t="t" r="r" b="b"/>
            <a:pathLst>
              <a:path w="601" h="375">
                <a:moveTo>
                  <a:pt x="572" y="374"/>
                </a:moveTo>
                <a:lnTo>
                  <a:pt x="572" y="374"/>
                </a:lnTo>
                <a:cubicBezTo>
                  <a:pt x="558" y="374"/>
                  <a:pt x="544" y="360"/>
                  <a:pt x="544" y="346"/>
                </a:cubicBezTo>
                <a:cubicBezTo>
                  <a:pt x="544" y="325"/>
                  <a:pt x="544" y="325"/>
                  <a:pt x="544" y="325"/>
                </a:cubicBezTo>
                <a:cubicBezTo>
                  <a:pt x="544" y="233"/>
                  <a:pt x="544" y="233"/>
                  <a:pt x="544" y="233"/>
                </a:cubicBezTo>
                <a:cubicBezTo>
                  <a:pt x="544" y="212"/>
                  <a:pt x="544" y="212"/>
                  <a:pt x="544" y="212"/>
                </a:cubicBezTo>
                <a:cubicBezTo>
                  <a:pt x="544" y="155"/>
                  <a:pt x="544" y="155"/>
                  <a:pt x="544" y="155"/>
                </a:cubicBezTo>
                <a:cubicBezTo>
                  <a:pt x="544" y="141"/>
                  <a:pt x="544" y="141"/>
                  <a:pt x="544" y="141"/>
                </a:cubicBezTo>
                <a:cubicBezTo>
                  <a:pt x="544" y="42"/>
                  <a:pt x="544" y="42"/>
                  <a:pt x="544" y="42"/>
                </a:cubicBezTo>
                <a:cubicBezTo>
                  <a:pt x="544" y="28"/>
                  <a:pt x="544" y="28"/>
                  <a:pt x="544" y="28"/>
                </a:cubicBezTo>
                <a:cubicBezTo>
                  <a:pt x="544" y="7"/>
                  <a:pt x="558" y="0"/>
                  <a:pt x="572" y="0"/>
                </a:cubicBezTo>
                <a:cubicBezTo>
                  <a:pt x="593" y="0"/>
                  <a:pt x="600" y="7"/>
                  <a:pt x="600" y="28"/>
                </a:cubicBezTo>
                <a:cubicBezTo>
                  <a:pt x="600" y="42"/>
                  <a:pt x="600" y="42"/>
                  <a:pt x="600" y="42"/>
                </a:cubicBezTo>
                <a:cubicBezTo>
                  <a:pt x="600" y="141"/>
                  <a:pt x="600" y="141"/>
                  <a:pt x="600" y="141"/>
                </a:cubicBezTo>
                <a:cubicBezTo>
                  <a:pt x="600" y="155"/>
                  <a:pt x="600" y="155"/>
                  <a:pt x="600" y="155"/>
                </a:cubicBezTo>
                <a:cubicBezTo>
                  <a:pt x="600" y="212"/>
                  <a:pt x="600" y="212"/>
                  <a:pt x="600" y="212"/>
                </a:cubicBezTo>
                <a:cubicBezTo>
                  <a:pt x="600" y="233"/>
                  <a:pt x="600" y="233"/>
                  <a:pt x="600" y="233"/>
                </a:cubicBezTo>
                <a:cubicBezTo>
                  <a:pt x="600" y="325"/>
                  <a:pt x="600" y="325"/>
                  <a:pt x="600" y="325"/>
                </a:cubicBezTo>
                <a:cubicBezTo>
                  <a:pt x="600" y="346"/>
                  <a:pt x="600" y="346"/>
                  <a:pt x="600" y="346"/>
                </a:cubicBezTo>
                <a:cubicBezTo>
                  <a:pt x="600" y="360"/>
                  <a:pt x="593" y="374"/>
                  <a:pt x="572" y="374"/>
                </a:cubicBezTo>
                <a:close/>
                <a:moveTo>
                  <a:pt x="487" y="318"/>
                </a:moveTo>
                <a:lnTo>
                  <a:pt x="487" y="318"/>
                </a:lnTo>
                <a:cubicBezTo>
                  <a:pt x="473" y="318"/>
                  <a:pt x="459" y="304"/>
                  <a:pt x="459" y="290"/>
                </a:cubicBezTo>
                <a:cubicBezTo>
                  <a:pt x="459" y="268"/>
                  <a:pt x="459" y="268"/>
                  <a:pt x="459" y="268"/>
                </a:cubicBezTo>
                <a:cubicBezTo>
                  <a:pt x="459" y="99"/>
                  <a:pt x="459" y="99"/>
                  <a:pt x="459" y="99"/>
                </a:cubicBezTo>
                <a:cubicBezTo>
                  <a:pt x="459" y="85"/>
                  <a:pt x="459" y="85"/>
                  <a:pt x="459" y="85"/>
                </a:cubicBezTo>
                <a:cubicBezTo>
                  <a:pt x="459" y="63"/>
                  <a:pt x="473" y="56"/>
                  <a:pt x="487" y="56"/>
                </a:cubicBezTo>
                <a:cubicBezTo>
                  <a:pt x="508" y="56"/>
                  <a:pt x="515" y="63"/>
                  <a:pt x="515" y="85"/>
                </a:cubicBezTo>
                <a:cubicBezTo>
                  <a:pt x="515" y="99"/>
                  <a:pt x="515" y="99"/>
                  <a:pt x="515" y="99"/>
                </a:cubicBezTo>
                <a:cubicBezTo>
                  <a:pt x="515" y="268"/>
                  <a:pt x="515" y="268"/>
                  <a:pt x="515" y="268"/>
                </a:cubicBezTo>
                <a:cubicBezTo>
                  <a:pt x="515" y="290"/>
                  <a:pt x="515" y="290"/>
                  <a:pt x="515" y="290"/>
                </a:cubicBezTo>
                <a:cubicBezTo>
                  <a:pt x="515" y="304"/>
                  <a:pt x="508" y="318"/>
                  <a:pt x="487" y="318"/>
                </a:cubicBezTo>
                <a:close/>
                <a:moveTo>
                  <a:pt x="402" y="318"/>
                </a:moveTo>
                <a:lnTo>
                  <a:pt x="402" y="318"/>
                </a:lnTo>
                <a:cubicBezTo>
                  <a:pt x="197" y="318"/>
                  <a:pt x="197" y="318"/>
                  <a:pt x="197" y="318"/>
                </a:cubicBezTo>
                <a:cubicBezTo>
                  <a:pt x="183" y="318"/>
                  <a:pt x="169" y="304"/>
                  <a:pt x="169" y="290"/>
                </a:cubicBezTo>
                <a:cubicBezTo>
                  <a:pt x="169" y="85"/>
                  <a:pt x="169" y="85"/>
                  <a:pt x="169" y="85"/>
                </a:cubicBezTo>
                <a:cubicBezTo>
                  <a:pt x="169" y="63"/>
                  <a:pt x="183" y="56"/>
                  <a:pt x="197" y="56"/>
                </a:cubicBezTo>
                <a:cubicBezTo>
                  <a:pt x="402" y="56"/>
                  <a:pt x="402" y="56"/>
                  <a:pt x="402" y="56"/>
                </a:cubicBezTo>
                <a:cubicBezTo>
                  <a:pt x="424" y="56"/>
                  <a:pt x="431" y="63"/>
                  <a:pt x="431" y="85"/>
                </a:cubicBezTo>
                <a:cubicBezTo>
                  <a:pt x="431" y="290"/>
                  <a:pt x="431" y="290"/>
                  <a:pt x="431" y="290"/>
                </a:cubicBezTo>
                <a:cubicBezTo>
                  <a:pt x="431" y="304"/>
                  <a:pt x="424" y="318"/>
                  <a:pt x="402" y="318"/>
                </a:cubicBezTo>
                <a:close/>
                <a:moveTo>
                  <a:pt x="374" y="113"/>
                </a:moveTo>
                <a:lnTo>
                  <a:pt x="374" y="113"/>
                </a:lnTo>
                <a:cubicBezTo>
                  <a:pt x="226" y="113"/>
                  <a:pt x="226" y="113"/>
                  <a:pt x="226" y="113"/>
                </a:cubicBezTo>
                <a:cubicBezTo>
                  <a:pt x="226" y="261"/>
                  <a:pt x="226" y="261"/>
                  <a:pt x="226" y="261"/>
                </a:cubicBezTo>
                <a:cubicBezTo>
                  <a:pt x="374" y="261"/>
                  <a:pt x="374" y="261"/>
                  <a:pt x="374" y="261"/>
                </a:cubicBezTo>
                <a:lnTo>
                  <a:pt x="374" y="113"/>
                </a:lnTo>
                <a:close/>
                <a:moveTo>
                  <a:pt x="113" y="318"/>
                </a:moveTo>
                <a:lnTo>
                  <a:pt x="113" y="318"/>
                </a:lnTo>
                <a:cubicBezTo>
                  <a:pt x="99" y="318"/>
                  <a:pt x="84" y="304"/>
                  <a:pt x="84" y="290"/>
                </a:cubicBezTo>
                <a:cubicBezTo>
                  <a:pt x="84" y="268"/>
                  <a:pt x="84" y="268"/>
                  <a:pt x="84" y="268"/>
                </a:cubicBezTo>
                <a:cubicBezTo>
                  <a:pt x="84" y="99"/>
                  <a:pt x="84" y="99"/>
                  <a:pt x="84" y="99"/>
                </a:cubicBezTo>
                <a:cubicBezTo>
                  <a:pt x="84" y="85"/>
                  <a:pt x="84" y="85"/>
                  <a:pt x="84" y="85"/>
                </a:cubicBezTo>
                <a:cubicBezTo>
                  <a:pt x="84" y="63"/>
                  <a:pt x="99" y="56"/>
                  <a:pt x="113" y="56"/>
                </a:cubicBezTo>
                <a:cubicBezTo>
                  <a:pt x="127" y="56"/>
                  <a:pt x="141" y="63"/>
                  <a:pt x="141" y="85"/>
                </a:cubicBezTo>
                <a:cubicBezTo>
                  <a:pt x="141" y="99"/>
                  <a:pt x="141" y="99"/>
                  <a:pt x="141" y="99"/>
                </a:cubicBezTo>
                <a:cubicBezTo>
                  <a:pt x="141" y="268"/>
                  <a:pt x="141" y="268"/>
                  <a:pt x="141" y="268"/>
                </a:cubicBezTo>
                <a:cubicBezTo>
                  <a:pt x="141" y="290"/>
                  <a:pt x="141" y="290"/>
                  <a:pt x="141" y="290"/>
                </a:cubicBezTo>
                <a:cubicBezTo>
                  <a:pt x="141" y="304"/>
                  <a:pt x="127" y="318"/>
                  <a:pt x="113" y="318"/>
                </a:cubicBezTo>
                <a:close/>
                <a:moveTo>
                  <a:pt x="28" y="374"/>
                </a:moveTo>
                <a:lnTo>
                  <a:pt x="28" y="374"/>
                </a:lnTo>
                <a:cubicBezTo>
                  <a:pt x="14" y="374"/>
                  <a:pt x="0" y="360"/>
                  <a:pt x="0" y="346"/>
                </a:cubicBezTo>
                <a:cubicBezTo>
                  <a:pt x="0" y="325"/>
                  <a:pt x="0" y="325"/>
                  <a:pt x="0" y="325"/>
                </a:cubicBezTo>
                <a:cubicBezTo>
                  <a:pt x="0" y="233"/>
                  <a:pt x="0" y="233"/>
                  <a:pt x="0" y="233"/>
                </a:cubicBezTo>
                <a:cubicBezTo>
                  <a:pt x="0" y="212"/>
                  <a:pt x="0" y="212"/>
                  <a:pt x="0" y="212"/>
                </a:cubicBezTo>
                <a:cubicBezTo>
                  <a:pt x="0" y="155"/>
                  <a:pt x="0" y="155"/>
                  <a:pt x="0" y="155"/>
                </a:cubicBezTo>
                <a:cubicBezTo>
                  <a:pt x="0" y="141"/>
                  <a:pt x="0" y="141"/>
                  <a:pt x="0" y="141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7"/>
                  <a:pt x="14" y="0"/>
                  <a:pt x="28" y="0"/>
                </a:cubicBezTo>
                <a:cubicBezTo>
                  <a:pt x="42" y="0"/>
                  <a:pt x="56" y="7"/>
                  <a:pt x="56" y="28"/>
                </a:cubicBezTo>
                <a:cubicBezTo>
                  <a:pt x="56" y="42"/>
                  <a:pt x="56" y="42"/>
                  <a:pt x="56" y="42"/>
                </a:cubicBezTo>
                <a:cubicBezTo>
                  <a:pt x="56" y="141"/>
                  <a:pt x="56" y="141"/>
                  <a:pt x="56" y="141"/>
                </a:cubicBezTo>
                <a:cubicBezTo>
                  <a:pt x="56" y="155"/>
                  <a:pt x="56" y="155"/>
                  <a:pt x="56" y="155"/>
                </a:cubicBezTo>
                <a:cubicBezTo>
                  <a:pt x="56" y="212"/>
                  <a:pt x="56" y="212"/>
                  <a:pt x="56" y="212"/>
                </a:cubicBezTo>
                <a:cubicBezTo>
                  <a:pt x="56" y="233"/>
                  <a:pt x="56" y="233"/>
                  <a:pt x="56" y="233"/>
                </a:cubicBezTo>
                <a:cubicBezTo>
                  <a:pt x="56" y="325"/>
                  <a:pt x="56" y="325"/>
                  <a:pt x="56" y="325"/>
                </a:cubicBezTo>
                <a:cubicBezTo>
                  <a:pt x="56" y="346"/>
                  <a:pt x="56" y="346"/>
                  <a:pt x="56" y="346"/>
                </a:cubicBezTo>
                <a:cubicBezTo>
                  <a:pt x="56" y="360"/>
                  <a:pt x="42" y="374"/>
                  <a:pt x="28" y="37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1" name="Freeform 103"/>
          <p:cNvSpPr/>
          <p:nvPr/>
        </p:nvSpPr>
        <p:spPr>
          <a:xfrm>
            <a:off x="3086280" y="2625840"/>
            <a:ext cx="215640" cy="95040"/>
          </a:xfrm>
          <a:custGeom>
            <a:avLst/>
            <a:gdLst/>
            <a:ahLst/>
            <a:rect l="l" t="t" r="r" b="b"/>
            <a:pathLst>
              <a:path w="601" h="263">
                <a:moveTo>
                  <a:pt x="466" y="262"/>
                </a:moveTo>
                <a:lnTo>
                  <a:pt x="466" y="262"/>
                </a:lnTo>
                <a:cubicBezTo>
                  <a:pt x="127" y="262"/>
                  <a:pt x="127" y="262"/>
                  <a:pt x="127" y="262"/>
                </a:cubicBezTo>
                <a:cubicBezTo>
                  <a:pt x="56" y="262"/>
                  <a:pt x="0" y="205"/>
                  <a:pt x="0" y="127"/>
                </a:cubicBezTo>
                <a:cubicBezTo>
                  <a:pt x="0" y="57"/>
                  <a:pt x="56" y="0"/>
                  <a:pt x="127" y="0"/>
                </a:cubicBezTo>
                <a:cubicBezTo>
                  <a:pt x="204" y="0"/>
                  <a:pt x="261" y="57"/>
                  <a:pt x="261" y="127"/>
                </a:cubicBezTo>
                <a:cubicBezTo>
                  <a:pt x="261" y="156"/>
                  <a:pt x="254" y="184"/>
                  <a:pt x="240" y="205"/>
                </a:cubicBezTo>
                <a:cubicBezTo>
                  <a:pt x="360" y="205"/>
                  <a:pt x="360" y="205"/>
                  <a:pt x="360" y="205"/>
                </a:cubicBezTo>
                <a:cubicBezTo>
                  <a:pt x="346" y="184"/>
                  <a:pt x="339" y="156"/>
                  <a:pt x="339" y="127"/>
                </a:cubicBezTo>
                <a:cubicBezTo>
                  <a:pt x="339" y="57"/>
                  <a:pt x="395" y="0"/>
                  <a:pt x="466" y="0"/>
                </a:cubicBezTo>
                <a:cubicBezTo>
                  <a:pt x="544" y="0"/>
                  <a:pt x="600" y="57"/>
                  <a:pt x="600" y="127"/>
                </a:cubicBezTo>
                <a:cubicBezTo>
                  <a:pt x="600" y="205"/>
                  <a:pt x="544" y="262"/>
                  <a:pt x="466" y="262"/>
                </a:cubicBezTo>
                <a:close/>
                <a:moveTo>
                  <a:pt x="204" y="127"/>
                </a:moveTo>
                <a:lnTo>
                  <a:pt x="204" y="127"/>
                </a:lnTo>
                <a:cubicBezTo>
                  <a:pt x="204" y="85"/>
                  <a:pt x="169" y="57"/>
                  <a:pt x="127" y="57"/>
                </a:cubicBezTo>
                <a:cubicBezTo>
                  <a:pt x="84" y="57"/>
                  <a:pt x="56" y="85"/>
                  <a:pt x="56" y="127"/>
                </a:cubicBezTo>
                <a:cubicBezTo>
                  <a:pt x="56" y="170"/>
                  <a:pt x="84" y="205"/>
                  <a:pt x="127" y="205"/>
                </a:cubicBezTo>
                <a:cubicBezTo>
                  <a:pt x="169" y="205"/>
                  <a:pt x="204" y="170"/>
                  <a:pt x="204" y="127"/>
                </a:cubicBezTo>
                <a:close/>
                <a:moveTo>
                  <a:pt x="466" y="57"/>
                </a:moveTo>
                <a:lnTo>
                  <a:pt x="466" y="57"/>
                </a:lnTo>
                <a:cubicBezTo>
                  <a:pt x="424" y="57"/>
                  <a:pt x="395" y="85"/>
                  <a:pt x="395" y="127"/>
                </a:cubicBezTo>
                <a:cubicBezTo>
                  <a:pt x="395" y="170"/>
                  <a:pt x="424" y="205"/>
                  <a:pt x="466" y="205"/>
                </a:cubicBezTo>
                <a:cubicBezTo>
                  <a:pt x="508" y="205"/>
                  <a:pt x="544" y="170"/>
                  <a:pt x="544" y="127"/>
                </a:cubicBezTo>
                <a:cubicBezTo>
                  <a:pt x="544" y="85"/>
                  <a:pt x="508" y="57"/>
                  <a:pt x="466" y="5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2" name="Freeform 104"/>
          <p:cNvSpPr/>
          <p:nvPr/>
        </p:nvSpPr>
        <p:spPr>
          <a:xfrm>
            <a:off x="2703600" y="2598840"/>
            <a:ext cx="218880" cy="150840"/>
          </a:xfrm>
          <a:custGeom>
            <a:avLst/>
            <a:gdLst/>
            <a:ahLst/>
            <a:rect l="l" t="t" r="r" b="b"/>
            <a:pathLst>
              <a:path w="609" h="418">
                <a:moveTo>
                  <a:pt x="580" y="417"/>
                </a:moveTo>
                <a:lnTo>
                  <a:pt x="580" y="417"/>
                </a:lnTo>
                <a:cubicBezTo>
                  <a:pt x="29" y="417"/>
                  <a:pt x="29" y="417"/>
                  <a:pt x="29" y="417"/>
                </a:cubicBezTo>
                <a:cubicBezTo>
                  <a:pt x="15" y="417"/>
                  <a:pt x="0" y="402"/>
                  <a:pt x="0" y="388"/>
                </a:cubicBezTo>
                <a:cubicBezTo>
                  <a:pt x="0" y="169"/>
                  <a:pt x="0" y="169"/>
                  <a:pt x="0" y="169"/>
                </a:cubicBezTo>
                <a:cubicBezTo>
                  <a:pt x="608" y="169"/>
                  <a:pt x="608" y="169"/>
                  <a:pt x="608" y="169"/>
                </a:cubicBezTo>
                <a:cubicBezTo>
                  <a:pt x="608" y="388"/>
                  <a:pt x="608" y="388"/>
                  <a:pt x="608" y="388"/>
                </a:cubicBezTo>
                <a:cubicBezTo>
                  <a:pt x="608" y="402"/>
                  <a:pt x="594" y="417"/>
                  <a:pt x="580" y="417"/>
                </a:cubicBezTo>
                <a:close/>
                <a:moveTo>
                  <a:pt x="57" y="360"/>
                </a:moveTo>
                <a:lnTo>
                  <a:pt x="57" y="360"/>
                </a:lnTo>
                <a:cubicBezTo>
                  <a:pt x="170" y="360"/>
                  <a:pt x="170" y="360"/>
                  <a:pt x="170" y="360"/>
                </a:cubicBezTo>
                <a:cubicBezTo>
                  <a:pt x="170" y="332"/>
                  <a:pt x="170" y="332"/>
                  <a:pt x="170" y="332"/>
                </a:cubicBezTo>
                <a:cubicBezTo>
                  <a:pt x="57" y="332"/>
                  <a:pt x="57" y="332"/>
                  <a:pt x="57" y="332"/>
                </a:cubicBezTo>
                <a:lnTo>
                  <a:pt x="57" y="360"/>
                </a:lnTo>
                <a:close/>
                <a:moveTo>
                  <a:pt x="340" y="275"/>
                </a:moveTo>
                <a:lnTo>
                  <a:pt x="340" y="275"/>
                </a:lnTo>
                <a:cubicBezTo>
                  <a:pt x="57" y="275"/>
                  <a:pt x="57" y="275"/>
                  <a:pt x="57" y="275"/>
                </a:cubicBezTo>
                <a:cubicBezTo>
                  <a:pt x="57" y="304"/>
                  <a:pt x="57" y="304"/>
                  <a:pt x="57" y="304"/>
                </a:cubicBezTo>
                <a:cubicBezTo>
                  <a:pt x="340" y="304"/>
                  <a:pt x="340" y="304"/>
                  <a:pt x="340" y="304"/>
                </a:cubicBezTo>
                <a:lnTo>
                  <a:pt x="340" y="275"/>
                </a:lnTo>
                <a:close/>
                <a:moveTo>
                  <a:pt x="0" y="28"/>
                </a:moveTo>
                <a:lnTo>
                  <a:pt x="0" y="28"/>
                </a:lnTo>
                <a:cubicBezTo>
                  <a:pt x="0" y="14"/>
                  <a:pt x="15" y="0"/>
                  <a:pt x="29" y="0"/>
                </a:cubicBezTo>
                <a:cubicBezTo>
                  <a:pt x="580" y="0"/>
                  <a:pt x="580" y="0"/>
                  <a:pt x="580" y="0"/>
                </a:cubicBezTo>
                <a:cubicBezTo>
                  <a:pt x="594" y="0"/>
                  <a:pt x="608" y="14"/>
                  <a:pt x="608" y="28"/>
                </a:cubicBezTo>
                <a:cubicBezTo>
                  <a:pt x="608" y="113"/>
                  <a:pt x="608" y="113"/>
                  <a:pt x="608" y="113"/>
                </a:cubicBezTo>
                <a:cubicBezTo>
                  <a:pt x="0" y="113"/>
                  <a:pt x="0" y="113"/>
                  <a:pt x="0" y="113"/>
                </a:cubicBezTo>
                <a:lnTo>
                  <a:pt x="0" y="2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3" name="Freeform 105"/>
          <p:cNvSpPr/>
          <p:nvPr/>
        </p:nvSpPr>
        <p:spPr>
          <a:xfrm>
            <a:off x="2325600" y="2567160"/>
            <a:ext cx="217440" cy="206280"/>
          </a:xfrm>
          <a:custGeom>
            <a:avLst/>
            <a:gdLst/>
            <a:ahLst/>
            <a:rect l="l" t="t" r="r" b="b"/>
            <a:pathLst>
              <a:path w="602" h="573">
                <a:moveTo>
                  <a:pt x="601" y="304"/>
                </a:moveTo>
                <a:lnTo>
                  <a:pt x="601" y="304"/>
                </a:lnTo>
                <a:cubicBezTo>
                  <a:pt x="601" y="318"/>
                  <a:pt x="594" y="332"/>
                  <a:pt x="573" y="332"/>
                </a:cubicBezTo>
                <a:cubicBezTo>
                  <a:pt x="566" y="332"/>
                  <a:pt x="559" y="325"/>
                  <a:pt x="559" y="325"/>
                </a:cubicBezTo>
                <a:lnTo>
                  <a:pt x="559" y="325"/>
                </a:lnTo>
                <a:cubicBezTo>
                  <a:pt x="304" y="71"/>
                  <a:pt x="304" y="71"/>
                  <a:pt x="304" y="71"/>
                </a:cubicBezTo>
                <a:lnTo>
                  <a:pt x="304" y="71"/>
                </a:lnTo>
                <a:lnTo>
                  <a:pt x="304" y="71"/>
                </a:lnTo>
                <a:lnTo>
                  <a:pt x="304" y="71"/>
                </a:lnTo>
                <a:cubicBezTo>
                  <a:pt x="50" y="325"/>
                  <a:pt x="50" y="325"/>
                  <a:pt x="50" y="325"/>
                </a:cubicBezTo>
                <a:lnTo>
                  <a:pt x="50" y="325"/>
                </a:lnTo>
                <a:cubicBezTo>
                  <a:pt x="43" y="325"/>
                  <a:pt x="36" y="332"/>
                  <a:pt x="29" y="332"/>
                </a:cubicBezTo>
                <a:cubicBezTo>
                  <a:pt x="15" y="332"/>
                  <a:pt x="0" y="318"/>
                  <a:pt x="0" y="304"/>
                </a:cubicBezTo>
                <a:cubicBezTo>
                  <a:pt x="0" y="297"/>
                  <a:pt x="0" y="289"/>
                  <a:pt x="7" y="282"/>
                </a:cubicBezTo>
                <a:cubicBezTo>
                  <a:pt x="283" y="7"/>
                  <a:pt x="283" y="7"/>
                  <a:pt x="283" y="7"/>
                </a:cubicBezTo>
                <a:cubicBezTo>
                  <a:pt x="290" y="0"/>
                  <a:pt x="297" y="0"/>
                  <a:pt x="304" y="0"/>
                </a:cubicBezTo>
                <a:lnTo>
                  <a:pt x="304" y="0"/>
                </a:lnTo>
                <a:lnTo>
                  <a:pt x="304" y="0"/>
                </a:lnTo>
                <a:lnTo>
                  <a:pt x="304" y="0"/>
                </a:lnTo>
                <a:lnTo>
                  <a:pt x="304" y="0"/>
                </a:lnTo>
                <a:lnTo>
                  <a:pt x="304" y="0"/>
                </a:lnTo>
                <a:lnTo>
                  <a:pt x="304" y="0"/>
                </a:lnTo>
                <a:lnTo>
                  <a:pt x="304" y="0"/>
                </a:lnTo>
                <a:cubicBezTo>
                  <a:pt x="311" y="0"/>
                  <a:pt x="318" y="7"/>
                  <a:pt x="325" y="7"/>
                </a:cubicBezTo>
                <a:lnTo>
                  <a:pt x="325" y="7"/>
                </a:lnTo>
                <a:cubicBezTo>
                  <a:pt x="431" y="120"/>
                  <a:pt x="431" y="120"/>
                  <a:pt x="431" y="120"/>
                </a:cubicBezTo>
                <a:cubicBezTo>
                  <a:pt x="431" y="92"/>
                  <a:pt x="431" y="92"/>
                  <a:pt x="431" y="92"/>
                </a:cubicBezTo>
                <a:cubicBezTo>
                  <a:pt x="431" y="78"/>
                  <a:pt x="446" y="63"/>
                  <a:pt x="460" y="63"/>
                </a:cubicBezTo>
                <a:cubicBezTo>
                  <a:pt x="481" y="63"/>
                  <a:pt x="488" y="78"/>
                  <a:pt x="488" y="92"/>
                </a:cubicBezTo>
                <a:cubicBezTo>
                  <a:pt x="488" y="176"/>
                  <a:pt x="488" y="176"/>
                  <a:pt x="488" y="176"/>
                </a:cubicBezTo>
                <a:cubicBezTo>
                  <a:pt x="594" y="282"/>
                  <a:pt x="594" y="282"/>
                  <a:pt x="594" y="282"/>
                </a:cubicBezTo>
                <a:lnTo>
                  <a:pt x="594" y="282"/>
                </a:lnTo>
                <a:cubicBezTo>
                  <a:pt x="601" y="289"/>
                  <a:pt x="601" y="297"/>
                  <a:pt x="601" y="304"/>
                </a:cubicBezTo>
                <a:close/>
                <a:moveTo>
                  <a:pt x="544" y="346"/>
                </a:moveTo>
                <a:lnTo>
                  <a:pt x="544" y="346"/>
                </a:lnTo>
                <a:cubicBezTo>
                  <a:pt x="544" y="431"/>
                  <a:pt x="544" y="431"/>
                  <a:pt x="544" y="431"/>
                </a:cubicBezTo>
                <a:cubicBezTo>
                  <a:pt x="544" y="473"/>
                  <a:pt x="544" y="473"/>
                  <a:pt x="544" y="473"/>
                </a:cubicBezTo>
                <a:cubicBezTo>
                  <a:pt x="544" y="544"/>
                  <a:pt x="544" y="544"/>
                  <a:pt x="544" y="544"/>
                </a:cubicBezTo>
                <a:cubicBezTo>
                  <a:pt x="544" y="565"/>
                  <a:pt x="537" y="572"/>
                  <a:pt x="516" y="572"/>
                </a:cubicBezTo>
                <a:cubicBezTo>
                  <a:pt x="460" y="572"/>
                  <a:pt x="460" y="572"/>
                  <a:pt x="460" y="572"/>
                </a:cubicBezTo>
                <a:cubicBezTo>
                  <a:pt x="460" y="346"/>
                  <a:pt x="460" y="346"/>
                  <a:pt x="460" y="346"/>
                </a:cubicBezTo>
                <a:cubicBezTo>
                  <a:pt x="347" y="346"/>
                  <a:pt x="347" y="346"/>
                  <a:pt x="347" y="346"/>
                </a:cubicBezTo>
                <a:cubicBezTo>
                  <a:pt x="347" y="572"/>
                  <a:pt x="347" y="572"/>
                  <a:pt x="347" y="572"/>
                </a:cubicBezTo>
                <a:cubicBezTo>
                  <a:pt x="85" y="572"/>
                  <a:pt x="85" y="572"/>
                  <a:pt x="85" y="572"/>
                </a:cubicBezTo>
                <a:cubicBezTo>
                  <a:pt x="71" y="572"/>
                  <a:pt x="57" y="565"/>
                  <a:pt x="57" y="544"/>
                </a:cubicBezTo>
                <a:cubicBezTo>
                  <a:pt x="57" y="473"/>
                  <a:pt x="57" y="473"/>
                  <a:pt x="57" y="473"/>
                </a:cubicBezTo>
                <a:cubicBezTo>
                  <a:pt x="57" y="431"/>
                  <a:pt x="57" y="431"/>
                  <a:pt x="57" y="431"/>
                </a:cubicBezTo>
                <a:cubicBezTo>
                  <a:pt x="57" y="346"/>
                  <a:pt x="57" y="346"/>
                  <a:pt x="57" y="346"/>
                </a:cubicBezTo>
                <a:cubicBezTo>
                  <a:pt x="304" y="106"/>
                  <a:pt x="304" y="106"/>
                  <a:pt x="304" y="106"/>
                </a:cubicBezTo>
                <a:lnTo>
                  <a:pt x="544" y="346"/>
                </a:lnTo>
                <a:close/>
                <a:moveTo>
                  <a:pt x="255" y="346"/>
                </a:moveTo>
                <a:lnTo>
                  <a:pt x="255" y="346"/>
                </a:lnTo>
                <a:cubicBezTo>
                  <a:pt x="142" y="346"/>
                  <a:pt x="142" y="346"/>
                  <a:pt x="142" y="346"/>
                </a:cubicBezTo>
                <a:cubicBezTo>
                  <a:pt x="142" y="459"/>
                  <a:pt x="142" y="459"/>
                  <a:pt x="142" y="459"/>
                </a:cubicBezTo>
                <a:cubicBezTo>
                  <a:pt x="255" y="459"/>
                  <a:pt x="255" y="459"/>
                  <a:pt x="255" y="459"/>
                </a:cubicBezTo>
                <a:lnTo>
                  <a:pt x="255" y="34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4" name="Freeform 106"/>
          <p:cNvSpPr/>
          <p:nvPr/>
        </p:nvSpPr>
        <p:spPr>
          <a:xfrm>
            <a:off x="1946160" y="2575080"/>
            <a:ext cx="217440" cy="196560"/>
          </a:xfrm>
          <a:custGeom>
            <a:avLst/>
            <a:gdLst/>
            <a:ahLst/>
            <a:rect l="l" t="t" r="r" b="b"/>
            <a:pathLst>
              <a:path w="602" h="545">
                <a:moveTo>
                  <a:pt x="573" y="544"/>
                </a:moveTo>
                <a:lnTo>
                  <a:pt x="573" y="544"/>
                </a:lnTo>
                <a:cubicBezTo>
                  <a:pt x="523" y="544"/>
                  <a:pt x="523" y="544"/>
                  <a:pt x="523" y="544"/>
                </a:cubicBezTo>
                <a:cubicBezTo>
                  <a:pt x="523" y="318"/>
                  <a:pt x="523" y="318"/>
                  <a:pt x="523" y="318"/>
                </a:cubicBezTo>
                <a:cubicBezTo>
                  <a:pt x="523" y="141"/>
                  <a:pt x="523" y="141"/>
                  <a:pt x="523" y="141"/>
                </a:cubicBezTo>
                <a:cubicBezTo>
                  <a:pt x="573" y="141"/>
                  <a:pt x="573" y="141"/>
                  <a:pt x="573" y="141"/>
                </a:cubicBezTo>
                <a:cubicBezTo>
                  <a:pt x="587" y="141"/>
                  <a:pt x="601" y="148"/>
                  <a:pt x="601" y="170"/>
                </a:cubicBezTo>
                <a:cubicBezTo>
                  <a:pt x="601" y="346"/>
                  <a:pt x="601" y="346"/>
                  <a:pt x="601" y="346"/>
                </a:cubicBezTo>
                <a:cubicBezTo>
                  <a:pt x="601" y="459"/>
                  <a:pt x="601" y="459"/>
                  <a:pt x="601" y="459"/>
                </a:cubicBezTo>
                <a:cubicBezTo>
                  <a:pt x="601" y="516"/>
                  <a:pt x="601" y="516"/>
                  <a:pt x="601" y="516"/>
                </a:cubicBezTo>
                <a:cubicBezTo>
                  <a:pt x="601" y="530"/>
                  <a:pt x="587" y="544"/>
                  <a:pt x="573" y="544"/>
                </a:cubicBezTo>
                <a:close/>
                <a:moveTo>
                  <a:pt x="99" y="544"/>
                </a:moveTo>
                <a:lnTo>
                  <a:pt x="99" y="544"/>
                </a:lnTo>
                <a:cubicBezTo>
                  <a:pt x="99" y="318"/>
                  <a:pt x="99" y="318"/>
                  <a:pt x="99" y="318"/>
                </a:cubicBezTo>
                <a:cubicBezTo>
                  <a:pt x="99" y="311"/>
                  <a:pt x="99" y="311"/>
                  <a:pt x="99" y="311"/>
                </a:cubicBezTo>
                <a:cubicBezTo>
                  <a:pt x="99" y="141"/>
                  <a:pt x="99" y="141"/>
                  <a:pt x="99" y="141"/>
                </a:cubicBezTo>
                <a:cubicBezTo>
                  <a:pt x="156" y="141"/>
                  <a:pt x="156" y="141"/>
                  <a:pt x="156" y="141"/>
                </a:cubicBezTo>
                <a:cubicBezTo>
                  <a:pt x="156" y="64"/>
                  <a:pt x="219" y="0"/>
                  <a:pt x="297" y="0"/>
                </a:cubicBezTo>
                <a:cubicBezTo>
                  <a:pt x="375" y="0"/>
                  <a:pt x="438" y="64"/>
                  <a:pt x="438" y="141"/>
                </a:cubicBezTo>
                <a:cubicBezTo>
                  <a:pt x="495" y="141"/>
                  <a:pt x="495" y="141"/>
                  <a:pt x="495" y="141"/>
                </a:cubicBezTo>
                <a:cubicBezTo>
                  <a:pt x="495" y="318"/>
                  <a:pt x="495" y="318"/>
                  <a:pt x="495" y="318"/>
                </a:cubicBezTo>
                <a:cubicBezTo>
                  <a:pt x="495" y="544"/>
                  <a:pt x="495" y="544"/>
                  <a:pt x="495" y="544"/>
                </a:cubicBezTo>
                <a:lnTo>
                  <a:pt x="99" y="544"/>
                </a:lnTo>
                <a:close/>
                <a:moveTo>
                  <a:pt x="297" y="57"/>
                </a:moveTo>
                <a:lnTo>
                  <a:pt x="297" y="57"/>
                </a:lnTo>
                <a:cubicBezTo>
                  <a:pt x="255" y="57"/>
                  <a:pt x="212" y="92"/>
                  <a:pt x="212" y="141"/>
                </a:cubicBezTo>
                <a:cubicBezTo>
                  <a:pt x="382" y="141"/>
                  <a:pt x="382" y="141"/>
                  <a:pt x="382" y="141"/>
                </a:cubicBezTo>
                <a:cubicBezTo>
                  <a:pt x="382" y="92"/>
                  <a:pt x="347" y="57"/>
                  <a:pt x="297" y="57"/>
                </a:cubicBezTo>
                <a:close/>
                <a:moveTo>
                  <a:pt x="0" y="516"/>
                </a:moveTo>
                <a:lnTo>
                  <a:pt x="0" y="516"/>
                </a:lnTo>
                <a:cubicBezTo>
                  <a:pt x="0" y="459"/>
                  <a:pt x="0" y="459"/>
                  <a:pt x="0" y="459"/>
                </a:cubicBezTo>
                <a:cubicBezTo>
                  <a:pt x="0" y="346"/>
                  <a:pt x="0" y="346"/>
                  <a:pt x="0" y="346"/>
                </a:cubicBezTo>
                <a:cubicBezTo>
                  <a:pt x="0" y="170"/>
                  <a:pt x="0" y="170"/>
                  <a:pt x="0" y="170"/>
                </a:cubicBezTo>
                <a:cubicBezTo>
                  <a:pt x="0" y="148"/>
                  <a:pt x="7" y="141"/>
                  <a:pt x="29" y="141"/>
                </a:cubicBezTo>
                <a:cubicBezTo>
                  <a:pt x="71" y="141"/>
                  <a:pt x="71" y="141"/>
                  <a:pt x="71" y="141"/>
                </a:cubicBezTo>
                <a:cubicBezTo>
                  <a:pt x="71" y="311"/>
                  <a:pt x="71" y="311"/>
                  <a:pt x="71" y="311"/>
                </a:cubicBezTo>
                <a:cubicBezTo>
                  <a:pt x="71" y="318"/>
                  <a:pt x="71" y="318"/>
                  <a:pt x="71" y="318"/>
                </a:cubicBezTo>
                <a:cubicBezTo>
                  <a:pt x="71" y="544"/>
                  <a:pt x="71" y="544"/>
                  <a:pt x="71" y="544"/>
                </a:cubicBezTo>
                <a:cubicBezTo>
                  <a:pt x="29" y="544"/>
                  <a:pt x="29" y="544"/>
                  <a:pt x="29" y="544"/>
                </a:cubicBezTo>
                <a:cubicBezTo>
                  <a:pt x="7" y="544"/>
                  <a:pt x="0" y="530"/>
                  <a:pt x="0" y="51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5" name="Freeform 107"/>
          <p:cNvSpPr/>
          <p:nvPr/>
        </p:nvSpPr>
        <p:spPr>
          <a:xfrm>
            <a:off x="1590840" y="2579760"/>
            <a:ext cx="168120" cy="183960"/>
          </a:xfrm>
          <a:custGeom>
            <a:avLst/>
            <a:gdLst/>
            <a:ahLst/>
            <a:rect l="l" t="t" r="r" b="b"/>
            <a:pathLst>
              <a:path w="467" h="510">
                <a:moveTo>
                  <a:pt x="459" y="247"/>
                </a:moveTo>
                <a:lnTo>
                  <a:pt x="459" y="247"/>
                </a:lnTo>
                <a:lnTo>
                  <a:pt x="459" y="247"/>
                </a:lnTo>
                <a:lnTo>
                  <a:pt x="459" y="247"/>
                </a:lnTo>
                <a:cubicBezTo>
                  <a:pt x="233" y="28"/>
                  <a:pt x="233" y="28"/>
                  <a:pt x="233" y="28"/>
                </a:cubicBezTo>
                <a:cubicBezTo>
                  <a:pt x="63" y="28"/>
                  <a:pt x="63" y="28"/>
                  <a:pt x="63" y="28"/>
                </a:cubicBezTo>
                <a:cubicBezTo>
                  <a:pt x="28" y="28"/>
                  <a:pt x="28" y="28"/>
                  <a:pt x="28" y="28"/>
                </a:cubicBezTo>
                <a:cubicBezTo>
                  <a:pt x="28" y="14"/>
                  <a:pt x="35" y="0"/>
                  <a:pt x="56" y="0"/>
                </a:cubicBezTo>
                <a:lnTo>
                  <a:pt x="56" y="0"/>
                </a:lnTo>
                <a:cubicBezTo>
                  <a:pt x="233" y="0"/>
                  <a:pt x="233" y="0"/>
                  <a:pt x="233" y="0"/>
                </a:cubicBezTo>
                <a:lnTo>
                  <a:pt x="233" y="0"/>
                </a:lnTo>
                <a:lnTo>
                  <a:pt x="233" y="0"/>
                </a:lnTo>
                <a:cubicBezTo>
                  <a:pt x="240" y="0"/>
                  <a:pt x="247" y="7"/>
                  <a:pt x="254" y="14"/>
                </a:cubicBezTo>
                <a:cubicBezTo>
                  <a:pt x="410" y="163"/>
                  <a:pt x="410" y="163"/>
                  <a:pt x="410" y="163"/>
                </a:cubicBezTo>
                <a:lnTo>
                  <a:pt x="410" y="163"/>
                </a:lnTo>
                <a:cubicBezTo>
                  <a:pt x="459" y="205"/>
                  <a:pt x="459" y="205"/>
                  <a:pt x="459" y="205"/>
                </a:cubicBezTo>
                <a:cubicBezTo>
                  <a:pt x="466" y="212"/>
                  <a:pt x="466" y="219"/>
                  <a:pt x="466" y="226"/>
                </a:cubicBezTo>
                <a:cubicBezTo>
                  <a:pt x="466" y="233"/>
                  <a:pt x="466" y="240"/>
                  <a:pt x="459" y="247"/>
                </a:cubicBezTo>
                <a:close/>
                <a:moveTo>
                  <a:pt x="205" y="57"/>
                </a:moveTo>
                <a:lnTo>
                  <a:pt x="205" y="57"/>
                </a:lnTo>
                <a:lnTo>
                  <a:pt x="205" y="57"/>
                </a:lnTo>
                <a:lnTo>
                  <a:pt x="205" y="57"/>
                </a:lnTo>
                <a:cubicBezTo>
                  <a:pt x="212" y="57"/>
                  <a:pt x="219" y="64"/>
                  <a:pt x="226" y="71"/>
                </a:cubicBezTo>
                <a:cubicBezTo>
                  <a:pt x="438" y="276"/>
                  <a:pt x="438" y="276"/>
                  <a:pt x="438" y="276"/>
                </a:cubicBezTo>
                <a:cubicBezTo>
                  <a:pt x="445" y="276"/>
                  <a:pt x="445" y="283"/>
                  <a:pt x="452" y="290"/>
                </a:cubicBezTo>
                <a:lnTo>
                  <a:pt x="452" y="290"/>
                </a:lnTo>
                <a:lnTo>
                  <a:pt x="452" y="290"/>
                </a:lnTo>
                <a:lnTo>
                  <a:pt x="452" y="290"/>
                </a:lnTo>
                <a:cubicBezTo>
                  <a:pt x="452" y="290"/>
                  <a:pt x="452" y="290"/>
                  <a:pt x="452" y="297"/>
                </a:cubicBezTo>
                <a:lnTo>
                  <a:pt x="452" y="297"/>
                </a:lnTo>
                <a:lnTo>
                  <a:pt x="452" y="297"/>
                </a:lnTo>
                <a:lnTo>
                  <a:pt x="452" y="297"/>
                </a:lnTo>
                <a:cubicBezTo>
                  <a:pt x="452" y="304"/>
                  <a:pt x="445" y="311"/>
                  <a:pt x="445" y="311"/>
                </a:cubicBezTo>
                <a:lnTo>
                  <a:pt x="445" y="311"/>
                </a:lnTo>
                <a:cubicBezTo>
                  <a:pt x="283" y="502"/>
                  <a:pt x="283" y="502"/>
                  <a:pt x="283" y="502"/>
                </a:cubicBezTo>
                <a:lnTo>
                  <a:pt x="283" y="502"/>
                </a:lnTo>
                <a:cubicBezTo>
                  <a:pt x="275" y="509"/>
                  <a:pt x="268" y="509"/>
                  <a:pt x="261" y="509"/>
                </a:cubicBezTo>
                <a:lnTo>
                  <a:pt x="261" y="509"/>
                </a:lnTo>
                <a:lnTo>
                  <a:pt x="261" y="509"/>
                </a:lnTo>
                <a:lnTo>
                  <a:pt x="261" y="509"/>
                </a:lnTo>
                <a:lnTo>
                  <a:pt x="254" y="509"/>
                </a:lnTo>
                <a:lnTo>
                  <a:pt x="254" y="509"/>
                </a:lnTo>
                <a:cubicBezTo>
                  <a:pt x="254" y="509"/>
                  <a:pt x="247" y="509"/>
                  <a:pt x="240" y="502"/>
                </a:cubicBezTo>
                <a:lnTo>
                  <a:pt x="240" y="502"/>
                </a:lnTo>
                <a:cubicBezTo>
                  <a:pt x="7" y="290"/>
                  <a:pt x="7" y="290"/>
                  <a:pt x="7" y="290"/>
                </a:cubicBezTo>
                <a:lnTo>
                  <a:pt x="7" y="290"/>
                </a:lnTo>
                <a:cubicBezTo>
                  <a:pt x="0" y="283"/>
                  <a:pt x="0" y="276"/>
                  <a:pt x="0" y="269"/>
                </a:cubicBezTo>
                <a:lnTo>
                  <a:pt x="0" y="269"/>
                </a:lnTo>
                <a:cubicBezTo>
                  <a:pt x="0" y="113"/>
                  <a:pt x="0" y="113"/>
                  <a:pt x="0" y="113"/>
                </a:cubicBezTo>
                <a:cubicBezTo>
                  <a:pt x="0" y="85"/>
                  <a:pt x="0" y="85"/>
                  <a:pt x="0" y="85"/>
                </a:cubicBezTo>
                <a:lnTo>
                  <a:pt x="0" y="85"/>
                </a:lnTo>
                <a:lnTo>
                  <a:pt x="0" y="85"/>
                </a:lnTo>
                <a:cubicBezTo>
                  <a:pt x="0" y="71"/>
                  <a:pt x="7" y="57"/>
                  <a:pt x="28" y="57"/>
                </a:cubicBezTo>
                <a:lnTo>
                  <a:pt x="28" y="57"/>
                </a:lnTo>
                <a:lnTo>
                  <a:pt x="205" y="57"/>
                </a:lnTo>
                <a:close/>
                <a:moveTo>
                  <a:pt x="70" y="170"/>
                </a:moveTo>
                <a:lnTo>
                  <a:pt x="70" y="170"/>
                </a:lnTo>
                <a:cubicBezTo>
                  <a:pt x="92" y="170"/>
                  <a:pt x="113" y="156"/>
                  <a:pt x="113" y="134"/>
                </a:cubicBezTo>
                <a:cubicBezTo>
                  <a:pt x="113" y="113"/>
                  <a:pt x="92" y="99"/>
                  <a:pt x="70" y="99"/>
                </a:cubicBezTo>
                <a:cubicBezTo>
                  <a:pt x="49" y="99"/>
                  <a:pt x="35" y="113"/>
                  <a:pt x="35" y="134"/>
                </a:cubicBezTo>
                <a:cubicBezTo>
                  <a:pt x="35" y="156"/>
                  <a:pt x="49" y="170"/>
                  <a:pt x="70" y="17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6" name="Freeform 108"/>
          <p:cNvSpPr/>
          <p:nvPr/>
        </p:nvSpPr>
        <p:spPr>
          <a:xfrm>
            <a:off x="1212840" y="2590920"/>
            <a:ext cx="163440" cy="163440"/>
          </a:xfrm>
          <a:custGeom>
            <a:avLst/>
            <a:gdLst/>
            <a:ahLst/>
            <a:rect l="l" t="t" r="r" b="b"/>
            <a:pathLst>
              <a:path w="453" h="454">
                <a:moveTo>
                  <a:pt x="452" y="234"/>
                </a:moveTo>
                <a:lnTo>
                  <a:pt x="452" y="234"/>
                </a:lnTo>
                <a:lnTo>
                  <a:pt x="452" y="234"/>
                </a:lnTo>
                <a:lnTo>
                  <a:pt x="452" y="234"/>
                </a:lnTo>
                <a:lnTo>
                  <a:pt x="452" y="234"/>
                </a:lnTo>
                <a:cubicBezTo>
                  <a:pt x="452" y="234"/>
                  <a:pt x="452" y="234"/>
                  <a:pt x="452" y="241"/>
                </a:cubicBezTo>
                <a:lnTo>
                  <a:pt x="452" y="241"/>
                </a:lnTo>
                <a:lnTo>
                  <a:pt x="452" y="241"/>
                </a:lnTo>
                <a:lnTo>
                  <a:pt x="452" y="241"/>
                </a:lnTo>
                <a:cubicBezTo>
                  <a:pt x="452" y="248"/>
                  <a:pt x="445" y="255"/>
                  <a:pt x="445" y="255"/>
                </a:cubicBezTo>
                <a:lnTo>
                  <a:pt x="445" y="255"/>
                </a:lnTo>
                <a:cubicBezTo>
                  <a:pt x="283" y="446"/>
                  <a:pt x="283" y="446"/>
                  <a:pt x="283" y="446"/>
                </a:cubicBezTo>
                <a:lnTo>
                  <a:pt x="283" y="446"/>
                </a:lnTo>
                <a:cubicBezTo>
                  <a:pt x="275" y="453"/>
                  <a:pt x="268" y="453"/>
                  <a:pt x="261" y="453"/>
                </a:cubicBezTo>
                <a:lnTo>
                  <a:pt x="261" y="453"/>
                </a:lnTo>
                <a:lnTo>
                  <a:pt x="261" y="453"/>
                </a:lnTo>
                <a:lnTo>
                  <a:pt x="261" y="453"/>
                </a:lnTo>
                <a:lnTo>
                  <a:pt x="254" y="453"/>
                </a:lnTo>
                <a:lnTo>
                  <a:pt x="254" y="453"/>
                </a:lnTo>
                <a:cubicBezTo>
                  <a:pt x="254" y="453"/>
                  <a:pt x="247" y="453"/>
                  <a:pt x="240" y="446"/>
                </a:cubicBezTo>
                <a:lnTo>
                  <a:pt x="240" y="446"/>
                </a:lnTo>
                <a:cubicBezTo>
                  <a:pt x="7" y="234"/>
                  <a:pt x="7" y="234"/>
                  <a:pt x="7" y="234"/>
                </a:cubicBezTo>
                <a:lnTo>
                  <a:pt x="7" y="234"/>
                </a:lnTo>
                <a:cubicBezTo>
                  <a:pt x="0" y="226"/>
                  <a:pt x="0" y="219"/>
                  <a:pt x="0" y="212"/>
                </a:cubicBezTo>
                <a:lnTo>
                  <a:pt x="0" y="212"/>
                </a:lnTo>
                <a:cubicBezTo>
                  <a:pt x="0" y="57"/>
                  <a:pt x="0" y="57"/>
                  <a:pt x="0" y="57"/>
                </a:cubicBezTo>
                <a:cubicBezTo>
                  <a:pt x="0" y="29"/>
                  <a:pt x="0" y="29"/>
                  <a:pt x="0" y="29"/>
                </a:cubicBezTo>
                <a:lnTo>
                  <a:pt x="0" y="29"/>
                </a:lnTo>
                <a:lnTo>
                  <a:pt x="0" y="29"/>
                </a:lnTo>
                <a:cubicBezTo>
                  <a:pt x="0" y="15"/>
                  <a:pt x="7" y="0"/>
                  <a:pt x="28" y="0"/>
                </a:cubicBezTo>
                <a:lnTo>
                  <a:pt x="28" y="0"/>
                </a:lnTo>
                <a:cubicBezTo>
                  <a:pt x="205" y="0"/>
                  <a:pt x="205" y="0"/>
                  <a:pt x="205" y="0"/>
                </a:cubicBezTo>
                <a:lnTo>
                  <a:pt x="205" y="0"/>
                </a:lnTo>
                <a:lnTo>
                  <a:pt x="205" y="0"/>
                </a:lnTo>
                <a:cubicBezTo>
                  <a:pt x="212" y="0"/>
                  <a:pt x="219" y="8"/>
                  <a:pt x="226" y="15"/>
                </a:cubicBezTo>
                <a:cubicBezTo>
                  <a:pt x="438" y="219"/>
                  <a:pt x="438" y="219"/>
                  <a:pt x="438" y="219"/>
                </a:cubicBezTo>
                <a:cubicBezTo>
                  <a:pt x="445" y="219"/>
                  <a:pt x="445" y="226"/>
                  <a:pt x="452" y="234"/>
                </a:cubicBezTo>
                <a:close/>
                <a:moveTo>
                  <a:pt x="70" y="43"/>
                </a:moveTo>
                <a:lnTo>
                  <a:pt x="70" y="43"/>
                </a:lnTo>
                <a:cubicBezTo>
                  <a:pt x="49" y="43"/>
                  <a:pt x="35" y="57"/>
                  <a:pt x="35" y="78"/>
                </a:cubicBezTo>
                <a:cubicBezTo>
                  <a:pt x="35" y="99"/>
                  <a:pt x="49" y="113"/>
                  <a:pt x="70" y="113"/>
                </a:cubicBezTo>
                <a:cubicBezTo>
                  <a:pt x="92" y="113"/>
                  <a:pt x="113" y="99"/>
                  <a:pt x="113" y="78"/>
                </a:cubicBezTo>
                <a:cubicBezTo>
                  <a:pt x="113" y="57"/>
                  <a:pt x="92" y="43"/>
                  <a:pt x="70" y="4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7" name="Freeform 109"/>
          <p:cNvSpPr/>
          <p:nvPr/>
        </p:nvSpPr>
        <p:spPr>
          <a:xfrm>
            <a:off x="5365800" y="2201760"/>
            <a:ext cx="217440" cy="184320"/>
          </a:xfrm>
          <a:custGeom>
            <a:avLst/>
            <a:gdLst/>
            <a:ahLst/>
            <a:rect l="l" t="t" r="r" b="b"/>
            <a:pathLst>
              <a:path w="602" h="510">
                <a:moveTo>
                  <a:pt x="481" y="318"/>
                </a:moveTo>
                <a:lnTo>
                  <a:pt x="481" y="318"/>
                </a:lnTo>
                <a:cubicBezTo>
                  <a:pt x="410" y="318"/>
                  <a:pt x="353" y="269"/>
                  <a:pt x="353" y="198"/>
                </a:cubicBezTo>
                <a:cubicBezTo>
                  <a:pt x="353" y="127"/>
                  <a:pt x="410" y="78"/>
                  <a:pt x="481" y="78"/>
                </a:cubicBezTo>
                <a:cubicBezTo>
                  <a:pt x="544" y="78"/>
                  <a:pt x="601" y="127"/>
                  <a:pt x="601" y="198"/>
                </a:cubicBezTo>
                <a:cubicBezTo>
                  <a:pt x="601" y="269"/>
                  <a:pt x="544" y="318"/>
                  <a:pt x="481" y="318"/>
                </a:cubicBezTo>
                <a:close/>
                <a:moveTo>
                  <a:pt x="537" y="219"/>
                </a:moveTo>
                <a:lnTo>
                  <a:pt x="537" y="219"/>
                </a:lnTo>
                <a:cubicBezTo>
                  <a:pt x="516" y="198"/>
                  <a:pt x="516" y="198"/>
                  <a:pt x="516" y="198"/>
                </a:cubicBezTo>
                <a:cubicBezTo>
                  <a:pt x="537" y="177"/>
                  <a:pt x="537" y="177"/>
                  <a:pt x="537" y="177"/>
                </a:cubicBezTo>
                <a:lnTo>
                  <a:pt x="537" y="177"/>
                </a:lnTo>
                <a:cubicBezTo>
                  <a:pt x="544" y="177"/>
                  <a:pt x="544" y="170"/>
                  <a:pt x="544" y="163"/>
                </a:cubicBezTo>
                <a:cubicBezTo>
                  <a:pt x="544" y="141"/>
                  <a:pt x="530" y="134"/>
                  <a:pt x="516" y="134"/>
                </a:cubicBezTo>
                <a:cubicBezTo>
                  <a:pt x="509" y="134"/>
                  <a:pt x="502" y="134"/>
                  <a:pt x="495" y="141"/>
                </a:cubicBezTo>
                <a:lnTo>
                  <a:pt x="495" y="141"/>
                </a:lnTo>
                <a:cubicBezTo>
                  <a:pt x="481" y="156"/>
                  <a:pt x="481" y="156"/>
                  <a:pt x="481" y="156"/>
                </a:cubicBezTo>
                <a:cubicBezTo>
                  <a:pt x="459" y="141"/>
                  <a:pt x="459" y="141"/>
                  <a:pt x="459" y="141"/>
                </a:cubicBezTo>
                <a:lnTo>
                  <a:pt x="459" y="141"/>
                </a:lnTo>
                <a:cubicBezTo>
                  <a:pt x="452" y="134"/>
                  <a:pt x="445" y="134"/>
                  <a:pt x="438" y="134"/>
                </a:cubicBezTo>
                <a:cubicBezTo>
                  <a:pt x="424" y="134"/>
                  <a:pt x="410" y="141"/>
                  <a:pt x="410" y="163"/>
                </a:cubicBezTo>
                <a:cubicBezTo>
                  <a:pt x="410" y="170"/>
                  <a:pt x="417" y="177"/>
                  <a:pt x="424" y="177"/>
                </a:cubicBezTo>
                <a:lnTo>
                  <a:pt x="424" y="177"/>
                </a:lnTo>
                <a:cubicBezTo>
                  <a:pt x="438" y="198"/>
                  <a:pt x="438" y="198"/>
                  <a:pt x="438" y="198"/>
                </a:cubicBezTo>
                <a:cubicBezTo>
                  <a:pt x="424" y="219"/>
                  <a:pt x="424" y="219"/>
                  <a:pt x="424" y="219"/>
                </a:cubicBezTo>
                <a:lnTo>
                  <a:pt x="424" y="219"/>
                </a:lnTo>
                <a:cubicBezTo>
                  <a:pt x="417" y="219"/>
                  <a:pt x="410" y="226"/>
                  <a:pt x="410" y="233"/>
                </a:cubicBezTo>
                <a:cubicBezTo>
                  <a:pt x="410" y="254"/>
                  <a:pt x="424" y="261"/>
                  <a:pt x="438" y="261"/>
                </a:cubicBezTo>
                <a:cubicBezTo>
                  <a:pt x="445" y="261"/>
                  <a:pt x="452" y="261"/>
                  <a:pt x="459" y="254"/>
                </a:cubicBezTo>
                <a:lnTo>
                  <a:pt x="459" y="254"/>
                </a:lnTo>
                <a:cubicBezTo>
                  <a:pt x="481" y="240"/>
                  <a:pt x="481" y="240"/>
                  <a:pt x="481" y="240"/>
                </a:cubicBezTo>
                <a:cubicBezTo>
                  <a:pt x="495" y="254"/>
                  <a:pt x="495" y="254"/>
                  <a:pt x="495" y="254"/>
                </a:cubicBezTo>
                <a:lnTo>
                  <a:pt x="495" y="254"/>
                </a:lnTo>
                <a:cubicBezTo>
                  <a:pt x="502" y="261"/>
                  <a:pt x="509" y="261"/>
                  <a:pt x="516" y="261"/>
                </a:cubicBezTo>
                <a:cubicBezTo>
                  <a:pt x="530" y="261"/>
                  <a:pt x="544" y="254"/>
                  <a:pt x="544" y="233"/>
                </a:cubicBezTo>
                <a:cubicBezTo>
                  <a:pt x="544" y="226"/>
                  <a:pt x="544" y="219"/>
                  <a:pt x="537" y="219"/>
                </a:cubicBezTo>
                <a:close/>
                <a:moveTo>
                  <a:pt x="361" y="99"/>
                </a:moveTo>
                <a:lnTo>
                  <a:pt x="361" y="99"/>
                </a:lnTo>
                <a:cubicBezTo>
                  <a:pt x="332" y="42"/>
                  <a:pt x="332" y="42"/>
                  <a:pt x="332" y="42"/>
                </a:cubicBezTo>
                <a:lnTo>
                  <a:pt x="332" y="42"/>
                </a:lnTo>
                <a:cubicBezTo>
                  <a:pt x="332" y="35"/>
                  <a:pt x="325" y="35"/>
                  <a:pt x="325" y="28"/>
                </a:cubicBezTo>
                <a:cubicBezTo>
                  <a:pt x="325" y="14"/>
                  <a:pt x="339" y="0"/>
                  <a:pt x="353" y="0"/>
                </a:cubicBezTo>
                <a:cubicBezTo>
                  <a:pt x="368" y="0"/>
                  <a:pt x="375" y="7"/>
                  <a:pt x="382" y="14"/>
                </a:cubicBezTo>
                <a:lnTo>
                  <a:pt x="382" y="14"/>
                </a:lnTo>
                <a:cubicBezTo>
                  <a:pt x="410" y="63"/>
                  <a:pt x="410" y="63"/>
                  <a:pt x="410" y="63"/>
                </a:cubicBezTo>
                <a:cubicBezTo>
                  <a:pt x="389" y="71"/>
                  <a:pt x="375" y="85"/>
                  <a:pt x="361" y="99"/>
                </a:cubicBezTo>
                <a:close/>
                <a:moveTo>
                  <a:pt x="269" y="42"/>
                </a:moveTo>
                <a:lnTo>
                  <a:pt x="269" y="42"/>
                </a:lnTo>
                <a:cubicBezTo>
                  <a:pt x="205" y="163"/>
                  <a:pt x="205" y="163"/>
                  <a:pt x="205" y="163"/>
                </a:cubicBezTo>
                <a:cubicBezTo>
                  <a:pt x="141" y="163"/>
                  <a:pt x="141" y="163"/>
                  <a:pt x="141" y="163"/>
                </a:cubicBezTo>
                <a:cubicBezTo>
                  <a:pt x="219" y="14"/>
                  <a:pt x="219" y="14"/>
                  <a:pt x="219" y="14"/>
                </a:cubicBezTo>
                <a:lnTo>
                  <a:pt x="219" y="14"/>
                </a:lnTo>
                <a:cubicBezTo>
                  <a:pt x="219" y="7"/>
                  <a:pt x="233" y="0"/>
                  <a:pt x="240" y="0"/>
                </a:cubicBezTo>
                <a:cubicBezTo>
                  <a:pt x="262" y="0"/>
                  <a:pt x="269" y="14"/>
                  <a:pt x="269" y="28"/>
                </a:cubicBezTo>
                <a:cubicBezTo>
                  <a:pt x="269" y="35"/>
                  <a:pt x="269" y="35"/>
                  <a:pt x="269" y="42"/>
                </a:cubicBezTo>
                <a:close/>
                <a:moveTo>
                  <a:pt x="226" y="191"/>
                </a:moveTo>
                <a:lnTo>
                  <a:pt x="226" y="191"/>
                </a:lnTo>
                <a:cubicBezTo>
                  <a:pt x="325" y="191"/>
                  <a:pt x="325" y="191"/>
                  <a:pt x="325" y="191"/>
                </a:cubicBezTo>
                <a:lnTo>
                  <a:pt x="325" y="198"/>
                </a:lnTo>
                <a:cubicBezTo>
                  <a:pt x="325" y="247"/>
                  <a:pt x="346" y="290"/>
                  <a:pt x="382" y="318"/>
                </a:cubicBezTo>
                <a:cubicBezTo>
                  <a:pt x="382" y="424"/>
                  <a:pt x="382" y="424"/>
                  <a:pt x="382" y="424"/>
                </a:cubicBezTo>
                <a:cubicBezTo>
                  <a:pt x="382" y="438"/>
                  <a:pt x="396" y="452"/>
                  <a:pt x="410" y="452"/>
                </a:cubicBezTo>
                <a:cubicBezTo>
                  <a:pt x="431" y="452"/>
                  <a:pt x="438" y="438"/>
                  <a:pt x="438" y="424"/>
                </a:cubicBezTo>
                <a:cubicBezTo>
                  <a:pt x="438" y="346"/>
                  <a:pt x="438" y="346"/>
                  <a:pt x="438" y="346"/>
                </a:cubicBezTo>
                <a:cubicBezTo>
                  <a:pt x="452" y="346"/>
                  <a:pt x="466" y="346"/>
                  <a:pt x="481" y="346"/>
                </a:cubicBezTo>
                <a:cubicBezTo>
                  <a:pt x="495" y="346"/>
                  <a:pt x="509" y="346"/>
                  <a:pt x="523" y="339"/>
                </a:cubicBezTo>
                <a:cubicBezTo>
                  <a:pt x="488" y="488"/>
                  <a:pt x="488" y="488"/>
                  <a:pt x="488" y="488"/>
                </a:cubicBezTo>
                <a:lnTo>
                  <a:pt x="488" y="488"/>
                </a:lnTo>
                <a:cubicBezTo>
                  <a:pt x="481" y="502"/>
                  <a:pt x="474" y="509"/>
                  <a:pt x="459" y="509"/>
                </a:cubicBezTo>
                <a:lnTo>
                  <a:pt x="459" y="509"/>
                </a:lnTo>
                <a:cubicBezTo>
                  <a:pt x="452" y="509"/>
                  <a:pt x="452" y="509"/>
                  <a:pt x="452" y="509"/>
                </a:cubicBezTo>
                <a:cubicBezTo>
                  <a:pt x="445" y="509"/>
                  <a:pt x="445" y="509"/>
                  <a:pt x="445" y="509"/>
                </a:cubicBezTo>
                <a:cubicBezTo>
                  <a:pt x="141" y="509"/>
                  <a:pt x="141" y="509"/>
                  <a:pt x="141" y="509"/>
                </a:cubicBezTo>
                <a:lnTo>
                  <a:pt x="141" y="509"/>
                </a:lnTo>
                <a:lnTo>
                  <a:pt x="141" y="509"/>
                </a:lnTo>
                <a:lnTo>
                  <a:pt x="141" y="509"/>
                </a:lnTo>
                <a:cubicBezTo>
                  <a:pt x="127" y="509"/>
                  <a:pt x="113" y="502"/>
                  <a:pt x="113" y="488"/>
                </a:cubicBezTo>
                <a:lnTo>
                  <a:pt x="113" y="488"/>
                </a:lnTo>
                <a:cubicBezTo>
                  <a:pt x="50" y="247"/>
                  <a:pt x="50" y="247"/>
                  <a:pt x="50" y="247"/>
                </a:cubicBezTo>
                <a:cubicBezTo>
                  <a:pt x="28" y="247"/>
                  <a:pt x="28" y="247"/>
                  <a:pt x="28" y="247"/>
                </a:cubicBezTo>
                <a:cubicBezTo>
                  <a:pt x="7" y="247"/>
                  <a:pt x="0" y="233"/>
                  <a:pt x="0" y="219"/>
                </a:cubicBezTo>
                <a:cubicBezTo>
                  <a:pt x="0" y="198"/>
                  <a:pt x="7" y="191"/>
                  <a:pt x="28" y="191"/>
                </a:cubicBezTo>
                <a:cubicBezTo>
                  <a:pt x="134" y="191"/>
                  <a:pt x="134" y="191"/>
                  <a:pt x="134" y="191"/>
                </a:cubicBezTo>
                <a:cubicBezTo>
                  <a:pt x="226" y="191"/>
                  <a:pt x="226" y="191"/>
                  <a:pt x="226" y="191"/>
                </a:cubicBezTo>
                <a:close/>
                <a:moveTo>
                  <a:pt x="269" y="424"/>
                </a:moveTo>
                <a:lnTo>
                  <a:pt x="269" y="424"/>
                </a:lnTo>
                <a:cubicBezTo>
                  <a:pt x="269" y="438"/>
                  <a:pt x="283" y="452"/>
                  <a:pt x="297" y="452"/>
                </a:cubicBezTo>
                <a:cubicBezTo>
                  <a:pt x="318" y="452"/>
                  <a:pt x="325" y="438"/>
                  <a:pt x="325" y="424"/>
                </a:cubicBezTo>
                <a:cubicBezTo>
                  <a:pt x="325" y="276"/>
                  <a:pt x="325" y="276"/>
                  <a:pt x="325" y="276"/>
                </a:cubicBezTo>
                <a:cubicBezTo>
                  <a:pt x="325" y="254"/>
                  <a:pt x="318" y="247"/>
                  <a:pt x="297" y="247"/>
                </a:cubicBezTo>
                <a:cubicBezTo>
                  <a:pt x="283" y="247"/>
                  <a:pt x="269" y="254"/>
                  <a:pt x="269" y="276"/>
                </a:cubicBezTo>
                <a:lnTo>
                  <a:pt x="269" y="424"/>
                </a:lnTo>
                <a:close/>
                <a:moveTo>
                  <a:pt x="212" y="276"/>
                </a:moveTo>
                <a:lnTo>
                  <a:pt x="212" y="276"/>
                </a:lnTo>
                <a:cubicBezTo>
                  <a:pt x="212" y="254"/>
                  <a:pt x="205" y="247"/>
                  <a:pt x="184" y="247"/>
                </a:cubicBezTo>
                <a:cubicBezTo>
                  <a:pt x="170" y="247"/>
                  <a:pt x="155" y="254"/>
                  <a:pt x="155" y="276"/>
                </a:cubicBezTo>
                <a:cubicBezTo>
                  <a:pt x="155" y="424"/>
                  <a:pt x="155" y="424"/>
                  <a:pt x="155" y="424"/>
                </a:cubicBezTo>
                <a:cubicBezTo>
                  <a:pt x="155" y="438"/>
                  <a:pt x="170" y="452"/>
                  <a:pt x="184" y="452"/>
                </a:cubicBezTo>
                <a:cubicBezTo>
                  <a:pt x="205" y="452"/>
                  <a:pt x="212" y="438"/>
                  <a:pt x="212" y="424"/>
                </a:cubicBezTo>
                <a:lnTo>
                  <a:pt x="212" y="27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8" name="Freeform 110"/>
          <p:cNvSpPr/>
          <p:nvPr/>
        </p:nvSpPr>
        <p:spPr>
          <a:xfrm>
            <a:off x="4983120" y="2201760"/>
            <a:ext cx="219240" cy="184320"/>
          </a:xfrm>
          <a:custGeom>
            <a:avLst/>
            <a:gdLst/>
            <a:ahLst/>
            <a:rect l="l" t="t" r="r" b="b"/>
            <a:pathLst>
              <a:path w="609" h="510">
                <a:moveTo>
                  <a:pt x="480" y="318"/>
                </a:moveTo>
                <a:lnTo>
                  <a:pt x="480" y="318"/>
                </a:lnTo>
                <a:cubicBezTo>
                  <a:pt x="417" y="318"/>
                  <a:pt x="360" y="269"/>
                  <a:pt x="360" y="198"/>
                </a:cubicBezTo>
                <a:cubicBezTo>
                  <a:pt x="360" y="127"/>
                  <a:pt x="417" y="78"/>
                  <a:pt x="480" y="78"/>
                </a:cubicBezTo>
                <a:cubicBezTo>
                  <a:pt x="551" y="78"/>
                  <a:pt x="608" y="127"/>
                  <a:pt x="608" y="198"/>
                </a:cubicBezTo>
                <a:cubicBezTo>
                  <a:pt x="608" y="269"/>
                  <a:pt x="551" y="318"/>
                  <a:pt x="480" y="318"/>
                </a:cubicBezTo>
                <a:close/>
                <a:moveTo>
                  <a:pt x="537" y="141"/>
                </a:moveTo>
                <a:lnTo>
                  <a:pt x="537" y="141"/>
                </a:lnTo>
                <a:cubicBezTo>
                  <a:pt x="530" y="141"/>
                  <a:pt x="523" y="141"/>
                  <a:pt x="523" y="148"/>
                </a:cubicBezTo>
                <a:cubicBezTo>
                  <a:pt x="466" y="205"/>
                  <a:pt x="466" y="205"/>
                  <a:pt x="466" y="205"/>
                </a:cubicBezTo>
                <a:cubicBezTo>
                  <a:pt x="445" y="191"/>
                  <a:pt x="445" y="191"/>
                  <a:pt x="445" y="191"/>
                </a:cubicBezTo>
                <a:cubicBezTo>
                  <a:pt x="438" y="184"/>
                  <a:pt x="431" y="177"/>
                  <a:pt x="424" y="177"/>
                </a:cubicBezTo>
                <a:cubicBezTo>
                  <a:pt x="410" y="177"/>
                  <a:pt x="396" y="191"/>
                  <a:pt x="396" y="205"/>
                </a:cubicBezTo>
                <a:cubicBezTo>
                  <a:pt x="396" y="212"/>
                  <a:pt x="403" y="219"/>
                  <a:pt x="410" y="226"/>
                </a:cubicBezTo>
                <a:cubicBezTo>
                  <a:pt x="445" y="261"/>
                  <a:pt x="445" y="261"/>
                  <a:pt x="445" y="261"/>
                </a:cubicBezTo>
                <a:cubicBezTo>
                  <a:pt x="452" y="269"/>
                  <a:pt x="459" y="276"/>
                  <a:pt x="466" y="276"/>
                </a:cubicBezTo>
                <a:cubicBezTo>
                  <a:pt x="473" y="276"/>
                  <a:pt x="480" y="269"/>
                  <a:pt x="480" y="261"/>
                </a:cubicBezTo>
                <a:cubicBezTo>
                  <a:pt x="558" y="191"/>
                  <a:pt x="558" y="191"/>
                  <a:pt x="558" y="191"/>
                </a:cubicBezTo>
                <a:cubicBezTo>
                  <a:pt x="565" y="184"/>
                  <a:pt x="565" y="177"/>
                  <a:pt x="565" y="170"/>
                </a:cubicBezTo>
                <a:cubicBezTo>
                  <a:pt x="565" y="156"/>
                  <a:pt x="558" y="141"/>
                  <a:pt x="537" y="141"/>
                </a:cubicBezTo>
                <a:close/>
                <a:moveTo>
                  <a:pt x="367" y="99"/>
                </a:moveTo>
                <a:lnTo>
                  <a:pt x="367" y="99"/>
                </a:lnTo>
                <a:cubicBezTo>
                  <a:pt x="339" y="42"/>
                  <a:pt x="339" y="42"/>
                  <a:pt x="339" y="42"/>
                </a:cubicBezTo>
                <a:lnTo>
                  <a:pt x="339" y="42"/>
                </a:lnTo>
                <a:cubicBezTo>
                  <a:pt x="332" y="35"/>
                  <a:pt x="332" y="35"/>
                  <a:pt x="332" y="28"/>
                </a:cubicBezTo>
                <a:cubicBezTo>
                  <a:pt x="332" y="14"/>
                  <a:pt x="346" y="0"/>
                  <a:pt x="360" y="0"/>
                </a:cubicBezTo>
                <a:cubicBezTo>
                  <a:pt x="375" y="0"/>
                  <a:pt x="382" y="7"/>
                  <a:pt x="389" y="14"/>
                </a:cubicBezTo>
                <a:lnTo>
                  <a:pt x="389" y="14"/>
                </a:lnTo>
                <a:cubicBezTo>
                  <a:pt x="410" y="63"/>
                  <a:pt x="410" y="63"/>
                  <a:pt x="410" y="63"/>
                </a:cubicBezTo>
                <a:cubicBezTo>
                  <a:pt x="396" y="71"/>
                  <a:pt x="382" y="85"/>
                  <a:pt x="367" y="99"/>
                </a:cubicBezTo>
                <a:close/>
                <a:moveTo>
                  <a:pt x="269" y="42"/>
                </a:moveTo>
                <a:lnTo>
                  <a:pt x="269" y="42"/>
                </a:lnTo>
                <a:cubicBezTo>
                  <a:pt x="212" y="163"/>
                  <a:pt x="212" y="163"/>
                  <a:pt x="212" y="163"/>
                </a:cubicBezTo>
                <a:cubicBezTo>
                  <a:pt x="148" y="163"/>
                  <a:pt x="148" y="163"/>
                  <a:pt x="148" y="163"/>
                </a:cubicBezTo>
                <a:cubicBezTo>
                  <a:pt x="219" y="14"/>
                  <a:pt x="219" y="14"/>
                  <a:pt x="219" y="14"/>
                </a:cubicBezTo>
                <a:lnTo>
                  <a:pt x="219" y="14"/>
                </a:lnTo>
                <a:cubicBezTo>
                  <a:pt x="226" y="7"/>
                  <a:pt x="233" y="0"/>
                  <a:pt x="247" y="0"/>
                </a:cubicBezTo>
                <a:cubicBezTo>
                  <a:pt x="262" y="0"/>
                  <a:pt x="276" y="14"/>
                  <a:pt x="276" y="28"/>
                </a:cubicBezTo>
                <a:cubicBezTo>
                  <a:pt x="276" y="35"/>
                  <a:pt x="276" y="35"/>
                  <a:pt x="269" y="42"/>
                </a:cubicBezTo>
                <a:close/>
                <a:moveTo>
                  <a:pt x="233" y="191"/>
                </a:moveTo>
                <a:lnTo>
                  <a:pt x="233" y="191"/>
                </a:lnTo>
                <a:cubicBezTo>
                  <a:pt x="332" y="191"/>
                  <a:pt x="332" y="191"/>
                  <a:pt x="332" y="191"/>
                </a:cubicBezTo>
                <a:lnTo>
                  <a:pt x="332" y="198"/>
                </a:lnTo>
                <a:cubicBezTo>
                  <a:pt x="332" y="247"/>
                  <a:pt x="353" y="290"/>
                  <a:pt x="389" y="318"/>
                </a:cubicBezTo>
                <a:cubicBezTo>
                  <a:pt x="389" y="424"/>
                  <a:pt x="389" y="424"/>
                  <a:pt x="389" y="424"/>
                </a:cubicBezTo>
                <a:cubicBezTo>
                  <a:pt x="389" y="438"/>
                  <a:pt x="403" y="452"/>
                  <a:pt x="417" y="452"/>
                </a:cubicBezTo>
                <a:cubicBezTo>
                  <a:pt x="431" y="452"/>
                  <a:pt x="445" y="438"/>
                  <a:pt x="445" y="424"/>
                </a:cubicBezTo>
                <a:cubicBezTo>
                  <a:pt x="445" y="346"/>
                  <a:pt x="445" y="346"/>
                  <a:pt x="445" y="346"/>
                </a:cubicBezTo>
                <a:cubicBezTo>
                  <a:pt x="459" y="346"/>
                  <a:pt x="466" y="346"/>
                  <a:pt x="480" y="346"/>
                </a:cubicBezTo>
                <a:cubicBezTo>
                  <a:pt x="502" y="346"/>
                  <a:pt x="516" y="346"/>
                  <a:pt x="530" y="339"/>
                </a:cubicBezTo>
                <a:cubicBezTo>
                  <a:pt x="495" y="488"/>
                  <a:pt x="495" y="488"/>
                  <a:pt x="495" y="488"/>
                </a:cubicBezTo>
                <a:lnTo>
                  <a:pt x="495" y="488"/>
                </a:lnTo>
                <a:cubicBezTo>
                  <a:pt x="488" y="502"/>
                  <a:pt x="480" y="509"/>
                  <a:pt x="466" y="509"/>
                </a:cubicBezTo>
                <a:lnTo>
                  <a:pt x="466" y="509"/>
                </a:lnTo>
                <a:cubicBezTo>
                  <a:pt x="459" y="509"/>
                  <a:pt x="459" y="509"/>
                  <a:pt x="459" y="509"/>
                </a:cubicBezTo>
                <a:cubicBezTo>
                  <a:pt x="452" y="509"/>
                  <a:pt x="452" y="509"/>
                  <a:pt x="452" y="509"/>
                </a:cubicBezTo>
                <a:cubicBezTo>
                  <a:pt x="141" y="509"/>
                  <a:pt x="141" y="509"/>
                  <a:pt x="141" y="509"/>
                </a:cubicBezTo>
                <a:lnTo>
                  <a:pt x="141" y="509"/>
                </a:lnTo>
                <a:lnTo>
                  <a:pt x="141" y="509"/>
                </a:lnTo>
                <a:lnTo>
                  <a:pt x="141" y="509"/>
                </a:lnTo>
                <a:cubicBezTo>
                  <a:pt x="127" y="509"/>
                  <a:pt x="120" y="502"/>
                  <a:pt x="113" y="488"/>
                </a:cubicBezTo>
                <a:lnTo>
                  <a:pt x="113" y="488"/>
                </a:lnTo>
                <a:cubicBezTo>
                  <a:pt x="56" y="247"/>
                  <a:pt x="56" y="247"/>
                  <a:pt x="56" y="247"/>
                </a:cubicBezTo>
                <a:cubicBezTo>
                  <a:pt x="28" y="247"/>
                  <a:pt x="28" y="247"/>
                  <a:pt x="28" y="247"/>
                </a:cubicBezTo>
                <a:cubicBezTo>
                  <a:pt x="14" y="247"/>
                  <a:pt x="0" y="233"/>
                  <a:pt x="0" y="219"/>
                </a:cubicBezTo>
                <a:cubicBezTo>
                  <a:pt x="0" y="198"/>
                  <a:pt x="14" y="191"/>
                  <a:pt x="28" y="191"/>
                </a:cubicBezTo>
                <a:cubicBezTo>
                  <a:pt x="141" y="191"/>
                  <a:pt x="141" y="191"/>
                  <a:pt x="141" y="191"/>
                </a:cubicBezTo>
                <a:cubicBezTo>
                  <a:pt x="233" y="191"/>
                  <a:pt x="233" y="191"/>
                  <a:pt x="233" y="191"/>
                </a:cubicBezTo>
                <a:close/>
                <a:moveTo>
                  <a:pt x="276" y="424"/>
                </a:moveTo>
                <a:lnTo>
                  <a:pt x="276" y="424"/>
                </a:lnTo>
                <a:cubicBezTo>
                  <a:pt x="276" y="438"/>
                  <a:pt x="290" y="452"/>
                  <a:pt x="304" y="452"/>
                </a:cubicBezTo>
                <a:cubicBezTo>
                  <a:pt x="318" y="452"/>
                  <a:pt x="332" y="438"/>
                  <a:pt x="332" y="424"/>
                </a:cubicBezTo>
                <a:cubicBezTo>
                  <a:pt x="332" y="276"/>
                  <a:pt x="332" y="276"/>
                  <a:pt x="332" y="276"/>
                </a:cubicBezTo>
                <a:cubicBezTo>
                  <a:pt x="332" y="254"/>
                  <a:pt x="318" y="247"/>
                  <a:pt x="304" y="247"/>
                </a:cubicBezTo>
                <a:cubicBezTo>
                  <a:pt x="290" y="247"/>
                  <a:pt x="276" y="254"/>
                  <a:pt x="276" y="276"/>
                </a:cubicBezTo>
                <a:lnTo>
                  <a:pt x="276" y="424"/>
                </a:lnTo>
                <a:close/>
                <a:moveTo>
                  <a:pt x="219" y="276"/>
                </a:moveTo>
                <a:lnTo>
                  <a:pt x="219" y="276"/>
                </a:lnTo>
                <a:cubicBezTo>
                  <a:pt x="219" y="254"/>
                  <a:pt x="205" y="247"/>
                  <a:pt x="191" y="247"/>
                </a:cubicBezTo>
                <a:cubicBezTo>
                  <a:pt x="177" y="247"/>
                  <a:pt x="162" y="254"/>
                  <a:pt x="162" y="276"/>
                </a:cubicBezTo>
                <a:cubicBezTo>
                  <a:pt x="162" y="424"/>
                  <a:pt x="162" y="424"/>
                  <a:pt x="162" y="424"/>
                </a:cubicBezTo>
                <a:cubicBezTo>
                  <a:pt x="162" y="438"/>
                  <a:pt x="177" y="452"/>
                  <a:pt x="191" y="452"/>
                </a:cubicBezTo>
                <a:cubicBezTo>
                  <a:pt x="205" y="452"/>
                  <a:pt x="219" y="438"/>
                  <a:pt x="219" y="424"/>
                </a:cubicBezTo>
                <a:lnTo>
                  <a:pt x="219" y="27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9" name="Freeform 111"/>
          <p:cNvSpPr/>
          <p:nvPr/>
        </p:nvSpPr>
        <p:spPr>
          <a:xfrm>
            <a:off x="4605480" y="2201760"/>
            <a:ext cx="217440" cy="184320"/>
          </a:xfrm>
          <a:custGeom>
            <a:avLst/>
            <a:gdLst/>
            <a:ahLst/>
            <a:rect l="l" t="t" r="r" b="b"/>
            <a:pathLst>
              <a:path w="602" h="510">
                <a:moveTo>
                  <a:pt x="480" y="318"/>
                </a:moveTo>
                <a:lnTo>
                  <a:pt x="480" y="318"/>
                </a:lnTo>
                <a:cubicBezTo>
                  <a:pt x="410" y="318"/>
                  <a:pt x="360" y="269"/>
                  <a:pt x="360" y="198"/>
                </a:cubicBezTo>
                <a:cubicBezTo>
                  <a:pt x="360" y="127"/>
                  <a:pt x="410" y="78"/>
                  <a:pt x="480" y="78"/>
                </a:cubicBezTo>
                <a:cubicBezTo>
                  <a:pt x="551" y="78"/>
                  <a:pt x="601" y="127"/>
                  <a:pt x="601" y="198"/>
                </a:cubicBezTo>
                <a:cubicBezTo>
                  <a:pt x="601" y="269"/>
                  <a:pt x="551" y="318"/>
                  <a:pt x="480" y="318"/>
                </a:cubicBezTo>
                <a:close/>
                <a:moveTo>
                  <a:pt x="537" y="170"/>
                </a:moveTo>
                <a:lnTo>
                  <a:pt x="537" y="170"/>
                </a:lnTo>
                <a:cubicBezTo>
                  <a:pt x="424" y="170"/>
                  <a:pt x="424" y="170"/>
                  <a:pt x="424" y="170"/>
                </a:cubicBezTo>
                <a:cubicBezTo>
                  <a:pt x="410" y="170"/>
                  <a:pt x="396" y="184"/>
                  <a:pt x="396" y="198"/>
                </a:cubicBezTo>
                <a:cubicBezTo>
                  <a:pt x="396" y="212"/>
                  <a:pt x="410" y="226"/>
                  <a:pt x="424" y="226"/>
                </a:cubicBezTo>
                <a:cubicBezTo>
                  <a:pt x="537" y="226"/>
                  <a:pt x="537" y="226"/>
                  <a:pt x="537" y="226"/>
                </a:cubicBezTo>
                <a:cubicBezTo>
                  <a:pt x="551" y="226"/>
                  <a:pt x="565" y="212"/>
                  <a:pt x="565" y="198"/>
                </a:cubicBezTo>
                <a:cubicBezTo>
                  <a:pt x="565" y="184"/>
                  <a:pt x="551" y="170"/>
                  <a:pt x="537" y="170"/>
                </a:cubicBezTo>
                <a:close/>
                <a:moveTo>
                  <a:pt x="367" y="99"/>
                </a:moveTo>
                <a:lnTo>
                  <a:pt x="367" y="99"/>
                </a:lnTo>
                <a:cubicBezTo>
                  <a:pt x="332" y="42"/>
                  <a:pt x="332" y="42"/>
                  <a:pt x="332" y="42"/>
                </a:cubicBezTo>
                <a:lnTo>
                  <a:pt x="332" y="42"/>
                </a:lnTo>
                <a:cubicBezTo>
                  <a:pt x="332" y="35"/>
                  <a:pt x="332" y="35"/>
                  <a:pt x="332" y="28"/>
                </a:cubicBezTo>
                <a:cubicBezTo>
                  <a:pt x="332" y="14"/>
                  <a:pt x="339" y="0"/>
                  <a:pt x="360" y="0"/>
                </a:cubicBezTo>
                <a:cubicBezTo>
                  <a:pt x="367" y="0"/>
                  <a:pt x="382" y="7"/>
                  <a:pt x="382" y="14"/>
                </a:cubicBezTo>
                <a:lnTo>
                  <a:pt x="382" y="14"/>
                </a:lnTo>
                <a:cubicBezTo>
                  <a:pt x="410" y="63"/>
                  <a:pt x="410" y="63"/>
                  <a:pt x="410" y="63"/>
                </a:cubicBezTo>
                <a:cubicBezTo>
                  <a:pt x="396" y="71"/>
                  <a:pt x="374" y="85"/>
                  <a:pt x="367" y="99"/>
                </a:cubicBezTo>
                <a:close/>
                <a:moveTo>
                  <a:pt x="269" y="42"/>
                </a:moveTo>
                <a:lnTo>
                  <a:pt x="269" y="42"/>
                </a:lnTo>
                <a:cubicBezTo>
                  <a:pt x="205" y="163"/>
                  <a:pt x="205" y="163"/>
                  <a:pt x="205" y="163"/>
                </a:cubicBezTo>
                <a:cubicBezTo>
                  <a:pt x="141" y="163"/>
                  <a:pt x="141" y="163"/>
                  <a:pt x="141" y="163"/>
                </a:cubicBezTo>
                <a:cubicBezTo>
                  <a:pt x="219" y="14"/>
                  <a:pt x="219" y="14"/>
                  <a:pt x="219" y="14"/>
                </a:cubicBezTo>
                <a:lnTo>
                  <a:pt x="219" y="14"/>
                </a:lnTo>
                <a:cubicBezTo>
                  <a:pt x="226" y="7"/>
                  <a:pt x="233" y="0"/>
                  <a:pt x="247" y="0"/>
                </a:cubicBezTo>
                <a:cubicBezTo>
                  <a:pt x="261" y="0"/>
                  <a:pt x="276" y="14"/>
                  <a:pt x="276" y="28"/>
                </a:cubicBezTo>
                <a:cubicBezTo>
                  <a:pt x="276" y="35"/>
                  <a:pt x="269" y="35"/>
                  <a:pt x="269" y="42"/>
                </a:cubicBezTo>
                <a:close/>
                <a:moveTo>
                  <a:pt x="233" y="191"/>
                </a:moveTo>
                <a:lnTo>
                  <a:pt x="233" y="191"/>
                </a:lnTo>
                <a:cubicBezTo>
                  <a:pt x="332" y="191"/>
                  <a:pt x="332" y="191"/>
                  <a:pt x="332" y="191"/>
                </a:cubicBezTo>
                <a:lnTo>
                  <a:pt x="332" y="198"/>
                </a:lnTo>
                <a:cubicBezTo>
                  <a:pt x="332" y="247"/>
                  <a:pt x="353" y="290"/>
                  <a:pt x="389" y="318"/>
                </a:cubicBezTo>
                <a:cubicBezTo>
                  <a:pt x="389" y="424"/>
                  <a:pt x="389" y="424"/>
                  <a:pt x="389" y="424"/>
                </a:cubicBezTo>
                <a:cubicBezTo>
                  <a:pt x="389" y="438"/>
                  <a:pt x="396" y="452"/>
                  <a:pt x="417" y="452"/>
                </a:cubicBezTo>
                <a:cubicBezTo>
                  <a:pt x="431" y="452"/>
                  <a:pt x="445" y="438"/>
                  <a:pt x="445" y="424"/>
                </a:cubicBezTo>
                <a:cubicBezTo>
                  <a:pt x="445" y="346"/>
                  <a:pt x="445" y="346"/>
                  <a:pt x="445" y="346"/>
                </a:cubicBezTo>
                <a:cubicBezTo>
                  <a:pt x="452" y="346"/>
                  <a:pt x="466" y="346"/>
                  <a:pt x="480" y="346"/>
                </a:cubicBezTo>
                <a:cubicBezTo>
                  <a:pt x="495" y="346"/>
                  <a:pt x="509" y="346"/>
                  <a:pt x="523" y="339"/>
                </a:cubicBezTo>
                <a:cubicBezTo>
                  <a:pt x="487" y="488"/>
                  <a:pt x="487" y="488"/>
                  <a:pt x="487" y="488"/>
                </a:cubicBezTo>
                <a:lnTo>
                  <a:pt x="487" y="488"/>
                </a:lnTo>
                <a:cubicBezTo>
                  <a:pt x="487" y="502"/>
                  <a:pt x="473" y="509"/>
                  <a:pt x="459" y="509"/>
                </a:cubicBezTo>
                <a:lnTo>
                  <a:pt x="459" y="509"/>
                </a:lnTo>
                <a:lnTo>
                  <a:pt x="459" y="509"/>
                </a:lnTo>
                <a:cubicBezTo>
                  <a:pt x="452" y="509"/>
                  <a:pt x="452" y="509"/>
                  <a:pt x="452" y="509"/>
                </a:cubicBezTo>
                <a:cubicBezTo>
                  <a:pt x="141" y="509"/>
                  <a:pt x="141" y="509"/>
                  <a:pt x="141" y="509"/>
                </a:cubicBezTo>
                <a:lnTo>
                  <a:pt x="141" y="509"/>
                </a:lnTo>
                <a:lnTo>
                  <a:pt x="141" y="509"/>
                </a:lnTo>
                <a:lnTo>
                  <a:pt x="141" y="509"/>
                </a:lnTo>
                <a:cubicBezTo>
                  <a:pt x="127" y="509"/>
                  <a:pt x="120" y="502"/>
                  <a:pt x="113" y="488"/>
                </a:cubicBezTo>
                <a:lnTo>
                  <a:pt x="113" y="488"/>
                </a:lnTo>
                <a:cubicBezTo>
                  <a:pt x="56" y="247"/>
                  <a:pt x="56" y="247"/>
                  <a:pt x="56" y="247"/>
                </a:cubicBezTo>
                <a:cubicBezTo>
                  <a:pt x="28" y="247"/>
                  <a:pt x="28" y="247"/>
                  <a:pt x="28" y="247"/>
                </a:cubicBezTo>
                <a:cubicBezTo>
                  <a:pt x="14" y="247"/>
                  <a:pt x="0" y="233"/>
                  <a:pt x="0" y="219"/>
                </a:cubicBezTo>
                <a:cubicBezTo>
                  <a:pt x="0" y="198"/>
                  <a:pt x="14" y="191"/>
                  <a:pt x="28" y="191"/>
                </a:cubicBezTo>
                <a:cubicBezTo>
                  <a:pt x="134" y="191"/>
                  <a:pt x="134" y="191"/>
                  <a:pt x="134" y="191"/>
                </a:cubicBezTo>
                <a:cubicBezTo>
                  <a:pt x="233" y="191"/>
                  <a:pt x="233" y="191"/>
                  <a:pt x="233" y="191"/>
                </a:cubicBezTo>
                <a:close/>
                <a:moveTo>
                  <a:pt x="276" y="424"/>
                </a:moveTo>
                <a:lnTo>
                  <a:pt x="276" y="424"/>
                </a:lnTo>
                <a:cubicBezTo>
                  <a:pt x="276" y="438"/>
                  <a:pt x="283" y="452"/>
                  <a:pt x="304" y="452"/>
                </a:cubicBezTo>
                <a:cubicBezTo>
                  <a:pt x="318" y="452"/>
                  <a:pt x="332" y="438"/>
                  <a:pt x="332" y="424"/>
                </a:cubicBezTo>
                <a:cubicBezTo>
                  <a:pt x="332" y="276"/>
                  <a:pt x="332" y="276"/>
                  <a:pt x="332" y="276"/>
                </a:cubicBezTo>
                <a:cubicBezTo>
                  <a:pt x="332" y="254"/>
                  <a:pt x="318" y="247"/>
                  <a:pt x="304" y="247"/>
                </a:cubicBezTo>
                <a:cubicBezTo>
                  <a:pt x="283" y="247"/>
                  <a:pt x="276" y="254"/>
                  <a:pt x="276" y="276"/>
                </a:cubicBezTo>
                <a:lnTo>
                  <a:pt x="276" y="424"/>
                </a:lnTo>
                <a:close/>
                <a:moveTo>
                  <a:pt x="219" y="276"/>
                </a:moveTo>
                <a:lnTo>
                  <a:pt x="219" y="276"/>
                </a:lnTo>
                <a:cubicBezTo>
                  <a:pt x="219" y="254"/>
                  <a:pt x="205" y="247"/>
                  <a:pt x="191" y="247"/>
                </a:cubicBezTo>
                <a:cubicBezTo>
                  <a:pt x="169" y="247"/>
                  <a:pt x="162" y="254"/>
                  <a:pt x="162" y="276"/>
                </a:cubicBezTo>
                <a:cubicBezTo>
                  <a:pt x="162" y="424"/>
                  <a:pt x="162" y="424"/>
                  <a:pt x="162" y="424"/>
                </a:cubicBezTo>
                <a:cubicBezTo>
                  <a:pt x="162" y="438"/>
                  <a:pt x="169" y="452"/>
                  <a:pt x="191" y="452"/>
                </a:cubicBezTo>
                <a:cubicBezTo>
                  <a:pt x="205" y="452"/>
                  <a:pt x="219" y="438"/>
                  <a:pt x="219" y="424"/>
                </a:cubicBezTo>
                <a:lnTo>
                  <a:pt x="219" y="27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0" name="Freeform 112"/>
          <p:cNvSpPr/>
          <p:nvPr/>
        </p:nvSpPr>
        <p:spPr>
          <a:xfrm>
            <a:off x="4226040" y="2201760"/>
            <a:ext cx="215640" cy="184320"/>
          </a:xfrm>
          <a:custGeom>
            <a:avLst/>
            <a:gdLst/>
            <a:ahLst/>
            <a:rect l="l" t="t" r="r" b="b"/>
            <a:pathLst>
              <a:path w="601" h="510">
                <a:moveTo>
                  <a:pt x="480" y="318"/>
                </a:moveTo>
                <a:lnTo>
                  <a:pt x="480" y="318"/>
                </a:lnTo>
                <a:cubicBezTo>
                  <a:pt x="410" y="318"/>
                  <a:pt x="353" y="269"/>
                  <a:pt x="353" y="198"/>
                </a:cubicBezTo>
                <a:cubicBezTo>
                  <a:pt x="353" y="127"/>
                  <a:pt x="410" y="78"/>
                  <a:pt x="480" y="78"/>
                </a:cubicBezTo>
                <a:cubicBezTo>
                  <a:pt x="544" y="78"/>
                  <a:pt x="600" y="127"/>
                  <a:pt x="600" y="198"/>
                </a:cubicBezTo>
                <a:cubicBezTo>
                  <a:pt x="600" y="269"/>
                  <a:pt x="544" y="318"/>
                  <a:pt x="480" y="318"/>
                </a:cubicBezTo>
                <a:close/>
                <a:moveTo>
                  <a:pt x="537" y="170"/>
                </a:moveTo>
                <a:lnTo>
                  <a:pt x="537" y="170"/>
                </a:lnTo>
                <a:cubicBezTo>
                  <a:pt x="509" y="170"/>
                  <a:pt x="509" y="170"/>
                  <a:pt x="509" y="170"/>
                </a:cubicBezTo>
                <a:cubicBezTo>
                  <a:pt x="509" y="141"/>
                  <a:pt x="509" y="141"/>
                  <a:pt x="509" y="141"/>
                </a:cubicBezTo>
                <a:cubicBezTo>
                  <a:pt x="509" y="127"/>
                  <a:pt x="494" y="113"/>
                  <a:pt x="480" y="113"/>
                </a:cubicBezTo>
                <a:cubicBezTo>
                  <a:pt x="459" y="113"/>
                  <a:pt x="452" y="127"/>
                  <a:pt x="452" y="141"/>
                </a:cubicBezTo>
                <a:cubicBezTo>
                  <a:pt x="452" y="170"/>
                  <a:pt x="452" y="170"/>
                  <a:pt x="452" y="170"/>
                </a:cubicBezTo>
                <a:cubicBezTo>
                  <a:pt x="424" y="170"/>
                  <a:pt x="424" y="170"/>
                  <a:pt x="424" y="170"/>
                </a:cubicBezTo>
                <a:cubicBezTo>
                  <a:pt x="403" y="170"/>
                  <a:pt x="396" y="184"/>
                  <a:pt x="396" y="198"/>
                </a:cubicBezTo>
                <a:cubicBezTo>
                  <a:pt x="396" y="212"/>
                  <a:pt x="403" y="226"/>
                  <a:pt x="424" y="226"/>
                </a:cubicBezTo>
                <a:cubicBezTo>
                  <a:pt x="452" y="226"/>
                  <a:pt x="452" y="226"/>
                  <a:pt x="452" y="226"/>
                </a:cubicBezTo>
                <a:cubicBezTo>
                  <a:pt x="452" y="254"/>
                  <a:pt x="452" y="254"/>
                  <a:pt x="452" y="254"/>
                </a:cubicBezTo>
                <a:cubicBezTo>
                  <a:pt x="452" y="269"/>
                  <a:pt x="459" y="283"/>
                  <a:pt x="480" y="283"/>
                </a:cubicBezTo>
                <a:cubicBezTo>
                  <a:pt x="494" y="283"/>
                  <a:pt x="509" y="269"/>
                  <a:pt x="509" y="254"/>
                </a:cubicBezTo>
                <a:cubicBezTo>
                  <a:pt x="509" y="226"/>
                  <a:pt x="509" y="226"/>
                  <a:pt x="509" y="226"/>
                </a:cubicBezTo>
                <a:cubicBezTo>
                  <a:pt x="537" y="226"/>
                  <a:pt x="537" y="226"/>
                  <a:pt x="537" y="226"/>
                </a:cubicBezTo>
                <a:cubicBezTo>
                  <a:pt x="551" y="226"/>
                  <a:pt x="565" y="212"/>
                  <a:pt x="565" y="198"/>
                </a:cubicBezTo>
                <a:cubicBezTo>
                  <a:pt x="565" y="184"/>
                  <a:pt x="551" y="170"/>
                  <a:pt x="537" y="170"/>
                </a:cubicBezTo>
                <a:close/>
                <a:moveTo>
                  <a:pt x="360" y="99"/>
                </a:moveTo>
                <a:lnTo>
                  <a:pt x="360" y="99"/>
                </a:lnTo>
                <a:cubicBezTo>
                  <a:pt x="332" y="42"/>
                  <a:pt x="332" y="42"/>
                  <a:pt x="332" y="42"/>
                </a:cubicBezTo>
                <a:lnTo>
                  <a:pt x="332" y="42"/>
                </a:lnTo>
                <a:cubicBezTo>
                  <a:pt x="332" y="35"/>
                  <a:pt x="325" y="35"/>
                  <a:pt x="325" y="28"/>
                </a:cubicBezTo>
                <a:cubicBezTo>
                  <a:pt x="325" y="14"/>
                  <a:pt x="339" y="0"/>
                  <a:pt x="353" y="0"/>
                </a:cubicBezTo>
                <a:cubicBezTo>
                  <a:pt x="367" y="0"/>
                  <a:pt x="374" y="7"/>
                  <a:pt x="381" y="14"/>
                </a:cubicBezTo>
                <a:lnTo>
                  <a:pt x="381" y="14"/>
                </a:lnTo>
                <a:cubicBezTo>
                  <a:pt x="410" y="63"/>
                  <a:pt x="410" y="63"/>
                  <a:pt x="410" y="63"/>
                </a:cubicBezTo>
                <a:cubicBezTo>
                  <a:pt x="389" y="71"/>
                  <a:pt x="374" y="85"/>
                  <a:pt x="360" y="99"/>
                </a:cubicBezTo>
                <a:close/>
                <a:moveTo>
                  <a:pt x="268" y="42"/>
                </a:moveTo>
                <a:lnTo>
                  <a:pt x="268" y="42"/>
                </a:lnTo>
                <a:cubicBezTo>
                  <a:pt x="205" y="163"/>
                  <a:pt x="205" y="163"/>
                  <a:pt x="205" y="163"/>
                </a:cubicBezTo>
                <a:cubicBezTo>
                  <a:pt x="141" y="163"/>
                  <a:pt x="141" y="163"/>
                  <a:pt x="141" y="163"/>
                </a:cubicBezTo>
                <a:cubicBezTo>
                  <a:pt x="219" y="14"/>
                  <a:pt x="219" y="14"/>
                  <a:pt x="219" y="14"/>
                </a:cubicBezTo>
                <a:lnTo>
                  <a:pt x="219" y="14"/>
                </a:lnTo>
                <a:cubicBezTo>
                  <a:pt x="219" y="7"/>
                  <a:pt x="233" y="0"/>
                  <a:pt x="240" y="0"/>
                </a:cubicBezTo>
                <a:cubicBezTo>
                  <a:pt x="261" y="0"/>
                  <a:pt x="268" y="14"/>
                  <a:pt x="268" y="28"/>
                </a:cubicBezTo>
                <a:cubicBezTo>
                  <a:pt x="268" y="35"/>
                  <a:pt x="268" y="35"/>
                  <a:pt x="268" y="42"/>
                </a:cubicBezTo>
                <a:close/>
                <a:moveTo>
                  <a:pt x="226" y="191"/>
                </a:moveTo>
                <a:lnTo>
                  <a:pt x="226" y="191"/>
                </a:lnTo>
                <a:cubicBezTo>
                  <a:pt x="325" y="191"/>
                  <a:pt x="325" y="191"/>
                  <a:pt x="325" y="191"/>
                </a:cubicBezTo>
                <a:lnTo>
                  <a:pt x="325" y="198"/>
                </a:lnTo>
                <a:cubicBezTo>
                  <a:pt x="325" y="247"/>
                  <a:pt x="346" y="290"/>
                  <a:pt x="381" y="318"/>
                </a:cubicBezTo>
                <a:cubicBezTo>
                  <a:pt x="381" y="424"/>
                  <a:pt x="381" y="424"/>
                  <a:pt x="381" y="424"/>
                </a:cubicBezTo>
                <a:cubicBezTo>
                  <a:pt x="381" y="438"/>
                  <a:pt x="396" y="452"/>
                  <a:pt x="410" y="452"/>
                </a:cubicBezTo>
                <a:cubicBezTo>
                  <a:pt x="431" y="452"/>
                  <a:pt x="438" y="438"/>
                  <a:pt x="438" y="424"/>
                </a:cubicBezTo>
                <a:cubicBezTo>
                  <a:pt x="438" y="346"/>
                  <a:pt x="438" y="346"/>
                  <a:pt x="438" y="346"/>
                </a:cubicBezTo>
                <a:cubicBezTo>
                  <a:pt x="452" y="346"/>
                  <a:pt x="466" y="346"/>
                  <a:pt x="480" y="346"/>
                </a:cubicBezTo>
                <a:cubicBezTo>
                  <a:pt x="494" y="346"/>
                  <a:pt x="509" y="346"/>
                  <a:pt x="523" y="339"/>
                </a:cubicBezTo>
                <a:cubicBezTo>
                  <a:pt x="487" y="488"/>
                  <a:pt x="487" y="488"/>
                  <a:pt x="487" y="488"/>
                </a:cubicBezTo>
                <a:lnTo>
                  <a:pt x="487" y="488"/>
                </a:lnTo>
                <a:cubicBezTo>
                  <a:pt x="480" y="502"/>
                  <a:pt x="473" y="509"/>
                  <a:pt x="459" y="509"/>
                </a:cubicBezTo>
                <a:lnTo>
                  <a:pt x="459" y="509"/>
                </a:lnTo>
                <a:cubicBezTo>
                  <a:pt x="452" y="509"/>
                  <a:pt x="452" y="509"/>
                  <a:pt x="452" y="509"/>
                </a:cubicBezTo>
                <a:cubicBezTo>
                  <a:pt x="445" y="509"/>
                  <a:pt x="445" y="509"/>
                  <a:pt x="445" y="509"/>
                </a:cubicBezTo>
                <a:cubicBezTo>
                  <a:pt x="141" y="509"/>
                  <a:pt x="141" y="509"/>
                  <a:pt x="141" y="509"/>
                </a:cubicBezTo>
                <a:lnTo>
                  <a:pt x="141" y="509"/>
                </a:lnTo>
                <a:lnTo>
                  <a:pt x="141" y="509"/>
                </a:lnTo>
                <a:lnTo>
                  <a:pt x="141" y="509"/>
                </a:lnTo>
                <a:cubicBezTo>
                  <a:pt x="127" y="509"/>
                  <a:pt x="113" y="502"/>
                  <a:pt x="113" y="488"/>
                </a:cubicBezTo>
                <a:lnTo>
                  <a:pt x="113" y="488"/>
                </a:lnTo>
                <a:cubicBezTo>
                  <a:pt x="49" y="247"/>
                  <a:pt x="49" y="247"/>
                  <a:pt x="49" y="247"/>
                </a:cubicBezTo>
                <a:cubicBezTo>
                  <a:pt x="28" y="247"/>
                  <a:pt x="28" y="247"/>
                  <a:pt x="28" y="247"/>
                </a:cubicBezTo>
                <a:cubicBezTo>
                  <a:pt x="7" y="247"/>
                  <a:pt x="0" y="233"/>
                  <a:pt x="0" y="219"/>
                </a:cubicBezTo>
                <a:cubicBezTo>
                  <a:pt x="0" y="198"/>
                  <a:pt x="7" y="191"/>
                  <a:pt x="28" y="191"/>
                </a:cubicBezTo>
                <a:cubicBezTo>
                  <a:pt x="134" y="191"/>
                  <a:pt x="134" y="191"/>
                  <a:pt x="134" y="191"/>
                </a:cubicBezTo>
                <a:cubicBezTo>
                  <a:pt x="226" y="191"/>
                  <a:pt x="226" y="191"/>
                  <a:pt x="226" y="191"/>
                </a:cubicBezTo>
                <a:close/>
                <a:moveTo>
                  <a:pt x="268" y="424"/>
                </a:moveTo>
                <a:lnTo>
                  <a:pt x="268" y="424"/>
                </a:lnTo>
                <a:cubicBezTo>
                  <a:pt x="268" y="438"/>
                  <a:pt x="283" y="452"/>
                  <a:pt x="297" y="452"/>
                </a:cubicBezTo>
                <a:cubicBezTo>
                  <a:pt x="318" y="452"/>
                  <a:pt x="325" y="438"/>
                  <a:pt x="325" y="424"/>
                </a:cubicBezTo>
                <a:cubicBezTo>
                  <a:pt x="325" y="276"/>
                  <a:pt x="325" y="276"/>
                  <a:pt x="325" y="276"/>
                </a:cubicBezTo>
                <a:cubicBezTo>
                  <a:pt x="325" y="254"/>
                  <a:pt x="318" y="247"/>
                  <a:pt x="297" y="247"/>
                </a:cubicBezTo>
                <a:cubicBezTo>
                  <a:pt x="283" y="247"/>
                  <a:pt x="268" y="254"/>
                  <a:pt x="268" y="276"/>
                </a:cubicBezTo>
                <a:lnTo>
                  <a:pt x="268" y="424"/>
                </a:lnTo>
                <a:close/>
                <a:moveTo>
                  <a:pt x="212" y="276"/>
                </a:moveTo>
                <a:lnTo>
                  <a:pt x="212" y="276"/>
                </a:lnTo>
                <a:cubicBezTo>
                  <a:pt x="212" y="254"/>
                  <a:pt x="205" y="247"/>
                  <a:pt x="183" y="247"/>
                </a:cubicBezTo>
                <a:cubicBezTo>
                  <a:pt x="169" y="247"/>
                  <a:pt x="155" y="254"/>
                  <a:pt x="155" y="276"/>
                </a:cubicBezTo>
                <a:cubicBezTo>
                  <a:pt x="155" y="424"/>
                  <a:pt x="155" y="424"/>
                  <a:pt x="155" y="424"/>
                </a:cubicBezTo>
                <a:cubicBezTo>
                  <a:pt x="155" y="438"/>
                  <a:pt x="169" y="452"/>
                  <a:pt x="183" y="452"/>
                </a:cubicBezTo>
                <a:cubicBezTo>
                  <a:pt x="205" y="452"/>
                  <a:pt x="212" y="438"/>
                  <a:pt x="212" y="424"/>
                </a:cubicBezTo>
                <a:lnTo>
                  <a:pt x="212" y="27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1" name="Freeform 113"/>
          <p:cNvSpPr/>
          <p:nvPr/>
        </p:nvSpPr>
        <p:spPr>
          <a:xfrm>
            <a:off x="3843360" y="2201760"/>
            <a:ext cx="218880" cy="184320"/>
          </a:xfrm>
          <a:custGeom>
            <a:avLst/>
            <a:gdLst/>
            <a:ahLst/>
            <a:rect l="l" t="t" r="r" b="b"/>
            <a:pathLst>
              <a:path w="608" h="510">
                <a:moveTo>
                  <a:pt x="607" y="212"/>
                </a:moveTo>
                <a:lnTo>
                  <a:pt x="607" y="212"/>
                </a:lnTo>
                <a:lnTo>
                  <a:pt x="607" y="212"/>
                </a:lnTo>
                <a:lnTo>
                  <a:pt x="607" y="219"/>
                </a:lnTo>
                <a:lnTo>
                  <a:pt x="607" y="219"/>
                </a:lnTo>
                <a:lnTo>
                  <a:pt x="607" y="219"/>
                </a:lnTo>
                <a:lnTo>
                  <a:pt x="607" y="219"/>
                </a:lnTo>
                <a:cubicBezTo>
                  <a:pt x="607" y="233"/>
                  <a:pt x="593" y="247"/>
                  <a:pt x="579" y="247"/>
                </a:cubicBezTo>
                <a:cubicBezTo>
                  <a:pt x="551" y="247"/>
                  <a:pt x="551" y="247"/>
                  <a:pt x="551" y="247"/>
                </a:cubicBezTo>
                <a:cubicBezTo>
                  <a:pt x="494" y="488"/>
                  <a:pt x="494" y="488"/>
                  <a:pt x="494" y="488"/>
                </a:cubicBezTo>
                <a:lnTo>
                  <a:pt x="494" y="488"/>
                </a:lnTo>
                <a:cubicBezTo>
                  <a:pt x="487" y="502"/>
                  <a:pt x="480" y="509"/>
                  <a:pt x="466" y="509"/>
                </a:cubicBezTo>
                <a:lnTo>
                  <a:pt x="466" y="509"/>
                </a:lnTo>
                <a:lnTo>
                  <a:pt x="466" y="509"/>
                </a:lnTo>
                <a:cubicBezTo>
                  <a:pt x="459" y="509"/>
                  <a:pt x="459" y="509"/>
                  <a:pt x="459" y="509"/>
                </a:cubicBezTo>
                <a:cubicBezTo>
                  <a:pt x="452" y="509"/>
                  <a:pt x="452" y="509"/>
                  <a:pt x="452" y="509"/>
                </a:cubicBezTo>
                <a:cubicBezTo>
                  <a:pt x="141" y="509"/>
                  <a:pt x="141" y="509"/>
                  <a:pt x="141" y="509"/>
                </a:cubicBezTo>
                <a:lnTo>
                  <a:pt x="141" y="509"/>
                </a:lnTo>
                <a:lnTo>
                  <a:pt x="141" y="509"/>
                </a:lnTo>
                <a:lnTo>
                  <a:pt x="141" y="509"/>
                </a:lnTo>
                <a:cubicBezTo>
                  <a:pt x="127" y="509"/>
                  <a:pt x="120" y="502"/>
                  <a:pt x="113" y="488"/>
                </a:cubicBezTo>
                <a:lnTo>
                  <a:pt x="113" y="488"/>
                </a:lnTo>
                <a:cubicBezTo>
                  <a:pt x="56" y="247"/>
                  <a:pt x="56" y="247"/>
                  <a:pt x="56" y="247"/>
                </a:cubicBezTo>
                <a:cubicBezTo>
                  <a:pt x="28" y="247"/>
                  <a:pt x="28" y="247"/>
                  <a:pt x="28" y="247"/>
                </a:cubicBezTo>
                <a:cubicBezTo>
                  <a:pt x="14" y="247"/>
                  <a:pt x="0" y="233"/>
                  <a:pt x="0" y="219"/>
                </a:cubicBezTo>
                <a:cubicBezTo>
                  <a:pt x="0" y="198"/>
                  <a:pt x="14" y="191"/>
                  <a:pt x="28" y="191"/>
                </a:cubicBezTo>
                <a:cubicBezTo>
                  <a:pt x="141" y="191"/>
                  <a:pt x="141" y="191"/>
                  <a:pt x="141" y="191"/>
                </a:cubicBezTo>
                <a:lnTo>
                  <a:pt x="141" y="191"/>
                </a:lnTo>
                <a:cubicBezTo>
                  <a:pt x="233" y="191"/>
                  <a:pt x="233" y="191"/>
                  <a:pt x="233" y="191"/>
                </a:cubicBezTo>
                <a:lnTo>
                  <a:pt x="233" y="191"/>
                </a:lnTo>
                <a:cubicBezTo>
                  <a:pt x="353" y="191"/>
                  <a:pt x="353" y="191"/>
                  <a:pt x="353" y="191"/>
                </a:cubicBezTo>
                <a:lnTo>
                  <a:pt x="353" y="191"/>
                </a:lnTo>
                <a:cubicBezTo>
                  <a:pt x="424" y="191"/>
                  <a:pt x="424" y="191"/>
                  <a:pt x="424" y="191"/>
                </a:cubicBezTo>
                <a:lnTo>
                  <a:pt x="424" y="191"/>
                </a:lnTo>
                <a:cubicBezTo>
                  <a:pt x="466" y="191"/>
                  <a:pt x="466" y="191"/>
                  <a:pt x="466" y="191"/>
                </a:cubicBezTo>
                <a:lnTo>
                  <a:pt x="466" y="191"/>
                </a:lnTo>
                <a:lnTo>
                  <a:pt x="466" y="191"/>
                </a:lnTo>
                <a:cubicBezTo>
                  <a:pt x="579" y="191"/>
                  <a:pt x="579" y="191"/>
                  <a:pt x="579" y="191"/>
                </a:cubicBezTo>
                <a:lnTo>
                  <a:pt x="579" y="191"/>
                </a:lnTo>
                <a:lnTo>
                  <a:pt x="579" y="191"/>
                </a:lnTo>
                <a:cubicBezTo>
                  <a:pt x="593" y="191"/>
                  <a:pt x="600" y="198"/>
                  <a:pt x="607" y="212"/>
                </a:cubicBezTo>
                <a:close/>
                <a:moveTo>
                  <a:pt x="219" y="276"/>
                </a:moveTo>
                <a:lnTo>
                  <a:pt x="219" y="276"/>
                </a:lnTo>
                <a:cubicBezTo>
                  <a:pt x="219" y="254"/>
                  <a:pt x="205" y="247"/>
                  <a:pt x="190" y="247"/>
                </a:cubicBezTo>
                <a:cubicBezTo>
                  <a:pt x="176" y="247"/>
                  <a:pt x="162" y="254"/>
                  <a:pt x="162" y="276"/>
                </a:cubicBezTo>
                <a:cubicBezTo>
                  <a:pt x="162" y="424"/>
                  <a:pt x="162" y="424"/>
                  <a:pt x="162" y="424"/>
                </a:cubicBezTo>
                <a:cubicBezTo>
                  <a:pt x="162" y="438"/>
                  <a:pt x="176" y="452"/>
                  <a:pt x="190" y="452"/>
                </a:cubicBezTo>
                <a:cubicBezTo>
                  <a:pt x="205" y="452"/>
                  <a:pt x="219" y="438"/>
                  <a:pt x="219" y="424"/>
                </a:cubicBezTo>
                <a:lnTo>
                  <a:pt x="219" y="276"/>
                </a:lnTo>
                <a:close/>
                <a:moveTo>
                  <a:pt x="332" y="276"/>
                </a:moveTo>
                <a:lnTo>
                  <a:pt x="332" y="276"/>
                </a:lnTo>
                <a:cubicBezTo>
                  <a:pt x="332" y="254"/>
                  <a:pt x="318" y="247"/>
                  <a:pt x="304" y="247"/>
                </a:cubicBezTo>
                <a:cubicBezTo>
                  <a:pt x="290" y="247"/>
                  <a:pt x="275" y="254"/>
                  <a:pt x="275" y="276"/>
                </a:cubicBezTo>
                <a:cubicBezTo>
                  <a:pt x="275" y="424"/>
                  <a:pt x="275" y="424"/>
                  <a:pt x="275" y="424"/>
                </a:cubicBezTo>
                <a:cubicBezTo>
                  <a:pt x="275" y="438"/>
                  <a:pt x="290" y="452"/>
                  <a:pt x="304" y="452"/>
                </a:cubicBezTo>
                <a:cubicBezTo>
                  <a:pt x="318" y="452"/>
                  <a:pt x="332" y="438"/>
                  <a:pt x="332" y="424"/>
                </a:cubicBezTo>
                <a:lnTo>
                  <a:pt x="332" y="276"/>
                </a:lnTo>
                <a:close/>
                <a:moveTo>
                  <a:pt x="445" y="276"/>
                </a:moveTo>
                <a:lnTo>
                  <a:pt x="445" y="276"/>
                </a:lnTo>
                <a:cubicBezTo>
                  <a:pt x="445" y="254"/>
                  <a:pt x="431" y="247"/>
                  <a:pt x="417" y="247"/>
                </a:cubicBezTo>
                <a:cubicBezTo>
                  <a:pt x="403" y="247"/>
                  <a:pt x="388" y="254"/>
                  <a:pt x="388" y="276"/>
                </a:cubicBezTo>
                <a:cubicBezTo>
                  <a:pt x="388" y="424"/>
                  <a:pt x="388" y="424"/>
                  <a:pt x="388" y="424"/>
                </a:cubicBezTo>
                <a:cubicBezTo>
                  <a:pt x="388" y="438"/>
                  <a:pt x="403" y="452"/>
                  <a:pt x="417" y="452"/>
                </a:cubicBezTo>
                <a:cubicBezTo>
                  <a:pt x="431" y="452"/>
                  <a:pt x="445" y="438"/>
                  <a:pt x="445" y="424"/>
                </a:cubicBezTo>
                <a:lnTo>
                  <a:pt x="445" y="276"/>
                </a:lnTo>
                <a:close/>
                <a:moveTo>
                  <a:pt x="339" y="42"/>
                </a:moveTo>
                <a:lnTo>
                  <a:pt x="339" y="42"/>
                </a:lnTo>
                <a:lnTo>
                  <a:pt x="339" y="42"/>
                </a:lnTo>
                <a:cubicBezTo>
                  <a:pt x="332" y="35"/>
                  <a:pt x="332" y="35"/>
                  <a:pt x="332" y="28"/>
                </a:cubicBezTo>
                <a:cubicBezTo>
                  <a:pt x="332" y="14"/>
                  <a:pt x="346" y="0"/>
                  <a:pt x="360" y="0"/>
                </a:cubicBezTo>
                <a:cubicBezTo>
                  <a:pt x="374" y="0"/>
                  <a:pt x="381" y="7"/>
                  <a:pt x="388" y="14"/>
                </a:cubicBezTo>
                <a:lnTo>
                  <a:pt x="388" y="14"/>
                </a:lnTo>
                <a:cubicBezTo>
                  <a:pt x="459" y="163"/>
                  <a:pt x="459" y="163"/>
                  <a:pt x="459" y="163"/>
                </a:cubicBezTo>
                <a:cubicBezTo>
                  <a:pt x="395" y="163"/>
                  <a:pt x="395" y="163"/>
                  <a:pt x="395" y="163"/>
                </a:cubicBezTo>
                <a:lnTo>
                  <a:pt x="339" y="42"/>
                </a:lnTo>
                <a:close/>
                <a:moveTo>
                  <a:pt x="268" y="42"/>
                </a:moveTo>
                <a:lnTo>
                  <a:pt x="268" y="42"/>
                </a:lnTo>
                <a:cubicBezTo>
                  <a:pt x="212" y="163"/>
                  <a:pt x="212" y="163"/>
                  <a:pt x="212" y="163"/>
                </a:cubicBezTo>
                <a:cubicBezTo>
                  <a:pt x="148" y="163"/>
                  <a:pt x="148" y="163"/>
                  <a:pt x="148" y="163"/>
                </a:cubicBezTo>
                <a:cubicBezTo>
                  <a:pt x="219" y="14"/>
                  <a:pt x="219" y="14"/>
                  <a:pt x="219" y="14"/>
                </a:cubicBezTo>
                <a:lnTo>
                  <a:pt x="219" y="14"/>
                </a:lnTo>
                <a:cubicBezTo>
                  <a:pt x="226" y="7"/>
                  <a:pt x="233" y="0"/>
                  <a:pt x="247" y="0"/>
                </a:cubicBezTo>
                <a:cubicBezTo>
                  <a:pt x="261" y="0"/>
                  <a:pt x="275" y="14"/>
                  <a:pt x="275" y="28"/>
                </a:cubicBezTo>
                <a:cubicBezTo>
                  <a:pt x="275" y="35"/>
                  <a:pt x="275" y="35"/>
                  <a:pt x="268" y="4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2" name="Freeform 114"/>
          <p:cNvSpPr/>
          <p:nvPr/>
        </p:nvSpPr>
        <p:spPr>
          <a:xfrm>
            <a:off x="3484440" y="2182680"/>
            <a:ext cx="176400" cy="219240"/>
          </a:xfrm>
          <a:custGeom>
            <a:avLst/>
            <a:gdLst/>
            <a:ahLst/>
            <a:rect l="l" t="t" r="r" b="b"/>
            <a:pathLst>
              <a:path w="489" h="609">
                <a:moveTo>
                  <a:pt x="459" y="608"/>
                </a:moveTo>
                <a:lnTo>
                  <a:pt x="459" y="608"/>
                </a:lnTo>
                <a:cubicBezTo>
                  <a:pt x="28" y="608"/>
                  <a:pt x="28" y="608"/>
                  <a:pt x="28" y="608"/>
                </a:cubicBezTo>
                <a:cubicBezTo>
                  <a:pt x="14" y="608"/>
                  <a:pt x="0" y="594"/>
                  <a:pt x="0" y="580"/>
                </a:cubicBezTo>
                <a:cubicBezTo>
                  <a:pt x="0" y="552"/>
                  <a:pt x="0" y="552"/>
                  <a:pt x="0" y="552"/>
                </a:cubicBezTo>
                <a:cubicBezTo>
                  <a:pt x="488" y="552"/>
                  <a:pt x="488" y="552"/>
                  <a:pt x="488" y="552"/>
                </a:cubicBezTo>
                <a:cubicBezTo>
                  <a:pt x="488" y="580"/>
                  <a:pt x="488" y="580"/>
                  <a:pt x="488" y="580"/>
                </a:cubicBezTo>
                <a:cubicBezTo>
                  <a:pt x="488" y="594"/>
                  <a:pt x="481" y="608"/>
                  <a:pt x="459" y="608"/>
                </a:cubicBezTo>
                <a:close/>
                <a:moveTo>
                  <a:pt x="0" y="170"/>
                </a:moveTo>
                <a:lnTo>
                  <a:pt x="0" y="170"/>
                </a:lnTo>
                <a:cubicBezTo>
                  <a:pt x="0" y="156"/>
                  <a:pt x="14" y="142"/>
                  <a:pt x="28" y="142"/>
                </a:cubicBezTo>
                <a:cubicBezTo>
                  <a:pt x="106" y="142"/>
                  <a:pt x="106" y="142"/>
                  <a:pt x="106" y="142"/>
                </a:cubicBezTo>
                <a:cubicBezTo>
                  <a:pt x="106" y="64"/>
                  <a:pt x="170" y="0"/>
                  <a:pt x="248" y="0"/>
                </a:cubicBezTo>
                <a:cubicBezTo>
                  <a:pt x="325" y="0"/>
                  <a:pt x="389" y="64"/>
                  <a:pt x="389" y="142"/>
                </a:cubicBezTo>
                <a:cubicBezTo>
                  <a:pt x="459" y="142"/>
                  <a:pt x="459" y="142"/>
                  <a:pt x="459" y="142"/>
                </a:cubicBezTo>
                <a:cubicBezTo>
                  <a:pt x="481" y="142"/>
                  <a:pt x="488" y="156"/>
                  <a:pt x="488" y="170"/>
                </a:cubicBezTo>
                <a:cubicBezTo>
                  <a:pt x="488" y="524"/>
                  <a:pt x="488" y="524"/>
                  <a:pt x="488" y="524"/>
                </a:cubicBezTo>
                <a:cubicBezTo>
                  <a:pt x="0" y="524"/>
                  <a:pt x="0" y="524"/>
                  <a:pt x="0" y="524"/>
                </a:cubicBezTo>
                <a:lnTo>
                  <a:pt x="0" y="170"/>
                </a:lnTo>
                <a:close/>
                <a:moveTo>
                  <a:pt x="332" y="142"/>
                </a:moveTo>
                <a:lnTo>
                  <a:pt x="332" y="142"/>
                </a:lnTo>
                <a:cubicBezTo>
                  <a:pt x="332" y="99"/>
                  <a:pt x="290" y="57"/>
                  <a:pt x="248" y="57"/>
                </a:cubicBezTo>
                <a:cubicBezTo>
                  <a:pt x="198" y="57"/>
                  <a:pt x="163" y="99"/>
                  <a:pt x="163" y="142"/>
                </a:cubicBezTo>
                <a:lnTo>
                  <a:pt x="332" y="14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3" name="Freeform 115"/>
          <p:cNvSpPr/>
          <p:nvPr/>
        </p:nvSpPr>
        <p:spPr>
          <a:xfrm>
            <a:off x="3086280" y="2193840"/>
            <a:ext cx="215640" cy="198360"/>
          </a:xfrm>
          <a:custGeom>
            <a:avLst/>
            <a:gdLst/>
            <a:ahLst/>
            <a:rect l="l" t="t" r="r" b="b"/>
            <a:pathLst>
              <a:path w="601" h="552">
                <a:moveTo>
                  <a:pt x="600" y="226"/>
                </a:moveTo>
                <a:lnTo>
                  <a:pt x="600" y="226"/>
                </a:lnTo>
                <a:cubicBezTo>
                  <a:pt x="600" y="268"/>
                  <a:pt x="565" y="304"/>
                  <a:pt x="522" y="304"/>
                </a:cubicBezTo>
                <a:cubicBezTo>
                  <a:pt x="480" y="304"/>
                  <a:pt x="452" y="268"/>
                  <a:pt x="452" y="226"/>
                </a:cubicBezTo>
                <a:lnTo>
                  <a:pt x="452" y="226"/>
                </a:lnTo>
                <a:lnTo>
                  <a:pt x="452" y="226"/>
                </a:lnTo>
                <a:lnTo>
                  <a:pt x="452" y="226"/>
                </a:lnTo>
                <a:cubicBezTo>
                  <a:pt x="452" y="268"/>
                  <a:pt x="417" y="304"/>
                  <a:pt x="374" y="304"/>
                </a:cubicBezTo>
                <a:cubicBezTo>
                  <a:pt x="332" y="304"/>
                  <a:pt x="296" y="268"/>
                  <a:pt x="296" y="226"/>
                </a:cubicBezTo>
                <a:lnTo>
                  <a:pt x="296" y="226"/>
                </a:lnTo>
                <a:lnTo>
                  <a:pt x="296" y="226"/>
                </a:lnTo>
                <a:lnTo>
                  <a:pt x="296" y="226"/>
                </a:lnTo>
                <a:lnTo>
                  <a:pt x="296" y="226"/>
                </a:lnTo>
                <a:cubicBezTo>
                  <a:pt x="296" y="268"/>
                  <a:pt x="268" y="304"/>
                  <a:pt x="226" y="304"/>
                </a:cubicBezTo>
                <a:cubicBezTo>
                  <a:pt x="183" y="304"/>
                  <a:pt x="148" y="268"/>
                  <a:pt x="148" y="226"/>
                </a:cubicBezTo>
                <a:lnTo>
                  <a:pt x="148" y="226"/>
                </a:lnTo>
                <a:lnTo>
                  <a:pt x="148" y="226"/>
                </a:lnTo>
                <a:lnTo>
                  <a:pt x="148" y="226"/>
                </a:lnTo>
                <a:lnTo>
                  <a:pt x="148" y="226"/>
                </a:lnTo>
                <a:cubicBezTo>
                  <a:pt x="148" y="268"/>
                  <a:pt x="113" y="304"/>
                  <a:pt x="70" y="304"/>
                </a:cubicBezTo>
                <a:cubicBezTo>
                  <a:pt x="28" y="304"/>
                  <a:pt x="0" y="268"/>
                  <a:pt x="0" y="226"/>
                </a:cubicBezTo>
                <a:lnTo>
                  <a:pt x="0" y="226"/>
                </a:lnTo>
                <a:lnTo>
                  <a:pt x="0" y="226"/>
                </a:lnTo>
                <a:lnTo>
                  <a:pt x="0" y="226"/>
                </a:lnTo>
                <a:cubicBezTo>
                  <a:pt x="49" y="84"/>
                  <a:pt x="49" y="84"/>
                  <a:pt x="49" y="84"/>
                </a:cubicBezTo>
                <a:cubicBezTo>
                  <a:pt x="551" y="84"/>
                  <a:pt x="551" y="84"/>
                  <a:pt x="551" y="84"/>
                </a:cubicBezTo>
                <a:cubicBezTo>
                  <a:pt x="600" y="226"/>
                  <a:pt x="600" y="226"/>
                  <a:pt x="600" y="226"/>
                </a:cubicBezTo>
                <a:close/>
                <a:moveTo>
                  <a:pt x="508" y="56"/>
                </a:moveTo>
                <a:lnTo>
                  <a:pt x="508" y="56"/>
                </a:lnTo>
                <a:cubicBezTo>
                  <a:pt x="91" y="56"/>
                  <a:pt x="91" y="56"/>
                  <a:pt x="91" y="56"/>
                </a:cubicBezTo>
                <a:cubicBezTo>
                  <a:pt x="77" y="56"/>
                  <a:pt x="63" y="49"/>
                  <a:pt x="63" y="28"/>
                </a:cubicBezTo>
                <a:cubicBezTo>
                  <a:pt x="63" y="14"/>
                  <a:pt x="77" y="0"/>
                  <a:pt x="91" y="0"/>
                </a:cubicBezTo>
                <a:cubicBezTo>
                  <a:pt x="508" y="0"/>
                  <a:pt x="508" y="0"/>
                  <a:pt x="508" y="0"/>
                </a:cubicBezTo>
                <a:cubicBezTo>
                  <a:pt x="522" y="0"/>
                  <a:pt x="537" y="14"/>
                  <a:pt x="537" y="28"/>
                </a:cubicBezTo>
                <a:cubicBezTo>
                  <a:pt x="537" y="49"/>
                  <a:pt x="522" y="56"/>
                  <a:pt x="508" y="56"/>
                </a:cubicBezTo>
                <a:close/>
                <a:moveTo>
                  <a:pt x="84" y="332"/>
                </a:moveTo>
                <a:lnTo>
                  <a:pt x="84" y="332"/>
                </a:lnTo>
                <a:lnTo>
                  <a:pt x="84" y="332"/>
                </a:lnTo>
                <a:cubicBezTo>
                  <a:pt x="84" y="332"/>
                  <a:pt x="84" y="332"/>
                  <a:pt x="91" y="332"/>
                </a:cubicBezTo>
                <a:lnTo>
                  <a:pt x="91" y="332"/>
                </a:lnTo>
                <a:cubicBezTo>
                  <a:pt x="91" y="332"/>
                  <a:pt x="91" y="332"/>
                  <a:pt x="98" y="332"/>
                </a:cubicBezTo>
                <a:cubicBezTo>
                  <a:pt x="98" y="325"/>
                  <a:pt x="106" y="325"/>
                  <a:pt x="113" y="325"/>
                </a:cubicBezTo>
                <a:lnTo>
                  <a:pt x="113" y="325"/>
                </a:lnTo>
                <a:lnTo>
                  <a:pt x="113" y="325"/>
                </a:lnTo>
                <a:cubicBezTo>
                  <a:pt x="113" y="466"/>
                  <a:pt x="113" y="466"/>
                  <a:pt x="113" y="466"/>
                </a:cubicBezTo>
                <a:cubicBezTo>
                  <a:pt x="487" y="466"/>
                  <a:pt x="487" y="466"/>
                  <a:pt x="487" y="466"/>
                </a:cubicBezTo>
                <a:cubicBezTo>
                  <a:pt x="487" y="325"/>
                  <a:pt x="487" y="325"/>
                  <a:pt x="487" y="325"/>
                </a:cubicBezTo>
                <a:lnTo>
                  <a:pt x="487" y="325"/>
                </a:lnTo>
                <a:lnTo>
                  <a:pt x="487" y="325"/>
                </a:lnTo>
                <a:cubicBezTo>
                  <a:pt x="494" y="325"/>
                  <a:pt x="494" y="325"/>
                  <a:pt x="501" y="332"/>
                </a:cubicBezTo>
                <a:cubicBezTo>
                  <a:pt x="501" y="332"/>
                  <a:pt x="501" y="332"/>
                  <a:pt x="508" y="332"/>
                </a:cubicBezTo>
                <a:lnTo>
                  <a:pt x="508" y="332"/>
                </a:lnTo>
                <a:lnTo>
                  <a:pt x="515" y="332"/>
                </a:lnTo>
                <a:lnTo>
                  <a:pt x="515" y="332"/>
                </a:lnTo>
                <a:lnTo>
                  <a:pt x="522" y="332"/>
                </a:lnTo>
                <a:cubicBezTo>
                  <a:pt x="530" y="332"/>
                  <a:pt x="537" y="332"/>
                  <a:pt x="544" y="332"/>
                </a:cubicBezTo>
                <a:cubicBezTo>
                  <a:pt x="544" y="523"/>
                  <a:pt x="544" y="523"/>
                  <a:pt x="544" y="523"/>
                </a:cubicBezTo>
                <a:cubicBezTo>
                  <a:pt x="544" y="537"/>
                  <a:pt x="530" y="551"/>
                  <a:pt x="515" y="551"/>
                </a:cubicBezTo>
                <a:cubicBezTo>
                  <a:pt x="84" y="551"/>
                  <a:pt x="84" y="551"/>
                  <a:pt x="84" y="551"/>
                </a:cubicBezTo>
                <a:cubicBezTo>
                  <a:pt x="63" y="551"/>
                  <a:pt x="56" y="537"/>
                  <a:pt x="56" y="523"/>
                </a:cubicBezTo>
                <a:cubicBezTo>
                  <a:pt x="56" y="332"/>
                  <a:pt x="56" y="332"/>
                  <a:pt x="56" y="332"/>
                </a:cubicBezTo>
                <a:cubicBezTo>
                  <a:pt x="63" y="332"/>
                  <a:pt x="63" y="332"/>
                  <a:pt x="70" y="332"/>
                </a:cubicBezTo>
                <a:cubicBezTo>
                  <a:pt x="77" y="332"/>
                  <a:pt x="77" y="332"/>
                  <a:pt x="84" y="3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4" name="Freeform 116"/>
          <p:cNvSpPr/>
          <p:nvPr/>
        </p:nvSpPr>
        <p:spPr>
          <a:xfrm>
            <a:off x="2703600" y="2189160"/>
            <a:ext cx="218880" cy="193680"/>
          </a:xfrm>
          <a:custGeom>
            <a:avLst/>
            <a:gdLst/>
            <a:ahLst/>
            <a:rect l="l" t="t" r="r" b="b"/>
            <a:pathLst>
              <a:path w="609" h="538">
                <a:moveTo>
                  <a:pt x="481" y="240"/>
                </a:moveTo>
                <a:lnTo>
                  <a:pt x="481" y="240"/>
                </a:lnTo>
                <a:cubicBezTo>
                  <a:pt x="417" y="240"/>
                  <a:pt x="361" y="191"/>
                  <a:pt x="361" y="120"/>
                </a:cubicBezTo>
                <a:cubicBezTo>
                  <a:pt x="361" y="49"/>
                  <a:pt x="417" y="0"/>
                  <a:pt x="481" y="0"/>
                </a:cubicBezTo>
                <a:cubicBezTo>
                  <a:pt x="552" y="0"/>
                  <a:pt x="608" y="49"/>
                  <a:pt x="608" y="120"/>
                </a:cubicBezTo>
                <a:cubicBezTo>
                  <a:pt x="608" y="191"/>
                  <a:pt x="552" y="240"/>
                  <a:pt x="481" y="240"/>
                </a:cubicBezTo>
                <a:close/>
                <a:moveTo>
                  <a:pt x="446" y="56"/>
                </a:moveTo>
                <a:lnTo>
                  <a:pt x="446" y="56"/>
                </a:lnTo>
                <a:close/>
                <a:moveTo>
                  <a:pt x="523" y="56"/>
                </a:moveTo>
                <a:lnTo>
                  <a:pt x="523" y="56"/>
                </a:lnTo>
                <a:close/>
                <a:moveTo>
                  <a:pt x="552" y="84"/>
                </a:moveTo>
                <a:lnTo>
                  <a:pt x="552" y="84"/>
                </a:lnTo>
                <a:lnTo>
                  <a:pt x="552" y="84"/>
                </a:lnTo>
                <a:cubicBezTo>
                  <a:pt x="552" y="63"/>
                  <a:pt x="537" y="56"/>
                  <a:pt x="523" y="56"/>
                </a:cubicBezTo>
                <a:cubicBezTo>
                  <a:pt x="516" y="56"/>
                  <a:pt x="509" y="56"/>
                  <a:pt x="502" y="63"/>
                </a:cubicBezTo>
                <a:lnTo>
                  <a:pt x="502" y="63"/>
                </a:lnTo>
                <a:cubicBezTo>
                  <a:pt x="481" y="77"/>
                  <a:pt x="481" y="77"/>
                  <a:pt x="481" y="77"/>
                </a:cubicBezTo>
                <a:cubicBezTo>
                  <a:pt x="467" y="63"/>
                  <a:pt x="467" y="63"/>
                  <a:pt x="467" y="63"/>
                </a:cubicBezTo>
                <a:lnTo>
                  <a:pt x="467" y="63"/>
                </a:lnTo>
                <a:cubicBezTo>
                  <a:pt x="460" y="56"/>
                  <a:pt x="453" y="56"/>
                  <a:pt x="446" y="56"/>
                </a:cubicBezTo>
                <a:cubicBezTo>
                  <a:pt x="432" y="56"/>
                  <a:pt x="417" y="63"/>
                  <a:pt x="417" y="84"/>
                </a:cubicBezTo>
                <a:cubicBezTo>
                  <a:pt x="417" y="91"/>
                  <a:pt x="417" y="98"/>
                  <a:pt x="424" y="98"/>
                </a:cubicBezTo>
                <a:lnTo>
                  <a:pt x="424" y="98"/>
                </a:lnTo>
                <a:cubicBezTo>
                  <a:pt x="446" y="120"/>
                  <a:pt x="446" y="120"/>
                  <a:pt x="446" y="120"/>
                </a:cubicBezTo>
                <a:cubicBezTo>
                  <a:pt x="424" y="141"/>
                  <a:pt x="424" y="141"/>
                  <a:pt x="424" y="141"/>
                </a:cubicBezTo>
                <a:lnTo>
                  <a:pt x="424" y="141"/>
                </a:lnTo>
                <a:cubicBezTo>
                  <a:pt x="417" y="141"/>
                  <a:pt x="417" y="148"/>
                  <a:pt x="417" y="155"/>
                </a:cubicBezTo>
                <a:cubicBezTo>
                  <a:pt x="417" y="176"/>
                  <a:pt x="432" y="183"/>
                  <a:pt x="446" y="183"/>
                </a:cubicBezTo>
                <a:cubicBezTo>
                  <a:pt x="453" y="183"/>
                  <a:pt x="460" y="183"/>
                  <a:pt x="467" y="176"/>
                </a:cubicBezTo>
                <a:lnTo>
                  <a:pt x="467" y="176"/>
                </a:lnTo>
                <a:cubicBezTo>
                  <a:pt x="481" y="162"/>
                  <a:pt x="481" y="162"/>
                  <a:pt x="481" y="162"/>
                </a:cubicBezTo>
                <a:cubicBezTo>
                  <a:pt x="502" y="176"/>
                  <a:pt x="502" y="176"/>
                  <a:pt x="502" y="176"/>
                </a:cubicBezTo>
                <a:lnTo>
                  <a:pt x="502" y="176"/>
                </a:lnTo>
                <a:cubicBezTo>
                  <a:pt x="509" y="183"/>
                  <a:pt x="516" y="183"/>
                  <a:pt x="523" y="183"/>
                </a:cubicBezTo>
                <a:cubicBezTo>
                  <a:pt x="537" y="183"/>
                  <a:pt x="552" y="176"/>
                  <a:pt x="552" y="155"/>
                </a:cubicBezTo>
                <a:cubicBezTo>
                  <a:pt x="552" y="148"/>
                  <a:pt x="545" y="141"/>
                  <a:pt x="537" y="141"/>
                </a:cubicBezTo>
                <a:lnTo>
                  <a:pt x="537" y="141"/>
                </a:lnTo>
                <a:cubicBezTo>
                  <a:pt x="523" y="120"/>
                  <a:pt x="523" y="120"/>
                  <a:pt x="523" y="120"/>
                </a:cubicBezTo>
                <a:cubicBezTo>
                  <a:pt x="537" y="98"/>
                  <a:pt x="537" y="98"/>
                  <a:pt x="537" y="98"/>
                </a:cubicBezTo>
                <a:lnTo>
                  <a:pt x="537" y="98"/>
                </a:lnTo>
                <a:cubicBezTo>
                  <a:pt x="545" y="98"/>
                  <a:pt x="552" y="91"/>
                  <a:pt x="552" y="84"/>
                </a:cubicBezTo>
                <a:close/>
                <a:moveTo>
                  <a:pt x="552" y="169"/>
                </a:moveTo>
                <a:lnTo>
                  <a:pt x="552" y="169"/>
                </a:lnTo>
                <a:close/>
                <a:moveTo>
                  <a:pt x="234" y="325"/>
                </a:moveTo>
                <a:lnTo>
                  <a:pt x="234" y="325"/>
                </a:lnTo>
                <a:cubicBezTo>
                  <a:pt x="474" y="311"/>
                  <a:pt x="474" y="311"/>
                  <a:pt x="474" y="311"/>
                </a:cubicBezTo>
                <a:cubicBezTo>
                  <a:pt x="495" y="268"/>
                  <a:pt x="495" y="268"/>
                  <a:pt x="495" y="268"/>
                </a:cubicBezTo>
                <a:cubicBezTo>
                  <a:pt x="516" y="268"/>
                  <a:pt x="545" y="261"/>
                  <a:pt x="566" y="247"/>
                </a:cubicBezTo>
                <a:cubicBezTo>
                  <a:pt x="516" y="346"/>
                  <a:pt x="516" y="346"/>
                  <a:pt x="516" y="346"/>
                </a:cubicBezTo>
                <a:lnTo>
                  <a:pt x="516" y="346"/>
                </a:lnTo>
                <a:cubicBezTo>
                  <a:pt x="516" y="360"/>
                  <a:pt x="502" y="367"/>
                  <a:pt x="495" y="367"/>
                </a:cubicBezTo>
                <a:lnTo>
                  <a:pt x="495" y="367"/>
                </a:lnTo>
                <a:cubicBezTo>
                  <a:pt x="248" y="381"/>
                  <a:pt x="248" y="381"/>
                  <a:pt x="248" y="381"/>
                </a:cubicBezTo>
                <a:cubicBezTo>
                  <a:pt x="262" y="424"/>
                  <a:pt x="262" y="424"/>
                  <a:pt x="262" y="424"/>
                </a:cubicBezTo>
                <a:cubicBezTo>
                  <a:pt x="530" y="424"/>
                  <a:pt x="530" y="424"/>
                  <a:pt x="530" y="424"/>
                </a:cubicBezTo>
                <a:cubicBezTo>
                  <a:pt x="559" y="424"/>
                  <a:pt x="587" y="445"/>
                  <a:pt x="587" y="480"/>
                </a:cubicBezTo>
                <a:cubicBezTo>
                  <a:pt x="587" y="509"/>
                  <a:pt x="559" y="537"/>
                  <a:pt x="530" y="537"/>
                </a:cubicBezTo>
                <a:cubicBezTo>
                  <a:pt x="502" y="537"/>
                  <a:pt x="474" y="509"/>
                  <a:pt x="474" y="480"/>
                </a:cubicBezTo>
                <a:cubicBezTo>
                  <a:pt x="212" y="480"/>
                  <a:pt x="212" y="480"/>
                  <a:pt x="212" y="480"/>
                </a:cubicBezTo>
                <a:cubicBezTo>
                  <a:pt x="212" y="509"/>
                  <a:pt x="184" y="537"/>
                  <a:pt x="156" y="537"/>
                </a:cubicBezTo>
                <a:cubicBezTo>
                  <a:pt x="121" y="537"/>
                  <a:pt x="99" y="509"/>
                  <a:pt x="99" y="480"/>
                </a:cubicBezTo>
                <a:cubicBezTo>
                  <a:pt x="99" y="445"/>
                  <a:pt x="121" y="424"/>
                  <a:pt x="156" y="424"/>
                </a:cubicBezTo>
                <a:cubicBezTo>
                  <a:pt x="205" y="424"/>
                  <a:pt x="205" y="424"/>
                  <a:pt x="205" y="424"/>
                </a:cubicBezTo>
                <a:cubicBezTo>
                  <a:pt x="92" y="113"/>
                  <a:pt x="92" y="113"/>
                  <a:pt x="92" y="113"/>
                </a:cubicBezTo>
                <a:cubicBezTo>
                  <a:pt x="29" y="113"/>
                  <a:pt x="29" y="113"/>
                  <a:pt x="29" y="113"/>
                </a:cubicBezTo>
                <a:cubicBezTo>
                  <a:pt x="15" y="113"/>
                  <a:pt x="0" y="98"/>
                  <a:pt x="0" y="84"/>
                </a:cubicBezTo>
                <a:cubicBezTo>
                  <a:pt x="0" y="63"/>
                  <a:pt x="15" y="56"/>
                  <a:pt x="29" y="56"/>
                </a:cubicBezTo>
                <a:cubicBezTo>
                  <a:pt x="113" y="56"/>
                  <a:pt x="113" y="56"/>
                  <a:pt x="113" y="56"/>
                </a:cubicBezTo>
                <a:cubicBezTo>
                  <a:pt x="128" y="56"/>
                  <a:pt x="142" y="63"/>
                  <a:pt x="142" y="70"/>
                </a:cubicBezTo>
                <a:lnTo>
                  <a:pt x="142" y="70"/>
                </a:lnTo>
                <a:cubicBezTo>
                  <a:pt x="156" y="120"/>
                  <a:pt x="156" y="120"/>
                  <a:pt x="156" y="120"/>
                </a:cubicBezTo>
                <a:cubicBezTo>
                  <a:pt x="333" y="120"/>
                  <a:pt x="333" y="120"/>
                  <a:pt x="333" y="120"/>
                </a:cubicBezTo>
                <a:cubicBezTo>
                  <a:pt x="333" y="141"/>
                  <a:pt x="340" y="162"/>
                  <a:pt x="347" y="176"/>
                </a:cubicBezTo>
                <a:cubicBezTo>
                  <a:pt x="177" y="176"/>
                  <a:pt x="177" y="176"/>
                  <a:pt x="177" y="176"/>
                </a:cubicBezTo>
                <a:lnTo>
                  <a:pt x="234" y="32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5" name="Freeform 117"/>
          <p:cNvSpPr/>
          <p:nvPr/>
        </p:nvSpPr>
        <p:spPr>
          <a:xfrm>
            <a:off x="2325600" y="2189160"/>
            <a:ext cx="217440" cy="193680"/>
          </a:xfrm>
          <a:custGeom>
            <a:avLst/>
            <a:gdLst/>
            <a:ahLst/>
            <a:rect l="l" t="t" r="r" b="b"/>
            <a:pathLst>
              <a:path w="602" h="538">
                <a:moveTo>
                  <a:pt x="481" y="240"/>
                </a:moveTo>
                <a:lnTo>
                  <a:pt x="481" y="240"/>
                </a:lnTo>
                <a:cubicBezTo>
                  <a:pt x="410" y="240"/>
                  <a:pt x="361" y="191"/>
                  <a:pt x="361" y="120"/>
                </a:cubicBezTo>
                <a:cubicBezTo>
                  <a:pt x="361" y="49"/>
                  <a:pt x="410" y="0"/>
                  <a:pt x="481" y="0"/>
                </a:cubicBezTo>
                <a:cubicBezTo>
                  <a:pt x="552" y="0"/>
                  <a:pt x="601" y="49"/>
                  <a:pt x="601" y="120"/>
                </a:cubicBezTo>
                <a:cubicBezTo>
                  <a:pt x="601" y="191"/>
                  <a:pt x="552" y="240"/>
                  <a:pt x="481" y="240"/>
                </a:cubicBezTo>
                <a:close/>
                <a:moveTo>
                  <a:pt x="537" y="63"/>
                </a:moveTo>
                <a:lnTo>
                  <a:pt x="537" y="63"/>
                </a:lnTo>
                <a:cubicBezTo>
                  <a:pt x="530" y="63"/>
                  <a:pt x="523" y="63"/>
                  <a:pt x="516" y="70"/>
                </a:cubicBezTo>
                <a:cubicBezTo>
                  <a:pt x="460" y="127"/>
                  <a:pt x="460" y="127"/>
                  <a:pt x="460" y="127"/>
                </a:cubicBezTo>
                <a:cubicBezTo>
                  <a:pt x="446" y="113"/>
                  <a:pt x="446" y="113"/>
                  <a:pt x="446" y="113"/>
                </a:cubicBezTo>
                <a:cubicBezTo>
                  <a:pt x="439" y="106"/>
                  <a:pt x="431" y="98"/>
                  <a:pt x="424" y="98"/>
                </a:cubicBezTo>
                <a:cubicBezTo>
                  <a:pt x="410" y="98"/>
                  <a:pt x="396" y="113"/>
                  <a:pt x="396" y="127"/>
                </a:cubicBezTo>
                <a:cubicBezTo>
                  <a:pt x="396" y="134"/>
                  <a:pt x="396" y="141"/>
                  <a:pt x="403" y="148"/>
                </a:cubicBezTo>
                <a:cubicBezTo>
                  <a:pt x="446" y="183"/>
                  <a:pt x="446" y="183"/>
                  <a:pt x="446" y="183"/>
                </a:cubicBezTo>
                <a:cubicBezTo>
                  <a:pt x="446" y="191"/>
                  <a:pt x="453" y="198"/>
                  <a:pt x="460" y="198"/>
                </a:cubicBezTo>
                <a:cubicBezTo>
                  <a:pt x="467" y="198"/>
                  <a:pt x="474" y="191"/>
                  <a:pt x="481" y="183"/>
                </a:cubicBezTo>
                <a:cubicBezTo>
                  <a:pt x="559" y="113"/>
                  <a:pt x="559" y="113"/>
                  <a:pt x="559" y="113"/>
                </a:cubicBezTo>
                <a:cubicBezTo>
                  <a:pt x="566" y="106"/>
                  <a:pt x="566" y="98"/>
                  <a:pt x="566" y="91"/>
                </a:cubicBezTo>
                <a:cubicBezTo>
                  <a:pt x="566" y="77"/>
                  <a:pt x="552" y="63"/>
                  <a:pt x="537" y="63"/>
                </a:cubicBezTo>
                <a:close/>
                <a:moveTo>
                  <a:pt x="226" y="325"/>
                </a:moveTo>
                <a:lnTo>
                  <a:pt x="226" y="325"/>
                </a:lnTo>
                <a:cubicBezTo>
                  <a:pt x="474" y="311"/>
                  <a:pt x="474" y="311"/>
                  <a:pt x="474" y="311"/>
                </a:cubicBezTo>
                <a:cubicBezTo>
                  <a:pt x="488" y="268"/>
                  <a:pt x="488" y="268"/>
                  <a:pt x="488" y="268"/>
                </a:cubicBezTo>
                <a:cubicBezTo>
                  <a:pt x="516" y="268"/>
                  <a:pt x="537" y="261"/>
                  <a:pt x="559" y="247"/>
                </a:cubicBezTo>
                <a:cubicBezTo>
                  <a:pt x="516" y="346"/>
                  <a:pt x="516" y="346"/>
                  <a:pt x="516" y="346"/>
                </a:cubicBezTo>
                <a:lnTo>
                  <a:pt x="516" y="346"/>
                </a:lnTo>
                <a:cubicBezTo>
                  <a:pt x="509" y="360"/>
                  <a:pt x="502" y="367"/>
                  <a:pt x="495" y="367"/>
                </a:cubicBezTo>
                <a:lnTo>
                  <a:pt x="495" y="367"/>
                </a:lnTo>
                <a:cubicBezTo>
                  <a:pt x="248" y="381"/>
                  <a:pt x="248" y="381"/>
                  <a:pt x="248" y="381"/>
                </a:cubicBezTo>
                <a:cubicBezTo>
                  <a:pt x="262" y="424"/>
                  <a:pt x="262" y="424"/>
                  <a:pt x="262" y="424"/>
                </a:cubicBezTo>
                <a:cubicBezTo>
                  <a:pt x="530" y="424"/>
                  <a:pt x="530" y="424"/>
                  <a:pt x="530" y="424"/>
                </a:cubicBezTo>
                <a:cubicBezTo>
                  <a:pt x="559" y="424"/>
                  <a:pt x="587" y="445"/>
                  <a:pt x="587" y="480"/>
                </a:cubicBezTo>
                <a:cubicBezTo>
                  <a:pt x="587" y="509"/>
                  <a:pt x="559" y="537"/>
                  <a:pt x="530" y="537"/>
                </a:cubicBezTo>
                <a:cubicBezTo>
                  <a:pt x="495" y="537"/>
                  <a:pt x="474" y="509"/>
                  <a:pt x="474" y="480"/>
                </a:cubicBezTo>
                <a:cubicBezTo>
                  <a:pt x="205" y="480"/>
                  <a:pt x="205" y="480"/>
                  <a:pt x="205" y="480"/>
                </a:cubicBezTo>
                <a:cubicBezTo>
                  <a:pt x="205" y="509"/>
                  <a:pt x="184" y="537"/>
                  <a:pt x="149" y="537"/>
                </a:cubicBezTo>
                <a:cubicBezTo>
                  <a:pt x="120" y="537"/>
                  <a:pt x="92" y="509"/>
                  <a:pt x="92" y="480"/>
                </a:cubicBezTo>
                <a:cubicBezTo>
                  <a:pt x="92" y="445"/>
                  <a:pt x="120" y="424"/>
                  <a:pt x="149" y="424"/>
                </a:cubicBezTo>
                <a:cubicBezTo>
                  <a:pt x="205" y="424"/>
                  <a:pt x="205" y="424"/>
                  <a:pt x="205" y="424"/>
                </a:cubicBezTo>
                <a:cubicBezTo>
                  <a:pt x="92" y="113"/>
                  <a:pt x="92" y="113"/>
                  <a:pt x="92" y="113"/>
                </a:cubicBezTo>
                <a:cubicBezTo>
                  <a:pt x="29" y="113"/>
                  <a:pt x="29" y="113"/>
                  <a:pt x="29" y="113"/>
                </a:cubicBezTo>
                <a:cubicBezTo>
                  <a:pt x="15" y="113"/>
                  <a:pt x="0" y="98"/>
                  <a:pt x="0" y="84"/>
                </a:cubicBezTo>
                <a:cubicBezTo>
                  <a:pt x="0" y="63"/>
                  <a:pt x="15" y="56"/>
                  <a:pt x="29" y="56"/>
                </a:cubicBezTo>
                <a:cubicBezTo>
                  <a:pt x="113" y="56"/>
                  <a:pt x="113" y="56"/>
                  <a:pt x="113" y="56"/>
                </a:cubicBezTo>
                <a:cubicBezTo>
                  <a:pt x="128" y="56"/>
                  <a:pt x="135" y="63"/>
                  <a:pt x="142" y="70"/>
                </a:cubicBezTo>
                <a:lnTo>
                  <a:pt x="142" y="70"/>
                </a:lnTo>
                <a:cubicBezTo>
                  <a:pt x="156" y="120"/>
                  <a:pt x="156" y="120"/>
                  <a:pt x="156" y="120"/>
                </a:cubicBezTo>
                <a:cubicBezTo>
                  <a:pt x="333" y="120"/>
                  <a:pt x="333" y="120"/>
                  <a:pt x="333" y="120"/>
                </a:cubicBezTo>
                <a:cubicBezTo>
                  <a:pt x="333" y="141"/>
                  <a:pt x="333" y="162"/>
                  <a:pt x="340" y="176"/>
                </a:cubicBezTo>
                <a:cubicBezTo>
                  <a:pt x="177" y="176"/>
                  <a:pt x="177" y="176"/>
                  <a:pt x="177" y="176"/>
                </a:cubicBezTo>
                <a:lnTo>
                  <a:pt x="226" y="32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6" name="Freeform 118"/>
          <p:cNvSpPr/>
          <p:nvPr/>
        </p:nvSpPr>
        <p:spPr>
          <a:xfrm>
            <a:off x="1946160" y="2189160"/>
            <a:ext cx="217440" cy="193680"/>
          </a:xfrm>
          <a:custGeom>
            <a:avLst/>
            <a:gdLst/>
            <a:ahLst/>
            <a:rect l="l" t="t" r="r" b="b"/>
            <a:pathLst>
              <a:path w="602" h="538">
                <a:moveTo>
                  <a:pt x="481" y="240"/>
                </a:moveTo>
                <a:lnTo>
                  <a:pt x="481" y="240"/>
                </a:lnTo>
                <a:cubicBezTo>
                  <a:pt x="410" y="240"/>
                  <a:pt x="354" y="191"/>
                  <a:pt x="354" y="120"/>
                </a:cubicBezTo>
                <a:cubicBezTo>
                  <a:pt x="354" y="49"/>
                  <a:pt x="410" y="0"/>
                  <a:pt x="481" y="0"/>
                </a:cubicBezTo>
                <a:cubicBezTo>
                  <a:pt x="544" y="0"/>
                  <a:pt x="601" y="49"/>
                  <a:pt x="601" y="120"/>
                </a:cubicBezTo>
                <a:cubicBezTo>
                  <a:pt x="601" y="191"/>
                  <a:pt x="544" y="240"/>
                  <a:pt x="481" y="240"/>
                </a:cubicBezTo>
                <a:close/>
                <a:moveTo>
                  <a:pt x="537" y="91"/>
                </a:moveTo>
                <a:lnTo>
                  <a:pt x="537" y="91"/>
                </a:lnTo>
                <a:cubicBezTo>
                  <a:pt x="424" y="91"/>
                  <a:pt x="424" y="91"/>
                  <a:pt x="424" y="91"/>
                </a:cubicBezTo>
                <a:cubicBezTo>
                  <a:pt x="403" y="91"/>
                  <a:pt x="396" y="106"/>
                  <a:pt x="396" y="120"/>
                </a:cubicBezTo>
                <a:cubicBezTo>
                  <a:pt x="396" y="134"/>
                  <a:pt x="403" y="148"/>
                  <a:pt x="424" y="148"/>
                </a:cubicBezTo>
                <a:cubicBezTo>
                  <a:pt x="537" y="148"/>
                  <a:pt x="537" y="148"/>
                  <a:pt x="537" y="148"/>
                </a:cubicBezTo>
                <a:cubicBezTo>
                  <a:pt x="551" y="148"/>
                  <a:pt x="566" y="134"/>
                  <a:pt x="566" y="120"/>
                </a:cubicBezTo>
                <a:cubicBezTo>
                  <a:pt x="566" y="106"/>
                  <a:pt x="551" y="91"/>
                  <a:pt x="537" y="91"/>
                </a:cubicBezTo>
                <a:close/>
                <a:moveTo>
                  <a:pt x="226" y="325"/>
                </a:moveTo>
                <a:lnTo>
                  <a:pt x="226" y="325"/>
                </a:lnTo>
                <a:cubicBezTo>
                  <a:pt x="467" y="311"/>
                  <a:pt x="467" y="311"/>
                  <a:pt x="467" y="311"/>
                </a:cubicBezTo>
                <a:cubicBezTo>
                  <a:pt x="488" y="268"/>
                  <a:pt x="488" y="268"/>
                  <a:pt x="488" y="268"/>
                </a:cubicBezTo>
                <a:cubicBezTo>
                  <a:pt x="516" y="268"/>
                  <a:pt x="537" y="261"/>
                  <a:pt x="559" y="247"/>
                </a:cubicBezTo>
                <a:cubicBezTo>
                  <a:pt x="516" y="346"/>
                  <a:pt x="516" y="346"/>
                  <a:pt x="516" y="346"/>
                </a:cubicBezTo>
                <a:lnTo>
                  <a:pt x="516" y="346"/>
                </a:lnTo>
                <a:cubicBezTo>
                  <a:pt x="509" y="360"/>
                  <a:pt x="502" y="367"/>
                  <a:pt x="488" y="367"/>
                </a:cubicBezTo>
                <a:lnTo>
                  <a:pt x="488" y="367"/>
                </a:lnTo>
                <a:cubicBezTo>
                  <a:pt x="248" y="381"/>
                  <a:pt x="248" y="381"/>
                  <a:pt x="248" y="381"/>
                </a:cubicBezTo>
                <a:cubicBezTo>
                  <a:pt x="262" y="424"/>
                  <a:pt x="262" y="424"/>
                  <a:pt x="262" y="424"/>
                </a:cubicBezTo>
                <a:cubicBezTo>
                  <a:pt x="523" y="424"/>
                  <a:pt x="523" y="424"/>
                  <a:pt x="523" y="424"/>
                </a:cubicBezTo>
                <a:cubicBezTo>
                  <a:pt x="559" y="424"/>
                  <a:pt x="580" y="445"/>
                  <a:pt x="580" y="480"/>
                </a:cubicBezTo>
                <a:cubicBezTo>
                  <a:pt x="580" y="509"/>
                  <a:pt x="559" y="537"/>
                  <a:pt x="523" y="537"/>
                </a:cubicBezTo>
                <a:cubicBezTo>
                  <a:pt x="495" y="537"/>
                  <a:pt x="467" y="509"/>
                  <a:pt x="467" y="480"/>
                </a:cubicBezTo>
                <a:cubicBezTo>
                  <a:pt x="205" y="480"/>
                  <a:pt x="205" y="480"/>
                  <a:pt x="205" y="480"/>
                </a:cubicBezTo>
                <a:cubicBezTo>
                  <a:pt x="205" y="509"/>
                  <a:pt x="177" y="537"/>
                  <a:pt x="149" y="537"/>
                </a:cubicBezTo>
                <a:cubicBezTo>
                  <a:pt x="120" y="537"/>
                  <a:pt x="92" y="509"/>
                  <a:pt x="92" y="480"/>
                </a:cubicBezTo>
                <a:cubicBezTo>
                  <a:pt x="92" y="445"/>
                  <a:pt x="120" y="424"/>
                  <a:pt x="149" y="424"/>
                </a:cubicBezTo>
                <a:cubicBezTo>
                  <a:pt x="198" y="424"/>
                  <a:pt x="198" y="424"/>
                  <a:pt x="198" y="424"/>
                </a:cubicBezTo>
                <a:cubicBezTo>
                  <a:pt x="92" y="113"/>
                  <a:pt x="92" y="113"/>
                  <a:pt x="92" y="113"/>
                </a:cubicBezTo>
                <a:cubicBezTo>
                  <a:pt x="29" y="113"/>
                  <a:pt x="29" y="113"/>
                  <a:pt x="29" y="113"/>
                </a:cubicBezTo>
                <a:cubicBezTo>
                  <a:pt x="7" y="113"/>
                  <a:pt x="0" y="98"/>
                  <a:pt x="0" y="84"/>
                </a:cubicBezTo>
                <a:cubicBezTo>
                  <a:pt x="0" y="63"/>
                  <a:pt x="7" y="56"/>
                  <a:pt x="29" y="56"/>
                </a:cubicBezTo>
                <a:cubicBezTo>
                  <a:pt x="113" y="56"/>
                  <a:pt x="113" y="56"/>
                  <a:pt x="113" y="56"/>
                </a:cubicBezTo>
                <a:cubicBezTo>
                  <a:pt x="120" y="56"/>
                  <a:pt x="135" y="63"/>
                  <a:pt x="135" y="70"/>
                </a:cubicBezTo>
                <a:lnTo>
                  <a:pt x="135" y="70"/>
                </a:lnTo>
                <a:cubicBezTo>
                  <a:pt x="156" y="120"/>
                  <a:pt x="156" y="120"/>
                  <a:pt x="156" y="120"/>
                </a:cubicBezTo>
                <a:cubicBezTo>
                  <a:pt x="325" y="120"/>
                  <a:pt x="325" y="120"/>
                  <a:pt x="325" y="120"/>
                </a:cubicBezTo>
                <a:cubicBezTo>
                  <a:pt x="325" y="141"/>
                  <a:pt x="332" y="162"/>
                  <a:pt x="340" y="176"/>
                </a:cubicBezTo>
                <a:cubicBezTo>
                  <a:pt x="177" y="176"/>
                  <a:pt x="177" y="176"/>
                  <a:pt x="177" y="176"/>
                </a:cubicBezTo>
                <a:lnTo>
                  <a:pt x="226" y="32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7" name="Freeform 119"/>
          <p:cNvSpPr/>
          <p:nvPr/>
        </p:nvSpPr>
        <p:spPr>
          <a:xfrm>
            <a:off x="1565280" y="2189160"/>
            <a:ext cx="219240" cy="193680"/>
          </a:xfrm>
          <a:custGeom>
            <a:avLst/>
            <a:gdLst/>
            <a:ahLst/>
            <a:rect l="l" t="t" r="r" b="b"/>
            <a:pathLst>
              <a:path w="609" h="538">
                <a:moveTo>
                  <a:pt x="481" y="240"/>
                </a:moveTo>
                <a:lnTo>
                  <a:pt x="481" y="240"/>
                </a:lnTo>
                <a:cubicBezTo>
                  <a:pt x="417" y="240"/>
                  <a:pt x="361" y="191"/>
                  <a:pt x="361" y="120"/>
                </a:cubicBezTo>
                <a:cubicBezTo>
                  <a:pt x="361" y="49"/>
                  <a:pt x="417" y="0"/>
                  <a:pt x="481" y="0"/>
                </a:cubicBezTo>
                <a:cubicBezTo>
                  <a:pt x="551" y="0"/>
                  <a:pt x="608" y="49"/>
                  <a:pt x="608" y="120"/>
                </a:cubicBezTo>
                <a:cubicBezTo>
                  <a:pt x="608" y="191"/>
                  <a:pt x="551" y="240"/>
                  <a:pt x="481" y="240"/>
                </a:cubicBezTo>
                <a:close/>
                <a:moveTo>
                  <a:pt x="537" y="91"/>
                </a:moveTo>
                <a:lnTo>
                  <a:pt x="537" y="91"/>
                </a:lnTo>
                <a:cubicBezTo>
                  <a:pt x="509" y="91"/>
                  <a:pt x="509" y="91"/>
                  <a:pt x="509" y="91"/>
                </a:cubicBezTo>
                <a:cubicBezTo>
                  <a:pt x="509" y="63"/>
                  <a:pt x="509" y="63"/>
                  <a:pt x="509" y="63"/>
                </a:cubicBezTo>
                <a:cubicBezTo>
                  <a:pt x="509" y="49"/>
                  <a:pt x="502" y="35"/>
                  <a:pt x="481" y="35"/>
                </a:cubicBezTo>
                <a:cubicBezTo>
                  <a:pt x="467" y="35"/>
                  <a:pt x="452" y="49"/>
                  <a:pt x="452" y="63"/>
                </a:cubicBezTo>
                <a:cubicBezTo>
                  <a:pt x="452" y="91"/>
                  <a:pt x="452" y="91"/>
                  <a:pt x="452" y="91"/>
                </a:cubicBezTo>
                <a:cubicBezTo>
                  <a:pt x="424" y="91"/>
                  <a:pt x="424" y="91"/>
                  <a:pt x="424" y="91"/>
                </a:cubicBezTo>
                <a:cubicBezTo>
                  <a:pt x="410" y="91"/>
                  <a:pt x="396" y="106"/>
                  <a:pt x="396" y="120"/>
                </a:cubicBezTo>
                <a:cubicBezTo>
                  <a:pt x="396" y="134"/>
                  <a:pt x="410" y="148"/>
                  <a:pt x="424" y="148"/>
                </a:cubicBezTo>
                <a:cubicBezTo>
                  <a:pt x="452" y="148"/>
                  <a:pt x="452" y="148"/>
                  <a:pt x="452" y="148"/>
                </a:cubicBezTo>
                <a:cubicBezTo>
                  <a:pt x="452" y="176"/>
                  <a:pt x="452" y="176"/>
                  <a:pt x="452" y="176"/>
                </a:cubicBezTo>
                <a:cubicBezTo>
                  <a:pt x="452" y="191"/>
                  <a:pt x="467" y="205"/>
                  <a:pt x="481" y="205"/>
                </a:cubicBezTo>
                <a:cubicBezTo>
                  <a:pt x="502" y="205"/>
                  <a:pt x="509" y="191"/>
                  <a:pt x="509" y="176"/>
                </a:cubicBezTo>
                <a:cubicBezTo>
                  <a:pt x="509" y="148"/>
                  <a:pt x="509" y="148"/>
                  <a:pt x="509" y="148"/>
                </a:cubicBezTo>
                <a:cubicBezTo>
                  <a:pt x="537" y="148"/>
                  <a:pt x="537" y="148"/>
                  <a:pt x="537" y="148"/>
                </a:cubicBezTo>
                <a:cubicBezTo>
                  <a:pt x="558" y="148"/>
                  <a:pt x="565" y="134"/>
                  <a:pt x="565" y="120"/>
                </a:cubicBezTo>
                <a:cubicBezTo>
                  <a:pt x="565" y="106"/>
                  <a:pt x="558" y="91"/>
                  <a:pt x="537" y="91"/>
                </a:cubicBezTo>
                <a:close/>
                <a:moveTo>
                  <a:pt x="233" y="325"/>
                </a:moveTo>
                <a:lnTo>
                  <a:pt x="233" y="325"/>
                </a:lnTo>
                <a:cubicBezTo>
                  <a:pt x="474" y="311"/>
                  <a:pt x="474" y="311"/>
                  <a:pt x="474" y="311"/>
                </a:cubicBezTo>
                <a:cubicBezTo>
                  <a:pt x="495" y="268"/>
                  <a:pt x="495" y="268"/>
                  <a:pt x="495" y="268"/>
                </a:cubicBezTo>
                <a:cubicBezTo>
                  <a:pt x="516" y="268"/>
                  <a:pt x="544" y="261"/>
                  <a:pt x="565" y="247"/>
                </a:cubicBezTo>
                <a:cubicBezTo>
                  <a:pt x="516" y="346"/>
                  <a:pt x="516" y="346"/>
                  <a:pt x="516" y="346"/>
                </a:cubicBezTo>
                <a:lnTo>
                  <a:pt x="516" y="346"/>
                </a:lnTo>
                <a:cubicBezTo>
                  <a:pt x="516" y="360"/>
                  <a:pt x="502" y="367"/>
                  <a:pt x="495" y="367"/>
                </a:cubicBezTo>
                <a:lnTo>
                  <a:pt x="495" y="367"/>
                </a:lnTo>
                <a:cubicBezTo>
                  <a:pt x="247" y="381"/>
                  <a:pt x="247" y="381"/>
                  <a:pt x="247" y="381"/>
                </a:cubicBezTo>
                <a:cubicBezTo>
                  <a:pt x="262" y="424"/>
                  <a:pt x="262" y="424"/>
                  <a:pt x="262" y="424"/>
                </a:cubicBezTo>
                <a:cubicBezTo>
                  <a:pt x="530" y="424"/>
                  <a:pt x="530" y="424"/>
                  <a:pt x="530" y="424"/>
                </a:cubicBezTo>
                <a:cubicBezTo>
                  <a:pt x="558" y="424"/>
                  <a:pt x="587" y="445"/>
                  <a:pt x="587" y="480"/>
                </a:cubicBezTo>
                <a:cubicBezTo>
                  <a:pt x="587" y="509"/>
                  <a:pt x="558" y="537"/>
                  <a:pt x="530" y="537"/>
                </a:cubicBezTo>
                <a:cubicBezTo>
                  <a:pt x="502" y="537"/>
                  <a:pt x="474" y="509"/>
                  <a:pt x="474" y="480"/>
                </a:cubicBezTo>
                <a:cubicBezTo>
                  <a:pt x="212" y="480"/>
                  <a:pt x="212" y="480"/>
                  <a:pt x="212" y="480"/>
                </a:cubicBezTo>
                <a:cubicBezTo>
                  <a:pt x="212" y="509"/>
                  <a:pt x="184" y="537"/>
                  <a:pt x="156" y="537"/>
                </a:cubicBezTo>
                <a:cubicBezTo>
                  <a:pt x="120" y="537"/>
                  <a:pt x="99" y="509"/>
                  <a:pt x="99" y="480"/>
                </a:cubicBezTo>
                <a:cubicBezTo>
                  <a:pt x="99" y="445"/>
                  <a:pt x="120" y="424"/>
                  <a:pt x="156" y="424"/>
                </a:cubicBezTo>
                <a:cubicBezTo>
                  <a:pt x="205" y="424"/>
                  <a:pt x="205" y="424"/>
                  <a:pt x="205" y="424"/>
                </a:cubicBezTo>
                <a:cubicBezTo>
                  <a:pt x="92" y="113"/>
                  <a:pt x="92" y="113"/>
                  <a:pt x="92" y="113"/>
                </a:cubicBezTo>
                <a:cubicBezTo>
                  <a:pt x="28" y="113"/>
                  <a:pt x="28" y="113"/>
                  <a:pt x="28" y="113"/>
                </a:cubicBezTo>
                <a:cubicBezTo>
                  <a:pt x="14" y="113"/>
                  <a:pt x="0" y="98"/>
                  <a:pt x="0" y="84"/>
                </a:cubicBezTo>
                <a:cubicBezTo>
                  <a:pt x="0" y="63"/>
                  <a:pt x="14" y="56"/>
                  <a:pt x="28" y="56"/>
                </a:cubicBezTo>
                <a:cubicBezTo>
                  <a:pt x="113" y="56"/>
                  <a:pt x="113" y="56"/>
                  <a:pt x="113" y="56"/>
                </a:cubicBezTo>
                <a:cubicBezTo>
                  <a:pt x="127" y="56"/>
                  <a:pt x="141" y="63"/>
                  <a:pt x="141" y="70"/>
                </a:cubicBezTo>
                <a:lnTo>
                  <a:pt x="141" y="70"/>
                </a:lnTo>
                <a:cubicBezTo>
                  <a:pt x="156" y="120"/>
                  <a:pt x="156" y="120"/>
                  <a:pt x="156" y="120"/>
                </a:cubicBezTo>
                <a:cubicBezTo>
                  <a:pt x="332" y="120"/>
                  <a:pt x="332" y="120"/>
                  <a:pt x="332" y="120"/>
                </a:cubicBezTo>
                <a:cubicBezTo>
                  <a:pt x="332" y="141"/>
                  <a:pt x="339" y="162"/>
                  <a:pt x="346" y="176"/>
                </a:cubicBezTo>
                <a:cubicBezTo>
                  <a:pt x="177" y="176"/>
                  <a:pt x="177" y="176"/>
                  <a:pt x="177" y="176"/>
                </a:cubicBezTo>
                <a:lnTo>
                  <a:pt x="233" y="32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8" name="Freeform 120"/>
          <p:cNvSpPr/>
          <p:nvPr/>
        </p:nvSpPr>
        <p:spPr>
          <a:xfrm>
            <a:off x="1185840" y="2208240"/>
            <a:ext cx="217440" cy="173160"/>
          </a:xfrm>
          <a:custGeom>
            <a:avLst/>
            <a:gdLst/>
            <a:ahLst/>
            <a:rect l="l" t="t" r="r" b="b"/>
            <a:pathLst>
              <a:path w="602" h="482">
                <a:moveTo>
                  <a:pt x="601" y="106"/>
                </a:moveTo>
                <a:lnTo>
                  <a:pt x="601" y="106"/>
                </a:lnTo>
                <a:lnTo>
                  <a:pt x="601" y="106"/>
                </a:lnTo>
                <a:cubicBezTo>
                  <a:pt x="516" y="290"/>
                  <a:pt x="516" y="290"/>
                  <a:pt x="516" y="290"/>
                </a:cubicBezTo>
                <a:lnTo>
                  <a:pt x="516" y="290"/>
                </a:lnTo>
                <a:cubicBezTo>
                  <a:pt x="509" y="304"/>
                  <a:pt x="502" y="311"/>
                  <a:pt x="495" y="311"/>
                </a:cubicBezTo>
                <a:lnTo>
                  <a:pt x="495" y="311"/>
                </a:lnTo>
                <a:cubicBezTo>
                  <a:pt x="247" y="325"/>
                  <a:pt x="247" y="325"/>
                  <a:pt x="247" y="325"/>
                </a:cubicBezTo>
                <a:cubicBezTo>
                  <a:pt x="261" y="368"/>
                  <a:pt x="261" y="368"/>
                  <a:pt x="261" y="368"/>
                </a:cubicBezTo>
                <a:cubicBezTo>
                  <a:pt x="530" y="368"/>
                  <a:pt x="530" y="368"/>
                  <a:pt x="530" y="368"/>
                </a:cubicBezTo>
                <a:cubicBezTo>
                  <a:pt x="558" y="368"/>
                  <a:pt x="587" y="389"/>
                  <a:pt x="587" y="424"/>
                </a:cubicBezTo>
                <a:cubicBezTo>
                  <a:pt x="587" y="453"/>
                  <a:pt x="558" y="481"/>
                  <a:pt x="530" y="481"/>
                </a:cubicBezTo>
                <a:cubicBezTo>
                  <a:pt x="495" y="481"/>
                  <a:pt x="474" y="453"/>
                  <a:pt x="474" y="424"/>
                </a:cubicBezTo>
                <a:cubicBezTo>
                  <a:pt x="205" y="424"/>
                  <a:pt x="205" y="424"/>
                  <a:pt x="205" y="424"/>
                </a:cubicBezTo>
                <a:cubicBezTo>
                  <a:pt x="205" y="453"/>
                  <a:pt x="184" y="481"/>
                  <a:pt x="148" y="481"/>
                </a:cubicBezTo>
                <a:cubicBezTo>
                  <a:pt x="120" y="481"/>
                  <a:pt x="92" y="453"/>
                  <a:pt x="92" y="424"/>
                </a:cubicBezTo>
                <a:cubicBezTo>
                  <a:pt x="92" y="389"/>
                  <a:pt x="120" y="368"/>
                  <a:pt x="148" y="368"/>
                </a:cubicBezTo>
                <a:cubicBezTo>
                  <a:pt x="205" y="368"/>
                  <a:pt x="205" y="368"/>
                  <a:pt x="205" y="368"/>
                </a:cubicBezTo>
                <a:cubicBezTo>
                  <a:pt x="92" y="57"/>
                  <a:pt x="92" y="57"/>
                  <a:pt x="92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4" y="57"/>
                  <a:pt x="0" y="42"/>
                  <a:pt x="0" y="28"/>
                </a:cubicBezTo>
                <a:cubicBezTo>
                  <a:pt x="0" y="7"/>
                  <a:pt x="14" y="0"/>
                  <a:pt x="28" y="0"/>
                </a:cubicBezTo>
                <a:cubicBezTo>
                  <a:pt x="113" y="0"/>
                  <a:pt x="113" y="0"/>
                  <a:pt x="113" y="0"/>
                </a:cubicBezTo>
                <a:cubicBezTo>
                  <a:pt x="127" y="0"/>
                  <a:pt x="134" y="7"/>
                  <a:pt x="141" y="14"/>
                </a:cubicBezTo>
                <a:lnTo>
                  <a:pt x="141" y="14"/>
                </a:lnTo>
                <a:cubicBezTo>
                  <a:pt x="156" y="64"/>
                  <a:pt x="156" y="64"/>
                  <a:pt x="156" y="64"/>
                </a:cubicBezTo>
                <a:cubicBezTo>
                  <a:pt x="572" y="64"/>
                  <a:pt x="572" y="64"/>
                  <a:pt x="572" y="64"/>
                </a:cubicBezTo>
                <a:cubicBezTo>
                  <a:pt x="594" y="64"/>
                  <a:pt x="601" y="78"/>
                  <a:pt x="601" y="92"/>
                </a:cubicBezTo>
                <a:cubicBezTo>
                  <a:pt x="601" y="99"/>
                  <a:pt x="601" y="99"/>
                  <a:pt x="601" y="106"/>
                </a:cubicBezTo>
                <a:close/>
                <a:moveTo>
                  <a:pt x="177" y="120"/>
                </a:moveTo>
                <a:lnTo>
                  <a:pt x="177" y="120"/>
                </a:lnTo>
                <a:cubicBezTo>
                  <a:pt x="226" y="269"/>
                  <a:pt x="226" y="269"/>
                  <a:pt x="226" y="269"/>
                </a:cubicBezTo>
                <a:cubicBezTo>
                  <a:pt x="474" y="255"/>
                  <a:pt x="474" y="255"/>
                  <a:pt x="474" y="255"/>
                </a:cubicBezTo>
                <a:cubicBezTo>
                  <a:pt x="530" y="120"/>
                  <a:pt x="530" y="120"/>
                  <a:pt x="530" y="120"/>
                </a:cubicBezTo>
                <a:lnTo>
                  <a:pt x="177" y="12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9" name="Freeform 121"/>
          <p:cNvSpPr/>
          <p:nvPr/>
        </p:nvSpPr>
        <p:spPr>
          <a:xfrm>
            <a:off x="5365800" y="1824120"/>
            <a:ext cx="217440" cy="176040"/>
          </a:xfrm>
          <a:custGeom>
            <a:avLst/>
            <a:gdLst/>
            <a:ahLst/>
            <a:rect l="l" t="t" r="r" b="b"/>
            <a:pathLst>
              <a:path w="602" h="488">
                <a:moveTo>
                  <a:pt x="573" y="487"/>
                </a:moveTo>
                <a:lnTo>
                  <a:pt x="573" y="487"/>
                </a:lnTo>
                <a:cubicBezTo>
                  <a:pt x="28" y="487"/>
                  <a:pt x="28" y="487"/>
                  <a:pt x="28" y="487"/>
                </a:cubicBezTo>
                <a:cubicBezTo>
                  <a:pt x="7" y="487"/>
                  <a:pt x="0" y="480"/>
                  <a:pt x="0" y="459"/>
                </a:cubicBezTo>
                <a:cubicBezTo>
                  <a:pt x="0" y="85"/>
                  <a:pt x="0" y="85"/>
                  <a:pt x="0" y="85"/>
                </a:cubicBezTo>
                <a:cubicBezTo>
                  <a:pt x="0" y="71"/>
                  <a:pt x="7" y="56"/>
                  <a:pt x="28" y="56"/>
                </a:cubicBezTo>
                <a:cubicBezTo>
                  <a:pt x="148" y="56"/>
                  <a:pt x="148" y="56"/>
                  <a:pt x="148" y="56"/>
                </a:cubicBezTo>
                <a:cubicBezTo>
                  <a:pt x="191" y="14"/>
                  <a:pt x="191" y="14"/>
                  <a:pt x="191" y="14"/>
                </a:cubicBezTo>
                <a:cubicBezTo>
                  <a:pt x="198" y="7"/>
                  <a:pt x="205" y="0"/>
                  <a:pt x="212" y="0"/>
                </a:cubicBezTo>
                <a:cubicBezTo>
                  <a:pt x="382" y="0"/>
                  <a:pt x="382" y="0"/>
                  <a:pt x="382" y="0"/>
                </a:cubicBezTo>
                <a:cubicBezTo>
                  <a:pt x="389" y="0"/>
                  <a:pt x="396" y="0"/>
                  <a:pt x="403" y="7"/>
                </a:cubicBezTo>
                <a:lnTo>
                  <a:pt x="403" y="7"/>
                </a:lnTo>
                <a:cubicBezTo>
                  <a:pt x="452" y="56"/>
                  <a:pt x="452" y="56"/>
                  <a:pt x="452" y="56"/>
                </a:cubicBezTo>
                <a:cubicBezTo>
                  <a:pt x="573" y="56"/>
                  <a:pt x="573" y="56"/>
                  <a:pt x="573" y="56"/>
                </a:cubicBezTo>
                <a:cubicBezTo>
                  <a:pt x="587" y="56"/>
                  <a:pt x="601" y="71"/>
                  <a:pt x="601" y="85"/>
                </a:cubicBezTo>
                <a:cubicBezTo>
                  <a:pt x="601" y="459"/>
                  <a:pt x="601" y="459"/>
                  <a:pt x="601" y="459"/>
                </a:cubicBezTo>
                <a:cubicBezTo>
                  <a:pt x="601" y="480"/>
                  <a:pt x="587" y="487"/>
                  <a:pt x="573" y="487"/>
                </a:cubicBezTo>
                <a:close/>
                <a:moveTo>
                  <a:pt x="297" y="92"/>
                </a:moveTo>
                <a:lnTo>
                  <a:pt x="297" y="92"/>
                </a:lnTo>
                <a:cubicBezTo>
                  <a:pt x="205" y="92"/>
                  <a:pt x="127" y="169"/>
                  <a:pt x="127" y="261"/>
                </a:cubicBezTo>
                <a:cubicBezTo>
                  <a:pt x="127" y="360"/>
                  <a:pt x="205" y="431"/>
                  <a:pt x="297" y="431"/>
                </a:cubicBezTo>
                <a:cubicBezTo>
                  <a:pt x="396" y="431"/>
                  <a:pt x="466" y="360"/>
                  <a:pt x="466" y="261"/>
                </a:cubicBezTo>
                <a:cubicBezTo>
                  <a:pt x="466" y="169"/>
                  <a:pt x="396" y="92"/>
                  <a:pt x="297" y="92"/>
                </a:cubicBezTo>
                <a:close/>
                <a:moveTo>
                  <a:pt x="297" y="374"/>
                </a:moveTo>
                <a:lnTo>
                  <a:pt x="297" y="374"/>
                </a:lnTo>
                <a:cubicBezTo>
                  <a:pt x="233" y="374"/>
                  <a:pt x="184" y="325"/>
                  <a:pt x="184" y="261"/>
                </a:cubicBezTo>
                <a:cubicBezTo>
                  <a:pt x="184" y="198"/>
                  <a:pt x="233" y="148"/>
                  <a:pt x="297" y="148"/>
                </a:cubicBezTo>
                <a:cubicBezTo>
                  <a:pt x="361" y="148"/>
                  <a:pt x="410" y="198"/>
                  <a:pt x="410" y="261"/>
                </a:cubicBezTo>
                <a:cubicBezTo>
                  <a:pt x="410" y="325"/>
                  <a:pt x="361" y="374"/>
                  <a:pt x="297" y="37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0" name="Freeform 122"/>
          <p:cNvSpPr/>
          <p:nvPr/>
        </p:nvSpPr>
        <p:spPr>
          <a:xfrm>
            <a:off x="4983120" y="1803240"/>
            <a:ext cx="211320" cy="217800"/>
          </a:xfrm>
          <a:custGeom>
            <a:avLst/>
            <a:gdLst/>
            <a:ahLst/>
            <a:rect l="l" t="t" r="r" b="b"/>
            <a:pathLst>
              <a:path w="588" h="602">
                <a:moveTo>
                  <a:pt x="587" y="460"/>
                </a:moveTo>
                <a:lnTo>
                  <a:pt x="587" y="460"/>
                </a:lnTo>
                <a:cubicBezTo>
                  <a:pt x="587" y="495"/>
                  <a:pt x="537" y="516"/>
                  <a:pt x="480" y="516"/>
                </a:cubicBezTo>
                <a:cubicBezTo>
                  <a:pt x="424" y="516"/>
                  <a:pt x="382" y="495"/>
                  <a:pt x="382" y="460"/>
                </a:cubicBezTo>
                <a:cubicBezTo>
                  <a:pt x="382" y="431"/>
                  <a:pt x="424" y="403"/>
                  <a:pt x="480" y="403"/>
                </a:cubicBezTo>
                <a:cubicBezTo>
                  <a:pt x="502" y="403"/>
                  <a:pt x="516" y="410"/>
                  <a:pt x="530" y="410"/>
                </a:cubicBezTo>
                <a:cubicBezTo>
                  <a:pt x="530" y="361"/>
                  <a:pt x="530" y="361"/>
                  <a:pt x="530" y="361"/>
                </a:cubicBezTo>
                <a:cubicBezTo>
                  <a:pt x="530" y="177"/>
                  <a:pt x="530" y="177"/>
                  <a:pt x="530" y="177"/>
                </a:cubicBezTo>
                <a:cubicBezTo>
                  <a:pt x="212" y="248"/>
                  <a:pt x="212" y="248"/>
                  <a:pt x="212" y="248"/>
                </a:cubicBezTo>
                <a:cubicBezTo>
                  <a:pt x="212" y="544"/>
                  <a:pt x="212" y="544"/>
                  <a:pt x="212" y="544"/>
                </a:cubicBezTo>
                <a:cubicBezTo>
                  <a:pt x="212" y="580"/>
                  <a:pt x="162" y="601"/>
                  <a:pt x="106" y="601"/>
                </a:cubicBezTo>
                <a:cubicBezTo>
                  <a:pt x="49" y="601"/>
                  <a:pt x="0" y="580"/>
                  <a:pt x="0" y="544"/>
                </a:cubicBezTo>
                <a:cubicBezTo>
                  <a:pt x="0" y="516"/>
                  <a:pt x="49" y="488"/>
                  <a:pt x="106" y="488"/>
                </a:cubicBezTo>
                <a:cubicBezTo>
                  <a:pt x="120" y="488"/>
                  <a:pt x="141" y="495"/>
                  <a:pt x="155" y="495"/>
                </a:cubicBezTo>
                <a:cubicBezTo>
                  <a:pt x="155" y="453"/>
                  <a:pt x="155" y="453"/>
                  <a:pt x="155" y="45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55" y="92"/>
                  <a:pt x="184" y="85"/>
                  <a:pt x="184" y="85"/>
                </a:cubicBezTo>
                <a:cubicBezTo>
                  <a:pt x="558" y="0"/>
                  <a:pt x="558" y="0"/>
                  <a:pt x="558" y="0"/>
                </a:cubicBezTo>
                <a:cubicBezTo>
                  <a:pt x="572" y="0"/>
                  <a:pt x="587" y="15"/>
                  <a:pt x="587" y="29"/>
                </a:cubicBezTo>
                <a:cubicBezTo>
                  <a:pt x="587" y="431"/>
                  <a:pt x="587" y="431"/>
                  <a:pt x="587" y="431"/>
                </a:cubicBezTo>
                <a:cubicBezTo>
                  <a:pt x="587" y="453"/>
                  <a:pt x="587" y="453"/>
                  <a:pt x="587" y="453"/>
                </a:cubicBezTo>
                <a:cubicBezTo>
                  <a:pt x="587" y="460"/>
                  <a:pt x="587" y="460"/>
                  <a:pt x="587" y="46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1" name="Freeform 123"/>
          <p:cNvSpPr/>
          <p:nvPr/>
        </p:nvSpPr>
        <p:spPr>
          <a:xfrm>
            <a:off x="4643280" y="1865160"/>
            <a:ext cx="142920" cy="130320"/>
          </a:xfrm>
          <a:custGeom>
            <a:avLst/>
            <a:gdLst/>
            <a:ahLst/>
            <a:rect l="l" t="t" r="r" b="b"/>
            <a:pathLst>
              <a:path w="397" h="361">
                <a:moveTo>
                  <a:pt x="367" y="360"/>
                </a:moveTo>
                <a:lnTo>
                  <a:pt x="367" y="360"/>
                </a:lnTo>
                <a:cubicBezTo>
                  <a:pt x="346" y="360"/>
                  <a:pt x="339" y="346"/>
                  <a:pt x="339" y="332"/>
                </a:cubicBezTo>
                <a:cubicBezTo>
                  <a:pt x="339" y="28"/>
                  <a:pt x="339" y="28"/>
                  <a:pt x="339" y="28"/>
                </a:cubicBezTo>
                <a:cubicBezTo>
                  <a:pt x="339" y="14"/>
                  <a:pt x="346" y="0"/>
                  <a:pt x="367" y="0"/>
                </a:cubicBezTo>
                <a:cubicBezTo>
                  <a:pt x="381" y="0"/>
                  <a:pt x="396" y="14"/>
                  <a:pt x="396" y="28"/>
                </a:cubicBezTo>
                <a:cubicBezTo>
                  <a:pt x="396" y="332"/>
                  <a:pt x="396" y="332"/>
                  <a:pt x="396" y="332"/>
                </a:cubicBezTo>
                <a:cubicBezTo>
                  <a:pt x="396" y="346"/>
                  <a:pt x="381" y="360"/>
                  <a:pt x="367" y="360"/>
                </a:cubicBezTo>
                <a:close/>
                <a:moveTo>
                  <a:pt x="254" y="360"/>
                </a:moveTo>
                <a:lnTo>
                  <a:pt x="254" y="360"/>
                </a:lnTo>
                <a:cubicBezTo>
                  <a:pt x="233" y="360"/>
                  <a:pt x="226" y="346"/>
                  <a:pt x="226" y="332"/>
                </a:cubicBezTo>
                <a:cubicBezTo>
                  <a:pt x="226" y="106"/>
                  <a:pt x="226" y="106"/>
                  <a:pt x="226" y="106"/>
                </a:cubicBezTo>
                <a:cubicBezTo>
                  <a:pt x="226" y="85"/>
                  <a:pt x="233" y="78"/>
                  <a:pt x="254" y="78"/>
                </a:cubicBezTo>
                <a:cubicBezTo>
                  <a:pt x="268" y="78"/>
                  <a:pt x="283" y="85"/>
                  <a:pt x="283" y="106"/>
                </a:cubicBezTo>
                <a:cubicBezTo>
                  <a:pt x="283" y="332"/>
                  <a:pt x="283" y="332"/>
                  <a:pt x="283" y="332"/>
                </a:cubicBezTo>
                <a:cubicBezTo>
                  <a:pt x="283" y="346"/>
                  <a:pt x="268" y="360"/>
                  <a:pt x="254" y="360"/>
                </a:cubicBezTo>
                <a:close/>
                <a:moveTo>
                  <a:pt x="141" y="360"/>
                </a:moveTo>
                <a:lnTo>
                  <a:pt x="141" y="360"/>
                </a:lnTo>
                <a:cubicBezTo>
                  <a:pt x="120" y="360"/>
                  <a:pt x="113" y="346"/>
                  <a:pt x="113" y="332"/>
                </a:cubicBezTo>
                <a:cubicBezTo>
                  <a:pt x="113" y="177"/>
                  <a:pt x="113" y="177"/>
                  <a:pt x="113" y="177"/>
                </a:cubicBezTo>
                <a:cubicBezTo>
                  <a:pt x="113" y="163"/>
                  <a:pt x="120" y="148"/>
                  <a:pt x="141" y="148"/>
                </a:cubicBezTo>
                <a:cubicBezTo>
                  <a:pt x="155" y="148"/>
                  <a:pt x="170" y="163"/>
                  <a:pt x="170" y="177"/>
                </a:cubicBezTo>
                <a:cubicBezTo>
                  <a:pt x="170" y="332"/>
                  <a:pt x="170" y="332"/>
                  <a:pt x="170" y="332"/>
                </a:cubicBezTo>
                <a:cubicBezTo>
                  <a:pt x="170" y="346"/>
                  <a:pt x="155" y="360"/>
                  <a:pt x="141" y="360"/>
                </a:cubicBezTo>
                <a:close/>
                <a:moveTo>
                  <a:pt x="28" y="360"/>
                </a:moveTo>
                <a:lnTo>
                  <a:pt x="28" y="360"/>
                </a:lnTo>
                <a:cubicBezTo>
                  <a:pt x="7" y="360"/>
                  <a:pt x="0" y="346"/>
                  <a:pt x="0" y="332"/>
                </a:cubicBezTo>
                <a:cubicBezTo>
                  <a:pt x="0" y="254"/>
                  <a:pt x="0" y="254"/>
                  <a:pt x="0" y="254"/>
                </a:cubicBezTo>
                <a:cubicBezTo>
                  <a:pt x="0" y="240"/>
                  <a:pt x="7" y="226"/>
                  <a:pt x="28" y="226"/>
                </a:cubicBezTo>
                <a:cubicBezTo>
                  <a:pt x="42" y="226"/>
                  <a:pt x="56" y="240"/>
                  <a:pt x="56" y="254"/>
                </a:cubicBezTo>
                <a:cubicBezTo>
                  <a:pt x="56" y="332"/>
                  <a:pt x="56" y="332"/>
                  <a:pt x="56" y="332"/>
                </a:cubicBezTo>
                <a:cubicBezTo>
                  <a:pt x="56" y="346"/>
                  <a:pt x="42" y="360"/>
                  <a:pt x="28" y="36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2" name="Freeform 124"/>
          <p:cNvSpPr/>
          <p:nvPr/>
        </p:nvSpPr>
        <p:spPr>
          <a:xfrm>
            <a:off x="4226040" y="1832040"/>
            <a:ext cx="215640" cy="163440"/>
          </a:xfrm>
          <a:custGeom>
            <a:avLst/>
            <a:gdLst/>
            <a:ahLst/>
            <a:rect l="l" t="t" r="r" b="b"/>
            <a:pathLst>
              <a:path w="601" h="453">
                <a:moveTo>
                  <a:pt x="593" y="248"/>
                </a:moveTo>
                <a:lnTo>
                  <a:pt x="593" y="248"/>
                </a:lnTo>
                <a:lnTo>
                  <a:pt x="593" y="248"/>
                </a:lnTo>
                <a:cubicBezTo>
                  <a:pt x="480" y="361"/>
                  <a:pt x="480" y="361"/>
                  <a:pt x="480" y="361"/>
                </a:cubicBezTo>
                <a:lnTo>
                  <a:pt x="480" y="361"/>
                </a:lnTo>
                <a:cubicBezTo>
                  <a:pt x="473" y="361"/>
                  <a:pt x="466" y="368"/>
                  <a:pt x="459" y="368"/>
                </a:cubicBezTo>
                <a:cubicBezTo>
                  <a:pt x="445" y="368"/>
                  <a:pt x="431" y="353"/>
                  <a:pt x="431" y="339"/>
                </a:cubicBezTo>
                <a:cubicBezTo>
                  <a:pt x="431" y="332"/>
                  <a:pt x="431" y="325"/>
                  <a:pt x="438" y="318"/>
                </a:cubicBezTo>
                <a:lnTo>
                  <a:pt x="438" y="318"/>
                </a:lnTo>
                <a:cubicBezTo>
                  <a:pt x="530" y="226"/>
                  <a:pt x="530" y="226"/>
                  <a:pt x="530" y="226"/>
                </a:cubicBezTo>
                <a:cubicBezTo>
                  <a:pt x="438" y="134"/>
                  <a:pt x="438" y="134"/>
                  <a:pt x="438" y="134"/>
                </a:cubicBezTo>
                <a:lnTo>
                  <a:pt x="438" y="134"/>
                </a:lnTo>
                <a:cubicBezTo>
                  <a:pt x="431" y="127"/>
                  <a:pt x="431" y="120"/>
                  <a:pt x="431" y="113"/>
                </a:cubicBezTo>
                <a:cubicBezTo>
                  <a:pt x="431" y="92"/>
                  <a:pt x="445" y="85"/>
                  <a:pt x="459" y="85"/>
                </a:cubicBezTo>
                <a:cubicBezTo>
                  <a:pt x="466" y="85"/>
                  <a:pt x="473" y="85"/>
                  <a:pt x="480" y="92"/>
                </a:cubicBezTo>
                <a:lnTo>
                  <a:pt x="480" y="92"/>
                </a:lnTo>
                <a:cubicBezTo>
                  <a:pt x="593" y="205"/>
                  <a:pt x="593" y="205"/>
                  <a:pt x="593" y="205"/>
                </a:cubicBezTo>
                <a:cubicBezTo>
                  <a:pt x="593" y="205"/>
                  <a:pt x="600" y="212"/>
                  <a:pt x="600" y="226"/>
                </a:cubicBezTo>
                <a:cubicBezTo>
                  <a:pt x="600" y="233"/>
                  <a:pt x="600" y="240"/>
                  <a:pt x="593" y="248"/>
                </a:cubicBezTo>
                <a:close/>
                <a:moveTo>
                  <a:pt x="247" y="431"/>
                </a:moveTo>
                <a:lnTo>
                  <a:pt x="247" y="431"/>
                </a:lnTo>
                <a:cubicBezTo>
                  <a:pt x="247" y="445"/>
                  <a:pt x="233" y="452"/>
                  <a:pt x="226" y="452"/>
                </a:cubicBezTo>
                <a:cubicBezTo>
                  <a:pt x="205" y="452"/>
                  <a:pt x="198" y="438"/>
                  <a:pt x="198" y="424"/>
                </a:cubicBezTo>
                <a:cubicBezTo>
                  <a:pt x="198" y="417"/>
                  <a:pt x="198" y="417"/>
                  <a:pt x="198" y="410"/>
                </a:cubicBezTo>
                <a:cubicBezTo>
                  <a:pt x="346" y="14"/>
                  <a:pt x="346" y="14"/>
                  <a:pt x="346" y="14"/>
                </a:cubicBezTo>
                <a:cubicBezTo>
                  <a:pt x="353" y="7"/>
                  <a:pt x="360" y="0"/>
                  <a:pt x="374" y="0"/>
                </a:cubicBezTo>
                <a:cubicBezTo>
                  <a:pt x="389" y="0"/>
                  <a:pt x="403" y="7"/>
                  <a:pt x="403" y="28"/>
                </a:cubicBezTo>
                <a:lnTo>
                  <a:pt x="403" y="35"/>
                </a:lnTo>
                <a:lnTo>
                  <a:pt x="247" y="431"/>
                </a:lnTo>
                <a:close/>
                <a:moveTo>
                  <a:pt x="155" y="134"/>
                </a:moveTo>
                <a:lnTo>
                  <a:pt x="155" y="134"/>
                </a:lnTo>
                <a:cubicBezTo>
                  <a:pt x="63" y="226"/>
                  <a:pt x="63" y="226"/>
                  <a:pt x="63" y="226"/>
                </a:cubicBezTo>
                <a:cubicBezTo>
                  <a:pt x="162" y="318"/>
                  <a:pt x="162" y="318"/>
                  <a:pt x="162" y="318"/>
                </a:cubicBezTo>
                <a:lnTo>
                  <a:pt x="162" y="318"/>
                </a:lnTo>
                <a:cubicBezTo>
                  <a:pt x="162" y="325"/>
                  <a:pt x="169" y="332"/>
                  <a:pt x="169" y="339"/>
                </a:cubicBezTo>
                <a:cubicBezTo>
                  <a:pt x="169" y="353"/>
                  <a:pt x="155" y="368"/>
                  <a:pt x="141" y="368"/>
                </a:cubicBezTo>
                <a:cubicBezTo>
                  <a:pt x="134" y="368"/>
                  <a:pt x="127" y="361"/>
                  <a:pt x="120" y="361"/>
                </a:cubicBezTo>
                <a:lnTo>
                  <a:pt x="120" y="361"/>
                </a:lnTo>
                <a:cubicBezTo>
                  <a:pt x="7" y="248"/>
                  <a:pt x="7" y="248"/>
                  <a:pt x="7" y="248"/>
                </a:cubicBezTo>
                <a:lnTo>
                  <a:pt x="7" y="248"/>
                </a:lnTo>
                <a:cubicBezTo>
                  <a:pt x="0" y="240"/>
                  <a:pt x="0" y="233"/>
                  <a:pt x="0" y="226"/>
                </a:cubicBezTo>
                <a:cubicBezTo>
                  <a:pt x="0" y="212"/>
                  <a:pt x="0" y="205"/>
                  <a:pt x="7" y="205"/>
                </a:cubicBezTo>
                <a:cubicBezTo>
                  <a:pt x="120" y="92"/>
                  <a:pt x="120" y="92"/>
                  <a:pt x="120" y="92"/>
                </a:cubicBezTo>
                <a:lnTo>
                  <a:pt x="120" y="92"/>
                </a:lnTo>
                <a:cubicBezTo>
                  <a:pt x="127" y="85"/>
                  <a:pt x="134" y="85"/>
                  <a:pt x="141" y="85"/>
                </a:cubicBezTo>
                <a:cubicBezTo>
                  <a:pt x="155" y="85"/>
                  <a:pt x="169" y="92"/>
                  <a:pt x="169" y="113"/>
                </a:cubicBezTo>
                <a:cubicBezTo>
                  <a:pt x="169" y="120"/>
                  <a:pt x="162" y="127"/>
                  <a:pt x="155" y="13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3" name="Freeform 125"/>
          <p:cNvSpPr/>
          <p:nvPr/>
        </p:nvSpPr>
        <p:spPr>
          <a:xfrm>
            <a:off x="3846600" y="1806480"/>
            <a:ext cx="210960" cy="211320"/>
          </a:xfrm>
          <a:custGeom>
            <a:avLst/>
            <a:gdLst/>
            <a:ahLst/>
            <a:rect l="l" t="t" r="r" b="b"/>
            <a:pathLst>
              <a:path w="587" h="588">
                <a:moveTo>
                  <a:pt x="544" y="205"/>
                </a:moveTo>
                <a:lnTo>
                  <a:pt x="544" y="205"/>
                </a:lnTo>
                <a:cubicBezTo>
                  <a:pt x="466" y="283"/>
                  <a:pt x="466" y="283"/>
                  <a:pt x="466" y="283"/>
                </a:cubicBezTo>
                <a:cubicBezTo>
                  <a:pt x="438" y="311"/>
                  <a:pt x="396" y="319"/>
                  <a:pt x="360" y="311"/>
                </a:cubicBezTo>
                <a:cubicBezTo>
                  <a:pt x="424" y="241"/>
                  <a:pt x="424" y="241"/>
                  <a:pt x="424" y="241"/>
                </a:cubicBezTo>
                <a:cubicBezTo>
                  <a:pt x="424" y="241"/>
                  <a:pt x="424" y="241"/>
                  <a:pt x="431" y="241"/>
                </a:cubicBezTo>
                <a:cubicBezTo>
                  <a:pt x="509" y="163"/>
                  <a:pt x="509" y="163"/>
                  <a:pt x="509" y="163"/>
                </a:cubicBezTo>
                <a:cubicBezTo>
                  <a:pt x="530" y="142"/>
                  <a:pt x="530" y="106"/>
                  <a:pt x="509" y="85"/>
                </a:cubicBezTo>
                <a:cubicBezTo>
                  <a:pt x="487" y="64"/>
                  <a:pt x="452" y="64"/>
                  <a:pt x="431" y="85"/>
                </a:cubicBezTo>
                <a:cubicBezTo>
                  <a:pt x="346" y="163"/>
                  <a:pt x="346" y="163"/>
                  <a:pt x="346" y="163"/>
                </a:cubicBezTo>
                <a:lnTo>
                  <a:pt x="346" y="163"/>
                </a:lnTo>
                <a:lnTo>
                  <a:pt x="346" y="163"/>
                </a:lnTo>
                <a:cubicBezTo>
                  <a:pt x="283" y="234"/>
                  <a:pt x="283" y="234"/>
                  <a:pt x="283" y="234"/>
                </a:cubicBezTo>
                <a:cubicBezTo>
                  <a:pt x="268" y="191"/>
                  <a:pt x="283" y="149"/>
                  <a:pt x="311" y="121"/>
                </a:cubicBezTo>
                <a:cubicBezTo>
                  <a:pt x="388" y="43"/>
                  <a:pt x="388" y="43"/>
                  <a:pt x="388" y="43"/>
                </a:cubicBezTo>
                <a:cubicBezTo>
                  <a:pt x="431" y="0"/>
                  <a:pt x="501" y="0"/>
                  <a:pt x="544" y="43"/>
                </a:cubicBezTo>
                <a:cubicBezTo>
                  <a:pt x="586" y="85"/>
                  <a:pt x="586" y="156"/>
                  <a:pt x="544" y="205"/>
                </a:cubicBezTo>
                <a:close/>
                <a:moveTo>
                  <a:pt x="226" y="410"/>
                </a:moveTo>
                <a:lnTo>
                  <a:pt x="226" y="410"/>
                </a:lnTo>
                <a:lnTo>
                  <a:pt x="226" y="410"/>
                </a:lnTo>
                <a:cubicBezTo>
                  <a:pt x="219" y="417"/>
                  <a:pt x="212" y="417"/>
                  <a:pt x="205" y="417"/>
                </a:cubicBezTo>
                <a:cubicBezTo>
                  <a:pt x="183" y="417"/>
                  <a:pt x="176" y="403"/>
                  <a:pt x="176" y="389"/>
                </a:cubicBezTo>
                <a:cubicBezTo>
                  <a:pt x="176" y="382"/>
                  <a:pt x="176" y="375"/>
                  <a:pt x="183" y="368"/>
                </a:cubicBezTo>
                <a:cubicBezTo>
                  <a:pt x="367" y="184"/>
                  <a:pt x="367" y="184"/>
                  <a:pt x="367" y="184"/>
                </a:cubicBezTo>
                <a:cubicBezTo>
                  <a:pt x="374" y="177"/>
                  <a:pt x="381" y="170"/>
                  <a:pt x="388" y="170"/>
                </a:cubicBezTo>
                <a:cubicBezTo>
                  <a:pt x="410" y="170"/>
                  <a:pt x="417" y="184"/>
                  <a:pt x="417" y="198"/>
                </a:cubicBezTo>
                <a:cubicBezTo>
                  <a:pt x="417" y="205"/>
                  <a:pt x="417" y="212"/>
                  <a:pt x="410" y="219"/>
                </a:cubicBezTo>
                <a:lnTo>
                  <a:pt x="410" y="219"/>
                </a:lnTo>
                <a:lnTo>
                  <a:pt x="226" y="410"/>
                </a:lnTo>
                <a:close/>
                <a:moveTo>
                  <a:pt x="162" y="347"/>
                </a:moveTo>
                <a:lnTo>
                  <a:pt x="162" y="347"/>
                </a:lnTo>
                <a:cubicBezTo>
                  <a:pt x="85" y="424"/>
                  <a:pt x="85" y="424"/>
                  <a:pt x="85" y="424"/>
                </a:cubicBezTo>
                <a:cubicBezTo>
                  <a:pt x="63" y="446"/>
                  <a:pt x="63" y="481"/>
                  <a:pt x="85" y="502"/>
                </a:cubicBezTo>
                <a:cubicBezTo>
                  <a:pt x="106" y="530"/>
                  <a:pt x="141" y="530"/>
                  <a:pt x="162" y="502"/>
                </a:cubicBezTo>
                <a:cubicBezTo>
                  <a:pt x="240" y="424"/>
                  <a:pt x="240" y="424"/>
                  <a:pt x="240" y="424"/>
                </a:cubicBezTo>
                <a:lnTo>
                  <a:pt x="247" y="424"/>
                </a:lnTo>
                <a:cubicBezTo>
                  <a:pt x="311" y="361"/>
                  <a:pt x="311" y="361"/>
                  <a:pt x="311" y="361"/>
                </a:cubicBezTo>
                <a:cubicBezTo>
                  <a:pt x="318" y="396"/>
                  <a:pt x="311" y="439"/>
                  <a:pt x="283" y="467"/>
                </a:cubicBezTo>
                <a:cubicBezTo>
                  <a:pt x="205" y="545"/>
                  <a:pt x="205" y="545"/>
                  <a:pt x="205" y="545"/>
                </a:cubicBezTo>
                <a:cubicBezTo>
                  <a:pt x="162" y="587"/>
                  <a:pt x="92" y="587"/>
                  <a:pt x="49" y="545"/>
                </a:cubicBezTo>
                <a:cubicBezTo>
                  <a:pt x="0" y="502"/>
                  <a:pt x="0" y="432"/>
                  <a:pt x="49" y="389"/>
                </a:cubicBezTo>
                <a:cubicBezTo>
                  <a:pt x="127" y="311"/>
                  <a:pt x="127" y="311"/>
                  <a:pt x="127" y="311"/>
                </a:cubicBezTo>
                <a:cubicBezTo>
                  <a:pt x="155" y="276"/>
                  <a:pt x="198" y="269"/>
                  <a:pt x="233" y="276"/>
                </a:cubicBezTo>
                <a:cubicBezTo>
                  <a:pt x="162" y="347"/>
                  <a:pt x="162" y="347"/>
                  <a:pt x="162" y="34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4" name="Freeform 126"/>
          <p:cNvSpPr/>
          <p:nvPr/>
        </p:nvSpPr>
        <p:spPr>
          <a:xfrm>
            <a:off x="3492360" y="1814400"/>
            <a:ext cx="163800" cy="196920"/>
          </a:xfrm>
          <a:custGeom>
            <a:avLst/>
            <a:gdLst/>
            <a:ahLst/>
            <a:rect l="l" t="t" r="r" b="b"/>
            <a:pathLst>
              <a:path w="454" h="545">
                <a:moveTo>
                  <a:pt x="0" y="84"/>
                </a:moveTo>
                <a:lnTo>
                  <a:pt x="0" y="84"/>
                </a:lnTo>
                <a:cubicBezTo>
                  <a:pt x="0" y="70"/>
                  <a:pt x="7" y="56"/>
                  <a:pt x="29" y="56"/>
                </a:cubicBezTo>
                <a:cubicBezTo>
                  <a:pt x="170" y="56"/>
                  <a:pt x="170" y="56"/>
                  <a:pt x="170" y="56"/>
                </a:cubicBezTo>
                <a:cubicBezTo>
                  <a:pt x="170" y="28"/>
                  <a:pt x="170" y="28"/>
                  <a:pt x="170" y="28"/>
                </a:cubicBezTo>
                <a:cubicBezTo>
                  <a:pt x="170" y="14"/>
                  <a:pt x="177" y="0"/>
                  <a:pt x="198" y="0"/>
                </a:cubicBezTo>
                <a:cubicBezTo>
                  <a:pt x="255" y="0"/>
                  <a:pt x="255" y="0"/>
                  <a:pt x="255" y="0"/>
                </a:cubicBezTo>
                <a:cubicBezTo>
                  <a:pt x="269" y="0"/>
                  <a:pt x="283" y="14"/>
                  <a:pt x="283" y="28"/>
                </a:cubicBezTo>
                <a:cubicBezTo>
                  <a:pt x="283" y="56"/>
                  <a:pt x="283" y="56"/>
                  <a:pt x="283" y="56"/>
                </a:cubicBezTo>
                <a:cubicBezTo>
                  <a:pt x="424" y="56"/>
                  <a:pt x="424" y="56"/>
                  <a:pt x="424" y="56"/>
                </a:cubicBezTo>
                <a:cubicBezTo>
                  <a:pt x="438" y="56"/>
                  <a:pt x="453" y="70"/>
                  <a:pt x="453" y="84"/>
                </a:cubicBezTo>
                <a:cubicBezTo>
                  <a:pt x="453" y="113"/>
                  <a:pt x="453" y="113"/>
                  <a:pt x="453" y="113"/>
                </a:cubicBezTo>
                <a:cubicBezTo>
                  <a:pt x="0" y="113"/>
                  <a:pt x="0" y="113"/>
                  <a:pt x="0" y="113"/>
                </a:cubicBezTo>
                <a:lnTo>
                  <a:pt x="0" y="84"/>
                </a:lnTo>
                <a:close/>
                <a:moveTo>
                  <a:pt x="424" y="169"/>
                </a:moveTo>
                <a:lnTo>
                  <a:pt x="424" y="169"/>
                </a:lnTo>
                <a:cubicBezTo>
                  <a:pt x="424" y="226"/>
                  <a:pt x="424" y="226"/>
                  <a:pt x="424" y="226"/>
                </a:cubicBezTo>
                <a:cubicBezTo>
                  <a:pt x="424" y="515"/>
                  <a:pt x="424" y="515"/>
                  <a:pt x="424" y="515"/>
                </a:cubicBezTo>
                <a:cubicBezTo>
                  <a:pt x="424" y="537"/>
                  <a:pt x="410" y="544"/>
                  <a:pt x="396" y="544"/>
                </a:cubicBezTo>
                <a:cubicBezTo>
                  <a:pt x="57" y="544"/>
                  <a:pt x="57" y="544"/>
                  <a:pt x="57" y="544"/>
                </a:cubicBezTo>
                <a:cubicBezTo>
                  <a:pt x="36" y="544"/>
                  <a:pt x="29" y="537"/>
                  <a:pt x="29" y="515"/>
                </a:cubicBezTo>
                <a:cubicBezTo>
                  <a:pt x="29" y="226"/>
                  <a:pt x="29" y="226"/>
                  <a:pt x="29" y="226"/>
                </a:cubicBezTo>
                <a:cubicBezTo>
                  <a:pt x="29" y="169"/>
                  <a:pt x="29" y="169"/>
                  <a:pt x="29" y="169"/>
                </a:cubicBezTo>
                <a:cubicBezTo>
                  <a:pt x="29" y="141"/>
                  <a:pt x="29" y="141"/>
                  <a:pt x="29" y="141"/>
                </a:cubicBezTo>
                <a:cubicBezTo>
                  <a:pt x="424" y="141"/>
                  <a:pt x="424" y="141"/>
                  <a:pt x="424" y="141"/>
                </a:cubicBezTo>
                <a:lnTo>
                  <a:pt x="424" y="169"/>
                </a:lnTo>
                <a:close/>
                <a:moveTo>
                  <a:pt x="142" y="226"/>
                </a:moveTo>
                <a:lnTo>
                  <a:pt x="142" y="226"/>
                </a:lnTo>
                <a:cubicBezTo>
                  <a:pt x="142" y="212"/>
                  <a:pt x="127" y="197"/>
                  <a:pt x="113" y="197"/>
                </a:cubicBezTo>
                <a:cubicBezTo>
                  <a:pt x="92" y="197"/>
                  <a:pt x="85" y="212"/>
                  <a:pt x="85" y="226"/>
                </a:cubicBezTo>
                <a:cubicBezTo>
                  <a:pt x="85" y="459"/>
                  <a:pt x="85" y="459"/>
                  <a:pt x="85" y="459"/>
                </a:cubicBezTo>
                <a:cubicBezTo>
                  <a:pt x="85" y="480"/>
                  <a:pt x="92" y="487"/>
                  <a:pt x="113" y="487"/>
                </a:cubicBezTo>
                <a:cubicBezTo>
                  <a:pt x="127" y="487"/>
                  <a:pt x="142" y="480"/>
                  <a:pt x="142" y="459"/>
                </a:cubicBezTo>
                <a:lnTo>
                  <a:pt x="142" y="226"/>
                </a:lnTo>
                <a:close/>
                <a:moveTo>
                  <a:pt x="255" y="226"/>
                </a:moveTo>
                <a:lnTo>
                  <a:pt x="255" y="226"/>
                </a:lnTo>
                <a:cubicBezTo>
                  <a:pt x="255" y="212"/>
                  <a:pt x="241" y="197"/>
                  <a:pt x="227" y="197"/>
                </a:cubicBezTo>
                <a:cubicBezTo>
                  <a:pt x="205" y="197"/>
                  <a:pt x="198" y="212"/>
                  <a:pt x="198" y="226"/>
                </a:cubicBezTo>
                <a:cubicBezTo>
                  <a:pt x="198" y="459"/>
                  <a:pt x="198" y="459"/>
                  <a:pt x="198" y="459"/>
                </a:cubicBezTo>
                <a:cubicBezTo>
                  <a:pt x="198" y="480"/>
                  <a:pt x="205" y="487"/>
                  <a:pt x="227" y="487"/>
                </a:cubicBezTo>
                <a:cubicBezTo>
                  <a:pt x="241" y="487"/>
                  <a:pt x="255" y="480"/>
                  <a:pt x="255" y="459"/>
                </a:cubicBezTo>
                <a:lnTo>
                  <a:pt x="255" y="226"/>
                </a:lnTo>
                <a:close/>
                <a:moveTo>
                  <a:pt x="368" y="226"/>
                </a:moveTo>
                <a:lnTo>
                  <a:pt x="368" y="226"/>
                </a:lnTo>
                <a:cubicBezTo>
                  <a:pt x="368" y="212"/>
                  <a:pt x="354" y="197"/>
                  <a:pt x="340" y="197"/>
                </a:cubicBezTo>
                <a:cubicBezTo>
                  <a:pt x="318" y="197"/>
                  <a:pt x="311" y="212"/>
                  <a:pt x="311" y="226"/>
                </a:cubicBezTo>
                <a:cubicBezTo>
                  <a:pt x="311" y="459"/>
                  <a:pt x="311" y="459"/>
                  <a:pt x="311" y="459"/>
                </a:cubicBezTo>
                <a:cubicBezTo>
                  <a:pt x="311" y="480"/>
                  <a:pt x="318" y="487"/>
                  <a:pt x="340" y="487"/>
                </a:cubicBezTo>
                <a:cubicBezTo>
                  <a:pt x="354" y="487"/>
                  <a:pt x="368" y="480"/>
                  <a:pt x="368" y="459"/>
                </a:cubicBezTo>
                <a:lnTo>
                  <a:pt x="368" y="22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5" name="Freeform 127"/>
          <p:cNvSpPr/>
          <p:nvPr/>
        </p:nvSpPr>
        <p:spPr>
          <a:xfrm>
            <a:off x="3098880" y="1803240"/>
            <a:ext cx="190440" cy="217800"/>
          </a:xfrm>
          <a:custGeom>
            <a:avLst/>
            <a:gdLst/>
            <a:ahLst/>
            <a:rect l="l" t="t" r="r" b="b"/>
            <a:pathLst>
              <a:path w="531" h="602">
                <a:moveTo>
                  <a:pt x="502" y="311"/>
                </a:moveTo>
                <a:lnTo>
                  <a:pt x="502" y="311"/>
                </a:lnTo>
                <a:cubicBezTo>
                  <a:pt x="445" y="311"/>
                  <a:pt x="445" y="311"/>
                  <a:pt x="445" y="311"/>
                </a:cubicBezTo>
                <a:cubicBezTo>
                  <a:pt x="424" y="311"/>
                  <a:pt x="417" y="297"/>
                  <a:pt x="417" y="283"/>
                </a:cubicBezTo>
                <a:cubicBezTo>
                  <a:pt x="417" y="170"/>
                  <a:pt x="417" y="170"/>
                  <a:pt x="417" y="170"/>
                </a:cubicBezTo>
                <a:cubicBezTo>
                  <a:pt x="417" y="156"/>
                  <a:pt x="424" y="142"/>
                  <a:pt x="445" y="142"/>
                </a:cubicBezTo>
                <a:cubicBezTo>
                  <a:pt x="502" y="142"/>
                  <a:pt x="502" y="142"/>
                  <a:pt x="502" y="142"/>
                </a:cubicBezTo>
                <a:cubicBezTo>
                  <a:pt x="516" y="142"/>
                  <a:pt x="530" y="156"/>
                  <a:pt x="530" y="170"/>
                </a:cubicBezTo>
                <a:cubicBezTo>
                  <a:pt x="530" y="283"/>
                  <a:pt x="530" y="283"/>
                  <a:pt x="530" y="283"/>
                </a:cubicBezTo>
                <a:cubicBezTo>
                  <a:pt x="530" y="297"/>
                  <a:pt x="516" y="311"/>
                  <a:pt x="502" y="311"/>
                </a:cubicBezTo>
                <a:close/>
                <a:moveTo>
                  <a:pt x="445" y="29"/>
                </a:moveTo>
                <a:lnTo>
                  <a:pt x="445" y="29"/>
                </a:lnTo>
                <a:cubicBezTo>
                  <a:pt x="445" y="15"/>
                  <a:pt x="452" y="0"/>
                  <a:pt x="473" y="0"/>
                </a:cubicBezTo>
                <a:cubicBezTo>
                  <a:pt x="487" y="0"/>
                  <a:pt x="502" y="15"/>
                  <a:pt x="502" y="29"/>
                </a:cubicBezTo>
                <a:cubicBezTo>
                  <a:pt x="502" y="113"/>
                  <a:pt x="502" y="113"/>
                  <a:pt x="502" y="113"/>
                </a:cubicBezTo>
                <a:cubicBezTo>
                  <a:pt x="445" y="113"/>
                  <a:pt x="445" y="113"/>
                  <a:pt x="445" y="113"/>
                </a:cubicBezTo>
                <a:lnTo>
                  <a:pt x="445" y="29"/>
                </a:lnTo>
                <a:close/>
                <a:moveTo>
                  <a:pt x="290" y="460"/>
                </a:moveTo>
                <a:lnTo>
                  <a:pt x="290" y="460"/>
                </a:lnTo>
                <a:cubicBezTo>
                  <a:pt x="233" y="460"/>
                  <a:pt x="233" y="460"/>
                  <a:pt x="233" y="460"/>
                </a:cubicBezTo>
                <a:cubicBezTo>
                  <a:pt x="219" y="460"/>
                  <a:pt x="205" y="453"/>
                  <a:pt x="205" y="431"/>
                </a:cubicBezTo>
                <a:cubicBezTo>
                  <a:pt x="205" y="318"/>
                  <a:pt x="205" y="318"/>
                  <a:pt x="205" y="318"/>
                </a:cubicBezTo>
                <a:cubicBezTo>
                  <a:pt x="205" y="304"/>
                  <a:pt x="219" y="290"/>
                  <a:pt x="233" y="290"/>
                </a:cubicBezTo>
                <a:cubicBezTo>
                  <a:pt x="290" y="290"/>
                  <a:pt x="290" y="290"/>
                  <a:pt x="290" y="290"/>
                </a:cubicBezTo>
                <a:cubicBezTo>
                  <a:pt x="311" y="290"/>
                  <a:pt x="318" y="304"/>
                  <a:pt x="318" y="318"/>
                </a:cubicBezTo>
                <a:cubicBezTo>
                  <a:pt x="318" y="431"/>
                  <a:pt x="318" y="431"/>
                  <a:pt x="318" y="431"/>
                </a:cubicBezTo>
                <a:cubicBezTo>
                  <a:pt x="318" y="453"/>
                  <a:pt x="311" y="460"/>
                  <a:pt x="290" y="460"/>
                </a:cubicBezTo>
                <a:close/>
                <a:moveTo>
                  <a:pt x="233" y="29"/>
                </a:moveTo>
                <a:lnTo>
                  <a:pt x="233" y="29"/>
                </a:lnTo>
                <a:cubicBezTo>
                  <a:pt x="233" y="15"/>
                  <a:pt x="247" y="0"/>
                  <a:pt x="261" y="0"/>
                </a:cubicBezTo>
                <a:cubicBezTo>
                  <a:pt x="283" y="0"/>
                  <a:pt x="290" y="15"/>
                  <a:pt x="290" y="29"/>
                </a:cubicBezTo>
                <a:cubicBezTo>
                  <a:pt x="290" y="262"/>
                  <a:pt x="290" y="262"/>
                  <a:pt x="290" y="262"/>
                </a:cubicBezTo>
                <a:cubicBezTo>
                  <a:pt x="233" y="262"/>
                  <a:pt x="233" y="262"/>
                  <a:pt x="233" y="262"/>
                </a:cubicBezTo>
                <a:lnTo>
                  <a:pt x="233" y="29"/>
                </a:lnTo>
                <a:close/>
                <a:moveTo>
                  <a:pt x="85" y="389"/>
                </a:moveTo>
                <a:lnTo>
                  <a:pt x="85" y="389"/>
                </a:lnTo>
                <a:cubicBezTo>
                  <a:pt x="28" y="389"/>
                  <a:pt x="28" y="389"/>
                  <a:pt x="28" y="389"/>
                </a:cubicBezTo>
                <a:cubicBezTo>
                  <a:pt x="14" y="389"/>
                  <a:pt x="0" y="375"/>
                  <a:pt x="0" y="361"/>
                </a:cubicBezTo>
                <a:cubicBezTo>
                  <a:pt x="0" y="248"/>
                  <a:pt x="0" y="248"/>
                  <a:pt x="0" y="248"/>
                </a:cubicBezTo>
                <a:cubicBezTo>
                  <a:pt x="0" y="226"/>
                  <a:pt x="14" y="219"/>
                  <a:pt x="28" y="219"/>
                </a:cubicBezTo>
                <a:cubicBezTo>
                  <a:pt x="85" y="219"/>
                  <a:pt x="85" y="219"/>
                  <a:pt x="85" y="219"/>
                </a:cubicBezTo>
                <a:cubicBezTo>
                  <a:pt x="99" y="219"/>
                  <a:pt x="113" y="226"/>
                  <a:pt x="113" y="248"/>
                </a:cubicBezTo>
                <a:cubicBezTo>
                  <a:pt x="113" y="361"/>
                  <a:pt x="113" y="361"/>
                  <a:pt x="113" y="361"/>
                </a:cubicBezTo>
                <a:cubicBezTo>
                  <a:pt x="113" y="375"/>
                  <a:pt x="99" y="389"/>
                  <a:pt x="85" y="389"/>
                </a:cubicBezTo>
                <a:close/>
                <a:moveTo>
                  <a:pt x="28" y="29"/>
                </a:moveTo>
                <a:lnTo>
                  <a:pt x="28" y="29"/>
                </a:lnTo>
                <a:cubicBezTo>
                  <a:pt x="28" y="15"/>
                  <a:pt x="42" y="0"/>
                  <a:pt x="56" y="0"/>
                </a:cubicBezTo>
                <a:cubicBezTo>
                  <a:pt x="71" y="0"/>
                  <a:pt x="85" y="15"/>
                  <a:pt x="85" y="29"/>
                </a:cubicBezTo>
                <a:cubicBezTo>
                  <a:pt x="85" y="191"/>
                  <a:pt x="85" y="191"/>
                  <a:pt x="85" y="191"/>
                </a:cubicBezTo>
                <a:cubicBezTo>
                  <a:pt x="28" y="191"/>
                  <a:pt x="28" y="191"/>
                  <a:pt x="28" y="191"/>
                </a:cubicBezTo>
                <a:lnTo>
                  <a:pt x="28" y="29"/>
                </a:lnTo>
                <a:close/>
                <a:moveTo>
                  <a:pt x="85" y="573"/>
                </a:moveTo>
                <a:lnTo>
                  <a:pt x="85" y="573"/>
                </a:lnTo>
                <a:cubicBezTo>
                  <a:pt x="85" y="594"/>
                  <a:pt x="71" y="601"/>
                  <a:pt x="56" y="601"/>
                </a:cubicBezTo>
                <a:cubicBezTo>
                  <a:pt x="42" y="601"/>
                  <a:pt x="28" y="594"/>
                  <a:pt x="28" y="573"/>
                </a:cubicBezTo>
                <a:cubicBezTo>
                  <a:pt x="28" y="417"/>
                  <a:pt x="28" y="417"/>
                  <a:pt x="28" y="417"/>
                </a:cubicBezTo>
                <a:cubicBezTo>
                  <a:pt x="85" y="417"/>
                  <a:pt x="85" y="417"/>
                  <a:pt x="85" y="417"/>
                </a:cubicBezTo>
                <a:lnTo>
                  <a:pt x="85" y="573"/>
                </a:lnTo>
                <a:close/>
                <a:moveTo>
                  <a:pt x="290" y="573"/>
                </a:moveTo>
                <a:lnTo>
                  <a:pt x="290" y="573"/>
                </a:lnTo>
                <a:cubicBezTo>
                  <a:pt x="290" y="594"/>
                  <a:pt x="283" y="601"/>
                  <a:pt x="261" y="601"/>
                </a:cubicBezTo>
                <a:cubicBezTo>
                  <a:pt x="247" y="601"/>
                  <a:pt x="233" y="594"/>
                  <a:pt x="233" y="573"/>
                </a:cubicBezTo>
                <a:cubicBezTo>
                  <a:pt x="233" y="488"/>
                  <a:pt x="233" y="488"/>
                  <a:pt x="233" y="488"/>
                </a:cubicBezTo>
                <a:cubicBezTo>
                  <a:pt x="290" y="488"/>
                  <a:pt x="290" y="488"/>
                  <a:pt x="290" y="488"/>
                </a:cubicBezTo>
                <a:lnTo>
                  <a:pt x="290" y="573"/>
                </a:lnTo>
                <a:close/>
                <a:moveTo>
                  <a:pt x="502" y="573"/>
                </a:moveTo>
                <a:lnTo>
                  <a:pt x="502" y="573"/>
                </a:lnTo>
                <a:cubicBezTo>
                  <a:pt x="502" y="594"/>
                  <a:pt x="487" y="601"/>
                  <a:pt x="473" y="601"/>
                </a:cubicBezTo>
                <a:cubicBezTo>
                  <a:pt x="452" y="601"/>
                  <a:pt x="445" y="594"/>
                  <a:pt x="445" y="573"/>
                </a:cubicBezTo>
                <a:cubicBezTo>
                  <a:pt x="445" y="340"/>
                  <a:pt x="445" y="340"/>
                  <a:pt x="445" y="340"/>
                </a:cubicBezTo>
                <a:cubicBezTo>
                  <a:pt x="502" y="340"/>
                  <a:pt x="502" y="340"/>
                  <a:pt x="502" y="340"/>
                </a:cubicBezTo>
                <a:lnTo>
                  <a:pt x="502" y="57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6" name="Freeform 128"/>
          <p:cNvSpPr/>
          <p:nvPr/>
        </p:nvSpPr>
        <p:spPr>
          <a:xfrm>
            <a:off x="2793960" y="1827360"/>
            <a:ext cx="41400" cy="169560"/>
          </a:xfrm>
          <a:custGeom>
            <a:avLst/>
            <a:gdLst/>
            <a:ahLst/>
            <a:rect l="l" t="t" r="r" b="b"/>
            <a:pathLst>
              <a:path w="114" h="474">
                <a:moveTo>
                  <a:pt x="0" y="417"/>
                </a:moveTo>
                <a:lnTo>
                  <a:pt x="0" y="417"/>
                </a:lnTo>
                <a:cubicBezTo>
                  <a:pt x="0" y="389"/>
                  <a:pt x="28" y="360"/>
                  <a:pt x="56" y="360"/>
                </a:cubicBezTo>
                <a:cubicBezTo>
                  <a:pt x="85" y="360"/>
                  <a:pt x="113" y="389"/>
                  <a:pt x="113" y="417"/>
                </a:cubicBezTo>
                <a:cubicBezTo>
                  <a:pt x="113" y="445"/>
                  <a:pt x="85" y="473"/>
                  <a:pt x="56" y="473"/>
                </a:cubicBezTo>
                <a:cubicBezTo>
                  <a:pt x="28" y="473"/>
                  <a:pt x="0" y="445"/>
                  <a:pt x="0" y="417"/>
                </a:cubicBezTo>
                <a:close/>
                <a:moveTo>
                  <a:pt x="0" y="240"/>
                </a:moveTo>
                <a:lnTo>
                  <a:pt x="0" y="240"/>
                </a:lnTo>
                <a:cubicBezTo>
                  <a:pt x="0" y="205"/>
                  <a:pt x="28" y="184"/>
                  <a:pt x="56" y="184"/>
                </a:cubicBezTo>
                <a:cubicBezTo>
                  <a:pt x="85" y="184"/>
                  <a:pt x="113" y="205"/>
                  <a:pt x="113" y="240"/>
                </a:cubicBezTo>
                <a:cubicBezTo>
                  <a:pt x="113" y="269"/>
                  <a:pt x="85" y="297"/>
                  <a:pt x="56" y="297"/>
                </a:cubicBezTo>
                <a:cubicBezTo>
                  <a:pt x="28" y="297"/>
                  <a:pt x="0" y="269"/>
                  <a:pt x="0" y="240"/>
                </a:cubicBezTo>
                <a:close/>
                <a:moveTo>
                  <a:pt x="0" y="56"/>
                </a:moveTo>
                <a:lnTo>
                  <a:pt x="0" y="56"/>
                </a:lnTo>
                <a:cubicBezTo>
                  <a:pt x="0" y="28"/>
                  <a:pt x="28" y="0"/>
                  <a:pt x="56" y="0"/>
                </a:cubicBezTo>
                <a:cubicBezTo>
                  <a:pt x="85" y="0"/>
                  <a:pt x="113" y="28"/>
                  <a:pt x="113" y="56"/>
                </a:cubicBezTo>
                <a:cubicBezTo>
                  <a:pt x="113" y="92"/>
                  <a:pt x="85" y="113"/>
                  <a:pt x="56" y="113"/>
                </a:cubicBezTo>
                <a:cubicBezTo>
                  <a:pt x="28" y="113"/>
                  <a:pt x="0" y="92"/>
                  <a:pt x="0" y="5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7" name="Freeform 129"/>
          <p:cNvSpPr/>
          <p:nvPr/>
        </p:nvSpPr>
        <p:spPr>
          <a:xfrm>
            <a:off x="2325600" y="1822320"/>
            <a:ext cx="217440" cy="184320"/>
          </a:xfrm>
          <a:custGeom>
            <a:avLst/>
            <a:gdLst/>
            <a:ahLst/>
            <a:rect l="l" t="t" r="r" b="b"/>
            <a:pathLst>
              <a:path w="602" h="510">
                <a:moveTo>
                  <a:pt x="573" y="56"/>
                </a:moveTo>
                <a:lnTo>
                  <a:pt x="573" y="56"/>
                </a:lnTo>
                <a:cubicBezTo>
                  <a:pt x="29" y="56"/>
                  <a:pt x="29" y="56"/>
                  <a:pt x="29" y="56"/>
                </a:cubicBezTo>
                <a:cubicBezTo>
                  <a:pt x="15" y="56"/>
                  <a:pt x="0" y="42"/>
                  <a:pt x="0" y="28"/>
                </a:cubicBezTo>
                <a:cubicBezTo>
                  <a:pt x="0" y="7"/>
                  <a:pt x="15" y="0"/>
                  <a:pt x="29" y="0"/>
                </a:cubicBezTo>
                <a:cubicBezTo>
                  <a:pt x="573" y="0"/>
                  <a:pt x="573" y="0"/>
                  <a:pt x="573" y="0"/>
                </a:cubicBezTo>
                <a:cubicBezTo>
                  <a:pt x="594" y="0"/>
                  <a:pt x="601" y="7"/>
                  <a:pt x="601" y="28"/>
                </a:cubicBezTo>
                <a:cubicBezTo>
                  <a:pt x="601" y="42"/>
                  <a:pt x="594" y="56"/>
                  <a:pt x="573" y="56"/>
                </a:cubicBezTo>
                <a:close/>
                <a:moveTo>
                  <a:pt x="198" y="205"/>
                </a:moveTo>
                <a:lnTo>
                  <a:pt x="198" y="205"/>
                </a:lnTo>
                <a:lnTo>
                  <a:pt x="198" y="205"/>
                </a:lnTo>
                <a:cubicBezTo>
                  <a:pt x="142" y="205"/>
                  <a:pt x="142" y="205"/>
                  <a:pt x="142" y="205"/>
                </a:cubicBezTo>
                <a:cubicBezTo>
                  <a:pt x="128" y="205"/>
                  <a:pt x="113" y="191"/>
                  <a:pt x="113" y="176"/>
                </a:cubicBezTo>
                <a:cubicBezTo>
                  <a:pt x="113" y="162"/>
                  <a:pt x="128" y="148"/>
                  <a:pt x="142" y="148"/>
                </a:cubicBezTo>
                <a:cubicBezTo>
                  <a:pt x="262" y="148"/>
                  <a:pt x="262" y="148"/>
                  <a:pt x="262" y="148"/>
                </a:cubicBezTo>
                <a:lnTo>
                  <a:pt x="262" y="148"/>
                </a:lnTo>
                <a:cubicBezTo>
                  <a:pt x="290" y="148"/>
                  <a:pt x="290" y="148"/>
                  <a:pt x="290" y="148"/>
                </a:cubicBezTo>
                <a:cubicBezTo>
                  <a:pt x="417" y="148"/>
                  <a:pt x="417" y="148"/>
                  <a:pt x="417" y="148"/>
                </a:cubicBezTo>
                <a:cubicBezTo>
                  <a:pt x="573" y="148"/>
                  <a:pt x="573" y="148"/>
                  <a:pt x="573" y="148"/>
                </a:cubicBezTo>
                <a:cubicBezTo>
                  <a:pt x="594" y="148"/>
                  <a:pt x="601" y="162"/>
                  <a:pt x="601" y="176"/>
                </a:cubicBezTo>
                <a:cubicBezTo>
                  <a:pt x="601" y="191"/>
                  <a:pt x="594" y="205"/>
                  <a:pt x="573" y="205"/>
                </a:cubicBezTo>
                <a:cubicBezTo>
                  <a:pt x="417" y="205"/>
                  <a:pt x="417" y="205"/>
                  <a:pt x="417" y="205"/>
                </a:cubicBezTo>
                <a:lnTo>
                  <a:pt x="417" y="205"/>
                </a:lnTo>
                <a:lnTo>
                  <a:pt x="198" y="205"/>
                </a:lnTo>
                <a:close/>
                <a:moveTo>
                  <a:pt x="29" y="297"/>
                </a:moveTo>
                <a:lnTo>
                  <a:pt x="29" y="297"/>
                </a:lnTo>
                <a:cubicBezTo>
                  <a:pt x="573" y="297"/>
                  <a:pt x="573" y="297"/>
                  <a:pt x="573" y="297"/>
                </a:cubicBezTo>
                <a:cubicBezTo>
                  <a:pt x="594" y="297"/>
                  <a:pt x="601" y="311"/>
                  <a:pt x="601" y="325"/>
                </a:cubicBezTo>
                <a:cubicBezTo>
                  <a:pt x="601" y="346"/>
                  <a:pt x="594" y="353"/>
                  <a:pt x="573" y="353"/>
                </a:cubicBezTo>
                <a:cubicBezTo>
                  <a:pt x="29" y="353"/>
                  <a:pt x="29" y="353"/>
                  <a:pt x="29" y="353"/>
                </a:cubicBezTo>
                <a:cubicBezTo>
                  <a:pt x="15" y="353"/>
                  <a:pt x="0" y="346"/>
                  <a:pt x="0" y="325"/>
                </a:cubicBezTo>
                <a:cubicBezTo>
                  <a:pt x="0" y="311"/>
                  <a:pt x="15" y="297"/>
                  <a:pt x="29" y="297"/>
                </a:cubicBezTo>
                <a:close/>
                <a:moveTo>
                  <a:pt x="198" y="452"/>
                </a:moveTo>
                <a:lnTo>
                  <a:pt x="198" y="452"/>
                </a:lnTo>
                <a:cubicBezTo>
                  <a:pt x="290" y="452"/>
                  <a:pt x="290" y="452"/>
                  <a:pt x="290" y="452"/>
                </a:cubicBezTo>
                <a:cubicBezTo>
                  <a:pt x="417" y="452"/>
                  <a:pt x="417" y="452"/>
                  <a:pt x="417" y="452"/>
                </a:cubicBezTo>
                <a:cubicBezTo>
                  <a:pt x="573" y="452"/>
                  <a:pt x="573" y="452"/>
                  <a:pt x="573" y="452"/>
                </a:cubicBezTo>
                <a:cubicBezTo>
                  <a:pt x="594" y="452"/>
                  <a:pt x="601" y="459"/>
                  <a:pt x="601" y="480"/>
                </a:cubicBezTo>
                <a:cubicBezTo>
                  <a:pt x="601" y="494"/>
                  <a:pt x="594" y="509"/>
                  <a:pt x="573" y="509"/>
                </a:cubicBezTo>
                <a:cubicBezTo>
                  <a:pt x="290" y="509"/>
                  <a:pt x="290" y="509"/>
                  <a:pt x="290" y="509"/>
                </a:cubicBezTo>
                <a:lnTo>
                  <a:pt x="290" y="509"/>
                </a:lnTo>
                <a:cubicBezTo>
                  <a:pt x="198" y="509"/>
                  <a:pt x="198" y="509"/>
                  <a:pt x="198" y="509"/>
                </a:cubicBezTo>
                <a:cubicBezTo>
                  <a:pt x="184" y="509"/>
                  <a:pt x="170" y="494"/>
                  <a:pt x="170" y="480"/>
                </a:cubicBezTo>
                <a:cubicBezTo>
                  <a:pt x="170" y="459"/>
                  <a:pt x="184" y="452"/>
                  <a:pt x="198" y="45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8" name="Freeform 130"/>
          <p:cNvSpPr/>
          <p:nvPr/>
        </p:nvSpPr>
        <p:spPr>
          <a:xfrm>
            <a:off x="1946160" y="1822320"/>
            <a:ext cx="217440" cy="184320"/>
          </a:xfrm>
          <a:custGeom>
            <a:avLst/>
            <a:gdLst/>
            <a:ahLst/>
            <a:rect l="l" t="t" r="r" b="b"/>
            <a:pathLst>
              <a:path w="602" h="510">
                <a:moveTo>
                  <a:pt x="573" y="56"/>
                </a:moveTo>
                <a:lnTo>
                  <a:pt x="573" y="56"/>
                </a:lnTo>
                <a:cubicBezTo>
                  <a:pt x="29" y="56"/>
                  <a:pt x="29" y="56"/>
                  <a:pt x="29" y="56"/>
                </a:cubicBezTo>
                <a:cubicBezTo>
                  <a:pt x="7" y="56"/>
                  <a:pt x="0" y="42"/>
                  <a:pt x="0" y="28"/>
                </a:cubicBezTo>
                <a:cubicBezTo>
                  <a:pt x="0" y="7"/>
                  <a:pt x="7" y="0"/>
                  <a:pt x="29" y="0"/>
                </a:cubicBezTo>
                <a:cubicBezTo>
                  <a:pt x="573" y="0"/>
                  <a:pt x="573" y="0"/>
                  <a:pt x="573" y="0"/>
                </a:cubicBezTo>
                <a:cubicBezTo>
                  <a:pt x="587" y="0"/>
                  <a:pt x="601" y="7"/>
                  <a:pt x="601" y="28"/>
                </a:cubicBezTo>
                <a:cubicBezTo>
                  <a:pt x="601" y="42"/>
                  <a:pt x="587" y="56"/>
                  <a:pt x="573" y="56"/>
                </a:cubicBezTo>
                <a:close/>
                <a:moveTo>
                  <a:pt x="403" y="205"/>
                </a:moveTo>
                <a:lnTo>
                  <a:pt x="403" y="205"/>
                </a:lnTo>
                <a:lnTo>
                  <a:pt x="403" y="205"/>
                </a:lnTo>
                <a:cubicBezTo>
                  <a:pt x="354" y="205"/>
                  <a:pt x="354" y="205"/>
                  <a:pt x="354" y="205"/>
                </a:cubicBezTo>
                <a:cubicBezTo>
                  <a:pt x="240" y="205"/>
                  <a:pt x="240" y="205"/>
                  <a:pt x="240" y="205"/>
                </a:cubicBezTo>
                <a:cubicBezTo>
                  <a:pt x="198" y="205"/>
                  <a:pt x="198" y="205"/>
                  <a:pt x="198" y="205"/>
                </a:cubicBezTo>
                <a:lnTo>
                  <a:pt x="198" y="205"/>
                </a:lnTo>
                <a:cubicBezTo>
                  <a:pt x="142" y="205"/>
                  <a:pt x="142" y="205"/>
                  <a:pt x="142" y="205"/>
                </a:cubicBezTo>
                <a:cubicBezTo>
                  <a:pt x="120" y="205"/>
                  <a:pt x="113" y="191"/>
                  <a:pt x="113" y="176"/>
                </a:cubicBezTo>
                <a:cubicBezTo>
                  <a:pt x="113" y="162"/>
                  <a:pt x="120" y="148"/>
                  <a:pt x="142" y="148"/>
                </a:cubicBezTo>
                <a:cubicBezTo>
                  <a:pt x="460" y="148"/>
                  <a:pt x="460" y="148"/>
                  <a:pt x="460" y="148"/>
                </a:cubicBezTo>
                <a:cubicBezTo>
                  <a:pt x="474" y="148"/>
                  <a:pt x="488" y="162"/>
                  <a:pt x="488" y="176"/>
                </a:cubicBezTo>
                <a:cubicBezTo>
                  <a:pt x="488" y="191"/>
                  <a:pt x="474" y="205"/>
                  <a:pt x="460" y="205"/>
                </a:cubicBezTo>
                <a:lnTo>
                  <a:pt x="403" y="205"/>
                </a:lnTo>
                <a:close/>
                <a:moveTo>
                  <a:pt x="29" y="297"/>
                </a:moveTo>
                <a:lnTo>
                  <a:pt x="29" y="297"/>
                </a:lnTo>
                <a:cubicBezTo>
                  <a:pt x="573" y="297"/>
                  <a:pt x="573" y="297"/>
                  <a:pt x="573" y="297"/>
                </a:cubicBezTo>
                <a:cubicBezTo>
                  <a:pt x="587" y="297"/>
                  <a:pt x="601" y="311"/>
                  <a:pt x="601" y="325"/>
                </a:cubicBezTo>
                <a:cubicBezTo>
                  <a:pt x="601" y="346"/>
                  <a:pt x="587" y="353"/>
                  <a:pt x="573" y="353"/>
                </a:cubicBezTo>
                <a:cubicBezTo>
                  <a:pt x="29" y="353"/>
                  <a:pt x="29" y="353"/>
                  <a:pt x="29" y="353"/>
                </a:cubicBezTo>
                <a:cubicBezTo>
                  <a:pt x="7" y="353"/>
                  <a:pt x="0" y="346"/>
                  <a:pt x="0" y="325"/>
                </a:cubicBezTo>
                <a:cubicBezTo>
                  <a:pt x="0" y="311"/>
                  <a:pt x="7" y="297"/>
                  <a:pt x="29" y="297"/>
                </a:cubicBezTo>
                <a:close/>
                <a:moveTo>
                  <a:pt x="198" y="452"/>
                </a:moveTo>
                <a:lnTo>
                  <a:pt x="198" y="452"/>
                </a:lnTo>
                <a:cubicBezTo>
                  <a:pt x="255" y="452"/>
                  <a:pt x="255" y="452"/>
                  <a:pt x="255" y="452"/>
                </a:cubicBezTo>
                <a:cubicBezTo>
                  <a:pt x="290" y="452"/>
                  <a:pt x="290" y="452"/>
                  <a:pt x="290" y="452"/>
                </a:cubicBezTo>
                <a:cubicBezTo>
                  <a:pt x="311" y="452"/>
                  <a:pt x="311" y="452"/>
                  <a:pt x="311" y="452"/>
                </a:cubicBezTo>
                <a:cubicBezTo>
                  <a:pt x="354" y="452"/>
                  <a:pt x="354" y="452"/>
                  <a:pt x="354" y="452"/>
                </a:cubicBezTo>
                <a:cubicBezTo>
                  <a:pt x="403" y="452"/>
                  <a:pt x="403" y="452"/>
                  <a:pt x="403" y="452"/>
                </a:cubicBezTo>
                <a:cubicBezTo>
                  <a:pt x="417" y="452"/>
                  <a:pt x="431" y="459"/>
                  <a:pt x="431" y="480"/>
                </a:cubicBezTo>
                <a:cubicBezTo>
                  <a:pt x="431" y="494"/>
                  <a:pt x="417" y="509"/>
                  <a:pt x="403" y="509"/>
                </a:cubicBezTo>
                <a:cubicBezTo>
                  <a:pt x="354" y="509"/>
                  <a:pt x="354" y="509"/>
                  <a:pt x="354" y="509"/>
                </a:cubicBezTo>
                <a:lnTo>
                  <a:pt x="354" y="509"/>
                </a:lnTo>
                <a:cubicBezTo>
                  <a:pt x="311" y="509"/>
                  <a:pt x="311" y="509"/>
                  <a:pt x="311" y="509"/>
                </a:cubicBezTo>
                <a:cubicBezTo>
                  <a:pt x="290" y="509"/>
                  <a:pt x="290" y="509"/>
                  <a:pt x="290" y="509"/>
                </a:cubicBezTo>
                <a:cubicBezTo>
                  <a:pt x="255" y="509"/>
                  <a:pt x="255" y="509"/>
                  <a:pt x="255" y="509"/>
                </a:cubicBezTo>
                <a:lnTo>
                  <a:pt x="255" y="509"/>
                </a:lnTo>
                <a:cubicBezTo>
                  <a:pt x="198" y="509"/>
                  <a:pt x="198" y="509"/>
                  <a:pt x="198" y="509"/>
                </a:cubicBezTo>
                <a:cubicBezTo>
                  <a:pt x="177" y="509"/>
                  <a:pt x="170" y="494"/>
                  <a:pt x="170" y="480"/>
                </a:cubicBezTo>
                <a:cubicBezTo>
                  <a:pt x="170" y="459"/>
                  <a:pt x="177" y="452"/>
                  <a:pt x="198" y="45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9" name="Freeform 131"/>
          <p:cNvSpPr/>
          <p:nvPr/>
        </p:nvSpPr>
        <p:spPr>
          <a:xfrm>
            <a:off x="1565280" y="1822320"/>
            <a:ext cx="219240" cy="184320"/>
          </a:xfrm>
          <a:custGeom>
            <a:avLst/>
            <a:gdLst/>
            <a:ahLst/>
            <a:rect l="l" t="t" r="r" b="b"/>
            <a:pathLst>
              <a:path w="609" h="510">
                <a:moveTo>
                  <a:pt x="580" y="56"/>
                </a:moveTo>
                <a:lnTo>
                  <a:pt x="580" y="56"/>
                </a:lnTo>
                <a:cubicBezTo>
                  <a:pt x="28" y="56"/>
                  <a:pt x="28" y="56"/>
                  <a:pt x="28" y="56"/>
                </a:cubicBezTo>
                <a:cubicBezTo>
                  <a:pt x="14" y="56"/>
                  <a:pt x="0" y="42"/>
                  <a:pt x="0" y="28"/>
                </a:cubicBezTo>
                <a:cubicBezTo>
                  <a:pt x="0" y="7"/>
                  <a:pt x="14" y="0"/>
                  <a:pt x="28" y="0"/>
                </a:cubicBezTo>
                <a:cubicBezTo>
                  <a:pt x="580" y="0"/>
                  <a:pt x="580" y="0"/>
                  <a:pt x="580" y="0"/>
                </a:cubicBezTo>
                <a:cubicBezTo>
                  <a:pt x="594" y="0"/>
                  <a:pt x="608" y="7"/>
                  <a:pt x="608" y="28"/>
                </a:cubicBezTo>
                <a:cubicBezTo>
                  <a:pt x="608" y="42"/>
                  <a:pt x="594" y="56"/>
                  <a:pt x="580" y="56"/>
                </a:cubicBezTo>
                <a:close/>
                <a:moveTo>
                  <a:pt x="28" y="148"/>
                </a:moveTo>
                <a:lnTo>
                  <a:pt x="28" y="148"/>
                </a:lnTo>
                <a:cubicBezTo>
                  <a:pt x="191" y="148"/>
                  <a:pt x="191" y="148"/>
                  <a:pt x="191" y="148"/>
                </a:cubicBezTo>
                <a:cubicBezTo>
                  <a:pt x="311" y="148"/>
                  <a:pt x="311" y="148"/>
                  <a:pt x="311" y="148"/>
                </a:cubicBezTo>
                <a:cubicBezTo>
                  <a:pt x="339" y="148"/>
                  <a:pt x="339" y="148"/>
                  <a:pt x="339" y="148"/>
                </a:cubicBezTo>
                <a:lnTo>
                  <a:pt x="339" y="148"/>
                </a:lnTo>
                <a:cubicBezTo>
                  <a:pt x="467" y="148"/>
                  <a:pt x="467" y="148"/>
                  <a:pt x="467" y="148"/>
                </a:cubicBezTo>
                <a:cubicBezTo>
                  <a:pt x="481" y="148"/>
                  <a:pt x="495" y="162"/>
                  <a:pt x="495" y="176"/>
                </a:cubicBezTo>
                <a:cubicBezTo>
                  <a:pt x="495" y="191"/>
                  <a:pt x="481" y="205"/>
                  <a:pt x="467" y="205"/>
                </a:cubicBezTo>
                <a:cubicBezTo>
                  <a:pt x="410" y="205"/>
                  <a:pt x="410" y="205"/>
                  <a:pt x="410" y="205"/>
                </a:cubicBezTo>
                <a:lnTo>
                  <a:pt x="410" y="205"/>
                </a:lnTo>
                <a:cubicBezTo>
                  <a:pt x="191" y="205"/>
                  <a:pt x="191" y="205"/>
                  <a:pt x="191" y="205"/>
                </a:cubicBezTo>
                <a:lnTo>
                  <a:pt x="191" y="205"/>
                </a:lnTo>
                <a:cubicBezTo>
                  <a:pt x="28" y="205"/>
                  <a:pt x="28" y="205"/>
                  <a:pt x="28" y="205"/>
                </a:cubicBezTo>
                <a:cubicBezTo>
                  <a:pt x="14" y="205"/>
                  <a:pt x="0" y="191"/>
                  <a:pt x="0" y="176"/>
                </a:cubicBezTo>
                <a:cubicBezTo>
                  <a:pt x="0" y="162"/>
                  <a:pt x="14" y="148"/>
                  <a:pt x="28" y="148"/>
                </a:cubicBezTo>
                <a:close/>
                <a:moveTo>
                  <a:pt x="28" y="297"/>
                </a:moveTo>
                <a:lnTo>
                  <a:pt x="28" y="297"/>
                </a:lnTo>
                <a:cubicBezTo>
                  <a:pt x="580" y="297"/>
                  <a:pt x="580" y="297"/>
                  <a:pt x="580" y="297"/>
                </a:cubicBezTo>
                <a:cubicBezTo>
                  <a:pt x="594" y="297"/>
                  <a:pt x="608" y="311"/>
                  <a:pt x="608" y="325"/>
                </a:cubicBezTo>
                <a:cubicBezTo>
                  <a:pt x="608" y="346"/>
                  <a:pt x="594" y="353"/>
                  <a:pt x="580" y="353"/>
                </a:cubicBezTo>
                <a:cubicBezTo>
                  <a:pt x="28" y="353"/>
                  <a:pt x="28" y="353"/>
                  <a:pt x="28" y="353"/>
                </a:cubicBezTo>
                <a:cubicBezTo>
                  <a:pt x="14" y="353"/>
                  <a:pt x="0" y="346"/>
                  <a:pt x="0" y="325"/>
                </a:cubicBezTo>
                <a:cubicBezTo>
                  <a:pt x="0" y="311"/>
                  <a:pt x="14" y="297"/>
                  <a:pt x="28" y="297"/>
                </a:cubicBezTo>
                <a:close/>
                <a:moveTo>
                  <a:pt x="28" y="452"/>
                </a:moveTo>
                <a:lnTo>
                  <a:pt x="28" y="452"/>
                </a:lnTo>
                <a:cubicBezTo>
                  <a:pt x="191" y="452"/>
                  <a:pt x="191" y="452"/>
                  <a:pt x="191" y="452"/>
                </a:cubicBezTo>
                <a:cubicBezTo>
                  <a:pt x="311" y="452"/>
                  <a:pt x="311" y="452"/>
                  <a:pt x="311" y="452"/>
                </a:cubicBezTo>
                <a:cubicBezTo>
                  <a:pt x="410" y="452"/>
                  <a:pt x="410" y="452"/>
                  <a:pt x="410" y="452"/>
                </a:cubicBezTo>
                <a:cubicBezTo>
                  <a:pt x="424" y="452"/>
                  <a:pt x="438" y="459"/>
                  <a:pt x="438" y="480"/>
                </a:cubicBezTo>
                <a:cubicBezTo>
                  <a:pt x="438" y="494"/>
                  <a:pt x="424" y="509"/>
                  <a:pt x="410" y="509"/>
                </a:cubicBezTo>
                <a:cubicBezTo>
                  <a:pt x="311" y="509"/>
                  <a:pt x="311" y="509"/>
                  <a:pt x="311" y="509"/>
                </a:cubicBezTo>
                <a:lnTo>
                  <a:pt x="311" y="509"/>
                </a:lnTo>
                <a:cubicBezTo>
                  <a:pt x="28" y="509"/>
                  <a:pt x="28" y="509"/>
                  <a:pt x="28" y="509"/>
                </a:cubicBezTo>
                <a:cubicBezTo>
                  <a:pt x="14" y="509"/>
                  <a:pt x="0" y="494"/>
                  <a:pt x="0" y="480"/>
                </a:cubicBezTo>
                <a:cubicBezTo>
                  <a:pt x="0" y="459"/>
                  <a:pt x="14" y="452"/>
                  <a:pt x="28" y="45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0" name="Freeform 132"/>
          <p:cNvSpPr/>
          <p:nvPr/>
        </p:nvSpPr>
        <p:spPr>
          <a:xfrm>
            <a:off x="1185840" y="1822320"/>
            <a:ext cx="217440" cy="184320"/>
          </a:xfrm>
          <a:custGeom>
            <a:avLst/>
            <a:gdLst/>
            <a:ahLst/>
            <a:rect l="l" t="t" r="r" b="b"/>
            <a:pathLst>
              <a:path w="602" h="510">
                <a:moveTo>
                  <a:pt x="572" y="353"/>
                </a:moveTo>
                <a:lnTo>
                  <a:pt x="572" y="353"/>
                </a:lnTo>
                <a:cubicBezTo>
                  <a:pt x="28" y="353"/>
                  <a:pt x="28" y="353"/>
                  <a:pt x="28" y="353"/>
                </a:cubicBezTo>
                <a:cubicBezTo>
                  <a:pt x="14" y="353"/>
                  <a:pt x="0" y="346"/>
                  <a:pt x="0" y="325"/>
                </a:cubicBezTo>
                <a:cubicBezTo>
                  <a:pt x="0" y="311"/>
                  <a:pt x="14" y="297"/>
                  <a:pt x="28" y="297"/>
                </a:cubicBezTo>
                <a:cubicBezTo>
                  <a:pt x="572" y="297"/>
                  <a:pt x="572" y="297"/>
                  <a:pt x="572" y="297"/>
                </a:cubicBezTo>
                <a:cubicBezTo>
                  <a:pt x="594" y="297"/>
                  <a:pt x="601" y="311"/>
                  <a:pt x="601" y="325"/>
                </a:cubicBezTo>
                <a:cubicBezTo>
                  <a:pt x="601" y="346"/>
                  <a:pt x="594" y="353"/>
                  <a:pt x="572" y="353"/>
                </a:cubicBezTo>
                <a:close/>
                <a:moveTo>
                  <a:pt x="572" y="205"/>
                </a:moveTo>
                <a:lnTo>
                  <a:pt x="572" y="205"/>
                </a:lnTo>
                <a:cubicBezTo>
                  <a:pt x="28" y="205"/>
                  <a:pt x="28" y="205"/>
                  <a:pt x="28" y="205"/>
                </a:cubicBezTo>
                <a:cubicBezTo>
                  <a:pt x="14" y="205"/>
                  <a:pt x="0" y="191"/>
                  <a:pt x="0" y="176"/>
                </a:cubicBezTo>
                <a:cubicBezTo>
                  <a:pt x="0" y="162"/>
                  <a:pt x="14" y="148"/>
                  <a:pt x="28" y="148"/>
                </a:cubicBezTo>
                <a:cubicBezTo>
                  <a:pt x="572" y="148"/>
                  <a:pt x="572" y="148"/>
                  <a:pt x="572" y="148"/>
                </a:cubicBezTo>
                <a:cubicBezTo>
                  <a:pt x="594" y="148"/>
                  <a:pt x="601" y="162"/>
                  <a:pt x="601" y="176"/>
                </a:cubicBezTo>
                <a:cubicBezTo>
                  <a:pt x="601" y="191"/>
                  <a:pt x="594" y="205"/>
                  <a:pt x="572" y="205"/>
                </a:cubicBezTo>
                <a:close/>
                <a:moveTo>
                  <a:pt x="572" y="56"/>
                </a:moveTo>
                <a:lnTo>
                  <a:pt x="572" y="56"/>
                </a:lnTo>
                <a:cubicBezTo>
                  <a:pt x="28" y="56"/>
                  <a:pt x="28" y="56"/>
                  <a:pt x="28" y="56"/>
                </a:cubicBezTo>
                <a:cubicBezTo>
                  <a:pt x="14" y="56"/>
                  <a:pt x="0" y="42"/>
                  <a:pt x="0" y="28"/>
                </a:cubicBezTo>
                <a:cubicBezTo>
                  <a:pt x="0" y="7"/>
                  <a:pt x="14" y="0"/>
                  <a:pt x="28" y="0"/>
                </a:cubicBezTo>
                <a:cubicBezTo>
                  <a:pt x="572" y="0"/>
                  <a:pt x="572" y="0"/>
                  <a:pt x="572" y="0"/>
                </a:cubicBezTo>
                <a:cubicBezTo>
                  <a:pt x="594" y="0"/>
                  <a:pt x="601" y="7"/>
                  <a:pt x="601" y="28"/>
                </a:cubicBezTo>
                <a:cubicBezTo>
                  <a:pt x="601" y="42"/>
                  <a:pt x="594" y="56"/>
                  <a:pt x="572" y="56"/>
                </a:cubicBezTo>
                <a:close/>
                <a:moveTo>
                  <a:pt x="28" y="452"/>
                </a:moveTo>
                <a:lnTo>
                  <a:pt x="28" y="452"/>
                </a:lnTo>
                <a:cubicBezTo>
                  <a:pt x="572" y="452"/>
                  <a:pt x="572" y="452"/>
                  <a:pt x="572" y="452"/>
                </a:cubicBezTo>
                <a:cubicBezTo>
                  <a:pt x="594" y="452"/>
                  <a:pt x="601" y="459"/>
                  <a:pt x="601" y="480"/>
                </a:cubicBezTo>
                <a:cubicBezTo>
                  <a:pt x="601" y="494"/>
                  <a:pt x="594" y="509"/>
                  <a:pt x="572" y="509"/>
                </a:cubicBezTo>
                <a:cubicBezTo>
                  <a:pt x="28" y="509"/>
                  <a:pt x="28" y="509"/>
                  <a:pt x="28" y="509"/>
                </a:cubicBezTo>
                <a:cubicBezTo>
                  <a:pt x="14" y="509"/>
                  <a:pt x="0" y="494"/>
                  <a:pt x="0" y="480"/>
                </a:cubicBezTo>
                <a:cubicBezTo>
                  <a:pt x="0" y="459"/>
                  <a:pt x="14" y="452"/>
                  <a:pt x="28" y="45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1" name="Freeform 133"/>
          <p:cNvSpPr/>
          <p:nvPr/>
        </p:nvSpPr>
        <p:spPr>
          <a:xfrm>
            <a:off x="5365800" y="1481040"/>
            <a:ext cx="217440" cy="101520"/>
          </a:xfrm>
          <a:custGeom>
            <a:avLst/>
            <a:gdLst/>
            <a:ahLst/>
            <a:rect l="l" t="t" r="r" b="b"/>
            <a:pathLst>
              <a:path w="602" h="283">
                <a:moveTo>
                  <a:pt x="573" y="198"/>
                </a:moveTo>
                <a:lnTo>
                  <a:pt x="573" y="198"/>
                </a:lnTo>
                <a:cubicBezTo>
                  <a:pt x="573" y="254"/>
                  <a:pt x="573" y="254"/>
                  <a:pt x="573" y="254"/>
                </a:cubicBezTo>
                <a:cubicBezTo>
                  <a:pt x="573" y="275"/>
                  <a:pt x="558" y="282"/>
                  <a:pt x="544" y="282"/>
                </a:cubicBezTo>
                <a:cubicBezTo>
                  <a:pt x="28" y="282"/>
                  <a:pt x="28" y="282"/>
                  <a:pt x="28" y="282"/>
                </a:cubicBezTo>
                <a:cubicBezTo>
                  <a:pt x="7" y="282"/>
                  <a:pt x="0" y="275"/>
                  <a:pt x="0" y="254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7" y="0"/>
                  <a:pt x="28" y="0"/>
                </a:cubicBezTo>
                <a:cubicBezTo>
                  <a:pt x="544" y="0"/>
                  <a:pt x="544" y="0"/>
                  <a:pt x="544" y="0"/>
                </a:cubicBezTo>
                <a:cubicBezTo>
                  <a:pt x="558" y="0"/>
                  <a:pt x="573" y="14"/>
                  <a:pt x="573" y="28"/>
                </a:cubicBezTo>
                <a:cubicBezTo>
                  <a:pt x="573" y="84"/>
                  <a:pt x="573" y="84"/>
                  <a:pt x="573" y="84"/>
                </a:cubicBezTo>
                <a:cubicBezTo>
                  <a:pt x="587" y="84"/>
                  <a:pt x="601" y="99"/>
                  <a:pt x="601" y="113"/>
                </a:cubicBezTo>
                <a:cubicBezTo>
                  <a:pt x="601" y="169"/>
                  <a:pt x="601" y="169"/>
                  <a:pt x="601" y="169"/>
                </a:cubicBezTo>
                <a:cubicBezTo>
                  <a:pt x="601" y="190"/>
                  <a:pt x="587" y="198"/>
                  <a:pt x="573" y="198"/>
                </a:cubicBezTo>
                <a:close/>
                <a:moveTo>
                  <a:pt x="516" y="169"/>
                </a:moveTo>
                <a:lnTo>
                  <a:pt x="516" y="169"/>
                </a:lnTo>
                <a:cubicBezTo>
                  <a:pt x="516" y="113"/>
                  <a:pt x="516" y="113"/>
                  <a:pt x="516" y="113"/>
                </a:cubicBezTo>
                <a:cubicBezTo>
                  <a:pt x="516" y="56"/>
                  <a:pt x="516" y="56"/>
                  <a:pt x="516" y="56"/>
                </a:cubicBezTo>
                <a:cubicBezTo>
                  <a:pt x="57" y="56"/>
                  <a:pt x="57" y="56"/>
                  <a:pt x="57" y="56"/>
                </a:cubicBezTo>
                <a:cubicBezTo>
                  <a:pt x="57" y="226"/>
                  <a:pt x="57" y="226"/>
                  <a:pt x="57" y="226"/>
                </a:cubicBezTo>
                <a:cubicBezTo>
                  <a:pt x="516" y="226"/>
                  <a:pt x="516" y="226"/>
                  <a:pt x="516" y="226"/>
                </a:cubicBezTo>
                <a:lnTo>
                  <a:pt x="516" y="169"/>
                </a:lnTo>
                <a:close/>
                <a:moveTo>
                  <a:pt x="488" y="198"/>
                </a:moveTo>
                <a:lnTo>
                  <a:pt x="488" y="198"/>
                </a:lnTo>
                <a:cubicBezTo>
                  <a:pt x="85" y="198"/>
                  <a:pt x="85" y="198"/>
                  <a:pt x="85" y="198"/>
                </a:cubicBezTo>
                <a:cubicBezTo>
                  <a:pt x="85" y="84"/>
                  <a:pt x="85" y="84"/>
                  <a:pt x="85" y="84"/>
                </a:cubicBezTo>
                <a:cubicBezTo>
                  <a:pt x="488" y="84"/>
                  <a:pt x="488" y="84"/>
                  <a:pt x="488" y="84"/>
                </a:cubicBezTo>
                <a:lnTo>
                  <a:pt x="488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2" name="Freeform 134"/>
          <p:cNvSpPr/>
          <p:nvPr/>
        </p:nvSpPr>
        <p:spPr>
          <a:xfrm>
            <a:off x="4983120" y="1481040"/>
            <a:ext cx="219240" cy="101520"/>
          </a:xfrm>
          <a:custGeom>
            <a:avLst/>
            <a:gdLst/>
            <a:ahLst/>
            <a:rect l="l" t="t" r="r" b="b"/>
            <a:pathLst>
              <a:path w="609" h="283">
                <a:moveTo>
                  <a:pt x="579" y="198"/>
                </a:moveTo>
                <a:lnTo>
                  <a:pt x="579" y="198"/>
                </a:lnTo>
                <a:cubicBezTo>
                  <a:pt x="579" y="254"/>
                  <a:pt x="579" y="254"/>
                  <a:pt x="579" y="254"/>
                </a:cubicBezTo>
                <a:cubicBezTo>
                  <a:pt x="579" y="275"/>
                  <a:pt x="565" y="282"/>
                  <a:pt x="551" y="282"/>
                </a:cubicBezTo>
                <a:cubicBezTo>
                  <a:pt x="28" y="282"/>
                  <a:pt x="28" y="282"/>
                  <a:pt x="28" y="282"/>
                </a:cubicBezTo>
                <a:cubicBezTo>
                  <a:pt x="14" y="282"/>
                  <a:pt x="0" y="275"/>
                  <a:pt x="0" y="254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14" y="0"/>
                  <a:pt x="28" y="0"/>
                </a:cubicBezTo>
                <a:cubicBezTo>
                  <a:pt x="551" y="0"/>
                  <a:pt x="551" y="0"/>
                  <a:pt x="551" y="0"/>
                </a:cubicBezTo>
                <a:cubicBezTo>
                  <a:pt x="565" y="0"/>
                  <a:pt x="579" y="14"/>
                  <a:pt x="579" y="28"/>
                </a:cubicBezTo>
                <a:cubicBezTo>
                  <a:pt x="579" y="84"/>
                  <a:pt x="579" y="84"/>
                  <a:pt x="579" y="84"/>
                </a:cubicBezTo>
                <a:cubicBezTo>
                  <a:pt x="594" y="84"/>
                  <a:pt x="608" y="99"/>
                  <a:pt x="608" y="113"/>
                </a:cubicBezTo>
                <a:cubicBezTo>
                  <a:pt x="608" y="169"/>
                  <a:pt x="608" y="169"/>
                  <a:pt x="608" y="169"/>
                </a:cubicBezTo>
                <a:cubicBezTo>
                  <a:pt x="608" y="190"/>
                  <a:pt x="594" y="198"/>
                  <a:pt x="579" y="198"/>
                </a:cubicBezTo>
                <a:close/>
                <a:moveTo>
                  <a:pt x="523" y="169"/>
                </a:moveTo>
                <a:lnTo>
                  <a:pt x="523" y="169"/>
                </a:lnTo>
                <a:cubicBezTo>
                  <a:pt x="523" y="113"/>
                  <a:pt x="523" y="113"/>
                  <a:pt x="523" y="113"/>
                </a:cubicBezTo>
                <a:cubicBezTo>
                  <a:pt x="523" y="56"/>
                  <a:pt x="523" y="56"/>
                  <a:pt x="523" y="56"/>
                </a:cubicBezTo>
                <a:cubicBezTo>
                  <a:pt x="56" y="56"/>
                  <a:pt x="56" y="56"/>
                  <a:pt x="56" y="56"/>
                </a:cubicBezTo>
                <a:cubicBezTo>
                  <a:pt x="56" y="226"/>
                  <a:pt x="56" y="226"/>
                  <a:pt x="56" y="226"/>
                </a:cubicBezTo>
                <a:cubicBezTo>
                  <a:pt x="523" y="226"/>
                  <a:pt x="523" y="226"/>
                  <a:pt x="523" y="226"/>
                </a:cubicBezTo>
                <a:lnTo>
                  <a:pt x="523" y="169"/>
                </a:lnTo>
                <a:close/>
                <a:moveTo>
                  <a:pt x="353" y="198"/>
                </a:moveTo>
                <a:lnTo>
                  <a:pt x="353" y="198"/>
                </a:lnTo>
                <a:lnTo>
                  <a:pt x="353" y="198"/>
                </a:lnTo>
                <a:cubicBezTo>
                  <a:pt x="85" y="198"/>
                  <a:pt x="85" y="198"/>
                  <a:pt x="85" y="198"/>
                </a:cubicBezTo>
                <a:cubicBezTo>
                  <a:pt x="85" y="84"/>
                  <a:pt x="85" y="84"/>
                  <a:pt x="85" y="84"/>
                </a:cubicBezTo>
                <a:cubicBezTo>
                  <a:pt x="353" y="84"/>
                  <a:pt x="353" y="84"/>
                  <a:pt x="353" y="84"/>
                </a:cubicBezTo>
                <a:lnTo>
                  <a:pt x="353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3" name="Freeform 135"/>
          <p:cNvSpPr/>
          <p:nvPr/>
        </p:nvSpPr>
        <p:spPr>
          <a:xfrm>
            <a:off x="4605480" y="1481040"/>
            <a:ext cx="217440" cy="101520"/>
          </a:xfrm>
          <a:custGeom>
            <a:avLst/>
            <a:gdLst/>
            <a:ahLst/>
            <a:rect l="l" t="t" r="r" b="b"/>
            <a:pathLst>
              <a:path w="602" h="283">
                <a:moveTo>
                  <a:pt x="572" y="198"/>
                </a:moveTo>
                <a:lnTo>
                  <a:pt x="572" y="198"/>
                </a:lnTo>
                <a:cubicBezTo>
                  <a:pt x="572" y="254"/>
                  <a:pt x="572" y="254"/>
                  <a:pt x="572" y="254"/>
                </a:cubicBezTo>
                <a:cubicBezTo>
                  <a:pt x="572" y="275"/>
                  <a:pt x="565" y="282"/>
                  <a:pt x="544" y="282"/>
                </a:cubicBezTo>
                <a:cubicBezTo>
                  <a:pt x="28" y="282"/>
                  <a:pt x="28" y="282"/>
                  <a:pt x="28" y="282"/>
                </a:cubicBezTo>
                <a:cubicBezTo>
                  <a:pt x="14" y="282"/>
                  <a:pt x="0" y="275"/>
                  <a:pt x="0" y="254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14" y="0"/>
                  <a:pt x="28" y="0"/>
                </a:cubicBezTo>
                <a:cubicBezTo>
                  <a:pt x="544" y="0"/>
                  <a:pt x="544" y="0"/>
                  <a:pt x="544" y="0"/>
                </a:cubicBezTo>
                <a:cubicBezTo>
                  <a:pt x="565" y="0"/>
                  <a:pt x="572" y="14"/>
                  <a:pt x="572" y="28"/>
                </a:cubicBezTo>
                <a:cubicBezTo>
                  <a:pt x="572" y="84"/>
                  <a:pt x="572" y="84"/>
                  <a:pt x="572" y="84"/>
                </a:cubicBezTo>
                <a:cubicBezTo>
                  <a:pt x="594" y="84"/>
                  <a:pt x="601" y="99"/>
                  <a:pt x="601" y="113"/>
                </a:cubicBezTo>
                <a:cubicBezTo>
                  <a:pt x="601" y="169"/>
                  <a:pt x="601" y="169"/>
                  <a:pt x="601" y="169"/>
                </a:cubicBezTo>
                <a:cubicBezTo>
                  <a:pt x="601" y="190"/>
                  <a:pt x="594" y="198"/>
                  <a:pt x="572" y="198"/>
                </a:cubicBezTo>
                <a:close/>
                <a:moveTo>
                  <a:pt x="516" y="169"/>
                </a:moveTo>
                <a:lnTo>
                  <a:pt x="516" y="169"/>
                </a:lnTo>
                <a:cubicBezTo>
                  <a:pt x="516" y="113"/>
                  <a:pt x="516" y="113"/>
                  <a:pt x="516" y="113"/>
                </a:cubicBezTo>
                <a:cubicBezTo>
                  <a:pt x="516" y="56"/>
                  <a:pt x="516" y="56"/>
                  <a:pt x="516" y="56"/>
                </a:cubicBezTo>
                <a:cubicBezTo>
                  <a:pt x="509" y="56"/>
                  <a:pt x="509" y="56"/>
                  <a:pt x="509" y="56"/>
                </a:cubicBezTo>
                <a:lnTo>
                  <a:pt x="509" y="56"/>
                </a:lnTo>
                <a:cubicBezTo>
                  <a:pt x="346" y="56"/>
                  <a:pt x="346" y="56"/>
                  <a:pt x="346" y="56"/>
                </a:cubicBezTo>
                <a:lnTo>
                  <a:pt x="346" y="56"/>
                </a:lnTo>
                <a:cubicBezTo>
                  <a:pt x="56" y="56"/>
                  <a:pt x="56" y="56"/>
                  <a:pt x="56" y="56"/>
                </a:cubicBezTo>
                <a:cubicBezTo>
                  <a:pt x="56" y="226"/>
                  <a:pt x="56" y="226"/>
                  <a:pt x="56" y="226"/>
                </a:cubicBezTo>
                <a:cubicBezTo>
                  <a:pt x="516" y="226"/>
                  <a:pt x="516" y="226"/>
                  <a:pt x="516" y="226"/>
                </a:cubicBezTo>
                <a:lnTo>
                  <a:pt x="516" y="169"/>
                </a:lnTo>
                <a:close/>
                <a:moveTo>
                  <a:pt x="205" y="198"/>
                </a:moveTo>
                <a:lnTo>
                  <a:pt x="205" y="198"/>
                </a:lnTo>
                <a:cubicBezTo>
                  <a:pt x="85" y="198"/>
                  <a:pt x="85" y="198"/>
                  <a:pt x="85" y="198"/>
                </a:cubicBezTo>
                <a:cubicBezTo>
                  <a:pt x="85" y="84"/>
                  <a:pt x="85" y="84"/>
                  <a:pt x="85" y="84"/>
                </a:cubicBezTo>
                <a:cubicBezTo>
                  <a:pt x="205" y="84"/>
                  <a:pt x="205" y="84"/>
                  <a:pt x="205" y="84"/>
                </a:cubicBezTo>
                <a:lnTo>
                  <a:pt x="205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4" name="Freeform 136"/>
          <p:cNvSpPr/>
          <p:nvPr/>
        </p:nvSpPr>
        <p:spPr>
          <a:xfrm>
            <a:off x="4226040" y="1481040"/>
            <a:ext cx="215640" cy="101520"/>
          </a:xfrm>
          <a:custGeom>
            <a:avLst/>
            <a:gdLst/>
            <a:ahLst/>
            <a:rect l="l" t="t" r="r" b="b"/>
            <a:pathLst>
              <a:path w="601" h="283">
                <a:moveTo>
                  <a:pt x="572" y="198"/>
                </a:moveTo>
                <a:lnTo>
                  <a:pt x="572" y="198"/>
                </a:lnTo>
                <a:cubicBezTo>
                  <a:pt x="572" y="254"/>
                  <a:pt x="572" y="254"/>
                  <a:pt x="572" y="254"/>
                </a:cubicBezTo>
                <a:cubicBezTo>
                  <a:pt x="572" y="275"/>
                  <a:pt x="558" y="282"/>
                  <a:pt x="544" y="282"/>
                </a:cubicBezTo>
                <a:cubicBezTo>
                  <a:pt x="28" y="282"/>
                  <a:pt x="28" y="282"/>
                  <a:pt x="28" y="282"/>
                </a:cubicBezTo>
                <a:cubicBezTo>
                  <a:pt x="7" y="282"/>
                  <a:pt x="0" y="275"/>
                  <a:pt x="0" y="254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7" y="0"/>
                  <a:pt x="28" y="0"/>
                </a:cubicBezTo>
                <a:cubicBezTo>
                  <a:pt x="544" y="0"/>
                  <a:pt x="544" y="0"/>
                  <a:pt x="544" y="0"/>
                </a:cubicBezTo>
                <a:cubicBezTo>
                  <a:pt x="558" y="0"/>
                  <a:pt x="572" y="14"/>
                  <a:pt x="572" y="28"/>
                </a:cubicBezTo>
                <a:cubicBezTo>
                  <a:pt x="572" y="84"/>
                  <a:pt x="572" y="84"/>
                  <a:pt x="572" y="84"/>
                </a:cubicBezTo>
                <a:cubicBezTo>
                  <a:pt x="586" y="84"/>
                  <a:pt x="600" y="99"/>
                  <a:pt x="600" y="113"/>
                </a:cubicBezTo>
                <a:cubicBezTo>
                  <a:pt x="600" y="169"/>
                  <a:pt x="600" y="169"/>
                  <a:pt x="600" y="169"/>
                </a:cubicBezTo>
                <a:cubicBezTo>
                  <a:pt x="600" y="190"/>
                  <a:pt x="586" y="198"/>
                  <a:pt x="572" y="198"/>
                </a:cubicBezTo>
                <a:close/>
                <a:moveTo>
                  <a:pt x="516" y="56"/>
                </a:moveTo>
                <a:lnTo>
                  <a:pt x="516" y="56"/>
                </a:lnTo>
                <a:cubicBezTo>
                  <a:pt x="56" y="56"/>
                  <a:pt x="56" y="56"/>
                  <a:pt x="56" y="56"/>
                </a:cubicBezTo>
                <a:cubicBezTo>
                  <a:pt x="56" y="226"/>
                  <a:pt x="56" y="226"/>
                  <a:pt x="56" y="226"/>
                </a:cubicBezTo>
                <a:lnTo>
                  <a:pt x="56" y="226"/>
                </a:lnTo>
                <a:lnTo>
                  <a:pt x="56" y="226"/>
                </a:lnTo>
                <a:cubicBezTo>
                  <a:pt x="516" y="226"/>
                  <a:pt x="516" y="226"/>
                  <a:pt x="516" y="226"/>
                </a:cubicBezTo>
                <a:lnTo>
                  <a:pt x="516" y="226"/>
                </a:lnTo>
                <a:lnTo>
                  <a:pt x="516" y="226"/>
                </a:lnTo>
                <a:lnTo>
                  <a:pt x="516" y="5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5" name="Freeform 137"/>
          <p:cNvSpPr/>
          <p:nvPr/>
        </p:nvSpPr>
        <p:spPr>
          <a:xfrm>
            <a:off x="3843360" y="1430280"/>
            <a:ext cx="218880" cy="209520"/>
          </a:xfrm>
          <a:custGeom>
            <a:avLst/>
            <a:gdLst/>
            <a:ahLst/>
            <a:rect l="l" t="t" r="r" b="b"/>
            <a:pathLst>
              <a:path w="608" h="581">
                <a:moveTo>
                  <a:pt x="593" y="255"/>
                </a:moveTo>
                <a:lnTo>
                  <a:pt x="593" y="255"/>
                </a:lnTo>
                <a:lnTo>
                  <a:pt x="593" y="255"/>
                </a:lnTo>
                <a:cubicBezTo>
                  <a:pt x="445" y="361"/>
                  <a:pt x="445" y="361"/>
                  <a:pt x="445" y="361"/>
                </a:cubicBezTo>
                <a:cubicBezTo>
                  <a:pt x="501" y="537"/>
                  <a:pt x="501" y="537"/>
                  <a:pt x="501" y="537"/>
                </a:cubicBezTo>
                <a:cubicBezTo>
                  <a:pt x="501" y="545"/>
                  <a:pt x="501" y="545"/>
                  <a:pt x="501" y="552"/>
                </a:cubicBezTo>
                <a:cubicBezTo>
                  <a:pt x="501" y="566"/>
                  <a:pt x="487" y="580"/>
                  <a:pt x="473" y="580"/>
                </a:cubicBezTo>
                <a:cubicBezTo>
                  <a:pt x="466" y="580"/>
                  <a:pt x="459" y="573"/>
                  <a:pt x="459" y="573"/>
                </a:cubicBezTo>
                <a:lnTo>
                  <a:pt x="459" y="573"/>
                </a:lnTo>
                <a:cubicBezTo>
                  <a:pt x="304" y="460"/>
                  <a:pt x="304" y="460"/>
                  <a:pt x="304" y="460"/>
                </a:cubicBezTo>
                <a:cubicBezTo>
                  <a:pt x="148" y="573"/>
                  <a:pt x="148" y="573"/>
                  <a:pt x="148" y="573"/>
                </a:cubicBezTo>
                <a:lnTo>
                  <a:pt x="148" y="573"/>
                </a:lnTo>
                <a:cubicBezTo>
                  <a:pt x="148" y="573"/>
                  <a:pt x="141" y="580"/>
                  <a:pt x="134" y="580"/>
                </a:cubicBezTo>
                <a:cubicBezTo>
                  <a:pt x="120" y="580"/>
                  <a:pt x="106" y="566"/>
                  <a:pt x="106" y="552"/>
                </a:cubicBezTo>
                <a:cubicBezTo>
                  <a:pt x="106" y="545"/>
                  <a:pt x="106" y="545"/>
                  <a:pt x="106" y="537"/>
                </a:cubicBezTo>
                <a:cubicBezTo>
                  <a:pt x="162" y="361"/>
                  <a:pt x="162" y="361"/>
                  <a:pt x="162" y="361"/>
                </a:cubicBezTo>
                <a:cubicBezTo>
                  <a:pt x="14" y="255"/>
                  <a:pt x="14" y="255"/>
                  <a:pt x="14" y="255"/>
                </a:cubicBezTo>
                <a:lnTo>
                  <a:pt x="14" y="255"/>
                </a:lnTo>
                <a:cubicBezTo>
                  <a:pt x="7" y="248"/>
                  <a:pt x="0" y="241"/>
                  <a:pt x="0" y="226"/>
                </a:cubicBezTo>
                <a:cubicBezTo>
                  <a:pt x="0" y="212"/>
                  <a:pt x="14" y="198"/>
                  <a:pt x="28" y="198"/>
                </a:cubicBezTo>
                <a:lnTo>
                  <a:pt x="28" y="198"/>
                </a:lnTo>
                <a:cubicBezTo>
                  <a:pt x="219" y="198"/>
                  <a:pt x="219" y="198"/>
                  <a:pt x="219" y="198"/>
                </a:cubicBezTo>
                <a:cubicBezTo>
                  <a:pt x="275" y="22"/>
                  <a:pt x="275" y="22"/>
                  <a:pt x="275" y="22"/>
                </a:cubicBezTo>
                <a:cubicBezTo>
                  <a:pt x="282" y="14"/>
                  <a:pt x="290" y="0"/>
                  <a:pt x="304" y="0"/>
                </a:cubicBezTo>
                <a:cubicBezTo>
                  <a:pt x="318" y="0"/>
                  <a:pt x="325" y="14"/>
                  <a:pt x="332" y="22"/>
                </a:cubicBezTo>
                <a:cubicBezTo>
                  <a:pt x="388" y="198"/>
                  <a:pt x="388" y="198"/>
                  <a:pt x="388" y="198"/>
                </a:cubicBezTo>
                <a:cubicBezTo>
                  <a:pt x="579" y="198"/>
                  <a:pt x="579" y="198"/>
                  <a:pt x="579" y="198"/>
                </a:cubicBezTo>
                <a:lnTo>
                  <a:pt x="579" y="198"/>
                </a:lnTo>
                <a:cubicBezTo>
                  <a:pt x="593" y="198"/>
                  <a:pt x="607" y="212"/>
                  <a:pt x="607" y="226"/>
                </a:cubicBezTo>
                <a:cubicBezTo>
                  <a:pt x="607" y="241"/>
                  <a:pt x="600" y="248"/>
                  <a:pt x="593" y="25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6" name="Freeform 138"/>
          <p:cNvSpPr/>
          <p:nvPr/>
        </p:nvSpPr>
        <p:spPr>
          <a:xfrm>
            <a:off x="3465360" y="1430280"/>
            <a:ext cx="214560" cy="209520"/>
          </a:xfrm>
          <a:custGeom>
            <a:avLst/>
            <a:gdLst/>
            <a:ahLst/>
            <a:rect l="l" t="t" r="r" b="b"/>
            <a:pathLst>
              <a:path w="594" h="581">
                <a:moveTo>
                  <a:pt x="565" y="340"/>
                </a:moveTo>
                <a:lnTo>
                  <a:pt x="565" y="340"/>
                </a:lnTo>
                <a:cubicBezTo>
                  <a:pt x="558" y="340"/>
                  <a:pt x="558" y="340"/>
                  <a:pt x="558" y="340"/>
                </a:cubicBezTo>
                <a:lnTo>
                  <a:pt x="558" y="340"/>
                </a:lnTo>
                <a:cubicBezTo>
                  <a:pt x="544" y="340"/>
                  <a:pt x="544" y="340"/>
                  <a:pt x="544" y="340"/>
                </a:cubicBezTo>
                <a:cubicBezTo>
                  <a:pt x="544" y="389"/>
                  <a:pt x="544" y="389"/>
                  <a:pt x="544" y="389"/>
                </a:cubicBezTo>
                <a:lnTo>
                  <a:pt x="544" y="389"/>
                </a:lnTo>
                <a:lnTo>
                  <a:pt x="544" y="396"/>
                </a:lnTo>
                <a:lnTo>
                  <a:pt x="544" y="396"/>
                </a:lnTo>
                <a:cubicBezTo>
                  <a:pt x="544" y="396"/>
                  <a:pt x="544" y="396"/>
                  <a:pt x="544" y="403"/>
                </a:cubicBezTo>
                <a:lnTo>
                  <a:pt x="544" y="403"/>
                </a:lnTo>
                <a:lnTo>
                  <a:pt x="544" y="403"/>
                </a:lnTo>
                <a:lnTo>
                  <a:pt x="537" y="410"/>
                </a:lnTo>
                <a:lnTo>
                  <a:pt x="537" y="410"/>
                </a:lnTo>
                <a:cubicBezTo>
                  <a:pt x="530" y="417"/>
                  <a:pt x="523" y="417"/>
                  <a:pt x="515" y="417"/>
                </a:cubicBezTo>
                <a:lnTo>
                  <a:pt x="515" y="417"/>
                </a:lnTo>
                <a:lnTo>
                  <a:pt x="515" y="417"/>
                </a:lnTo>
                <a:lnTo>
                  <a:pt x="515" y="417"/>
                </a:lnTo>
                <a:cubicBezTo>
                  <a:pt x="508" y="417"/>
                  <a:pt x="501" y="417"/>
                  <a:pt x="501" y="410"/>
                </a:cubicBezTo>
                <a:cubicBezTo>
                  <a:pt x="431" y="340"/>
                  <a:pt x="431" y="340"/>
                  <a:pt x="431" y="340"/>
                </a:cubicBezTo>
                <a:lnTo>
                  <a:pt x="431" y="340"/>
                </a:lnTo>
                <a:lnTo>
                  <a:pt x="431" y="340"/>
                </a:lnTo>
                <a:cubicBezTo>
                  <a:pt x="169" y="340"/>
                  <a:pt x="169" y="340"/>
                  <a:pt x="169" y="340"/>
                </a:cubicBezTo>
                <a:cubicBezTo>
                  <a:pt x="155" y="340"/>
                  <a:pt x="141" y="332"/>
                  <a:pt x="141" y="311"/>
                </a:cubicBezTo>
                <a:cubicBezTo>
                  <a:pt x="141" y="29"/>
                  <a:pt x="141" y="29"/>
                  <a:pt x="141" y="29"/>
                </a:cubicBezTo>
                <a:cubicBezTo>
                  <a:pt x="141" y="14"/>
                  <a:pt x="155" y="0"/>
                  <a:pt x="169" y="0"/>
                </a:cubicBezTo>
                <a:cubicBezTo>
                  <a:pt x="565" y="0"/>
                  <a:pt x="565" y="0"/>
                  <a:pt x="565" y="0"/>
                </a:cubicBezTo>
                <a:cubicBezTo>
                  <a:pt x="579" y="0"/>
                  <a:pt x="593" y="14"/>
                  <a:pt x="593" y="29"/>
                </a:cubicBezTo>
                <a:cubicBezTo>
                  <a:pt x="593" y="311"/>
                  <a:pt x="593" y="311"/>
                  <a:pt x="593" y="311"/>
                </a:cubicBezTo>
                <a:cubicBezTo>
                  <a:pt x="593" y="332"/>
                  <a:pt x="579" y="340"/>
                  <a:pt x="565" y="340"/>
                </a:cubicBezTo>
                <a:close/>
                <a:moveTo>
                  <a:pt x="417" y="368"/>
                </a:moveTo>
                <a:lnTo>
                  <a:pt x="417" y="368"/>
                </a:lnTo>
                <a:cubicBezTo>
                  <a:pt x="480" y="432"/>
                  <a:pt x="480" y="432"/>
                  <a:pt x="480" y="432"/>
                </a:cubicBezTo>
                <a:lnTo>
                  <a:pt x="480" y="432"/>
                </a:lnTo>
                <a:cubicBezTo>
                  <a:pt x="487" y="439"/>
                  <a:pt x="501" y="446"/>
                  <a:pt x="515" y="446"/>
                </a:cubicBezTo>
                <a:cubicBezTo>
                  <a:pt x="515" y="467"/>
                  <a:pt x="515" y="467"/>
                  <a:pt x="515" y="467"/>
                </a:cubicBezTo>
                <a:cubicBezTo>
                  <a:pt x="515" y="481"/>
                  <a:pt x="508" y="495"/>
                  <a:pt x="487" y="495"/>
                </a:cubicBezTo>
                <a:lnTo>
                  <a:pt x="487" y="495"/>
                </a:lnTo>
                <a:cubicBezTo>
                  <a:pt x="289" y="495"/>
                  <a:pt x="289" y="495"/>
                  <a:pt x="289" y="495"/>
                </a:cubicBezTo>
                <a:lnTo>
                  <a:pt x="289" y="495"/>
                </a:lnTo>
                <a:cubicBezTo>
                  <a:pt x="226" y="495"/>
                  <a:pt x="226" y="495"/>
                  <a:pt x="226" y="495"/>
                </a:cubicBezTo>
                <a:lnTo>
                  <a:pt x="226" y="495"/>
                </a:lnTo>
                <a:cubicBezTo>
                  <a:pt x="197" y="495"/>
                  <a:pt x="197" y="495"/>
                  <a:pt x="197" y="495"/>
                </a:cubicBezTo>
                <a:lnTo>
                  <a:pt x="197" y="495"/>
                </a:lnTo>
                <a:cubicBezTo>
                  <a:pt x="190" y="495"/>
                  <a:pt x="190" y="495"/>
                  <a:pt x="190" y="495"/>
                </a:cubicBezTo>
                <a:cubicBezTo>
                  <a:pt x="113" y="566"/>
                  <a:pt x="113" y="566"/>
                  <a:pt x="113" y="566"/>
                </a:cubicBezTo>
                <a:cubicBezTo>
                  <a:pt x="106" y="573"/>
                  <a:pt x="99" y="580"/>
                  <a:pt x="91" y="580"/>
                </a:cubicBezTo>
                <a:lnTo>
                  <a:pt x="91" y="580"/>
                </a:lnTo>
                <a:lnTo>
                  <a:pt x="91" y="580"/>
                </a:lnTo>
                <a:lnTo>
                  <a:pt x="91" y="580"/>
                </a:lnTo>
                <a:cubicBezTo>
                  <a:pt x="84" y="580"/>
                  <a:pt x="77" y="573"/>
                  <a:pt x="77" y="566"/>
                </a:cubicBezTo>
                <a:cubicBezTo>
                  <a:pt x="70" y="566"/>
                  <a:pt x="70" y="566"/>
                  <a:pt x="70" y="566"/>
                </a:cubicBezTo>
                <a:lnTo>
                  <a:pt x="70" y="566"/>
                </a:lnTo>
                <a:lnTo>
                  <a:pt x="70" y="566"/>
                </a:lnTo>
                <a:lnTo>
                  <a:pt x="70" y="559"/>
                </a:lnTo>
                <a:lnTo>
                  <a:pt x="70" y="559"/>
                </a:lnTo>
                <a:cubicBezTo>
                  <a:pt x="70" y="559"/>
                  <a:pt x="63" y="559"/>
                  <a:pt x="63" y="552"/>
                </a:cubicBezTo>
                <a:lnTo>
                  <a:pt x="63" y="552"/>
                </a:lnTo>
                <a:lnTo>
                  <a:pt x="63" y="552"/>
                </a:lnTo>
                <a:cubicBezTo>
                  <a:pt x="63" y="495"/>
                  <a:pt x="63" y="495"/>
                  <a:pt x="63" y="495"/>
                </a:cubicBezTo>
                <a:lnTo>
                  <a:pt x="63" y="495"/>
                </a:lnTo>
                <a:lnTo>
                  <a:pt x="63" y="495"/>
                </a:lnTo>
                <a:cubicBezTo>
                  <a:pt x="28" y="495"/>
                  <a:pt x="28" y="495"/>
                  <a:pt x="28" y="495"/>
                </a:cubicBezTo>
                <a:cubicBezTo>
                  <a:pt x="14" y="495"/>
                  <a:pt x="0" y="481"/>
                  <a:pt x="0" y="467"/>
                </a:cubicBezTo>
                <a:cubicBezTo>
                  <a:pt x="0" y="142"/>
                  <a:pt x="0" y="142"/>
                  <a:pt x="0" y="142"/>
                </a:cubicBezTo>
                <a:lnTo>
                  <a:pt x="0" y="142"/>
                </a:lnTo>
                <a:cubicBezTo>
                  <a:pt x="0" y="128"/>
                  <a:pt x="14" y="113"/>
                  <a:pt x="28" y="113"/>
                </a:cubicBezTo>
                <a:cubicBezTo>
                  <a:pt x="113" y="113"/>
                  <a:pt x="113" y="113"/>
                  <a:pt x="113" y="113"/>
                </a:cubicBezTo>
                <a:cubicBezTo>
                  <a:pt x="113" y="311"/>
                  <a:pt x="113" y="311"/>
                  <a:pt x="113" y="311"/>
                </a:cubicBezTo>
                <a:cubicBezTo>
                  <a:pt x="113" y="347"/>
                  <a:pt x="141" y="368"/>
                  <a:pt x="169" y="368"/>
                </a:cubicBezTo>
                <a:lnTo>
                  <a:pt x="417" y="36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7" name="Freeform 139"/>
          <p:cNvSpPr/>
          <p:nvPr/>
        </p:nvSpPr>
        <p:spPr>
          <a:xfrm>
            <a:off x="3086280" y="1434960"/>
            <a:ext cx="215640" cy="196920"/>
          </a:xfrm>
          <a:custGeom>
            <a:avLst/>
            <a:gdLst/>
            <a:ahLst/>
            <a:rect l="l" t="t" r="r" b="b"/>
            <a:pathLst>
              <a:path w="601" h="546">
                <a:moveTo>
                  <a:pt x="572" y="460"/>
                </a:moveTo>
                <a:lnTo>
                  <a:pt x="572" y="460"/>
                </a:lnTo>
                <a:cubicBezTo>
                  <a:pt x="438" y="460"/>
                  <a:pt x="438" y="460"/>
                  <a:pt x="438" y="460"/>
                </a:cubicBezTo>
                <a:lnTo>
                  <a:pt x="438" y="460"/>
                </a:lnTo>
                <a:cubicBezTo>
                  <a:pt x="226" y="460"/>
                  <a:pt x="226" y="460"/>
                  <a:pt x="226" y="460"/>
                </a:cubicBezTo>
                <a:lnTo>
                  <a:pt x="226" y="460"/>
                </a:lnTo>
                <a:cubicBezTo>
                  <a:pt x="197" y="460"/>
                  <a:pt x="197" y="460"/>
                  <a:pt x="197" y="460"/>
                </a:cubicBezTo>
                <a:lnTo>
                  <a:pt x="197" y="460"/>
                </a:lnTo>
                <a:cubicBezTo>
                  <a:pt x="190" y="460"/>
                  <a:pt x="190" y="460"/>
                  <a:pt x="190" y="460"/>
                </a:cubicBezTo>
                <a:cubicBezTo>
                  <a:pt x="113" y="538"/>
                  <a:pt x="113" y="538"/>
                  <a:pt x="113" y="538"/>
                </a:cubicBezTo>
                <a:cubicBezTo>
                  <a:pt x="106" y="545"/>
                  <a:pt x="98" y="545"/>
                  <a:pt x="91" y="545"/>
                </a:cubicBezTo>
                <a:lnTo>
                  <a:pt x="91" y="545"/>
                </a:lnTo>
                <a:lnTo>
                  <a:pt x="91" y="545"/>
                </a:lnTo>
                <a:lnTo>
                  <a:pt x="91" y="545"/>
                </a:lnTo>
                <a:cubicBezTo>
                  <a:pt x="84" y="545"/>
                  <a:pt x="77" y="545"/>
                  <a:pt x="70" y="538"/>
                </a:cubicBezTo>
                <a:lnTo>
                  <a:pt x="70" y="538"/>
                </a:lnTo>
                <a:lnTo>
                  <a:pt x="70" y="531"/>
                </a:lnTo>
                <a:lnTo>
                  <a:pt x="70" y="531"/>
                </a:lnTo>
                <a:cubicBezTo>
                  <a:pt x="63" y="531"/>
                  <a:pt x="63" y="531"/>
                  <a:pt x="63" y="531"/>
                </a:cubicBezTo>
                <a:cubicBezTo>
                  <a:pt x="63" y="523"/>
                  <a:pt x="63" y="523"/>
                  <a:pt x="63" y="523"/>
                </a:cubicBezTo>
                <a:lnTo>
                  <a:pt x="63" y="523"/>
                </a:lnTo>
                <a:lnTo>
                  <a:pt x="63" y="516"/>
                </a:lnTo>
                <a:lnTo>
                  <a:pt x="63" y="516"/>
                </a:lnTo>
                <a:cubicBezTo>
                  <a:pt x="63" y="460"/>
                  <a:pt x="63" y="460"/>
                  <a:pt x="63" y="460"/>
                </a:cubicBezTo>
                <a:cubicBezTo>
                  <a:pt x="56" y="460"/>
                  <a:pt x="56" y="460"/>
                  <a:pt x="56" y="460"/>
                </a:cubicBezTo>
                <a:lnTo>
                  <a:pt x="56" y="460"/>
                </a:lnTo>
                <a:cubicBezTo>
                  <a:pt x="28" y="460"/>
                  <a:pt x="28" y="460"/>
                  <a:pt x="28" y="460"/>
                </a:cubicBezTo>
                <a:cubicBezTo>
                  <a:pt x="7" y="460"/>
                  <a:pt x="0" y="446"/>
                  <a:pt x="0" y="432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8"/>
                  <a:pt x="7" y="0"/>
                  <a:pt x="28" y="0"/>
                </a:cubicBezTo>
                <a:cubicBezTo>
                  <a:pt x="572" y="0"/>
                  <a:pt x="572" y="0"/>
                  <a:pt x="572" y="0"/>
                </a:cubicBezTo>
                <a:cubicBezTo>
                  <a:pt x="586" y="0"/>
                  <a:pt x="600" y="8"/>
                  <a:pt x="600" y="29"/>
                </a:cubicBezTo>
                <a:cubicBezTo>
                  <a:pt x="600" y="432"/>
                  <a:pt x="600" y="432"/>
                  <a:pt x="600" y="432"/>
                </a:cubicBezTo>
                <a:cubicBezTo>
                  <a:pt x="600" y="446"/>
                  <a:pt x="586" y="460"/>
                  <a:pt x="572" y="460"/>
                </a:cubicBezTo>
                <a:close/>
                <a:moveTo>
                  <a:pt x="155" y="177"/>
                </a:moveTo>
                <a:lnTo>
                  <a:pt x="155" y="177"/>
                </a:lnTo>
                <a:cubicBezTo>
                  <a:pt x="127" y="177"/>
                  <a:pt x="98" y="205"/>
                  <a:pt x="98" y="234"/>
                </a:cubicBezTo>
                <a:cubicBezTo>
                  <a:pt x="98" y="262"/>
                  <a:pt x="127" y="290"/>
                  <a:pt x="155" y="290"/>
                </a:cubicBezTo>
                <a:cubicBezTo>
                  <a:pt x="190" y="290"/>
                  <a:pt x="211" y="262"/>
                  <a:pt x="211" y="234"/>
                </a:cubicBezTo>
                <a:cubicBezTo>
                  <a:pt x="211" y="205"/>
                  <a:pt x="190" y="177"/>
                  <a:pt x="155" y="177"/>
                </a:cubicBezTo>
                <a:close/>
                <a:moveTo>
                  <a:pt x="296" y="177"/>
                </a:moveTo>
                <a:lnTo>
                  <a:pt x="296" y="177"/>
                </a:lnTo>
                <a:cubicBezTo>
                  <a:pt x="268" y="177"/>
                  <a:pt x="240" y="205"/>
                  <a:pt x="240" y="234"/>
                </a:cubicBezTo>
                <a:cubicBezTo>
                  <a:pt x="240" y="262"/>
                  <a:pt x="268" y="290"/>
                  <a:pt x="296" y="290"/>
                </a:cubicBezTo>
                <a:cubicBezTo>
                  <a:pt x="332" y="290"/>
                  <a:pt x="353" y="262"/>
                  <a:pt x="353" y="234"/>
                </a:cubicBezTo>
                <a:cubicBezTo>
                  <a:pt x="353" y="205"/>
                  <a:pt x="332" y="177"/>
                  <a:pt x="296" y="177"/>
                </a:cubicBezTo>
                <a:close/>
                <a:moveTo>
                  <a:pt x="438" y="177"/>
                </a:moveTo>
                <a:lnTo>
                  <a:pt x="438" y="177"/>
                </a:lnTo>
                <a:cubicBezTo>
                  <a:pt x="409" y="177"/>
                  <a:pt x="381" y="205"/>
                  <a:pt x="381" y="234"/>
                </a:cubicBezTo>
                <a:cubicBezTo>
                  <a:pt x="381" y="262"/>
                  <a:pt x="409" y="290"/>
                  <a:pt x="438" y="290"/>
                </a:cubicBezTo>
                <a:cubicBezTo>
                  <a:pt x="473" y="290"/>
                  <a:pt x="494" y="262"/>
                  <a:pt x="494" y="234"/>
                </a:cubicBezTo>
                <a:cubicBezTo>
                  <a:pt x="494" y="205"/>
                  <a:pt x="473" y="177"/>
                  <a:pt x="438" y="1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8" name="Freeform 140"/>
          <p:cNvSpPr/>
          <p:nvPr/>
        </p:nvSpPr>
        <p:spPr>
          <a:xfrm>
            <a:off x="2703600" y="1434960"/>
            <a:ext cx="218880" cy="196920"/>
          </a:xfrm>
          <a:custGeom>
            <a:avLst/>
            <a:gdLst/>
            <a:ahLst/>
            <a:rect l="l" t="t" r="r" b="b"/>
            <a:pathLst>
              <a:path w="609" h="546">
                <a:moveTo>
                  <a:pt x="580" y="460"/>
                </a:moveTo>
                <a:lnTo>
                  <a:pt x="580" y="460"/>
                </a:lnTo>
                <a:cubicBezTo>
                  <a:pt x="340" y="460"/>
                  <a:pt x="340" y="460"/>
                  <a:pt x="340" y="460"/>
                </a:cubicBezTo>
                <a:lnTo>
                  <a:pt x="340" y="460"/>
                </a:lnTo>
                <a:cubicBezTo>
                  <a:pt x="226" y="460"/>
                  <a:pt x="226" y="460"/>
                  <a:pt x="226" y="460"/>
                </a:cubicBezTo>
                <a:lnTo>
                  <a:pt x="226" y="460"/>
                </a:lnTo>
                <a:cubicBezTo>
                  <a:pt x="198" y="460"/>
                  <a:pt x="198" y="460"/>
                  <a:pt x="198" y="460"/>
                </a:cubicBezTo>
                <a:lnTo>
                  <a:pt x="198" y="460"/>
                </a:lnTo>
                <a:cubicBezTo>
                  <a:pt x="191" y="460"/>
                  <a:pt x="191" y="460"/>
                  <a:pt x="191" y="460"/>
                </a:cubicBezTo>
                <a:cubicBezTo>
                  <a:pt x="113" y="538"/>
                  <a:pt x="113" y="538"/>
                  <a:pt x="113" y="538"/>
                </a:cubicBezTo>
                <a:cubicBezTo>
                  <a:pt x="113" y="545"/>
                  <a:pt x="106" y="545"/>
                  <a:pt x="99" y="545"/>
                </a:cubicBezTo>
                <a:lnTo>
                  <a:pt x="99" y="545"/>
                </a:lnTo>
                <a:lnTo>
                  <a:pt x="99" y="545"/>
                </a:lnTo>
                <a:lnTo>
                  <a:pt x="99" y="545"/>
                </a:lnTo>
                <a:cubicBezTo>
                  <a:pt x="92" y="545"/>
                  <a:pt x="85" y="545"/>
                  <a:pt x="78" y="538"/>
                </a:cubicBezTo>
                <a:lnTo>
                  <a:pt x="78" y="538"/>
                </a:lnTo>
                <a:lnTo>
                  <a:pt x="71" y="531"/>
                </a:lnTo>
                <a:lnTo>
                  <a:pt x="71" y="531"/>
                </a:lnTo>
                <a:lnTo>
                  <a:pt x="71" y="531"/>
                </a:lnTo>
                <a:cubicBezTo>
                  <a:pt x="71" y="523"/>
                  <a:pt x="71" y="523"/>
                  <a:pt x="71" y="523"/>
                </a:cubicBezTo>
                <a:lnTo>
                  <a:pt x="71" y="523"/>
                </a:lnTo>
                <a:lnTo>
                  <a:pt x="71" y="516"/>
                </a:lnTo>
                <a:lnTo>
                  <a:pt x="71" y="516"/>
                </a:lnTo>
                <a:cubicBezTo>
                  <a:pt x="71" y="460"/>
                  <a:pt x="71" y="460"/>
                  <a:pt x="71" y="460"/>
                </a:cubicBezTo>
                <a:cubicBezTo>
                  <a:pt x="64" y="460"/>
                  <a:pt x="64" y="460"/>
                  <a:pt x="64" y="460"/>
                </a:cubicBezTo>
                <a:lnTo>
                  <a:pt x="64" y="460"/>
                </a:lnTo>
                <a:cubicBezTo>
                  <a:pt x="29" y="460"/>
                  <a:pt x="29" y="460"/>
                  <a:pt x="29" y="460"/>
                </a:cubicBezTo>
                <a:cubicBezTo>
                  <a:pt x="15" y="460"/>
                  <a:pt x="0" y="446"/>
                  <a:pt x="0" y="432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8"/>
                  <a:pt x="15" y="0"/>
                  <a:pt x="29" y="0"/>
                </a:cubicBezTo>
                <a:cubicBezTo>
                  <a:pt x="580" y="0"/>
                  <a:pt x="580" y="0"/>
                  <a:pt x="580" y="0"/>
                </a:cubicBezTo>
                <a:cubicBezTo>
                  <a:pt x="594" y="0"/>
                  <a:pt x="608" y="8"/>
                  <a:pt x="608" y="29"/>
                </a:cubicBezTo>
                <a:cubicBezTo>
                  <a:pt x="608" y="432"/>
                  <a:pt x="608" y="432"/>
                  <a:pt x="608" y="432"/>
                </a:cubicBezTo>
                <a:cubicBezTo>
                  <a:pt x="608" y="446"/>
                  <a:pt x="594" y="460"/>
                  <a:pt x="580" y="46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9" name="Freeform 141"/>
          <p:cNvSpPr/>
          <p:nvPr/>
        </p:nvSpPr>
        <p:spPr>
          <a:xfrm>
            <a:off x="2325600" y="1434960"/>
            <a:ext cx="217440" cy="196920"/>
          </a:xfrm>
          <a:custGeom>
            <a:avLst/>
            <a:gdLst/>
            <a:ahLst/>
            <a:rect l="l" t="t" r="r" b="b"/>
            <a:pathLst>
              <a:path w="602" h="546">
                <a:moveTo>
                  <a:pt x="573" y="460"/>
                </a:moveTo>
                <a:lnTo>
                  <a:pt x="573" y="460"/>
                </a:lnTo>
                <a:cubicBezTo>
                  <a:pt x="198" y="460"/>
                  <a:pt x="198" y="460"/>
                  <a:pt x="198" y="460"/>
                </a:cubicBezTo>
                <a:lnTo>
                  <a:pt x="198" y="460"/>
                </a:lnTo>
                <a:cubicBezTo>
                  <a:pt x="191" y="460"/>
                  <a:pt x="191" y="460"/>
                  <a:pt x="191" y="460"/>
                </a:cubicBezTo>
                <a:cubicBezTo>
                  <a:pt x="113" y="538"/>
                  <a:pt x="113" y="538"/>
                  <a:pt x="113" y="538"/>
                </a:cubicBezTo>
                <a:cubicBezTo>
                  <a:pt x="106" y="545"/>
                  <a:pt x="99" y="545"/>
                  <a:pt x="92" y="545"/>
                </a:cubicBezTo>
                <a:lnTo>
                  <a:pt x="92" y="545"/>
                </a:lnTo>
                <a:lnTo>
                  <a:pt x="92" y="545"/>
                </a:lnTo>
                <a:lnTo>
                  <a:pt x="92" y="545"/>
                </a:lnTo>
                <a:cubicBezTo>
                  <a:pt x="85" y="545"/>
                  <a:pt x="78" y="545"/>
                  <a:pt x="78" y="538"/>
                </a:cubicBezTo>
                <a:cubicBezTo>
                  <a:pt x="71" y="538"/>
                  <a:pt x="71" y="538"/>
                  <a:pt x="71" y="538"/>
                </a:cubicBezTo>
                <a:lnTo>
                  <a:pt x="71" y="531"/>
                </a:lnTo>
                <a:lnTo>
                  <a:pt x="71" y="531"/>
                </a:lnTo>
                <a:lnTo>
                  <a:pt x="71" y="531"/>
                </a:lnTo>
                <a:cubicBezTo>
                  <a:pt x="71" y="523"/>
                  <a:pt x="71" y="523"/>
                  <a:pt x="71" y="523"/>
                </a:cubicBezTo>
                <a:lnTo>
                  <a:pt x="64" y="523"/>
                </a:lnTo>
                <a:lnTo>
                  <a:pt x="64" y="516"/>
                </a:lnTo>
                <a:lnTo>
                  <a:pt x="64" y="516"/>
                </a:lnTo>
                <a:cubicBezTo>
                  <a:pt x="64" y="460"/>
                  <a:pt x="64" y="460"/>
                  <a:pt x="64" y="460"/>
                </a:cubicBezTo>
                <a:cubicBezTo>
                  <a:pt x="29" y="460"/>
                  <a:pt x="29" y="460"/>
                  <a:pt x="29" y="460"/>
                </a:cubicBezTo>
                <a:cubicBezTo>
                  <a:pt x="15" y="460"/>
                  <a:pt x="0" y="446"/>
                  <a:pt x="0" y="432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8"/>
                  <a:pt x="15" y="0"/>
                  <a:pt x="29" y="0"/>
                </a:cubicBezTo>
                <a:cubicBezTo>
                  <a:pt x="573" y="0"/>
                  <a:pt x="573" y="0"/>
                  <a:pt x="573" y="0"/>
                </a:cubicBezTo>
                <a:cubicBezTo>
                  <a:pt x="594" y="0"/>
                  <a:pt x="601" y="8"/>
                  <a:pt x="601" y="29"/>
                </a:cubicBezTo>
                <a:cubicBezTo>
                  <a:pt x="601" y="432"/>
                  <a:pt x="601" y="432"/>
                  <a:pt x="601" y="432"/>
                </a:cubicBezTo>
                <a:cubicBezTo>
                  <a:pt x="601" y="446"/>
                  <a:pt x="594" y="460"/>
                  <a:pt x="573" y="460"/>
                </a:cubicBezTo>
                <a:close/>
                <a:moveTo>
                  <a:pt x="544" y="57"/>
                </a:moveTo>
                <a:lnTo>
                  <a:pt x="544" y="57"/>
                </a:lnTo>
                <a:cubicBezTo>
                  <a:pt x="57" y="57"/>
                  <a:pt x="57" y="57"/>
                  <a:pt x="57" y="57"/>
                </a:cubicBezTo>
                <a:cubicBezTo>
                  <a:pt x="57" y="403"/>
                  <a:pt x="57" y="403"/>
                  <a:pt x="57" y="403"/>
                </a:cubicBezTo>
                <a:cubicBezTo>
                  <a:pt x="92" y="403"/>
                  <a:pt x="92" y="403"/>
                  <a:pt x="92" y="403"/>
                </a:cubicBezTo>
                <a:lnTo>
                  <a:pt x="92" y="403"/>
                </a:lnTo>
                <a:cubicBezTo>
                  <a:pt x="120" y="403"/>
                  <a:pt x="120" y="403"/>
                  <a:pt x="120" y="403"/>
                </a:cubicBezTo>
                <a:cubicBezTo>
                  <a:pt x="120" y="446"/>
                  <a:pt x="120" y="446"/>
                  <a:pt x="120" y="446"/>
                </a:cubicBezTo>
                <a:cubicBezTo>
                  <a:pt x="170" y="403"/>
                  <a:pt x="170" y="403"/>
                  <a:pt x="170" y="403"/>
                </a:cubicBezTo>
                <a:cubicBezTo>
                  <a:pt x="248" y="403"/>
                  <a:pt x="248" y="403"/>
                  <a:pt x="248" y="403"/>
                </a:cubicBezTo>
                <a:lnTo>
                  <a:pt x="248" y="403"/>
                </a:lnTo>
                <a:cubicBezTo>
                  <a:pt x="544" y="403"/>
                  <a:pt x="544" y="403"/>
                  <a:pt x="544" y="403"/>
                </a:cubicBezTo>
                <a:lnTo>
                  <a:pt x="544" y="5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0" name="Freeform 142"/>
          <p:cNvSpPr/>
          <p:nvPr/>
        </p:nvSpPr>
        <p:spPr>
          <a:xfrm>
            <a:off x="1946160" y="1427040"/>
            <a:ext cx="217440" cy="214560"/>
          </a:xfrm>
          <a:custGeom>
            <a:avLst/>
            <a:gdLst/>
            <a:ahLst/>
            <a:rect l="l" t="t" r="r" b="b"/>
            <a:pathLst>
              <a:path w="602" h="595">
                <a:moveTo>
                  <a:pt x="530" y="241"/>
                </a:moveTo>
                <a:lnTo>
                  <a:pt x="530" y="241"/>
                </a:lnTo>
                <a:cubicBezTo>
                  <a:pt x="523" y="248"/>
                  <a:pt x="523" y="290"/>
                  <a:pt x="573" y="318"/>
                </a:cubicBezTo>
                <a:cubicBezTo>
                  <a:pt x="573" y="318"/>
                  <a:pt x="502" y="332"/>
                  <a:pt x="453" y="269"/>
                </a:cubicBezTo>
                <a:cubicBezTo>
                  <a:pt x="438" y="269"/>
                  <a:pt x="424" y="276"/>
                  <a:pt x="410" y="276"/>
                </a:cubicBezTo>
                <a:cubicBezTo>
                  <a:pt x="304" y="276"/>
                  <a:pt x="240" y="212"/>
                  <a:pt x="240" y="135"/>
                </a:cubicBezTo>
                <a:cubicBezTo>
                  <a:pt x="240" y="64"/>
                  <a:pt x="304" y="0"/>
                  <a:pt x="410" y="0"/>
                </a:cubicBezTo>
                <a:cubicBezTo>
                  <a:pt x="516" y="0"/>
                  <a:pt x="601" y="64"/>
                  <a:pt x="601" y="135"/>
                </a:cubicBezTo>
                <a:cubicBezTo>
                  <a:pt x="601" y="177"/>
                  <a:pt x="573" y="219"/>
                  <a:pt x="530" y="241"/>
                </a:cubicBezTo>
                <a:close/>
                <a:moveTo>
                  <a:pt x="205" y="149"/>
                </a:moveTo>
                <a:lnTo>
                  <a:pt x="205" y="149"/>
                </a:lnTo>
                <a:cubicBezTo>
                  <a:pt x="212" y="233"/>
                  <a:pt x="283" y="304"/>
                  <a:pt x="396" y="311"/>
                </a:cubicBezTo>
                <a:cubicBezTo>
                  <a:pt x="410" y="311"/>
                  <a:pt x="424" y="311"/>
                  <a:pt x="438" y="304"/>
                </a:cubicBezTo>
                <a:lnTo>
                  <a:pt x="438" y="304"/>
                </a:lnTo>
                <a:lnTo>
                  <a:pt x="438" y="304"/>
                </a:lnTo>
                <a:cubicBezTo>
                  <a:pt x="474" y="339"/>
                  <a:pt x="516" y="347"/>
                  <a:pt x="537" y="347"/>
                </a:cubicBezTo>
                <a:cubicBezTo>
                  <a:pt x="516" y="439"/>
                  <a:pt x="424" y="509"/>
                  <a:pt x="283" y="509"/>
                </a:cubicBezTo>
                <a:cubicBezTo>
                  <a:pt x="269" y="509"/>
                  <a:pt x="248" y="502"/>
                  <a:pt x="226" y="495"/>
                </a:cubicBezTo>
                <a:cubicBezTo>
                  <a:pt x="156" y="594"/>
                  <a:pt x="36" y="573"/>
                  <a:pt x="36" y="573"/>
                </a:cubicBezTo>
                <a:cubicBezTo>
                  <a:pt x="120" y="537"/>
                  <a:pt x="120" y="467"/>
                  <a:pt x="99" y="460"/>
                </a:cubicBezTo>
                <a:cubicBezTo>
                  <a:pt x="36" y="424"/>
                  <a:pt x="0" y="361"/>
                  <a:pt x="0" y="297"/>
                </a:cubicBezTo>
                <a:cubicBezTo>
                  <a:pt x="0" y="198"/>
                  <a:pt x="92" y="113"/>
                  <a:pt x="219" y="92"/>
                </a:cubicBezTo>
                <a:cubicBezTo>
                  <a:pt x="212" y="113"/>
                  <a:pt x="205" y="128"/>
                  <a:pt x="205" y="14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1" name="Freeform 143"/>
          <p:cNvSpPr/>
          <p:nvPr/>
        </p:nvSpPr>
        <p:spPr>
          <a:xfrm>
            <a:off x="1565280" y="1438200"/>
            <a:ext cx="219240" cy="201600"/>
          </a:xfrm>
          <a:custGeom>
            <a:avLst/>
            <a:gdLst/>
            <a:ahLst/>
            <a:rect l="l" t="t" r="r" b="b"/>
            <a:pathLst>
              <a:path w="609" h="559">
                <a:moveTo>
                  <a:pt x="318" y="459"/>
                </a:moveTo>
                <a:lnTo>
                  <a:pt x="318" y="459"/>
                </a:lnTo>
                <a:cubicBezTo>
                  <a:pt x="297" y="459"/>
                  <a:pt x="276" y="452"/>
                  <a:pt x="254" y="452"/>
                </a:cubicBezTo>
                <a:cubicBezTo>
                  <a:pt x="177" y="558"/>
                  <a:pt x="43" y="537"/>
                  <a:pt x="43" y="537"/>
                </a:cubicBezTo>
                <a:cubicBezTo>
                  <a:pt x="134" y="494"/>
                  <a:pt x="134" y="417"/>
                  <a:pt x="120" y="410"/>
                </a:cubicBezTo>
                <a:cubicBezTo>
                  <a:pt x="43" y="367"/>
                  <a:pt x="0" y="303"/>
                  <a:pt x="0" y="233"/>
                </a:cubicBezTo>
                <a:cubicBezTo>
                  <a:pt x="0" y="106"/>
                  <a:pt x="141" y="0"/>
                  <a:pt x="318" y="0"/>
                </a:cubicBezTo>
                <a:cubicBezTo>
                  <a:pt x="495" y="0"/>
                  <a:pt x="608" y="106"/>
                  <a:pt x="608" y="233"/>
                </a:cubicBezTo>
                <a:cubicBezTo>
                  <a:pt x="608" y="360"/>
                  <a:pt x="495" y="459"/>
                  <a:pt x="318" y="459"/>
                </a:cubicBezTo>
                <a:close/>
                <a:moveTo>
                  <a:pt x="163" y="176"/>
                </a:moveTo>
                <a:lnTo>
                  <a:pt x="163" y="176"/>
                </a:lnTo>
                <a:cubicBezTo>
                  <a:pt x="134" y="176"/>
                  <a:pt x="106" y="204"/>
                  <a:pt x="106" y="233"/>
                </a:cubicBezTo>
                <a:cubicBezTo>
                  <a:pt x="106" y="268"/>
                  <a:pt x="134" y="289"/>
                  <a:pt x="163" y="289"/>
                </a:cubicBezTo>
                <a:cubicBezTo>
                  <a:pt x="191" y="289"/>
                  <a:pt x="219" y="268"/>
                  <a:pt x="219" y="233"/>
                </a:cubicBezTo>
                <a:cubicBezTo>
                  <a:pt x="219" y="204"/>
                  <a:pt x="191" y="176"/>
                  <a:pt x="163" y="176"/>
                </a:cubicBezTo>
                <a:close/>
                <a:moveTo>
                  <a:pt x="304" y="176"/>
                </a:moveTo>
                <a:lnTo>
                  <a:pt x="304" y="176"/>
                </a:lnTo>
                <a:cubicBezTo>
                  <a:pt x="276" y="176"/>
                  <a:pt x="247" y="204"/>
                  <a:pt x="247" y="233"/>
                </a:cubicBezTo>
                <a:cubicBezTo>
                  <a:pt x="247" y="268"/>
                  <a:pt x="276" y="289"/>
                  <a:pt x="304" y="289"/>
                </a:cubicBezTo>
                <a:cubicBezTo>
                  <a:pt x="332" y="289"/>
                  <a:pt x="361" y="268"/>
                  <a:pt x="361" y="233"/>
                </a:cubicBezTo>
                <a:cubicBezTo>
                  <a:pt x="361" y="204"/>
                  <a:pt x="332" y="176"/>
                  <a:pt x="304" y="176"/>
                </a:cubicBezTo>
                <a:close/>
                <a:moveTo>
                  <a:pt x="445" y="176"/>
                </a:moveTo>
                <a:lnTo>
                  <a:pt x="445" y="176"/>
                </a:lnTo>
                <a:cubicBezTo>
                  <a:pt x="417" y="176"/>
                  <a:pt x="389" y="204"/>
                  <a:pt x="389" y="233"/>
                </a:cubicBezTo>
                <a:cubicBezTo>
                  <a:pt x="389" y="268"/>
                  <a:pt x="417" y="289"/>
                  <a:pt x="445" y="289"/>
                </a:cubicBezTo>
                <a:cubicBezTo>
                  <a:pt x="474" y="289"/>
                  <a:pt x="502" y="268"/>
                  <a:pt x="502" y="233"/>
                </a:cubicBezTo>
                <a:cubicBezTo>
                  <a:pt x="502" y="204"/>
                  <a:pt x="474" y="176"/>
                  <a:pt x="445" y="17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2" name="Freeform 144"/>
          <p:cNvSpPr/>
          <p:nvPr/>
        </p:nvSpPr>
        <p:spPr>
          <a:xfrm>
            <a:off x="1185840" y="1438200"/>
            <a:ext cx="217440" cy="201600"/>
          </a:xfrm>
          <a:custGeom>
            <a:avLst/>
            <a:gdLst/>
            <a:ahLst/>
            <a:rect l="l" t="t" r="r" b="b"/>
            <a:pathLst>
              <a:path w="602" h="559">
                <a:moveTo>
                  <a:pt x="318" y="0"/>
                </a:moveTo>
                <a:lnTo>
                  <a:pt x="318" y="0"/>
                </a:lnTo>
                <a:cubicBezTo>
                  <a:pt x="495" y="0"/>
                  <a:pt x="601" y="106"/>
                  <a:pt x="601" y="233"/>
                </a:cubicBezTo>
                <a:cubicBezTo>
                  <a:pt x="601" y="360"/>
                  <a:pt x="495" y="459"/>
                  <a:pt x="318" y="459"/>
                </a:cubicBezTo>
                <a:cubicBezTo>
                  <a:pt x="297" y="459"/>
                  <a:pt x="276" y="452"/>
                  <a:pt x="254" y="452"/>
                </a:cubicBezTo>
                <a:cubicBezTo>
                  <a:pt x="170" y="558"/>
                  <a:pt x="42" y="537"/>
                  <a:pt x="42" y="537"/>
                </a:cubicBezTo>
                <a:cubicBezTo>
                  <a:pt x="134" y="494"/>
                  <a:pt x="134" y="417"/>
                  <a:pt x="113" y="410"/>
                </a:cubicBezTo>
                <a:cubicBezTo>
                  <a:pt x="42" y="367"/>
                  <a:pt x="0" y="303"/>
                  <a:pt x="0" y="233"/>
                </a:cubicBezTo>
                <a:cubicBezTo>
                  <a:pt x="0" y="106"/>
                  <a:pt x="141" y="0"/>
                  <a:pt x="318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3" name="Freeform 145"/>
          <p:cNvSpPr/>
          <p:nvPr/>
        </p:nvSpPr>
        <p:spPr>
          <a:xfrm>
            <a:off x="5365800" y="1050840"/>
            <a:ext cx="214200" cy="193680"/>
          </a:xfrm>
          <a:custGeom>
            <a:avLst/>
            <a:gdLst/>
            <a:ahLst/>
            <a:rect l="l" t="t" r="r" b="b"/>
            <a:pathLst>
              <a:path w="595" h="537">
                <a:moveTo>
                  <a:pt x="565" y="163"/>
                </a:moveTo>
                <a:lnTo>
                  <a:pt x="565" y="163"/>
                </a:lnTo>
                <a:cubicBezTo>
                  <a:pt x="495" y="99"/>
                  <a:pt x="403" y="57"/>
                  <a:pt x="297" y="57"/>
                </a:cubicBezTo>
                <a:cubicBezTo>
                  <a:pt x="198" y="57"/>
                  <a:pt x="106" y="99"/>
                  <a:pt x="35" y="163"/>
                </a:cubicBezTo>
                <a:cubicBezTo>
                  <a:pt x="0" y="120"/>
                  <a:pt x="0" y="120"/>
                  <a:pt x="0" y="120"/>
                </a:cubicBezTo>
                <a:cubicBezTo>
                  <a:pt x="78" y="43"/>
                  <a:pt x="184" y="0"/>
                  <a:pt x="297" y="0"/>
                </a:cubicBezTo>
                <a:cubicBezTo>
                  <a:pt x="417" y="0"/>
                  <a:pt x="523" y="43"/>
                  <a:pt x="594" y="120"/>
                </a:cubicBezTo>
                <a:lnTo>
                  <a:pt x="565" y="163"/>
                </a:lnTo>
                <a:close/>
                <a:moveTo>
                  <a:pt x="297" y="142"/>
                </a:moveTo>
                <a:lnTo>
                  <a:pt x="297" y="142"/>
                </a:lnTo>
                <a:cubicBezTo>
                  <a:pt x="382" y="142"/>
                  <a:pt x="459" y="177"/>
                  <a:pt x="509" y="233"/>
                </a:cubicBezTo>
                <a:cubicBezTo>
                  <a:pt x="474" y="276"/>
                  <a:pt x="474" y="276"/>
                  <a:pt x="474" y="276"/>
                </a:cubicBezTo>
                <a:cubicBezTo>
                  <a:pt x="431" y="226"/>
                  <a:pt x="368" y="198"/>
                  <a:pt x="297" y="198"/>
                </a:cubicBezTo>
                <a:cubicBezTo>
                  <a:pt x="226" y="198"/>
                  <a:pt x="170" y="226"/>
                  <a:pt x="127" y="276"/>
                </a:cubicBezTo>
                <a:cubicBezTo>
                  <a:pt x="92" y="233"/>
                  <a:pt x="92" y="233"/>
                  <a:pt x="92" y="233"/>
                </a:cubicBezTo>
                <a:cubicBezTo>
                  <a:pt x="141" y="177"/>
                  <a:pt x="219" y="142"/>
                  <a:pt x="297" y="142"/>
                </a:cubicBezTo>
                <a:close/>
                <a:moveTo>
                  <a:pt x="297" y="283"/>
                </a:moveTo>
                <a:lnTo>
                  <a:pt x="297" y="283"/>
                </a:lnTo>
                <a:cubicBezTo>
                  <a:pt x="346" y="283"/>
                  <a:pt x="396" y="310"/>
                  <a:pt x="424" y="345"/>
                </a:cubicBezTo>
                <a:cubicBezTo>
                  <a:pt x="389" y="388"/>
                  <a:pt x="389" y="388"/>
                  <a:pt x="389" y="388"/>
                </a:cubicBezTo>
                <a:cubicBezTo>
                  <a:pt x="368" y="360"/>
                  <a:pt x="339" y="338"/>
                  <a:pt x="297" y="338"/>
                </a:cubicBezTo>
                <a:cubicBezTo>
                  <a:pt x="262" y="338"/>
                  <a:pt x="226" y="360"/>
                  <a:pt x="205" y="388"/>
                </a:cubicBezTo>
                <a:cubicBezTo>
                  <a:pt x="177" y="345"/>
                  <a:pt x="177" y="345"/>
                  <a:pt x="177" y="345"/>
                </a:cubicBezTo>
                <a:cubicBezTo>
                  <a:pt x="205" y="310"/>
                  <a:pt x="248" y="283"/>
                  <a:pt x="297" y="283"/>
                </a:cubicBezTo>
                <a:close/>
                <a:moveTo>
                  <a:pt x="297" y="423"/>
                </a:moveTo>
                <a:lnTo>
                  <a:pt x="297" y="423"/>
                </a:lnTo>
                <a:cubicBezTo>
                  <a:pt x="332" y="423"/>
                  <a:pt x="353" y="452"/>
                  <a:pt x="353" y="480"/>
                </a:cubicBezTo>
                <a:cubicBezTo>
                  <a:pt x="353" y="508"/>
                  <a:pt x="332" y="536"/>
                  <a:pt x="297" y="536"/>
                </a:cubicBezTo>
                <a:cubicBezTo>
                  <a:pt x="269" y="536"/>
                  <a:pt x="240" y="508"/>
                  <a:pt x="240" y="480"/>
                </a:cubicBezTo>
                <a:cubicBezTo>
                  <a:pt x="240" y="452"/>
                  <a:pt x="269" y="423"/>
                  <a:pt x="297" y="42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4" name="Freeform 146"/>
          <p:cNvSpPr/>
          <p:nvPr/>
        </p:nvSpPr>
        <p:spPr>
          <a:xfrm>
            <a:off x="5016600" y="1101600"/>
            <a:ext cx="152280" cy="142920"/>
          </a:xfrm>
          <a:custGeom>
            <a:avLst/>
            <a:gdLst/>
            <a:ahLst/>
            <a:rect l="l" t="t" r="r" b="b"/>
            <a:pathLst>
              <a:path w="425" h="395">
                <a:moveTo>
                  <a:pt x="212" y="0"/>
                </a:moveTo>
                <a:lnTo>
                  <a:pt x="212" y="0"/>
                </a:lnTo>
                <a:cubicBezTo>
                  <a:pt x="297" y="0"/>
                  <a:pt x="367" y="35"/>
                  <a:pt x="424" y="91"/>
                </a:cubicBezTo>
                <a:cubicBezTo>
                  <a:pt x="388" y="134"/>
                  <a:pt x="388" y="134"/>
                  <a:pt x="388" y="134"/>
                </a:cubicBezTo>
                <a:cubicBezTo>
                  <a:pt x="346" y="84"/>
                  <a:pt x="283" y="56"/>
                  <a:pt x="212" y="56"/>
                </a:cubicBezTo>
                <a:cubicBezTo>
                  <a:pt x="141" y="56"/>
                  <a:pt x="77" y="84"/>
                  <a:pt x="35" y="134"/>
                </a:cubicBezTo>
                <a:cubicBezTo>
                  <a:pt x="0" y="91"/>
                  <a:pt x="0" y="91"/>
                  <a:pt x="0" y="91"/>
                </a:cubicBezTo>
                <a:cubicBezTo>
                  <a:pt x="56" y="35"/>
                  <a:pt x="127" y="0"/>
                  <a:pt x="212" y="0"/>
                </a:cubicBezTo>
                <a:close/>
                <a:moveTo>
                  <a:pt x="212" y="141"/>
                </a:moveTo>
                <a:lnTo>
                  <a:pt x="212" y="141"/>
                </a:lnTo>
                <a:cubicBezTo>
                  <a:pt x="261" y="141"/>
                  <a:pt x="304" y="168"/>
                  <a:pt x="332" y="203"/>
                </a:cubicBezTo>
                <a:cubicBezTo>
                  <a:pt x="304" y="246"/>
                  <a:pt x="304" y="246"/>
                  <a:pt x="304" y="246"/>
                </a:cubicBezTo>
                <a:cubicBezTo>
                  <a:pt x="283" y="218"/>
                  <a:pt x="247" y="196"/>
                  <a:pt x="212" y="196"/>
                </a:cubicBezTo>
                <a:cubicBezTo>
                  <a:pt x="177" y="196"/>
                  <a:pt x="141" y="218"/>
                  <a:pt x="120" y="246"/>
                </a:cubicBezTo>
                <a:cubicBezTo>
                  <a:pt x="92" y="203"/>
                  <a:pt x="92" y="203"/>
                  <a:pt x="92" y="203"/>
                </a:cubicBezTo>
                <a:cubicBezTo>
                  <a:pt x="120" y="168"/>
                  <a:pt x="162" y="141"/>
                  <a:pt x="212" y="141"/>
                </a:cubicBezTo>
                <a:close/>
                <a:moveTo>
                  <a:pt x="212" y="281"/>
                </a:moveTo>
                <a:lnTo>
                  <a:pt x="212" y="281"/>
                </a:lnTo>
                <a:cubicBezTo>
                  <a:pt x="240" y="281"/>
                  <a:pt x="268" y="310"/>
                  <a:pt x="268" y="338"/>
                </a:cubicBezTo>
                <a:cubicBezTo>
                  <a:pt x="268" y="366"/>
                  <a:pt x="240" y="394"/>
                  <a:pt x="212" y="394"/>
                </a:cubicBezTo>
                <a:cubicBezTo>
                  <a:pt x="184" y="394"/>
                  <a:pt x="155" y="366"/>
                  <a:pt x="155" y="338"/>
                </a:cubicBezTo>
                <a:cubicBezTo>
                  <a:pt x="155" y="310"/>
                  <a:pt x="184" y="281"/>
                  <a:pt x="212" y="28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5" name="Freeform 147"/>
          <p:cNvSpPr/>
          <p:nvPr/>
        </p:nvSpPr>
        <p:spPr>
          <a:xfrm>
            <a:off x="4668840" y="1152360"/>
            <a:ext cx="88920" cy="92160"/>
          </a:xfrm>
          <a:custGeom>
            <a:avLst/>
            <a:gdLst/>
            <a:ahLst/>
            <a:rect l="l" t="t" r="r" b="b"/>
            <a:pathLst>
              <a:path w="249" h="254">
                <a:moveTo>
                  <a:pt x="128" y="0"/>
                </a:moveTo>
                <a:lnTo>
                  <a:pt x="128" y="0"/>
                </a:lnTo>
                <a:cubicBezTo>
                  <a:pt x="177" y="0"/>
                  <a:pt x="220" y="27"/>
                  <a:pt x="248" y="62"/>
                </a:cubicBezTo>
                <a:cubicBezTo>
                  <a:pt x="220" y="105"/>
                  <a:pt x="220" y="105"/>
                  <a:pt x="220" y="105"/>
                </a:cubicBezTo>
                <a:cubicBezTo>
                  <a:pt x="198" y="77"/>
                  <a:pt x="163" y="55"/>
                  <a:pt x="128" y="55"/>
                </a:cubicBezTo>
                <a:cubicBezTo>
                  <a:pt x="85" y="55"/>
                  <a:pt x="57" y="77"/>
                  <a:pt x="36" y="105"/>
                </a:cubicBezTo>
                <a:cubicBezTo>
                  <a:pt x="0" y="62"/>
                  <a:pt x="0" y="62"/>
                  <a:pt x="0" y="62"/>
                </a:cubicBezTo>
                <a:cubicBezTo>
                  <a:pt x="29" y="27"/>
                  <a:pt x="78" y="0"/>
                  <a:pt x="128" y="0"/>
                </a:cubicBezTo>
                <a:close/>
                <a:moveTo>
                  <a:pt x="128" y="140"/>
                </a:moveTo>
                <a:lnTo>
                  <a:pt x="128" y="140"/>
                </a:lnTo>
                <a:cubicBezTo>
                  <a:pt x="156" y="140"/>
                  <a:pt x="184" y="169"/>
                  <a:pt x="184" y="197"/>
                </a:cubicBezTo>
                <a:cubicBezTo>
                  <a:pt x="184" y="225"/>
                  <a:pt x="156" y="253"/>
                  <a:pt x="128" y="253"/>
                </a:cubicBezTo>
                <a:cubicBezTo>
                  <a:pt x="93" y="253"/>
                  <a:pt x="71" y="225"/>
                  <a:pt x="71" y="197"/>
                </a:cubicBezTo>
                <a:cubicBezTo>
                  <a:pt x="71" y="169"/>
                  <a:pt x="93" y="140"/>
                  <a:pt x="128" y="14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360" bIns="45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6" name="Freeform 148"/>
          <p:cNvSpPr/>
          <p:nvPr/>
        </p:nvSpPr>
        <p:spPr>
          <a:xfrm>
            <a:off x="4222800" y="1087560"/>
            <a:ext cx="218880" cy="126720"/>
          </a:xfrm>
          <a:custGeom>
            <a:avLst/>
            <a:gdLst/>
            <a:ahLst/>
            <a:rect l="l" t="t" r="r" b="b"/>
            <a:pathLst>
              <a:path w="608" h="354">
                <a:moveTo>
                  <a:pt x="607" y="177"/>
                </a:moveTo>
                <a:lnTo>
                  <a:pt x="607" y="177"/>
                </a:lnTo>
                <a:cubicBezTo>
                  <a:pt x="607" y="184"/>
                  <a:pt x="607" y="184"/>
                  <a:pt x="607" y="184"/>
                </a:cubicBezTo>
                <a:lnTo>
                  <a:pt x="607" y="184"/>
                </a:lnTo>
                <a:lnTo>
                  <a:pt x="607" y="184"/>
                </a:lnTo>
                <a:lnTo>
                  <a:pt x="607" y="184"/>
                </a:lnTo>
                <a:lnTo>
                  <a:pt x="607" y="184"/>
                </a:lnTo>
                <a:cubicBezTo>
                  <a:pt x="607" y="190"/>
                  <a:pt x="607" y="190"/>
                  <a:pt x="600" y="197"/>
                </a:cubicBezTo>
                <a:cubicBezTo>
                  <a:pt x="593" y="204"/>
                  <a:pt x="586" y="211"/>
                  <a:pt x="579" y="218"/>
                </a:cubicBezTo>
                <a:cubicBezTo>
                  <a:pt x="544" y="254"/>
                  <a:pt x="501" y="289"/>
                  <a:pt x="452" y="310"/>
                </a:cubicBezTo>
                <a:cubicBezTo>
                  <a:pt x="424" y="331"/>
                  <a:pt x="388" y="338"/>
                  <a:pt x="360" y="346"/>
                </a:cubicBezTo>
                <a:cubicBezTo>
                  <a:pt x="318" y="353"/>
                  <a:pt x="283" y="353"/>
                  <a:pt x="247" y="346"/>
                </a:cubicBezTo>
                <a:cubicBezTo>
                  <a:pt x="219" y="338"/>
                  <a:pt x="190" y="331"/>
                  <a:pt x="162" y="317"/>
                </a:cubicBezTo>
                <a:lnTo>
                  <a:pt x="162" y="317"/>
                </a:lnTo>
                <a:cubicBezTo>
                  <a:pt x="240" y="268"/>
                  <a:pt x="240" y="268"/>
                  <a:pt x="240" y="268"/>
                </a:cubicBezTo>
                <a:cubicBezTo>
                  <a:pt x="261" y="282"/>
                  <a:pt x="283" y="289"/>
                  <a:pt x="304" y="289"/>
                </a:cubicBezTo>
                <a:cubicBezTo>
                  <a:pt x="367" y="289"/>
                  <a:pt x="417" y="239"/>
                  <a:pt x="417" y="177"/>
                </a:cubicBezTo>
                <a:cubicBezTo>
                  <a:pt x="417" y="163"/>
                  <a:pt x="417" y="156"/>
                  <a:pt x="417" y="149"/>
                </a:cubicBezTo>
                <a:cubicBezTo>
                  <a:pt x="516" y="85"/>
                  <a:pt x="516" y="85"/>
                  <a:pt x="516" y="85"/>
                </a:cubicBezTo>
                <a:cubicBezTo>
                  <a:pt x="523" y="92"/>
                  <a:pt x="530" y="92"/>
                  <a:pt x="537" y="99"/>
                </a:cubicBezTo>
                <a:cubicBezTo>
                  <a:pt x="558" y="120"/>
                  <a:pt x="579" y="142"/>
                  <a:pt x="600" y="163"/>
                </a:cubicBezTo>
                <a:cubicBezTo>
                  <a:pt x="607" y="170"/>
                  <a:pt x="607" y="170"/>
                  <a:pt x="607" y="177"/>
                </a:cubicBezTo>
                <a:close/>
                <a:moveTo>
                  <a:pt x="304" y="232"/>
                </a:moveTo>
                <a:lnTo>
                  <a:pt x="304" y="232"/>
                </a:lnTo>
                <a:lnTo>
                  <a:pt x="297" y="232"/>
                </a:lnTo>
                <a:cubicBezTo>
                  <a:pt x="360" y="184"/>
                  <a:pt x="360" y="184"/>
                  <a:pt x="360" y="184"/>
                </a:cubicBezTo>
                <a:cubicBezTo>
                  <a:pt x="353" y="211"/>
                  <a:pt x="332" y="232"/>
                  <a:pt x="304" y="232"/>
                </a:cubicBezTo>
                <a:close/>
                <a:moveTo>
                  <a:pt x="551" y="29"/>
                </a:moveTo>
                <a:lnTo>
                  <a:pt x="551" y="29"/>
                </a:lnTo>
                <a:cubicBezTo>
                  <a:pt x="63" y="353"/>
                  <a:pt x="63" y="353"/>
                  <a:pt x="63" y="353"/>
                </a:cubicBezTo>
                <a:lnTo>
                  <a:pt x="63" y="353"/>
                </a:lnTo>
                <a:lnTo>
                  <a:pt x="63" y="353"/>
                </a:lnTo>
                <a:lnTo>
                  <a:pt x="56" y="353"/>
                </a:lnTo>
                <a:cubicBezTo>
                  <a:pt x="49" y="353"/>
                  <a:pt x="42" y="346"/>
                  <a:pt x="42" y="338"/>
                </a:cubicBezTo>
                <a:cubicBezTo>
                  <a:pt x="42" y="331"/>
                  <a:pt x="42" y="331"/>
                  <a:pt x="49" y="324"/>
                </a:cubicBezTo>
                <a:lnTo>
                  <a:pt x="49" y="324"/>
                </a:lnTo>
                <a:cubicBezTo>
                  <a:pt x="537" y="7"/>
                  <a:pt x="537" y="7"/>
                  <a:pt x="537" y="7"/>
                </a:cubicBezTo>
                <a:lnTo>
                  <a:pt x="537" y="7"/>
                </a:lnTo>
                <a:lnTo>
                  <a:pt x="537" y="7"/>
                </a:lnTo>
                <a:cubicBezTo>
                  <a:pt x="544" y="7"/>
                  <a:pt x="544" y="7"/>
                  <a:pt x="544" y="7"/>
                </a:cubicBezTo>
                <a:cubicBezTo>
                  <a:pt x="551" y="7"/>
                  <a:pt x="558" y="14"/>
                  <a:pt x="558" y="21"/>
                </a:cubicBezTo>
                <a:cubicBezTo>
                  <a:pt x="558" y="21"/>
                  <a:pt x="558" y="29"/>
                  <a:pt x="551" y="29"/>
                </a:cubicBezTo>
                <a:close/>
                <a:moveTo>
                  <a:pt x="304" y="120"/>
                </a:moveTo>
                <a:lnTo>
                  <a:pt x="304" y="120"/>
                </a:lnTo>
                <a:cubicBezTo>
                  <a:pt x="311" y="120"/>
                  <a:pt x="318" y="120"/>
                  <a:pt x="325" y="120"/>
                </a:cubicBezTo>
                <a:cubicBezTo>
                  <a:pt x="247" y="170"/>
                  <a:pt x="247" y="170"/>
                  <a:pt x="247" y="170"/>
                </a:cubicBezTo>
                <a:cubicBezTo>
                  <a:pt x="254" y="142"/>
                  <a:pt x="275" y="120"/>
                  <a:pt x="304" y="120"/>
                </a:cubicBezTo>
                <a:close/>
                <a:moveTo>
                  <a:pt x="374" y="85"/>
                </a:moveTo>
                <a:lnTo>
                  <a:pt x="374" y="85"/>
                </a:lnTo>
                <a:cubicBezTo>
                  <a:pt x="353" y="71"/>
                  <a:pt x="332" y="64"/>
                  <a:pt x="304" y="64"/>
                </a:cubicBezTo>
                <a:cubicBezTo>
                  <a:pt x="240" y="64"/>
                  <a:pt x="190" y="113"/>
                  <a:pt x="190" y="177"/>
                </a:cubicBezTo>
                <a:cubicBezTo>
                  <a:pt x="190" y="184"/>
                  <a:pt x="198" y="190"/>
                  <a:pt x="198" y="204"/>
                </a:cubicBezTo>
                <a:cubicBezTo>
                  <a:pt x="99" y="268"/>
                  <a:pt x="99" y="268"/>
                  <a:pt x="99" y="268"/>
                </a:cubicBezTo>
                <a:cubicBezTo>
                  <a:pt x="92" y="268"/>
                  <a:pt x="92" y="268"/>
                  <a:pt x="92" y="268"/>
                </a:cubicBezTo>
                <a:cubicBezTo>
                  <a:pt x="85" y="268"/>
                  <a:pt x="85" y="261"/>
                  <a:pt x="77" y="261"/>
                </a:cubicBezTo>
                <a:cubicBezTo>
                  <a:pt x="56" y="239"/>
                  <a:pt x="28" y="218"/>
                  <a:pt x="14" y="197"/>
                </a:cubicBezTo>
                <a:cubicBezTo>
                  <a:pt x="0" y="184"/>
                  <a:pt x="0" y="170"/>
                  <a:pt x="14" y="163"/>
                </a:cubicBezTo>
                <a:cubicBezTo>
                  <a:pt x="14" y="156"/>
                  <a:pt x="21" y="149"/>
                  <a:pt x="28" y="142"/>
                </a:cubicBezTo>
                <a:cubicBezTo>
                  <a:pt x="70" y="106"/>
                  <a:pt x="113" y="71"/>
                  <a:pt x="162" y="43"/>
                </a:cubicBezTo>
                <a:cubicBezTo>
                  <a:pt x="190" y="29"/>
                  <a:pt x="219" y="14"/>
                  <a:pt x="254" y="7"/>
                </a:cubicBezTo>
                <a:cubicBezTo>
                  <a:pt x="290" y="0"/>
                  <a:pt x="325" y="0"/>
                  <a:pt x="367" y="14"/>
                </a:cubicBezTo>
                <a:cubicBezTo>
                  <a:pt x="396" y="14"/>
                  <a:pt x="417" y="29"/>
                  <a:pt x="445" y="43"/>
                </a:cubicBezTo>
                <a:cubicBezTo>
                  <a:pt x="438" y="43"/>
                  <a:pt x="438" y="43"/>
                  <a:pt x="438" y="43"/>
                </a:cubicBezTo>
                <a:lnTo>
                  <a:pt x="374" y="8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7" name="Freeform 149"/>
          <p:cNvSpPr/>
          <p:nvPr/>
        </p:nvSpPr>
        <p:spPr>
          <a:xfrm>
            <a:off x="3843360" y="1087560"/>
            <a:ext cx="218880" cy="126720"/>
          </a:xfrm>
          <a:custGeom>
            <a:avLst/>
            <a:gdLst/>
            <a:ahLst/>
            <a:rect l="l" t="t" r="r" b="b"/>
            <a:pathLst>
              <a:path w="608" h="354">
                <a:moveTo>
                  <a:pt x="607" y="177"/>
                </a:moveTo>
                <a:lnTo>
                  <a:pt x="607" y="177"/>
                </a:lnTo>
                <a:cubicBezTo>
                  <a:pt x="607" y="184"/>
                  <a:pt x="607" y="184"/>
                  <a:pt x="607" y="184"/>
                </a:cubicBezTo>
                <a:lnTo>
                  <a:pt x="607" y="184"/>
                </a:lnTo>
                <a:lnTo>
                  <a:pt x="607" y="184"/>
                </a:lnTo>
                <a:lnTo>
                  <a:pt x="607" y="184"/>
                </a:lnTo>
                <a:lnTo>
                  <a:pt x="607" y="184"/>
                </a:lnTo>
                <a:cubicBezTo>
                  <a:pt x="607" y="190"/>
                  <a:pt x="600" y="190"/>
                  <a:pt x="600" y="197"/>
                </a:cubicBezTo>
                <a:cubicBezTo>
                  <a:pt x="593" y="204"/>
                  <a:pt x="586" y="211"/>
                  <a:pt x="579" y="218"/>
                </a:cubicBezTo>
                <a:cubicBezTo>
                  <a:pt x="544" y="254"/>
                  <a:pt x="494" y="289"/>
                  <a:pt x="452" y="310"/>
                </a:cubicBezTo>
                <a:cubicBezTo>
                  <a:pt x="424" y="331"/>
                  <a:pt x="388" y="338"/>
                  <a:pt x="353" y="346"/>
                </a:cubicBezTo>
                <a:cubicBezTo>
                  <a:pt x="318" y="353"/>
                  <a:pt x="282" y="353"/>
                  <a:pt x="247" y="346"/>
                </a:cubicBezTo>
                <a:cubicBezTo>
                  <a:pt x="183" y="331"/>
                  <a:pt x="127" y="296"/>
                  <a:pt x="70" y="261"/>
                </a:cubicBezTo>
                <a:cubicBezTo>
                  <a:pt x="49" y="239"/>
                  <a:pt x="28" y="218"/>
                  <a:pt x="7" y="197"/>
                </a:cubicBezTo>
                <a:cubicBezTo>
                  <a:pt x="0" y="184"/>
                  <a:pt x="0" y="170"/>
                  <a:pt x="7" y="163"/>
                </a:cubicBezTo>
                <a:cubicBezTo>
                  <a:pt x="14" y="156"/>
                  <a:pt x="21" y="149"/>
                  <a:pt x="28" y="142"/>
                </a:cubicBezTo>
                <a:cubicBezTo>
                  <a:pt x="63" y="106"/>
                  <a:pt x="113" y="71"/>
                  <a:pt x="155" y="43"/>
                </a:cubicBezTo>
                <a:cubicBezTo>
                  <a:pt x="183" y="29"/>
                  <a:pt x="219" y="14"/>
                  <a:pt x="254" y="7"/>
                </a:cubicBezTo>
                <a:cubicBezTo>
                  <a:pt x="290" y="0"/>
                  <a:pt x="325" y="0"/>
                  <a:pt x="360" y="14"/>
                </a:cubicBezTo>
                <a:cubicBezTo>
                  <a:pt x="424" y="21"/>
                  <a:pt x="480" y="57"/>
                  <a:pt x="530" y="99"/>
                </a:cubicBezTo>
                <a:cubicBezTo>
                  <a:pt x="558" y="120"/>
                  <a:pt x="579" y="142"/>
                  <a:pt x="600" y="163"/>
                </a:cubicBezTo>
                <a:cubicBezTo>
                  <a:pt x="600" y="170"/>
                  <a:pt x="607" y="170"/>
                  <a:pt x="607" y="177"/>
                </a:cubicBezTo>
                <a:close/>
                <a:moveTo>
                  <a:pt x="304" y="64"/>
                </a:moveTo>
                <a:lnTo>
                  <a:pt x="304" y="64"/>
                </a:lnTo>
                <a:cubicBezTo>
                  <a:pt x="240" y="64"/>
                  <a:pt x="190" y="113"/>
                  <a:pt x="190" y="177"/>
                </a:cubicBezTo>
                <a:cubicBezTo>
                  <a:pt x="190" y="239"/>
                  <a:pt x="240" y="289"/>
                  <a:pt x="304" y="289"/>
                </a:cubicBezTo>
                <a:cubicBezTo>
                  <a:pt x="367" y="289"/>
                  <a:pt x="417" y="239"/>
                  <a:pt x="417" y="177"/>
                </a:cubicBezTo>
                <a:cubicBezTo>
                  <a:pt x="417" y="113"/>
                  <a:pt x="367" y="64"/>
                  <a:pt x="304" y="64"/>
                </a:cubicBezTo>
                <a:close/>
                <a:moveTo>
                  <a:pt x="304" y="232"/>
                </a:moveTo>
                <a:lnTo>
                  <a:pt x="304" y="232"/>
                </a:lnTo>
                <a:cubicBezTo>
                  <a:pt x="275" y="232"/>
                  <a:pt x="247" y="204"/>
                  <a:pt x="247" y="177"/>
                </a:cubicBezTo>
                <a:cubicBezTo>
                  <a:pt x="247" y="142"/>
                  <a:pt x="275" y="120"/>
                  <a:pt x="304" y="120"/>
                </a:cubicBezTo>
                <a:cubicBezTo>
                  <a:pt x="332" y="120"/>
                  <a:pt x="360" y="142"/>
                  <a:pt x="360" y="177"/>
                </a:cubicBezTo>
                <a:cubicBezTo>
                  <a:pt x="360" y="204"/>
                  <a:pt x="332" y="232"/>
                  <a:pt x="304" y="2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8" name="Freeform 150"/>
          <p:cNvSpPr/>
          <p:nvPr/>
        </p:nvSpPr>
        <p:spPr>
          <a:xfrm>
            <a:off x="3465360" y="1050840"/>
            <a:ext cx="216000" cy="203400"/>
          </a:xfrm>
          <a:custGeom>
            <a:avLst/>
            <a:gdLst/>
            <a:ahLst/>
            <a:rect l="l" t="t" r="r" b="b"/>
            <a:pathLst>
              <a:path w="601" h="566">
                <a:moveTo>
                  <a:pt x="494" y="565"/>
                </a:moveTo>
                <a:lnTo>
                  <a:pt x="494" y="565"/>
                </a:lnTo>
                <a:cubicBezTo>
                  <a:pt x="466" y="536"/>
                  <a:pt x="466" y="536"/>
                  <a:pt x="466" y="536"/>
                </a:cubicBezTo>
                <a:cubicBezTo>
                  <a:pt x="530" y="466"/>
                  <a:pt x="565" y="381"/>
                  <a:pt x="565" y="283"/>
                </a:cubicBezTo>
                <a:cubicBezTo>
                  <a:pt x="565" y="184"/>
                  <a:pt x="530" y="99"/>
                  <a:pt x="466" y="28"/>
                </a:cubicBezTo>
                <a:cubicBezTo>
                  <a:pt x="494" y="0"/>
                  <a:pt x="494" y="0"/>
                  <a:pt x="494" y="0"/>
                </a:cubicBezTo>
                <a:cubicBezTo>
                  <a:pt x="565" y="78"/>
                  <a:pt x="600" y="177"/>
                  <a:pt x="600" y="283"/>
                </a:cubicBezTo>
                <a:cubicBezTo>
                  <a:pt x="600" y="388"/>
                  <a:pt x="565" y="487"/>
                  <a:pt x="494" y="565"/>
                </a:cubicBezTo>
                <a:close/>
                <a:moveTo>
                  <a:pt x="424" y="487"/>
                </a:moveTo>
                <a:lnTo>
                  <a:pt x="424" y="487"/>
                </a:lnTo>
                <a:cubicBezTo>
                  <a:pt x="395" y="459"/>
                  <a:pt x="395" y="459"/>
                  <a:pt x="395" y="459"/>
                </a:cubicBezTo>
                <a:cubicBezTo>
                  <a:pt x="438" y="416"/>
                  <a:pt x="459" y="353"/>
                  <a:pt x="459" y="283"/>
                </a:cubicBezTo>
                <a:cubicBezTo>
                  <a:pt x="459" y="212"/>
                  <a:pt x="438" y="149"/>
                  <a:pt x="395" y="106"/>
                </a:cubicBezTo>
                <a:cubicBezTo>
                  <a:pt x="424" y="78"/>
                  <a:pt x="424" y="78"/>
                  <a:pt x="424" y="78"/>
                </a:cubicBezTo>
                <a:cubicBezTo>
                  <a:pt x="466" y="135"/>
                  <a:pt x="501" y="205"/>
                  <a:pt x="501" y="283"/>
                </a:cubicBezTo>
                <a:cubicBezTo>
                  <a:pt x="501" y="360"/>
                  <a:pt x="466" y="430"/>
                  <a:pt x="424" y="487"/>
                </a:cubicBezTo>
                <a:close/>
                <a:moveTo>
                  <a:pt x="346" y="416"/>
                </a:moveTo>
                <a:lnTo>
                  <a:pt x="346" y="416"/>
                </a:lnTo>
                <a:cubicBezTo>
                  <a:pt x="318" y="388"/>
                  <a:pt x="318" y="388"/>
                  <a:pt x="318" y="388"/>
                </a:cubicBezTo>
                <a:cubicBezTo>
                  <a:pt x="346" y="360"/>
                  <a:pt x="360" y="324"/>
                  <a:pt x="360" y="283"/>
                </a:cubicBezTo>
                <a:cubicBezTo>
                  <a:pt x="360" y="241"/>
                  <a:pt x="346" y="205"/>
                  <a:pt x="318" y="177"/>
                </a:cubicBezTo>
                <a:cubicBezTo>
                  <a:pt x="346" y="149"/>
                  <a:pt x="346" y="149"/>
                  <a:pt x="346" y="149"/>
                </a:cubicBezTo>
                <a:cubicBezTo>
                  <a:pt x="374" y="184"/>
                  <a:pt x="395" y="233"/>
                  <a:pt x="395" y="283"/>
                </a:cubicBezTo>
                <a:cubicBezTo>
                  <a:pt x="395" y="331"/>
                  <a:pt x="374" y="381"/>
                  <a:pt x="346" y="416"/>
                </a:cubicBezTo>
                <a:close/>
                <a:moveTo>
                  <a:pt x="233" y="430"/>
                </a:moveTo>
                <a:lnTo>
                  <a:pt x="233" y="430"/>
                </a:lnTo>
                <a:cubicBezTo>
                  <a:pt x="226" y="430"/>
                  <a:pt x="226" y="430"/>
                  <a:pt x="219" y="430"/>
                </a:cubicBezTo>
                <a:lnTo>
                  <a:pt x="219" y="430"/>
                </a:lnTo>
                <a:cubicBezTo>
                  <a:pt x="120" y="360"/>
                  <a:pt x="120" y="360"/>
                  <a:pt x="120" y="360"/>
                </a:cubicBezTo>
                <a:cubicBezTo>
                  <a:pt x="28" y="360"/>
                  <a:pt x="28" y="360"/>
                  <a:pt x="28" y="360"/>
                </a:cubicBezTo>
                <a:cubicBezTo>
                  <a:pt x="14" y="360"/>
                  <a:pt x="0" y="345"/>
                  <a:pt x="0" y="331"/>
                </a:cubicBezTo>
                <a:cubicBezTo>
                  <a:pt x="0" y="233"/>
                  <a:pt x="0" y="233"/>
                  <a:pt x="0" y="233"/>
                </a:cubicBezTo>
                <a:cubicBezTo>
                  <a:pt x="0" y="219"/>
                  <a:pt x="14" y="205"/>
                  <a:pt x="28" y="205"/>
                </a:cubicBezTo>
                <a:lnTo>
                  <a:pt x="28" y="205"/>
                </a:lnTo>
                <a:cubicBezTo>
                  <a:pt x="120" y="205"/>
                  <a:pt x="120" y="205"/>
                  <a:pt x="120" y="205"/>
                </a:cubicBezTo>
                <a:cubicBezTo>
                  <a:pt x="219" y="128"/>
                  <a:pt x="219" y="128"/>
                  <a:pt x="219" y="128"/>
                </a:cubicBezTo>
                <a:lnTo>
                  <a:pt x="219" y="128"/>
                </a:lnTo>
                <a:cubicBezTo>
                  <a:pt x="226" y="128"/>
                  <a:pt x="226" y="120"/>
                  <a:pt x="233" y="120"/>
                </a:cubicBezTo>
                <a:cubicBezTo>
                  <a:pt x="254" y="120"/>
                  <a:pt x="261" y="135"/>
                  <a:pt x="261" y="149"/>
                </a:cubicBezTo>
                <a:cubicBezTo>
                  <a:pt x="261" y="233"/>
                  <a:pt x="261" y="233"/>
                  <a:pt x="261" y="233"/>
                </a:cubicBezTo>
                <a:cubicBezTo>
                  <a:pt x="261" y="303"/>
                  <a:pt x="261" y="303"/>
                  <a:pt x="261" y="303"/>
                </a:cubicBezTo>
                <a:cubicBezTo>
                  <a:pt x="261" y="331"/>
                  <a:pt x="261" y="331"/>
                  <a:pt x="261" y="331"/>
                </a:cubicBezTo>
                <a:cubicBezTo>
                  <a:pt x="261" y="360"/>
                  <a:pt x="261" y="360"/>
                  <a:pt x="261" y="360"/>
                </a:cubicBezTo>
                <a:cubicBezTo>
                  <a:pt x="261" y="402"/>
                  <a:pt x="261" y="402"/>
                  <a:pt x="261" y="402"/>
                </a:cubicBezTo>
                <a:cubicBezTo>
                  <a:pt x="261" y="423"/>
                  <a:pt x="254" y="430"/>
                  <a:pt x="233" y="43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9" name="Freeform 151"/>
          <p:cNvSpPr/>
          <p:nvPr/>
        </p:nvSpPr>
        <p:spPr>
          <a:xfrm>
            <a:off x="3086280" y="1079640"/>
            <a:ext cx="177480" cy="147600"/>
          </a:xfrm>
          <a:custGeom>
            <a:avLst/>
            <a:gdLst/>
            <a:ahLst/>
            <a:rect l="l" t="t" r="r" b="b"/>
            <a:pathLst>
              <a:path w="495" h="410">
                <a:moveTo>
                  <a:pt x="417" y="409"/>
                </a:moveTo>
                <a:lnTo>
                  <a:pt x="417" y="409"/>
                </a:lnTo>
                <a:cubicBezTo>
                  <a:pt x="388" y="381"/>
                  <a:pt x="388" y="381"/>
                  <a:pt x="388" y="381"/>
                </a:cubicBezTo>
                <a:cubicBezTo>
                  <a:pt x="431" y="338"/>
                  <a:pt x="459" y="275"/>
                  <a:pt x="459" y="205"/>
                </a:cubicBezTo>
                <a:cubicBezTo>
                  <a:pt x="459" y="134"/>
                  <a:pt x="431" y="71"/>
                  <a:pt x="388" y="28"/>
                </a:cubicBezTo>
                <a:cubicBezTo>
                  <a:pt x="417" y="0"/>
                  <a:pt x="417" y="0"/>
                  <a:pt x="417" y="0"/>
                </a:cubicBezTo>
                <a:cubicBezTo>
                  <a:pt x="466" y="57"/>
                  <a:pt x="494" y="127"/>
                  <a:pt x="494" y="205"/>
                </a:cubicBezTo>
                <a:cubicBezTo>
                  <a:pt x="494" y="282"/>
                  <a:pt x="466" y="352"/>
                  <a:pt x="417" y="409"/>
                </a:cubicBezTo>
                <a:close/>
                <a:moveTo>
                  <a:pt x="346" y="338"/>
                </a:moveTo>
                <a:lnTo>
                  <a:pt x="346" y="338"/>
                </a:lnTo>
                <a:cubicBezTo>
                  <a:pt x="318" y="310"/>
                  <a:pt x="318" y="310"/>
                  <a:pt x="318" y="310"/>
                </a:cubicBezTo>
                <a:cubicBezTo>
                  <a:pt x="339" y="282"/>
                  <a:pt x="353" y="246"/>
                  <a:pt x="353" y="205"/>
                </a:cubicBezTo>
                <a:cubicBezTo>
                  <a:pt x="353" y="163"/>
                  <a:pt x="339" y="127"/>
                  <a:pt x="318" y="99"/>
                </a:cubicBezTo>
                <a:cubicBezTo>
                  <a:pt x="346" y="71"/>
                  <a:pt x="346" y="71"/>
                  <a:pt x="346" y="71"/>
                </a:cubicBezTo>
                <a:cubicBezTo>
                  <a:pt x="374" y="106"/>
                  <a:pt x="395" y="155"/>
                  <a:pt x="395" y="205"/>
                </a:cubicBezTo>
                <a:cubicBezTo>
                  <a:pt x="395" y="253"/>
                  <a:pt x="374" y="303"/>
                  <a:pt x="346" y="338"/>
                </a:cubicBezTo>
                <a:close/>
                <a:moveTo>
                  <a:pt x="233" y="352"/>
                </a:moveTo>
                <a:lnTo>
                  <a:pt x="233" y="352"/>
                </a:lnTo>
                <a:cubicBezTo>
                  <a:pt x="226" y="352"/>
                  <a:pt x="219" y="352"/>
                  <a:pt x="219" y="352"/>
                </a:cubicBezTo>
                <a:lnTo>
                  <a:pt x="219" y="352"/>
                </a:lnTo>
                <a:cubicBezTo>
                  <a:pt x="120" y="282"/>
                  <a:pt x="120" y="282"/>
                  <a:pt x="120" y="282"/>
                </a:cubicBezTo>
                <a:cubicBezTo>
                  <a:pt x="28" y="282"/>
                  <a:pt x="28" y="282"/>
                  <a:pt x="28" y="282"/>
                </a:cubicBezTo>
                <a:cubicBezTo>
                  <a:pt x="7" y="282"/>
                  <a:pt x="0" y="267"/>
                  <a:pt x="0" y="253"/>
                </a:cubicBezTo>
                <a:cubicBezTo>
                  <a:pt x="0" y="155"/>
                  <a:pt x="0" y="155"/>
                  <a:pt x="0" y="155"/>
                </a:cubicBezTo>
                <a:cubicBezTo>
                  <a:pt x="0" y="141"/>
                  <a:pt x="7" y="127"/>
                  <a:pt x="28" y="127"/>
                </a:cubicBezTo>
                <a:lnTo>
                  <a:pt x="28" y="127"/>
                </a:lnTo>
                <a:cubicBezTo>
                  <a:pt x="120" y="127"/>
                  <a:pt x="120" y="127"/>
                  <a:pt x="120" y="127"/>
                </a:cubicBezTo>
                <a:cubicBezTo>
                  <a:pt x="211" y="50"/>
                  <a:pt x="211" y="50"/>
                  <a:pt x="211" y="50"/>
                </a:cubicBezTo>
                <a:lnTo>
                  <a:pt x="211" y="50"/>
                </a:lnTo>
                <a:cubicBezTo>
                  <a:pt x="219" y="50"/>
                  <a:pt x="226" y="42"/>
                  <a:pt x="233" y="42"/>
                </a:cubicBezTo>
                <a:cubicBezTo>
                  <a:pt x="247" y="42"/>
                  <a:pt x="261" y="57"/>
                  <a:pt x="261" y="71"/>
                </a:cubicBezTo>
                <a:cubicBezTo>
                  <a:pt x="261" y="155"/>
                  <a:pt x="261" y="155"/>
                  <a:pt x="261" y="155"/>
                </a:cubicBezTo>
                <a:cubicBezTo>
                  <a:pt x="261" y="225"/>
                  <a:pt x="261" y="225"/>
                  <a:pt x="261" y="225"/>
                </a:cubicBezTo>
                <a:cubicBezTo>
                  <a:pt x="261" y="253"/>
                  <a:pt x="261" y="253"/>
                  <a:pt x="261" y="253"/>
                </a:cubicBezTo>
                <a:cubicBezTo>
                  <a:pt x="261" y="282"/>
                  <a:pt x="261" y="282"/>
                  <a:pt x="261" y="282"/>
                </a:cubicBezTo>
                <a:cubicBezTo>
                  <a:pt x="261" y="324"/>
                  <a:pt x="261" y="324"/>
                  <a:pt x="261" y="324"/>
                </a:cubicBezTo>
                <a:cubicBezTo>
                  <a:pt x="261" y="345"/>
                  <a:pt x="247" y="352"/>
                  <a:pt x="233" y="35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0" name="Freeform 152"/>
          <p:cNvSpPr/>
          <p:nvPr/>
        </p:nvSpPr>
        <p:spPr>
          <a:xfrm>
            <a:off x="2703600" y="1093680"/>
            <a:ext cx="142920" cy="112680"/>
          </a:xfrm>
          <a:custGeom>
            <a:avLst/>
            <a:gdLst/>
            <a:ahLst/>
            <a:rect l="l" t="t" r="r" b="b"/>
            <a:pathLst>
              <a:path w="397" h="311">
                <a:moveTo>
                  <a:pt x="354" y="296"/>
                </a:moveTo>
                <a:lnTo>
                  <a:pt x="354" y="296"/>
                </a:lnTo>
                <a:cubicBezTo>
                  <a:pt x="326" y="268"/>
                  <a:pt x="326" y="268"/>
                  <a:pt x="326" y="268"/>
                </a:cubicBezTo>
                <a:cubicBezTo>
                  <a:pt x="347" y="240"/>
                  <a:pt x="361" y="204"/>
                  <a:pt x="361" y="163"/>
                </a:cubicBezTo>
                <a:cubicBezTo>
                  <a:pt x="361" y="121"/>
                  <a:pt x="347" y="85"/>
                  <a:pt x="326" y="57"/>
                </a:cubicBezTo>
                <a:cubicBezTo>
                  <a:pt x="354" y="29"/>
                  <a:pt x="354" y="29"/>
                  <a:pt x="354" y="29"/>
                </a:cubicBezTo>
                <a:cubicBezTo>
                  <a:pt x="382" y="64"/>
                  <a:pt x="396" y="113"/>
                  <a:pt x="396" y="163"/>
                </a:cubicBezTo>
                <a:cubicBezTo>
                  <a:pt x="396" y="211"/>
                  <a:pt x="382" y="261"/>
                  <a:pt x="354" y="296"/>
                </a:cubicBezTo>
                <a:close/>
                <a:moveTo>
                  <a:pt x="241" y="310"/>
                </a:moveTo>
                <a:lnTo>
                  <a:pt x="241" y="310"/>
                </a:lnTo>
                <a:cubicBezTo>
                  <a:pt x="234" y="310"/>
                  <a:pt x="226" y="310"/>
                  <a:pt x="219" y="310"/>
                </a:cubicBezTo>
                <a:lnTo>
                  <a:pt x="219" y="310"/>
                </a:lnTo>
                <a:cubicBezTo>
                  <a:pt x="128" y="240"/>
                  <a:pt x="128" y="240"/>
                  <a:pt x="128" y="240"/>
                </a:cubicBezTo>
                <a:cubicBezTo>
                  <a:pt x="29" y="240"/>
                  <a:pt x="29" y="240"/>
                  <a:pt x="29" y="240"/>
                </a:cubicBezTo>
                <a:cubicBezTo>
                  <a:pt x="15" y="240"/>
                  <a:pt x="0" y="225"/>
                  <a:pt x="0" y="211"/>
                </a:cubicBezTo>
                <a:cubicBezTo>
                  <a:pt x="0" y="113"/>
                  <a:pt x="0" y="113"/>
                  <a:pt x="0" y="113"/>
                </a:cubicBezTo>
                <a:cubicBezTo>
                  <a:pt x="0" y="99"/>
                  <a:pt x="15" y="85"/>
                  <a:pt x="29" y="85"/>
                </a:cubicBezTo>
                <a:lnTo>
                  <a:pt x="29" y="85"/>
                </a:lnTo>
                <a:cubicBezTo>
                  <a:pt x="128" y="85"/>
                  <a:pt x="128" y="85"/>
                  <a:pt x="128" y="85"/>
                </a:cubicBezTo>
                <a:cubicBezTo>
                  <a:pt x="219" y="8"/>
                  <a:pt x="219" y="8"/>
                  <a:pt x="219" y="8"/>
                </a:cubicBezTo>
                <a:lnTo>
                  <a:pt x="219" y="8"/>
                </a:lnTo>
                <a:cubicBezTo>
                  <a:pt x="226" y="8"/>
                  <a:pt x="234" y="0"/>
                  <a:pt x="241" y="0"/>
                </a:cubicBezTo>
                <a:cubicBezTo>
                  <a:pt x="255" y="0"/>
                  <a:pt x="269" y="15"/>
                  <a:pt x="269" y="29"/>
                </a:cubicBezTo>
                <a:cubicBezTo>
                  <a:pt x="269" y="113"/>
                  <a:pt x="269" y="113"/>
                  <a:pt x="269" y="113"/>
                </a:cubicBezTo>
                <a:cubicBezTo>
                  <a:pt x="269" y="183"/>
                  <a:pt x="269" y="183"/>
                  <a:pt x="269" y="183"/>
                </a:cubicBezTo>
                <a:cubicBezTo>
                  <a:pt x="269" y="211"/>
                  <a:pt x="269" y="211"/>
                  <a:pt x="269" y="211"/>
                </a:cubicBezTo>
                <a:cubicBezTo>
                  <a:pt x="269" y="240"/>
                  <a:pt x="269" y="240"/>
                  <a:pt x="269" y="240"/>
                </a:cubicBezTo>
                <a:cubicBezTo>
                  <a:pt x="269" y="282"/>
                  <a:pt x="269" y="282"/>
                  <a:pt x="269" y="282"/>
                </a:cubicBezTo>
                <a:cubicBezTo>
                  <a:pt x="269" y="303"/>
                  <a:pt x="255" y="310"/>
                  <a:pt x="241" y="31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1" name="Freeform 153"/>
          <p:cNvSpPr/>
          <p:nvPr/>
        </p:nvSpPr>
        <p:spPr>
          <a:xfrm>
            <a:off x="2346480" y="1093680"/>
            <a:ext cx="176040" cy="112680"/>
          </a:xfrm>
          <a:custGeom>
            <a:avLst/>
            <a:gdLst/>
            <a:ahLst/>
            <a:rect l="l" t="t" r="r" b="b"/>
            <a:pathLst>
              <a:path w="488" h="311">
                <a:moveTo>
                  <a:pt x="480" y="128"/>
                </a:moveTo>
                <a:lnTo>
                  <a:pt x="480" y="128"/>
                </a:lnTo>
                <a:cubicBezTo>
                  <a:pt x="445" y="163"/>
                  <a:pt x="445" y="163"/>
                  <a:pt x="445" y="163"/>
                </a:cubicBezTo>
                <a:cubicBezTo>
                  <a:pt x="480" y="197"/>
                  <a:pt x="480" y="197"/>
                  <a:pt x="480" y="197"/>
                </a:cubicBezTo>
                <a:lnTo>
                  <a:pt x="480" y="197"/>
                </a:lnTo>
                <a:cubicBezTo>
                  <a:pt x="487" y="204"/>
                  <a:pt x="487" y="211"/>
                  <a:pt x="487" y="218"/>
                </a:cubicBezTo>
                <a:cubicBezTo>
                  <a:pt x="487" y="233"/>
                  <a:pt x="480" y="247"/>
                  <a:pt x="459" y="247"/>
                </a:cubicBezTo>
                <a:cubicBezTo>
                  <a:pt x="452" y="247"/>
                  <a:pt x="445" y="247"/>
                  <a:pt x="445" y="240"/>
                </a:cubicBezTo>
                <a:lnTo>
                  <a:pt x="445" y="240"/>
                </a:lnTo>
                <a:cubicBezTo>
                  <a:pt x="403" y="204"/>
                  <a:pt x="403" y="204"/>
                  <a:pt x="403" y="204"/>
                </a:cubicBezTo>
                <a:cubicBezTo>
                  <a:pt x="367" y="240"/>
                  <a:pt x="367" y="240"/>
                  <a:pt x="367" y="240"/>
                </a:cubicBezTo>
                <a:lnTo>
                  <a:pt x="367" y="240"/>
                </a:lnTo>
                <a:cubicBezTo>
                  <a:pt x="360" y="247"/>
                  <a:pt x="353" y="247"/>
                  <a:pt x="346" y="247"/>
                </a:cubicBezTo>
                <a:cubicBezTo>
                  <a:pt x="332" y="247"/>
                  <a:pt x="318" y="233"/>
                  <a:pt x="318" y="218"/>
                </a:cubicBezTo>
                <a:cubicBezTo>
                  <a:pt x="318" y="211"/>
                  <a:pt x="325" y="204"/>
                  <a:pt x="332" y="197"/>
                </a:cubicBezTo>
                <a:lnTo>
                  <a:pt x="332" y="197"/>
                </a:lnTo>
                <a:cubicBezTo>
                  <a:pt x="367" y="163"/>
                  <a:pt x="367" y="163"/>
                  <a:pt x="367" y="163"/>
                </a:cubicBezTo>
                <a:cubicBezTo>
                  <a:pt x="332" y="128"/>
                  <a:pt x="332" y="128"/>
                  <a:pt x="332" y="128"/>
                </a:cubicBezTo>
                <a:lnTo>
                  <a:pt x="332" y="128"/>
                </a:lnTo>
                <a:cubicBezTo>
                  <a:pt x="325" y="121"/>
                  <a:pt x="318" y="113"/>
                  <a:pt x="318" y="106"/>
                </a:cubicBezTo>
                <a:cubicBezTo>
                  <a:pt x="318" y="92"/>
                  <a:pt x="332" y="78"/>
                  <a:pt x="346" y="78"/>
                </a:cubicBezTo>
                <a:cubicBezTo>
                  <a:pt x="353" y="78"/>
                  <a:pt x="360" y="78"/>
                  <a:pt x="367" y="85"/>
                </a:cubicBezTo>
                <a:lnTo>
                  <a:pt x="367" y="85"/>
                </a:lnTo>
                <a:cubicBezTo>
                  <a:pt x="403" y="121"/>
                  <a:pt x="403" y="121"/>
                  <a:pt x="403" y="121"/>
                </a:cubicBezTo>
                <a:cubicBezTo>
                  <a:pt x="445" y="85"/>
                  <a:pt x="445" y="85"/>
                  <a:pt x="445" y="85"/>
                </a:cubicBezTo>
                <a:lnTo>
                  <a:pt x="445" y="85"/>
                </a:lnTo>
                <a:cubicBezTo>
                  <a:pt x="445" y="78"/>
                  <a:pt x="452" y="78"/>
                  <a:pt x="459" y="78"/>
                </a:cubicBezTo>
                <a:cubicBezTo>
                  <a:pt x="480" y="78"/>
                  <a:pt x="487" y="92"/>
                  <a:pt x="487" y="106"/>
                </a:cubicBezTo>
                <a:cubicBezTo>
                  <a:pt x="487" y="113"/>
                  <a:pt x="487" y="121"/>
                  <a:pt x="480" y="128"/>
                </a:cubicBezTo>
                <a:close/>
                <a:moveTo>
                  <a:pt x="233" y="310"/>
                </a:moveTo>
                <a:lnTo>
                  <a:pt x="233" y="310"/>
                </a:lnTo>
                <a:cubicBezTo>
                  <a:pt x="226" y="310"/>
                  <a:pt x="226" y="310"/>
                  <a:pt x="219" y="310"/>
                </a:cubicBezTo>
                <a:lnTo>
                  <a:pt x="219" y="310"/>
                </a:lnTo>
                <a:cubicBezTo>
                  <a:pt x="120" y="240"/>
                  <a:pt x="120" y="240"/>
                  <a:pt x="120" y="240"/>
                </a:cubicBezTo>
                <a:cubicBezTo>
                  <a:pt x="28" y="240"/>
                  <a:pt x="28" y="240"/>
                  <a:pt x="28" y="240"/>
                </a:cubicBezTo>
                <a:cubicBezTo>
                  <a:pt x="14" y="240"/>
                  <a:pt x="0" y="225"/>
                  <a:pt x="0" y="211"/>
                </a:cubicBezTo>
                <a:cubicBezTo>
                  <a:pt x="0" y="113"/>
                  <a:pt x="0" y="113"/>
                  <a:pt x="0" y="113"/>
                </a:cubicBezTo>
                <a:cubicBezTo>
                  <a:pt x="0" y="99"/>
                  <a:pt x="14" y="85"/>
                  <a:pt x="28" y="85"/>
                </a:cubicBezTo>
                <a:lnTo>
                  <a:pt x="28" y="85"/>
                </a:lnTo>
                <a:cubicBezTo>
                  <a:pt x="120" y="85"/>
                  <a:pt x="120" y="85"/>
                  <a:pt x="120" y="85"/>
                </a:cubicBezTo>
                <a:cubicBezTo>
                  <a:pt x="219" y="8"/>
                  <a:pt x="219" y="8"/>
                  <a:pt x="219" y="8"/>
                </a:cubicBezTo>
                <a:lnTo>
                  <a:pt x="219" y="8"/>
                </a:lnTo>
                <a:cubicBezTo>
                  <a:pt x="226" y="8"/>
                  <a:pt x="226" y="0"/>
                  <a:pt x="233" y="0"/>
                </a:cubicBezTo>
                <a:cubicBezTo>
                  <a:pt x="254" y="0"/>
                  <a:pt x="261" y="15"/>
                  <a:pt x="261" y="29"/>
                </a:cubicBezTo>
                <a:cubicBezTo>
                  <a:pt x="261" y="113"/>
                  <a:pt x="261" y="113"/>
                  <a:pt x="261" y="113"/>
                </a:cubicBezTo>
                <a:cubicBezTo>
                  <a:pt x="261" y="183"/>
                  <a:pt x="261" y="183"/>
                  <a:pt x="261" y="183"/>
                </a:cubicBezTo>
                <a:cubicBezTo>
                  <a:pt x="261" y="211"/>
                  <a:pt x="261" y="211"/>
                  <a:pt x="261" y="211"/>
                </a:cubicBezTo>
                <a:cubicBezTo>
                  <a:pt x="261" y="240"/>
                  <a:pt x="261" y="240"/>
                  <a:pt x="261" y="240"/>
                </a:cubicBezTo>
                <a:cubicBezTo>
                  <a:pt x="261" y="282"/>
                  <a:pt x="261" y="282"/>
                  <a:pt x="261" y="282"/>
                </a:cubicBezTo>
                <a:cubicBezTo>
                  <a:pt x="261" y="303"/>
                  <a:pt x="254" y="310"/>
                  <a:pt x="233" y="31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2" name="Freeform 154"/>
          <p:cNvSpPr/>
          <p:nvPr/>
        </p:nvSpPr>
        <p:spPr>
          <a:xfrm>
            <a:off x="1967040" y="1093680"/>
            <a:ext cx="176040" cy="112680"/>
          </a:xfrm>
          <a:custGeom>
            <a:avLst/>
            <a:gdLst/>
            <a:ahLst/>
            <a:rect l="l" t="t" r="r" b="b"/>
            <a:pathLst>
              <a:path w="488" h="311">
                <a:moveTo>
                  <a:pt x="459" y="190"/>
                </a:moveTo>
                <a:lnTo>
                  <a:pt x="459" y="190"/>
                </a:lnTo>
                <a:cubicBezTo>
                  <a:pt x="346" y="190"/>
                  <a:pt x="346" y="190"/>
                  <a:pt x="346" y="190"/>
                </a:cubicBezTo>
                <a:cubicBezTo>
                  <a:pt x="332" y="190"/>
                  <a:pt x="318" y="176"/>
                  <a:pt x="318" y="163"/>
                </a:cubicBezTo>
                <a:cubicBezTo>
                  <a:pt x="318" y="149"/>
                  <a:pt x="332" y="135"/>
                  <a:pt x="346" y="135"/>
                </a:cubicBezTo>
                <a:cubicBezTo>
                  <a:pt x="459" y="135"/>
                  <a:pt x="459" y="135"/>
                  <a:pt x="459" y="135"/>
                </a:cubicBezTo>
                <a:cubicBezTo>
                  <a:pt x="473" y="135"/>
                  <a:pt x="487" y="149"/>
                  <a:pt x="487" y="163"/>
                </a:cubicBezTo>
                <a:cubicBezTo>
                  <a:pt x="487" y="176"/>
                  <a:pt x="473" y="190"/>
                  <a:pt x="459" y="190"/>
                </a:cubicBezTo>
                <a:close/>
                <a:moveTo>
                  <a:pt x="233" y="310"/>
                </a:moveTo>
                <a:lnTo>
                  <a:pt x="233" y="310"/>
                </a:lnTo>
                <a:cubicBezTo>
                  <a:pt x="226" y="310"/>
                  <a:pt x="219" y="310"/>
                  <a:pt x="219" y="310"/>
                </a:cubicBezTo>
                <a:lnTo>
                  <a:pt x="219" y="310"/>
                </a:lnTo>
                <a:cubicBezTo>
                  <a:pt x="120" y="240"/>
                  <a:pt x="120" y="240"/>
                  <a:pt x="120" y="240"/>
                </a:cubicBezTo>
                <a:cubicBezTo>
                  <a:pt x="28" y="240"/>
                  <a:pt x="28" y="240"/>
                  <a:pt x="28" y="240"/>
                </a:cubicBezTo>
                <a:cubicBezTo>
                  <a:pt x="7" y="240"/>
                  <a:pt x="0" y="225"/>
                  <a:pt x="0" y="211"/>
                </a:cubicBezTo>
                <a:cubicBezTo>
                  <a:pt x="0" y="113"/>
                  <a:pt x="0" y="113"/>
                  <a:pt x="0" y="113"/>
                </a:cubicBezTo>
                <a:cubicBezTo>
                  <a:pt x="0" y="99"/>
                  <a:pt x="7" y="85"/>
                  <a:pt x="28" y="85"/>
                </a:cubicBezTo>
                <a:lnTo>
                  <a:pt x="28" y="85"/>
                </a:lnTo>
                <a:cubicBezTo>
                  <a:pt x="120" y="85"/>
                  <a:pt x="120" y="85"/>
                  <a:pt x="120" y="85"/>
                </a:cubicBezTo>
                <a:cubicBezTo>
                  <a:pt x="212" y="8"/>
                  <a:pt x="212" y="8"/>
                  <a:pt x="212" y="8"/>
                </a:cubicBezTo>
                <a:lnTo>
                  <a:pt x="212" y="8"/>
                </a:lnTo>
                <a:cubicBezTo>
                  <a:pt x="219" y="8"/>
                  <a:pt x="226" y="0"/>
                  <a:pt x="233" y="0"/>
                </a:cubicBezTo>
                <a:cubicBezTo>
                  <a:pt x="247" y="0"/>
                  <a:pt x="261" y="15"/>
                  <a:pt x="261" y="29"/>
                </a:cubicBezTo>
                <a:cubicBezTo>
                  <a:pt x="261" y="113"/>
                  <a:pt x="261" y="113"/>
                  <a:pt x="261" y="113"/>
                </a:cubicBezTo>
                <a:cubicBezTo>
                  <a:pt x="261" y="183"/>
                  <a:pt x="261" y="183"/>
                  <a:pt x="261" y="183"/>
                </a:cubicBezTo>
                <a:cubicBezTo>
                  <a:pt x="261" y="211"/>
                  <a:pt x="261" y="211"/>
                  <a:pt x="261" y="211"/>
                </a:cubicBezTo>
                <a:cubicBezTo>
                  <a:pt x="261" y="240"/>
                  <a:pt x="261" y="240"/>
                  <a:pt x="261" y="240"/>
                </a:cubicBezTo>
                <a:cubicBezTo>
                  <a:pt x="261" y="282"/>
                  <a:pt x="261" y="282"/>
                  <a:pt x="261" y="282"/>
                </a:cubicBezTo>
                <a:cubicBezTo>
                  <a:pt x="261" y="303"/>
                  <a:pt x="247" y="310"/>
                  <a:pt x="233" y="31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3" name="Freeform 155"/>
          <p:cNvSpPr/>
          <p:nvPr/>
        </p:nvSpPr>
        <p:spPr>
          <a:xfrm>
            <a:off x="1584360" y="1093680"/>
            <a:ext cx="177840" cy="112680"/>
          </a:xfrm>
          <a:custGeom>
            <a:avLst/>
            <a:gdLst/>
            <a:ahLst/>
            <a:rect l="l" t="t" r="r" b="b"/>
            <a:pathLst>
              <a:path w="495" h="311">
                <a:moveTo>
                  <a:pt x="466" y="190"/>
                </a:moveTo>
                <a:lnTo>
                  <a:pt x="466" y="190"/>
                </a:lnTo>
                <a:cubicBezTo>
                  <a:pt x="438" y="190"/>
                  <a:pt x="438" y="190"/>
                  <a:pt x="438" y="190"/>
                </a:cubicBezTo>
                <a:cubicBezTo>
                  <a:pt x="438" y="218"/>
                  <a:pt x="438" y="218"/>
                  <a:pt x="438" y="218"/>
                </a:cubicBezTo>
                <a:cubicBezTo>
                  <a:pt x="438" y="233"/>
                  <a:pt x="424" y="247"/>
                  <a:pt x="410" y="247"/>
                </a:cubicBezTo>
                <a:cubicBezTo>
                  <a:pt x="388" y="247"/>
                  <a:pt x="381" y="233"/>
                  <a:pt x="381" y="218"/>
                </a:cubicBezTo>
                <a:cubicBezTo>
                  <a:pt x="381" y="190"/>
                  <a:pt x="381" y="190"/>
                  <a:pt x="381" y="190"/>
                </a:cubicBezTo>
                <a:cubicBezTo>
                  <a:pt x="353" y="190"/>
                  <a:pt x="353" y="190"/>
                  <a:pt x="353" y="190"/>
                </a:cubicBezTo>
                <a:cubicBezTo>
                  <a:pt x="332" y="190"/>
                  <a:pt x="325" y="176"/>
                  <a:pt x="325" y="163"/>
                </a:cubicBezTo>
                <a:cubicBezTo>
                  <a:pt x="325" y="149"/>
                  <a:pt x="332" y="135"/>
                  <a:pt x="353" y="135"/>
                </a:cubicBezTo>
                <a:cubicBezTo>
                  <a:pt x="381" y="135"/>
                  <a:pt x="381" y="135"/>
                  <a:pt x="381" y="135"/>
                </a:cubicBezTo>
                <a:cubicBezTo>
                  <a:pt x="381" y="106"/>
                  <a:pt x="381" y="106"/>
                  <a:pt x="381" y="106"/>
                </a:cubicBezTo>
                <a:cubicBezTo>
                  <a:pt x="381" y="92"/>
                  <a:pt x="388" y="78"/>
                  <a:pt x="410" y="78"/>
                </a:cubicBezTo>
                <a:cubicBezTo>
                  <a:pt x="424" y="78"/>
                  <a:pt x="438" y="92"/>
                  <a:pt x="438" y="106"/>
                </a:cubicBezTo>
                <a:cubicBezTo>
                  <a:pt x="438" y="135"/>
                  <a:pt x="438" y="135"/>
                  <a:pt x="438" y="135"/>
                </a:cubicBezTo>
                <a:cubicBezTo>
                  <a:pt x="466" y="135"/>
                  <a:pt x="466" y="135"/>
                  <a:pt x="466" y="135"/>
                </a:cubicBezTo>
                <a:cubicBezTo>
                  <a:pt x="480" y="135"/>
                  <a:pt x="494" y="149"/>
                  <a:pt x="494" y="163"/>
                </a:cubicBezTo>
                <a:cubicBezTo>
                  <a:pt x="494" y="176"/>
                  <a:pt x="480" y="190"/>
                  <a:pt x="466" y="190"/>
                </a:cubicBezTo>
                <a:close/>
                <a:moveTo>
                  <a:pt x="240" y="310"/>
                </a:moveTo>
                <a:lnTo>
                  <a:pt x="240" y="310"/>
                </a:lnTo>
                <a:cubicBezTo>
                  <a:pt x="233" y="310"/>
                  <a:pt x="226" y="310"/>
                  <a:pt x="219" y="310"/>
                </a:cubicBezTo>
                <a:lnTo>
                  <a:pt x="219" y="310"/>
                </a:lnTo>
                <a:cubicBezTo>
                  <a:pt x="127" y="240"/>
                  <a:pt x="127" y="240"/>
                  <a:pt x="127" y="240"/>
                </a:cubicBezTo>
                <a:cubicBezTo>
                  <a:pt x="28" y="240"/>
                  <a:pt x="28" y="240"/>
                  <a:pt x="28" y="240"/>
                </a:cubicBezTo>
                <a:cubicBezTo>
                  <a:pt x="14" y="240"/>
                  <a:pt x="0" y="225"/>
                  <a:pt x="0" y="211"/>
                </a:cubicBezTo>
                <a:cubicBezTo>
                  <a:pt x="0" y="113"/>
                  <a:pt x="0" y="113"/>
                  <a:pt x="0" y="113"/>
                </a:cubicBezTo>
                <a:cubicBezTo>
                  <a:pt x="0" y="99"/>
                  <a:pt x="14" y="85"/>
                  <a:pt x="28" y="85"/>
                </a:cubicBezTo>
                <a:lnTo>
                  <a:pt x="28" y="85"/>
                </a:lnTo>
                <a:cubicBezTo>
                  <a:pt x="127" y="85"/>
                  <a:pt x="127" y="85"/>
                  <a:pt x="127" y="85"/>
                </a:cubicBezTo>
                <a:cubicBezTo>
                  <a:pt x="219" y="8"/>
                  <a:pt x="219" y="8"/>
                  <a:pt x="219" y="8"/>
                </a:cubicBezTo>
                <a:lnTo>
                  <a:pt x="219" y="8"/>
                </a:lnTo>
                <a:cubicBezTo>
                  <a:pt x="226" y="8"/>
                  <a:pt x="233" y="0"/>
                  <a:pt x="240" y="0"/>
                </a:cubicBezTo>
                <a:cubicBezTo>
                  <a:pt x="254" y="0"/>
                  <a:pt x="268" y="15"/>
                  <a:pt x="268" y="29"/>
                </a:cubicBezTo>
                <a:cubicBezTo>
                  <a:pt x="268" y="113"/>
                  <a:pt x="268" y="113"/>
                  <a:pt x="268" y="113"/>
                </a:cubicBezTo>
                <a:cubicBezTo>
                  <a:pt x="268" y="183"/>
                  <a:pt x="268" y="183"/>
                  <a:pt x="268" y="183"/>
                </a:cubicBezTo>
                <a:cubicBezTo>
                  <a:pt x="268" y="211"/>
                  <a:pt x="268" y="211"/>
                  <a:pt x="268" y="211"/>
                </a:cubicBezTo>
                <a:cubicBezTo>
                  <a:pt x="268" y="240"/>
                  <a:pt x="268" y="240"/>
                  <a:pt x="268" y="240"/>
                </a:cubicBezTo>
                <a:cubicBezTo>
                  <a:pt x="268" y="282"/>
                  <a:pt x="268" y="282"/>
                  <a:pt x="268" y="282"/>
                </a:cubicBezTo>
                <a:cubicBezTo>
                  <a:pt x="268" y="303"/>
                  <a:pt x="254" y="310"/>
                  <a:pt x="240" y="31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4" name="Freeform 156"/>
          <p:cNvSpPr/>
          <p:nvPr/>
        </p:nvSpPr>
        <p:spPr>
          <a:xfrm>
            <a:off x="1228680" y="1093680"/>
            <a:ext cx="135000" cy="112680"/>
          </a:xfrm>
          <a:custGeom>
            <a:avLst/>
            <a:gdLst/>
            <a:ahLst/>
            <a:rect l="l" t="t" r="r" b="b"/>
            <a:pathLst>
              <a:path w="376" h="311">
                <a:moveTo>
                  <a:pt x="368" y="50"/>
                </a:moveTo>
                <a:lnTo>
                  <a:pt x="368" y="50"/>
                </a:lnTo>
                <a:cubicBezTo>
                  <a:pt x="21" y="289"/>
                  <a:pt x="21" y="289"/>
                  <a:pt x="21" y="289"/>
                </a:cubicBezTo>
                <a:cubicBezTo>
                  <a:pt x="14" y="289"/>
                  <a:pt x="14" y="289"/>
                  <a:pt x="14" y="289"/>
                </a:cubicBezTo>
                <a:cubicBezTo>
                  <a:pt x="0" y="289"/>
                  <a:pt x="0" y="282"/>
                  <a:pt x="0" y="275"/>
                </a:cubicBezTo>
                <a:lnTo>
                  <a:pt x="0" y="268"/>
                </a:lnTo>
                <a:cubicBezTo>
                  <a:pt x="354" y="29"/>
                  <a:pt x="354" y="29"/>
                  <a:pt x="354" y="29"/>
                </a:cubicBezTo>
                <a:lnTo>
                  <a:pt x="361" y="29"/>
                </a:lnTo>
                <a:cubicBezTo>
                  <a:pt x="368" y="29"/>
                  <a:pt x="375" y="36"/>
                  <a:pt x="375" y="43"/>
                </a:cubicBezTo>
                <a:cubicBezTo>
                  <a:pt x="375" y="43"/>
                  <a:pt x="375" y="50"/>
                  <a:pt x="368" y="50"/>
                </a:cubicBezTo>
                <a:close/>
                <a:moveTo>
                  <a:pt x="43" y="113"/>
                </a:moveTo>
                <a:lnTo>
                  <a:pt x="43" y="113"/>
                </a:lnTo>
                <a:cubicBezTo>
                  <a:pt x="43" y="99"/>
                  <a:pt x="50" y="85"/>
                  <a:pt x="71" y="85"/>
                </a:cubicBezTo>
                <a:lnTo>
                  <a:pt x="71" y="85"/>
                </a:lnTo>
                <a:cubicBezTo>
                  <a:pt x="163" y="85"/>
                  <a:pt x="163" y="85"/>
                  <a:pt x="163" y="85"/>
                </a:cubicBezTo>
                <a:cubicBezTo>
                  <a:pt x="255" y="8"/>
                  <a:pt x="255" y="8"/>
                  <a:pt x="255" y="8"/>
                </a:cubicBezTo>
                <a:lnTo>
                  <a:pt x="255" y="8"/>
                </a:lnTo>
                <a:cubicBezTo>
                  <a:pt x="262" y="8"/>
                  <a:pt x="269" y="0"/>
                  <a:pt x="276" y="0"/>
                </a:cubicBezTo>
                <a:cubicBezTo>
                  <a:pt x="290" y="0"/>
                  <a:pt x="304" y="15"/>
                  <a:pt x="304" y="29"/>
                </a:cubicBezTo>
                <a:cubicBezTo>
                  <a:pt x="43" y="204"/>
                  <a:pt x="43" y="204"/>
                  <a:pt x="43" y="204"/>
                </a:cubicBezTo>
                <a:lnTo>
                  <a:pt x="43" y="113"/>
                </a:lnTo>
                <a:close/>
                <a:moveTo>
                  <a:pt x="304" y="183"/>
                </a:moveTo>
                <a:lnTo>
                  <a:pt x="304" y="183"/>
                </a:lnTo>
                <a:cubicBezTo>
                  <a:pt x="304" y="211"/>
                  <a:pt x="304" y="211"/>
                  <a:pt x="304" y="211"/>
                </a:cubicBezTo>
                <a:cubicBezTo>
                  <a:pt x="304" y="240"/>
                  <a:pt x="304" y="240"/>
                  <a:pt x="304" y="240"/>
                </a:cubicBezTo>
                <a:cubicBezTo>
                  <a:pt x="304" y="282"/>
                  <a:pt x="304" y="282"/>
                  <a:pt x="304" y="282"/>
                </a:cubicBezTo>
                <a:cubicBezTo>
                  <a:pt x="304" y="303"/>
                  <a:pt x="290" y="310"/>
                  <a:pt x="276" y="310"/>
                </a:cubicBezTo>
                <a:cubicBezTo>
                  <a:pt x="269" y="310"/>
                  <a:pt x="262" y="310"/>
                  <a:pt x="262" y="310"/>
                </a:cubicBezTo>
                <a:lnTo>
                  <a:pt x="262" y="310"/>
                </a:lnTo>
                <a:cubicBezTo>
                  <a:pt x="163" y="240"/>
                  <a:pt x="163" y="240"/>
                  <a:pt x="163" y="240"/>
                </a:cubicBezTo>
                <a:cubicBezTo>
                  <a:pt x="141" y="240"/>
                  <a:pt x="141" y="240"/>
                  <a:pt x="141" y="240"/>
                </a:cubicBezTo>
                <a:cubicBezTo>
                  <a:pt x="304" y="128"/>
                  <a:pt x="304" y="128"/>
                  <a:pt x="304" y="128"/>
                </a:cubicBezTo>
                <a:lnTo>
                  <a:pt x="304" y="18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5" name="Freeform 157"/>
          <p:cNvSpPr/>
          <p:nvPr/>
        </p:nvSpPr>
        <p:spPr>
          <a:xfrm>
            <a:off x="5365800" y="665280"/>
            <a:ext cx="217440" cy="217440"/>
          </a:xfrm>
          <a:custGeom>
            <a:avLst/>
            <a:gdLst/>
            <a:ahLst/>
            <a:rect l="l" t="t" r="r" b="b"/>
            <a:pathLst>
              <a:path w="602" h="602">
                <a:moveTo>
                  <a:pt x="573" y="459"/>
                </a:moveTo>
                <a:lnTo>
                  <a:pt x="573" y="459"/>
                </a:lnTo>
                <a:cubicBezTo>
                  <a:pt x="481" y="459"/>
                  <a:pt x="481" y="459"/>
                  <a:pt x="481" y="459"/>
                </a:cubicBezTo>
                <a:cubicBezTo>
                  <a:pt x="481" y="431"/>
                  <a:pt x="481" y="431"/>
                  <a:pt x="481" y="431"/>
                </a:cubicBezTo>
                <a:cubicBezTo>
                  <a:pt x="481" y="424"/>
                  <a:pt x="481" y="424"/>
                  <a:pt x="481" y="424"/>
                </a:cubicBezTo>
                <a:cubicBezTo>
                  <a:pt x="481" y="374"/>
                  <a:pt x="481" y="374"/>
                  <a:pt x="481" y="374"/>
                </a:cubicBezTo>
                <a:cubicBezTo>
                  <a:pt x="481" y="346"/>
                  <a:pt x="481" y="346"/>
                  <a:pt x="481" y="346"/>
                </a:cubicBezTo>
                <a:cubicBezTo>
                  <a:pt x="481" y="318"/>
                  <a:pt x="481" y="318"/>
                  <a:pt x="481" y="318"/>
                </a:cubicBezTo>
                <a:cubicBezTo>
                  <a:pt x="120" y="318"/>
                  <a:pt x="120" y="318"/>
                  <a:pt x="120" y="318"/>
                </a:cubicBezTo>
                <a:cubicBezTo>
                  <a:pt x="120" y="346"/>
                  <a:pt x="120" y="346"/>
                  <a:pt x="120" y="346"/>
                </a:cubicBezTo>
                <a:cubicBezTo>
                  <a:pt x="120" y="374"/>
                  <a:pt x="120" y="374"/>
                  <a:pt x="120" y="374"/>
                </a:cubicBezTo>
                <a:cubicBezTo>
                  <a:pt x="120" y="424"/>
                  <a:pt x="120" y="424"/>
                  <a:pt x="120" y="424"/>
                </a:cubicBezTo>
                <a:cubicBezTo>
                  <a:pt x="120" y="431"/>
                  <a:pt x="120" y="431"/>
                  <a:pt x="120" y="431"/>
                </a:cubicBezTo>
                <a:cubicBezTo>
                  <a:pt x="120" y="459"/>
                  <a:pt x="120" y="459"/>
                  <a:pt x="120" y="459"/>
                </a:cubicBezTo>
                <a:cubicBezTo>
                  <a:pt x="28" y="459"/>
                  <a:pt x="28" y="459"/>
                  <a:pt x="28" y="459"/>
                </a:cubicBezTo>
                <a:cubicBezTo>
                  <a:pt x="7" y="459"/>
                  <a:pt x="0" y="452"/>
                  <a:pt x="0" y="431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55"/>
                  <a:pt x="7" y="141"/>
                  <a:pt x="28" y="141"/>
                </a:cubicBezTo>
                <a:cubicBezTo>
                  <a:pt x="573" y="141"/>
                  <a:pt x="573" y="141"/>
                  <a:pt x="573" y="141"/>
                </a:cubicBezTo>
                <a:cubicBezTo>
                  <a:pt x="587" y="141"/>
                  <a:pt x="601" y="155"/>
                  <a:pt x="601" y="169"/>
                </a:cubicBezTo>
                <a:cubicBezTo>
                  <a:pt x="601" y="431"/>
                  <a:pt x="601" y="431"/>
                  <a:pt x="601" y="431"/>
                </a:cubicBezTo>
                <a:cubicBezTo>
                  <a:pt x="601" y="452"/>
                  <a:pt x="587" y="459"/>
                  <a:pt x="573" y="459"/>
                </a:cubicBezTo>
                <a:close/>
                <a:moveTo>
                  <a:pt x="85" y="198"/>
                </a:moveTo>
                <a:lnTo>
                  <a:pt x="85" y="198"/>
                </a:lnTo>
                <a:cubicBezTo>
                  <a:pt x="64" y="198"/>
                  <a:pt x="57" y="212"/>
                  <a:pt x="57" y="226"/>
                </a:cubicBezTo>
                <a:cubicBezTo>
                  <a:pt x="57" y="240"/>
                  <a:pt x="64" y="254"/>
                  <a:pt x="85" y="254"/>
                </a:cubicBezTo>
                <a:cubicBezTo>
                  <a:pt x="99" y="254"/>
                  <a:pt x="113" y="240"/>
                  <a:pt x="113" y="226"/>
                </a:cubicBezTo>
                <a:cubicBezTo>
                  <a:pt x="113" y="212"/>
                  <a:pt x="99" y="198"/>
                  <a:pt x="85" y="198"/>
                </a:cubicBezTo>
                <a:close/>
                <a:moveTo>
                  <a:pt x="452" y="113"/>
                </a:moveTo>
                <a:lnTo>
                  <a:pt x="452" y="113"/>
                </a:lnTo>
                <a:cubicBezTo>
                  <a:pt x="148" y="113"/>
                  <a:pt x="148" y="113"/>
                  <a:pt x="148" y="113"/>
                </a:cubicBezTo>
                <a:lnTo>
                  <a:pt x="148" y="113"/>
                </a:lnTo>
                <a:cubicBezTo>
                  <a:pt x="148" y="85"/>
                  <a:pt x="148" y="85"/>
                  <a:pt x="148" y="85"/>
                </a:cubicBezTo>
                <a:lnTo>
                  <a:pt x="148" y="85"/>
                </a:lnTo>
                <a:cubicBezTo>
                  <a:pt x="148" y="28"/>
                  <a:pt x="148" y="28"/>
                  <a:pt x="148" y="28"/>
                </a:cubicBezTo>
                <a:cubicBezTo>
                  <a:pt x="148" y="21"/>
                  <a:pt x="148" y="21"/>
                  <a:pt x="148" y="14"/>
                </a:cubicBezTo>
                <a:cubicBezTo>
                  <a:pt x="155" y="7"/>
                  <a:pt x="163" y="0"/>
                  <a:pt x="177" y="0"/>
                </a:cubicBezTo>
                <a:cubicBezTo>
                  <a:pt x="424" y="0"/>
                  <a:pt x="424" y="0"/>
                  <a:pt x="424" y="0"/>
                </a:cubicBezTo>
                <a:lnTo>
                  <a:pt x="424" y="0"/>
                </a:lnTo>
                <a:lnTo>
                  <a:pt x="424" y="0"/>
                </a:lnTo>
                <a:lnTo>
                  <a:pt x="424" y="0"/>
                </a:lnTo>
                <a:cubicBezTo>
                  <a:pt x="431" y="0"/>
                  <a:pt x="431" y="0"/>
                  <a:pt x="438" y="7"/>
                </a:cubicBezTo>
                <a:lnTo>
                  <a:pt x="438" y="7"/>
                </a:lnTo>
                <a:lnTo>
                  <a:pt x="438" y="7"/>
                </a:lnTo>
                <a:lnTo>
                  <a:pt x="438" y="7"/>
                </a:lnTo>
                <a:lnTo>
                  <a:pt x="438" y="7"/>
                </a:lnTo>
                <a:lnTo>
                  <a:pt x="438" y="7"/>
                </a:lnTo>
                <a:cubicBezTo>
                  <a:pt x="445" y="7"/>
                  <a:pt x="445" y="14"/>
                  <a:pt x="445" y="14"/>
                </a:cubicBezTo>
                <a:lnTo>
                  <a:pt x="445" y="14"/>
                </a:lnTo>
                <a:cubicBezTo>
                  <a:pt x="445" y="14"/>
                  <a:pt x="452" y="21"/>
                  <a:pt x="452" y="28"/>
                </a:cubicBezTo>
                <a:lnTo>
                  <a:pt x="452" y="28"/>
                </a:lnTo>
                <a:lnTo>
                  <a:pt x="452" y="28"/>
                </a:lnTo>
                <a:cubicBezTo>
                  <a:pt x="452" y="113"/>
                  <a:pt x="452" y="113"/>
                  <a:pt x="452" y="113"/>
                </a:cubicBezTo>
                <a:close/>
                <a:moveTo>
                  <a:pt x="452" y="403"/>
                </a:moveTo>
                <a:lnTo>
                  <a:pt x="452" y="403"/>
                </a:lnTo>
                <a:cubicBezTo>
                  <a:pt x="452" y="544"/>
                  <a:pt x="452" y="544"/>
                  <a:pt x="452" y="544"/>
                </a:cubicBezTo>
                <a:cubicBezTo>
                  <a:pt x="452" y="558"/>
                  <a:pt x="452" y="558"/>
                  <a:pt x="452" y="558"/>
                </a:cubicBezTo>
                <a:cubicBezTo>
                  <a:pt x="452" y="572"/>
                  <a:pt x="452" y="572"/>
                  <a:pt x="452" y="572"/>
                </a:cubicBezTo>
                <a:cubicBezTo>
                  <a:pt x="452" y="594"/>
                  <a:pt x="438" y="601"/>
                  <a:pt x="424" y="601"/>
                </a:cubicBezTo>
                <a:cubicBezTo>
                  <a:pt x="177" y="601"/>
                  <a:pt x="177" y="601"/>
                  <a:pt x="177" y="601"/>
                </a:cubicBezTo>
                <a:cubicBezTo>
                  <a:pt x="163" y="601"/>
                  <a:pt x="148" y="594"/>
                  <a:pt x="148" y="572"/>
                </a:cubicBezTo>
                <a:cubicBezTo>
                  <a:pt x="148" y="558"/>
                  <a:pt x="148" y="558"/>
                  <a:pt x="148" y="558"/>
                </a:cubicBezTo>
                <a:cubicBezTo>
                  <a:pt x="148" y="544"/>
                  <a:pt x="148" y="544"/>
                  <a:pt x="148" y="544"/>
                </a:cubicBezTo>
                <a:cubicBezTo>
                  <a:pt x="148" y="403"/>
                  <a:pt x="148" y="403"/>
                  <a:pt x="148" y="403"/>
                </a:cubicBezTo>
                <a:cubicBezTo>
                  <a:pt x="148" y="346"/>
                  <a:pt x="148" y="346"/>
                  <a:pt x="148" y="346"/>
                </a:cubicBezTo>
                <a:cubicBezTo>
                  <a:pt x="452" y="346"/>
                  <a:pt x="452" y="346"/>
                  <a:pt x="452" y="346"/>
                </a:cubicBezTo>
                <a:lnTo>
                  <a:pt x="452" y="403"/>
                </a:lnTo>
                <a:close/>
                <a:moveTo>
                  <a:pt x="396" y="403"/>
                </a:moveTo>
                <a:lnTo>
                  <a:pt x="396" y="403"/>
                </a:lnTo>
                <a:cubicBezTo>
                  <a:pt x="205" y="403"/>
                  <a:pt x="205" y="403"/>
                  <a:pt x="205" y="403"/>
                </a:cubicBezTo>
                <a:cubicBezTo>
                  <a:pt x="205" y="431"/>
                  <a:pt x="205" y="431"/>
                  <a:pt x="205" y="431"/>
                </a:cubicBezTo>
                <a:cubicBezTo>
                  <a:pt x="396" y="431"/>
                  <a:pt x="396" y="431"/>
                  <a:pt x="396" y="431"/>
                </a:cubicBezTo>
                <a:lnTo>
                  <a:pt x="396" y="403"/>
                </a:lnTo>
                <a:close/>
                <a:moveTo>
                  <a:pt x="396" y="459"/>
                </a:moveTo>
                <a:lnTo>
                  <a:pt x="396" y="459"/>
                </a:lnTo>
                <a:cubicBezTo>
                  <a:pt x="205" y="459"/>
                  <a:pt x="205" y="459"/>
                  <a:pt x="205" y="459"/>
                </a:cubicBezTo>
                <a:cubicBezTo>
                  <a:pt x="205" y="487"/>
                  <a:pt x="205" y="487"/>
                  <a:pt x="205" y="487"/>
                </a:cubicBezTo>
                <a:cubicBezTo>
                  <a:pt x="396" y="487"/>
                  <a:pt x="396" y="487"/>
                  <a:pt x="396" y="487"/>
                </a:cubicBezTo>
                <a:lnTo>
                  <a:pt x="396" y="459"/>
                </a:lnTo>
                <a:close/>
                <a:moveTo>
                  <a:pt x="396" y="516"/>
                </a:moveTo>
                <a:lnTo>
                  <a:pt x="396" y="516"/>
                </a:lnTo>
                <a:cubicBezTo>
                  <a:pt x="205" y="516"/>
                  <a:pt x="205" y="516"/>
                  <a:pt x="205" y="516"/>
                </a:cubicBezTo>
                <a:cubicBezTo>
                  <a:pt x="205" y="544"/>
                  <a:pt x="205" y="544"/>
                  <a:pt x="205" y="544"/>
                </a:cubicBezTo>
                <a:cubicBezTo>
                  <a:pt x="396" y="544"/>
                  <a:pt x="396" y="544"/>
                  <a:pt x="396" y="544"/>
                </a:cubicBezTo>
                <a:lnTo>
                  <a:pt x="396" y="51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6" name="Freeform 158"/>
          <p:cNvSpPr/>
          <p:nvPr/>
        </p:nvSpPr>
        <p:spPr>
          <a:xfrm>
            <a:off x="4983120" y="674640"/>
            <a:ext cx="219240" cy="196920"/>
          </a:xfrm>
          <a:custGeom>
            <a:avLst/>
            <a:gdLst/>
            <a:ahLst/>
            <a:rect l="l" t="t" r="r" b="b"/>
            <a:pathLst>
              <a:path w="609" h="545">
                <a:moveTo>
                  <a:pt x="601" y="537"/>
                </a:moveTo>
                <a:lnTo>
                  <a:pt x="601" y="537"/>
                </a:lnTo>
                <a:cubicBezTo>
                  <a:pt x="410" y="318"/>
                  <a:pt x="410" y="318"/>
                  <a:pt x="410" y="318"/>
                </a:cubicBezTo>
                <a:cubicBezTo>
                  <a:pt x="594" y="141"/>
                  <a:pt x="594" y="141"/>
                  <a:pt x="594" y="141"/>
                </a:cubicBezTo>
                <a:cubicBezTo>
                  <a:pt x="601" y="148"/>
                  <a:pt x="608" y="156"/>
                  <a:pt x="608" y="163"/>
                </a:cubicBezTo>
                <a:cubicBezTo>
                  <a:pt x="608" y="516"/>
                  <a:pt x="608" y="516"/>
                  <a:pt x="608" y="516"/>
                </a:cubicBezTo>
                <a:cubicBezTo>
                  <a:pt x="608" y="523"/>
                  <a:pt x="601" y="530"/>
                  <a:pt x="601" y="537"/>
                </a:cubicBezTo>
                <a:close/>
                <a:moveTo>
                  <a:pt x="14" y="141"/>
                </a:moveTo>
                <a:lnTo>
                  <a:pt x="14" y="141"/>
                </a:lnTo>
                <a:cubicBezTo>
                  <a:pt x="14" y="134"/>
                  <a:pt x="21" y="134"/>
                  <a:pt x="28" y="134"/>
                </a:cubicBezTo>
                <a:cubicBezTo>
                  <a:pt x="198" y="134"/>
                  <a:pt x="198" y="134"/>
                  <a:pt x="198" y="134"/>
                </a:cubicBezTo>
                <a:cubicBezTo>
                  <a:pt x="205" y="141"/>
                  <a:pt x="219" y="148"/>
                  <a:pt x="240" y="148"/>
                </a:cubicBezTo>
                <a:lnTo>
                  <a:pt x="247" y="148"/>
                </a:lnTo>
                <a:cubicBezTo>
                  <a:pt x="247" y="226"/>
                  <a:pt x="247" y="226"/>
                  <a:pt x="247" y="226"/>
                </a:cubicBezTo>
                <a:cubicBezTo>
                  <a:pt x="247" y="255"/>
                  <a:pt x="276" y="283"/>
                  <a:pt x="304" y="283"/>
                </a:cubicBezTo>
                <a:cubicBezTo>
                  <a:pt x="332" y="283"/>
                  <a:pt x="360" y="255"/>
                  <a:pt x="360" y="226"/>
                </a:cubicBezTo>
                <a:cubicBezTo>
                  <a:pt x="360" y="148"/>
                  <a:pt x="360" y="148"/>
                  <a:pt x="360" y="148"/>
                </a:cubicBezTo>
                <a:lnTo>
                  <a:pt x="367" y="148"/>
                </a:lnTo>
                <a:cubicBezTo>
                  <a:pt x="389" y="148"/>
                  <a:pt x="403" y="141"/>
                  <a:pt x="410" y="134"/>
                </a:cubicBezTo>
                <a:cubicBezTo>
                  <a:pt x="579" y="134"/>
                  <a:pt x="579" y="134"/>
                  <a:pt x="579" y="134"/>
                </a:cubicBezTo>
                <a:cubicBezTo>
                  <a:pt x="587" y="134"/>
                  <a:pt x="594" y="134"/>
                  <a:pt x="594" y="141"/>
                </a:cubicBezTo>
                <a:cubicBezTo>
                  <a:pt x="304" y="368"/>
                  <a:pt x="304" y="368"/>
                  <a:pt x="304" y="368"/>
                </a:cubicBezTo>
                <a:lnTo>
                  <a:pt x="14" y="141"/>
                </a:lnTo>
                <a:close/>
                <a:moveTo>
                  <a:pt x="367" y="120"/>
                </a:moveTo>
                <a:lnTo>
                  <a:pt x="367" y="120"/>
                </a:lnTo>
                <a:cubicBezTo>
                  <a:pt x="360" y="120"/>
                  <a:pt x="353" y="120"/>
                  <a:pt x="353" y="113"/>
                </a:cubicBezTo>
                <a:cubicBezTo>
                  <a:pt x="332" y="99"/>
                  <a:pt x="332" y="99"/>
                  <a:pt x="332" y="99"/>
                </a:cubicBezTo>
                <a:cubicBezTo>
                  <a:pt x="332" y="226"/>
                  <a:pt x="332" y="226"/>
                  <a:pt x="332" y="226"/>
                </a:cubicBezTo>
                <a:cubicBezTo>
                  <a:pt x="332" y="241"/>
                  <a:pt x="318" y="255"/>
                  <a:pt x="304" y="255"/>
                </a:cubicBezTo>
                <a:cubicBezTo>
                  <a:pt x="290" y="255"/>
                  <a:pt x="276" y="241"/>
                  <a:pt x="276" y="226"/>
                </a:cubicBezTo>
                <a:cubicBezTo>
                  <a:pt x="276" y="99"/>
                  <a:pt x="276" y="99"/>
                  <a:pt x="276" y="99"/>
                </a:cubicBezTo>
                <a:cubicBezTo>
                  <a:pt x="254" y="113"/>
                  <a:pt x="254" y="113"/>
                  <a:pt x="254" y="113"/>
                </a:cubicBezTo>
                <a:cubicBezTo>
                  <a:pt x="254" y="120"/>
                  <a:pt x="247" y="120"/>
                  <a:pt x="240" y="120"/>
                </a:cubicBezTo>
                <a:cubicBezTo>
                  <a:pt x="219" y="120"/>
                  <a:pt x="212" y="113"/>
                  <a:pt x="212" y="92"/>
                </a:cubicBezTo>
                <a:cubicBezTo>
                  <a:pt x="212" y="85"/>
                  <a:pt x="212" y="78"/>
                  <a:pt x="219" y="78"/>
                </a:cubicBezTo>
                <a:cubicBezTo>
                  <a:pt x="283" y="7"/>
                  <a:pt x="283" y="7"/>
                  <a:pt x="283" y="7"/>
                </a:cubicBezTo>
                <a:cubicBezTo>
                  <a:pt x="290" y="0"/>
                  <a:pt x="297" y="0"/>
                  <a:pt x="304" y="0"/>
                </a:cubicBezTo>
                <a:cubicBezTo>
                  <a:pt x="311" y="0"/>
                  <a:pt x="318" y="0"/>
                  <a:pt x="325" y="7"/>
                </a:cubicBezTo>
                <a:cubicBezTo>
                  <a:pt x="389" y="78"/>
                  <a:pt x="389" y="78"/>
                  <a:pt x="389" y="78"/>
                </a:cubicBezTo>
                <a:cubicBezTo>
                  <a:pt x="396" y="78"/>
                  <a:pt x="396" y="85"/>
                  <a:pt x="396" y="92"/>
                </a:cubicBezTo>
                <a:cubicBezTo>
                  <a:pt x="396" y="113"/>
                  <a:pt x="389" y="120"/>
                  <a:pt x="367" y="120"/>
                </a:cubicBezTo>
                <a:close/>
                <a:moveTo>
                  <a:pt x="7" y="537"/>
                </a:moveTo>
                <a:lnTo>
                  <a:pt x="7" y="537"/>
                </a:lnTo>
                <a:cubicBezTo>
                  <a:pt x="7" y="530"/>
                  <a:pt x="0" y="523"/>
                  <a:pt x="0" y="516"/>
                </a:cubicBezTo>
                <a:cubicBezTo>
                  <a:pt x="0" y="163"/>
                  <a:pt x="0" y="163"/>
                  <a:pt x="0" y="163"/>
                </a:cubicBezTo>
                <a:cubicBezTo>
                  <a:pt x="0" y="156"/>
                  <a:pt x="7" y="148"/>
                  <a:pt x="14" y="141"/>
                </a:cubicBezTo>
                <a:cubicBezTo>
                  <a:pt x="198" y="318"/>
                  <a:pt x="198" y="318"/>
                  <a:pt x="198" y="318"/>
                </a:cubicBezTo>
                <a:lnTo>
                  <a:pt x="7" y="537"/>
                </a:lnTo>
                <a:close/>
                <a:moveTo>
                  <a:pt x="304" y="424"/>
                </a:moveTo>
                <a:lnTo>
                  <a:pt x="304" y="424"/>
                </a:lnTo>
                <a:cubicBezTo>
                  <a:pt x="382" y="346"/>
                  <a:pt x="382" y="346"/>
                  <a:pt x="382" y="346"/>
                </a:cubicBezTo>
                <a:cubicBezTo>
                  <a:pt x="594" y="537"/>
                  <a:pt x="594" y="537"/>
                  <a:pt x="594" y="537"/>
                </a:cubicBezTo>
                <a:cubicBezTo>
                  <a:pt x="594" y="544"/>
                  <a:pt x="587" y="544"/>
                  <a:pt x="579" y="544"/>
                </a:cubicBezTo>
                <a:cubicBezTo>
                  <a:pt x="28" y="544"/>
                  <a:pt x="28" y="544"/>
                  <a:pt x="28" y="544"/>
                </a:cubicBezTo>
                <a:cubicBezTo>
                  <a:pt x="21" y="544"/>
                  <a:pt x="14" y="544"/>
                  <a:pt x="14" y="537"/>
                </a:cubicBezTo>
                <a:cubicBezTo>
                  <a:pt x="226" y="346"/>
                  <a:pt x="226" y="346"/>
                  <a:pt x="226" y="346"/>
                </a:cubicBezTo>
                <a:lnTo>
                  <a:pt x="304" y="42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7" name="Freeform 159"/>
          <p:cNvSpPr/>
          <p:nvPr/>
        </p:nvSpPr>
        <p:spPr>
          <a:xfrm>
            <a:off x="4605480" y="674640"/>
            <a:ext cx="217440" cy="196920"/>
          </a:xfrm>
          <a:custGeom>
            <a:avLst/>
            <a:gdLst/>
            <a:ahLst/>
            <a:rect l="l" t="t" r="r" b="b"/>
            <a:pathLst>
              <a:path w="602" h="545">
                <a:moveTo>
                  <a:pt x="594" y="537"/>
                </a:moveTo>
                <a:lnTo>
                  <a:pt x="594" y="537"/>
                </a:lnTo>
                <a:cubicBezTo>
                  <a:pt x="410" y="318"/>
                  <a:pt x="410" y="318"/>
                  <a:pt x="410" y="318"/>
                </a:cubicBezTo>
                <a:cubicBezTo>
                  <a:pt x="594" y="141"/>
                  <a:pt x="594" y="141"/>
                  <a:pt x="594" y="141"/>
                </a:cubicBezTo>
                <a:cubicBezTo>
                  <a:pt x="601" y="148"/>
                  <a:pt x="601" y="156"/>
                  <a:pt x="601" y="163"/>
                </a:cubicBezTo>
                <a:cubicBezTo>
                  <a:pt x="601" y="516"/>
                  <a:pt x="601" y="516"/>
                  <a:pt x="601" y="516"/>
                </a:cubicBezTo>
                <a:cubicBezTo>
                  <a:pt x="601" y="523"/>
                  <a:pt x="601" y="530"/>
                  <a:pt x="594" y="537"/>
                </a:cubicBezTo>
                <a:close/>
                <a:moveTo>
                  <a:pt x="7" y="141"/>
                </a:moveTo>
                <a:lnTo>
                  <a:pt x="7" y="141"/>
                </a:lnTo>
                <a:cubicBezTo>
                  <a:pt x="14" y="134"/>
                  <a:pt x="21" y="134"/>
                  <a:pt x="28" y="134"/>
                </a:cubicBezTo>
                <a:cubicBezTo>
                  <a:pt x="184" y="134"/>
                  <a:pt x="184" y="134"/>
                  <a:pt x="184" y="134"/>
                </a:cubicBezTo>
                <a:cubicBezTo>
                  <a:pt x="184" y="141"/>
                  <a:pt x="176" y="148"/>
                  <a:pt x="176" y="163"/>
                </a:cubicBezTo>
                <a:cubicBezTo>
                  <a:pt x="176" y="177"/>
                  <a:pt x="184" y="191"/>
                  <a:pt x="198" y="198"/>
                </a:cubicBezTo>
                <a:lnTo>
                  <a:pt x="198" y="198"/>
                </a:lnTo>
                <a:cubicBezTo>
                  <a:pt x="261" y="269"/>
                  <a:pt x="261" y="269"/>
                  <a:pt x="261" y="269"/>
                </a:cubicBezTo>
                <a:lnTo>
                  <a:pt x="261" y="269"/>
                </a:lnTo>
                <a:cubicBezTo>
                  <a:pt x="269" y="276"/>
                  <a:pt x="283" y="283"/>
                  <a:pt x="304" y="283"/>
                </a:cubicBezTo>
                <a:cubicBezTo>
                  <a:pt x="318" y="283"/>
                  <a:pt x="332" y="276"/>
                  <a:pt x="339" y="269"/>
                </a:cubicBezTo>
                <a:lnTo>
                  <a:pt x="339" y="269"/>
                </a:lnTo>
                <a:cubicBezTo>
                  <a:pt x="410" y="198"/>
                  <a:pt x="410" y="198"/>
                  <a:pt x="410" y="198"/>
                </a:cubicBezTo>
                <a:lnTo>
                  <a:pt x="410" y="198"/>
                </a:lnTo>
                <a:cubicBezTo>
                  <a:pt x="417" y="191"/>
                  <a:pt x="424" y="177"/>
                  <a:pt x="424" y="163"/>
                </a:cubicBezTo>
                <a:cubicBezTo>
                  <a:pt x="424" y="148"/>
                  <a:pt x="424" y="141"/>
                  <a:pt x="417" y="134"/>
                </a:cubicBezTo>
                <a:cubicBezTo>
                  <a:pt x="572" y="134"/>
                  <a:pt x="572" y="134"/>
                  <a:pt x="572" y="134"/>
                </a:cubicBezTo>
                <a:cubicBezTo>
                  <a:pt x="579" y="134"/>
                  <a:pt x="586" y="134"/>
                  <a:pt x="594" y="141"/>
                </a:cubicBezTo>
                <a:cubicBezTo>
                  <a:pt x="304" y="368"/>
                  <a:pt x="304" y="368"/>
                  <a:pt x="304" y="368"/>
                </a:cubicBezTo>
                <a:lnTo>
                  <a:pt x="7" y="141"/>
                </a:lnTo>
                <a:close/>
                <a:moveTo>
                  <a:pt x="318" y="248"/>
                </a:moveTo>
                <a:lnTo>
                  <a:pt x="318" y="248"/>
                </a:lnTo>
                <a:cubicBezTo>
                  <a:pt x="318" y="255"/>
                  <a:pt x="311" y="255"/>
                  <a:pt x="304" y="255"/>
                </a:cubicBezTo>
                <a:cubicBezTo>
                  <a:pt x="297" y="255"/>
                  <a:pt x="290" y="255"/>
                  <a:pt x="283" y="248"/>
                </a:cubicBezTo>
                <a:cubicBezTo>
                  <a:pt x="219" y="177"/>
                  <a:pt x="219" y="177"/>
                  <a:pt x="219" y="177"/>
                </a:cubicBezTo>
                <a:cubicBezTo>
                  <a:pt x="212" y="177"/>
                  <a:pt x="205" y="170"/>
                  <a:pt x="205" y="163"/>
                </a:cubicBezTo>
                <a:cubicBezTo>
                  <a:pt x="205" y="141"/>
                  <a:pt x="219" y="134"/>
                  <a:pt x="233" y="134"/>
                </a:cubicBezTo>
                <a:cubicBezTo>
                  <a:pt x="240" y="134"/>
                  <a:pt x="247" y="134"/>
                  <a:pt x="254" y="141"/>
                </a:cubicBezTo>
                <a:cubicBezTo>
                  <a:pt x="276" y="156"/>
                  <a:pt x="276" y="156"/>
                  <a:pt x="276" y="156"/>
                </a:cubicBezTo>
                <a:cubicBezTo>
                  <a:pt x="276" y="28"/>
                  <a:pt x="276" y="28"/>
                  <a:pt x="276" y="28"/>
                </a:cubicBezTo>
                <a:cubicBezTo>
                  <a:pt x="276" y="14"/>
                  <a:pt x="283" y="0"/>
                  <a:pt x="304" y="0"/>
                </a:cubicBezTo>
                <a:cubicBezTo>
                  <a:pt x="318" y="0"/>
                  <a:pt x="332" y="14"/>
                  <a:pt x="332" y="28"/>
                </a:cubicBezTo>
                <a:cubicBezTo>
                  <a:pt x="332" y="156"/>
                  <a:pt x="332" y="156"/>
                  <a:pt x="332" y="156"/>
                </a:cubicBezTo>
                <a:cubicBezTo>
                  <a:pt x="346" y="141"/>
                  <a:pt x="346" y="141"/>
                  <a:pt x="346" y="141"/>
                </a:cubicBezTo>
                <a:cubicBezTo>
                  <a:pt x="353" y="134"/>
                  <a:pt x="360" y="134"/>
                  <a:pt x="367" y="134"/>
                </a:cubicBezTo>
                <a:cubicBezTo>
                  <a:pt x="382" y="134"/>
                  <a:pt x="396" y="141"/>
                  <a:pt x="396" y="163"/>
                </a:cubicBezTo>
                <a:cubicBezTo>
                  <a:pt x="396" y="170"/>
                  <a:pt x="396" y="177"/>
                  <a:pt x="389" y="177"/>
                </a:cubicBezTo>
                <a:lnTo>
                  <a:pt x="318" y="248"/>
                </a:lnTo>
                <a:close/>
                <a:moveTo>
                  <a:pt x="7" y="537"/>
                </a:moveTo>
                <a:lnTo>
                  <a:pt x="7" y="537"/>
                </a:lnTo>
                <a:cubicBezTo>
                  <a:pt x="0" y="530"/>
                  <a:pt x="0" y="523"/>
                  <a:pt x="0" y="516"/>
                </a:cubicBezTo>
                <a:cubicBezTo>
                  <a:pt x="0" y="163"/>
                  <a:pt x="0" y="163"/>
                  <a:pt x="0" y="163"/>
                </a:cubicBezTo>
                <a:cubicBezTo>
                  <a:pt x="0" y="156"/>
                  <a:pt x="0" y="148"/>
                  <a:pt x="7" y="141"/>
                </a:cubicBezTo>
                <a:cubicBezTo>
                  <a:pt x="191" y="318"/>
                  <a:pt x="191" y="318"/>
                  <a:pt x="191" y="318"/>
                </a:cubicBezTo>
                <a:lnTo>
                  <a:pt x="7" y="537"/>
                </a:lnTo>
                <a:close/>
                <a:moveTo>
                  <a:pt x="304" y="424"/>
                </a:moveTo>
                <a:lnTo>
                  <a:pt x="304" y="424"/>
                </a:lnTo>
                <a:cubicBezTo>
                  <a:pt x="382" y="346"/>
                  <a:pt x="382" y="346"/>
                  <a:pt x="382" y="346"/>
                </a:cubicBezTo>
                <a:cubicBezTo>
                  <a:pt x="594" y="537"/>
                  <a:pt x="594" y="537"/>
                  <a:pt x="594" y="537"/>
                </a:cubicBezTo>
                <a:cubicBezTo>
                  <a:pt x="586" y="544"/>
                  <a:pt x="579" y="544"/>
                  <a:pt x="572" y="544"/>
                </a:cubicBezTo>
                <a:cubicBezTo>
                  <a:pt x="28" y="544"/>
                  <a:pt x="28" y="544"/>
                  <a:pt x="28" y="544"/>
                </a:cubicBezTo>
                <a:cubicBezTo>
                  <a:pt x="21" y="544"/>
                  <a:pt x="14" y="544"/>
                  <a:pt x="7" y="537"/>
                </a:cubicBezTo>
                <a:cubicBezTo>
                  <a:pt x="226" y="346"/>
                  <a:pt x="226" y="346"/>
                  <a:pt x="226" y="346"/>
                </a:cubicBezTo>
                <a:lnTo>
                  <a:pt x="304" y="42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8" name="Freeform 160"/>
          <p:cNvSpPr/>
          <p:nvPr/>
        </p:nvSpPr>
        <p:spPr>
          <a:xfrm>
            <a:off x="4226040" y="698400"/>
            <a:ext cx="215640" cy="150840"/>
          </a:xfrm>
          <a:custGeom>
            <a:avLst/>
            <a:gdLst/>
            <a:ahLst/>
            <a:rect l="l" t="t" r="r" b="b"/>
            <a:pathLst>
              <a:path w="601" h="418">
                <a:moveTo>
                  <a:pt x="410" y="191"/>
                </a:moveTo>
                <a:lnTo>
                  <a:pt x="410" y="191"/>
                </a:lnTo>
                <a:cubicBezTo>
                  <a:pt x="593" y="7"/>
                  <a:pt x="593" y="7"/>
                  <a:pt x="593" y="7"/>
                </a:cubicBezTo>
                <a:cubicBezTo>
                  <a:pt x="600" y="14"/>
                  <a:pt x="600" y="21"/>
                  <a:pt x="600" y="28"/>
                </a:cubicBezTo>
                <a:cubicBezTo>
                  <a:pt x="600" y="388"/>
                  <a:pt x="600" y="388"/>
                  <a:pt x="600" y="388"/>
                </a:cubicBezTo>
                <a:cubicBezTo>
                  <a:pt x="600" y="395"/>
                  <a:pt x="600" y="403"/>
                  <a:pt x="593" y="410"/>
                </a:cubicBezTo>
                <a:lnTo>
                  <a:pt x="410" y="191"/>
                </a:lnTo>
                <a:close/>
                <a:moveTo>
                  <a:pt x="7" y="7"/>
                </a:moveTo>
                <a:lnTo>
                  <a:pt x="7" y="7"/>
                </a:lnTo>
                <a:cubicBezTo>
                  <a:pt x="14" y="7"/>
                  <a:pt x="21" y="0"/>
                  <a:pt x="28" y="0"/>
                </a:cubicBezTo>
                <a:cubicBezTo>
                  <a:pt x="572" y="0"/>
                  <a:pt x="572" y="0"/>
                  <a:pt x="572" y="0"/>
                </a:cubicBezTo>
                <a:cubicBezTo>
                  <a:pt x="579" y="0"/>
                  <a:pt x="586" y="7"/>
                  <a:pt x="593" y="7"/>
                </a:cubicBezTo>
                <a:cubicBezTo>
                  <a:pt x="297" y="240"/>
                  <a:pt x="297" y="240"/>
                  <a:pt x="297" y="240"/>
                </a:cubicBezTo>
                <a:lnTo>
                  <a:pt x="7" y="7"/>
                </a:lnTo>
                <a:close/>
                <a:moveTo>
                  <a:pt x="7" y="410"/>
                </a:moveTo>
                <a:lnTo>
                  <a:pt x="7" y="410"/>
                </a:lnTo>
                <a:cubicBezTo>
                  <a:pt x="0" y="403"/>
                  <a:pt x="0" y="395"/>
                  <a:pt x="0" y="38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1"/>
                  <a:pt x="0" y="14"/>
                  <a:pt x="7" y="7"/>
                </a:cubicBezTo>
                <a:cubicBezTo>
                  <a:pt x="191" y="191"/>
                  <a:pt x="191" y="191"/>
                  <a:pt x="191" y="191"/>
                </a:cubicBezTo>
                <a:lnTo>
                  <a:pt x="7" y="410"/>
                </a:lnTo>
                <a:close/>
                <a:moveTo>
                  <a:pt x="297" y="297"/>
                </a:moveTo>
                <a:lnTo>
                  <a:pt x="297" y="297"/>
                </a:lnTo>
                <a:cubicBezTo>
                  <a:pt x="374" y="219"/>
                  <a:pt x="374" y="219"/>
                  <a:pt x="374" y="219"/>
                </a:cubicBezTo>
                <a:cubicBezTo>
                  <a:pt x="593" y="410"/>
                  <a:pt x="593" y="410"/>
                  <a:pt x="593" y="410"/>
                </a:cubicBezTo>
                <a:cubicBezTo>
                  <a:pt x="586" y="417"/>
                  <a:pt x="579" y="417"/>
                  <a:pt x="572" y="417"/>
                </a:cubicBezTo>
                <a:cubicBezTo>
                  <a:pt x="28" y="417"/>
                  <a:pt x="28" y="417"/>
                  <a:pt x="28" y="417"/>
                </a:cubicBezTo>
                <a:cubicBezTo>
                  <a:pt x="21" y="417"/>
                  <a:pt x="14" y="417"/>
                  <a:pt x="7" y="410"/>
                </a:cubicBezTo>
                <a:cubicBezTo>
                  <a:pt x="219" y="219"/>
                  <a:pt x="219" y="219"/>
                  <a:pt x="219" y="219"/>
                </a:cubicBezTo>
                <a:lnTo>
                  <a:pt x="297" y="29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9" name="Freeform 161"/>
          <p:cNvSpPr/>
          <p:nvPr/>
        </p:nvSpPr>
        <p:spPr>
          <a:xfrm>
            <a:off x="3843360" y="677880"/>
            <a:ext cx="218880" cy="190440"/>
          </a:xfrm>
          <a:custGeom>
            <a:avLst/>
            <a:gdLst/>
            <a:ahLst/>
            <a:rect l="l" t="t" r="r" b="b"/>
            <a:pathLst>
              <a:path w="608" h="531">
                <a:moveTo>
                  <a:pt x="579" y="530"/>
                </a:moveTo>
                <a:lnTo>
                  <a:pt x="579" y="530"/>
                </a:lnTo>
                <a:cubicBezTo>
                  <a:pt x="28" y="530"/>
                  <a:pt x="28" y="530"/>
                  <a:pt x="28" y="530"/>
                </a:cubicBezTo>
                <a:cubicBezTo>
                  <a:pt x="14" y="530"/>
                  <a:pt x="0" y="516"/>
                  <a:pt x="0" y="502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14" y="0"/>
                  <a:pt x="28" y="0"/>
                </a:cubicBezTo>
                <a:cubicBezTo>
                  <a:pt x="579" y="0"/>
                  <a:pt x="579" y="0"/>
                  <a:pt x="579" y="0"/>
                </a:cubicBezTo>
                <a:cubicBezTo>
                  <a:pt x="593" y="0"/>
                  <a:pt x="607" y="14"/>
                  <a:pt x="607" y="28"/>
                </a:cubicBezTo>
                <a:cubicBezTo>
                  <a:pt x="607" y="502"/>
                  <a:pt x="607" y="502"/>
                  <a:pt x="607" y="502"/>
                </a:cubicBezTo>
                <a:cubicBezTo>
                  <a:pt x="607" y="516"/>
                  <a:pt x="593" y="530"/>
                  <a:pt x="579" y="530"/>
                </a:cubicBezTo>
                <a:close/>
                <a:moveTo>
                  <a:pt x="56" y="28"/>
                </a:moveTo>
                <a:lnTo>
                  <a:pt x="56" y="28"/>
                </a:lnTo>
                <a:cubicBezTo>
                  <a:pt x="42" y="28"/>
                  <a:pt x="28" y="43"/>
                  <a:pt x="28" y="57"/>
                </a:cubicBezTo>
                <a:cubicBezTo>
                  <a:pt x="28" y="78"/>
                  <a:pt x="42" y="85"/>
                  <a:pt x="56" y="85"/>
                </a:cubicBezTo>
                <a:cubicBezTo>
                  <a:pt x="77" y="85"/>
                  <a:pt x="84" y="78"/>
                  <a:pt x="84" y="57"/>
                </a:cubicBezTo>
                <a:cubicBezTo>
                  <a:pt x="84" y="43"/>
                  <a:pt x="77" y="28"/>
                  <a:pt x="56" y="28"/>
                </a:cubicBezTo>
                <a:close/>
                <a:moveTo>
                  <a:pt x="141" y="28"/>
                </a:moveTo>
                <a:lnTo>
                  <a:pt x="141" y="28"/>
                </a:lnTo>
                <a:cubicBezTo>
                  <a:pt x="127" y="28"/>
                  <a:pt x="113" y="43"/>
                  <a:pt x="113" y="57"/>
                </a:cubicBezTo>
                <a:cubicBezTo>
                  <a:pt x="113" y="78"/>
                  <a:pt x="127" y="85"/>
                  <a:pt x="141" y="85"/>
                </a:cubicBezTo>
                <a:cubicBezTo>
                  <a:pt x="162" y="85"/>
                  <a:pt x="169" y="78"/>
                  <a:pt x="169" y="57"/>
                </a:cubicBezTo>
                <a:cubicBezTo>
                  <a:pt x="169" y="43"/>
                  <a:pt x="162" y="28"/>
                  <a:pt x="141" y="28"/>
                </a:cubicBezTo>
                <a:close/>
                <a:moveTo>
                  <a:pt x="226" y="28"/>
                </a:moveTo>
                <a:lnTo>
                  <a:pt x="226" y="28"/>
                </a:lnTo>
                <a:cubicBezTo>
                  <a:pt x="212" y="28"/>
                  <a:pt x="197" y="43"/>
                  <a:pt x="197" y="57"/>
                </a:cubicBezTo>
                <a:cubicBezTo>
                  <a:pt x="197" y="78"/>
                  <a:pt x="212" y="85"/>
                  <a:pt x="226" y="85"/>
                </a:cubicBezTo>
                <a:cubicBezTo>
                  <a:pt x="247" y="85"/>
                  <a:pt x="254" y="78"/>
                  <a:pt x="254" y="57"/>
                </a:cubicBezTo>
                <a:cubicBezTo>
                  <a:pt x="254" y="43"/>
                  <a:pt x="247" y="28"/>
                  <a:pt x="226" y="28"/>
                </a:cubicBezTo>
                <a:close/>
                <a:moveTo>
                  <a:pt x="579" y="113"/>
                </a:moveTo>
                <a:lnTo>
                  <a:pt x="579" y="113"/>
                </a:lnTo>
                <a:cubicBezTo>
                  <a:pt x="551" y="113"/>
                  <a:pt x="551" y="113"/>
                  <a:pt x="551" y="113"/>
                </a:cubicBezTo>
                <a:cubicBezTo>
                  <a:pt x="56" y="113"/>
                  <a:pt x="56" y="113"/>
                  <a:pt x="56" y="113"/>
                </a:cubicBezTo>
                <a:cubicBezTo>
                  <a:pt x="28" y="113"/>
                  <a:pt x="28" y="113"/>
                  <a:pt x="28" y="113"/>
                </a:cubicBezTo>
                <a:cubicBezTo>
                  <a:pt x="28" y="502"/>
                  <a:pt x="28" y="502"/>
                  <a:pt x="28" y="502"/>
                </a:cubicBezTo>
                <a:cubicBezTo>
                  <a:pt x="579" y="502"/>
                  <a:pt x="579" y="502"/>
                  <a:pt x="579" y="502"/>
                </a:cubicBezTo>
                <a:lnTo>
                  <a:pt x="579" y="113"/>
                </a:lnTo>
                <a:close/>
                <a:moveTo>
                  <a:pt x="219" y="226"/>
                </a:moveTo>
                <a:lnTo>
                  <a:pt x="219" y="226"/>
                </a:lnTo>
                <a:cubicBezTo>
                  <a:pt x="226" y="219"/>
                  <a:pt x="247" y="219"/>
                  <a:pt x="254" y="226"/>
                </a:cubicBezTo>
                <a:cubicBezTo>
                  <a:pt x="304" y="276"/>
                  <a:pt x="304" y="276"/>
                  <a:pt x="304" y="276"/>
                </a:cubicBezTo>
                <a:cubicBezTo>
                  <a:pt x="353" y="226"/>
                  <a:pt x="353" y="226"/>
                  <a:pt x="353" y="226"/>
                </a:cubicBezTo>
                <a:cubicBezTo>
                  <a:pt x="360" y="219"/>
                  <a:pt x="381" y="219"/>
                  <a:pt x="388" y="226"/>
                </a:cubicBezTo>
                <a:cubicBezTo>
                  <a:pt x="403" y="241"/>
                  <a:pt x="403" y="255"/>
                  <a:pt x="388" y="269"/>
                </a:cubicBezTo>
                <a:cubicBezTo>
                  <a:pt x="346" y="311"/>
                  <a:pt x="346" y="311"/>
                  <a:pt x="346" y="311"/>
                </a:cubicBezTo>
                <a:cubicBezTo>
                  <a:pt x="388" y="361"/>
                  <a:pt x="388" y="361"/>
                  <a:pt x="388" y="361"/>
                </a:cubicBezTo>
                <a:cubicBezTo>
                  <a:pt x="403" y="368"/>
                  <a:pt x="403" y="389"/>
                  <a:pt x="388" y="403"/>
                </a:cubicBezTo>
                <a:cubicBezTo>
                  <a:pt x="381" y="410"/>
                  <a:pt x="360" y="410"/>
                  <a:pt x="353" y="403"/>
                </a:cubicBezTo>
                <a:cubicBezTo>
                  <a:pt x="304" y="354"/>
                  <a:pt x="304" y="354"/>
                  <a:pt x="304" y="354"/>
                </a:cubicBezTo>
                <a:cubicBezTo>
                  <a:pt x="254" y="403"/>
                  <a:pt x="254" y="403"/>
                  <a:pt x="254" y="403"/>
                </a:cubicBezTo>
                <a:cubicBezTo>
                  <a:pt x="247" y="410"/>
                  <a:pt x="226" y="410"/>
                  <a:pt x="219" y="403"/>
                </a:cubicBezTo>
                <a:cubicBezTo>
                  <a:pt x="205" y="389"/>
                  <a:pt x="205" y="368"/>
                  <a:pt x="219" y="361"/>
                </a:cubicBezTo>
                <a:cubicBezTo>
                  <a:pt x="261" y="311"/>
                  <a:pt x="261" y="311"/>
                  <a:pt x="261" y="311"/>
                </a:cubicBezTo>
                <a:cubicBezTo>
                  <a:pt x="219" y="269"/>
                  <a:pt x="219" y="269"/>
                  <a:pt x="219" y="269"/>
                </a:cubicBezTo>
                <a:cubicBezTo>
                  <a:pt x="205" y="255"/>
                  <a:pt x="205" y="241"/>
                  <a:pt x="219" y="22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0" name="Freeform 162"/>
          <p:cNvSpPr/>
          <p:nvPr/>
        </p:nvSpPr>
        <p:spPr>
          <a:xfrm>
            <a:off x="3465360" y="677880"/>
            <a:ext cx="216000" cy="190440"/>
          </a:xfrm>
          <a:custGeom>
            <a:avLst/>
            <a:gdLst/>
            <a:ahLst/>
            <a:rect l="l" t="t" r="r" b="b"/>
            <a:pathLst>
              <a:path w="601" h="531">
                <a:moveTo>
                  <a:pt x="572" y="530"/>
                </a:moveTo>
                <a:lnTo>
                  <a:pt x="572" y="530"/>
                </a:lnTo>
                <a:cubicBezTo>
                  <a:pt x="28" y="530"/>
                  <a:pt x="28" y="530"/>
                  <a:pt x="28" y="530"/>
                </a:cubicBezTo>
                <a:cubicBezTo>
                  <a:pt x="14" y="530"/>
                  <a:pt x="0" y="516"/>
                  <a:pt x="0" y="502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14" y="0"/>
                  <a:pt x="28" y="0"/>
                </a:cubicBezTo>
                <a:cubicBezTo>
                  <a:pt x="572" y="0"/>
                  <a:pt x="572" y="0"/>
                  <a:pt x="572" y="0"/>
                </a:cubicBezTo>
                <a:cubicBezTo>
                  <a:pt x="593" y="0"/>
                  <a:pt x="600" y="14"/>
                  <a:pt x="600" y="28"/>
                </a:cubicBezTo>
                <a:cubicBezTo>
                  <a:pt x="600" y="502"/>
                  <a:pt x="600" y="502"/>
                  <a:pt x="600" y="502"/>
                </a:cubicBezTo>
                <a:cubicBezTo>
                  <a:pt x="600" y="516"/>
                  <a:pt x="593" y="530"/>
                  <a:pt x="572" y="530"/>
                </a:cubicBezTo>
                <a:close/>
                <a:moveTo>
                  <a:pt x="56" y="28"/>
                </a:moveTo>
                <a:lnTo>
                  <a:pt x="56" y="28"/>
                </a:lnTo>
                <a:cubicBezTo>
                  <a:pt x="42" y="28"/>
                  <a:pt x="28" y="43"/>
                  <a:pt x="28" y="57"/>
                </a:cubicBezTo>
                <a:cubicBezTo>
                  <a:pt x="28" y="78"/>
                  <a:pt x="42" y="85"/>
                  <a:pt x="56" y="85"/>
                </a:cubicBezTo>
                <a:cubicBezTo>
                  <a:pt x="70" y="85"/>
                  <a:pt x="84" y="78"/>
                  <a:pt x="84" y="57"/>
                </a:cubicBezTo>
                <a:cubicBezTo>
                  <a:pt x="84" y="43"/>
                  <a:pt x="70" y="28"/>
                  <a:pt x="56" y="28"/>
                </a:cubicBezTo>
                <a:close/>
                <a:moveTo>
                  <a:pt x="141" y="28"/>
                </a:moveTo>
                <a:lnTo>
                  <a:pt x="141" y="28"/>
                </a:lnTo>
                <a:cubicBezTo>
                  <a:pt x="127" y="28"/>
                  <a:pt x="113" y="43"/>
                  <a:pt x="113" y="57"/>
                </a:cubicBezTo>
                <a:cubicBezTo>
                  <a:pt x="113" y="78"/>
                  <a:pt x="127" y="85"/>
                  <a:pt x="141" y="85"/>
                </a:cubicBezTo>
                <a:cubicBezTo>
                  <a:pt x="155" y="85"/>
                  <a:pt x="169" y="78"/>
                  <a:pt x="169" y="57"/>
                </a:cubicBezTo>
                <a:cubicBezTo>
                  <a:pt x="169" y="43"/>
                  <a:pt x="155" y="28"/>
                  <a:pt x="141" y="28"/>
                </a:cubicBezTo>
                <a:close/>
                <a:moveTo>
                  <a:pt x="226" y="28"/>
                </a:moveTo>
                <a:lnTo>
                  <a:pt x="226" y="28"/>
                </a:lnTo>
                <a:cubicBezTo>
                  <a:pt x="212" y="28"/>
                  <a:pt x="197" y="43"/>
                  <a:pt x="197" y="57"/>
                </a:cubicBezTo>
                <a:cubicBezTo>
                  <a:pt x="197" y="78"/>
                  <a:pt x="212" y="85"/>
                  <a:pt x="226" y="85"/>
                </a:cubicBezTo>
                <a:cubicBezTo>
                  <a:pt x="240" y="85"/>
                  <a:pt x="254" y="78"/>
                  <a:pt x="254" y="57"/>
                </a:cubicBezTo>
                <a:cubicBezTo>
                  <a:pt x="254" y="43"/>
                  <a:pt x="240" y="28"/>
                  <a:pt x="226" y="28"/>
                </a:cubicBezTo>
                <a:close/>
                <a:moveTo>
                  <a:pt x="572" y="113"/>
                </a:moveTo>
                <a:lnTo>
                  <a:pt x="572" y="113"/>
                </a:lnTo>
                <a:cubicBezTo>
                  <a:pt x="544" y="113"/>
                  <a:pt x="544" y="113"/>
                  <a:pt x="544" y="113"/>
                </a:cubicBezTo>
                <a:cubicBezTo>
                  <a:pt x="56" y="113"/>
                  <a:pt x="56" y="113"/>
                  <a:pt x="56" y="113"/>
                </a:cubicBezTo>
                <a:cubicBezTo>
                  <a:pt x="28" y="113"/>
                  <a:pt x="28" y="113"/>
                  <a:pt x="28" y="113"/>
                </a:cubicBezTo>
                <a:cubicBezTo>
                  <a:pt x="28" y="502"/>
                  <a:pt x="28" y="502"/>
                  <a:pt x="28" y="502"/>
                </a:cubicBezTo>
                <a:cubicBezTo>
                  <a:pt x="572" y="502"/>
                  <a:pt x="572" y="502"/>
                  <a:pt x="572" y="502"/>
                </a:cubicBezTo>
                <a:lnTo>
                  <a:pt x="572" y="113"/>
                </a:lnTo>
                <a:close/>
                <a:moveTo>
                  <a:pt x="219" y="283"/>
                </a:moveTo>
                <a:lnTo>
                  <a:pt x="219" y="283"/>
                </a:lnTo>
                <a:cubicBezTo>
                  <a:pt x="226" y="283"/>
                  <a:pt x="233" y="290"/>
                  <a:pt x="233" y="297"/>
                </a:cubicBezTo>
                <a:lnTo>
                  <a:pt x="233" y="297"/>
                </a:lnTo>
                <a:cubicBezTo>
                  <a:pt x="275" y="332"/>
                  <a:pt x="275" y="332"/>
                  <a:pt x="275" y="332"/>
                </a:cubicBezTo>
                <a:cubicBezTo>
                  <a:pt x="367" y="241"/>
                  <a:pt x="367" y="241"/>
                  <a:pt x="367" y="241"/>
                </a:cubicBezTo>
                <a:lnTo>
                  <a:pt x="367" y="241"/>
                </a:lnTo>
                <a:cubicBezTo>
                  <a:pt x="374" y="234"/>
                  <a:pt x="381" y="226"/>
                  <a:pt x="388" y="226"/>
                </a:cubicBezTo>
                <a:cubicBezTo>
                  <a:pt x="402" y="226"/>
                  <a:pt x="417" y="241"/>
                  <a:pt x="417" y="255"/>
                </a:cubicBezTo>
                <a:cubicBezTo>
                  <a:pt x="417" y="262"/>
                  <a:pt x="410" y="269"/>
                  <a:pt x="402" y="276"/>
                </a:cubicBezTo>
                <a:lnTo>
                  <a:pt x="402" y="276"/>
                </a:lnTo>
                <a:cubicBezTo>
                  <a:pt x="289" y="389"/>
                  <a:pt x="289" y="389"/>
                  <a:pt x="289" y="389"/>
                </a:cubicBezTo>
                <a:lnTo>
                  <a:pt x="289" y="389"/>
                </a:lnTo>
                <a:cubicBezTo>
                  <a:pt x="289" y="396"/>
                  <a:pt x="282" y="396"/>
                  <a:pt x="275" y="396"/>
                </a:cubicBezTo>
                <a:cubicBezTo>
                  <a:pt x="268" y="396"/>
                  <a:pt x="261" y="396"/>
                  <a:pt x="254" y="389"/>
                </a:cubicBezTo>
                <a:lnTo>
                  <a:pt x="254" y="389"/>
                </a:lnTo>
                <a:cubicBezTo>
                  <a:pt x="197" y="332"/>
                  <a:pt x="197" y="332"/>
                  <a:pt x="197" y="332"/>
                </a:cubicBezTo>
                <a:lnTo>
                  <a:pt x="197" y="332"/>
                </a:lnTo>
                <a:cubicBezTo>
                  <a:pt x="190" y="325"/>
                  <a:pt x="190" y="318"/>
                  <a:pt x="190" y="311"/>
                </a:cubicBezTo>
                <a:cubicBezTo>
                  <a:pt x="190" y="297"/>
                  <a:pt x="197" y="283"/>
                  <a:pt x="219" y="28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1" name="Freeform 163"/>
          <p:cNvSpPr/>
          <p:nvPr/>
        </p:nvSpPr>
        <p:spPr>
          <a:xfrm>
            <a:off x="3086280" y="677880"/>
            <a:ext cx="215640" cy="190440"/>
          </a:xfrm>
          <a:custGeom>
            <a:avLst/>
            <a:gdLst/>
            <a:ahLst/>
            <a:rect l="l" t="t" r="r" b="b"/>
            <a:pathLst>
              <a:path w="601" h="531">
                <a:moveTo>
                  <a:pt x="572" y="530"/>
                </a:moveTo>
                <a:lnTo>
                  <a:pt x="572" y="530"/>
                </a:lnTo>
                <a:cubicBezTo>
                  <a:pt x="28" y="530"/>
                  <a:pt x="28" y="530"/>
                  <a:pt x="28" y="530"/>
                </a:cubicBezTo>
                <a:cubicBezTo>
                  <a:pt x="7" y="530"/>
                  <a:pt x="0" y="516"/>
                  <a:pt x="0" y="502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7" y="0"/>
                  <a:pt x="28" y="0"/>
                </a:cubicBezTo>
                <a:cubicBezTo>
                  <a:pt x="572" y="0"/>
                  <a:pt x="572" y="0"/>
                  <a:pt x="572" y="0"/>
                </a:cubicBezTo>
                <a:cubicBezTo>
                  <a:pt x="586" y="0"/>
                  <a:pt x="600" y="14"/>
                  <a:pt x="600" y="28"/>
                </a:cubicBezTo>
                <a:cubicBezTo>
                  <a:pt x="600" y="502"/>
                  <a:pt x="600" y="502"/>
                  <a:pt x="600" y="502"/>
                </a:cubicBezTo>
                <a:cubicBezTo>
                  <a:pt x="600" y="516"/>
                  <a:pt x="586" y="530"/>
                  <a:pt x="572" y="530"/>
                </a:cubicBezTo>
                <a:close/>
                <a:moveTo>
                  <a:pt x="56" y="28"/>
                </a:moveTo>
                <a:lnTo>
                  <a:pt x="56" y="28"/>
                </a:lnTo>
                <a:cubicBezTo>
                  <a:pt x="35" y="28"/>
                  <a:pt x="28" y="43"/>
                  <a:pt x="28" y="57"/>
                </a:cubicBezTo>
                <a:cubicBezTo>
                  <a:pt x="28" y="78"/>
                  <a:pt x="35" y="85"/>
                  <a:pt x="56" y="85"/>
                </a:cubicBezTo>
                <a:cubicBezTo>
                  <a:pt x="70" y="85"/>
                  <a:pt x="84" y="78"/>
                  <a:pt x="84" y="57"/>
                </a:cubicBezTo>
                <a:cubicBezTo>
                  <a:pt x="84" y="43"/>
                  <a:pt x="70" y="28"/>
                  <a:pt x="56" y="28"/>
                </a:cubicBezTo>
                <a:close/>
                <a:moveTo>
                  <a:pt x="141" y="28"/>
                </a:moveTo>
                <a:lnTo>
                  <a:pt x="141" y="28"/>
                </a:lnTo>
                <a:cubicBezTo>
                  <a:pt x="120" y="28"/>
                  <a:pt x="113" y="43"/>
                  <a:pt x="113" y="57"/>
                </a:cubicBezTo>
                <a:cubicBezTo>
                  <a:pt x="113" y="78"/>
                  <a:pt x="120" y="85"/>
                  <a:pt x="141" y="85"/>
                </a:cubicBezTo>
                <a:cubicBezTo>
                  <a:pt x="155" y="85"/>
                  <a:pt x="169" y="78"/>
                  <a:pt x="169" y="57"/>
                </a:cubicBezTo>
                <a:cubicBezTo>
                  <a:pt x="169" y="43"/>
                  <a:pt x="155" y="28"/>
                  <a:pt x="141" y="28"/>
                </a:cubicBezTo>
                <a:close/>
                <a:moveTo>
                  <a:pt x="226" y="28"/>
                </a:moveTo>
                <a:lnTo>
                  <a:pt x="226" y="28"/>
                </a:lnTo>
                <a:cubicBezTo>
                  <a:pt x="204" y="28"/>
                  <a:pt x="197" y="43"/>
                  <a:pt x="197" y="57"/>
                </a:cubicBezTo>
                <a:cubicBezTo>
                  <a:pt x="197" y="78"/>
                  <a:pt x="204" y="85"/>
                  <a:pt x="226" y="85"/>
                </a:cubicBezTo>
                <a:cubicBezTo>
                  <a:pt x="240" y="85"/>
                  <a:pt x="254" y="78"/>
                  <a:pt x="254" y="57"/>
                </a:cubicBezTo>
                <a:cubicBezTo>
                  <a:pt x="254" y="43"/>
                  <a:pt x="240" y="28"/>
                  <a:pt x="226" y="28"/>
                </a:cubicBezTo>
                <a:close/>
                <a:moveTo>
                  <a:pt x="572" y="113"/>
                </a:moveTo>
                <a:lnTo>
                  <a:pt x="572" y="113"/>
                </a:lnTo>
                <a:cubicBezTo>
                  <a:pt x="544" y="113"/>
                  <a:pt x="544" y="113"/>
                  <a:pt x="544" y="113"/>
                </a:cubicBezTo>
                <a:cubicBezTo>
                  <a:pt x="56" y="113"/>
                  <a:pt x="56" y="113"/>
                  <a:pt x="56" y="113"/>
                </a:cubicBezTo>
                <a:cubicBezTo>
                  <a:pt x="28" y="113"/>
                  <a:pt x="28" y="113"/>
                  <a:pt x="28" y="113"/>
                </a:cubicBezTo>
                <a:cubicBezTo>
                  <a:pt x="28" y="502"/>
                  <a:pt x="28" y="502"/>
                  <a:pt x="28" y="502"/>
                </a:cubicBezTo>
                <a:cubicBezTo>
                  <a:pt x="572" y="502"/>
                  <a:pt x="572" y="502"/>
                  <a:pt x="572" y="502"/>
                </a:cubicBezTo>
                <a:lnTo>
                  <a:pt x="572" y="113"/>
                </a:lnTo>
                <a:close/>
                <a:moveTo>
                  <a:pt x="204" y="283"/>
                </a:moveTo>
                <a:lnTo>
                  <a:pt x="204" y="283"/>
                </a:lnTo>
                <a:cubicBezTo>
                  <a:pt x="268" y="283"/>
                  <a:pt x="268" y="283"/>
                  <a:pt x="268" y="283"/>
                </a:cubicBezTo>
                <a:lnTo>
                  <a:pt x="268" y="283"/>
                </a:lnTo>
                <a:cubicBezTo>
                  <a:pt x="325" y="283"/>
                  <a:pt x="325" y="283"/>
                  <a:pt x="325" y="283"/>
                </a:cubicBezTo>
                <a:lnTo>
                  <a:pt x="325" y="283"/>
                </a:lnTo>
                <a:cubicBezTo>
                  <a:pt x="395" y="283"/>
                  <a:pt x="395" y="283"/>
                  <a:pt x="395" y="283"/>
                </a:cubicBezTo>
                <a:cubicBezTo>
                  <a:pt x="409" y="283"/>
                  <a:pt x="424" y="297"/>
                  <a:pt x="424" y="311"/>
                </a:cubicBezTo>
                <a:cubicBezTo>
                  <a:pt x="424" y="332"/>
                  <a:pt x="409" y="339"/>
                  <a:pt x="395" y="339"/>
                </a:cubicBezTo>
                <a:lnTo>
                  <a:pt x="395" y="339"/>
                </a:lnTo>
                <a:cubicBezTo>
                  <a:pt x="240" y="339"/>
                  <a:pt x="240" y="339"/>
                  <a:pt x="240" y="339"/>
                </a:cubicBezTo>
                <a:lnTo>
                  <a:pt x="240" y="339"/>
                </a:lnTo>
                <a:cubicBezTo>
                  <a:pt x="204" y="339"/>
                  <a:pt x="204" y="339"/>
                  <a:pt x="204" y="339"/>
                </a:cubicBezTo>
                <a:cubicBezTo>
                  <a:pt x="190" y="339"/>
                  <a:pt x="176" y="332"/>
                  <a:pt x="176" y="311"/>
                </a:cubicBezTo>
                <a:cubicBezTo>
                  <a:pt x="176" y="297"/>
                  <a:pt x="190" y="283"/>
                  <a:pt x="204" y="28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2" name="Freeform 164"/>
          <p:cNvSpPr/>
          <p:nvPr/>
        </p:nvSpPr>
        <p:spPr>
          <a:xfrm>
            <a:off x="2703600" y="677880"/>
            <a:ext cx="218880" cy="190440"/>
          </a:xfrm>
          <a:custGeom>
            <a:avLst/>
            <a:gdLst/>
            <a:ahLst/>
            <a:rect l="l" t="t" r="r" b="b"/>
            <a:pathLst>
              <a:path w="609" h="531">
                <a:moveTo>
                  <a:pt x="580" y="530"/>
                </a:moveTo>
                <a:lnTo>
                  <a:pt x="580" y="530"/>
                </a:lnTo>
                <a:cubicBezTo>
                  <a:pt x="29" y="530"/>
                  <a:pt x="29" y="530"/>
                  <a:pt x="29" y="530"/>
                </a:cubicBezTo>
                <a:cubicBezTo>
                  <a:pt x="15" y="530"/>
                  <a:pt x="0" y="516"/>
                  <a:pt x="0" y="502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15" y="0"/>
                  <a:pt x="29" y="0"/>
                </a:cubicBezTo>
                <a:cubicBezTo>
                  <a:pt x="580" y="0"/>
                  <a:pt x="580" y="0"/>
                  <a:pt x="580" y="0"/>
                </a:cubicBezTo>
                <a:cubicBezTo>
                  <a:pt x="594" y="0"/>
                  <a:pt x="608" y="14"/>
                  <a:pt x="608" y="28"/>
                </a:cubicBezTo>
                <a:cubicBezTo>
                  <a:pt x="608" y="502"/>
                  <a:pt x="608" y="502"/>
                  <a:pt x="608" y="502"/>
                </a:cubicBezTo>
                <a:cubicBezTo>
                  <a:pt x="608" y="516"/>
                  <a:pt x="594" y="530"/>
                  <a:pt x="580" y="530"/>
                </a:cubicBezTo>
                <a:close/>
                <a:moveTo>
                  <a:pt x="57" y="28"/>
                </a:moveTo>
                <a:lnTo>
                  <a:pt x="57" y="28"/>
                </a:lnTo>
                <a:cubicBezTo>
                  <a:pt x="43" y="28"/>
                  <a:pt x="29" y="43"/>
                  <a:pt x="29" y="57"/>
                </a:cubicBezTo>
                <a:cubicBezTo>
                  <a:pt x="29" y="78"/>
                  <a:pt x="43" y="85"/>
                  <a:pt x="57" y="85"/>
                </a:cubicBezTo>
                <a:cubicBezTo>
                  <a:pt x="78" y="85"/>
                  <a:pt x="85" y="78"/>
                  <a:pt x="85" y="57"/>
                </a:cubicBezTo>
                <a:cubicBezTo>
                  <a:pt x="85" y="43"/>
                  <a:pt x="78" y="28"/>
                  <a:pt x="57" y="28"/>
                </a:cubicBezTo>
                <a:close/>
                <a:moveTo>
                  <a:pt x="142" y="28"/>
                </a:moveTo>
                <a:lnTo>
                  <a:pt x="142" y="28"/>
                </a:lnTo>
                <a:cubicBezTo>
                  <a:pt x="128" y="28"/>
                  <a:pt x="113" y="43"/>
                  <a:pt x="113" y="57"/>
                </a:cubicBezTo>
                <a:cubicBezTo>
                  <a:pt x="113" y="78"/>
                  <a:pt x="128" y="85"/>
                  <a:pt x="142" y="85"/>
                </a:cubicBezTo>
                <a:cubicBezTo>
                  <a:pt x="163" y="85"/>
                  <a:pt x="170" y="78"/>
                  <a:pt x="170" y="57"/>
                </a:cubicBezTo>
                <a:cubicBezTo>
                  <a:pt x="170" y="43"/>
                  <a:pt x="163" y="28"/>
                  <a:pt x="142" y="28"/>
                </a:cubicBezTo>
                <a:close/>
                <a:moveTo>
                  <a:pt x="226" y="28"/>
                </a:moveTo>
                <a:lnTo>
                  <a:pt x="226" y="28"/>
                </a:lnTo>
                <a:cubicBezTo>
                  <a:pt x="212" y="28"/>
                  <a:pt x="198" y="43"/>
                  <a:pt x="198" y="57"/>
                </a:cubicBezTo>
                <a:cubicBezTo>
                  <a:pt x="198" y="78"/>
                  <a:pt x="212" y="85"/>
                  <a:pt x="226" y="85"/>
                </a:cubicBezTo>
                <a:cubicBezTo>
                  <a:pt x="248" y="85"/>
                  <a:pt x="255" y="78"/>
                  <a:pt x="255" y="57"/>
                </a:cubicBezTo>
                <a:cubicBezTo>
                  <a:pt x="255" y="43"/>
                  <a:pt x="248" y="28"/>
                  <a:pt x="226" y="28"/>
                </a:cubicBezTo>
                <a:close/>
                <a:moveTo>
                  <a:pt x="580" y="113"/>
                </a:moveTo>
                <a:lnTo>
                  <a:pt x="580" y="113"/>
                </a:lnTo>
                <a:cubicBezTo>
                  <a:pt x="552" y="113"/>
                  <a:pt x="552" y="113"/>
                  <a:pt x="552" y="113"/>
                </a:cubicBezTo>
                <a:cubicBezTo>
                  <a:pt x="57" y="113"/>
                  <a:pt x="57" y="113"/>
                  <a:pt x="57" y="113"/>
                </a:cubicBezTo>
                <a:cubicBezTo>
                  <a:pt x="29" y="113"/>
                  <a:pt x="29" y="113"/>
                  <a:pt x="29" y="113"/>
                </a:cubicBezTo>
                <a:cubicBezTo>
                  <a:pt x="29" y="502"/>
                  <a:pt x="29" y="502"/>
                  <a:pt x="29" y="502"/>
                </a:cubicBezTo>
                <a:cubicBezTo>
                  <a:pt x="580" y="502"/>
                  <a:pt x="580" y="502"/>
                  <a:pt x="580" y="502"/>
                </a:cubicBezTo>
                <a:lnTo>
                  <a:pt x="580" y="113"/>
                </a:lnTo>
                <a:close/>
                <a:moveTo>
                  <a:pt x="212" y="283"/>
                </a:moveTo>
                <a:lnTo>
                  <a:pt x="212" y="283"/>
                </a:lnTo>
                <a:cubicBezTo>
                  <a:pt x="276" y="283"/>
                  <a:pt x="276" y="283"/>
                  <a:pt x="276" y="283"/>
                </a:cubicBezTo>
                <a:cubicBezTo>
                  <a:pt x="276" y="219"/>
                  <a:pt x="276" y="219"/>
                  <a:pt x="276" y="219"/>
                </a:cubicBezTo>
                <a:cubicBezTo>
                  <a:pt x="276" y="205"/>
                  <a:pt x="290" y="191"/>
                  <a:pt x="304" y="191"/>
                </a:cubicBezTo>
                <a:cubicBezTo>
                  <a:pt x="318" y="191"/>
                  <a:pt x="333" y="205"/>
                  <a:pt x="333" y="219"/>
                </a:cubicBezTo>
                <a:cubicBezTo>
                  <a:pt x="333" y="283"/>
                  <a:pt x="333" y="283"/>
                  <a:pt x="333" y="283"/>
                </a:cubicBezTo>
                <a:cubicBezTo>
                  <a:pt x="396" y="283"/>
                  <a:pt x="396" y="283"/>
                  <a:pt x="396" y="283"/>
                </a:cubicBezTo>
                <a:cubicBezTo>
                  <a:pt x="417" y="283"/>
                  <a:pt x="424" y="297"/>
                  <a:pt x="424" y="311"/>
                </a:cubicBezTo>
                <a:cubicBezTo>
                  <a:pt x="424" y="332"/>
                  <a:pt x="417" y="339"/>
                  <a:pt x="396" y="339"/>
                </a:cubicBezTo>
                <a:cubicBezTo>
                  <a:pt x="333" y="339"/>
                  <a:pt x="333" y="339"/>
                  <a:pt x="333" y="339"/>
                </a:cubicBezTo>
                <a:cubicBezTo>
                  <a:pt x="333" y="410"/>
                  <a:pt x="333" y="410"/>
                  <a:pt x="333" y="410"/>
                </a:cubicBezTo>
                <a:cubicBezTo>
                  <a:pt x="333" y="424"/>
                  <a:pt x="318" y="438"/>
                  <a:pt x="304" y="438"/>
                </a:cubicBezTo>
                <a:cubicBezTo>
                  <a:pt x="290" y="438"/>
                  <a:pt x="276" y="424"/>
                  <a:pt x="276" y="410"/>
                </a:cubicBezTo>
                <a:cubicBezTo>
                  <a:pt x="276" y="339"/>
                  <a:pt x="276" y="339"/>
                  <a:pt x="276" y="339"/>
                </a:cubicBezTo>
                <a:cubicBezTo>
                  <a:pt x="212" y="339"/>
                  <a:pt x="212" y="339"/>
                  <a:pt x="212" y="339"/>
                </a:cubicBezTo>
                <a:cubicBezTo>
                  <a:pt x="191" y="339"/>
                  <a:pt x="184" y="332"/>
                  <a:pt x="184" y="311"/>
                </a:cubicBezTo>
                <a:cubicBezTo>
                  <a:pt x="184" y="297"/>
                  <a:pt x="191" y="283"/>
                  <a:pt x="212" y="28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3" name="Freeform 165"/>
          <p:cNvSpPr/>
          <p:nvPr/>
        </p:nvSpPr>
        <p:spPr>
          <a:xfrm>
            <a:off x="2325600" y="677880"/>
            <a:ext cx="217440" cy="190440"/>
          </a:xfrm>
          <a:custGeom>
            <a:avLst/>
            <a:gdLst/>
            <a:ahLst/>
            <a:rect l="l" t="t" r="r" b="b"/>
            <a:pathLst>
              <a:path w="602" h="531">
                <a:moveTo>
                  <a:pt x="573" y="530"/>
                </a:moveTo>
                <a:lnTo>
                  <a:pt x="573" y="530"/>
                </a:lnTo>
                <a:cubicBezTo>
                  <a:pt x="29" y="530"/>
                  <a:pt x="29" y="530"/>
                  <a:pt x="29" y="530"/>
                </a:cubicBezTo>
                <a:cubicBezTo>
                  <a:pt x="15" y="530"/>
                  <a:pt x="0" y="516"/>
                  <a:pt x="0" y="502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15" y="0"/>
                  <a:pt x="29" y="0"/>
                </a:cubicBezTo>
                <a:cubicBezTo>
                  <a:pt x="573" y="0"/>
                  <a:pt x="573" y="0"/>
                  <a:pt x="573" y="0"/>
                </a:cubicBezTo>
                <a:cubicBezTo>
                  <a:pt x="594" y="0"/>
                  <a:pt x="601" y="14"/>
                  <a:pt x="601" y="28"/>
                </a:cubicBezTo>
                <a:cubicBezTo>
                  <a:pt x="601" y="502"/>
                  <a:pt x="601" y="502"/>
                  <a:pt x="601" y="502"/>
                </a:cubicBezTo>
                <a:cubicBezTo>
                  <a:pt x="601" y="516"/>
                  <a:pt x="594" y="530"/>
                  <a:pt x="573" y="530"/>
                </a:cubicBezTo>
                <a:close/>
                <a:moveTo>
                  <a:pt x="460" y="502"/>
                </a:moveTo>
                <a:lnTo>
                  <a:pt x="460" y="502"/>
                </a:lnTo>
                <a:cubicBezTo>
                  <a:pt x="573" y="502"/>
                  <a:pt x="573" y="502"/>
                  <a:pt x="573" y="502"/>
                </a:cubicBezTo>
                <a:cubicBezTo>
                  <a:pt x="573" y="255"/>
                  <a:pt x="573" y="255"/>
                  <a:pt x="573" y="255"/>
                </a:cubicBezTo>
                <a:cubicBezTo>
                  <a:pt x="566" y="255"/>
                  <a:pt x="566" y="255"/>
                  <a:pt x="566" y="255"/>
                </a:cubicBezTo>
                <a:lnTo>
                  <a:pt x="566" y="255"/>
                </a:lnTo>
                <a:cubicBezTo>
                  <a:pt x="460" y="255"/>
                  <a:pt x="460" y="255"/>
                  <a:pt x="460" y="255"/>
                </a:cubicBezTo>
                <a:lnTo>
                  <a:pt x="460" y="502"/>
                </a:lnTo>
                <a:close/>
                <a:moveTo>
                  <a:pt x="170" y="502"/>
                </a:moveTo>
                <a:lnTo>
                  <a:pt x="170" y="502"/>
                </a:lnTo>
                <a:cubicBezTo>
                  <a:pt x="431" y="502"/>
                  <a:pt x="431" y="502"/>
                  <a:pt x="431" y="502"/>
                </a:cubicBezTo>
                <a:cubicBezTo>
                  <a:pt x="431" y="255"/>
                  <a:pt x="431" y="255"/>
                  <a:pt x="431" y="255"/>
                </a:cubicBezTo>
                <a:cubicBezTo>
                  <a:pt x="170" y="255"/>
                  <a:pt x="170" y="255"/>
                  <a:pt x="170" y="255"/>
                </a:cubicBezTo>
                <a:lnTo>
                  <a:pt x="170" y="502"/>
                </a:lnTo>
                <a:close/>
                <a:moveTo>
                  <a:pt x="29" y="502"/>
                </a:moveTo>
                <a:lnTo>
                  <a:pt x="29" y="502"/>
                </a:lnTo>
                <a:cubicBezTo>
                  <a:pt x="142" y="502"/>
                  <a:pt x="142" y="502"/>
                  <a:pt x="142" y="502"/>
                </a:cubicBezTo>
                <a:cubicBezTo>
                  <a:pt x="142" y="255"/>
                  <a:pt x="142" y="255"/>
                  <a:pt x="142" y="255"/>
                </a:cubicBezTo>
                <a:cubicBezTo>
                  <a:pt x="29" y="255"/>
                  <a:pt x="29" y="255"/>
                  <a:pt x="29" y="255"/>
                </a:cubicBezTo>
                <a:lnTo>
                  <a:pt x="29" y="502"/>
                </a:lnTo>
                <a:close/>
                <a:moveTo>
                  <a:pt x="57" y="28"/>
                </a:moveTo>
                <a:lnTo>
                  <a:pt x="57" y="28"/>
                </a:lnTo>
                <a:cubicBezTo>
                  <a:pt x="43" y="28"/>
                  <a:pt x="29" y="43"/>
                  <a:pt x="29" y="57"/>
                </a:cubicBezTo>
                <a:cubicBezTo>
                  <a:pt x="29" y="78"/>
                  <a:pt x="43" y="85"/>
                  <a:pt x="57" y="85"/>
                </a:cubicBezTo>
                <a:cubicBezTo>
                  <a:pt x="71" y="85"/>
                  <a:pt x="85" y="78"/>
                  <a:pt x="85" y="57"/>
                </a:cubicBezTo>
                <a:cubicBezTo>
                  <a:pt x="85" y="43"/>
                  <a:pt x="71" y="28"/>
                  <a:pt x="57" y="28"/>
                </a:cubicBezTo>
                <a:close/>
                <a:moveTo>
                  <a:pt x="142" y="28"/>
                </a:moveTo>
                <a:lnTo>
                  <a:pt x="142" y="28"/>
                </a:lnTo>
                <a:cubicBezTo>
                  <a:pt x="128" y="28"/>
                  <a:pt x="113" y="43"/>
                  <a:pt x="113" y="57"/>
                </a:cubicBezTo>
                <a:cubicBezTo>
                  <a:pt x="113" y="78"/>
                  <a:pt x="128" y="85"/>
                  <a:pt x="142" y="85"/>
                </a:cubicBezTo>
                <a:cubicBezTo>
                  <a:pt x="156" y="85"/>
                  <a:pt x="170" y="78"/>
                  <a:pt x="170" y="57"/>
                </a:cubicBezTo>
                <a:cubicBezTo>
                  <a:pt x="170" y="43"/>
                  <a:pt x="156" y="28"/>
                  <a:pt x="142" y="28"/>
                </a:cubicBezTo>
                <a:close/>
                <a:moveTo>
                  <a:pt x="226" y="28"/>
                </a:moveTo>
                <a:lnTo>
                  <a:pt x="226" y="28"/>
                </a:lnTo>
                <a:cubicBezTo>
                  <a:pt x="212" y="28"/>
                  <a:pt x="198" y="43"/>
                  <a:pt x="198" y="57"/>
                </a:cubicBezTo>
                <a:cubicBezTo>
                  <a:pt x="198" y="78"/>
                  <a:pt x="212" y="85"/>
                  <a:pt x="226" y="85"/>
                </a:cubicBezTo>
                <a:cubicBezTo>
                  <a:pt x="241" y="85"/>
                  <a:pt x="255" y="78"/>
                  <a:pt x="255" y="57"/>
                </a:cubicBezTo>
                <a:cubicBezTo>
                  <a:pt x="255" y="43"/>
                  <a:pt x="241" y="28"/>
                  <a:pt x="226" y="28"/>
                </a:cubicBezTo>
                <a:close/>
                <a:moveTo>
                  <a:pt x="544" y="113"/>
                </a:moveTo>
                <a:lnTo>
                  <a:pt x="544" y="113"/>
                </a:lnTo>
                <a:cubicBezTo>
                  <a:pt x="57" y="113"/>
                  <a:pt x="57" y="113"/>
                  <a:pt x="57" y="113"/>
                </a:cubicBezTo>
                <a:cubicBezTo>
                  <a:pt x="29" y="113"/>
                  <a:pt x="29" y="113"/>
                  <a:pt x="29" y="113"/>
                </a:cubicBezTo>
                <a:cubicBezTo>
                  <a:pt x="29" y="226"/>
                  <a:pt x="29" y="226"/>
                  <a:pt x="29" y="226"/>
                </a:cubicBezTo>
                <a:cubicBezTo>
                  <a:pt x="142" y="226"/>
                  <a:pt x="142" y="226"/>
                  <a:pt x="142" y="226"/>
                </a:cubicBezTo>
                <a:cubicBezTo>
                  <a:pt x="170" y="226"/>
                  <a:pt x="170" y="226"/>
                  <a:pt x="170" y="226"/>
                </a:cubicBezTo>
                <a:cubicBezTo>
                  <a:pt x="431" y="226"/>
                  <a:pt x="431" y="226"/>
                  <a:pt x="431" y="226"/>
                </a:cubicBezTo>
                <a:cubicBezTo>
                  <a:pt x="460" y="226"/>
                  <a:pt x="460" y="226"/>
                  <a:pt x="460" y="226"/>
                </a:cubicBezTo>
                <a:cubicBezTo>
                  <a:pt x="566" y="226"/>
                  <a:pt x="566" y="226"/>
                  <a:pt x="566" y="226"/>
                </a:cubicBezTo>
                <a:lnTo>
                  <a:pt x="566" y="226"/>
                </a:lnTo>
                <a:cubicBezTo>
                  <a:pt x="573" y="226"/>
                  <a:pt x="573" y="226"/>
                  <a:pt x="573" y="226"/>
                </a:cubicBezTo>
                <a:cubicBezTo>
                  <a:pt x="573" y="113"/>
                  <a:pt x="573" y="113"/>
                  <a:pt x="573" y="113"/>
                </a:cubicBezTo>
                <a:lnTo>
                  <a:pt x="544" y="11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4" name="Freeform 166"/>
          <p:cNvSpPr/>
          <p:nvPr/>
        </p:nvSpPr>
        <p:spPr>
          <a:xfrm>
            <a:off x="1946160" y="677880"/>
            <a:ext cx="217440" cy="190440"/>
          </a:xfrm>
          <a:custGeom>
            <a:avLst/>
            <a:gdLst/>
            <a:ahLst/>
            <a:rect l="l" t="t" r="r" b="b"/>
            <a:pathLst>
              <a:path w="602" h="531">
                <a:moveTo>
                  <a:pt x="573" y="530"/>
                </a:moveTo>
                <a:lnTo>
                  <a:pt x="573" y="530"/>
                </a:lnTo>
                <a:cubicBezTo>
                  <a:pt x="29" y="530"/>
                  <a:pt x="29" y="530"/>
                  <a:pt x="29" y="530"/>
                </a:cubicBezTo>
                <a:cubicBezTo>
                  <a:pt x="7" y="530"/>
                  <a:pt x="0" y="516"/>
                  <a:pt x="0" y="502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7" y="0"/>
                  <a:pt x="29" y="0"/>
                </a:cubicBezTo>
                <a:cubicBezTo>
                  <a:pt x="573" y="0"/>
                  <a:pt x="573" y="0"/>
                  <a:pt x="573" y="0"/>
                </a:cubicBezTo>
                <a:cubicBezTo>
                  <a:pt x="587" y="0"/>
                  <a:pt x="601" y="14"/>
                  <a:pt x="601" y="28"/>
                </a:cubicBezTo>
                <a:cubicBezTo>
                  <a:pt x="601" y="502"/>
                  <a:pt x="601" y="502"/>
                  <a:pt x="601" y="502"/>
                </a:cubicBezTo>
                <a:cubicBezTo>
                  <a:pt x="601" y="516"/>
                  <a:pt x="587" y="530"/>
                  <a:pt x="573" y="530"/>
                </a:cubicBezTo>
                <a:close/>
                <a:moveTo>
                  <a:pt x="460" y="502"/>
                </a:moveTo>
                <a:lnTo>
                  <a:pt x="460" y="502"/>
                </a:lnTo>
                <a:cubicBezTo>
                  <a:pt x="573" y="502"/>
                  <a:pt x="573" y="502"/>
                  <a:pt x="573" y="502"/>
                </a:cubicBezTo>
                <a:cubicBezTo>
                  <a:pt x="573" y="255"/>
                  <a:pt x="573" y="255"/>
                  <a:pt x="573" y="255"/>
                </a:cubicBezTo>
                <a:cubicBezTo>
                  <a:pt x="559" y="255"/>
                  <a:pt x="559" y="255"/>
                  <a:pt x="559" y="255"/>
                </a:cubicBezTo>
                <a:lnTo>
                  <a:pt x="559" y="255"/>
                </a:lnTo>
                <a:cubicBezTo>
                  <a:pt x="460" y="255"/>
                  <a:pt x="460" y="255"/>
                  <a:pt x="460" y="255"/>
                </a:cubicBezTo>
                <a:lnTo>
                  <a:pt x="460" y="502"/>
                </a:lnTo>
                <a:close/>
                <a:moveTo>
                  <a:pt x="29" y="502"/>
                </a:moveTo>
                <a:lnTo>
                  <a:pt x="29" y="502"/>
                </a:lnTo>
                <a:cubicBezTo>
                  <a:pt x="431" y="502"/>
                  <a:pt x="431" y="502"/>
                  <a:pt x="431" y="502"/>
                </a:cubicBezTo>
                <a:cubicBezTo>
                  <a:pt x="431" y="255"/>
                  <a:pt x="431" y="255"/>
                  <a:pt x="431" y="255"/>
                </a:cubicBezTo>
                <a:cubicBezTo>
                  <a:pt x="29" y="255"/>
                  <a:pt x="29" y="255"/>
                  <a:pt x="29" y="255"/>
                </a:cubicBezTo>
                <a:lnTo>
                  <a:pt x="29" y="502"/>
                </a:lnTo>
                <a:close/>
                <a:moveTo>
                  <a:pt x="57" y="28"/>
                </a:moveTo>
                <a:lnTo>
                  <a:pt x="57" y="28"/>
                </a:lnTo>
                <a:cubicBezTo>
                  <a:pt x="36" y="28"/>
                  <a:pt x="29" y="43"/>
                  <a:pt x="29" y="57"/>
                </a:cubicBezTo>
                <a:cubicBezTo>
                  <a:pt x="29" y="78"/>
                  <a:pt x="36" y="85"/>
                  <a:pt x="57" y="85"/>
                </a:cubicBezTo>
                <a:cubicBezTo>
                  <a:pt x="71" y="85"/>
                  <a:pt x="85" y="78"/>
                  <a:pt x="85" y="57"/>
                </a:cubicBezTo>
                <a:cubicBezTo>
                  <a:pt x="85" y="43"/>
                  <a:pt x="71" y="28"/>
                  <a:pt x="57" y="28"/>
                </a:cubicBezTo>
                <a:close/>
                <a:moveTo>
                  <a:pt x="142" y="28"/>
                </a:moveTo>
                <a:lnTo>
                  <a:pt x="142" y="28"/>
                </a:lnTo>
                <a:cubicBezTo>
                  <a:pt x="120" y="28"/>
                  <a:pt x="113" y="43"/>
                  <a:pt x="113" y="57"/>
                </a:cubicBezTo>
                <a:cubicBezTo>
                  <a:pt x="113" y="78"/>
                  <a:pt x="120" y="85"/>
                  <a:pt x="142" y="85"/>
                </a:cubicBezTo>
                <a:cubicBezTo>
                  <a:pt x="156" y="85"/>
                  <a:pt x="170" y="78"/>
                  <a:pt x="170" y="57"/>
                </a:cubicBezTo>
                <a:cubicBezTo>
                  <a:pt x="170" y="43"/>
                  <a:pt x="156" y="28"/>
                  <a:pt x="142" y="28"/>
                </a:cubicBezTo>
                <a:close/>
                <a:moveTo>
                  <a:pt x="226" y="28"/>
                </a:moveTo>
                <a:lnTo>
                  <a:pt x="226" y="28"/>
                </a:lnTo>
                <a:cubicBezTo>
                  <a:pt x="205" y="28"/>
                  <a:pt x="198" y="43"/>
                  <a:pt x="198" y="57"/>
                </a:cubicBezTo>
                <a:cubicBezTo>
                  <a:pt x="198" y="78"/>
                  <a:pt x="205" y="85"/>
                  <a:pt x="226" y="85"/>
                </a:cubicBezTo>
                <a:cubicBezTo>
                  <a:pt x="240" y="85"/>
                  <a:pt x="255" y="78"/>
                  <a:pt x="255" y="57"/>
                </a:cubicBezTo>
                <a:cubicBezTo>
                  <a:pt x="255" y="43"/>
                  <a:pt x="240" y="28"/>
                  <a:pt x="226" y="28"/>
                </a:cubicBezTo>
                <a:close/>
                <a:moveTo>
                  <a:pt x="544" y="113"/>
                </a:moveTo>
                <a:lnTo>
                  <a:pt x="544" y="113"/>
                </a:lnTo>
                <a:cubicBezTo>
                  <a:pt x="57" y="113"/>
                  <a:pt x="57" y="113"/>
                  <a:pt x="57" y="113"/>
                </a:cubicBezTo>
                <a:cubicBezTo>
                  <a:pt x="29" y="113"/>
                  <a:pt x="29" y="113"/>
                  <a:pt x="29" y="113"/>
                </a:cubicBezTo>
                <a:cubicBezTo>
                  <a:pt x="29" y="226"/>
                  <a:pt x="29" y="226"/>
                  <a:pt x="29" y="226"/>
                </a:cubicBezTo>
                <a:cubicBezTo>
                  <a:pt x="431" y="226"/>
                  <a:pt x="431" y="226"/>
                  <a:pt x="431" y="226"/>
                </a:cubicBezTo>
                <a:cubicBezTo>
                  <a:pt x="460" y="226"/>
                  <a:pt x="460" y="226"/>
                  <a:pt x="460" y="226"/>
                </a:cubicBezTo>
                <a:cubicBezTo>
                  <a:pt x="559" y="226"/>
                  <a:pt x="559" y="226"/>
                  <a:pt x="559" y="226"/>
                </a:cubicBezTo>
                <a:lnTo>
                  <a:pt x="559" y="226"/>
                </a:lnTo>
                <a:cubicBezTo>
                  <a:pt x="573" y="226"/>
                  <a:pt x="573" y="226"/>
                  <a:pt x="573" y="226"/>
                </a:cubicBezTo>
                <a:cubicBezTo>
                  <a:pt x="573" y="113"/>
                  <a:pt x="573" y="113"/>
                  <a:pt x="573" y="113"/>
                </a:cubicBezTo>
                <a:lnTo>
                  <a:pt x="544" y="11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5" name="Freeform 167"/>
          <p:cNvSpPr/>
          <p:nvPr/>
        </p:nvSpPr>
        <p:spPr>
          <a:xfrm>
            <a:off x="1565280" y="677880"/>
            <a:ext cx="219240" cy="190440"/>
          </a:xfrm>
          <a:custGeom>
            <a:avLst/>
            <a:gdLst/>
            <a:ahLst/>
            <a:rect l="l" t="t" r="r" b="b"/>
            <a:pathLst>
              <a:path w="609" h="531">
                <a:moveTo>
                  <a:pt x="580" y="530"/>
                </a:moveTo>
                <a:lnTo>
                  <a:pt x="580" y="530"/>
                </a:lnTo>
                <a:cubicBezTo>
                  <a:pt x="28" y="530"/>
                  <a:pt x="28" y="530"/>
                  <a:pt x="28" y="530"/>
                </a:cubicBezTo>
                <a:cubicBezTo>
                  <a:pt x="14" y="530"/>
                  <a:pt x="0" y="516"/>
                  <a:pt x="0" y="502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14" y="0"/>
                  <a:pt x="28" y="0"/>
                </a:cubicBezTo>
                <a:cubicBezTo>
                  <a:pt x="580" y="0"/>
                  <a:pt x="580" y="0"/>
                  <a:pt x="580" y="0"/>
                </a:cubicBezTo>
                <a:cubicBezTo>
                  <a:pt x="594" y="0"/>
                  <a:pt x="608" y="14"/>
                  <a:pt x="608" y="28"/>
                </a:cubicBezTo>
                <a:cubicBezTo>
                  <a:pt x="608" y="502"/>
                  <a:pt x="608" y="502"/>
                  <a:pt x="608" y="502"/>
                </a:cubicBezTo>
                <a:cubicBezTo>
                  <a:pt x="608" y="516"/>
                  <a:pt x="594" y="530"/>
                  <a:pt x="580" y="530"/>
                </a:cubicBezTo>
                <a:close/>
                <a:moveTo>
                  <a:pt x="170" y="502"/>
                </a:moveTo>
                <a:lnTo>
                  <a:pt x="170" y="502"/>
                </a:lnTo>
                <a:cubicBezTo>
                  <a:pt x="580" y="502"/>
                  <a:pt x="580" y="502"/>
                  <a:pt x="580" y="502"/>
                </a:cubicBezTo>
                <a:cubicBezTo>
                  <a:pt x="580" y="255"/>
                  <a:pt x="580" y="255"/>
                  <a:pt x="580" y="255"/>
                </a:cubicBezTo>
                <a:cubicBezTo>
                  <a:pt x="573" y="255"/>
                  <a:pt x="573" y="255"/>
                  <a:pt x="573" y="255"/>
                </a:cubicBezTo>
                <a:lnTo>
                  <a:pt x="573" y="255"/>
                </a:lnTo>
                <a:cubicBezTo>
                  <a:pt x="170" y="255"/>
                  <a:pt x="170" y="255"/>
                  <a:pt x="170" y="255"/>
                </a:cubicBezTo>
                <a:lnTo>
                  <a:pt x="170" y="502"/>
                </a:lnTo>
                <a:close/>
                <a:moveTo>
                  <a:pt x="28" y="502"/>
                </a:moveTo>
                <a:lnTo>
                  <a:pt x="28" y="502"/>
                </a:lnTo>
                <a:cubicBezTo>
                  <a:pt x="141" y="502"/>
                  <a:pt x="141" y="502"/>
                  <a:pt x="141" y="502"/>
                </a:cubicBezTo>
                <a:cubicBezTo>
                  <a:pt x="141" y="255"/>
                  <a:pt x="141" y="255"/>
                  <a:pt x="141" y="255"/>
                </a:cubicBezTo>
                <a:cubicBezTo>
                  <a:pt x="28" y="255"/>
                  <a:pt x="28" y="255"/>
                  <a:pt x="28" y="255"/>
                </a:cubicBezTo>
                <a:lnTo>
                  <a:pt x="28" y="502"/>
                </a:lnTo>
                <a:close/>
                <a:moveTo>
                  <a:pt x="57" y="28"/>
                </a:moveTo>
                <a:lnTo>
                  <a:pt x="57" y="28"/>
                </a:lnTo>
                <a:cubicBezTo>
                  <a:pt x="43" y="28"/>
                  <a:pt x="28" y="43"/>
                  <a:pt x="28" y="57"/>
                </a:cubicBezTo>
                <a:cubicBezTo>
                  <a:pt x="28" y="78"/>
                  <a:pt x="43" y="85"/>
                  <a:pt x="57" y="85"/>
                </a:cubicBezTo>
                <a:cubicBezTo>
                  <a:pt x="78" y="85"/>
                  <a:pt x="85" y="78"/>
                  <a:pt x="85" y="57"/>
                </a:cubicBezTo>
                <a:cubicBezTo>
                  <a:pt x="85" y="43"/>
                  <a:pt x="78" y="28"/>
                  <a:pt x="57" y="28"/>
                </a:cubicBezTo>
                <a:close/>
                <a:moveTo>
                  <a:pt x="141" y="28"/>
                </a:moveTo>
                <a:lnTo>
                  <a:pt x="141" y="28"/>
                </a:lnTo>
                <a:cubicBezTo>
                  <a:pt x="127" y="28"/>
                  <a:pt x="113" y="43"/>
                  <a:pt x="113" y="57"/>
                </a:cubicBezTo>
                <a:cubicBezTo>
                  <a:pt x="113" y="78"/>
                  <a:pt x="127" y="85"/>
                  <a:pt x="141" y="85"/>
                </a:cubicBezTo>
                <a:cubicBezTo>
                  <a:pt x="163" y="85"/>
                  <a:pt x="170" y="78"/>
                  <a:pt x="170" y="57"/>
                </a:cubicBezTo>
                <a:cubicBezTo>
                  <a:pt x="170" y="43"/>
                  <a:pt x="163" y="28"/>
                  <a:pt x="141" y="28"/>
                </a:cubicBezTo>
                <a:close/>
                <a:moveTo>
                  <a:pt x="226" y="28"/>
                </a:moveTo>
                <a:lnTo>
                  <a:pt x="226" y="28"/>
                </a:lnTo>
                <a:cubicBezTo>
                  <a:pt x="212" y="28"/>
                  <a:pt x="198" y="43"/>
                  <a:pt x="198" y="57"/>
                </a:cubicBezTo>
                <a:cubicBezTo>
                  <a:pt x="198" y="78"/>
                  <a:pt x="212" y="85"/>
                  <a:pt x="226" y="85"/>
                </a:cubicBezTo>
                <a:cubicBezTo>
                  <a:pt x="247" y="85"/>
                  <a:pt x="254" y="78"/>
                  <a:pt x="254" y="57"/>
                </a:cubicBezTo>
                <a:cubicBezTo>
                  <a:pt x="254" y="43"/>
                  <a:pt x="247" y="28"/>
                  <a:pt x="226" y="28"/>
                </a:cubicBezTo>
                <a:close/>
                <a:moveTo>
                  <a:pt x="551" y="113"/>
                </a:moveTo>
                <a:lnTo>
                  <a:pt x="551" y="113"/>
                </a:lnTo>
                <a:cubicBezTo>
                  <a:pt x="57" y="113"/>
                  <a:pt x="57" y="113"/>
                  <a:pt x="57" y="113"/>
                </a:cubicBezTo>
                <a:cubicBezTo>
                  <a:pt x="28" y="113"/>
                  <a:pt x="28" y="113"/>
                  <a:pt x="28" y="113"/>
                </a:cubicBezTo>
                <a:cubicBezTo>
                  <a:pt x="28" y="226"/>
                  <a:pt x="28" y="226"/>
                  <a:pt x="28" y="226"/>
                </a:cubicBezTo>
                <a:cubicBezTo>
                  <a:pt x="141" y="226"/>
                  <a:pt x="141" y="226"/>
                  <a:pt x="141" y="226"/>
                </a:cubicBezTo>
                <a:cubicBezTo>
                  <a:pt x="170" y="226"/>
                  <a:pt x="170" y="226"/>
                  <a:pt x="170" y="226"/>
                </a:cubicBezTo>
                <a:cubicBezTo>
                  <a:pt x="573" y="226"/>
                  <a:pt x="573" y="226"/>
                  <a:pt x="573" y="226"/>
                </a:cubicBezTo>
                <a:lnTo>
                  <a:pt x="573" y="226"/>
                </a:lnTo>
                <a:cubicBezTo>
                  <a:pt x="580" y="226"/>
                  <a:pt x="580" y="226"/>
                  <a:pt x="580" y="226"/>
                </a:cubicBezTo>
                <a:cubicBezTo>
                  <a:pt x="580" y="113"/>
                  <a:pt x="580" y="113"/>
                  <a:pt x="580" y="113"/>
                </a:cubicBezTo>
                <a:lnTo>
                  <a:pt x="551" y="11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6" name="Freeform 168"/>
          <p:cNvSpPr/>
          <p:nvPr/>
        </p:nvSpPr>
        <p:spPr>
          <a:xfrm>
            <a:off x="1185840" y="677880"/>
            <a:ext cx="217440" cy="190440"/>
          </a:xfrm>
          <a:custGeom>
            <a:avLst/>
            <a:gdLst/>
            <a:ahLst/>
            <a:rect l="l" t="t" r="r" b="b"/>
            <a:pathLst>
              <a:path w="602" h="531">
                <a:moveTo>
                  <a:pt x="572" y="530"/>
                </a:moveTo>
                <a:lnTo>
                  <a:pt x="572" y="530"/>
                </a:lnTo>
                <a:cubicBezTo>
                  <a:pt x="28" y="530"/>
                  <a:pt x="28" y="530"/>
                  <a:pt x="28" y="530"/>
                </a:cubicBezTo>
                <a:cubicBezTo>
                  <a:pt x="14" y="530"/>
                  <a:pt x="0" y="516"/>
                  <a:pt x="0" y="502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14" y="0"/>
                  <a:pt x="28" y="0"/>
                </a:cubicBezTo>
                <a:cubicBezTo>
                  <a:pt x="572" y="0"/>
                  <a:pt x="572" y="0"/>
                  <a:pt x="572" y="0"/>
                </a:cubicBezTo>
                <a:cubicBezTo>
                  <a:pt x="594" y="0"/>
                  <a:pt x="601" y="14"/>
                  <a:pt x="601" y="28"/>
                </a:cubicBezTo>
                <a:cubicBezTo>
                  <a:pt x="601" y="502"/>
                  <a:pt x="601" y="502"/>
                  <a:pt x="601" y="502"/>
                </a:cubicBezTo>
                <a:cubicBezTo>
                  <a:pt x="601" y="516"/>
                  <a:pt x="594" y="530"/>
                  <a:pt x="572" y="530"/>
                </a:cubicBezTo>
                <a:close/>
                <a:moveTo>
                  <a:pt x="57" y="28"/>
                </a:moveTo>
                <a:lnTo>
                  <a:pt x="57" y="28"/>
                </a:lnTo>
                <a:cubicBezTo>
                  <a:pt x="42" y="28"/>
                  <a:pt x="28" y="43"/>
                  <a:pt x="28" y="57"/>
                </a:cubicBezTo>
                <a:cubicBezTo>
                  <a:pt x="28" y="78"/>
                  <a:pt x="42" y="85"/>
                  <a:pt x="57" y="85"/>
                </a:cubicBezTo>
                <a:cubicBezTo>
                  <a:pt x="71" y="85"/>
                  <a:pt x="85" y="78"/>
                  <a:pt x="85" y="57"/>
                </a:cubicBezTo>
                <a:cubicBezTo>
                  <a:pt x="85" y="43"/>
                  <a:pt x="71" y="28"/>
                  <a:pt x="57" y="28"/>
                </a:cubicBezTo>
                <a:close/>
                <a:moveTo>
                  <a:pt x="141" y="28"/>
                </a:moveTo>
                <a:lnTo>
                  <a:pt x="141" y="28"/>
                </a:lnTo>
                <a:cubicBezTo>
                  <a:pt x="127" y="28"/>
                  <a:pt x="113" y="43"/>
                  <a:pt x="113" y="57"/>
                </a:cubicBezTo>
                <a:cubicBezTo>
                  <a:pt x="113" y="78"/>
                  <a:pt x="127" y="85"/>
                  <a:pt x="141" y="85"/>
                </a:cubicBezTo>
                <a:cubicBezTo>
                  <a:pt x="156" y="85"/>
                  <a:pt x="170" y="78"/>
                  <a:pt x="170" y="57"/>
                </a:cubicBezTo>
                <a:cubicBezTo>
                  <a:pt x="170" y="43"/>
                  <a:pt x="156" y="28"/>
                  <a:pt x="141" y="28"/>
                </a:cubicBezTo>
                <a:close/>
                <a:moveTo>
                  <a:pt x="226" y="28"/>
                </a:moveTo>
                <a:lnTo>
                  <a:pt x="226" y="28"/>
                </a:lnTo>
                <a:cubicBezTo>
                  <a:pt x="212" y="28"/>
                  <a:pt x="198" y="43"/>
                  <a:pt x="198" y="57"/>
                </a:cubicBezTo>
                <a:cubicBezTo>
                  <a:pt x="198" y="78"/>
                  <a:pt x="212" y="85"/>
                  <a:pt x="226" y="85"/>
                </a:cubicBezTo>
                <a:cubicBezTo>
                  <a:pt x="240" y="85"/>
                  <a:pt x="254" y="78"/>
                  <a:pt x="254" y="57"/>
                </a:cubicBezTo>
                <a:cubicBezTo>
                  <a:pt x="254" y="43"/>
                  <a:pt x="240" y="28"/>
                  <a:pt x="226" y="28"/>
                </a:cubicBezTo>
                <a:close/>
                <a:moveTo>
                  <a:pt x="572" y="113"/>
                </a:moveTo>
                <a:lnTo>
                  <a:pt x="572" y="113"/>
                </a:lnTo>
                <a:cubicBezTo>
                  <a:pt x="544" y="113"/>
                  <a:pt x="544" y="113"/>
                  <a:pt x="544" y="113"/>
                </a:cubicBezTo>
                <a:cubicBezTo>
                  <a:pt x="57" y="113"/>
                  <a:pt x="57" y="113"/>
                  <a:pt x="57" y="113"/>
                </a:cubicBezTo>
                <a:cubicBezTo>
                  <a:pt x="28" y="113"/>
                  <a:pt x="28" y="113"/>
                  <a:pt x="28" y="113"/>
                </a:cubicBezTo>
                <a:cubicBezTo>
                  <a:pt x="28" y="502"/>
                  <a:pt x="28" y="502"/>
                  <a:pt x="28" y="502"/>
                </a:cubicBezTo>
                <a:cubicBezTo>
                  <a:pt x="572" y="502"/>
                  <a:pt x="572" y="502"/>
                  <a:pt x="572" y="502"/>
                </a:cubicBezTo>
                <a:lnTo>
                  <a:pt x="572" y="11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7" name="Freeform 7"/>
          <p:cNvSpPr/>
          <p:nvPr/>
        </p:nvSpPr>
        <p:spPr>
          <a:xfrm>
            <a:off x="7682040" y="1413000"/>
            <a:ext cx="215640" cy="218880"/>
          </a:xfrm>
          <a:custGeom>
            <a:avLst/>
            <a:gdLst/>
            <a:ahLst/>
            <a:rect l="l" t="t" r="r" b="b"/>
            <a:pathLst>
              <a:path w="601" h="609">
                <a:moveTo>
                  <a:pt x="417" y="410"/>
                </a:moveTo>
                <a:lnTo>
                  <a:pt x="417" y="410"/>
                </a:lnTo>
                <a:cubicBezTo>
                  <a:pt x="402" y="424"/>
                  <a:pt x="388" y="438"/>
                  <a:pt x="367" y="445"/>
                </a:cubicBezTo>
                <a:cubicBezTo>
                  <a:pt x="353" y="452"/>
                  <a:pt x="325" y="452"/>
                  <a:pt x="296" y="452"/>
                </a:cubicBezTo>
                <a:cubicBezTo>
                  <a:pt x="268" y="452"/>
                  <a:pt x="240" y="452"/>
                  <a:pt x="219" y="438"/>
                </a:cubicBezTo>
                <a:cubicBezTo>
                  <a:pt x="204" y="431"/>
                  <a:pt x="190" y="417"/>
                  <a:pt x="183" y="410"/>
                </a:cubicBezTo>
                <a:cubicBezTo>
                  <a:pt x="169" y="396"/>
                  <a:pt x="169" y="382"/>
                  <a:pt x="169" y="367"/>
                </a:cubicBezTo>
                <a:cubicBezTo>
                  <a:pt x="169" y="360"/>
                  <a:pt x="169" y="353"/>
                  <a:pt x="176" y="346"/>
                </a:cubicBezTo>
                <a:cubicBezTo>
                  <a:pt x="183" y="339"/>
                  <a:pt x="190" y="339"/>
                  <a:pt x="197" y="339"/>
                </a:cubicBezTo>
                <a:cubicBezTo>
                  <a:pt x="204" y="339"/>
                  <a:pt x="211" y="339"/>
                  <a:pt x="219" y="346"/>
                </a:cubicBezTo>
                <a:cubicBezTo>
                  <a:pt x="226" y="346"/>
                  <a:pt x="226" y="353"/>
                  <a:pt x="233" y="367"/>
                </a:cubicBezTo>
                <a:cubicBezTo>
                  <a:pt x="240" y="375"/>
                  <a:pt x="240" y="382"/>
                  <a:pt x="247" y="389"/>
                </a:cubicBezTo>
                <a:cubicBezTo>
                  <a:pt x="247" y="389"/>
                  <a:pt x="254" y="396"/>
                  <a:pt x="261" y="403"/>
                </a:cubicBezTo>
                <a:cubicBezTo>
                  <a:pt x="275" y="403"/>
                  <a:pt x="282" y="403"/>
                  <a:pt x="296" y="403"/>
                </a:cubicBezTo>
                <a:cubicBezTo>
                  <a:pt x="318" y="403"/>
                  <a:pt x="332" y="403"/>
                  <a:pt x="346" y="396"/>
                </a:cubicBezTo>
                <a:cubicBezTo>
                  <a:pt x="353" y="389"/>
                  <a:pt x="360" y="382"/>
                  <a:pt x="360" y="367"/>
                </a:cubicBezTo>
                <a:cubicBezTo>
                  <a:pt x="360" y="360"/>
                  <a:pt x="353" y="353"/>
                  <a:pt x="353" y="346"/>
                </a:cubicBezTo>
                <a:cubicBezTo>
                  <a:pt x="346" y="339"/>
                  <a:pt x="339" y="339"/>
                  <a:pt x="325" y="332"/>
                </a:cubicBezTo>
                <a:cubicBezTo>
                  <a:pt x="318" y="332"/>
                  <a:pt x="303" y="325"/>
                  <a:pt x="282" y="325"/>
                </a:cubicBezTo>
                <a:cubicBezTo>
                  <a:pt x="261" y="318"/>
                  <a:pt x="240" y="311"/>
                  <a:pt x="226" y="304"/>
                </a:cubicBezTo>
                <a:cubicBezTo>
                  <a:pt x="211" y="304"/>
                  <a:pt x="197" y="290"/>
                  <a:pt x="190" y="283"/>
                </a:cubicBezTo>
                <a:cubicBezTo>
                  <a:pt x="176" y="269"/>
                  <a:pt x="176" y="254"/>
                  <a:pt x="176" y="233"/>
                </a:cubicBezTo>
                <a:cubicBezTo>
                  <a:pt x="176" y="219"/>
                  <a:pt x="176" y="205"/>
                  <a:pt x="190" y="191"/>
                </a:cubicBezTo>
                <a:cubicBezTo>
                  <a:pt x="197" y="177"/>
                  <a:pt x="211" y="169"/>
                  <a:pt x="233" y="162"/>
                </a:cubicBezTo>
                <a:cubicBezTo>
                  <a:pt x="254" y="155"/>
                  <a:pt x="275" y="155"/>
                  <a:pt x="296" y="155"/>
                </a:cubicBezTo>
                <a:cubicBezTo>
                  <a:pt x="318" y="155"/>
                  <a:pt x="339" y="155"/>
                  <a:pt x="353" y="162"/>
                </a:cubicBezTo>
                <a:cubicBezTo>
                  <a:pt x="367" y="162"/>
                  <a:pt x="381" y="169"/>
                  <a:pt x="388" y="177"/>
                </a:cubicBezTo>
                <a:cubicBezTo>
                  <a:pt x="395" y="184"/>
                  <a:pt x="402" y="191"/>
                  <a:pt x="409" y="205"/>
                </a:cubicBezTo>
                <a:cubicBezTo>
                  <a:pt x="417" y="212"/>
                  <a:pt x="417" y="219"/>
                  <a:pt x="417" y="226"/>
                </a:cubicBezTo>
                <a:cubicBezTo>
                  <a:pt x="417" y="233"/>
                  <a:pt x="417" y="240"/>
                  <a:pt x="409" y="247"/>
                </a:cubicBezTo>
                <a:cubicBezTo>
                  <a:pt x="402" y="254"/>
                  <a:pt x="395" y="254"/>
                  <a:pt x="381" y="254"/>
                </a:cubicBezTo>
                <a:cubicBezTo>
                  <a:pt x="374" y="254"/>
                  <a:pt x="367" y="254"/>
                  <a:pt x="367" y="247"/>
                </a:cubicBezTo>
                <a:cubicBezTo>
                  <a:pt x="360" y="247"/>
                  <a:pt x="353" y="240"/>
                  <a:pt x="353" y="233"/>
                </a:cubicBezTo>
                <a:cubicBezTo>
                  <a:pt x="346" y="226"/>
                  <a:pt x="339" y="212"/>
                  <a:pt x="332" y="212"/>
                </a:cubicBezTo>
                <a:cubicBezTo>
                  <a:pt x="325" y="205"/>
                  <a:pt x="311" y="198"/>
                  <a:pt x="296" y="198"/>
                </a:cubicBezTo>
                <a:cubicBezTo>
                  <a:pt x="275" y="198"/>
                  <a:pt x="261" y="205"/>
                  <a:pt x="254" y="212"/>
                </a:cubicBezTo>
                <a:cubicBezTo>
                  <a:pt x="247" y="219"/>
                  <a:pt x="240" y="226"/>
                  <a:pt x="240" y="233"/>
                </a:cubicBezTo>
                <a:cubicBezTo>
                  <a:pt x="240" y="233"/>
                  <a:pt x="240" y="240"/>
                  <a:pt x="247" y="240"/>
                </a:cubicBezTo>
                <a:cubicBezTo>
                  <a:pt x="247" y="247"/>
                  <a:pt x="254" y="247"/>
                  <a:pt x="261" y="254"/>
                </a:cubicBezTo>
                <a:cubicBezTo>
                  <a:pt x="261" y="254"/>
                  <a:pt x="268" y="261"/>
                  <a:pt x="275" y="261"/>
                </a:cubicBezTo>
                <a:cubicBezTo>
                  <a:pt x="282" y="261"/>
                  <a:pt x="296" y="261"/>
                  <a:pt x="311" y="269"/>
                </a:cubicBezTo>
                <a:cubicBezTo>
                  <a:pt x="325" y="269"/>
                  <a:pt x="346" y="276"/>
                  <a:pt x="360" y="283"/>
                </a:cubicBezTo>
                <a:cubicBezTo>
                  <a:pt x="374" y="283"/>
                  <a:pt x="388" y="290"/>
                  <a:pt x="395" y="297"/>
                </a:cubicBezTo>
                <a:cubicBezTo>
                  <a:pt x="409" y="304"/>
                  <a:pt x="417" y="311"/>
                  <a:pt x="424" y="325"/>
                </a:cubicBezTo>
                <a:cubicBezTo>
                  <a:pt x="431" y="332"/>
                  <a:pt x="431" y="346"/>
                  <a:pt x="431" y="360"/>
                </a:cubicBezTo>
                <a:cubicBezTo>
                  <a:pt x="431" y="382"/>
                  <a:pt x="424" y="396"/>
                  <a:pt x="417" y="410"/>
                </a:cubicBezTo>
                <a:close/>
                <a:moveTo>
                  <a:pt x="600" y="452"/>
                </a:moveTo>
                <a:lnTo>
                  <a:pt x="600" y="452"/>
                </a:lnTo>
                <a:cubicBezTo>
                  <a:pt x="600" y="537"/>
                  <a:pt x="530" y="608"/>
                  <a:pt x="452" y="608"/>
                </a:cubicBezTo>
                <a:cubicBezTo>
                  <a:pt x="409" y="608"/>
                  <a:pt x="374" y="587"/>
                  <a:pt x="346" y="565"/>
                </a:cubicBezTo>
                <a:cubicBezTo>
                  <a:pt x="332" y="565"/>
                  <a:pt x="318" y="565"/>
                  <a:pt x="296" y="565"/>
                </a:cubicBezTo>
                <a:cubicBezTo>
                  <a:pt x="155" y="565"/>
                  <a:pt x="35" y="452"/>
                  <a:pt x="35" y="304"/>
                </a:cubicBezTo>
                <a:cubicBezTo>
                  <a:pt x="35" y="290"/>
                  <a:pt x="35" y="276"/>
                  <a:pt x="42" y="254"/>
                </a:cubicBezTo>
                <a:cubicBezTo>
                  <a:pt x="14" y="233"/>
                  <a:pt x="0" y="191"/>
                  <a:pt x="0" y="155"/>
                </a:cubicBezTo>
                <a:cubicBezTo>
                  <a:pt x="0" y="71"/>
                  <a:pt x="63" y="0"/>
                  <a:pt x="148" y="0"/>
                </a:cubicBezTo>
                <a:cubicBezTo>
                  <a:pt x="190" y="0"/>
                  <a:pt x="226" y="21"/>
                  <a:pt x="254" y="42"/>
                </a:cubicBezTo>
                <a:cubicBezTo>
                  <a:pt x="268" y="42"/>
                  <a:pt x="282" y="42"/>
                  <a:pt x="296" y="42"/>
                </a:cubicBezTo>
                <a:cubicBezTo>
                  <a:pt x="445" y="42"/>
                  <a:pt x="565" y="155"/>
                  <a:pt x="565" y="304"/>
                </a:cubicBezTo>
                <a:cubicBezTo>
                  <a:pt x="565" y="318"/>
                  <a:pt x="558" y="332"/>
                  <a:pt x="558" y="353"/>
                </a:cubicBezTo>
                <a:cubicBezTo>
                  <a:pt x="586" y="375"/>
                  <a:pt x="600" y="417"/>
                  <a:pt x="600" y="45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8" name="Freeform 8"/>
          <p:cNvSpPr/>
          <p:nvPr/>
        </p:nvSpPr>
        <p:spPr>
          <a:xfrm>
            <a:off x="7299360" y="1430280"/>
            <a:ext cx="218880" cy="184320"/>
          </a:xfrm>
          <a:custGeom>
            <a:avLst/>
            <a:gdLst/>
            <a:ahLst/>
            <a:rect l="l" t="t" r="r" b="b"/>
            <a:pathLst>
              <a:path w="609" h="510">
                <a:moveTo>
                  <a:pt x="396" y="212"/>
                </a:moveTo>
                <a:lnTo>
                  <a:pt x="396" y="212"/>
                </a:lnTo>
                <a:cubicBezTo>
                  <a:pt x="318" y="135"/>
                  <a:pt x="318" y="135"/>
                  <a:pt x="318" y="135"/>
                </a:cubicBezTo>
                <a:cubicBezTo>
                  <a:pt x="297" y="113"/>
                  <a:pt x="262" y="113"/>
                  <a:pt x="241" y="135"/>
                </a:cubicBezTo>
                <a:cubicBezTo>
                  <a:pt x="219" y="156"/>
                  <a:pt x="219" y="156"/>
                  <a:pt x="219" y="156"/>
                </a:cubicBezTo>
                <a:cubicBezTo>
                  <a:pt x="198" y="135"/>
                  <a:pt x="170" y="120"/>
                  <a:pt x="142" y="120"/>
                </a:cubicBezTo>
                <a:cubicBezTo>
                  <a:pt x="64" y="120"/>
                  <a:pt x="0" y="184"/>
                  <a:pt x="0" y="262"/>
                </a:cubicBezTo>
                <a:cubicBezTo>
                  <a:pt x="0" y="333"/>
                  <a:pt x="64" y="396"/>
                  <a:pt x="142" y="396"/>
                </a:cubicBezTo>
                <a:cubicBezTo>
                  <a:pt x="149" y="396"/>
                  <a:pt x="149" y="389"/>
                  <a:pt x="156" y="389"/>
                </a:cubicBezTo>
                <a:cubicBezTo>
                  <a:pt x="283" y="509"/>
                  <a:pt x="283" y="509"/>
                  <a:pt x="283" y="509"/>
                </a:cubicBezTo>
                <a:cubicBezTo>
                  <a:pt x="608" y="220"/>
                  <a:pt x="608" y="220"/>
                  <a:pt x="608" y="220"/>
                </a:cubicBezTo>
                <a:cubicBezTo>
                  <a:pt x="608" y="0"/>
                  <a:pt x="608" y="0"/>
                  <a:pt x="608" y="0"/>
                </a:cubicBezTo>
                <a:lnTo>
                  <a:pt x="396" y="212"/>
                </a:lnTo>
                <a:close/>
                <a:moveTo>
                  <a:pt x="142" y="361"/>
                </a:moveTo>
                <a:lnTo>
                  <a:pt x="142" y="361"/>
                </a:lnTo>
                <a:lnTo>
                  <a:pt x="142" y="361"/>
                </a:lnTo>
                <a:cubicBezTo>
                  <a:pt x="85" y="361"/>
                  <a:pt x="36" y="311"/>
                  <a:pt x="36" y="262"/>
                </a:cubicBezTo>
                <a:cubicBezTo>
                  <a:pt x="36" y="205"/>
                  <a:pt x="85" y="156"/>
                  <a:pt x="142" y="156"/>
                </a:cubicBezTo>
                <a:cubicBezTo>
                  <a:pt x="163" y="156"/>
                  <a:pt x="184" y="163"/>
                  <a:pt x="198" y="177"/>
                </a:cubicBezTo>
                <a:cubicBezTo>
                  <a:pt x="226" y="198"/>
                  <a:pt x="241" y="227"/>
                  <a:pt x="241" y="262"/>
                </a:cubicBezTo>
                <a:cubicBezTo>
                  <a:pt x="241" y="311"/>
                  <a:pt x="198" y="361"/>
                  <a:pt x="142" y="361"/>
                </a:cubicBezTo>
                <a:close/>
                <a:moveTo>
                  <a:pt x="566" y="212"/>
                </a:moveTo>
                <a:lnTo>
                  <a:pt x="566" y="212"/>
                </a:lnTo>
                <a:cubicBezTo>
                  <a:pt x="460" y="311"/>
                  <a:pt x="460" y="311"/>
                  <a:pt x="460" y="311"/>
                </a:cubicBezTo>
                <a:cubicBezTo>
                  <a:pt x="290" y="467"/>
                  <a:pt x="290" y="467"/>
                  <a:pt x="290" y="467"/>
                </a:cubicBezTo>
                <a:cubicBezTo>
                  <a:pt x="198" y="382"/>
                  <a:pt x="198" y="382"/>
                  <a:pt x="198" y="382"/>
                </a:cubicBezTo>
                <a:cubicBezTo>
                  <a:pt x="219" y="368"/>
                  <a:pt x="241" y="354"/>
                  <a:pt x="255" y="326"/>
                </a:cubicBezTo>
                <a:cubicBezTo>
                  <a:pt x="290" y="368"/>
                  <a:pt x="290" y="368"/>
                  <a:pt x="290" y="368"/>
                </a:cubicBezTo>
                <a:cubicBezTo>
                  <a:pt x="417" y="234"/>
                  <a:pt x="417" y="234"/>
                  <a:pt x="417" y="234"/>
                </a:cubicBezTo>
                <a:cubicBezTo>
                  <a:pt x="566" y="85"/>
                  <a:pt x="566" y="85"/>
                  <a:pt x="566" y="85"/>
                </a:cubicBezTo>
                <a:lnTo>
                  <a:pt x="566" y="21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9" name="Freeform 9"/>
          <p:cNvSpPr/>
          <p:nvPr/>
        </p:nvSpPr>
        <p:spPr>
          <a:xfrm>
            <a:off x="6921360" y="1422360"/>
            <a:ext cx="217800" cy="201600"/>
          </a:xfrm>
          <a:custGeom>
            <a:avLst/>
            <a:gdLst/>
            <a:ahLst/>
            <a:rect l="l" t="t" r="r" b="b"/>
            <a:pathLst>
              <a:path w="602" h="560">
                <a:moveTo>
                  <a:pt x="304" y="106"/>
                </a:moveTo>
                <a:lnTo>
                  <a:pt x="424" y="0"/>
                </a:lnTo>
                <a:lnTo>
                  <a:pt x="601" y="120"/>
                </a:lnTo>
                <a:lnTo>
                  <a:pt x="481" y="212"/>
                </a:lnTo>
                <a:lnTo>
                  <a:pt x="304" y="106"/>
                </a:lnTo>
                <a:close/>
                <a:moveTo>
                  <a:pt x="601" y="311"/>
                </a:moveTo>
                <a:lnTo>
                  <a:pt x="424" y="424"/>
                </a:lnTo>
                <a:lnTo>
                  <a:pt x="304" y="325"/>
                </a:lnTo>
                <a:lnTo>
                  <a:pt x="481" y="212"/>
                </a:lnTo>
                <a:lnTo>
                  <a:pt x="601" y="311"/>
                </a:lnTo>
                <a:close/>
                <a:moveTo>
                  <a:pt x="177" y="424"/>
                </a:moveTo>
                <a:lnTo>
                  <a:pt x="0" y="311"/>
                </a:lnTo>
                <a:lnTo>
                  <a:pt x="120" y="212"/>
                </a:lnTo>
                <a:lnTo>
                  <a:pt x="304" y="325"/>
                </a:lnTo>
                <a:lnTo>
                  <a:pt x="177" y="424"/>
                </a:lnTo>
                <a:close/>
                <a:moveTo>
                  <a:pt x="0" y="120"/>
                </a:moveTo>
                <a:lnTo>
                  <a:pt x="177" y="0"/>
                </a:lnTo>
                <a:lnTo>
                  <a:pt x="304" y="106"/>
                </a:lnTo>
                <a:lnTo>
                  <a:pt x="120" y="212"/>
                </a:lnTo>
                <a:lnTo>
                  <a:pt x="0" y="120"/>
                </a:lnTo>
                <a:close/>
                <a:moveTo>
                  <a:pt x="304" y="347"/>
                </a:moveTo>
                <a:lnTo>
                  <a:pt x="424" y="445"/>
                </a:lnTo>
                <a:lnTo>
                  <a:pt x="481" y="417"/>
                </a:lnTo>
                <a:lnTo>
                  <a:pt x="481" y="452"/>
                </a:lnTo>
                <a:lnTo>
                  <a:pt x="304" y="559"/>
                </a:lnTo>
                <a:lnTo>
                  <a:pt x="128" y="452"/>
                </a:lnTo>
                <a:lnTo>
                  <a:pt x="128" y="417"/>
                </a:lnTo>
                <a:lnTo>
                  <a:pt x="177" y="445"/>
                </a:lnTo>
                <a:lnTo>
                  <a:pt x="304" y="34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0" name="Freeform 10"/>
          <p:cNvSpPr/>
          <p:nvPr/>
        </p:nvSpPr>
        <p:spPr>
          <a:xfrm>
            <a:off x="6583320" y="1413000"/>
            <a:ext cx="135000" cy="218880"/>
          </a:xfrm>
          <a:custGeom>
            <a:avLst/>
            <a:gdLst/>
            <a:ahLst/>
            <a:rect l="l" t="t" r="r" b="b"/>
            <a:pathLst>
              <a:path w="376" h="609">
                <a:moveTo>
                  <a:pt x="375" y="572"/>
                </a:moveTo>
                <a:lnTo>
                  <a:pt x="375" y="572"/>
                </a:lnTo>
                <a:cubicBezTo>
                  <a:pt x="347" y="587"/>
                  <a:pt x="325" y="594"/>
                  <a:pt x="304" y="601"/>
                </a:cubicBezTo>
                <a:cubicBezTo>
                  <a:pt x="283" y="601"/>
                  <a:pt x="262" y="608"/>
                  <a:pt x="241" y="608"/>
                </a:cubicBezTo>
                <a:cubicBezTo>
                  <a:pt x="212" y="608"/>
                  <a:pt x="191" y="601"/>
                  <a:pt x="170" y="594"/>
                </a:cubicBezTo>
                <a:cubicBezTo>
                  <a:pt x="156" y="587"/>
                  <a:pt x="135" y="580"/>
                  <a:pt x="120" y="565"/>
                </a:cubicBezTo>
                <a:cubicBezTo>
                  <a:pt x="106" y="551"/>
                  <a:pt x="92" y="537"/>
                  <a:pt x="85" y="523"/>
                </a:cubicBezTo>
                <a:cubicBezTo>
                  <a:pt x="85" y="509"/>
                  <a:pt x="78" y="488"/>
                  <a:pt x="78" y="459"/>
                </a:cubicBezTo>
                <a:cubicBezTo>
                  <a:pt x="78" y="247"/>
                  <a:pt x="78" y="247"/>
                  <a:pt x="78" y="247"/>
                </a:cubicBezTo>
                <a:cubicBezTo>
                  <a:pt x="0" y="247"/>
                  <a:pt x="0" y="247"/>
                  <a:pt x="0" y="247"/>
                </a:cubicBezTo>
                <a:cubicBezTo>
                  <a:pt x="0" y="162"/>
                  <a:pt x="0" y="162"/>
                  <a:pt x="0" y="162"/>
                </a:cubicBezTo>
                <a:cubicBezTo>
                  <a:pt x="22" y="155"/>
                  <a:pt x="50" y="148"/>
                  <a:pt x="64" y="134"/>
                </a:cubicBezTo>
                <a:cubicBezTo>
                  <a:pt x="85" y="113"/>
                  <a:pt x="99" y="99"/>
                  <a:pt x="106" y="78"/>
                </a:cubicBezTo>
                <a:cubicBezTo>
                  <a:pt x="113" y="56"/>
                  <a:pt x="120" y="35"/>
                  <a:pt x="127" y="0"/>
                </a:cubicBezTo>
                <a:cubicBezTo>
                  <a:pt x="212" y="0"/>
                  <a:pt x="212" y="0"/>
                  <a:pt x="212" y="0"/>
                </a:cubicBezTo>
                <a:cubicBezTo>
                  <a:pt x="212" y="141"/>
                  <a:pt x="212" y="141"/>
                  <a:pt x="212" y="141"/>
                </a:cubicBezTo>
                <a:cubicBezTo>
                  <a:pt x="354" y="141"/>
                  <a:pt x="354" y="141"/>
                  <a:pt x="354" y="141"/>
                </a:cubicBezTo>
                <a:cubicBezTo>
                  <a:pt x="354" y="247"/>
                  <a:pt x="354" y="247"/>
                  <a:pt x="354" y="247"/>
                </a:cubicBezTo>
                <a:cubicBezTo>
                  <a:pt x="212" y="247"/>
                  <a:pt x="212" y="247"/>
                  <a:pt x="212" y="247"/>
                </a:cubicBezTo>
                <a:cubicBezTo>
                  <a:pt x="212" y="403"/>
                  <a:pt x="212" y="403"/>
                  <a:pt x="212" y="403"/>
                </a:cubicBezTo>
                <a:cubicBezTo>
                  <a:pt x="212" y="438"/>
                  <a:pt x="212" y="459"/>
                  <a:pt x="219" y="466"/>
                </a:cubicBezTo>
                <a:cubicBezTo>
                  <a:pt x="219" y="480"/>
                  <a:pt x="227" y="488"/>
                  <a:pt x="241" y="495"/>
                </a:cubicBezTo>
                <a:cubicBezTo>
                  <a:pt x="255" y="502"/>
                  <a:pt x="269" y="509"/>
                  <a:pt x="283" y="509"/>
                </a:cubicBezTo>
                <a:cubicBezTo>
                  <a:pt x="318" y="509"/>
                  <a:pt x="347" y="495"/>
                  <a:pt x="375" y="480"/>
                </a:cubicBezTo>
                <a:lnTo>
                  <a:pt x="375" y="572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1" name="Freeform 11"/>
          <p:cNvSpPr/>
          <p:nvPr/>
        </p:nvSpPr>
        <p:spPr>
          <a:xfrm>
            <a:off x="6161040" y="1413000"/>
            <a:ext cx="219240" cy="218880"/>
          </a:xfrm>
          <a:custGeom>
            <a:avLst/>
            <a:gdLst/>
            <a:ahLst/>
            <a:rect l="l" t="t" r="r" b="b"/>
            <a:pathLst>
              <a:path w="609" h="609">
                <a:moveTo>
                  <a:pt x="530" y="608"/>
                </a:moveTo>
                <a:lnTo>
                  <a:pt x="530" y="608"/>
                </a:lnTo>
                <a:cubicBezTo>
                  <a:pt x="78" y="608"/>
                  <a:pt x="78" y="608"/>
                  <a:pt x="78" y="608"/>
                </a:cubicBezTo>
                <a:cubicBezTo>
                  <a:pt x="36" y="608"/>
                  <a:pt x="0" y="572"/>
                  <a:pt x="0" y="530"/>
                </a:cubicBezTo>
                <a:cubicBezTo>
                  <a:pt x="0" y="78"/>
                  <a:pt x="0" y="78"/>
                  <a:pt x="0" y="78"/>
                </a:cubicBezTo>
                <a:cubicBezTo>
                  <a:pt x="0" y="35"/>
                  <a:pt x="36" y="0"/>
                  <a:pt x="78" y="0"/>
                </a:cubicBezTo>
                <a:cubicBezTo>
                  <a:pt x="530" y="0"/>
                  <a:pt x="530" y="0"/>
                  <a:pt x="530" y="0"/>
                </a:cubicBezTo>
                <a:cubicBezTo>
                  <a:pt x="573" y="0"/>
                  <a:pt x="608" y="35"/>
                  <a:pt x="608" y="78"/>
                </a:cubicBezTo>
                <a:cubicBezTo>
                  <a:pt x="608" y="530"/>
                  <a:pt x="608" y="530"/>
                  <a:pt x="608" y="530"/>
                </a:cubicBezTo>
                <a:cubicBezTo>
                  <a:pt x="608" y="572"/>
                  <a:pt x="573" y="608"/>
                  <a:pt x="530" y="608"/>
                </a:cubicBezTo>
                <a:close/>
                <a:moveTo>
                  <a:pt x="304" y="184"/>
                </a:moveTo>
                <a:lnTo>
                  <a:pt x="304" y="184"/>
                </a:lnTo>
                <a:cubicBezTo>
                  <a:pt x="254" y="184"/>
                  <a:pt x="219" y="212"/>
                  <a:pt x="198" y="254"/>
                </a:cubicBezTo>
                <a:lnTo>
                  <a:pt x="198" y="254"/>
                </a:lnTo>
                <a:lnTo>
                  <a:pt x="198" y="254"/>
                </a:lnTo>
                <a:cubicBezTo>
                  <a:pt x="198" y="261"/>
                  <a:pt x="198" y="261"/>
                  <a:pt x="191" y="261"/>
                </a:cubicBezTo>
                <a:lnTo>
                  <a:pt x="191" y="269"/>
                </a:lnTo>
                <a:lnTo>
                  <a:pt x="191" y="276"/>
                </a:lnTo>
                <a:cubicBezTo>
                  <a:pt x="191" y="276"/>
                  <a:pt x="191" y="276"/>
                  <a:pt x="191" y="283"/>
                </a:cubicBezTo>
                <a:cubicBezTo>
                  <a:pt x="191" y="283"/>
                  <a:pt x="191" y="283"/>
                  <a:pt x="191" y="290"/>
                </a:cubicBezTo>
                <a:lnTo>
                  <a:pt x="191" y="290"/>
                </a:lnTo>
                <a:cubicBezTo>
                  <a:pt x="191" y="297"/>
                  <a:pt x="184" y="297"/>
                  <a:pt x="184" y="304"/>
                </a:cubicBezTo>
                <a:cubicBezTo>
                  <a:pt x="184" y="367"/>
                  <a:pt x="240" y="424"/>
                  <a:pt x="304" y="424"/>
                </a:cubicBezTo>
                <a:cubicBezTo>
                  <a:pt x="368" y="424"/>
                  <a:pt x="424" y="367"/>
                  <a:pt x="424" y="304"/>
                </a:cubicBezTo>
                <a:cubicBezTo>
                  <a:pt x="424" y="297"/>
                  <a:pt x="417" y="297"/>
                  <a:pt x="417" y="290"/>
                </a:cubicBezTo>
                <a:lnTo>
                  <a:pt x="417" y="290"/>
                </a:lnTo>
                <a:cubicBezTo>
                  <a:pt x="417" y="283"/>
                  <a:pt x="417" y="283"/>
                  <a:pt x="417" y="283"/>
                </a:cubicBezTo>
                <a:cubicBezTo>
                  <a:pt x="417" y="276"/>
                  <a:pt x="417" y="276"/>
                  <a:pt x="417" y="276"/>
                </a:cubicBezTo>
                <a:lnTo>
                  <a:pt x="417" y="269"/>
                </a:lnTo>
                <a:lnTo>
                  <a:pt x="417" y="261"/>
                </a:lnTo>
                <a:cubicBezTo>
                  <a:pt x="410" y="261"/>
                  <a:pt x="410" y="261"/>
                  <a:pt x="410" y="254"/>
                </a:cubicBezTo>
                <a:lnTo>
                  <a:pt x="410" y="254"/>
                </a:lnTo>
                <a:lnTo>
                  <a:pt x="410" y="254"/>
                </a:lnTo>
                <a:cubicBezTo>
                  <a:pt x="389" y="212"/>
                  <a:pt x="354" y="184"/>
                  <a:pt x="304" y="184"/>
                </a:cubicBezTo>
                <a:close/>
                <a:moveTo>
                  <a:pt x="537" y="99"/>
                </a:moveTo>
                <a:lnTo>
                  <a:pt x="537" y="99"/>
                </a:lnTo>
                <a:cubicBezTo>
                  <a:pt x="537" y="85"/>
                  <a:pt x="523" y="71"/>
                  <a:pt x="509" y="71"/>
                </a:cubicBezTo>
                <a:cubicBezTo>
                  <a:pt x="445" y="71"/>
                  <a:pt x="445" y="71"/>
                  <a:pt x="445" y="71"/>
                </a:cubicBezTo>
                <a:cubicBezTo>
                  <a:pt x="431" y="71"/>
                  <a:pt x="417" y="85"/>
                  <a:pt x="417" y="99"/>
                </a:cubicBezTo>
                <a:cubicBezTo>
                  <a:pt x="417" y="162"/>
                  <a:pt x="417" y="162"/>
                  <a:pt x="417" y="162"/>
                </a:cubicBezTo>
                <a:cubicBezTo>
                  <a:pt x="417" y="177"/>
                  <a:pt x="431" y="191"/>
                  <a:pt x="445" y="191"/>
                </a:cubicBezTo>
                <a:cubicBezTo>
                  <a:pt x="509" y="191"/>
                  <a:pt x="509" y="191"/>
                  <a:pt x="509" y="191"/>
                </a:cubicBezTo>
                <a:cubicBezTo>
                  <a:pt x="523" y="191"/>
                  <a:pt x="537" y="177"/>
                  <a:pt x="537" y="162"/>
                </a:cubicBezTo>
                <a:lnTo>
                  <a:pt x="537" y="99"/>
                </a:lnTo>
                <a:close/>
                <a:moveTo>
                  <a:pt x="537" y="254"/>
                </a:moveTo>
                <a:lnTo>
                  <a:pt x="537" y="254"/>
                </a:lnTo>
                <a:cubicBezTo>
                  <a:pt x="481" y="254"/>
                  <a:pt x="481" y="254"/>
                  <a:pt x="481" y="254"/>
                </a:cubicBezTo>
                <a:cubicBezTo>
                  <a:pt x="488" y="269"/>
                  <a:pt x="488" y="290"/>
                  <a:pt x="488" y="304"/>
                </a:cubicBezTo>
                <a:cubicBezTo>
                  <a:pt x="488" y="403"/>
                  <a:pt x="403" y="488"/>
                  <a:pt x="304" y="488"/>
                </a:cubicBezTo>
                <a:cubicBezTo>
                  <a:pt x="205" y="488"/>
                  <a:pt x="120" y="403"/>
                  <a:pt x="120" y="304"/>
                </a:cubicBezTo>
                <a:cubicBezTo>
                  <a:pt x="120" y="290"/>
                  <a:pt x="120" y="269"/>
                  <a:pt x="127" y="254"/>
                </a:cubicBezTo>
                <a:cubicBezTo>
                  <a:pt x="71" y="254"/>
                  <a:pt x="71" y="254"/>
                  <a:pt x="71" y="254"/>
                </a:cubicBezTo>
                <a:cubicBezTo>
                  <a:pt x="71" y="509"/>
                  <a:pt x="71" y="509"/>
                  <a:pt x="71" y="509"/>
                </a:cubicBezTo>
                <a:cubicBezTo>
                  <a:pt x="71" y="523"/>
                  <a:pt x="85" y="537"/>
                  <a:pt x="99" y="537"/>
                </a:cubicBezTo>
                <a:cubicBezTo>
                  <a:pt x="509" y="537"/>
                  <a:pt x="509" y="537"/>
                  <a:pt x="509" y="537"/>
                </a:cubicBezTo>
                <a:cubicBezTo>
                  <a:pt x="523" y="537"/>
                  <a:pt x="537" y="523"/>
                  <a:pt x="537" y="509"/>
                </a:cubicBezTo>
                <a:lnTo>
                  <a:pt x="537" y="25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2" name="Freeform 12"/>
          <p:cNvSpPr/>
          <p:nvPr/>
        </p:nvSpPr>
        <p:spPr>
          <a:xfrm>
            <a:off x="5781600" y="1432080"/>
            <a:ext cx="217440" cy="177480"/>
          </a:xfrm>
          <a:custGeom>
            <a:avLst/>
            <a:gdLst/>
            <a:ahLst/>
            <a:rect l="l" t="t" r="r" b="b"/>
            <a:pathLst>
              <a:path w="602" h="496">
                <a:moveTo>
                  <a:pt x="410" y="0"/>
                </a:moveTo>
                <a:lnTo>
                  <a:pt x="410" y="0"/>
                </a:lnTo>
                <a:cubicBezTo>
                  <a:pt x="459" y="0"/>
                  <a:pt x="481" y="22"/>
                  <a:pt x="509" y="43"/>
                </a:cubicBezTo>
                <a:cubicBezTo>
                  <a:pt x="530" y="43"/>
                  <a:pt x="558" y="29"/>
                  <a:pt x="572" y="22"/>
                </a:cubicBezTo>
                <a:cubicBezTo>
                  <a:pt x="580" y="15"/>
                  <a:pt x="580" y="15"/>
                  <a:pt x="587" y="15"/>
                </a:cubicBezTo>
                <a:cubicBezTo>
                  <a:pt x="580" y="36"/>
                  <a:pt x="565" y="57"/>
                  <a:pt x="544" y="71"/>
                </a:cubicBezTo>
                <a:cubicBezTo>
                  <a:pt x="544" y="71"/>
                  <a:pt x="537" y="78"/>
                  <a:pt x="530" y="78"/>
                </a:cubicBezTo>
                <a:lnTo>
                  <a:pt x="530" y="78"/>
                </a:lnTo>
                <a:cubicBezTo>
                  <a:pt x="558" y="78"/>
                  <a:pt x="580" y="64"/>
                  <a:pt x="601" y="64"/>
                </a:cubicBezTo>
                <a:lnTo>
                  <a:pt x="601" y="64"/>
                </a:lnTo>
                <a:cubicBezTo>
                  <a:pt x="594" y="78"/>
                  <a:pt x="580" y="99"/>
                  <a:pt x="558" y="106"/>
                </a:cubicBezTo>
                <a:cubicBezTo>
                  <a:pt x="551" y="113"/>
                  <a:pt x="551" y="121"/>
                  <a:pt x="544" y="128"/>
                </a:cubicBezTo>
                <a:cubicBezTo>
                  <a:pt x="544" y="156"/>
                  <a:pt x="544" y="177"/>
                  <a:pt x="537" y="205"/>
                </a:cubicBezTo>
                <a:cubicBezTo>
                  <a:pt x="502" y="340"/>
                  <a:pt x="424" y="439"/>
                  <a:pt x="297" y="481"/>
                </a:cubicBezTo>
                <a:cubicBezTo>
                  <a:pt x="247" y="495"/>
                  <a:pt x="170" y="495"/>
                  <a:pt x="120" y="488"/>
                </a:cubicBezTo>
                <a:cubicBezTo>
                  <a:pt x="92" y="481"/>
                  <a:pt x="71" y="474"/>
                  <a:pt x="42" y="460"/>
                </a:cubicBezTo>
                <a:cubicBezTo>
                  <a:pt x="35" y="453"/>
                  <a:pt x="21" y="453"/>
                  <a:pt x="14" y="446"/>
                </a:cubicBezTo>
                <a:cubicBezTo>
                  <a:pt x="7" y="439"/>
                  <a:pt x="7" y="439"/>
                  <a:pt x="0" y="439"/>
                </a:cubicBezTo>
                <a:cubicBezTo>
                  <a:pt x="14" y="439"/>
                  <a:pt x="28" y="439"/>
                  <a:pt x="42" y="439"/>
                </a:cubicBezTo>
                <a:cubicBezTo>
                  <a:pt x="50" y="439"/>
                  <a:pt x="64" y="439"/>
                  <a:pt x="78" y="432"/>
                </a:cubicBezTo>
                <a:cubicBezTo>
                  <a:pt x="106" y="424"/>
                  <a:pt x="127" y="417"/>
                  <a:pt x="148" y="410"/>
                </a:cubicBezTo>
                <a:cubicBezTo>
                  <a:pt x="163" y="403"/>
                  <a:pt x="177" y="396"/>
                  <a:pt x="184" y="382"/>
                </a:cubicBezTo>
                <a:cubicBezTo>
                  <a:pt x="170" y="382"/>
                  <a:pt x="156" y="382"/>
                  <a:pt x="148" y="382"/>
                </a:cubicBezTo>
                <a:cubicBezTo>
                  <a:pt x="106" y="368"/>
                  <a:pt x="85" y="340"/>
                  <a:pt x="71" y="297"/>
                </a:cubicBezTo>
                <a:cubicBezTo>
                  <a:pt x="78" y="304"/>
                  <a:pt x="113" y="304"/>
                  <a:pt x="120" y="297"/>
                </a:cubicBezTo>
                <a:cubicBezTo>
                  <a:pt x="106" y="297"/>
                  <a:pt x="92" y="290"/>
                  <a:pt x="85" y="283"/>
                </a:cubicBezTo>
                <a:cubicBezTo>
                  <a:pt x="50" y="262"/>
                  <a:pt x="21" y="227"/>
                  <a:pt x="21" y="177"/>
                </a:cubicBezTo>
                <a:cubicBezTo>
                  <a:pt x="28" y="177"/>
                  <a:pt x="35" y="177"/>
                  <a:pt x="35" y="184"/>
                </a:cubicBezTo>
                <a:cubicBezTo>
                  <a:pt x="42" y="184"/>
                  <a:pt x="50" y="184"/>
                  <a:pt x="64" y="191"/>
                </a:cubicBezTo>
                <a:lnTo>
                  <a:pt x="78" y="191"/>
                </a:lnTo>
                <a:lnTo>
                  <a:pt x="78" y="191"/>
                </a:lnTo>
                <a:cubicBezTo>
                  <a:pt x="71" y="184"/>
                  <a:pt x="64" y="177"/>
                  <a:pt x="57" y="170"/>
                </a:cubicBezTo>
                <a:cubicBezTo>
                  <a:pt x="35" y="142"/>
                  <a:pt x="14" y="106"/>
                  <a:pt x="28" y="57"/>
                </a:cubicBezTo>
                <a:cubicBezTo>
                  <a:pt x="28" y="43"/>
                  <a:pt x="35" y="36"/>
                  <a:pt x="42" y="29"/>
                </a:cubicBezTo>
                <a:lnTo>
                  <a:pt x="42" y="29"/>
                </a:lnTo>
                <a:cubicBezTo>
                  <a:pt x="42" y="29"/>
                  <a:pt x="50" y="36"/>
                  <a:pt x="57" y="36"/>
                </a:cubicBezTo>
                <a:cubicBezTo>
                  <a:pt x="64" y="50"/>
                  <a:pt x="78" y="64"/>
                  <a:pt x="92" y="71"/>
                </a:cubicBezTo>
                <a:cubicBezTo>
                  <a:pt x="134" y="106"/>
                  <a:pt x="177" y="128"/>
                  <a:pt x="240" y="149"/>
                </a:cubicBezTo>
                <a:cubicBezTo>
                  <a:pt x="261" y="149"/>
                  <a:pt x="276" y="156"/>
                  <a:pt x="297" y="156"/>
                </a:cubicBezTo>
                <a:cubicBezTo>
                  <a:pt x="290" y="135"/>
                  <a:pt x="290" y="113"/>
                  <a:pt x="297" y="99"/>
                </a:cubicBezTo>
                <a:cubicBezTo>
                  <a:pt x="311" y="57"/>
                  <a:pt x="332" y="29"/>
                  <a:pt x="368" y="15"/>
                </a:cubicBezTo>
                <a:cubicBezTo>
                  <a:pt x="375" y="8"/>
                  <a:pt x="389" y="8"/>
                  <a:pt x="396" y="8"/>
                </a:cubicBezTo>
                <a:cubicBezTo>
                  <a:pt x="403" y="8"/>
                  <a:pt x="403" y="0"/>
                  <a:pt x="410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3" name="Freeform 19"/>
          <p:cNvSpPr/>
          <p:nvPr/>
        </p:nvSpPr>
        <p:spPr>
          <a:xfrm>
            <a:off x="7682040" y="1073160"/>
            <a:ext cx="218880" cy="139680"/>
          </a:xfrm>
          <a:custGeom>
            <a:avLst/>
            <a:gdLst/>
            <a:ahLst/>
            <a:rect l="l" t="t" r="r" b="b"/>
            <a:pathLst>
              <a:path w="608" h="390">
                <a:moveTo>
                  <a:pt x="395" y="35"/>
                </a:moveTo>
                <a:lnTo>
                  <a:pt x="395" y="35"/>
                </a:lnTo>
                <a:cubicBezTo>
                  <a:pt x="544" y="35"/>
                  <a:pt x="544" y="35"/>
                  <a:pt x="544" y="35"/>
                </a:cubicBezTo>
                <a:cubicBezTo>
                  <a:pt x="544" y="78"/>
                  <a:pt x="544" y="78"/>
                  <a:pt x="544" y="78"/>
                </a:cubicBezTo>
                <a:cubicBezTo>
                  <a:pt x="395" y="78"/>
                  <a:pt x="395" y="78"/>
                  <a:pt x="395" y="78"/>
                </a:cubicBezTo>
                <a:lnTo>
                  <a:pt x="395" y="35"/>
                </a:lnTo>
                <a:close/>
                <a:moveTo>
                  <a:pt x="600" y="261"/>
                </a:moveTo>
                <a:lnTo>
                  <a:pt x="600" y="261"/>
                </a:lnTo>
                <a:cubicBezTo>
                  <a:pt x="402" y="261"/>
                  <a:pt x="402" y="261"/>
                  <a:pt x="402" y="261"/>
                </a:cubicBezTo>
                <a:cubicBezTo>
                  <a:pt x="409" y="311"/>
                  <a:pt x="431" y="332"/>
                  <a:pt x="473" y="332"/>
                </a:cubicBezTo>
                <a:cubicBezTo>
                  <a:pt x="501" y="332"/>
                  <a:pt x="522" y="318"/>
                  <a:pt x="530" y="304"/>
                </a:cubicBezTo>
                <a:cubicBezTo>
                  <a:pt x="593" y="304"/>
                  <a:pt x="593" y="304"/>
                  <a:pt x="593" y="304"/>
                </a:cubicBezTo>
                <a:cubicBezTo>
                  <a:pt x="572" y="367"/>
                  <a:pt x="530" y="389"/>
                  <a:pt x="466" y="389"/>
                </a:cubicBezTo>
                <a:cubicBezTo>
                  <a:pt x="381" y="389"/>
                  <a:pt x="332" y="325"/>
                  <a:pt x="332" y="240"/>
                </a:cubicBezTo>
                <a:cubicBezTo>
                  <a:pt x="332" y="162"/>
                  <a:pt x="388" y="99"/>
                  <a:pt x="466" y="99"/>
                </a:cubicBezTo>
                <a:cubicBezTo>
                  <a:pt x="558" y="99"/>
                  <a:pt x="607" y="184"/>
                  <a:pt x="600" y="261"/>
                </a:cubicBezTo>
                <a:close/>
                <a:moveTo>
                  <a:pt x="402" y="212"/>
                </a:moveTo>
                <a:lnTo>
                  <a:pt x="402" y="212"/>
                </a:lnTo>
                <a:cubicBezTo>
                  <a:pt x="522" y="212"/>
                  <a:pt x="522" y="212"/>
                  <a:pt x="522" y="212"/>
                </a:cubicBezTo>
                <a:cubicBezTo>
                  <a:pt x="522" y="169"/>
                  <a:pt x="501" y="155"/>
                  <a:pt x="466" y="155"/>
                </a:cubicBezTo>
                <a:cubicBezTo>
                  <a:pt x="417" y="155"/>
                  <a:pt x="402" y="191"/>
                  <a:pt x="402" y="212"/>
                </a:cubicBezTo>
                <a:close/>
                <a:moveTo>
                  <a:pt x="311" y="269"/>
                </a:moveTo>
                <a:lnTo>
                  <a:pt x="311" y="269"/>
                </a:lnTo>
                <a:cubicBezTo>
                  <a:pt x="311" y="346"/>
                  <a:pt x="247" y="382"/>
                  <a:pt x="176" y="382"/>
                </a:cubicBezTo>
                <a:cubicBezTo>
                  <a:pt x="0" y="382"/>
                  <a:pt x="0" y="382"/>
                  <a:pt x="0" y="382"/>
                </a:cubicBezTo>
                <a:cubicBezTo>
                  <a:pt x="0" y="0"/>
                  <a:pt x="0" y="0"/>
                  <a:pt x="0" y="0"/>
                </a:cubicBezTo>
                <a:cubicBezTo>
                  <a:pt x="176" y="0"/>
                  <a:pt x="176" y="0"/>
                  <a:pt x="176" y="0"/>
                </a:cubicBezTo>
                <a:cubicBezTo>
                  <a:pt x="247" y="0"/>
                  <a:pt x="296" y="28"/>
                  <a:pt x="296" y="99"/>
                </a:cubicBezTo>
                <a:cubicBezTo>
                  <a:pt x="296" y="134"/>
                  <a:pt x="275" y="155"/>
                  <a:pt x="240" y="176"/>
                </a:cubicBezTo>
                <a:cubicBezTo>
                  <a:pt x="289" y="191"/>
                  <a:pt x="311" y="226"/>
                  <a:pt x="311" y="269"/>
                </a:cubicBezTo>
                <a:close/>
                <a:moveTo>
                  <a:pt x="148" y="63"/>
                </a:moveTo>
                <a:lnTo>
                  <a:pt x="148" y="63"/>
                </a:lnTo>
                <a:cubicBezTo>
                  <a:pt x="70" y="63"/>
                  <a:pt x="70" y="63"/>
                  <a:pt x="70" y="63"/>
                </a:cubicBezTo>
                <a:cubicBezTo>
                  <a:pt x="70" y="148"/>
                  <a:pt x="70" y="148"/>
                  <a:pt x="70" y="148"/>
                </a:cubicBezTo>
                <a:cubicBezTo>
                  <a:pt x="155" y="148"/>
                  <a:pt x="155" y="148"/>
                  <a:pt x="155" y="148"/>
                </a:cubicBezTo>
                <a:cubicBezTo>
                  <a:pt x="183" y="148"/>
                  <a:pt x="204" y="141"/>
                  <a:pt x="204" y="106"/>
                </a:cubicBezTo>
                <a:cubicBezTo>
                  <a:pt x="204" y="71"/>
                  <a:pt x="176" y="63"/>
                  <a:pt x="148" y="63"/>
                </a:cubicBezTo>
                <a:close/>
                <a:moveTo>
                  <a:pt x="162" y="205"/>
                </a:moveTo>
                <a:lnTo>
                  <a:pt x="162" y="205"/>
                </a:lnTo>
                <a:cubicBezTo>
                  <a:pt x="70" y="205"/>
                  <a:pt x="70" y="205"/>
                  <a:pt x="70" y="205"/>
                </a:cubicBezTo>
                <a:cubicBezTo>
                  <a:pt x="70" y="311"/>
                  <a:pt x="70" y="311"/>
                  <a:pt x="70" y="311"/>
                </a:cubicBezTo>
                <a:cubicBezTo>
                  <a:pt x="162" y="311"/>
                  <a:pt x="162" y="311"/>
                  <a:pt x="162" y="311"/>
                </a:cubicBezTo>
                <a:cubicBezTo>
                  <a:pt x="190" y="311"/>
                  <a:pt x="219" y="304"/>
                  <a:pt x="219" y="261"/>
                </a:cubicBezTo>
                <a:cubicBezTo>
                  <a:pt x="219" y="226"/>
                  <a:pt x="197" y="205"/>
                  <a:pt x="162" y="20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4" name="Freeform 20"/>
          <p:cNvSpPr/>
          <p:nvPr/>
        </p:nvSpPr>
        <p:spPr>
          <a:xfrm>
            <a:off x="7299360" y="1033560"/>
            <a:ext cx="218880" cy="215640"/>
          </a:xfrm>
          <a:custGeom>
            <a:avLst/>
            <a:gdLst/>
            <a:ahLst/>
            <a:rect l="l" t="t" r="r" b="b"/>
            <a:pathLst>
              <a:path w="609" h="601">
                <a:moveTo>
                  <a:pt x="0" y="516"/>
                </a:moveTo>
                <a:lnTo>
                  <a:pt x="248" y="551"/>
                </a:lnTo>
                <a:lnTo>
                  <a:pt x="248" y="318"/>
                </a:lnTo>
                <a:lnTo>
                  <a:pt x="0" y="318"/>
                </a:lnTo>
                <a:lnTo>
                  <a:pt x="0" y="516"/>
                </a:lnTo>
                <a:close/>
                <a:moveTo>
                  <a:pt x="0" y="282"/>
                </a:moveTo>
                <a:lnTo>
                  <a:pt x="248" y="282"/>
                </a:lnTo>
                <a:lnTo>
                  <a:pt x="248" y="49"/>
                </a:lnTo>
                <a:lnTo>
                  <a:pt x="0" y="85"/>
                </a:lnTo>
                <a:lnTo>
                  <a:pt x="0" y="282"/>
                </a:lnTo>
                <a:close/>
                <a:moveTo>
                  <a:pt x="276" y="558"/>
                </a:moveTo>
                <a:lnTo>
                  <a:pt x="608" y="600"/>
                </a:lnTo>
                <a:lnTo>
                  <a:pt x="608" y="318"/>
                </a:lnTo>
                <a:lnTo>
                  <a:pt x="276" y="318"/>
                </a:lnTo>
                <a:lnTo>
                  <a:pt x="276" y="558"/>
                </a:lnTo>
                <a:close/>
                <a:moveTo>
                  <a:pt x="276" y="49"/>
                </a:moveTo>
                <a:lnTo>
                  <a:pt x="276" y="282"/>
                </a:lnTo>
                <a:lnTo>
                  <a:pt x="608" y="282"/>
                </a:lnTo>
                <a:lnTo>
                  <a:pt x="608" y="0"/>
                </a:lnTo>
                <a:lnTo>
                  <a:pt x="276" y="4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5" name="Freeform 21"/>
          <p:cNvSpPr/>
          <p:nvPr/>
        </p:nvSpPr>
        <p:spPr>
          <a:xfrm>
            <a:off x="6921360" y="1039680"/>
            <a:ext cx="217800" cy="206640"/>
          </a:xfrm>
          <a:custGeom>
            <a:avLst/>
            <a:gdLst/>
            <a:ahLst/>
            <a:rect l="l" t="t" r="r" b="b"/>
            <a:pathLst>
              <a:path w="602" h="573">
                <a:moveTo>
                  <a:pt x="544" y="290"/>
                </a:moveTo>
                <a:lnTo>
                  <a:pt x="544" y="290"/>
                </a:lnTo>
                <a:lnTo>
                  <a:pt x="544" y="290"/>
                </a:lnTo>
                <a:lnTo>
                  <a:pt x="544" y="290"/>
                </a:lnTo>
                <a:cubicBezTo>
                  <a:pt x="509" y="304"/>
                  <a:pt x="474" y="318"/>
                  <a:pt x="439" y="318"/>
                </a:cubicBezTo>
                <a:cubicBezTo>
                  <a:pt x="389" y="318"/>
                  <a:pt x="354" y="297"/>
                  <a:pt x="318" y="276"/>
                </a:cubicBezTo>
                <a:lnTo>
                  <a:pt x="318" y="276"/>
                </a:lnTo>
                <a:cubicBezTo>
                  <a:pt x="375" y="64"/>
                  <a:pt x="375" y="64"/>
                  <a:pt x="375" y="64"/>
                </a:cubicBezTo>
                <a:cubicBezTo>
                  <a:pt x="396" y="78"/>
                  <a:pt x="431" y="106"/>
                  <a:pt x="495" y="106"/>
                </a:cubicBezTo>
                <a:cubicBezTo>
                  <a:pt x="523" y="106"/>
                  <a:pt x="566" y="99"/>
                  <a:pt x="601" y="78"/>
                </a:cubicBezTo>
                <a:lnTo>
                  <a:pt x="544" y="290"/>
                </a:lnTo>
                <a:close/>
                <a:moveTo>
                  <a:pt x="177" y="205"/>
                </a:moveTo>
                <a:lnTo>
                  <a:pt x="177" y="205"/>
                </a:lnTo>
                <a:lnTo>
                  <a:pt x="177" y="205"/>
                </a:lnTo>
                <a:cubicBezTo>
                  <a:pt x="149" y="205"/>
                  <a:pt x="113" y="212"/>
                  <a:pt x="71" y="233"/>
                </a:cubicBezTo>
                <a:cubicBezTo>
                  <a:pt x="120" y="21"/>
                  <a:pt x="120" y="21"/>
                  <a:pt x="120" y="21"/>
                </a:cubicBezTo>
                <a:cubicBezTo>
                  <a:pt x="163" y="7"/>
                  <a:pt x="198" y="0"/>
                  <a:pt x="226" y="0"/>
                </a:cubicBezTo>
                <a:lnTo>
                  <a:pt x="226" y="0"/>
                </a:lnTo>
                <a:cubicBezTo>
                  <a:pt x="248" y="0"/>
                  <a:pt x="262" y="0"/>
                  <a:pt x="276" y="0"/>
                </a:cubicBezTo>
                <a:cubicBezTo>
                  <a:pt x="304" y="14"/>
                  <a:pt x="340" y="35"/>
                  <a:pt x="340" y="35"/>
                </a:cubicBezTo>
                <a:lnTo>
                  <a:pt x="340" y="35"/>
                </a:lnTo>
                <a:cubicBezTo>
                  <a:pt x="333" y="78"/>
                  <a:pt x="297" y="205"/>
                  <a:pt x="283" y="247"/>
                </a:cubicBezTo>
                <a:cubicBezTo>
                  <a:pt x="255" y="226"/>
                  <a:pt x="219" y="205"/>
                  <a:pt x="177" y="205"/>
                </a:cubicBezTo>
                <a:close/>
                <a:moveTo>
                  <a:pt x="156" y="254"/>
                </a:moveTo>
                <a:lnTo>
                  <a:pt x="156" y="254"/>
                </a:lnTo>
                <a:cubicBezTo>
                  <a:pt x="163" y="254"/>
                  <a:pt x="163" y="254"/>
                  <a:pt x="170" y="254"/>
                </a:cubicBezTo>
                <a:cubicBezTo>
                  <a:pt x="198" y="254"/>
                  <a:pt x="226" y="268"/>
                  <a:pt x="248" y="276"/>
                </a:cubicBezTo>
                <a:cubicBezTo>
                  <a:pt x="255" y="283"/>
                  <a:pt x="269" y="290"/>
                  <a:pt x="276" y="297"/>
                </a:cubicBezTo>
                <a:cubicBezTo>
                  <a:pt x="269" y="325"/>
                  <a:pt x="226" y="466"/>
                  <a:pt x="219" y="509"/>
                </a:cubicBezTo>
                <a:cubicBezTo>
                  <a:pt x="184" y="488"/>
                  <a:pt x="156" y="466"/>
                  <a:pt x="106" y="466"/>
                </a:cubicBezTo>
                <a:cubicBezTo>
                  <a:pt x="78" y="466"/>
                  <a:pt x="43" y="474"/>
                  <a:pt x="0" y="488"/>
                </a:cubicBezTo>
                <a:cubicBezTo>
                  <a:pt x="57" y="283"/>
                  <a:pt x="57" y="283"/>
                  <a:pt x="57" y="283"/>
                </a:cubicBezTo>
                <a:cubicBezTo>
                  <a:pt x="64" y="283"/>
                  <a:pt x="71" y="276"/>
                  <a:pt x="78" y="276"/>
                </a:cubicBezTo>
                <a:cubicBezTo>
                  <a:pt x="92" y="268"/>
                  <a:pt x="128" y="261"/>
                  <a:pt x="156" y="254"/>
                </a:cubicBezTo>
                <a:close/>
                <a:moveTo>
                  <a:pt x="424" y="361"/>
                </a:moveTo>
                <a:lnTo>
                  <a:pt x="424" y="361"/>
                </a:lnTo>
                <a:cubicBezTo>
                  <a:pt x="460" y="361"/>
                  <a:pt x="495" y="361"/>
                  <a:pt x="530" y="339"/>
                </a:cubicBezTo>
                <a:cubicBezTo>
                  <a:pt x="481" y="544"/>
                  <a:pt x="481" y="544"/>
                  <a:pt x="481" y="544"/>
                </a:cubicBezTo>
                <a:cubicBezTo>
                  <a:pt x="431" y="565"/>
                  <a:pt x="396" y="572"/>
                  <a:pt x="368" y="572"/>
                </a:cubicBezTo>
                <a:cubicBezTo>
                  <a:pt x="318" y="572"/>
                  <a:pt x="255" y="530"/>
                  <a:pt x="255" y="530"/>
                </a:cubicBezTo>
                <a:cubicBezTo>
                  <a:pt x="304" y="318"/>
                  <a:pt x="304" y="318"/>
                  <a:pt x="304" y="318"/>
                </a:cubicBezTo>
                <a:cubicBezTo>
                  <a:pt x="325" y="332"/>
                  <a:pt x="361" y="361"/>
                  <a:pt x="424" y="36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6" name="Freeform 22"/>
          <p:cNvSpPr/>
          <p:nvPr/>
        </p:nvSpPr>
        <p:spPr>
          <a:xfrm>
            <a:off x="6541920" y="1038240"/>
            <a:ext cx="217800" cy="206280"/>
          </a:xfrm>
          <a:custGeom>
            <a:avLst/>
            <a:gdLst/>
            <a:ahLst/>
            <a:rect l="l" t="t" r="r" b="b"/>
            <a:pathLst>
              <a:path w="602" h="573">
                <a:moveTo>
                  <a:pt x="587" y="360"/>
                </a:moveTo>
                <a:lnTo>
                  <a:pt x="587" y="360"/>
                </a:lnTo>
                <a:cubicBezTo>
                  <a:pt x="523" y="360"/>
                  <a:pt x="523" y="360"/>
                  <a:pt x="523" y="360"/>
                </a:cubicBezTo>
                <a:cubicBezTo>
                  <a:pt x="516" y="353"/>
                  <a:pt x="516" y="353"/>
                  <a:pt x="516" y="346"/>
                </a:cubicBezTo>
                <a:cubicBezTo>
                  <a:pt x="516" y="346"/>
                  <a:pt x="509" y="332"/>
                  <a:pt x="502" y="318"/>
                </a:cubicBezTo>
                <a:cubicBezTo>
                  <a:pt x="495" y="304"/>
                  <a:pt x="481" y="275"/>
                  <a:pt x="467" y="247"/>
                </a:cubicBezTo>
                <a:cubicBezTo>
                  <a:pt x="587" y="247"/>
                  <a:pt x="587" y="247"/>
                  <a:pt x="587" y="247"/>
                </a:cubicBezTo>
                <a:cubicBezTo>
                  <a:pt x="594" y="247"/>
                  <a:pt x="601" y="254"/>
                  <a:pt x="601" y="261"/>
                </a:cubicBezTo>
                <a:cubicBezTo>
                  <a:pt x="601" y="346"/>
                  <a:pt x="601" y="346"/>
                  <a:pt x="601" y="346"/>
                </a:cubicBezTo>
                <a:cubicBezTo>
                  <a:pt x="601" y="353"/>
                  <a:pt x="594" y="360"/>
                  <a:pt x="587" y="360"/>
                </a:cubicBezTo>
                <a:close/>
                <a:moveTo>
                  <a:pt x="467" y="311"/>
                </a:moveTo>
                <a:lnTo>
                  <a:pt x="467" y="311"/>
                </a:lnTo>
                <a:lnTo>
                  <a:pt x="467" y="311"/>
                </a:lnTo>
                <a:cubicBezTo>
                  <a:pt x="474" y="311"/>
                  <a:pt x="474" y="311"/>
                  <a:pt x="474" y="311"/>
                </a:cubicBezTo>
                <a:cubicBezTo>
                  <a:pt x="481" y="332"/>
                  <a:pt x="488" y="353"/>
                  <a:pt x="495" y="360"/>
                </a:cubicBezTo>
                <a:lnTo>
                  <a:pt x="495" y="360"/>
                </a:lnTo>
                <a:cubicBezTo>
                  <a:pt x="502" y="375"/>
                  <a:pt x="488" y="389"/>
                  <a:pt x="474" y="396"/>
                </a:cubicBezTo>
                <a:cubicBezTo>
                  <a:pt x="467" y="396"/>
                  <a:pt x="460" y="403"/>
                  <a:pt x="446" y="396"/>
                </a:cubicBezTo>
                <a:cubicBezTo>
                  <a:pt x="431" y="389"/>
                  <a:pt x="361" y="219"/>
                  <a:pt x="340" y="177"/>
                </a:cubicBezTo>
                <a:cubicBezTo>
                  <a:pt x="325" y="127"/>
                  <a:pt x="269" y="14"/>
                  <a:pt x="283" y="7"/>
                </a:cubicBezTo>
                <a:cubicBezTo>
                  <a:pt x="297" y="0"/>
                  <a:pt x="347" y="92"/>
                  <a:pt x="375" y="148"/>
                </a:cubicBezTo>
                <a:cubicBezTo>
                  <a:pt x="396" y="177"/>
                  <a:pt x="431" y="233"/>
                  <a:pt x="453" y="283"/>
                </a:cubicBezTo>
                <a:lnTo>
                  <a:pt x="460" y="290"/>
                </a:lnTo>
                <a:cubicBezTo>
                  <a:pt x="460" y="290"/>
                  <a:pt x="460" y="290"/>
                  <a:pt x="460" y="297"/>
                </a:cubicBezTo>
                <a:lnTo>
                  <a:pt x="460" y="297"/>
                </a:lnTo>
                <a:cubicBezTo>
                  <a:pt x="460" y="297"/>
                  <a:pt x="460" y="297"/>
                  <a:pt x="467" y="304"/>
                </a:cubicBezTo>
                <a:lnTo>
                  <a:pt x="467" y="304"/>
                </a:lnTo>
                <a:cubicBezTo>
                  <a:pt x="467" y="304"/>
                  <a:pt x="467" y="304"/>
                  <a:pt x="467" y="311"/>
                </a:cubicBezTo>
                <a:close/>
                <a:moveTo>
                  <a:pt x="297" y="191"/>
                </a:moveTo>
                <a:lnTo>
                  <a:pt x="297" y="191"/>
                </a:lnTo>
                <a:cubicBezTo>
                  <a:pt x="248" y="275"/>
                  <a:pt x="248" y="275"/>
                  <a:pt x="248" y="275"/>
                </a:cubicBezTo>
                <a:cubicBezTo>
                  <a:pt x="198" y="360"/>
                  <a:pt x="198" y="360"/>
                  <a:pt x="198" y="360"/>
                </a:cubicBezTo>
                <a:cubicBezTo>
                  <a:pt x="127" y="481"/>
                  <a:pt x="127" y="481"/>
                  <a:pt x="127" y="481"/>
                </a:cubicBezTo>
                <a:cubicBezTo>
                  <a:pt x="127" y="488"/>
                  <a:pt x="113" y="488"/>
                  <a:pt x="106" y="488"/>
                </a:cubicBezTo>
                <a:cubicBezTo>
                  <a:pt x="71" y="466"/>
                  <a:pt x="71" y="466"/>
                  <a:pt x="71" y="466"/>
                </a:cubicBezTo>
                <a:cubicBezTo>
                  <a:pt x="64" y="459"/>
                  <a:pt x="64" y="452"/>
                  <a:pt x="71" y="445"/>
                </a:cubicBezTo>
                <a:cubicBezTo>
                  <a:pt x="120" y="360"/>
                  <a:pt x="120" y="360"/>
                  <a:pt x="120" y="360"/>
                </a:cubicBezTo>
                <a:cubicBezTo>
                  <a:pt x="184" y="247"/>
                  <a:pt x="184" y="247"/>
                  <a:pt x="184" y="247"/>
                </a:cubicBezTo>
                <a:cubicBezTo>
                  <a:pt x="233" y="155"/>
                  <a:pt x="233" y="155"/>
                  <a:pt x="233" y="155"/>
                </a:cubicBezTo>
                <a:cubicBezTo>
                  <a:pt x="240" y="148"/>
                  <a:pt x="248" y="141"/>
                  <a:pt x="255" y="148"/>
                </a:cubicBezTo>
                <a:cubicBezTo>
                  <a:pt x="290" y="170"/>
                  <a:pt x="290" y="170"/>
                  <a:pt x="290" y="170"/>
                </a:cubicBezTo>
                <a:cubicBezTo>
                  <a:pt x="297" y="170"/>
                  <a:pt x="304" y="184"/>
                  <a:pt x="297" y="191"/>
                </a:cubicBezTo>
                <a:close/>
                <a:moveTo>
                  <a:pt x="7" y="360"/>
                </a:moveTo>
                <a:lnTo>
                  <a:pt x="7" y="360"/>
                </a:lnTo>
                <a:cubicBezTo>
                  <a:pt x="0" y="360"/>
                  <a:pt x="0" y="353"/>
                  <a:pt x="0" y="346"/>
                </a:cubicBezTo>
                <a:cubicBezTo>
                  <a:pt x="0" y="261"/>
                  <a:pt x="0" y="261"/>
                  <a:pt x="0" y="261"/>
                </a:cubicBezTo>
                <a:cubicBezTo>
                  <a:pt x="0" y="254"/>
                  <a:pt x="0" y="247"/>
                  <a:pt x="7" y="247"/>
                </a:cubicBezTo>
                <a:cubicBezTo>
                  <a:pt x="149" y="247"/>
                  <a:pt x="149" y="247"/>
                  <a:pt x="149" y="247"/>
                </a:cubicBezTo>
                <a:cubicBezTo>
                  <a:pt x="92" y="360"/>
                  <a:pt x="92" y="360"/>
                  <a:pt x="92" y="360"/>
                </a:cubicBezTo>
                <a:lnTo>
                  <a:pt x="7" y="360"/>
                </a:lnTo>
                <a:close/>
                <a:moveTo>
                  <a:pt x="64" y="481"/>
                </a:moveTo>
                <a:lnTo>
                  <a:pt x="64" y="481"/>
                </a:lnTo>
                <a:cubicBezTo>
                  <a:pt x="99" y="502"/>
                  <a:pt x="99" y="502"/>
                  <a:pt x="99" y="502"/>
                </a:cubicBezTo>
                <a:cubicBezTo>
                  <a:pt x="106" y="509"/>
                  <a:pt x="106" y="516"/>
                  <a:pt x="99" y="516"/>
                </a:cubicBezTo>
                <a:cubicBezTo>
                  <a:pt x="50" y="551"/>
                  <a:pt x="50" y="551"/>
                  <a:pt x="50" y="551"/>
                </a:cubicBezTo>
                <a:cubicBezTo>
                  <a:pt x="43" y="551"/>
                  <a:pt x="43" y="551"/>
                  <a:pt x="43" y="544"/>
                </a:cubicBezTo>
                <a:cubicBezTo>
                  <a:pt x="50" y="488"/>
                  <a:pt x="50" y="488"/>
                  <a:pt x="50" y="488"/>
                </a:cubicBezTo>
                <a:cubicBezTo>
                  <a:pt x="50" y="481"/>
                  <a:pt x="57" y="481"/>
                  <a:pt x="64" y="481"/>
                </a:cubicBezTo>
                <a:close/>
                <a:moveTo>
                  <a:pt x="347" y="247"/>
                </a:moveTo>
                <a:lnTo>
                  <a:pt x="347" y="247"/>
                </a:lnTo>
                <a:cubicBezTo>
                  <a:pt x="368" y="297"/>
                  <a:pt x="382" y="332"/>
                  <a:pt x="396" y="360"/>
                </a:cubicBezTo>
                <a:cubicBezTo>
                  <a:pt x="226" y="360"/>
                  <a:pt x="226" y="360"/>
                  <a:pt x="226" y="360"/>
                </a:cubicBezTo>
                <a:cubicBezTo>
                  <a:pt x="290" y="247"/>
                  <a:pt x="290" y="247"/>
                  <a:pt x="290" y="247"/>
                </a:cubicBezTo>
                <a:lnTo>
                  <a:pt x="347" y="247"/>
                </a:lnTo>
                <a:close/>
                <a:moveTo>
                  <a:pt x="474" y="417"/>
                </a:moveTo>
                <a:lnTo>
                  <a:pt x="474" y="417"/>
                </a:lnTo>
                <a:cubicBezTo>
                  <a:pt x="495" y="403"/>
                  <a:pt x="495" y="403"/>
                  <a:pt x="495" y="403"/>
                </a:cubicBezTo>
                <a:cubicBezTo>
                  <a:pt x="502" y="403"/>
                  <a:pt x="516" y="403"/>
                  <a:pt x="516" y="410"/>
                </a:cubicBezTo>
                <a:cubicBezTo>
                  <a:pt x="537" y="445"/>
                  <a:pt x="537" y="445"/>
                  <a:pt x="537" y="445"/>
                </a:cubicBezTo>
                <a:cubicBezTo>
                  <a:pt x="537" y="452"/>
                  <a:pt x="537" y="459"/>
                  <a:pt x="530" y="466"/>
                </a:cubicBezTo>
                <a:cubicBezTo>
                  <a:pt x="516" y="473"/>
                  <a:pt x="516" y="473"/>
                  <a:pt x="516" y="473"/>
                </a:cubicBezTo>
                <a:cubicBezTo>
                  <a:pt x="509" y="481"/>
                  <a:pt x="495" y="481"/>
                  <a:pt x="495" y="473"/>
                </a:cubicBezTo>
                <a:cubicBezTo>
                  <a:pt x="474" y="438"/>
                  <a:pt x="474" y="438"/>
                  <a:pt x="474" y="438"/>
                </a:cubicBezTo>
                <a:cubicBezTo>
                  <a:pt x="467" y="431"/>
                  <a:pt x="467" y="417"/>
                  <a:pt x="474" y="417"/>
                </a:cubicBezTo>
                <a:close/>
                <a:moveTo>
                  <a:pt x="580" y="572"/>
                </a:moveTo>
                <a:lnTo>
                  <a:pt x="580" y="572"/>
                </a:lnTo>
                <a:cubicBezTo>
                  <a:pt x="580" y="558"/>
                  <a:pt x="544" y="551"/>
                  <a:pt x="530" y="530"/>
                </a:cubicBezTo>
                <a:cubicBezTo>
                  <a:pt x="509" y="509"/>
                  <a:pt x="523" y="502"/>
                  <a:pt x="530" y="495"/>
                </a:cubicBezTo>
                <a:cubicBezTo>
                  <a:pt x="594" y="459"/>
                  <a:pt x="580" y="572"/>
                  <a:pt x="580" y="57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7" name="Freeform 23"/>
          <p:cNvSpPr/>
          <p:nvPr/>
        </p:nvSpPr>
        <p:spPr>
          <a:xfrm>
            <a:off x="6162840" y="1033560"/>
            <a:ext cx="201600" cy="218880"/>
          </a:xfrm>
          <a:custGeom>
            <a:avLst/>
            <a:gdLst/>
            <a:ahLst/>
            <a:rect l="l" t="t" r="r" b="b"/>
            <a:pathLst>
              <a:path w="559" h="609">
                <a:moveTo>
                  <a:pt x="474" y="318"/>
                </a:moveTo>
                <a:lnTo>
                  <a:pt x="474" y="318"/>
                </a:lnTo>
                <a:cubicBezTo>
                  <a:pt x="474" y="410"/>
                  <a:pt x="558" y="445"/>
                  <a:pt x="558" y="445"/>
                </a:cubicBezTo>
                <a:cubicBezTo>
                  <a:pt x="558" y="445"/>
                  <a:pt x="544" y="487"/>
                  <a:pt x="516" y="530"/>
                </a:cubicBezTo>
                <a:cubicBezTo>
                  <a:pt x="488" y="565"/>
                  <a:pt x="460" y="600"/>
                  <a:pt x="417" y="600"/>
                </a:cubicBezTo>
                <a:cubicBezTo>
                  <a:pt x="375" y="600"/>
                  <a:pt x="361" y="579"/>
                  <a:pt x="311" y="579"/>
                </a:cubicBezTo>
                <a:cubicBezTo>
                  <a:pt x="262" y="579"/>
                  <a:pt x="247" y="600"/>
                  <a:pt x="205" y="600"/>
                </a:cubicBezTo>
                <a:cubicBezTo>
                  <a:pt x="163" y="608"/>
                  <a:pt x="127" y="565"/>
                  <a:pt x="99" y="530"/>
                </a:cubicBezTo>
                <a:cubicBezTo>
                  <a:pt x="43" y="452"/>
                  <a:pt x="0" y="318"/>
                  <a:pt x="64" y="226"/>
                </a:cubicBezTo>
                <a:cubicBezTo>
                  <a:pt x="92" y="176"/>
                  <a:pt x="142" y="148"/>
                  <a:pt x="191" y="148"/>
                </a:cubicBezTo>
                <a:cubicBezTo>
                  <a:pt x="233" y="148"/>
                  <a:pt x="276" y="176"/>
                  <a:pt x="304" y="176"/>
                </a:cubicBezTo>
                <a:cubicBezTo>
                  <a:pt x="325" y="176"/>
                  <a:pt x="375" y="141"/>
                  <a:pt x="424" y="148"/>
                </a:cubicBezTo>
                <a:cubicBezTo>
                  <a:pt x="445" y="148"/>
                  <a:pt x="509" y="155"/>
                  <a:pt x="544" y="205"/>
                </a:cubicBezTo>
                <a:cubicBezTo>
                  <a:pt x="544" y="205"/>
                  <a:pt x="474" y="247"/>
                  <a:pt x="474" y="318"/>
                </a:cubicBezTo>
                <a:close/>
                <a:moveTo>
                  <a:pt x="297" y="141"/>
                </a:moveTo>
                <a:lnTo>
                  <a:pt x="297" y="141"/>
                </a:lnTo>
                <a:cubicBezTo>
                  <a:pt x="290" y="106"/>
                  <a:pt x="311" y="71"/>
                  <a:pt x="332" y="42"/>
                </a:cubicBezTo>
                <a:cubicBezTo>
                  <a:pt x="354" y="21"/>
                  <a:pt x="396" y="0"/>
                  <a:pt x="424" y="0"/>
                </a:cubicBezTo>
                <a:cubicBezTo>
                  <a:pt x="431" y="35"/>
                  <a:pt x="417" y="71"/>
                  <a:pt x="389" y="99"/>
                </a:cubicBezTo>
                <a:cubicBezTo>
                  <a:pt x="368" y="120"/>
                  <a:pt x="332" y="141"/>
                  <a:pt x="297" y="14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8" name="Freeform 24"/>
          <p:cNvSpPr/>
          <p:nvPr/>
        </p:nvSpPr>
        <p:spPr>
          <a:xfrm>
            <a:off x="5803920" y="1033560"/>
            <a:ext cx="181080" cy="215640"/>
          </a:xfrm>
          <a:custGeom>
            <a:avLst/>
            <a:gdLst/>
            <a:ahLst/>
            <a:rect l="l" t="t" r="r" b="b"/>
            <a:pathLst>
              <a:path w="502" h="601">
                <a:moveTo>
                  <a:pt x="466" y="410"/>
                </a:moveTo>
                <a:lnTo>
                  <a:pt x="466" y="410"/>
                </a:lnTo>
                <a:cubicBezTo>
                  <a:pt x="452" y="410"/>
                  <a:pt x="431" y="396"/>
                  <a:pt x="431" y="374"/>
                </a:cubicBezTo>
                <a:cubicBezTo>
                  <a:pt x="431" y="226"/>
                  <a:pt x="431" y="226"/>
                  <a:pt x="431" y="226"/>
                </a:cubicBezTo>
                <a:cubicBezTo>
                  <a:pt x="431" y="205"/>
                  <a:pt x="452" y="191"/>
                  <a:pt x="466" y="191"/>
                </a:cubicBezTo>
                <a:cubicBezTo>
                  <a:pt x="487" y="191"/>
                  <a:pt x="501" y="205"/>
                  <a:pt x="501" y="226"/>
                </a:cubicBezTo>
                <a:cubicBezTo>
                  <a:pt x="501" y="374"/>
                  <a:pt x="501" y="374"/>
                  <a:pt x="501" y="374"/>
                </a:cubicBezTo>
                <a:cubicBezTo>
                  <a:pt x="501" y="396"/>
                  <a:pt x="487" y="410"/>
                  <a:pt x="466" y="410"/>
                </a:cubicBezTo>
                <a:close/>
                <a:moveTo>
                  <a:pt x="374" y="487"/>
                </a:moveTo>
                <a:lnTo>
                  <a:pt x="374" y="487"/>
                </a:lnTo>
                <a:cubicBezTo>
                  <a:pt x="346" y="487"/>
                  <a:pt x="346" y="487"/>
                  <a:pt x="346" y="487"/>
                </a:cubicBezTo>
                <a:cubicBezTo>
                  <a:pt x="353" y="487"/>
                  <a:pt x="353" y="487"/>
                  <a:pt x="353" y="495"/>
                </a:cubicBezTo>
                <a:lnTo>
                  <a:pt x="353" y="495"/>
                </a:lnTo>
                <a:cubicBezTo>
                  <a:pt x="353" y="509"/>
                  <a:pt x="353" y="509"/>
                  <a:pt x="353" y="509"/>
                </a:cubicBezTo>
                <a:cubicBezTo>
                  <a:pt x="353" y="565"/>
                  <a:pt x="353" y="565"/>
                  <a:pt x="353" y="565"/>
                </a:cubicBezTo>
                <a:cubicBezTo>
                  <a:pt x="353" y="586"/>
                  <a:pt x="332" y="600"/>
                  <a:pt x="318" y="600"/>
                </a:cubicBezTo>
                <a:cubicBezTo>
                  <a:pt x="297" y="600"/>
                  <a:pt x="282" y="586"/>
                  <a:pt x="282" y="565"/>
                </a:cubicBezTo>
                <a:cubicBezTo>
                  <a:pt x="282" y="509"/>
                  <a:pt x="282" y="509"/>
                  <a:pt x="282" y="509"/>
                </a:cubicBezTo>
                <a:cubicBezTo>
                  <a:pt x="282" y="495"/>
                  <a:pt x="282" y="495"/>
                  <a:pt x="282" y="495"/>
                </a:cubicBezTo>
                <a:lnTo>
                  <a:pt x="282" y="495"/>
                </a:lnTo>
                <a:cubicBezTo>
                  <a:pt x="282" y="487"/>
                  <a:pt x="282" y="487"/>
                  <a:pt x="282" y="487"/>
                </a:cubicBezTo>
                <a:cubicBezTo>
                  <a:pt x="219" y="487"/>
                  <a:pt x="219" y="487"/>
                  <a:pt x="219" y="487"/>
                </a:cubicBezTo>
                <a:cubicBezTo>
                  <a:pt x="219" y="487"/>
                  <a:pt x="219" y="487"/>
                  <a:pt x="219" y="495"/>
                </a:cubicBezTo>
                <a:lnTo>
                  <a:pt x="219" y="495"/>
                </a:lnTo>
                <a:cubicBezTo>
                  <a:pt x="219" y="509"/>
                  <a:pt x="219" y="509"/>
                  <a:pt x="219" y="509"/>
                </a:cubicBezTo>
                <a:cubicBezTo>
                  <a:pt x="219" y="565"/>
                  <a:pt x="219" y="565"/>
                  <a:pt x="219" y="565"/>
                </a:cubicBezTo>
                <a:cubicBezTo>
                  <a:pt x="219" y="586"/>
                  <a:pt x="205" y="600"/>
                  <a:pt x="190" y="600"/>
                </a:cubicBezTo>
                <a:cubicBezTo>
                  <a:pt x="169" y="600"/>
                  <a:pt x="155" y="586"/>
                  <a:pt x="155" y="565"/>
                </a:cubicBezTo>
                <a:cubicBezTo>
                  <a:pt x="155" y="509"/>
                  <a:pt x="155" y="509"/>
                  <a:pt x="155" y="509"/>
                </a:cubicBezTo>
                <a:cubicBezTo>
                  <a:pt x="155" y="495"/>
                  <a:pt x="155" y="495"/>
                  <a:pt x="155" y="495"/>
                </a:cubicBezTo>
                <a:lnTo>
                  <a:pt x="155" y="495"/>
                </a:lnTo>
                <a:cubicBezTo>
                  <a:pt x="155" y="487"/>
                  <a:pt x="155" y="487"/>
                  <a:pt x="155" y="487"/>
                </a:cubicBezTo>
                <a:cubicBezTo>
                  <a:pt x="127" y="487"/>
                  <a:pt x="127" y="487"/>
                  <a:pt x="127" y="487"/>
                </a:cubicBezTo>
                <a:cubicBezTo>
                  <a:pt x="106" y="487"/>
                  <a:pt x="92" y="466"/>
                  <a:pt x="92" y="445"/>
                </a:cubicBezTo>
                <a:cubicBezTo>
                  <a:pt x="92" y="240"/>
                  <a:pt x="92" y="240"/>
                  <a:pt x="92" y="240"/>
                </a:cubicBezTo>
                <a:cubicBezTo>
                  <a:pt x="92" y="219"/>
                  <a:pt x="92" y="219"/>
                  <a:pt x="92" y="219"/>
                </a:cubicBezTo>
                <a:cubicBezTo>
                  <a:pt x="92" y="191"/>
                  <a:pt x="92" y="191"/>
                  <a:pt x="92" y="191"/>
                </a:cubicBezTo>
                <a:cubicBezTo>
                  <a:pt x="99" y="191"/>
                  <a:pt x="99" y="191"/>
                  <a:pt x="99" y="191"/>
                </a:cubicBezTo>
                <a:cubicBezTo>
                  <a:pt x="410" y="191"/>
                  <a:pt x="410" y="191"/>
                  <a:pt x="410" y="191"/>
                </a:cubicBezTo>
                <a:lnTo>
                  <a:pt x="410" y="191"/>
                </a:lnTo>
                <a:cubicBezTo>
                  <a:pt x="410" y="219"/>
                  <a:pt x="410" y="219"/>
                  <a:pt x="410" y="219"/>
                </a:cubicBezTo>
                <a:cubicBezTo>
                  <a:pt x="410" y="240"/>
                  <a:pt x="410" y="240"/>
                  <a:pt x="410" y="240"/>
                </a:cubicBezTo>
                <a:cubicBezTo>
                  <a:pt x="410" y="445"/>
                  <a:pt x="410" y="445"/>
                  <a:pt x="410" y="445"/>
                </a:cubicBezTo>
                <a:cubicBezTo>
                  <a:pt x="410" y="466"/>
                  <a:pt x="395" y="487"/>
                  <a:pt x="374" y="487"/>
                </a:cubicBezTo>
                <a:close/>
                <a:moveTo>
                  <a:pt x="176" y="49"/>
                </a:moveTo>
                <a:lnTo>
                  <a:pt x="176" y="49"/>
                </a:lnTo>
                <a:cubicBezTo>
                  <a:pt x="169" y="42"/>
                  <a:pt x="169" y="42"/>
                  <a:pt x="169" y="42"/>
                </a:cubicBezTo>
                <a:cubicBezTo>
                  <a:pt x="162" y="28"/>
                  <a:pt x="162" y="28"/>
                  <a:pt x="162" y="28"/>
                </a:cubicBezTo>
                <a:cubicBezTo>
                  <a:pt x="148" y="7"/>
                  <a:pt x="148" y="7"/>
                  <a:pt x="148" y="7"/>
                </a:cubicBezTo>
                <a:lnTo>
                  <a:pt x="148" y="0"/>
                </a:lnTo>
                <a:lnTo>
                  <a:pt x="155" y="0"/>
                </a:lnTo>
                <a:cubicBezTo>
                  <a:pt x="169" y="28"/>
                  <a:pt x="169" y="28"/>
                  <a:pt x="169" y="28"/>
                </a:cubicBezTo>
                <a:cubicBezTo>
                  <a:pt x="176" y="35"/>
                  <a:pt x="176" y="35"/>
                  <a:pt x="176" y="35"/>
                </a:cubicBezTo>
                <a:cubicBezTo>
                  <a:pt x="183" y="42"/>
                  <a:pt x="183" y="42"/>
                  <a:pt x="183" y="42"/>
                </a:cubicBezTo>
                <a:cubicBezTo>
                  <a:pt x="205" y="35"/>
                  <a:pt x="226" y="35"/>
                  <a:pt x="254" y="35"/>
                </a:cubicBezTo>
                <a:cubicBezTo>
                  <a:pt x="275" y="35"/>
                  <a:pt x="297" y="35"/>
                  <a:pt x="318" y="42"/>
                </a:cubicBezTo>
                <a:cubicBezTo>
                  <a:pt x="325" y="35"/>
                  <a:pt x="325" y="35"/>
                  <a:pt x="325" y="35"/>
                </a:cubicBezTo>
                <a:cubicBezTo>
                  <a:pt x="332" y="28"/>
                  <a:pt x="332" y="28"/>
                  <a:pt x="332" y="28"/>
                </a:cubicBezTo>
                <a:cubicBezTo>
                  <a:pt x="346" y="0"/>
                  <a:pt x="346" y="0"/>
                  <a:pt x="346" y="0"/>
                </a:cubicBezTo>
                <a:lnTo>
                  <a:pt x="353" y="0"/>
                </a:lnTo>
                <a:cubicBezTo>
                  <a:pt x="360" y="0"/>
                  <a:pt x="360" y="7"/>
                  <a:pt x="360" y="7"/>
                </a:cubicBezTo>
                <a:cubicBezTo>
                  <a:pt x="346" y="28"/>
                  <a:pt x="346" y="28"/>
                  <a:pt x="346" y="28"/>
                </a:cubicBezTo>
                <a:cubicBezTo>
                  <a:pt x="339" y="42"/>
                  <a:pt x="339" y="42"/>
                  <a:pt x="339" y="42"/>
                </a:cubicBezTo>
                <a:cubicBezTo>
                  <a:pt x="332" y="49"/>
                  <a:pt x="332" y="49"/>
                  <a:pt x="332" y="49"/>
                </a:cubicBezTo>
                <a:cubicBezTo>
                  <a:pt x="381" y="71"/>
                  <a:pt x="410" y="120"/>
                  <a:pt x="410" y="169"/>
                </a:cubicBezTo>
                <a:cubicBezTo>
                  <a:pt x="92" y="169"/>
                  <a:pt x="92" y="169"/>
                  <a:pt x="92" y="169"/>
                </a:cubicBezTo>
                <a:cubicBezTo>
                  <a:pt x="92" y="120"/>
                  <a:pt x="127" y="71"/>
                  <a:pt x="176" y="49"/>
                </a:cubicBezTo>
                <a:close/>
                <a:moveTo>
                  <a:pt x="318" y="120"/>
                </a:moveTo>
                <a:lnTo>
                  <a:pt x="318" y="120"/>
                </a:lnTo>
                <a:cubicBezTo>
                  <a:pt x="332" y="120"/>
                  <a:pt x="339" y="113"/>
                  <a:pt x="339" y="106"/>
                </a:cubicBezTo>
                <a:cubicBezTo>
                  <a:pt x="339" y="92"/>
                  <a:pt x="332" y="85"/>
                  <a:pt x="318" y="85"/>
                </a:cubicBezTo>
                <a:cubicBezTo>
                  <a:pt x="311" y="85"/>
                  <a:pt x="304" y="92"/>
                  <a:pt x="304" y="106"/>
                </a:cubicBezTo>
                <a:cubicBezTo>
                  <a:pt x="304" y="113"/>
                  <a:pt x="311" y="120"/>
                  <a:pt x="318" y="120"/>
                </a:cubicBezTo>
                <a:close/>
                <a:moveTo>
                  <a:pt x="183" y="120"/>
                </a:moveTo>
                <a:lnTo>
                  <a:pt x="183" y="120"/>
                </a:lnTo>
                <a:cubicBezTo>
                  <a:pt x="190" y="120"/>
                  <a:pt x="197" y="113"/>
                  <a:pt x="197" y="106"/>
                </a:cubicBezTo>
                <a:cubicBezTo>
                  <a:pt x="197" y="92"/>
                  <a:pt x="190" y="85"/>
                  <a:pt x="183" y="85"/>
                </a:cubicBezTo>
                <a:cubicBezTo>
                  <a:pt x="176" y="85"/>
                  <a:pt x="169" y="92"/>
                  <a:pt x="169" y="106"/>
                </a:cubicBezTo>
                <a:cubicBezTo>
                  <a:pt x="169" y="113"/>
                  <a:pt x="176" y="120"/>
                  <a:pt x="183" y="120"/>
                </a:cubicBezTo>
                <a:close/>
                <a:moveTo>
                  <a:pt x="35" y="410"/>
                </a:moveTo>
                <a:lnTo>
                  <a:pt x="35" y="410"/>
                </a:lnTo>
                <a:cubicBezTo>
                  <a:pt x="21" y="410"/>
                  <a:pt x="0" y="396"/>
                  <a:pt x="0" y="374"/>
                </a:cubicBezTo>
                <a:cubicBezTo>
                  <a:pt x="0" y="226"/>
                  <a:pt x="0" y="226"/>
                  <a:pt x="0" y="226"/>
                </a:cubicBezTo>
                <a:cubicBezTo>
                  <a:pt x="0" y="205"/>
                  <a:pt x="21" y="191"/>
                  <a:pt x="35" y="191"/>
                </a:cubicBezTo>
                <a:cubicBezTo>
                  <a:pt x="56" y="191"/>
                  <a:pt x="70" y="205"/>
                  <a:pt x="70" y="226"/>
                </a:cubicBezTo>
                <a:cubicBezTo>
                  <a:pt x="70" y="374"/>
                  <a:pt x="70" y="374"/>
                  <a:pt x="70" y="374"/>
                </a:cubicBezTo>
                <a:cubicBezTo>
                  <a:pt x="70" y="396"/>
                  <a:pt x="56" y="410"/>
                  <a:pt x="35" y="41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9" name="Freeform 1"/>
          <p:cNvSpPr/>
          <p:nvPr/>
        </p:nvSpPr>
        <p:spPr>
          <a:xfrm>
            <a:off x="7694640" y="2562120"/>
            <a:ext cx="218880" cy="219240"/>
          </a:xfrm>
          <a:custGeom>
            <a:avLst/>
            <a:gdLst/>
            <a:ahLst/>
            <a:rect l="l" t="t" r="r" b="b"/>
            <a:pathLst>
              <a:path w="609" h="609">
                <a:moveTo>
                  <a:pt x="594" y="290"/>
                </a:moveTo>
                <a:lnTo>
                  <a:pt x="594" y="290"/>
                </a:lnTo>
                <a:cubicBezTo>
                  <a:pt x="573" y="396"/>
                  <a:pt x="488" y="466"/>
                  <a:pt x="375" y="466"/>
                </a:cubicBezTo>
                <a:cubicBezTo>
                  <a:pt x="318" y="466"/>
                  <a:pt x="318" y="466"/>
                  <a:pt x="318" y="466"/>
                </a:cubicBezTo>
                <a:cubicBezTo>
                  <a:pt x="290" y="572"/>
                  <a:pt x="290" y="572"/>
                  <a:pt x="290" y="572"/>
                </a:cubicBezTo>
                <a:cubicBezTo>
                  <a:pt x="283" y="608"/>
                  <a:pt x="283" y="608"/>
                  <a:pt x="283" y="608"/>
                </a:cubicBezTo>
                <a:cubicBezTo>
                  <a:pt x="255" y="608"/>
                  <a:pt x="255" y="608"/>
                  <a:pt x="255" y="608"/>
                </a:cubicBezTo>
                <a:cubicBezTo>
                  <a:pt x="120" y="608"/>
                  <a:pt x="120" y="608"/>
                  <a:pt x="120" y="608"/>
                </a:cubicBezTo>
                <a:cubicBezTo>
                  <a:pt x="71" y="608"/>
                  <a:pt x="71" y="608"/>
                  <a:pt x="71" y="608"/>
                </a:cubicBezTo>
                <a:cubicBezTo>
                  <a:pt x="85" y="551"/>
                  <a:pt x="85" y="551"/>
                  <a:pt x="85" y="551"/>
                </a:cubicBezTo>
                <a:cubicBezTo>
                  <a:pt x="92" y="509"/>
                  <a:pt x="92" y="509"/>
                  <a:pt x="92" y="509"/>
                </a:cubicBezTo>
                <a:cubicBezTo>
                  <a:pt x="50" y="509"/>
                  <a:pt x="50" y="509"/>
                  <a:pt x="50" y="509"/>
                </a:cubicBezTo>
                <a:cubicBezTo>
                  <a:pt x="0" y="509"/>
                  <a:pt x="0" y="509"/>
                  <a:pt x="0" y="509"/>
                </a:cubicBezTo>
                <a:cubicBezTo>
                  <a:pt x="7" y="459"/>
                  <a:pt x="7" y="459"/>
                  <a:pt x="7" y="459"/>
                </a:cubicBezTo>
                <a:cubicBezTo>
                  <a:pt x="106" y="35"/>
                  <a:pt x="106" y="35"/>
                  <a:pt x="106" y="35"/>
                </a:cubicBezTo>
                <a:cubicBezTo>
                  <a:pt x="113" y="0"/>
                  <a:pt x="113" y="0"/>
                  <a:pt x="113" y="0"/>
                </a:cubicBezTo>
                <a:cubicBezTo>
                  <a:pt x="148" y="0"/>
                  <a:pt x="148" y="0"/>
                  <a:pt x="148" y="0"/>
                </a:cubicBezTo>
                <a:cubicBezTo>
                  <a:pt x="368" y="0"/>
                  <a:pt x="368" y="0"/>
                  <a:pt x="368" y="0"/>
                </a:cubicBezTo>
                <a:cubicBezTo>
                  <a:pt x="417" y="0"/>
                  <a:pt x="466" y="21"/>
                  <a:pt x="495" y="64"/>
                </a:cubicBezTo>
                <a:cubicBezTo>
                  <a:pt x="509" y="78"/>
                  <a:pt x="516" y="92"/>
                  <a:pt x="523" y="120"/>
                </a:cubicBezTo>
                <a:cubicBezTo>
                  <a:pt x="544" y="127"/>
                  <a:pt x="558" y="141"/>
                  <a:pt x="565" y="155"/>
                </a:cubicBezTo>
                <a:cubicBezTo>
                  <a:pt x="587" y="184"/>
                  <a:pt x="608" y="226"/>
                  <a:pt x="594" y="290"/>
                </a:cubicBezTo>
                <a:close/>
                <a:moveTo>
                  <a:pt x="488" y="148"/>
                </a:moveTo>
                <a:lnTo>
                  <a:pt x="488" y="148"/>
                </a:lnTo>
                <a:cubicBezTo>
                  <a:pt x="481" y="127"/>
                  <a:pt x="481" y="113"/>
                  <a:pt x="474" y="99"/>
                </a:cubicBezTo>
                <a:cubicBezTo>
                  <a:pt x="452" y="64"/>
                  <a:pt x="403" y="42"/>
                  <a:pt x="368" y="42"/>
                </a:cubicBezTo>
                <a:cubicBezTo>
                  <a:pt x="148" y="42"/>
                  <a:pt x="148" y="42"/>
                  <a:pt x="148" y="42"/>
                </a:cubicBezTo>
                <a:cubicBezTo>
                  <a:pt x="50" y="466"/>
                  <a:pt x="50" y="466"/>
                  <a:pt x="50" y="466"/>
                </a:cubicBezTo>
                <a:cubicBezTo>
                  <a:pt x="99" y="466"/>
                  <a:pt x="99" y="466"/>
                  <a:pt x="99" y="466"/>
                </a:cubicBezTo>
                <a:cubicBezTo>
                  <a:pt x="148" y="466"/>
                  <a:pt x="148" y="466"/>
                  <a:pt x="148" y="466"/>
                </a:cubicBezTo>
                <a:cubicBezTo>
                  <a:pt x="177" y="466"/>
                  <a:pt x="177" y="466"/>
                  <a:pt x="177" y="466"/>
                </a:cubicBezTo>
                <a:cubicBezTo>
                  <a:pt x="212" y="325"/>
                  <a:pt x="212" y="325"/>
                  <a:pt x="212" y="325"/>
                </a:cubicBezTo>
                <a:cubicBezTo>
                  <a:pt x="304" y="325"/>
                  <a:pt x="304" y="325"/>
                  <a:pt x="304" y="325"/>
                </a:cubicBezTo>
                <a:lnTo>
                  <a:pt x="304" y="325"/>
                </a:lnTo>
                <a:cubicBezTo>
                  <a:pt x="353" y="325"/>
                  <a:pt x="403" y="311"/>
                  <a:pt x="438" y="276"/>
                </a:cubicBezTo>
                <a:cubicBezTo>
                  <a:pt x="459" y="254"/>
                  <a:pt x="474" y="226"/>
                  <a:pt x="481" y="191"/>
                </a:cubicBezTo>
                <a:cubicBezTo>
                  <a:pt x="488" y="177"/>
                  <a:pt x="488" y="162"/>
                  <a:pt x="488" y="148"/>
                </a:cubicBezTo>
                <a:close/>
                <a:moveTo>
                  <a:pt x="530" y="169"/>
                </a:moveTo>
                <a:lnTo>
                  <a:pt x="530" y="169"/>
                </a:lnTo>
                <a:cubicBezTo>
                  <a:pt x="523" y="184"/>
                  <a:pt x="523" y="191"/>
                  <a:pt x="523" y="198"/>
                </a:cubicBezTo>
                <a:cubicBezTo>
                  <a:pt x="502" y="304"/>
                  <a:pt x="410" y="367"/>
                  <a:pt x="304" y="367"/>
                </a:cubicBezTo>
                <a:cubicBezTo>
                  <a:pt x="240" y="367"/>
                  <a:pt x="240" y="367"/>
                  <a:pt x="240" y="367"/>
                </a:cubicBezTo>
                <a:cubicBezTo>
                  <a:pt x="219" y="480"/>
                  <a:pt x="219" y="480"/>
                  <a:pt x="219" y="480"/>
                </a:cubicBezTo>
                <a:cubicBezTo>
                  <a:pt x="212" y="509"/>
                  <a:pt x="212" y="509"/>
                  <a:pt x="212" y="509"/>
                </a:cubicBezTo>
                <a:cubicBezTo>
                  <a:pt x="177" y="509"/>
                  <a:pt x="177" y="509"/>
                  <a:pt x="177" y="509"/>
                </a:cubicBezTo>
                <a:cubicBezTo>
                  <a:pt x="134" y="509"/>
                  <a:pt x="134" y="509"/>
                  <a:pt x="134" y="509"/>
                </a:cubicBezTo>
                <a:cubicBezTo>
                  <a:pt x="120" y="565"/>
                  <a:pt x="120" y="565"/>
                  <a:pt x="120" y="565"/>
                </a:cubicBezTo>
                <a:cubicBezTo>
                  <a:pt x="255" y="565"/>
                  <a:pt x="255" y="565"/>
                  <a:pt x="255" y="565"/>
                </a:cubicBezTo>
                <a:cubicBezTo>
                  <a:pt x="283" y="424"/>
                  <a:pt x="283" y="424"/>
                  <a:pt x="283" y="424"/>
                </a:cubicBezTo>
                <a:cubicBezTo>
                  <a:pt x="375" y="424"/>
                  <a:pt x="375" y="424"/>
                  <a:pt x="375" y="424"/>
                </a:cubicBezTo>
                <a:cubicBezTo>
                  <a:pt x="459" y="424"/>
                  <a:pt x="537" y="375"/>
                  <a:pt x="551" y="283"/>
                </a:cubicBezTo>
                <a:cubicBezTo>
                  <a:pt x="565" y="233"/>
                  <a:pt x="551" y="198"/>
                  <a:pt x="530" y="169"/>
                </a:cubicBezTo>
                <a:close/>
                <a:moveTo>
                  <a:pt x="339" y="226"/>
                </a:moveTo>
                <a:lnTo>
                  <a:pt x="339" y="226"/>
                </a:lnTo>
                <a:cubicBezTo>
                  <a:pt x="332" y="226"/>
                  <a:pt x="332" y="233"/>
                  <a:pt x="325" y="233"/>
                </a:cubicBezTo>
                <a:cubicBezTo>
                  <a:pt x="318" y="240"/>
                  <a:pt x="304" y="247"/>
                  <a:pt x="290" y="247"/>
                </a:cubicBezTo>
                <a:cubicBezTo>
                  <a:pt x="226" y="247"/>
                  <a:pt x="226" y="247"/>
                  <a:pt x="226" y="247"/>
                </a:cubicBezTo>
                <a:cubicBezTo>
                  <a:pt x="255" y="141"/>
                  <a:pt x="255" y="141"/>
                  <a:pt x="255" y="141"/>
                </a:cubicBezTo>
                <a:cubicBezTo>
                  <a:pt x="255" y="127"/>
                  <a:pt x="255" y="127"/>
                  <a:pt x="255" y="127"/>
                </a:cubicBezTo>
                <a:cubicBezTo>
                  <a:pt x="318" y="127"/>
                  <a:pt x="318" y="127"/>
                  <a:pt x="318" y="127"/>
                </a:cubicBezTo>
                <a:cubicBezTo>
                  <a:pt x="332" y="127"/>
                  <a:pt x="339" y="134"/>
                  <a:pt x="346" y="141"/>
                </a:cubicBezTo>
                <a:cubicBezTo>
                  <a:pt x="361" y="148"/>
                  <a:pt x="368" y="169"/>
                  <a:pt x="361" y="191"/>
                </a:cubicBezTo>
                <a:cubicBezTo>
                  <a:pt x="361" y="205"/>
                  <a:pt x="346" y="219"/>
                  <a:pt x="339" y="226"/>
                </a:cubicBezTo>
                <a:close/>
                <a:moveTo>
                  <a:pt x="318" y="169"/>
                </a:moveTo>
                <a:lnTo>
                  <a:pt x="318" y="169"/>
                </a:lnTo>
                <a:lnTo>
                  <a:pt x="318" y="169"/>
                </a:lnTo>
                <a:cubicBezTo>
                  <a:pt x="290" y="169"/>
                  <a:pt x="290" y="169"/>
                  <a:pt x="290" y="169"/>
                </a:cubicBezTo>
                <a:cubicBezTo>
                  <a:pt x="283" y="205"/>
                  <a:pt x="283" y="205"/>
                  <a:pt x="283" y="205"/>
                </a:cubicBezTo>
                <a:cubicBezTo>
                  <a:pt x="290" y="205"/>
                  <a:pt x="290" y="205"/>
                  <a:pt x="290" y="205"/>
                </a:cubicBezTo>
                <a:cubicBezTo>
                  <a:pt x="304" y="205"/>
                  <a:pt x="318" y="191"/>
                  <a:pt x="318" y="177"/>
                </a:cubicBezTo>
                <a:lnTo>
                  <a:pt x="318" y="177"/>
                </a:lnTo>
                <a:lnTo>
                  <a:pt x="318" y="177"/>
                </a:lnTo>
                <a:cubicBezTo>
                  <a:pt x="318" y="177"/>
                  <a:pt x="318" y="177"/>
                  <a:pt x="318" y="16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0" name="Freeform 2"/>
          <p:cNvSpPr/>
          <p:nvPr/>
        </p:nvSpPr>
        <p:spPr>
          <a:xfrm>
            <a:off x="7311960" y="2568600"/>
            <a:ext cx="219240" cy="206280"/>
          </a:xfrm>
          <a:custGeom>
            <a:avLst/>
            <a:gdLst/>
            <a:ahLst/>
            <a:rect l="l" t="t" r="r" b="b"/>
            <a:pathLst>
              <a:path w="609" h="574">
                <a:moveTo>
                  <a:pt x="473" y="573"/>
                </a:moveTo>
                <a:lnTo>
                  <a:pt x="473" y="573"/>
                </a:lnTo>
                <a:cubicBezTo>
                  <a:pt x="473" y="368"/>
                  <a:pt x="473" y="368"/>
                  <a:pt x="473" y="368"/>
                </a:cubicBezTo>
                <a:cubicBezTo>
                  <a:pt x="473" y="325"/>
                  <a:pt x="459" y="283"/>
                  <a:pt x="410" y="283"/>
                </a:cubicBezTo>
                <a:cubicBezTo>
                  <a:pt x="360" y="283"/>
                  <a:pt x="339" y="325"/>
                  <a:pt x="339" y="368"/>
                </a:cubicBezTo>
                <a:cubicBezTo>
                  <a:pt x="339" y="573"/>
                  <a:pt x="339" y="573"/>
                  <a:pt x="339" y="573"/>
                </a:cubicBezTo>
                <a:cubicBezTo>
                  <a:pt x="205" y="573"/>
                  <a:pt x="205" y="573"/>
                  <a:pt x="205" y="573"/>
                </a:cubicBezTo>
                <a:cubicBezTo>
                  <a:pt x="205" y="191"/>
                  <a:pt x="205" y="191"/>
                  <a:pt x="205" y="191"/>
                </a:cubicBezTo>
                <a:cubicBezTo>
                  <a:pt x="339" y="191"/>
                  <a:pt x="339" y="191"/>
                  <a:pt x="339" y="191"/>
                </a:cubicBezTo>
                <a:cubicBezTo>
                  <a:pt x="339" y="240"/>
                  <a:pt x="339" y="240"/>
                  <a:pt x="339" y="240"/>
                </a:cubicBezTo>
                <a:cubicBezTo>
                  <a:pt x="375" y="198"/>
                  <a:pt x="403" y="177"/>
                  <a:pt x="459" y="177"/>
                </a:cubicBezTo>
                <a:cubicBezTo>
                  <a:pt x="516" y="177"/>
                  <a:pt x="608" y="205"/>
                  <a:pt x="608" y="361"/>
                </a:cubicBezTo>
                <a:cubicBezTo>
                  <a:pt x="608" y="573"/>
                  <a:pt x="608" y="573"/>
                  <a:pt x="608" y="573"/>
                </a:cubicBezTo>
                <a:lnTo>
                  <a:pt x="473" y="573"/>
                </a:lnTo>
                <a:close/>
                <a:moveTo>
                  <a:pt x="78" y="134"/>
                </a:moveTo>
                <a:lnTo>
                  <a:pt x="78" y="134"/>
                </a:lnTo>
                <a:cubicBezTo>
                  <a:pt x="35" y="134"/>
                  <a:pt x="0" y="106"/>
                  <a:pt x="0" y="71"/>
                </a:cubicBezTo>
                <a:cubicBezTo>
                  <a:pt x="0" y="28"/>
                  <a:pt x="35" y="0"/>
                  <a:pt x="78" y="0"/>
                </a:cubicBezTo>
                <a:cubicBezTo>
                  <a:pt x="120" y="0"/>
                  <a:pt x="155" y="28"/>
                  <a:pt x="155" y="71"/>
                </a:cubicBezTo>
                <a:cubicBezTo>
                  <a:pt x="155" y="106"/>
                  <a:pt x="120" y="134"/>
                  <a:pt x="78" y="134"/>
                </a:cubicBezTo>
                <a:close/>
                <a:moveTo>
                  <a:pt x="141" y="573"/>
                </a:moveTo>
                <a:lnTo>
                  <a:pt x="141" y="573"/>
                </a:lnTo>
                <a:cubicBezTo>
                  <a:pt x="7" y="573"/>
                  <a:pt x="7" y="573"/>
                  <a:pt x="7" y="573"/>
                </a:cubicBezTo>
                <a:cubicBezTo>
                  <a:pt x="7" y="191"/>
                  <a:pt x="7" y="191"/>
                  <a:pt x="7" y="191"/>
                </a:cubicBezTo>
                <a:cubicBezTo>
                  <a:pt x="141" y="191"/>
                  <a:pt x="141" y="191"/>
                  <a:pt x="141" y="191"/>
                </a:cubicBezTo>
                <a:lnTo>
                  <a:pt x="141" y="57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1" name="Freeform 3"/>
          <p:cNvSpPr/>
          <p:nvPr/>
        </p:nvSpPr>
        <p:spPr>
          <a:xfrm>
            <a:off x="6934320" y="2562120"/>
            <a:ext cx="217440" cy="219240"/>
          </a:xfrm>
          <a:custGeom>
            <a:avLst/>
            <a:gdLst/>
            <a:ahLst/>
            <a:rect l="l" t="t" r="r" b="b"/>
            <a:pathLst>
              <a:path w="602" h="609">
                <a:moveTo>
                  <a:pt x="466" y="558"/>
                </a:moveTo>
                <a:lnTo>
                  <a:pt x="466" y="558"/>
                </a:lnTo>
                <a:cubicBezTo>
                  <a:pt x="424" y="488"/>
                  <a:pt x="346" y="438"/>
                  <a:pt x="254" y="438"/>
                </a:cubicBezTo>
                <a:cubicBezTo>
                  <a:pt x="184" y="438"/>
                  <a:pt x="120" y="466"/>
                  <a:pt x="78" y="509"/>
                </a:cubicBezTo>
                <a:cubicBezTo>
                  <a:pt x="28" y="452"/>
                  <a:pt x="0" y="382"/>
                  <a:pt x="0" y="304"/>
                </a:cubicBezTo>
                <a:cubicBezTo>
                  <a:pt x="0" y="134"/>
                  <a:pt x="134" y="0"/>
                  <a:pt x="304" y="0"/>
                </a:cubicBezTo>
                <a:cubicBezTo>
                  <a:pt x="466" y="0"/>
                  <a:pt x="601" y="134"/>
                  <a:pt x="601" y="304"/>
                </a:cubicBezTo>
                <a:cubicBezTo>
                  <a:pt x="601" y="410"/>
                  <a:pt x="551" y="502"/>
                  <a:pt x="466" y="558"/>
                </a:cubicBezTo>
                <a:close/>
                <a:moveTo>
                  <a:pt x="155" y="389"/>
                </a:moveTo>
                <a:lnTo>
                  <a:pt x="155" y="389"/>
                </a:lnTo>
                <a:lnTo>
                  <a:pt x="155" y="389"/>
                </a:lnTo>
                <a:cubicBezTo>
                  <a:pt x="155" y="389"/>
                  <a:pt x="318" y="346"/>
                  <a:pt x="417" y="424"/>
                </a:cubicBezTo>
                <a:cubicBezTo>
                  <a:pt x="417" y="424"/>
                  <a:pt x="431" y="431"/>
                  <a:pt x="438" y="424"/>
                </a:cubicBezTo>
                <a:cubicBezTo>
                  <a:pt x="445" y="417"/>
                  <a:pt x="445" y="417"/>
                  <a:pt x="445" y="403"/>
                </a:cubicBezTo>
                <a:cubicBezTo>
                  <a:pt x="445" y="403"/>
                  <a:pt x="445" y="396"/>
                  <a:pt x="438" y="389"/>
                </a:cubicBezTo>
                <a:cubicBezTo>
                  <a:pt x="325" y="311"/>
                  <a:pt x="155" y="346"/>
                  <a:pt x="148" y="346"/>
                </a:cubicBezTo>
                <a:cubicBezTo>
                  <a:pt x="134" y="353"/>
                  <a:pt x="134" y="367"/>
                  <a:pt x="134" y="367"/>
                </a:cubicBezTo>
                <a:cubicBezTo>
                  <a:pt x="134" y="375"/>
                  <a:pt x="141" y="389"/>
                  <a:pt x="155" y="389"/>
                </a:cubicBezTo>
                <a:close/>
                <a:moveTo>
                  <a:pt x="141" y="304"/>
                </a:moveTo>
                <a:lnTo>
                  <a:pt x="141" y="304"/>
                </a:lnTo>
                <a:cubicBezTo>
                  <a:pt x="148" y="297"/>
                  <a:pt x="148" y="297"/>
                  <a:pt x="148" y="297"/>
                </a:cubicBezTo>
                <a:cubicBezTo>
                  <a:pt x="169" y="297"/>
                  <a:pt x="325" y="254"/>
                  <a:pt x="452" y="332"/>
                </a:cubicBezTo>
                <a:lnTo>
                  <a:pt x="452" y="332"/>
                </a:lnTo>
                <a:cubicBezTo>
                  <a:pt x="459" y="339"/>
                  <a:pt x="459" y="339"/>
                  <a:pt x="466" y="339"/>
                </a:cubicBezTo>
                <a:cubicBezTo>
                  <a:pt x="480" y="339"/>
                  <a:pt x="487" y="325"/>
                  <a:pt x="487" y="311"/>
                </a:cubicBezTo>
                <a:cubicBezTo>
                  <a:pt x="487" y="304"/>
                  <a:pt x="480" y="290"/>
                  <a:pt x="473" y="290"/>
                </a:cubicBezTo>
                <a:lnTo>
                  <a:pt x="473" y="290"/>
                </a:lnTo>
                <a:cubicBezTo>
                  <a:pt x="318" y="198"/>
                  <a:pt x="148" y="254"/>
                  <a:pt x="134" y="254"/>
                </a:cubicBezTo>
                <a:cubicBezTo>
                  <a:pt x="127" y="254"/>
                  <a:pt x="120" y="269"/>
                  <a:pt x="120" y="276"/>
                </a:cubicBezTo>
                <a:cubicBezTo>
                  <a:pt x="120" y="290"/>
                  <a:pt x="127" y="304"/>
                  <a:pt x="141" y="304"/>
                </a:cubicBezTo>
                <a:close/>
                <a:moveTo>
                  <a:pt x="516" y="198"/>
                </a:moveTo>
                <a:lnTo>
                  <a:pt x="516" y="198"/>
                </a:lnTo>
                <a:cubicBezTo>
                  <a:pt x="353" y="92"/>
                  <a:pt x="134" y="148"/>
                  <a:pt x="120" y="148"/>
                </a:cubicBezTo>
                <a:cubicBezTo>
                  <a:pt x="106" y="148"/>
                  <a:pt x="99" y="162"/>
                  <a:pt x="99" y="177"/>
                </a:cubicBezTo>
                <a:cubicBezTo>
                  <a:pt x="99" y="191"/>
                  <a:pt x="113" y="205"/>
                  <a:pt x="127" y="205"/>
                </a:cubicBezTo>
                <a:lnTo>
                  <a:pt x="134" y="205"/>
                </a:lnTo>
                <a:lnTo>
                  <a:pt x="134" y="205"/>
                </a:lnTo>
                <a:cubicBezTo>
                  <a:pt x="134" y="205"/>
                  <a:pt x="339" y="148"/>
                  <a:pt x="487" y="240"/>
                </a:cubicBezTo>
                <a:cubicBezTo>
                  <a:pt x="495" y="247"/>
                  <a:pt x="502" y="247"/>
                  <a:pt x="502" y="247"/>
                </a:cubicBezTo>
                <a:cubicBezTo>
                  <a:pt x="523" y="247"/>
                  <a:pt x="530" y="233"/>
                  <a:pt x="530" y="219"/>
                </a:cubicBezTo>
                <a:cubicBezTo>
                  <a:pt x="530" y="212"/>
                  <a:pt x="530" y="198"/>
                  <a:pt x="516" y="198"/>
                </a:cubicBezTo>
                <a:close/>
                <a:moveTo>
                  <a:pt x="367" y="594"/>
                </a:moveTo>
                <a:lnTo>
                  <a:pt x="367" y="594"/>
                </a:lnTo>
                <a:cubicBezTo>
                  <a:pt x="346" y="601"/>
                  <a:pt x="332" y="608"/>
                  <a:pt x="304" y="608"/>
                </a:cubicBezTo>
                <a:cubicBezTo>
                  <a:pt x="247" y="608"/>
                  <a:pt x="198" y="594"/>
                  <a:pt x="155" y="565"/>
                </a:cubicBezTo>
                <a:cubicBezTo>
                  <a:pt x="184" y="537"/>
                  <a:pt x="212" y="530"/>
                  <a:pt x="254" y="530"/>
                </a:cubicBezTo>
                <a:cubicBezTo>
                  <a:pt x="304" y="530"/>
                  <a:pt x="346" y="551"/>
                  <a:pt x="367" y="59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2" name="Freeform 4"/>
          <p:cNvSpPr/>
          <p:nvPr/>
        </p:nvSpPr>
        <p:spPr>
          <a:xfrm>
            <a:off x="6554880" y="2597040"/>
            <a:ext cx="215640" cy="147600"/>
          </a:xfrm>
          <a:custGeom>
            <a:avLst/>
            <a:gdLst/>
            <a:ahLst/>
            <a:rect l="l" t="t" r="r" b="b"/>
            <a:pathLst>
              <a:path w="601" h="411">
                <a:moveTo>
                  <a:pt x="509" y="0"/>
                </a:moveTo>
                <a:lnTo>
                  <a:pt x="509" y="0"/>
                </a:lnTo>
                <a:cubicBezTo>
                  <a:pt x="311" y="0"/>
                  <a:pt x="311" y="0"/>
                  <a:pt x="311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56" y="0"/>
                  <a:pt x="0" y="35"/>
                  <a:pt x="0" y="85"/>
                </a:cubicBezTo>
                <a:cubicBezTo>
                  <a:pt x="0" y="332"/>
                  <a:pt x="0" y="332"/>
                  <a:pt x="0" y="332"/>
                </a:cubicBezTo>
                <a:cubicBezTo>
                  <a:pt x="0" y="381"/>
                  <a:pt x="56" y="410"/>
                  <a:pt x="106" y="410"/>
                </a:cubicBezTo>
                <a:cubicBezTo>
                  <a:pt x="318" y="410"/>
                  <a:pt x="318" y="410"/>
                  <a:pt x="318" y="410"/>
                </a:cubicBezTo>
                <a:cubicBezTo>
                  <a:pt x="509" y="410"/>
                  <a:pt x="509" y="410"/>
                  <a:pt x="509" y="410"/>
                </a:cubicBezTo>
                <a:cubicBezTo>
                  <a:pt x="558" y="410"/>
                  <a:pt x="600" y="381"/>
                  <a:pt x="600" y="332"/>
                </a:cubicBezTo>
                <a:cubicBezTo>
                  <a:pt x="600" y="85"/>
                  <a:pt x="600" y="85"/>
                  <a:pt x="600" y="85"/>
                </a:cubicBezTo>
                <a:cubicBezTo>
                  <a:pt x="600" y="35"/>
                  <a:pt x="558" y="0"/>
                  <a:pt x="509" y="0"/>
                </a:cubicBezTo>
                <a:close/>
                <a:moveTo>
                  <a:pt x="261" y="304"/>
                </a:moveTo>
                <a:lnTo>
                  <a:pt x="261" y="304"/>
                </a:lnTo>
                <a:cubicBezTo>
                  <a:pt x="261" y="113"/>
                  <a:pt x="261" y="113"/>
                  <a:pt x="261" y="113"/>
                </a:cubicBezTo>
                <a:cubicBezTo>
                  <a:pt x="389" y="205"/>
                  <a:pt x="389" y="205"/>
                  <a:pt x="389" y="205"/>
                </a:cubicBezTo>
                <a:lnTo>
                  <a:pt x="261" y="30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3" name="Freeform 5"/>
          <p:cNvSpPr/>
          <p:nvPr/>
        </p:nvSpPr>
        <p:spPr>
          <a:xfrm>
            <a:off x="6165720" y="2549520"/>
            <a:ext cx="228600" cy="219240"/>
          </a:xfrm>
          <a:custGeom>
            <a:avLst/>
            <a:gdLst/>
            <a:ahLst/>
            <a:rect l="l" t="t" r="r" b="b"/>
            <a:pathLst>
              <a:path w="636" h="608">
                <a:moveTo>
                  <a:pt x="544" y="388"/>
                </a:moveTo>
                <a:lnTo>
                  <a:pt x="544" y="388"/>
                </a:lnTo>
                <a:cubicBezTo>
                  <a:pt x="508" y="438"/>
                  <a:pt x="459" y="501"/>
                  <a:pt x="416" y="537"/>
                </a:cubicBezTo>
                <a:cubicBezTo>
                  <a:pt x="381" y="565"/>
                  <a:pt x="325" y="607"/>
                  <a:pt x="282" y="600"/>
                </a:cubicBezTo>
                <a:cubicBezTo>
                  <a:pt x="162" y="579"/>
                  <a:pt x="183" y="289"/>
                  <a:pt x="105" y="226"/>
                </a:cubicBezTo>
                <a:cubicBezTo>
                  <a:pt x="70" y="219"/>
                  <a:pt x="49" y="268"/>
                  <a:pt x="35" y="240"/>
                </a:cubicBezTo>
                <a:cubicBezTo>
                  <a:pt x="0" y="212"/>
                  <a:pt x="63" y="169"/>
                  <a:pt x="91" y="141"/>
                </a:cubicBezTo>
                <a:cubicBezTo>
                  <a:pt x="134" y="106"/>
                  <a:pt x="176" y="63"/>
                  <a:pt x="233" y="84"/>
                </a:cubicBezTo>
                <a:cubicBezTo>
                  <a:pt x="332" y="120"/>
                  <a:pt x="261" y="360"/>
                  <a:pt x="353" y="410"/>
                </a:cubicBezTo>
                <a:cubicBezTo>
                  <a:pt x="402" y="374"/>
                  <a:pt x="459" y="304"/>
                  <a:pt x="445" y="226"/>
                </a:cubicBezTo>
                <a:cubicBezTo>
                  <a:pt x="438" y="197"/>
                  <a:pt x="388" y="204"/>
                  <a:pt x="367" y="212"/>
                </a:cubicBezTo>
                <a:cubicBezTo>
                  <a:pt x="367" y="91"/>
                  <a:pt x="607" y="0"/>
                  <a:pt x="628" y="162"/>
                </a:cubicBezTo>
                <a:cubicBezTo>
                  <a:pt x="635" y="268"/>
                  <a:pt x="544" y="388"/>
                  <a:pt x="544" y="38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4" name="Freeform 6"/>
          <p:cNvSpPr/>
          <p:nvPr/>
        </p:nvSpPr>
        <p:spPr>
          <a:xfrm>
            <a:off x="5794200" y="2579760"/>
            <a:ext cx="216000" cy="185760"/>
          </a:xfrm>
          <a:custGeom>
            <a:avLst/>
            <a:gdLst/>
            <a:ahLst/>
            <a:rect l="l" t="t" r="r" b="b"/>
            <a:pathLst>
              <a:path w="601" h="517">
                <a:moveTo>
                  <a:pt x="508" y="128"/>
                </a:moveTo>
                <a:lnTo>
                  <a:pt x="508" y="128"/>
                </a:lnTo>
                <a:cubicBezTo>
                  <a:pt x="508" y="220"/>
                  <a:pt x="508" y="220"/>
                  <a:pt x="508" y="220"/>
                </a:cubicBezTo>
                <a:cubicBezTo>
                  <a:pt x="473" y="220"/>
                  <a:pt x="473" y="220"/>
                  <a:pt x="473" y="220"/>
                </a:cubicBezTo>
                <a:cubicBezTo>
                  <a:pt x="473" y="128"/>
                  <a:pt x="473" y="128"/>
                  <a:pt x="473" y="128"/>
                </a:cubicBezTo>
                <a:cubicBezTo>
                  <a:pt x="374" y="128"/>
                  <a:pt x="374" y="128"/>
                  <a:pt x="374" y="128"/>
                </a:cubicBezTo>
                <a:cubicBezTo>
                  <a:pt x="374" y="92"/>
                  <a:pt x="374" y="92"/>
                  <a:pt x="374" y="92"/>
                </a:cubicBezTo>
                <a:cubicBezTo>
                  <a:pt x="473" y="92"/>
                  <a:pt x="473" y="92"/>
                  <a:pt x="473" y="92"/>
                </a:cubicBezTo>
                <a:cubicBezTo>
                  <a:pt x="473" y="0"/>
                  <a:pt x="473" y="0"/>
                  <a:pt x="473" y="0"/>
                </a:cubicBezTo>
                <a:cubicBezTo>
                  <a:pt x="508" y="0"/>
                  <a:pt x="508" y="0"/>
                  <a:pt x="508" y="0"/>
                </a:cubicBezTo>
                <a:cubicBezTo>
                  <a:pt x="508" y="92"/>
                  <a:pt x="508" y="92"/>
                  <a:pt x="508" y="92"/>
                </a:cubicBezTo>
                <a:cubicBezTo>
                  <a:pt x="600" y="92"/>
                  <a:pt x="600" y="92"/>
                  <a:pt x="600" y="92"/>
                </a:cubicBezTo>
                <a:cubicBezTo>
                  <a:pt x="600" y="128"/>
                  <a:pt x="600" y="128"/>
                  <a:pt x="600" y="128"/>
                </a:cubicBezTo>
                <a:lnTo>
                  <a:pt x="508" y="128"/>
                </a:lnTo>
                <a:close/>
                <a:moveTo>
                  <a:pt x="247" y="36"/>
                </a:moveTo>
                <a:lnTo>
                  <a:pt x="247" y="36"/>
                </a:lnTo>
                <a:cubicBezTo>
                  <a:pt x="282" y="57"/>
                  <a:pt x="304" y="85"/>
                  <a:pt x="304" y="128"/>
                </a:cubicBezTo>
                <a:cubicBezTo>
                  <a:pt x="304" y="156"/>
                  <a:pt x="282" y="184"/>
                  <a:pt x="254" y="205"/>
                </a:cubicBezTo>
                <a:cubicBezTo>
                  <a:pt x="226" y="227"/>
                  <a:pt x="226" y="234"/>
                  <a:pt x="226" y="248"/>
                </a:cubicBezTo>
                <a:cubicBezTo>
                  <a:pt x="226" y="262"/>
                  <a:pt x="254" y="290"/>
                  <a:pt x="268" y="297"/>
                </a:cubicBezTo>
                <a:cubicBezTo>
                  <a:pt x="311" y="326"/>
                  <a:pt x="318" y="354"/>
                  <a:pt x="318" y="396"/>
                </a:cubicBezTo>
                <a:cubicBezTo>
                  <a:pt x="318" y="453"/>
                  <a:pt x="268" y="516"/>
                  <a:pt x="162" y="516"/>
                </a:cubicBezTo>
                <a:cubicBezTo>
                  <a:pt x="77" y="516"/>
                  <a:pt x="0" y="474"/>
                  <a:pt x="0" y="417"/>
                </a:cubicBezTo>
                <a:cubicBezTo>
                  <a:pt x="0" y="361"/>
                  <a:pt x="70" y="304"/>
                  <a:pt x="155" y="304"/>
                </a:cubicBezTo>
                <a:cubicBezTo>
                  <a:pt x="169" y="304"/>
                  <a:pt x="176" y="304"/>
                  <a:pt x="183" y="304"/>
                </a:cubicBezTo>
                <a:cubicBezTo>
                  <a:pt x="176" y="297"/>
                  <a:pt x="162" y="283"/>
                  <a:pt x="162" y="262"/>
                </a:cubicBezTo>
                <a:cubicBezTo>
                  <a:pt x="162" y="255"/>
                  <a:pt x="169" y="241"/>
                  <a:pt x="169" y="234"/>
                </a:cubicBezTo>
                <a:cubicBezTo>
                  <a:pt x="169" y="234"/>
                  <a:pt x="162" y="234"/>
                  <a:pt x="155" y="234"/>
                </a:cubicBezTo>
                <a:cubicBezTo>
                  <a:pt x="84" y="234"/>
                  <a:pt x="35" y="184"/>
                  <a:pt x="35" y="120"/>
                </a:cubicBezTo>
                <a:cubicBezTo>
                  <a:pt x="35" y="57"/>
                  <a:pt x="106" y="0"/>
                  <a:pt x="176" y="0"/>
                </a:cubicBezTo>
                <a:cubicBezTo>
                  <a:pt x="212" y="0"/>
                  <a:pt x="332" y="0"/>
                  <a:pt x="332" y="0"/>
                </a:cubicBezTo>
                <a:cubicBezTo>
                  <a:pt x="297" y="36"/>
                  <a:pt x="297" y="36"/>
                  <a:pt x="297" y="36"/>
                </a:cubicBezTo>
                <a:lnTo>
                  <a:pt x="247" y="36"/>
                </a:lnTo>
                <a:close/>
                <a:moveTo>
                  <a:pt x="176" y="326"/>
                </a:moveTo>
                <a:lnTo>
                  <a:pt x="176" y="326"/>
                </a:lnTo>
                <a:cubicBezTo>
                  <a:pt x="113" y="318"/>
                  <a:pt x="56" y="361"/>
                  <a:pt x="56" y="403"/>
                </a:cubicBezTo>
                <a:cubicBezTo>
                  <a:pt x="56" y="446"/>
                  <a:pt x="106" y="481"/>
                  <a:pt x="162" y="481"/>
                </a:cubicBezTo>
                <a:cubicBezTo>
                  <a:pt x="247" y="481"/>
                  <a:pt x="282" y="453"/>
                  <a:pt x="282" y="403"/>
                </a:cubicBezTo>
                <a:cubicBezTo>
                  <a:pt x="282" y="403"/>
                  <a:pt x="282" y="396"/>
                  <a:pt x="275" y="389"/>
                </a:cubicBezTo>
                <a:cubicBezTo>
                  <a:pt x="268" y="361"/>
                  <a:pt x="247" y="354"/>
                  <a:pt x="212" y="326"/>
                </a:cubicBezTo>
                <a:cubicBezTo>
                  <a:pt x="204" y="326"/>
                  <a:pt x="190" y="326"/>
                  <a:pt x="176" y="326"/>
                </a:cubicBezTo>
                <a:close/>
                <a:moveTo>
                  <a:pt x="247" y="128"/>
                </a:moveTo>
                <a:lnTo>
                  <a:pt x="247" y="128"/>
                </a:lnTo>
                <a:cubicBezTo>
                  <a:pt x="240" y="71"/>
                  <a:pt x="197" y="29"/>
                  <a:pt x="155" y="29"/>
                </a:cubicBezTo>
                <a:cubicBezTo>
                  <a:pt x="113" y="29"/>
                  <a:pt x="84" y="71"/>
                  <a:pt x="91" y="120"/>
                </a:cubicBezTo>
                <a:cubicBezTo>
                  <a:pt x="99" y="177"/>
                  <a:pt x="141" y="220"/>
                  <a:pt x="183" y="220"/>
                </a:cubicBezTo>
                <a:cubicBezTo>
                  <a:pt x="219" y="220"/>
                  <a:pt x="254" y="177"/>
                  <a:pt x="247" y="12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5" name="Freeform 13"/>
          <p:cNvSpPr/>
          <p:nvPr/>
        </p:nvSpPr>
        <p:spPr>
          <a:xfrm>
            <a:off x="7694640" y="2182680"/>
            <a:ext cx="217440" cy="216000"/>
          </a:xfrm>
          <a:custGeom>
            <a:avLst/>
            <a:gdLst/>
            <a:ahLst/>
            <a:rect l="l" t="t" r="r" b="b"/>
            <a:pathLst>
              <a:path w="602" h="601">
                <a:moveTo>
                  <a:pt x="551" y="600"/>
                </a:moveTo>
                <a:lnTo>
                  <a:pt x="551" y="600"/>
                </a:lnTo>
                <a:cubicBezTo>
                  <a:pt x="42" y="600"/>
                  <a:pt x="42" y="600"/>
                  <a:pt x="42" y="600"/>
                </a:cubicBezTo>
                <a:cubicBezTo>
                  <a:pt x="21" y="600"/>
                  <a:pt x="0" y="586"/>
                  <a:pt x="0" y="558"/>
                </a:cubicBezTo>
                <a:cubicBezTo>
                  <a:pt x="0" y="49"/>
                  <a:pt x="0" y="49"/>
                  <a:pt x="0" y="49"/>
                </a:cubicBezTo>
                <a:cubicBezTo>
                  <a:pt x="0" y="21"/>
                  <a:pt x="21" y="0"/>
                  <a:pt x="42" y="0"/>
                </a:cubicBezTo>
                <a:cubicBezTo>
                  <a:pt x="551" y="0"/>
                  <a:pt x="551" y="0"/>
                  <a:pt x="551" y="0"/>
                </a:cubicBezTo>
                <a:cubicBezTo>
                  <a:pt x="580" y="0"/>
                  <a:pt x="601" y="21"/>
                  <a:pt x="601" y="49"/>
                </a:cubicBezTo>
                <a:cubicBezTo>
                  <a:pt x="601" y="558"/>
                  <a:pt x="601" y="558"/>
                  <a:pt x="601" y="558"/>
                </a:cubicBezTo>
                <a:cubicBezTo>
                  <a:pt x="601" y="586"/>
                  <a:pt x="580" y="600"/>
                  <a:pt x="551" y="600"/>
                </a:cubicBezTo>
                <a:close/>
                <a:moveTo>
                  <a:pt x="255" y="113"/>
                </a:moveTo>
                <a:lnTo>
                  <a:pt x="255" y="113"/>
                </a:lnTo>
                <a:cubicBezTo>
                  <a:pt x="226" y="113"/>
                  <a:pt x="198" y="120"/>
                  <a:pt x="184" y="127"/>
                </a:cubicBezTo>
                <a:cubicBezTo>
                  <a:pt x="163" y="141"/>
                  <a:pt x="148" y="155"/>
                  <a:pt x="141" y="169"/>
                </a:cubicBezTo>
                <a:cubicBezTo>
                  <a:pt x="141" y="184"/>
                  <a:pt x="134" y="198"/>
                  <a:pt x="134" y="226"/>
                </a:cubicBezTo>
                <a:cubicBezTo>
                  <a:pt x="134" y="254"/>
                  <a:pt x="134" y="254"/>
                  <a:pt x="134" y="254"/>
                </a:cubicBezTo>
                <a:cubicBezTo>
                  <a:pt x="92" y="254"/>
                  <a:pt x="92" y="254"/>
                  <a:pt x="92" y="254"/>
                </a:cubicBezTo>
                <a:cubicBezTo>
                  <a:pt x="92" y="325"/>
                  <a:pt x="92" y="325"/>
                  <a:pt x="92" y="325"/>
                </a:cubicBezTo>
                <a:cubicBezTo>
                  <a:pt x="134" y="325"/>
                  <a:pt x="134" y="325"/>
                  <a:pt x="134" y="325"/>
                </a:cubicBezTo>
                <a:cubicBezTo>
                  <a:pt x="134" y="558"/>
                  <a:pt x="134" y="558"/>
                  <a:pt x="134" y="558"/>
                </a:cubicBezTo>
                <a:cubicBezTo>
                  <a:pt x="233" y="558"/>
                  <a:pt x="233" y="558"/>
                  <a:pt x="233" y="558"/>
                </a:cubicBezTo>
                <a:cubicBezTo>
                  <a:pt x="233" y="325"/>
                  <a:pt x="233" y="325"/>
                  <a:pt x="233" y="325"/>
                </a:cubicBezTo>
                <a:cubicBezTo>
                  <a:pt x="290" y="325"/>
                  <a:pt x="290" y="325"/>
                  <a:pt x="290" y="325"/>
                </a:cubicBezTo>
                <a:cubicBezTo>
                  <a:pt x="311" y="254"/>
                  <a:pt x="311" y="254"/>
                  <a:pt x="311" y="254"/>
                </a:cubicBezTo>
                <a:cubicBezTo>
                  <a:pt x="233" y="254"/>
                  <a:pt x="233" y="254"/>
                  <a:pt x="233" y="254"/>
                </a:cubicBezTo>
                <a:cubicBezTo>
                  <a:pt x="233" y="226"/>
                  <a:pt x="233" y="226"/>
                  <a:pt x="233" y="226"/>
                </a:cubicBezTo>
                <a:cubicBezTo>
                  <a:pt x="233" y="212"/>
                  <a:pt x="233" y="198"/>
                  <a:pt x="240" y="191"/>
                </a:cubicBezTo>
                <a:cubicBezTo>
                  <a:pt x="248" y="191"/>
                  <a:pt x="262" y="184"/>
                  <a:pt x="276" y="184"/>
                </a:cubicBezTo>
                <a:cubicBezTo>
                  <a:pt x="290" y="184"/>
                  <a:pt x="297" y="191"/>
                  <a:pt x="311" y="198"/>
                </a:cubicBezTo>
                <a:cubicBezTo>
                  <a:pt x="332" y="134"/>
                  <a:pt x="332" y="134"/>
                  <a:pt x="332" y="134"/>
                </a:cubicBezTo>
                <a:cubicBezTo>
                  <a:pt x="304" y="127"/>
                  <a:pt x="283" y="113"/>
                  <a:pt x="255" y="11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6" name="Freeform 14"/>
          <p:cNvSpPr/>
          <p:nvPr/>
        </p:nvSpPr>
        <p:spPr>
          <a:xfrm>
            <a:off x="7373880" y="2179800"/>
            <a:ext cx="101520" cy="218880"/>
          </a:xfrm>
          <a:custGeom>
            <a:avLst/>
            <a:gdLst/>
            <a:ahLst/>
            <a:rect l="l" t="t" r="r" b="b"/>
            <a:pathLst>
              <a:path w="284" h="608">
                <a:moveTo>
                  <a:pt x="283" y="7"/>
                </a:moveTo>
                <a:lnTo>
                  <a:pt x="283" y="7"/>
                </a:lnTo>
                <a:cubicBezTo>
                  <a:pt x="283" y="42"/>
                  <a:pt x="283" y="106"/>
                  <a:pt x="283" y="106"/>
                </a:cubicBezTo>
                <a:cubicBezTo>
                  <a:pt x="283" y="106"/>
                  <a:pt x="213" y="99"/>
                  <a:pt x="198" y="127"/>
                </a:cubicBezTo>
                <a:cubicBezTo>
                  <a:pt x="184" y="141"/>
                  <a:pt x="191" y="183"/>
                  <a:pt x="191" y="212"/>
                </a:cubicBezTo>
                <a:cubicBezTo>
                  <a:pt x="220" y="212"/>
                  <a:pt x="255" y="212"/>
                  <a:pt x="283" y="212"/>
                </a:cubicBezTo>
                <a:cubicBezTo>
                  <a:pt x="276" y="254"/>
                  <a:pt x="269" y="275"/>
                  <a:pt x="269" y="311"/>
                </a:cubicBezTo>
                <a:cubicBezTo>
                  <a:pt x="241" y="311"/>
                  <a:pt x="191" y="311"/>
                  <a:pt x="191" y="311"/>
                </a:cubicBezTo>
                <a:cubicBezTo>
                  <a:pt x="191" y="607"/>
                  <a:pt x="191" y="607"/>
                  <a:pt x="191" y="607"/>
                </a:cubicBezTo>
                <a:cubicBezTo>
                  <a:pt x="191" y="607"/>
                  <a:pt x="100" y="607"/>
                  <a:pt x="57" y="607"/>
                </a:cubicBezTo>
                <a:cubicBezTo>
                  <a:pt x="57" y="516"/>
                  <a:pt x="57" y="410"/>
                  <a:pt x="57" y="311"/>
                </a:cubicBezTo>
                <a:cubicBezTo>
                  <a:pt x="36" y="311"/>
                  <a:pt x="22" y="311"/>
                  <a:pt x="0" y="311"/>
                </a:cubicBezTo>
                <a:cubicBezTo>
                  <a:pt x="0" y="275"/>
                  <a:pt x="0" y="247"/>
                  <a:pt x="0" y="212"/>
                </a:cubicBezTo>
                <a:cubicBezTo>
                  <a:pt x="22" y="212"/>
                  <a:pt x="36" y="212"/>
                  <a:pt x="57" y="212"/>
                </a:cubicBezTo>
                <a:cubicBezTo>
                  <a:pt x="64" y="148"/>
                  <a:pt x="64" y="78"/>
                  <a:pt x="100" y="42"/>
                </a:cubicBezTo>
                <a:cubicBezTo>
                  <a:pt x="135" y="0"/>
                  <a:pt x="170" y="7"/>
                  <a:pt x="283" y="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7" name="Freeform 15"/>
          <p:cNvSpPr/>
          <p:nvPr/>
        </p:nvSpPr>
        <p:spPr>
          <a:xfrm>
            <a:off x="6934320" y="2182680"/>
            <a:ext cx="217440" cy="216000"/>
          </a:xfrm>
          <a:custGeom>
            <a:avLst/>
            <a:gdLst/>
            <a:ahLst/>
            <a:rect l="l" t="t" r="r" b="b"/>
            <a:pathLst>
              <a:path w="602" h="601">
                <a:moveTo>
                  <a:pt x="304" y="0"/>
                </a:moveTo>
                <a:lnTo>
                  <a:pt x="304" y="0"/>
                </a:lnTo>
                <a:cubicBezTo>
                  <a:pt x="134" y="0"/>
                  <a:pt x="0" y="134"/>
                  <a:pt x="0" y="304"/>
                </a:cubicBezTo>
                <a:cubicBezTo>
                  <a:pt x="0" y="424"/>
                  <a:pt x="78" y="530"/>
                  <a:pt x="184" y="579"/>
                </a:cubicBezTo>
                <a:cubicBezTo>
                  <a:pt x="184" y="558"/>
                  <a:pt x="184" y="530"/>
                  <a:pt x="191" y="509"/>
                </a:cubicBezTo>
                <a:cubicBezTo>
                  <a:pt x="191" y="487"/>
                  <a:pt x="226" y="346"/>
                  <a:pt x="226" y="346"/>
                </a:cubicBezTo>
                <a:cubicBezTo>
                  <a:pt x="226" y="346"/>
                  <a:pt x="219" y="325"/>
                  <a:pt x="219" y="297"/>
                </a:cubicBezTo>
                <a:cubicBezTo>
                  <a:pt x="219" y="254"/>
                  <a:pt x="240" y="219"/>
                  <a:pt x="276" y="219"/>
                </a:cubicBezTo>
                <a:cubicBezTo>
                  <a:pt x="304" y="219"/>
                  <a:pt x="318" y="240"/>
                  <a:pt x="318" y="261"/>
                </a:cubicBezTo>
                <a:cubicBezTo>
                  <a:pt x="318" y="289"/>
                  <a:pt x="297" y="332"/>
                  <a:pt x="290" y="374"/>
                </a:cubicBezTo>
                <a:cubicBezTo>
                  <a:pt x="283" y="403"/>
                  <a:pt x="304" y="431"/>
                  <a:pt x="339" y="431"/>
                </a:cubicBezTo>
                <a:cubicBezTo>
                  <a:pt x="396" y="431"/>
                  <a:pt x="431" y="353"/>
                  <a:pt x="431" y="268"/>
                </a:cubicBezTo>
                <a:cubicBezTo>
                  <a:pt x="431" y="205"/>
                  <a:pt x="389" y="155"/>
                  <a:pt x="304" y="155"/>
                </a:cubicBezTo>
                <a:cubicBezTo>
                  <a:pt x="212" y="155"/>
                  <a:pt x="155" y="219"/>
                  <a:pt x="155" y="297"/>
                </a:cubicBezTo>
                <a:cubicBezTo>
                  <a:pt x="155" y="325"/>
                  <a:pt x="162" y="346"/>
                  <a:pt x="176" y="360"/>
                </a:cubicBezTo>
                <a:cubicBezTo>
                  <a:pt x="184" y="360"/>
                  <a:pt x="184" y="367"/>
                  <a:pt x="184" y="374"/>
                </a:cubicBezTo>
                <a:cubicBezTo>
                  <a:pt x="184" y="382"/>
                  <a:pt x="176" y="396"/>
                  <a:pt x="176" y="396"/>
                </a:cubicBezTo>
                <a:cubicBezTo>
                  <a:pt x="176" y="403"/>
                  <a:pt x="169" y="410"/>
                  <a:pt x="162" y="403"/>
                </a:cubicBezTo>
                <a:cubicBezTo>
                  <a:pt x="120" y="389"/>
                  <a:pt x="99" y="339"/>
                  <a:pt x="99" y="289"/>
                </a:cubicBezTo>
                <a:cubicBezTo>
                  <a:pt x="99" y="205"/>
                  <a:pt x="169" y="99"/>
                  <a:pt x="318" y="99"/>
                </a:cubicBezTo>
                <a:cubicBezTo>
                  <a:pt x="431" y="99"/>
                  <a:pt x="509" y="184"/>
                  <a:pt x="509" y="275"/>
                </a:cubicBezTo>
                <a:cubicBezTo>
                  <a:pt x="509" y="396"/>
                  <a:pt x="438" y="480"/>
                  <a:pt x="346" y="480"/>
                </a:cubicBezTo>
                <a:cubicBezTo>
                  <a:pt x="311" y="480"/>
                  <a:pt x="283" y="466"/>
                  <a:pt x="269" y="445"/>
                </a:cubicBezTo>
                <a:cubicBezTo>
                  <a:pt x="269" y="445"/>
                  <a:pt x="254" y="516"/>
                  <a:pt x="247" y="530"/>
                </a:cubicBezTo>
                <a:cubicBezTo>
                  <a:pt x="240" y="551"/>
                  <a:pt x="233" y="572"/>
                  <a:pt x="219" y="593"/>
                </a:cubicBezTo>
                <a:cubicBezTo>
                  <a:pt x="247" y="600"/>
                  <a:pt x="276" y="600"/>
                  <a:pt x="304" y="600"/>
                </a:cubicBezTo>
                <a:cubicBezTo>
                  <a:pt x="466" y="600"/>
                  <a:pt x="601" y="466"/>
                  <a:pt x="601" y="304"/>
                </a:cubicBezTo>
                <a:cubicBezTo>
                  <a:pt x="601" y="134"/>
                  <a:pt x="466" y="0"/>
                  <a:pt x="304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8" name="Freeform 16"/>
          <p:cNvSpPr/>
          <p:nvPr/>
        </p:nvSpPr>
        <p:spPr>
          <a:xfrm>
            <a:off x="6576840" y="2182680"/>
            <a:ext cx="167040" cy="219240"/>
          </a:xfrm>
          <a:custGeom>
            <a:avLst/>
            <a:gdLst/>
            <a:ahLst/>
            <a:rect l="l" t="t" r="r" b="b"/>
            <a:pathLst>
              <a:path w="461" h="609">
                <a:moveTo>
                  <a:pt x="191" y="396"/>
                </a:moveTo>
                <a:lnTo>
                  <a:pt x="191" y="396"/>
                </a:lnTo>
                <a:cubicBezTo>
                  <a:pt x="184" y="410"/>
                  <a:pt x="184" y="431"/>
                  <a:pt x="177" y="452"/>
                </a:cubicBezTo>
                <a:cubicBezTo>
                  <a:pt x="170" y="473"/>
                  <a:pt x="170" y="495"/>
                  <a:pt x="163" y="509"/>
                </a:cubicBezTo>
                <a:cubicBezTo>
                  <a:pt x="149" y="544"/>
                  <a:pt x="135" y="572"/>
                  <a:pt x="113" y="593"/>
                </a:cubicBezTo>
                <a:cubicBezTo>
                  <a:pt x="99" y="608"/>
                  <a:pt x="99" y="600"/>
                  <a:pt x="99" y="600"/>
                </a:cubicBezTo>
                <a:cubicBezTo>
                  <a:pt x="92" y="600"/>
                  <a:pt x="92" y="600"/>
                  <a:pt x="92" y="593"/>
                </a:cubicBezTo>
                <a:cubicBezTo>
                  <a:pt x="92" y="572"/>
                  <a:pt x="92" y="544"/>
                  <a:pt x="92" y="516"/>
                </a:cubicBezTo>
                <a:cubicBezTo>
                  <a:pt x="92" y="487"/>
                  <a:pt x="99" y="459"/>
                  <a:pt x="106" y="431"/>
                </a:cubicBezTo>
                <a:cubicBezTo>
                  <a:pt x="120" y="389"/>
                  <a:pt x="128" y="339"/>
                  <a:pt x="142" y="289"/>
                </a:cubicBezTo>
                <a:cubicBezTo>
                  <a:pt x="142" y="282"/>
                  <a:pt x="142" y="282"/>
                  <a:pt x="142" y="275"/>
                </a:cubicBezTo>
                <a:cubicBezTo>
                  <a:pt x="142" y="261"/>
                  <a:pt x="135" y="254"/>
                  <a:pt x="135" y="240"/>
                </a:cubicBezTo>
                <a:cubicBezTo>
                  <a:pt x="135" y="219"/>
                  <a:pt x="135" y="205"/>
                  <a:pt x="135" y="191"/>
                </a:cubicBezTo>
                <a:cubicBezTo>
                  <a:pt x="142" y="169"/>
                  <a:pt x="156" y="148"/>
                  <a:pt x="184" y="134"/>
                </a:cubicBezTo>
                <a:cubicBezTo>
                  <a:pt x="198" y="134"/>
                  <a:pt x="213" y="134"/>
                  <a:pt x="220" y="141"/>
                </a:cubicBezTo>
                <a:cubicBezTo>
                  <a:pt x="234" y="148"/>
                  <a:pt x="241" y="155"/>
                  <a:pt x="241" y="169"/>
                </a:cubicBezTo>
                <a:cubicBezTo>
                  <a:pt x="248" y="184"/>
                  <a:pt x="241" y="205"/>
                  <a:pt x="241" y="212"/>
                </a:cubicBezTo>
                <a:cubicBezTo>
                  <a:pt x="234" y="240"/>
                  <a:pt x="227" y="261"/>
                  <a:pt x="220" y="289"/>
                </a:cubicBezTo>
                <a:cubicBezTo>
                  <a:pt x="213" y="304"/>
                  <a:pt x="213" y="318"/>
                  <a:pt x="213" y="332"/>
                </a:cubicBezTo>
                <a:cubicBezTo>
                  <a:pt x="220" y="346"/>
                  <a:pt x="227" y="360"/>
                  <a:pt x="234" y="367"/>
                </a:cubicBezTo>
                <a:cubicBezTo>
                  <a:pt x="248" y="374"/>
                  <a:pt x="255" y="374"/>
                  <a:pt x="269" y="374"/>
                </a:cubicBezTo>
                <a:cubicBezTo>
                  <a:pt x="304" y="374"/>
                  <a:pt x="318" y="353"/>
                  <a:pt x="333" y="339"/>
                </a:cubicBezTo>
                <a:cubicBezTo>
                  <a:pt x="354" y="311"/>
                  <a:pt x="368" y="275"/>
                  <a:pt x="375" y="226"/>
                </a:cubicBezTo>
                <a:cubicBezTo>
                  <a:pt x="375" y="212"/>
                  <a:pt x="375" y="198"/>
                  <a:pt x="375" y="184"/>
                </a:cubicBezTo>
                <a:cubicBezTo>
                  <a:pt x="375" y="148"/>
                  <a:pt x="368" y="127"/>
                  <a:pt x="347" y="106"/>
                </a:cubicBezTo>
                <a:cubicBezTo>
                  <a:pt x="333" y="92"/>
                  <a:pt x="318" y="78"/>
                  <a:pt x="290" y="63"/>
                </a:cubicBezTo>
                <a:cubicBezTo>
                  <a:pt x="269" y="56"/>
                  <a:pt x="234" y="56"/>
                  <a:pt x="205" y="63"/>
                </a:cubicBezTo>
                <a:cubicBezTo>
                  <a:pt x="149" y="71"/>
                  <a:pt x="106" y="99"/>
                  <a:pt x="85" y="141"/>
                </a:cubicBezTo>
                <a:cubicBezTo>
                  <a:pt x="71" y="169"/>
                  <a:pt x="64" y="191"/>
                  <a:pt x="64" y="226"/>
                </a:cubicBezTo>
                <a:cubicBezTo>
                  <a:pt x="64" y="247"/>
                  <a:pt x="71" y="268"/>
                  <a:pt x="85" y="282"/>
                </a:cubicBezTo>
                <a:cubicBezTo>
                  <a:pt x="85" y="289"/>
                  <a:pt x="92" y="289"/>
                  <a:pt x="92" y="297"/>
                </a:cubicBezTo>
                <a:cubicBezTo>
                  <a:pt x="99" y="304"/>
                  <a:pt x="92" y="318"/>
                  <a:pt x="92" y="325"/>
                </a:cubicBezTo>
                <a:cubicBezTo>
                  <a:pt x="85" y="332"/>
                  <a:pt x="85" y="346"/>
                  <a:pt x="78" y="346"/>
                </a:cubicBezTo>
                <a:cubicBezTo>
                  <a:pt x="71" y="346"/>
                  <a:pt x="64" y="346"/>
                  <a:pt x="64" y="346"/>
                </a:cubicBezTo>
                <a:cubicBezTo>
                  <a:pt x="29" y="325"/>
                  <a:pt x="15" y="297"/>
                  <a:pt x="0" y="254"/>
                </a:cubicBezTo>
                <a:cubicBezTo>
                  <a:pt x="0" y="233"/>
                  <a:pt x="0" y="205"/>
                  <a:pt x="0" y="176"/>
                </a:cubicBezTo>
                <a:cubicBezTo>
                  <a:pt x="7" y="155"/>
                  <a:pt x="15" y="134"/>
                  <a:pt x="29" y="120"/>
                </a:cubicBezTo>
                <a:cubicBezTo>
                  <a:pt x="43" y="85"/>
                  <a:pt x="71" y="56"/>
                  <a:pt x="106" y="35"/>
                </a:cubicBezTo>
                <a:cubicBezTo>
                  <a:pt x="135" y="21"/>
                  <a:pt x="163" y="7"/>
                  <a:pt x="198" y="0"/>
                </a:cubicBezTo>
                <a:cubicBezTo>
                  <a:pt x="213" y="0"/>
                  <a:pt x="227" y="0"/>
                  <a:pt x="241" y="0"/>
                </a:cubicBezTo>
                <a:cubicBezTo>
                  <a:pt x="276" y="0"/>
                  <a:pt x="311" y="7"/>
                  <a:pt x="340" y="21"/>
                </a:cubicBezTo>
                <a:cubicBezTo>
                  <a:pt x="368" y="35"/>
                  <a:pt x="389" y="49"/>
                  <a:pt x="410" y="71"/>
                </a:cubicBezTo>
                <a:cubicBezTo>
                  <a:pt x="431" y="92"/>
                  <a:pt x="446" y="113"/>
                  <a:pt x="453" y="148"/>
                </a:cubicBezTo>
                <a:cubicBezTo>
                  <a:pt x="460" y="162"/>
                  <a:pt x="460" y="184"/>
                  <a:pt x="460" y="205"/>
                </a:cubicBezTo>
                <a:cubicBezTo>
                  <a:pt x="460" y="219"/>
                  <a:pt x="460" y="240"/>
                  <a:pt x="453" y="254"/>
                </a:cubicBezTo>
                <a:cubicBezTo>
                  <a:pt x="446" y="325"/>
                  <a:pt x="410" y="382"/>
                  <a:pt x="361" y="410"/>
                </a:cubicBezTo>
                <a:cubicBezTo>
                  <a:pt x="354" y="417"/>
                  <a:pt x="340" y="424"/>
                  <a:pt x="326" y="431"/>
                </a:cubicBezTo>
                <a:cubicBezTo>
                  <a:pt x="304" y="431"/>
                  <a:pt x="290" y="438"/>
                  <a:pt x="269" y="438"/>
                </a:cubicBezTo>
                <a:cubicBezTo>
                  <a:pt x="255" y="431"/>
                  <a:pt x="234" y="431"/>
                  <a:pt x="227" y="424"/>
                </a:cubicBezTo>
                <a:cubicBezTo>
                  <a:pt x="213" y="417"/>
                  <a:pt x="198" y="403"/>
                  <a:pt x="191" y="39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9" name="Freeform 17"/>
          <p:cNvSpPr/>
          <p:nvPr/>
        </p:nvSpPr>
        <p:spPr>
          <a:xfrm>
            <a:off x="6188040" y="2182680"/>
            <a:ext cx="185760" cy="216000"/>
          </a:xfrm>
          <a:custGeom>
            <a:avLst/>
            <a:gdLst/>
            <a:ahLst/>
            <a:rect l="l" t="t" r="r" b="b"/>
            <a:pathLst>
              <a:path w="517" h="601">
                <a:moveTo>
                  <a:pt x="516" y="593"/>
                </a:moveTo>
                <a:lnTo>
                  <a:pt x="516" y="593"/>
                </a:lnTo>
                <a:cubicBezTo>
                  <a:pt x="509" y="600"/>
                  <a:pt x="509" y="600"/>
                  <a:pt x="502" y="600"/>
                </a:cubicBezTo>
                <a:cubicBezTo>
                  <a:pt x="297" y="600"/>
                  <a:pt x="297" y="600"/>
                  <a:pt x="297" y="600"/>
                </a:cubicBezTo>
                <a:cubicBezTo>
                  <a:pt x="297" y="487"/>
                  <a:pt x="297" y="487"/>
                  <a:pt x="297" y="487"/>
                </a:cubicBezTo>
                <a:cubicBezTo>
                  <a:pt x="389" y="431"/>
                  <a:pt x="389" y="431"/>
                  <a:pt x="389" y="431"/>
                </a:cubicBezTo>
                <a:cubicBezTo>
                  <a:pt x="396" y="431"/>
                  <a:pt x="403" y="424"/>
                  <a:pt x="403" y="417"/>
                </a:cubicBezTo>
                <a:cubicBezTo>
                  <a:pt x="403" y="403"/>
                  <a:pt x="396" y="396"/>
                  <a:pt x="389" y="396"/>
                </a:cubicBezTo>
                <a:cubicBezTo>
                  <a:pt x="297" y="452"/>
                  <a:pt x="297" y="452"/>
                  <a:pt x="297" y="452"/>
                </a:cubicBezTo>
                <a:cubicBezTo>
                  <a:pt x="297" y="389"/>
                  <a:pt x="297" y="389"/>
                  <a:pt x="297" y="389"/>
                </a:cubicBezTo>
                <a:cubicBezTo>
                  <a:pt x="346" y="360"/>
                  <a:pt x="346" y="360"/>
                  <a:pt x="346" y="360"/>
                </a:cubicBezTo>
                <a:cubicBezTo>
                  <a:pt x="361" y="360"/>
                  <a:pt x="368" y="346"/>
                  <a:pt x="368" y="339"/>
                </a:cubicBezTo>
                <a:cubicBezTo>
                  <a:pt x="368" y="332"/>
                  <a:pt x="361" y="318"/>
                  <a:pt x="346" y="318"/>
                </a:cubicBezTo>
                <a:cubicBezTo>
                  <a:pt x="297" y="346"/>
                  <a:pt x="297" y="346"/>
                  <a:pt x="297" y="346"/>
                </a:cubicBezTo>
                <a:cubicBezTo>
                  <a:pt x="297" y="318"/>
                  <a:pt x="297" y="318"/>
                  <a:pt x="297" y="318"/>
                </a:cubicBezTo>
                <a:cubicBezTo>
                  <a:pt x="297" y="311"/>
                  <a:pt x="283" y="304"/>
                  <a:pt x="276" y="304"/>
                </a:cubicBezTo>
                <a:cubicBezTo>
                  <a:pt x="240" y="304"/>
                  <a:pt x="240" y="304"/>
                  <a:pt x="240" y="304"/>
                </a:cubicBezTo>
                <a:cubicBezTo>
                  <a:pt x="226" y="304"/>
                  <a:pt x="219" y="311"/>
                  <a:pt x="219" y="318"/>
                </a:cubicBezTo>
                <a:cubicBezTo>
                  <a:pt x="219" y="438"/>
                  <a:pt x="219" y="438"/>
                  <a:pt x="219" y="438"/>
                </a:cubicBezTo>
                <a:cubicBezTo>
                  <a:pt x="148" y="417"/>
                  <a:pt x="148" y="417"/>
                  <a:pt x="148" y="417"/>
                </a:cubicBezTo>
                <a:cubicBezTo>
                  <a:pt x="134" y="417"/>
                  <a:pt x="127" y="424"/>
                  <a:pt x="127" y="431"/>
                </a:cubicBezTo>
                <a:cubicBezTo>
                  <a:pt x="127" y="445"/>
                  <a:pt x="134" y="452"/>
                  <a:pt x="148" y="452"/>
                </a:cubicBezTo>
                <a:cubicBezTo>
                  <a:pt x="219" y="480"/>
                  <a:pt x="219" y="480"/>
                  <a:pt x="219" y="480"/>
                </a:cubicBezTo>
                <a:cubicBezTo>
                  <a:pt x="219" y="600"/>
                  <a:pt x="219" y="600"/>
                  <a:pt x="219" y="600"/>
                </a:cubicBezTo>
                <a:cubicBezTo>
                  <a:pt x="14" y="600"/>
                  <a:pt x="14" y="600"/>
                  <a:pt x="14" y="600"/>
                </a:cubicBezTo>
                <a:cubicBezTo>
                  <a:pt x="7" y="600"/>
                  <a:pt x="0" y="600"/>
                  <a:pt x="0" y="593"/>
                </a:cubicBezTo>
                <a:lnTo>
                  <a:pt x="0" y="586"/>
                </a:lnTo>
                <a:cubicBezTo>
                  <a:pt x="248" y="7"/>
                  <a:pt x="248" y="7"/>
                  <a:pt x="248" y="7"/>
                </a:cubicBezTo>
                <a:cubicBezTo>
                  <a:pt x="248" y="0"/>
                  <a:pt x="255" y="0"/>
                  <a:pt x="255" y="0"/>
                </a:cubicBezTo>
                <a:cubicBezTo>
                  <a:pt x="262" y="0"/>
                  <a:pt x="269" y="0"/>
                  <a:pt x="269" y="7"/>
                </a:cubicBezTo>
                <a:cubicBezTo>
                  <a:pt x="516" y="586"/>
                  <a:pt x="516" y="586"/>
                  <a:pt x="516" y="586"/>
                </a:cubicBezTo>
                <a:lnTo>
                  <a:pt x="516" y="593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0" name="Freeform 18"/>
          <p:cNvSpPr/>
          <p:nvPr/>
        </p:nvSpPr>
        <p:spPr>
          <a:xfrm>
            <a:off x="5794200" y="2182680"/>
            <a:ext cx="216000" cy="216000"/>
          </a:xfrm>
          <a:custGeom>
            <a:avLst/>
            <a:gdLst/>
            <a:ahLst/>
            <a:rect l="l" t="t" r="r" b="b"/>
            <a:pathLst>
              <a:path w="601" h="601">
                <a:moveTo>
                  <a:pt x="593" y="240"/>
                </a:moveTo>
                <a:lnTo>
                  <a:pt x="593" y="240"/>
                </a:lnTo>
                <a:cubicBezTo>
                  <a:pt x="593" y="219"/>
                  <a:pt x="586" y="205"/>
                  <a:pt x="579" y="184"/>
                </a:cubicBezTo>
                <a:cubicBezTo>
                  <a:pt x="572" y="169"/>
                  <a:pt x="565" y="148"/>
                  <a:pt x="551" y="134"/>
                </a:cubicBezTo>
                <a:cubicBezTo>
                  <a:pt x="544" y="120"/>
                  <a:pt x="530" y="99"/>
                  <a:pt x="515" y="85"/>
                </a:cubicBezTo>
                <a:cubicBezTo>
                  <a:pt x="501" y="78"/>
                  <a:pt x="487" y="63"/>
                  <a:pt x="473" y="49"/>
                </a:cubicBezTo>
                <a:cubicBezTo>
                  <a:pt x="452" y="42"/>
                  <a:pt x="438" y="28"/>
                  <a:pt x="417" y="21"/>
                </a:cubicBezTo>
                <a:cubicBezTo>
                  <a:pt x="402" y="14"/>
                  <a:pt x="381" y="7"/>
                  <a:pt x="360" y="7"/>
                </a:cubicBezTo>
                <a:cubicBezTo>
                  <a:pt x="339" y="0"/>
                  <a:pt x="325" y="0"/>
                  <a:pt x="304" y="0"/>
                </a:cubicBezTo>
                <a:cubicBezTo>
                  <a:pt x="282" y="0"/>
                  <a:pt x="261" y="0"/>
                  <a:pt x="240" y="7"/>
                </a:cubicBezTo>
                <a:cubicBezTo>
                  <a:pt x="219" y="7"/>
                  <a:pt x="204" y="14"/>
                  <a:pt x="183" y="21"/>
                </a:cubicBezTo>
                <a:cubicBezTo>
                  <a:pt x="169" y="28"/>
                  <a:pt x="148" y="42"/>
                  <a:pt x="134" y="49"/>
                </a:cubicBezTo>
                <a:cubicBezTo>
                  <a:pt x="120" y="63"/>
                  <a:pt x="99" y="78"/>
                  <a:pt x="84" y="85"/>
                </a:cubicBezTo>
                <a:cubicBezTo>
                  <a:pt x="77" y="99"/>
                  <a:pt x="63" y="120"/>
                  <a:pt x="49" y="134"/>
                </a:cubicBezTo>
                <a:cubicBezTo>
                  <a:pt x="42" y="148"/>
                  <a:pt x="28" y="169"/>
                  <a:pt x="21" y="184"/>
                </a:cubicBezTo>
                <a:cubicBezTo>
                  <a:pt x="14" y="205"/>
                  <a:pt x="7" y="219"/>
                  <a:pt x="7" y="240"/>
                </a:cubicBezTo>
                <a:cubicBezTo>
                  <a:pt x="0" y="261"/>
                  <a:pt x="0" y="282"/>
                  <a:pt x="0" y="304"/>
                </a:cubicBezTo>
                <a:cubicBezTo>
                  <a:pt x="0" y="325"/>
                  <a:pt x="0" y="339"/>
                  <a:pt x="7" y="360"/>
                </a:cubicBezTo>
                <a:cubicBezTo>
                  <a:pt x="7" y="382"/>
                  <a:pt x="14" y="403"/>
                  <a:pt x="21" y="417"/>
                </a:cubicBezTo>
                <a:cubicBezTo>
                  <a:pt x="28" y="438"/>
                  <a:pt x="42" y="452"/>
                  <a:pt x="49" y="473"/>
                </a:cubicBezTo>
                <a:cubicBezTo>
                  <a:pt x="63" y="487"/>
                  <a:pt x="77" y="502"/>
                  <a:pt x="84" y="516"/>
                </a:cubicBezTo>
                <a:cubicBezTo>
                  <a:pt x="99" y="530"/>
                  <a:pt x="120" y="544"/>
                  <a:pt x="134" y="551"/>
                </a:cubicBezTo>
                <a:cubicBezTo>
                  <a:pt x="148" y="565"/>
                  <a:pt x="169" y="572"/>
                  <a:pt x="183" y="579"/>
                </a:cubicBezTo>
                <a:cubicBezTo>
                  <a:pt x="204" y="586"/>
                  <a:pt x="219" y="593"/>
                  <a:pt x="240" y="593"/>
                </a:cubicBezTo>
                <a:cubicBezTo>
                  <a:pt x="261" y="600"/>
                  <a:pt x="282" y="600"/>
                  <a:pt x="304" y="600"/>
                </a:cubicBezTo>
                <a:cubicBezTo>
                  <a:pt x="325" y="600"/>
                  <a:pt x="339" y="600"/>
                  <a:pt x="360" y="593"/>
                </a:cubicBezTo>
                <a:cubicBezTo>
                  <a:pt x="381" y="593"/>
                  <a:pt x="402" y="586"/>
                  <a:pt x="417" y="579"/>
                </a:cubicBezTo>
                <a:cubicBezTo>
                  <a:pt x="438" y="572"/>
                  <a:pt x="452" y="565"/>
                  <a:pt x="473" y="551"/>
                </a:cubicBezTo>
                <a:cubicBezTo>
                  <a:pt x="487" y="544"/>
                  <a:pt x="501" y="530"/>
                  <a:pt x="515" y="516"/>
                </a:cubicBezTo>
                <a:cubicBezTo>
                  <a:pt x="530" y="502"/>
                  <a:pt x="544" y="487"/>
                  <a:pt x="551" y="473"/>
                </a:cubicBezTo>
                <a:cubicBezTo>
                  <a:pt x="565" y="452"/>
                  <a:pt x="572" y="438"/>
                  <a:pt x="579" y="417"/>
                </a:cubicBezTo>
                <a:cubicBezTo>
                  <a:pt x="586" y="403"/>
                  <a:pt x="593" y="382"/>
                  <a:pt x="593" y="360"/>
                </a:cubicBezTo>
                <a:cubicBezTo>
                  <a:pt x="600" y="339"/>
                  <a:pt x="600" y="325"/>
                  <a:pt x="600" y="304"/>
                </a:cubicBezTo>
                <a:cubicBezTo>
                  <a:pt x="600" y="282"/>
                  <a:pt x="600" y="261"/>
                  <a:pt x="593" y="240"/>
                </a:cubicBezTo>
                <a:close/>
                <a:moveTo>
                  <a:pt x="558" y="297"/>
                </a:moveTo>
                <a:lnTo>
                  <a:pt x="558" y="297"/>
                </a:lnTo>
                <a:cubicBezTo>
                  <a:pt x="558" y="297"/>
                  <a:pt x="466" y="282"/>
                  <a:pt x="381" y="289"/>
                </a:cubicBezTo>
                <a:cubicBezTo>
                  <a:pt x="374" y="282"/>
                  <a:pt x="374" y="282"/>
                  <a:pt x="374" y="275"/>
                </a:cubicBezTo>
                <a:cubicBezTo>
                  <a:pt x="367" y="261"/>
                  <a:pt x="360" y="254"/>
                  <a:pt x="360" y="240"/>
                </a:cubicBezTo>
                <a:cubicBezTo>
                  <a:pt x="459" y="198"/>
                  <a:pt x="501" y="141"/>
                  <a:pt x="501" y="141"/>
                </a:cubicBezTo>
                <a:cubicBezTo>
                  <a:pt x="537" y="184"/>
                  <a:pt x="558" y="240"/>
                  <a:pt x="558" y="297"/>
                </a:cubicBezTo>
                <a:close/>
                <a:moveTo>
                  <a:pt x="473" y="106"/>
                </a:moveTo>
                <a:lnTo>
                  <a:pt x="473" y="106"/>
                </a:lnTo>
                <a:cubicBezTo>
                  <a:pt x="473" y="106"/>
                  <a:pt x="431" y="162"/>
                  <a:pt x="339" y="205"/>
                </a:cubicBezTo>
                <a:cubicBezTo>
                  <a:pt x="289" y="120"/>
                  <a:pt x="247" y="56"/>
                  <a:pt x="240" y="49"/>
                </a:cubicBezTo>
                <a:cubicBezTo>
                  <a:pt x="261" y="49"/>
                  <a:pt x="282" y="42"/>
                  <a:pt x="304" y="42"/>
                </a:cubicBezTo>
                <a:cubicBezTo>
                  <a:pt x="367" y="42"/>
                  <a:pt x="424" y="71"/>
                  <a:pt x="473" y="106"/>
                </a:cubicBezTo>
                <a:close/>
                <a:moveTo>
                  <a:pt x="240" y="49"/>
                </a:moveTo>
                <a:lnTo>
                  <a:pt x="240" y="49"/>
                </a:lnTo>
                <a:close/>
                <a:moveTo>
                  <a:pt x="190" y="71"/>
                </a:moveTo>
                <a:lnTo>
                  <a:pt x="190" y="71"/>
                </a:lnTo>
                <a:cubicBezTo>
                  <a:pt x="197" y="71"/>
                  <a:pt x="240" y="134"/>
                  <a:pt x="289" y="219"/>
                </a:cubicBezTo>
                <a:cubicBezTo>
                  <a:pt x="162" y="247"/>
                  <a:pt x="56" y="247"/>
                  <a:pt x="49" y="247"/>
                </a:cubicBezTo>
                <a:cubicBezTo>
                  <a:pt x="63" y="169"/>
                  <a:pt x="120" y="106"/>
                  <a:pt x="190" y="71"/>
                </a:cubicBezTo>
                <a:close/>
                <a:moveTo>
                  <a:pt x="42" y="304"/>
                </a:moveTo>
                <a:lnTo>
                  <a:pt x="42" y="304"/>
                </a:lnTo>
                <a:cubicBezTo>
                  <a:pt x="42" y="297"/>
                  <a:pt x="42" y="297"/>
                  <a:pt x="42" y="297"/>
                </a:cubicBezTo>
                <a:cubicBezTo>
                  <a:pt x="49" y="297"/>
                  <a:pt x="176" y="297"/>
                  <a:pt x="311" y="254"/>
                </a:cubicBezTo>
                <a:cubicBezTo>
                  <a:pt x="318" y="268"/>
                  <a:pt x="325" y="282"/>
                  <a:pt x="332" y="304"/>
                </a:cubicBezTo>
                <a:cubicBezTo>
                  <a:pt x="325" y="304"/>
                  <a:pt x="325" y="304"/>
                  <a:pt x="318" y="304"/>
                </a:cubicBezTo>
                <a:cubicBezTo>
                  <a:pt x="183" y="346"/>
                  <a:pt x="113" y="473"/>
                  <a:pt x="113" y="473"/>
                </a:cubicBezTo>
                <a:lnTo>
                  <a:pt x="113" y="473"/>
                </a:lnTo>
                <a:cubicBezTo>
                  <a:pt x="70" y="431"/>
                  <a:pt x="42" y="367"/>
                  <a:pt x="42" y="304"/>
                </a:cubicBezTo>
                <a:close/>
                <a:moveTo>
                  <a:pt x="304" y="558"/>
                </a:moveTo>
                <a:lnTo>
                  <a:pt x="304" y="558"/>
                </a:lnTo>
                <a:cubicBezTo>
                  <a:pt x="240" y="558"/>
                  <a:pt x="183" y="537"/>
                  <a:pt x="134" y="502"/>
                </a:cubicBezTo>
                <a:cubicBezTo>
                  <a:pt x="141" y="502"/>
                  <a:pt x="141" y="502"/>
                  <a:pt x="141" y="502"/>
                </a:cubicBezTo>
                <a:cubicBezTo>
                  <a:pt x="141" y="502"/>
                  <a:pt x="190" y="396"/>
                  <a:pt x="346" y="346"/>
                </a:cubicBezTo>
                <a:lnTo>
                  <a:pt x="346" y="346"/>
                </a:lnTo>
                <a:cubicBezTo>
                  <a:pt x="381" y="438"/>
                  <a:pt x="395" y="516"/>
                  <a:pt x="402" y="537"/>
                </a:cubicBezTo>
                <a:cubicBezTo>
                  <a:pt x="374" y="551"/>
                  <a:pt x="339" y="558"/>
                  <a:pt x="304" y="558"/>
                </a:cubicBezTo>
                <a:close/>
                <a:moveTo>
                  <a:pt x="445" y="516"/>
                </a:moveTo>
                <a:lnTo>
                  <a:pt x="445" y="516"/>
                </a:lnTo>
                <a:cubicBezTo>
                  <a:pt x="445" y="502"/>
                  <a:pt x="431" y="424"/>
                  <a:pt x="395" y="332"/>
                </a:cubicBezTo>
                <a:cubicBezTo>
                  <a:pt x="480" y="318"/>
                  <a:pt x="551" y="339"/>
                  <a:pt x="558" y="339"/>
                </a:cubicBezTo>
                <a:cubicBezTo>
                  <a:pt x="544" y="417"/>
                  <a:pt x="501" y="473"/>
                  <a:pt x="445" y="51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1" name="Freeform 25"/>
          <p:cNvSpPr/>
          <p:nvPr/>
        </p:nvSpPr>
        <p:spPr>
          <a:xfrm>
            <a:off x="7694640" y="1817640"/>
            <a:ext cx="217440" cy="184320"/>
          </a:xfrm>
          <a:custGeom>
            <a:avLst/>
            <a:gdLst/>
            <a:ahLst/>
            <a:rect l="l" t="t" r="r" b="b"/>
            <a:pathLst>
              <a:path w="602" h="510">
                <a:moveTo>
                  <a:pt x="21" y="509"/>
                </a:moveTo>
                <a:lnTo>
                  <a:pt x="21" y="509"/>
                </a:lnTo>
                <a:cubicBezTo>
                  <a:pt x="580" y="509"/>
                  <a:pt x="580" y="509"/>
                  <a:pt x="580" y="509"/>
                </a:cubicBezTo>
                <a:cubicBezTo>
                  <a:pt x="594" y="509"/>
                  <a:pt x="601" y="502"/>
                  <a:pt x="601" y="488"/>
                </a:cubicBezTo>
                <a:cubicBezTo>
                  <a:pt x="601" y="481"/>
                  <a:pt x="601" y="481"/>
                  <a:pt x="601" y="481"/>
                </a:cubicBezTo>
                <a:cubicBezTo>
                  <a:pt x="601" y="467"/>
                  <a:pt x="594" y="452"/>
                  <a:pt x="580" y="452"/>
                </a:cubicBezTo>
                <a:cubicBezTo>
                  <a:pt x="21" y="452"/>
                  <a:pt x="21" y="452"/>
                  <a:pt x="21" y="452"/>
                </a:cubicBezTo>
                <a:cubicBezTo>
                  <a:pt x="7" y="452"/>
                  <a:pt x="0" y="467"/>
                  <a:pt x="0" y="481"/>
                </a:cubicBezTo>
                <a:cubicBezTo>
                  <a:pt x="0" y="488"/>
                  <a:pt x="0" y="488"/>
                  <a:pt x="0" y="488"/>
                </a:cubicBezTo>
                <a:cubicBezTo>
                  <a:pt x="0" y="502"/>
                  <a:pt x="7" y="509"/>
                  <a:pt x="21" y="509"/>
                </a:cubicBezTo>
                <a:close/>
                <a:moveTo>
                  <a:pt x="113" y="424"/>
                </a:moveTo>
                <a:lnTo>
                  <a:pt x="113" y="424"/>
                </a:lnTo>
                <a:cubicBezTo>
                  <a:pt x="170" y="424"/>
                  <a:pt x="170" y="424"/>
                  <a:pt x="170" y="424"/>
                </a:cubicBezTo>
                <a:cubicBezTo>
                  <a:pt x="184" y="424"/>
                  <a:pt x="198" y="417"/>
                  <a:pt x="198" y="396"/>
                </a:cubicBezTo>
                <a:cubicBezTo>
                  <a:pt x="198" y="28"/>
                  <a:pt x="198" y="28"/>
                  <a:pt x="198" y="28"/>
                </a:cubicBezTo>
                <a:cubicBezTo>
                  <a:pt x="198" y="14"/>
                  <a:pt x="184" y="0"/>
                  <a:pt x="170" y="0"/>
                </a:cubicBezTo>
                <a:cubicBezTo>
                  <a:pt x="113" y="0"/>
                  <a:pt x="113" y="0"/>
                  <a:pt x="113" y="0"/>
                </a:cubicBezTo>
                <a:cubicBezTo>
                  <a:pt x="92" y="0"/>
                  <a:pt x="85" y="14"/>
                  <a:pt x="85" y="28"/>
                </a:cubicBezTo>
                <a:cubicBezTo>
                  <a:pt x="85" y="396"/>
                  <a:pt x="85" y="396"/>
                  <a:pt x="85" y="396"/>
                </a:cubicBezTo>
                <a:cubicBezTo>
                  <a:pt x="85" y="417"/>
                  <a:pt x="92" y="424"/>
                  <a:pt x="113" y="424"/>
                </a:cubicBezTo>
                <a:close/>
                <a:moveTo>
                  <a:pt x="269" y="424"/>
                </a:moveTo>
                <a:lnTo>
                  <a:pt x="269" y="424"/>
                </a:lnTo>
                <a:cubicBezTo>
                  <a:pt x="325" y="424"/>
                  <a:pt x="325" y="424"/>
                  <a:pt x="325" y="424"/>
                </a:cubicBezTo>
                <a:cubicBezTo>
                  <a:pt x="346" y="424"/>
                  <a:pt x="353" y="417"/>
                  <a:pt x="353" y="396"/>
                </a:cubicBezTo>
                <a:cubicBezTo>
                  <a:pt x="353" y="163"/>
                  <a:pt x="353" y="163"/>
                  <a:pt x="353" y="163"/>
                </a:cubicBezTo>
                <a:cubicBezTo>
                  <a:pt x="353" y="149"/>
                  <a:pt x="346" y="134"/>
                  <a:pt x="325" y="134"/>
                </a:cubicBezTo>
                <a:cubicBezTo>
                  <a:pt x="269" y="134"/>
                  <a:pt x="269" y="134"/>
                  <a:pt x="269" y="134"/>
                </a:cubicBezTo>
                <a:cubicBezTo>
                  <a:pt x="255" y="134"/>
                  <a:pt x="240" y="149"/>
                  <a:pt x="240" y="163"/>
                </a:cubicBezTo>
                <a:cubicBezTo>
                  <a:pt x="240" y="396"/>
                  <a:pt x="240" y="396"/>
                  <a:pt x="240" y="396"/>
                </a:cubicBezTo>
                <a:cubicBezTo>
                  <a:pt x="240" y="417"/>
                  <a:pt x="255" y="424"/>
                  <a:pt x="269" y="424"/>
                </a:cubicBezTo>
                <a:close/>
                <a:moveTo>
                  <a:pt x="431" y="424"/>
                </a:moveTo>
                <a:lnTo>
                  <a:pt x="431" y="424"/>
                </a:lnTo>
                <a:cubicBezTo>
                  <a:pt x="488" y="424"/>
                  <a:pt x="488" y="424"/>
                  <a:pt x="488" y="424"/>
                </a:cubicBezTo>
                <a:cubicBezTo>
                  <a:pt x="502" y="424"/>
                  <a:pt x="516" y="417"/>
                  <a:pt x="516" y="396"/>
                </a:cubicBezTo>
                <a:cubicBezTo>
                  <a:pt x="516" y="297"/>
                  <a:pt x="516" y="297"/>
                  <a:pt x="516" y="297"/>
                </a:cubicBezTo>
                <a:cubicBezTo>
                  <a:pt x="516" y="276"/>
                  <a:pt x="502" y="269"/>
                  <a:pt x="488" y="269"/>
                </a:cubicBezTo>
                <a:cubicBezTo>
                  <a:pt x="431" y="269"/>
                  <a:pt x="431" y="269"/>
                  <a:pt x="431" y="269"/>
                </a:cubicBezTo>
                <a:cubicBezTo>
                  <a:pt x="417" y="269"/>
                  <a:pt x="403" y="276"/>
                  <a:pt x="403" y="297"/>
                </a:cubicBezTo>
                <a:cubicBezTo>
                  <a:pt x="403" y="396"/>
                  <a:pt x="403" y="396"/>
                  <a:pt x="403" y="396"/>
                </a:cubicBezTo>
                <a:cubicBezTo>
                  <a:pt x="403" y="417"/>
                  <a:pt x="417" y="424"/>
                  <a:pt x="431" y="42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2" name="Freeform 26"/>
          <p:cNvSpPr/>
          <p:nvPr/>
        </p:nvSpPr>
        <p:spPr>
          <a:xfrm>
            <a:off x="7311960" y="1817640"/>
            <a:ext cx="219240" cy="184320"/>
          </a:xfrm>
          <a:custGeom>
            <a:avLst/>
            <a:gdLst/>
            <a:ahLst/>
            <a:rect l="l" t="t" r="r" b="b"/>
            <a:pathLst>
              <a:path w="609" h="510">
                <a:moveTo>
                  <a:pt x="579" y="509"/>
                </a:moveTo>
                <a:lnTo>
                  <a:pt x="579" y="509"/>
                </a:lnTo>
                <a:cubicBezTo>
                  <a:pt x="28" y="509"/>
                  <a:pt x="28" y="509"/>
                  <a:pt x="28" y="509"/>
                </a:cubicBezTo>
                <a:cubicBezTo>
                  <a:pt x="14" y="509"/>
                  <a:pt x="0" y="502"/>
                  <a:pt x="0" y="488"/>
                </a:cubicBezTo>
                <a:cubicBezTo>
                  <a:pt x="0" y="481"/>
                  <a:pt x="0" y="481"/>
                  <a:pt x="0" y="481"/>
                </a:cubicBezTo>
                <a:cubicBezTo>
                  <a:pt x="0" y="467"/>
                  <a:pt x="14" y="452"/>
                  <a:pt x="28" y="452"/>
                </a:cubicBezTo>
                <a:cubicBezTo>
                  <a:pt x="579" y="452"/>
                  <a:pt x="579" y="452"/>
                  <a:pt x="579" y="452"/>
                </a:cubicBezTo>
                <a:cubicBezTo>
                  <a:pt x="594" y="452"/>
                  <a:pt x="608" y="467"/>
                  <a:pt x="608" y="481"/>
                </a:cubicBezTo>
                <a:cubicBezTo>
                  <a:pt x="608" y="488"/>
                  <a:pt x="608" y="488"/>
                  <a:pt x="608" y="488"/>
                </a:cubicBezTo>
                <a:cubicBezTo>
                  <a:pt x="608" y="502"/>
                  <a:pt x="594" y="509"/>
                  <a:pt x="579" y="509"/>
                </a:cubicBezTo>
                <a:close/>
                <a:moveTo>
                  <a:pt x="523" y="396"/>
                </a:moveTo>
                <a:lnTo>
                  <a:pt x="523" y="396"/>
                </a:lnTo>
                <a:cubicBezTo>
                  <a:pt x="523" y="417"/>
                  <a:pt x="509" y="424"/>
                  <a:pt x="495" y="424"/>
                </a:cubicBezTo>
                <a:cubicBezTo>
                  <a:pt x="438" y="424"/>
                  <a:pt x="438" y="424"/>
                  <a:pt x="438" y="424"/>
                </a:cubicBezTo>
                <a:cubicBezTo>
                  <a:pt x="417" y="424"/>
                  <a:pt x="410" y="417"/>
                  <a:pt x="410" y="396"/>
                </a:cubicBezTo>
                <a:cubicBezTo>
                  <a:pt x="410" y="198"/>
                  <a:pt x="410" y="198"/>
                  <a:pt x="410" y="198"/>
                </a:cubicBezTo>
                <a:lnTo>
                  <a:pt x="410" y="198"/>
                </a:lnTo>
                <a:cubicBezTo>
                  <a:pt x="410" y="141"/>
                  <a:pt x="410" y="141"/>
                  <a:pt x="410" y="141"/>
                </a:cubicBezTo>
                <a:cubicBezTo>
                  <a:pt x="410" y="127"/>
                  <a:pt x="417" y="113"/>
                  <a:pt x="438" y="113"/>
                </a:cubicBezTo>
                <a:cubicBezTo>
                  <a:pt x="495" y="113"/>
                  <a:pt x="495" y="113"/>
                  <a:pt x="495" y="113"/>
                </a:cubicBezTo>
                <a:cubicBezTo>
                  <a:pt x="509" y="113"/>
                  <a:pt x="523" y="127"/>
                  <a:pt x="523" y="141"/>
                </a:cubicBezTo>
                <a:cubicBezTo>
                  <a:pt x="523" y="339"/>
                  <a:pt x="523" y="339"/>
                  <a:pt x="523" y="339"/>
                </a:cubicBezTo>
                <a:lnTo>
                  <a:pt x="523" y="339"/>
                </a:lnTo>
                <a:lnTo>
                  <a:pt x="523" y="396"/>
                </a:lnTo>
                <a:close/>
                <a:moveTo>
                  <a:pt x="332" y="424"/>
                </a:moveTo>
                <a:lnTo>
                  <a:pt x="332" y="424"/>
                </a:lnTo>
                <a:cubicBezTo>
                  <a:pt x="276" y="424"/>
                  <a:pt x="276" y="424"/>
                  <a:pt x="276" y="424"/>
                </a:cubicBezTo>
                <a:cubicBezTo>
                  <a:pt x="262" y="424"/>
                  <a:pt x="247" y="417"/>
                  <a:pt x="247" y="396"/>
                </a:cubicBezTo>
                <a:cubicBezTo>
                  <a:pt x="247" y="339"/>
                  <a:pt x="247" y="339"/>
                  <a:pt x="247" y="339"/>
                </a:cubicBezTo>
                <a:cubicBezTo>
                  <a:pt x="247" y="85"/>
                  <a:pt x="247" y="85"/>
                  <a:pt x="247" y="85"/>
                </a:cubicBezTo>
                <a:cubicBezTo>
                  <a:pt x="247" y="28"/>
                  <a:pt x="247" y="28"/>
                  <a:pt x="247" y="28"/>
                </a:cubicBezTo>
                <a:cubicBezTo>
                  <a:pt x="247" y="14"/>
                  <a:pt x="262" y="0"/>
                  <a:pt x="276" y="0"/>
                </a:cubicBezTo>
                <a:cubicBezTo>
                  <a:pt x="332" y="0"/>
                  <a:pt x="332" y="0"/>
                  <a:pt x="332" y="0"/>
                </a:cubicBezTo>
                <a:cubicBezTo>
                  <a:pt x="346" y="0"/>
                  <a:pt x="360" y="14"/>
                  <a:pt x="360" y="28"/>
                </a:cubicBezTo>
                <a:cubicBezTo>
                  <a:pt x="360" y="85"/>
                  <a:pt x="360" y="85"/>
                  <a:pt x="360" y="85"/>
                </a:cubicBezTo>
                <a:cubicBezTo>
                  <a:pt x="360" y="339"/>
                  <a:pt x="360" y="339"/>
                  <a:pt x="360" y="339"/>
                </a:cubicBezTo>
                <a:cubicBezTo>
                  <a:pt x="360" y="396"/>
                  <a:pt x="360" y="396"/>
                  <a:pt x="360" y="396"/>
                </a:cubicBezTo>
                <a:cubicBezTo>
                  <a:pt x="360" y="417"/>
                  <a:pt x="346" y="424"/>
                  <a:pt x="332" y="424"/>
                </a:cubicBezTo>
                <a:close/>
                <a:moveTo>
                  <a:pt x="169" y="424"/>
                </a:moveTo>
                <a:lnTo>
                  <a:pt x="169" y="424"/>
                </a:lnTo>
                <a:cubicBezTo>
                  <a:pt x="113" y="424"/>
                  <a:pt x="113" y="424"/>
                  <a:pt x="113" y="424"/>
                </a:cubicBezTo>
                <a:cubicBezTo>
                  <a:pt x="99" y="424"/>
                  <a:pt x="85" y="417"/>
                  <a:pt x="85" y="396"/>
                </a:cubicBezTo>
                <a:cubicBezTo>
                  <a:pt x="85" y="339"/>
                  <a:pt x="85" y="339"/>
                  <a:pt x="85" y="339"/>
                </a:cubicBezTo>
                <a:lnTo>
                  <a:pt x="85" y="339"/>
                </a:lnTo>
                <a:cubicBezTo>
                  <a:pt x="85" y="283"/>
                  <a:pt x="85" y="283"/>
                  <a:pt x="85" y="283"/>
                </a:cubicBezTo>
                <a:cubicBezTo>
                  <a:pt x="85" y="269"/>
                  <a:pt x="99" y="254"/>
                  <a:pt x="113" y="254"/>
                </a:cubicBezTo>
                <a:cubicBezTo>
                  <a:pt x="169" y="254"/>
                  <a:pt x="169" y="254"/>
                  <a:pt x="169" y="254"/>
                </a:cubicBezTo>
                <a:cubicBezTo>
                  <a:pt x="191" y="254"/>
                  <a:pt x="198" y="269"/>
                  <a:pt x="198" y="283"/>
                </a:cubicBezTo>
                <a:cubicBezTo>
                  <a:pt x="198" y="339"/>
                  <a:pt x="198" y="339"/>
                  <a:pt x="198" y="339"/>
                </a:cubicBezTo>
                <a:lnTo>
                  <a:pt x="198" y="339"/>
                </a:lnTo>
                <a:cubicBezTo>
                  <a:pt x="198" y="396"/>
                  <a:pt x="198" y="396"/>
                  <a:pt x="198" y="396"/>
                </a:cubicBezTo>
                <a:cubicBezTo>
                  <a:pt x="198" y="417"/>
                  <a:pt x="191" y="424"/>
                  <a:pt x="169" y="42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3" name="Freeform 27"/>
          <p:cNvSpPr/>
          <p:nvPr/>
        </p:nvSpPr>
        <p:spPr>
          <a:xfrm>
            <a:off x="6934320" y="1817640"/>
            <a:ext cx="217440" cy="184320"/>
          </a:xfrm>
          <a:custGeom>
            <a:avLst/>
            <a:gdLst/>
            <a:ahLst/>
            <a:rect l="l" t="t" r="r" b="b"/>
            <a:pathLst>
              <a:path w="602" h="510">
                <a:moveTo>
                  <a:pt x="579" y="509"/>
                </a:moveTo>
                <a:lnTo>
                  <a:pt x="579" y="509"/>
                </a:lnTo>
                <a:cubicBezTo>
                  <a:pt x="21" y="509"/>
                  <a:pt x="21" y="509"/>
                  <a:pt x="21" y="509"/>
                </a:cubicBezTo>
                <a:cubicBezTo>
                  <a:pt x="7" y="509"/>
                  <a:pt x="0" y="502"/>
                  <a:pt x="0" y="488"/>
                </a:cubicBezTo>
                <a:cubicBezTo>
                  <a:pt x="0" y="481"/>
                  <a:pt x="0" y="481"/>
                  <a:pt x="0" y="481"/>
                </a:cubicBezTo>
                <a:cubicBezTo>
                  <a:pt x="0" y="467"/>
                  <a:pt x="7" y="452"/>
                  <a:pt x="21" y="452"/>
                </a:cubicBezTo>
                <a:cubicBezTo>
                  <a:pt x="579" y="452"/>
                  <a:pt x="579" y="452"/>
                  <a:pt x="579" y="452"/>
                </a:cubicBezTo>
                <a:cubicBezTo>
                  <a:pt x="594" y="452"/>
                  <a:pt x="601" y="467"/>
                  <a:pt x="601" y="481"/>
                </a:cubicBezTo>
                <a:cubicBezTo>
                  <a:pt x="601" y="488"/>
                  <a:pt x="601" y="488"/>
                  <a:pt x="601" y="488"/>
                </a:cubicBezTo>
                <a:cubicBezTo>
                  <a:pt x="601" y="502"/>
                  <a:pt x="594" y="509"/>
                  <a:pt x="579" y="509"/>
                </a:cubicBezTo>
                <a:close/>
                <a:moveTo>
                  <a:pt x="487" y="424"/>
                </a:moveTo>
                <a:lnTo>
                  <a:pt x="487" y="424"/>
                </a:lnTo>
                <a:cubicBezTo>
                  <a:pt x="431" y="424"/>
                  <a:pt x="431" y="424"/>
                  <a:pt x="431" y="424"/>
                </a:cubicBezTo>
                <a:cubicBezTo>
                  <a:pt x="417" y="424"/>
                  <a:pt x="403" y="417"/>
                  <a:pt x="403" y="396"/>
                </a:cubicBezTo>
                <a:cubicBezTo>
                  <a:pt x="403" y="28"/>
                  <a:pt x="403" y="28"/>
                  <a:pt x="403" y="28"/>
                </a:cubicBezTo>
                <a:cubicBezTo>
                  <a:pt x="403" y="14"/>
                  <a:pt x="417" y="0"/>
                  <a:pt x="431" y="0"/>
                </a:cubicBezTo>
                <a:cubicBezTo>
                  <a:pt x="487" y="0"/>
                  <a:pt x="487" y="0"/>
                  <a:pt x="487" y="0"/>
                </a:cubicBezTo>
                <a:cubicBezTo>
                  <a:pt x="509" y="0"/>
                  <a:pt x="516" y="14"/>
                  <a:pt x="516" y="28"/>
                </a:cubicBezTo>
                <a:cubicBezTo>
                  <a:pt x="516" y="396"/>
                  <a:pt x="516" y="396"/>
                  <a:pt x="516" y="396"/>
                </a:cubicBezTo>
                <a:cubicBezTo>
                  <a:pt x="516" y="417"/>
                  <a:pt x="509" y="424"/>
                  <a:pt x="487" y="424"/>
                </a:cubicBezTo>
                <a:close/>
                <a:moveTo>
                  <a:pt x="332" y="424"/>
                </a:moveTo>
                <a:lnTo>
                  <a:pt x="332" y="424"/>
                </a:lnTo>
                <a:cubicBezTo>
                  <a:pt x="276" y="424"/>
                  <a:pt x="276" y="424"/>
                  <a:pt x="276" y="424"/>
                </a:cubicBezTo>
                <a:cubicBezTo>
                  <a:pt x="254" y="424"/>
                  <a:pt x="247" y="417"/>
                  <a:pt x="247" y="396"/>
                </a:cubicBezTo>
                <a:cubicBezTo>
                  <a:pt x="247" y="163"/>
                  <a:pt x="247" y="163"/>
                  <a:pt x="247" y="163"/>
                </a:cubicBezTo>
                <a:cubicBezTo>
                  <a:pt x="247" y="149"/>
                  <a:pt x="254" y="134"/>
                  <a:pt x="276" y="134"/>
                </a:cubicBezTo>
                <a:cubicBezTo>
                  <a:pt x="332" y="134"/>
                  <a:pt x="332" y="134"/>
                  <a:pt x="332" y="134"/>
                </a:cubicBezTo>
                <a:cubicBezTo>
                  <a:pt x="346" y="134"/>
                  <a:pt x="360" y="149"/>
                  <a:pt x="360" y="163"/>
                </a:cubicBezTo>
                <a:cubicBezTo>
                  <a:pt x="360" y="396"/>
                  <a:pt x="360" y="396"/>
                  <a:pt x="360" y="396"/>
                </a:cubicBezTo>
                <a:cubicBezTo>
                  <a:pt x="360" y="417"/>
                  <a:pt x="346" y="424"/>
                  <a:pt x="332" y="424"/>
                </a:cubicBezTo>
                <a:close/>
                <a:moveTo>
                  <a:pt x="169" y="424"/>
                </a:moveTo>
                <a:lnTo>
                  <a:pt x="169" y="424"/>
                </a:lnTo>
                <a:cubicBezTo>
                  <a:pt x="113" y="424"/>
                  <a:pt x="113" y="424"/>
                  <a:pt x="113" y="424"/>
                </a:cubicBezTo>
                <a:cubicBezTo>
                  <a:pt x="99" y="424"/>
                  <a:pt x="85" y="417"/>
                  <a:pt x="85" y="396"/>
                </a:cubicBezTo>
                <a:cubicBezTo>
                  <a:pt x="85" y="297"/>
                  <a:pt x="85" y="297"/>
                  <a:pt x="85" y="297"/>
                </a:cubicBezTo>
                <a:cubicBezTo>
                  <a:pt x="85" y="276"/>
                  <a:pt x="99" y="269"/>
                  <a:pt x="113" y="269"/>
                </a:cubicBezTo>
                <a:cubicBezTo>
                  <a:pt x="169" y="269"/>
                  <a:pt x="169" y="269"/>
                  <a:pt x="169" y="269"/>
                </a:cubicBezTo>
                <a:cubicBezTo>
                  <a:pt x="184" y="269"/>
                  <a:pt x="198" y="276"/>
                  <a:pt x="198" y="297"/>
                </a:cubicBezTo>
                <a:cubicBezTo>
                  <a:pt x="198" y="396"/>
                  <a:pt x="198" y="396"/>
                  <a:pt x="198" y="396"/>
                </a:cubicBezTo>
                <a:cubicBezTo>
                  <a:pt x="198" y="417"/>
                  <a:pt x="184" y="424"/>
                  <a:pt x="169" y="42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4" name="Freeform 28"/>
          <p:cNvSpPr/>
          <p:nvPr/>
        </p:nvSpPr>
        <p:spPr>
          <a:xfrm>
            <a:off x="6575400" y="1838160"/>
            <a:ext cx="176400" cy="142920"/>
          </a:xfrm>
          <a:custGeom>
            <a:avLst/>
            <a:gdLst/>
            <a:ahLst/>
            <a:rect l="l" t="t" r="r" b="b"/>
            <a:pathLst>
              <a:path w="489" h="397">
                <a:moveTo>
                  <a:pt x="467" y="396"/>
                </a:moveTo>
                <a:lnTo>
                  <a:pt x="467" y="396"/>
                </a:lnTo>
                <a:cubicBezTo>
                  <a:pt x="248" y="396"/>
                  <a:pt x="248" y="396"/>
                  <a:pt x="248" y="396"/>
                </a:cubicBezTo>
                <a:cubicBezTo>
                  <a:pt x="234" y="396"/>
                  <a:pt x="227" y="389"/>
                  <a:pt x="227" y="375"/>
                </a:cubicBezTo>
                <a:cubicBezTo>
                  <a:pt x="227" y="368"/>
                  <a:pt x="227" y="368"/>
                  <a:pt x="227" y="368"/>
                </a:cubicBezTo>
                <a:cubicBezTo>
                  <a:pt x="227" y="354"/>
                  <a:pt x="234" y="340"/>
                  <a:pt x="248" y="340"/>
                </a:cubicBezTo>
                <a:cubicBezTo>
                  <a:pt x="467" y="340"/>
                  <a:pt x="467" y="340"/>
                  <a:pt x="467" y="340"/>
                </a:cubicBezTo>
                <a:cubicBezTo>
                  <a:pt x="481" y="340"/>
                  <a:pt x="488" y="354"/>
                  <a:pt x="488" y="368"/>
                </a:cubicBezTo>
                <a:cubicBezTo>
                  <a:pt x="488" y="375"/>
                  <a:pt x="488" y="375"/>
                  <a:pt x="488" y="375"/>
                </a:cubicBezTo>
                <a:cubicBezTo>
                  <a:pt x="488" y="389"/>
                  <a:pt x="481" y="396"/>
                  <a:pt x="467" y="396"/>
                </a:cubicBezTo>
                <a:close/>
                <a:moveTo>
                  <a:pt x="212" y="220"/>
                </a:moveTo>
                <a:lnTo>
                  <a:pt x="212" y="220"/>
                </a:lnTo>
                <a:lnTo>
                  <a:pt x="212" y="220"/>
                </a:lnTo>
                <a:cubicBezTo>
                  <a:pt x="43" y="389"/>
                  <a:pt x="43" y="389"/>
                  <a:pt x="43" y="389"/>
                </a:cubicBezTo>
                <a:lnTo>
                  <a:pt x="43" y="389"/>
                </a:lnTo>
                <a:cubicBezTo>
                  <a:pt x="43" y="396"/>
                  <a:pt x="36" y="396"/>
                  <a:pt x="29" y="396"/>
                </a:cubicBezTo>
                <a:cubicBezTo>
                  <a:pt x="7" y="396"/>
                  <a:pt x="0" y="389"/>
                  <a:pt x="0" y="368"/>
                </a:cubicBezTo>
                <a:cubicBezTo>
                  <a:pt x="0" y="361"/>
                  <a:pt x="0" y="354"/>
                  <a:pt x="7" y="354"/>
                </a:cubicBezTo>
                <a:lnTo>
                  <a:pt x="7" y="354"/>
                </a:lnTo>
                <a:cubicBezTo>
                  <a:pt x="156" y="198"/>
                  <a:pt x="156" y="198"/>
                  <a:pt x="156" y="198"/>
                </a:cubicBezTo>
                <a:cubicBezTo>
                  <a:pt x="7" y="50"/>
                  <a:pt x="7" y="50"/>
                  <a:pt x="7" y="50"/>
                </a:cubicBezTo>
                <a:cubicBezTo>
                  <a:pt x="0" y="50"/>
                  <a:pt x="0" y="43"/>
                  <a:pt x="0" y="29"/>
                </a:cubicBezTo>
                <a:cubicBezTo>
                  <a:pt x="0" y="15"/>
                  <a:pt x="7" y="0"/>
                  <a:pt x="29" y="0"/>
                </a:cubicBezTo>
                <a:cubicBezTo>
                  <a:pt x="36" y="0"/>
                  <a:pt x="43" y="8"/>
                  <a:pt x="43" y="8"/>
                </a:cubicBezTo>
                <a:lnTo>
                  <a:pt x="43" y="8"/>
                </a:lnTo>
                <a:cubicBezTo>
                  <a:pt x="212" y="177"/>
                  <a:pt x="212" y="177"/>
                  <a:pt x="212" y="177"/>
                </a:cubicBezTo>
                <a:lnTo>
                  <a:pt x="212" y="177"/>
                </a:lnTo>
                <a:cubicBezTo>
                  <a:pt x="220" y="184"/>
                  <a:pt x="227" y="191"/>
                  <a:pt x="227" y="198"/>
                </a:cubicBezTo>
                <a:lnTo>
                  <a:pt x="227" y="198"/>
                </a:lnTo>
                <a:lnTo>
                  <a:pt x="227" y="198"/>
                </a:lnTo>
                <a:cubicBezTo>
                  <a:pt x="227" y="206"/>
                  <a:pt x="220" y="213"/>
                  <a:pt x="212" y="2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5" name="Freeform 29"/>
          <p:cNvSpPr/>
          <p:nvPr/>
        </p:nvSpPr>
        <p:spPr>
          <a:xfrm>
            <a:off x="6172200" y="1849320"/>
            <a:ext cx="219240" cy="122400"/>
          </a:xfrm>
          <a:custGeom>
            <a:avLst/>
            <a:gdLst/>
            <a:ahLst/>
            <a:rect l="l" t="t" r="r" b="b"/>
            <a:pathLst>
              <a:path w="608" h="340">
                <a:moveTo>
                  <a:pt x="579" y="56"/>
                </a:moveTo>
                <a:lnTo>
                  <a:pt x="579" y="56"/>
                </a:lnTo>
                <a:cubicBezTo>
                  <a:pt x="297" y="56"/>
                  <a:pt x="297" y="56"/>
                  <a:pt x="297" y="56"/>
                </a:cubicBezTo>
                <a:cubicBezTo>
                  <a:pt x="275" y="56"/>
                  <a:pt x="268" y="49"/>
                  <a:pt x="268" y="28"/>
                </a:cubicBezTo>
                <a:cubicBezTo>
                  <a:pt x="268" y="14"/>
                  <a:pt x="275" y="0"/>
                  <a:pt x="297" y="0"/>
                </a:cubicBezTo>
                <a:cubicBezTo>
                  <a:pt x="579" y="0"/>
                  <a:pt x="579" y="0"/>
                  <a:pt x="579" y="0"/>
                </a:cubicBezTo>
                <a:cubicBezTo>
                  <a:pt x="593" y="0"/>
                  <a:pt x="607" y="14"/>
                  <a:pt x="607" y="28"/>
                </a:cubicBezTo>
                <a:cubicBezTo>
                  <a:pt x="607" y="49"/>
                  <a:pt x="593" y="56"/>
                  <a:pt x="579" y="56"/>
                </a:cubicBezTo>
                <a:close/>
                <a:moveTo>
                  <a:pt x="579" y="282"/>
                </a:moveTo>
                <a:lnTo>
                  <a:pt x="579" y="282"/>
                </a:lnTo>
                <a:cubicBezTo>
                  <a:pt x="593" y="282"/>
                  <a:pt x="607" y="297"/>
                  <a:pt x="607" y="311"/>
                </a:cubicBezTo>
                <a:cubicBezTo>
                  <a:pt x="607" y="332"/>
                  <a:pt x="593" y="339"/>
                  <a:pt x="579" y="339"/>
                </a:cubicBezTo>
                <a:cubicBezTo>
                  <a:pt x="297" y="339"/>
                  <a:pt x="297" y="339"/>
                  <a:pt x="297" y="339"/>
                </a:cubicBezTo>
                <a:cubicBezTo>
                  <a:pt x="282" y="339"/>
                  <a:pt x="275" y="339"/>
                  <a:pt x="268" y="325"/>
                </a:cubicBezTo>
                <a:lnTo>
                  <a:pt x="268" y="325"/>
                </a:lnTo>
                <a:cubicBezTo>
                  <a:pt x="99" y="56"/>
                  <a:pt x="99" y="56"/>
                  <a:pt x="99" y="56"/>
                </a:cubicBezTo>
                <a:cubicBezTo>
                  <a:pt x="28" y="56"/>
                  <a:pt x="28" y="56"/>
                  <a:pt x="28" y="56"/>
                </a:cubicBezTo>
                <a:cubicBezTo>
                  <a:pt x="14" y="56"/>
                  <a:pt x="0" y="49"/>
                  <a:pt x="0" y="28"/>
                </a:cubicBezTo>
                <a:cubicBezTo>
                  <a:pt x="0" y="14"/>
                  <a:pt x="14" y="0"/>
                  <a:pt x="28" y="0"/>
                </a:cubicBezTo>
                <a:cubicBezTo>
                  <a:pt x="113" y="0"/>
                  <a:pt x="113" y="0"/>
                  <a:pt x="113" y="0"/>
                </a:cubicBezTo>
                <a:lnTo>
                  <a:pt x="113" y="0"/>
                </a:lnTo>
                <a:cubicBezTo>
                  <a:pt x="127" y="0"/>
                  <a:pt x="134" y="7"/>
                  <a:pt x="141" y="14"/>
                </a:cubicBezTo>
                <a:lnTo>
                  <a:pt x="141" y="14"/>
                </a:lnTo>
                <a:cubicBezTo>
                  <a:pt x="311" y="282"/>
                  <a:pt x="311" y="282"/>
                  <a:pt x="311" y="282"/>
                </a:cubicBezTo>
                <a:lnTo>
                  <a:pt x="579" y="28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6" name="Freeform 30"/>
          <p:cNvSpPr/>
          <p:nvPr/>
        </p:nvSpPr>
        <p:spPr>
          <a:xfrm>
            <a:off x="5796000" y="1806480"/>
            <a:ext cx="210960" cy="211320"/>
          </a:xfrm>
          <a:custGeom>
            <a:avLst/>
            <a:gdLst/>
            <a:ahLst/>
            <a:rect l="l" t="t" r="r" b="b"/>
            <a:pathLst>
              <a:path w="587" h="587">
                <a:moveTo>
                  <a:pt x="473" y="226"/>
                </a:moveTo>
                <a:lnTo>
                  <a:pt x="473" y="226"/>
                </a:lnTo>
                <a:cubicBezTo>
                  <a:pt x="417" y="226"/>
                  <a:pt x="417" y="226"/>
                  <a:pt x="417" y="226"/>
                </a:cubicBezTo>
                <a:cubicBezTo>
                  <a:pt x="417" y="360"/>
                  <a:pt x="417" y="360"/>
                  <a:pt x="417" y="360"/>
                </a:cubicBezTo>
                <a:cubicBezTo>
                  <a:pt x="473" y="360"/>
                  <a:pt x="473" y="360"/>
                  <a:pt x="473" y="360"/>
                </a:cubicBezTo>
                <a:cubicBezTo>
                  <a:pt x="537" y="360"/>
                  <a:pt x="586" y="410"/>
                  <a:pt x="586" y="473"/>
                </a:cubicBezTo>
                <a:cubicBezTo>
                  <a:pt x="586" y="537"/>
                  <a:pt x="537" y="586"/>
                  <a:pt x="473" y="586"/>
                </a:cubicBezTo>
                <a:cubicBezTo>
                  <a:pt x="410" y="586"/>
                  <a:pt x="360" y="537"/>
                  <a:pt x="360" y="473"/>
                </a:cubicBezTo>
                <a:cubicBezTo>
                  <a:pt x="360" y="417"/>
                  <a:pt x="360" y="417"/>
                  <a:pt x="360" y="417"/>
                </a:cubicBezTo>
                <a:cubicBezTo>
                  <a:pt x="226" y="417"/>
                  <a:pt x="226" y="417"/>
                  <a:pt x="226" y="417"/>
                </a:cubicBezTo>
                <a:cubicBezTo>
                  <a:pt x="226" y="473"/>
                  <a:pt x="226" y="473"/>
                  <a:pt x="226" y="473"/>
                </a:cubicBezTo>
                <a:cubicBezTo>
                  <a:pt x="226" y="537"/>
                  <a:pt x="176" y="586"/>
                  <a:pt x="113" y="586"/>
                </a:cubicBezTo>
                <a:cubicBezTo>
                  <a:pt x="49" y="586"/>
                  <a:pt x="0" y="537"/>
                  <a:pt x="0" y="473"/>
                </a:cubicBezTo>
                <a:cubicBezTo>
                  <a:pt x="0" y="410"/>
                  <a:pt x="49" y="360"/>
                  <a:pt x="113" y="360"/>
                </a:cubicBezTo>
                <a:cubicBezTo>
                  <a:pt x="169" y="360"/>
                  <a:pt x="169" y="360"/>
                  <a:pt x="169" y="360"/>
                </a:cubicBezTo>
                <a:cubicBezTo>
                  <a:pt x="169" y="226"/>
                  <a:pt x="169" y="226"/>
                  <a:pt x="169" y="226"/>
                </a:cubicBezTo>
                <a:cubicBezTo>
                  <a:pt x="113" y="226"/>
                  <a:pt x="113" y="226"/>
                  <a:pt x="113" y="226"/>
                </a:cubicBezTo>
                <a:cubicBezTo>
                  <a:pt x="49" y="226"/>
                  <a:pt x="0" y="176"/>
                  <a:pt x="0" y="113"/>
                </a:cubicBezTo>
                <a:cubicBezTo>
                  <a:pt x="0" y="49"/>
                  <a:pt x="49" y="0"/>
                  <a:pt x="113" y="0"/>
                </a:cubicBezTo>
                <a:cubicBezTo>
                  <a:pt x="176" y="0"/>
                  <a:pt x="226" y="49"/>
                  <a:pt x="226" y="113"/>
                </a:cubicBezTo>
                <a:cubicBezTo>
                  <a:pt x="226" y="169"/>
                  <a:pt x="226" y="169"/>
                  <a:pt x="226" y="169"/>
                </a:cubicBezTo>
                <a:cubicBezTo>
                  <a:pt x="360" y="169"/>
                  <a:pt x="360" y="169"/>
                  <a:pt x="360" y="169"/>
                </a:cubicBezTo>
                <a:cubicBezTo>
                  <a:pt x="360" y="113"/>
                  <a:pt x="360" y="113"/>
                  <a:pt x="360" y="113"/>
                </a:cubicBezTo>
                <a:cubicBezTo>
                  <a:pt x="360" y="49"/>
                  <a:pt x="410" y="0"/>
                  <a:pt x="473" y="0"/>
                </a:cubicBezTo>
                <a:cubicBezTo>
                  <a:pt x="537" y="0"/>
                  <a:pt x="586" y="49"/>
                  <a:pt x="586" y="113"/>
                </a:cubicBezTo>
                <a:cubicBezTo>
                  <a:pt x="586" y="176"/>
                  <a:pt x="537" y="226"/>
                  <a:pt x="473" y="226"/>
                </a:cubicBezTo>
                <a:close/>
                <a:moveTo>
                  <a:pt x="417" y="473"/>
                </a:moveTo>
                <a:lnTo>
                  <a:pt x="417" y="473"/>
                </a:lnTo>
                <a:cubicBezTo>
                  <a:pt x="417" y="502"/>
                  <a:pt x="445" y="530"/>
                  <a:pt x="473" y="530"/>
                </a:cubicBezTo>
                <a:cubicBezTo>
                  <a:pt x="501" y="530"/>
                  <a:pt x="530" y="502"/>
                  <a:pt x="530" y="473"/>
                </a:cubicBezTo>
                <a:cubicBezTo>
                  <a:pt x="530" y="445"/>
                  <a:pt x="508" y="417"/>
                  <a:pt x="480" y="417"/>
                </a:cubicBezTo>
                <a:lnTo>
                  <a:pt x="480" y="417"/>
                </a:lnTo>
                <a:cubicBezTo>
                  <a:pt x="417" y="417"/>
                  <a:pt x="417" y="417"/>
                  <a:pt x="417" y="417"/>
                </a:cubicBezTo>
                <a:lnTo>
                  <a:pt x="417" y="473"/>
                </a:lnTo>
                <a:close/>
                <a:moveTo>
                  <a:pt x="169" y="113"/>
                </a:moveTo>
                <a:lnTo>
                  <a:pt x="169" y="113"/>
                </a:lnTo>
                <a:cubicBezTo>
                  <a:pt x="169" y="84"/>
                  <a:pt x="148" y="56"/>
                  <a:pt x="113" y="56"/>
                </a:cubicBezTo>
                <a:cubicBezTo>
                  <a:pt x="84" y="56"/>
                  <a:pt x="56" y="84"/>
                  <a:pt x="56" y="113"/>
                </a:cubicBezTo>
                <a:cubicBezTo>
                  <a:pt x="56" y="141"/>
                  <a:pt x="84" y="169"/>
                  <a:pt x="113" y="169"/>
                </a:cubicBezTo>
                <a:cubicBezTo>
                  <a:pt x="169" y="169"/>
                  <a:pt x="169" y="169"/>
                  <a:pt x="169" y="169"/>
                </a:cubicBezTo>
                <a:lnTo>
                  <a:pt x="169" y="113"/>
                </a:lnTo>
                <a:close/>
                <a:moveTo>
                  <a:pt x="56" y="473"/>
                </a:moveTo>
                <a:lnTo>
                  <a:pt x="56" y="473"/>
                </a:lnTo>
                <a:cubicBezTo>
                  <a:pt x="56" y="502"/>
                  <a:pt x="84" y="530"/>
                  <a:pt x="113" y="530"/>
                </a:cubicBezTo>
                <a:cubicBezTo>
                  <a:pt x="148" y="530"/>
                  <a:pt x="169" y="502"/>
                  <a:pt x="169" y="473"/>
                </a:cubicBezTo>
                <a:cubicBezTo>
                  <a:pt x="169" y="417"/>
                  <a:pt x="169" y="417"/>
                  <a:pt x="169" y="417"/>
                </a:cubicBezTo>
                <a:cubicBezTo>
                  <a:pt x="113" y="417"/>
                  <a:pt x="113" y="417"/>
                  <a:pt x="113" y="417"/>
                </a:cubicBezTo>
                <a:cubicBezTo>
                  <a:pt x="84" y="417"/>
                  <a:pt x="56" y="438"/>
                  <a:pt x="56" y="473"/>
                </a:cubicBezTo>
                <a:close/>
                <a:moveTo>
                  <a:pt x="360" y="226"/>
                </a:moveTo>
                <a:lnTo>
                  <a:pt x="360" y="226"/>
                </a:lnTo>
                <a:cubicBezTo>
                  <a:pt x="226" y="226"/>
                  <a:pt x="226" y="226"/>
                  <a:pt x="226" y="226"/>
                </a:cubicBezTo>
                <a:cubicBezTo>
                  <a:pt x="226" y="360"/>
                  <a:pt x="226" y="360"/>
                  <a:pt x="226" y="360"/>
                </a:cubicBezTo>
                <a:cubicBezTo>
                  <a:pt x="360" y="360"/>
                  <a:pt x="360" y="360"/>
                  <a:pt x="360" y="360"/>
                </a:cubicBezTo>
                <a:lnTo>
                  <a:pt x="360" y="226"/>
                </a:lnTo>
                <a:close/>
                <a:moveTo>
                  <a:pt x="473" y="56"/>
                </a:moveTo>
                <a:lnTo>
                  <a:pt x="473" y="56"/>
                </a:lnTo>
                <a:cubicBezTo>
                  <a:pt x="445" y="56"/>
                  <a:pt x="417" y="84"/>
                  <a:pt x="417" y="113"/>
                </a:cubicBezTo>
                <a:cubicBezTo>
                  <a:pt x="417" y="169"/>
                  <a:pt x="417" y="169"/>
                  <a:pt x="417" y="169"/>
                </a:cubicBezTo>
                <a:cubicBezTo>
                  <a:pt x="473" y="169"/>
                  <a:pt x="473" y="169"/>
                  <a:pt x="473" y="169"/>
                </a:cubicBezTo>
                <a:cubicBezTo>
                  <a:pt x="501" y="169"/>
                  <a:pt x="530" y="141"/>
                  <a:pt x="530" y="113"/>
                </a:cubicBezTo>
                <a:cubicBezTo>
                  <a:pt x="530" y="84"/>
                  <a:pt x="501" y="56"/>
                  <a:pt x="473" y="5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7" name="Freeform 31"/>
          <p:cNvSpPr/>
          <p:nvPr/>
        </p:nvSpPr>
        <p:spPr>
          <a:xfrm>
            <a:off x="7682040" y="706320"/>
            <a:ext cx="215640" cy="109800"/>
          </a:xfrm>
          <a:custGeom>
            <a:avLst/>
            <a:gdLst/>
            <a:ahLst/>
            <a:rect l="l" t="t" r="r" b="b"/>
            <a:pathLst>
              <a:path w="601" h="305">
                <a:moveTo>
                  <a:pt x="572" y="134"/>
                </a:moveTo>
                <a:lnTo>
                  <a:pt x="572" y="134"/>
                </a:lnTo>
                <a:cubicBezTo>
                  <a:pt x="558" y="134"/>
                  <a:pt x="544" y="141"/>
                  <a:pt x="544" y="163"/>
                </a:cubicBezTo>
                <a:cubicBezTo>
                  <a:pt x="544" y="205"/>
                  <a:pt x="544" y="205"/>
                  <a:pt x="544" y="205"/>
                </a:cubicBezTo>
                <a:cubicBezTo>
                  <a:pt x="402" y="64"/>
                  <a:pt x="402" y="64"/>
                  <a:pt x="402" y="64"/>
                </a:cubicBezTo>
                <a:lnTo>
                  <a:pt x="402" y="64"/>
                </a:lnTo>
                <a:cubicBezTo>
                  <a:pt x="346" y="7"/>
                  <a:pt x="346" y="7"/>
                  <a:pt x="346" y="7"/>
                </a:cubicBezTo>
                <a:lnTo>
                  <a:pt x="346" y="7"/>
                </a:lnTo>
                <a:cubicBezTo>
                  <a:pt x="339" y="0"/>
                  <a:pt x="332" y="0"/>
                  <a:pt x="325" y="0"/>
                </a:cubicBezTo>
                <a:cubicBezTo>
                  <a:pt x="318" y="0"/>
                  <a:pt x="311" y="0"/>
                  <a:pt x="311" y="7"/>
                </a:cubicBezTo>
                <a:lnTo>
                  <a:pt x="311" y="7"/>
                </a:lnTo>
                <a:cubicBezTo>
                  <a:pt x="176" y="141"/>
                  <a:pt x="176" y="141"/>
                  <a:pt x="176" y="141"/>
                </a:cubicBezTo>
                <a:cubicBezTo>
                  <a:pt x="42" y="7"/>
                  <a:pt x="42" y="7"/>
                  <a:pt x="42" y="7"/>
                </a:cubicBezTo>
                <a:lnTo>
                  <a:pt x="42" y="7"/>
                </a:lnTo>
                <a:cubicBezTo>
                  <a:pt x="42" y="0"/>
                  <a:pt x="35" y="0"/>
                  <a:pt x="28" y="0"/>
                </a:cubicBezTo>
                <a:cubicBezTo>
                  <a:pt x="7" y="0"/>
                  <a:pt x="0" y="14"/>
                  <a:pt x="0" y="28"/>
                </a:cubicBezTo>
                <a:cubicBezTo>
                  <a:pt x="0" y="35"/>
                  <a:pt x="0" y="43"/>
                  <a:pt x="7" y="50"/>
                </a:cubicBezTo>
                <a:lnTo>
                  <a:pt x="7" y="50"/>
                </a:lnTo>
                <a:cubicBezTo>
                  <a:pt x="155" y="198"/>
                  <a:pt x="155" y="198"/>
                  <a:pt x="155" y="198"/>
                </a:cubicBezTo>
                <a:lnTo>
                  <a:pt x="155" y="198"/>
                </a:lnTo>
                <a:cubicBezTo>
                  <a:pt x="162" y="205"/>
                  <a:pt x="169" y="205"/>
                  <a:pt x="176" y="205"/>
                </a:cubicBezTo>
                <a:cubicBezTo>
                  <a:pt x="183" y="205"/>
                  <a:pt x="190" y="205"/>
                  <a:pt x="197" y="198"/>
                </a:cubicBezTo>
                <a:lnTo>
                  <a:pt x="197" y="198"/>
                </a:lnTo>
                <a:cubicBezTo>
                  <a:pt x="325" y="71"/>
                  <a:pt x="325" y="71"/>
                  <a:pt x="325" y="71"/>
                </a:cubicBezTo>
                <a:cubicBezTo>
                  <a:pt x="360" y="106"/>
                  <a:pt x="360" y="106"/>
                  <a:pt x="360" y="106"/>
                </a:cubicBezTo>
                <a:lnTo>
                  <a:pt x="360" y="106"/>
                </a:lnTo>
                <a:cubicBezTo>
                  <a:pt x="367" y="106"/>
                  <a:pt x="367" y="106"/>
                  <a:pt x="367" y="106"/>
                </a:cubicBezTo>
                <a:cubicBezTo>
                  <a:pt x="381" y="120"/>
                  <a:pt x="381" y="120"/>
                  <a:pt x="381" y="120"/>
                </a:cubicBezTo>
                <a:lnTo>
                  <a:pt x="381" y="120"/>
                </a:lnTo>
                <a:cubicBezTo>
                  <a:pt x="501" y="247"/>
                  <a:pt x="501" y="247"/>
                  <a:pt x="501" y="247"/>
                </a:cubicBezTo>
                <a:cubicBezTo>
                  <a:pt x="459" y="247"/>
                  <a:pt x="459" y="247"/>
                  <a:pt x="459" y="247"/>
                </a:cubicBezTo>
                <a:cubicBezTo>
                  <a:pt x="445" y="247"/>
                  <a:pt x="431" y="254"/>
                  <a:pt x="431" y="276"/>
                </a:cubicBezTo>
                <a:cubicBezTo>
                  <a:pt x="431" y="290"/>
                  <a:pt x="445" y="304"/>
                  <a:pt x="459" y="304"/>
                </a:cubicBezTo>
                <a:cubicBezTo>
                  <a:pt x="572" y="304"/>
                  <a:pt x="572" y="304"/>
                  <a:pt x="572" y="304"/>
                </a:cubicBezTo>
                <a:cubicBezTo>
                  <a:pt x="586" y="304"/>
                  <a:pt x="600" y="290"/>
                  <a:pt x="600" y="276"/>
                </a:cubicBezTo>
                <a:cubicBezTo>
                  <a:pt x="600" y="163"/>
                  <a:pt x="600" y="163"/>
                  <a:pt x="600" y="163"/>
                </a:cubicBezTo>
                <a:cubicBezTo>
                  <a:pt x="600" y="141"/>
                  <a:pt x="586" y="134"/>
                  <a:pt x="572" y="13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8" name="Freeform 32"/>
          <p:cNvSpPr/>
          <p:nvPr/>
        </p:nvSpPr>
        <p:spPr>
          <a:xfrm>
            <a:off x="7299360" y="706320"/>
            <a:ext cx="218880" cy="109800"/>
          </a:xfrm>
          <a:custGeom>
            <a:avLst/>
            <a:gdLst/>
            <a:ahLst/>
            <a:rect l="l" t="t" r="r" b="b"/>
            <a:pathLst>
              <a:path w="609" h="305">
                <a:moveTo>
                  <a:pt x="580" y="170"/>
                </a:moveTo>
                <a:lnTo>
                  <a:pt x="580" y="170"/>
                </a:lnTo>
                <a:cubicBezTo>
                  <a:pt x="559" y="170"/>
                  <a:pt x="552" y="156"/>
                  <a:pt x="552" y="141"/>
                </a:cubicBezTo>
                <a:cubicBezTo>
                  <a:pt x="552" y="99"/>
                  <a:pt x="552" y="99"/>
                  <a:pt x="552" y="99"/>
                </a:cubicBezTo>
                <a:cubicBezTo>
                  <a:pt x="410" y="240"/>
                  <a:pt x="410" y="240"/>
                  <a:pt x="410" y="240"/>
                </a:cubicBezTo>
                <a:lnTo>
                  <a:pt x="410" y="240"/>
                </a:lnTo>
                <a:cubicBezTo>
                  <a:pt x="354" y="290"/>
                  <a:pt x="354" y="290"/>
                  <a:pt x="354" y="290"/>
                </a:cubicBezTo>
                <a:lnTo>
                  <a:pt x="354" y="290"/>
                </a:lnTo>
                <a:cubicBezTo>
                  <a:pt x="347" y="297"/>
                  <a:pt x="340" y="304"/>
                  <a:pt x="333" y="304"/>
                </a:cubicBezTo>
                <a:cubicBezTo>
                  <a:pt x="326" y="304"/>
                  <a:pt x="318" y="297"/>
                  <a:pt x="311" y="290"/>
                </a:cubicBezTo>
                <a:lnTo>
                  <a:pt x="311" y="290"/>
                </a:lnTo>
                <a:cubicBezTo>
                  <a:pt x="184" y="163"/>
                  <a:pt x="184" y="163"/>
                  <a:pt x="184" y="163"/>
                </a:cubicBezTo>
                <a:cubicBezTo>
                  <a:pt x="50" y="290"/>
                  <a:pt x="50" y="290"/>
                  <a:pt x="50" y="290"/>
                </a:cubicBezTo>
                <a:lnTo>
                  <a:pt x="50" y="290"/>
                </a:lnTo>
                <a:cubicBezTo>
                  <a:pt x="43" y="297"/>
                  <a:pt x="36" y="304"/>
                  <a:pt x="29" y="304"/>
                </a:cubicBezTo>
                <a:cubicBezTo>
                  <a:pt x="15" y="304"/>
                  <a:pt x="0" y="290"/>
                  <a:pt x="0" y="276"/>
                </a:cubicBezTo>
                <a:cubicBezTo>
                  <a:pt x="0" y="269"/>
                  <a:pt x="8" y="261"/>
                  <a:pt x="15" y="254"/>
                </a:cubicBezTo>
                <a:lnTo>
                  <a:pt x="15" y="254"/>
                </a:lnTo>
                <a:cubicBezTo>
                  <a:pt x="163" y="106"/>
                  <a:pt x="163" y="106"/>
                  <a:pt x="163" y="106"/>
                </a:cubicBezTo>
                <a:lnTo>
                  <a:pt x="163" y="106"/>
                </a:lnTo>
                <a:cubicBezTo>
                  <a:pt x="170" y="99"/>
                  <a:pt x="177" y="92"/>
                  <a:pt x="184" y="92"/>
                </a:cubicBezTo>
                <a:cubicBezTo>
                  <a:pt x="191" y="92"/>
                  <a:pt x="198" y="99"/>
                  <a:pt x="198" y="106"/>
                </a:cubicBezTo>
                <a:lnTo>
                  <a:pt x="198" y="106"/>
                </a:lnTo>
                <a:cubicBezTo>
                  <a:pt x="333" y="233"/>
                  <a:pt x="333" y="233"/>
                  <a:pt x="333" y="233"/>
                </a:cubicBezTo>
                <a:cubicBezTo>
                  <a:pt x="368" y="198"/>
                  <a:pt x="368" y="198"/>
                  <a:pt x="368" y="198"/>
                </a:cubicBezTo>
                <a:lnTo>
                  <a:pt x="368" y="198"/>
                </a:lnTo>
                <a:cubicBezTo>
                  <a:pt x="375" y="191"/>
                  <a:pt x="375" y="191"/>
                  <a:pt x="375" y="191"/>
                </a:cubicBezTo>
                <a:cubicBezTo>
                  <a:pt x="389" y="177"/>
                  <a:pt x="389" y="177"/>
                  <a:pt x="389" y="177"/>
                </a:cubicBezTo>
                <a:lnTo>
                  <a:pt x="389" y="177"/>
                </a:lnTo>
                <a:cubicBezTo>
                  <a:pt x="509" y="57"/>
                  <a:pt x="509" y="57"/>
                  <a:pt x="509" y="57"/>
                </a:cubicBezTo>
                <a:cubicBezTo>
                  <a:pt x="467" y="57"/>
                  <a:pt x="467" y="57"/>
                  <a:pt x="467" y="57"/>
                </a:cubicBezTo>
                <a:cubicBezTo>
                  <a:pt x="446" y="57"/>
                  <a:pt x="439" y="43"/>
                  <a:pt x="439" y="28"/>
                </a:cubicBezTo>
                <a:cubicBezTo>
                  <a:pt x="439" y="14"/>
                  <a:pt x="446" y="0"/>
                  <a:pt x="467" y="0"/>
                </a:cubicBezTo>
                <a:cubicBezTo>
                  <a:pt x="580" y="0"/>
                  <a:pt x="580" y="0"/>
                  <a:pt x="580" y="0"/>
                </a:cubicBezTo>
                <a:cubicBezTo>
                  <a:pt x="594" y="0"/>
                  <a:pt x="608" y="14"/>
                  <a:pt x="608" y="28"/>
                </a:cubicBezTo>
                <a:cubicBezTo>
                  <a:pt x="608" y="141"/>
                  <a:pt x="608" y="141"/>
                  <a:pt x="608" y="141"/>
                </a:cubicBezTo>
                <a:cubicBezTo>
                  <a:pt x="608" y="156"/>
                  <a:pt x="594" y="170"/>
                  <a:pt x="580" y="17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9" name="Freeform 33"/>
          <p:cNvSpPr/>
          <p:nvPr/>
        </p:nvSpPr>
        <p:spPr>
          <a:xfrm>
            <a:off x="6921360" y="676440"/>
            <a:ext cx="217800" cy="171360"/>
          </a:xfrm>
          <a:custGeom>
            <a:avLst/>
            <a:gdLst/>
            <a:ahLst/>
            <a:rect l="l" t="t" r="r" b="b"/>
            <a:pathLst>
              <a:path w="602" h="475">
                <a:moveTo>
                  <a:pt x="431" y="403"/>
                </a:moveTo>
                <a:lnTo>
                  <a:pt x="431" y="403"/>
                </a:lnTo>
                <a:lnTo>
                  <a:pt x="431" y="403"/>
                </a:lnTo>
                <a:cubicBezTo>
                  <a:pt x="255" y="403"/>
                  <a:pt x="255" y="403"/>
                  <a:pt x="255" y="403"/>
                </a:cubicBezTo>
                <a:lnTo>
                  <a:pt x="255" y="403"/>
                </a:lnTo>
                <a:cubicBezTo>
                  <a:pt x="233" y="403"/>
                  <a:pt x="233" y="403"/>
                  <a:pt x="233" y="403"/>
                </a:cubicBezTo>
                <a:cubicBezTo>
                  <a:pt x="198" y="403"/>
                  <a:pt x="198" y="403"/>
                  <a:pt x="198" y="403"/>
                </a:cubicBezTo>
                <a:cubicBezTo>
                  <a:pt x="219" y="424"/>
                  <a:pt x="219" y="424"/>
                  <a:pt x="219" y="424"/>
                </a:cubicBezTo>
                <a:cubicBezTo>
                  <a:pt x="226" y="431"/>
                  <a:pt x="226" y="439"/>
                  <a:pt x="226" y="446"/>
                </a:cubicBezTo>
                <a:cubicBezTo>
                  <a:pt x="226" y="460"/>
                  <a:pt x="212" y="474"/>
                  <a:pt x="198" y="474"/>
                </a:cubicBezTo>
                <a:cubicBezTo>
                  <a:pt x="191" y="474"/>
                  <a:pt x="184" y="467"/>
                  <a:pt x="177" y="460"/>
                </a:cubicBezTo>
                <a:cubicBezTo>
                  <a:pt x="113" y="396"/>
                  <a:pt x="113" y="396"/>
                  <a:pt x="113" y="396"/>
                </a:cubicBezTo>
                <a:cubicBezTo>
                  <a:pt x="106" y="389"/>
                  <a:pt x="106" y="382"/>
                  <a:pt x="106" y="375"/>
                </a:cubicBezTo>
                <a:cubicBezTo>
                  <a:pt x="106" y="368"/>
                  <a:pt x="106" y="361"/>
                  <a:pt x="113" y="361"/>
                </a:cubicBezTo>
                <a:cubicBezTo>
                  <a:pt x="177" y="290"/>
                  <a:pt x="177" y="290"/>
                  <a:pt x="177" y="290"/>
                </a:cubicBezTo>
                <a:cubicBezTo>
                  <a:pt x="184" y="283"/>
                  <a:pt x="191" y="283"/>
                  <a:pt x="198" y="283"/>
                </a:cubicBezTo>
                <a:cubicBezTo>
                  <a:pt x="212" y="283"/>
                  <a:pt x="226" y="297"/>
                  <a:pt x="226" y="311"/>
                </a:cubicBezTo>
                <a:cubicBezTo>
                  <a:pt x="226" y="318"/>
                  <a:pt x="226" y="325"/>
                  <a:pt x="219" y="332"/>
                </a:cubicBezTo>
                <a:cubicBezTo>
                  <a:pt x="198" y="346"/>
                  <a:pt x="198" y="346"/>
                  <a:pt x="198" y="346"/>
                </a:cubicBezTo>
                <a:cubicBezTo>
                  <a:pt x="219" y="346"/>
                  <a:pt x="219" y="346"/>
                  <a:pt x="219" y="346"/>
                </a:cubicBezTo>
                <a:lnTo>
                  <a:pt x="219" y="346"/>
                </a:lnTo>
                <a:cubicBezTo>
                  <a:pt x="248" y="346"/>
                  <a:pt x="248" y="346"/>
                  <a:pt x="248" y="346"/>
                </a:cubicBezTo>
                <a:lnTo>
                  <a:pt x="248" y="346"/>
                </a:lnTo>
                <a:cubicBezTo>
                  <a:pt x="431" y="346"/>
                  <a:pt x="431" y="346"/>
                  <a:pt x="431" y="346"/>
                </a:cubicBezTo>
                <a:cubicBezTo>
                  <a:pt x="495" y="346"/>
                  <a:pt x="544" y="297"/>
                  <a:pt x="544" y="233"/>
                </a:cubicBezTo>
                <a:cubicBezTo>
                  <a:pt x="544" y="170"/>
                  <a:pt x="544" y="170"/>
                  <a:pt x="544" y="170"/>
                </a:cubicBezTo>
                <a:cubicBezTo>
                  <a:pt x="544" y="156"/>
                  <a:pt x="559" y="142"/>
                  <a:pt x="573" y="142"/>
                </a:cubicBezTo>
                <a:cubicBezTo>
                  <a:pt x="594" y="142"/>
                  <a:pt x="601" y="156"/>
                  <a:pt x="601" y="170"/>
                </a:cubicBezTo>
                <a:cubicBezTo>
                  <a:pt x="601" y="233"/>
                  <a:pt x="601" y="233"/>
                  <a:pt x="601" y="233"/>
                </a:cubicBezTo>
                <a:cubicBezTo>
                  <a:pt x="601" y="332"/>
                  <a:pt x="530" y="403"/>
                  <a:pt x="431" y="403"/>
                </a:cubicBezTo>
                <a:close/>
                <a:moveTo>
                  <a:pt x="424" y="177"/>
                </a:moveTo>
                <a:lnTo>
                  <a:pt x="424" y="177"/>
                </a:lnTo>
                <a:cubicBezTo>
                  <a:pt x="417" y="184"/>
                  <a:pt x="410" y="191"/>
                  <a:pt x="403" y="191"/>
                </a:cubicBezTo>
                <a:cubicBezTo>
                  <a:pt x="389" y="191"/>
                  <a:pt x="375" y="177"/>
                  <a:pt x="375" y="163"/>
                </a:cubicBezTo>
                <a:cubicBezTo>
                  <a:pt x="375" y="156"/>
                  <a:pt x="382" y="149"/>
                  <a:pt x="389" y="142"/>
                </a:cubicBezTo>
                <a:cubicBezTo>
                  <a:pt x="403" y="120"/>
                  <a:pt x="403" y="120"/>
                  <a:pt x="403" y="120"/>
                </a:cubicBezTo>
                <a:cubicBezTo>
                  <a:pt x="389" y="120"/>
                  <a:pt x="389" y="120"/>
                  <a:pt x="389" y="120"/>
                </a:cubicBezTo>
                <a:lnTo>
                  <a:pt x="389" y="120"/>
                </a:lnTo>
                <a:cubicBezTo>
                  <a:pt x="361" y="120"/>
                  <a:pt x="361" y="120"/>
                  <a:pt x="361" y="120"/>
                </a:cubicBezTo>
                <a:lnTo>
                  <a:pt x="361" y="120"/>
                </a:lnTo>
                <a:cubicBezTo>
                  <a:pt x="170" y="120"/>
                  <a:pt x="170" y="120"/>
                  <a:pt x="170" y="120"/>
                </a:cubicBezTo>
                <a:cubicBezTo>
                  <a:pt x="106" y="120"/>
                  <a:pt x="57" y="170"/>
                  <a:pt x="57" y="233"/>
                </a:cubicBezTo>
                <a:cubicBezTo>
                  <a:pt x="57" y="304"/>
                  <a:pt x="57" y="304"/>
                  <a:pt x="57" y="304"/>
                </a:cubicBezTo>
                <a:cubicBezTo>
                  <a:pt x="57" y="318"/>
                  <a:pt x="43" y="332"/>
                  <a:pt x="29" y="332"/>
                </a:cubicBezTo>
                <a:cubicBezTo>
                  <a:pt x="15" y="332"/>
                  <a:pt x="0" y="318"/>
                  <a:pt x="0" y="304"/>
                </a:cubicBezTo>
                <a:cubicBezTo>
                  <a:pt x="0" y="233"/>
                  <a:pt x="0" y="233"/>
                  <a:pt x="0" y="233"/>
                </a:cubicBezTo>
                <a:cubicBezTo>
                  <a:pt x="0" y="142"/>
                  <a:pt x="78" y="64"/>
                  <a:pt x="170" y="64"/>
                </a:cubicBezTo>
                <a:lnTo>
                  <a:pt x="170" y="64"/>
                </a:lnTo>
                <a:cubicBezTo>
                  <a:pt x="347" y="64"/>
                  <a:pt x="347" y="64"/>
                  <a:pt x="347" y="64"/>
                </a:cubicBezTo>
                <a:lnTo>
                  <a:pt x="347" y="64"/>
                </a:lnTo>
                <a:cubicBezTo>
                  <a:pt x="368" y="64"/>
                  <a:pt x="368" y="64"/>
                  <a:pt x="368" y="64"/>
                </a:cubicBezTo>
                <a:cubicBezTo>
                  <a:pt x="403" y="64"/>
                  <a:pt x="403" y="64"/>
                  <a:pt x="403" y="64"/>
                </a:cubicBezTo>
                <a:cubicBezTo>
                  <a:pt x="389" y="50"/>
                  <a:pt x="389" y="50"/>
                  <a:pt x="389" y="50"/>
                </a:cubicBezTo>
                <a:cubicBezTo>
                  <a:pt x="382" y="43"/>
                  <a:pt x="375" y="35"/>
                  <a:pt x="375" y="28"/>
                </a:cubicBezTo>
                <a:cubicBezTo>
                  <a:pt x="375" y="14"/>
                  <a:pt x="389" y="0"/>
                  <a:pt x="403" y="0"/>
                </a:cubicBezTo>
                <a:cubicBezTo>
                  <a:pt x="410" y="0"/>
                  <a:pt x="417" y="0"/>
                  <a:pt x="424" y="7"/>
                </a:cubicBezTo>
                <a:cubicBezTo>
                  <a:pt x="488" y="78"/>
                  <a:pt x="488" y="78"/>
                  <a:pt x="488" y="78"/>
                </a:cubicBezTo>
                <a:cubicBezTo>
                  <a:pt x="495" y="78"/>
                  <a:pt x="502" y="85"/>
                  <a:pt x="502" y="92"/>
                </a:cubicBezTo>
                <a:cubicBezTo>
                  <a:pt x="502" y="99"/>
                  <a:pt x="495" y="106"/>
                  <a:pt x="488" y="113"/>
                </a:cubicBezTo>
                <a:lnTo>
                  <a:pt x="424" y="17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0" name="Freeform 34"/>
          <p:cNvSpPr/>
          <p:nvPr/>
        </p:nvSpPr>
        <p:spPr>
          <a:xfrm>
            <a:off x="6541920" y="654120"/>
            <a:ext cx="217800" cy="216000"/>
          </a:xfrm>
          <a:custGeom>
            <a:avLst/>
            <a:gdLst/>
            <a:ahLst/>
            <a:rect l="l" t="t" r="r" b="b"/>
            <a:pathLst>
              <a:path w="602" h="601">
                <a:moveTo>
                  <a:pt x="573" y="113"/>
                </a:moveTo>
                <a:lnTo>
                  <a:pt x="573" y="113"/>
                </a:lnTo>
                <a:cubicBezTo>
                  <a:pt x="544" y="113"/>
                  <a:pt x="544" y="113"/>
                  <a:pt x="544" y="113"/>
                </a:cubicBezTo>
                <a:cubicBezTo>
                  <a:pt x="544" y="268"/>
                  <a:pt x="544" y="268"/>
                  <a:pt x="544" y="268"/>
                </a:cubicBezTo>
                <a:cubicBezTo>
                  <a:pt x="544" y="402"/>
                  <a:pt x="544" y="402"/>
                  <a:pt x="544" y="402"/>
                </a:cubicBezTo>
                <a:cubicBezTo>
                  <a:pt x="544" y="431"/>
                  <a:pt x="544" y="431"/>
                  <a:pt x="544" y="431"/>
                </a:cubicBezTo>
                <a:cubicBezTo>
                  <a:pt x="544" y="445"/>
                  <a:pt x="530" y="459"/>
                  <a:pt x="516" y="459"/>
                </a:cubicBezTo>
                <a:cubicBezTo>
                  <a:pt x="368" y="459"/>
                  <a:pt x="368" y="459"/>
                  <a:pt x="368" y="459"/>
                </a:cubicBezTo>
                <a:cubicBezTo>
                  <a:pt x="460" y="551"/>
                  <a:pt x="460" y="551"/>
                  <a:pt x="460" y="551"/>
                </a:cubicBezTo>
                <a:lnTo>
                  <a:pt x="460" y="551"/>
                </a:lnTo>
                <a:cubicBezTo>
                  <a:pt x="467" y="558"/>
                  <a:pt x="467" y="565"/>
                  <a:pt x="467" y="572"/>
                </a:cubicBezTo>
                <a:cubicBezTo>
                  <a:pt x="467" y="586"/>
                  <a:pt x="460" y="600"/>
                  <a:pt x="438" y="600"/>
                </a:cubicBezTo>
                <a:cubicBezTo>
                  <a:pt x="431" y="600"/>
                  <a:pt x="424" y="600"/>
                  <a:pt x="424" y="593"/>
                </a:cubicBezTo>
                <a:lnTo>
                  <a:pt x="424" y="593"/>
                </a:lnTo>
                <a:cubicBezTo>
                  <a:pt x="325" y="502"/>
                  <a:pt x="325" y="502"/>
                  <a:pt x="325" y="502"/>
                </a:cubicBezTo>
                <a:cubicBezTo>
                  <a:pt x="325" y="572"/>
                  <a:pt x="325" y="572"/>
                  <a:pt x="325" y="572"/>
                </a:cubicBezTo>
                <a:cubicBezTo>
                  <a:pt x="325" y="586"/>
                  <a:pt x="318" y="600"/>
                  <a:pt x="297" y="600"/>
                </a:cubicBezTo>
                <a:cubicBezTo>
                  <a:pt x="283" y="600"/>
                  <a:pt x="269" y="586"/>
                  <a:pt x="269" y="572"/>
                </a:cubicBezTo>
                <a:cubicBezTo>
                  <a:pt x="269" y="502"/>
                  <a:pt x="269" y="502"/>
                  <a:pt x="269" y="502"/>
                </a:cubicBezTo>
                <a:cubicBezTo>
                  <a:pt x="177" y="593"/>
                  <a:pt x="177" y="593"/>
                  <a:pt x="177" y="593"/>
                </a:cubicBezTo>
                <a:lnTo>
                  <a:pt x="177" y="593"/>
                </a:lnTo>
                <a:cubicBezTo>
                  <a:pt x="170" y="600"/>
                  <a:pt x="163" y="600"/>
                  <a:pt x="156" y="600"/>
                </a:cubicBezTo>
                <a:cubicBezTo>
                  <a:pt x="142" y="600"/>
                  <a:pt x="127" y="586"/>
                  <a:pt x="127" y="572"/>
                </a:cubicBezTo>
                <a:cubicBezTo>
                  <a:pt x="127" y="565"/>
                  <a:pt x="135" y="558"/>
                  <a:pt x="142" y="551"/>
                </a:cubicBezTo>
                <a:lnTo>
                  <a:pt x="142" y="551"/>
                </a:lnTo>
                <a:cubicBezTo>
                  <a:pt x="233" y="459"/>
                  <a:pt x="233" y="459"/>
                  <a:pt x="233" y="459"/>
                </a:cubicBezTo>
                <a:cubicBezTo>
                  <a:pt x="85" y="459"/>
                  <a:pt x="85" y="459"/>
                  <a:pt x="85" y="459"/>
                </a:cubicBezTo>
                <a:cubicBezTo>
                  <a:pt x="64" y="459"/>
                  <a:pt x="57" y="445"/>
                  <a:pt x="57" y="431"/>
                </a:cubicBezTo>
                <a:cubicBezTo>
                  <a:pt x="57" y="402"/>
                  <a:pt x="57" y="402"/>
                  <a:pt x="57" y="402"/>
                </a:cubicBezTo>
                <a:cubicBezTo>
                  <a:pt x="57" y="268"/>
                  <a:pt x="57" y="268"/>
                  <a:pt x="57" y="268"/>
                </a:cubicBezTo>
                <a:cubicBezTo>
                  <a:pt x="57" y="113"/>
                  <a:pt x="57" y="113"/>
                  <a:pt x="57" y="113"/>
                </a:cubicBezTo>
                <a:cubicBezTo>
                  <a:pt x="29" y="113"/>
                  <a:pt x="29" y="113"/>
                  <a:pt x="29" y="113"/>
                </a:cubicBezTo>
                <a:cubicBezTo>
                  <a:pt x="7" y="113"/>
                  <a:pt x="0" y="98"/>
                  <a:pt x="0" y="84"/>
                </a:cubicBezTo>
                <a:cubicBezTo>
                  <a:pt x="0" y="63"/>
                  <a:pt x="7" y="56"/>
                  <a:pt x="29" y="56"/>
                </a:cubicBezTo>
                <a:cubicBezTo>
                  <a:pt x="269" y="56"/>
                  <a:pt x="269" y="56"/>
                  <a:pt x="269" y="56"/>
                </a:cubicBezTo>
                <a:cubicBezTo>
                  <a:pt x="269" y="28"/>
                  <a:pt x="269" y="28"/>
                  <a:pt x="269" y="28"/>
                </a:cubicBezTo>
                <a:cubicBezTo>
                  <a:pt x="269" y="7"/>
                  <a:pt x="283" y="0"/>
                  <a:pt x="297" y="0"/>
                </a:cubicBezTo>
                <a:cubicBezTo>
                  <a:pt x="318" y="0"/>
                  <a:pt x="325" y="7"/>
                  <a:pt x="325" y="28"/>
                </a:cubicBezTo>
                <a:cubicBezTo>
                  <a:pt x="325" y="56"/>
                  <a:pt x="325" y="56"/>
                  <a:pt x="325" y="56"/>
                </a:cubicBezTo>
                <a:cubicBezTo>
                  <a:pt x="573" y="56"/>
                  <a:pt x="573" y="56"/>
                  <a:pt x="573" y="56"/>
                </a:cubicBezTo>
                <a:cubicBezTo>
                  <a:pt x="587" y="56"/>
                  <a:pt x="601" y="63"/>
                  <a:pt x="601" y="84"/>
                </a:cubicBezTo>
                <a:cubicBezTo>
                  <a:pt x="601" y="98"/>
                  <a:pt x="587" y="113"/>
                  <a:pt x="573" y="113"/>
                </a:cubicBezTo>
                <a:close/>
                <a:moveTo>
                  <a:pt x="488" y="240"/>
                </a:moveTo>
                <a:lnTo>
                  <a:pt x="488" y="240"/>
                </a:lnTo>
                <a:cubicBezTo>
                  <a:pt x="488" y="212"/>
                  <a:pt x="488" y="212"/>
                  <a:pt x="488" y="212"/>
                </a:cubicBezTo>
                <a:cubicBezTo>
                  <a:pt x="488" y="113"/>
                  <a:pt x="488" y="113"/>
                  <a:pt x="488" y="113"/>
                </a:cubicBezTo>
                <a:cubicBezTo>
                  <a:pt x="113" y="113"/>
                  <a:pt x="113" y="113"/>
                  <a:pt x="113" y="113"/>
                </a:cubicBezTo>
                <a:cubicBezTo>
                  <a:pt x="113" y="212"/>
                  <a:pt x="113" y="212"/>
                  <a:pt x="113" y="212"/>
                </a:cubicBezTo>
                <a:cubicBezTo>
                  <a:pt x="113" y="240"/>
                  <a:pt x="113" y="240"/>
                  <a:pt x="113" y="240"/>
                </a:cubicBezTo>
                <a:cubicBezTo>
                  <a:pt x="113" y="402"/>
                  <a:pt x="113" y="402"/>
                  <a:pt x="113" y="402"/>
                </a:cubicBezTo>
                <a:cubicBezTo>
                  <a:pt x="488" y="402"/>
                  <a:pt x="488" y="402"/>
                  <a:pt x="488" y="402"/>
                </a:cubicBezTo>
                <a:lnTo>
                  <a:pt x="488" y="24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1" name="Freeform 35"/>
          <p:cNvSpPr/>
          <p:nvPr/>
        </p:nvSpPr>
        <p:spPr>
          <a:xfrm>
            <a:off x="6161040" y="654120"/>
            <a:ext cx="219240" cy="216000"/>
          </a:xfrm>
          <a:custGeom>
            <a:avLst/>
            <a:gdLst/>
            <a:ahLst/>
            <a:rect l="l" t="t" r="r" b="b"/>
            <a:pathLst>
              <a:path w="609" h="601">
                <a:moveTo>
                  <a:pt x="28" y="183"/>
                </a:moveTo>
                <a:lnTo>
                  <a:pt x="28" y="183"/>
                </a:lnTo>
                <a:cubicBezTo>
                  <a:pt x="163" y="183"/>
                  <a:pt x="163" y="183"/>
                  <a:pt x="163" y="183"/>
                </a:cubicBezTo>
                <a:cubicBezTo>
                  <a:pt x="163" y="240"/>
                  <a:pt x="163" y="240"/>
                  <a:pt x="163" y="240"/>
                </a:cubicBezTo>
                <a:cubicBezTo>
                  <a:pt x="57" y="240"/>
                  <a:pt x="57" y="240"/>
                  <a:pt x="57" y="240"/>
                </a:cubicBezTo>
                <a:cubicBezTo>
                  <a:pt x="57" y="544"/>
                  <a:pt x="57" y="544"/>
                  <a:pt x="57" y="544"/>
                </a:cubicBezTo>
                <a:cubicBezTo>
                  <a:pt x="156" y="544"/>
                  <a:pt x="156" y="544"/>
                  <a:pt x="156" y="544"/>
                </a:cubicBezTo>
                <a:lnTo>
                  <a:pt x="156" y="544"/>
                </a:lnTo>
                <a:cubicBezTo>
                  <a:pt x="276" y="544"/>
                  <a:pt x="276" y="544"/>
                  <a:pt x="276" y="544"/>
                </a:cubicBezTo>
                <a:lnTo>
                  <a:pt x="276" y="544"/>
                </a:lnTo>
                <a:cubicBezTo>
                  <a:pt x="361" y="544"/>
                  <a:pt x="361" y="544"/>
                  <a:pt x="361" y="544"/>
                </a:cubicBezTo>
                <a:cubicBezTo>
                  <a:pt x="361" y="438"/>
                  <a:pt x="361" y="438"/>
                  <a:pt x="361" y="438"/>
                </a:cubicBezTo>
                <a:cubicBezTo>
                  <a:pt x="417" y="438"/>
                  <a:pt x="417" y="438"/>
                  <a:pt x="417" y="438"/>
                </a:cubicBezTo>
                <a:cubicBezTo>
                  <a:pt x="417" y="572"/>
                  <a:pt x="417" y="572"/>
                  <a:pt x="417" y="572"/>
                </a:cubicBezTo>
                <a:cubicBezTo>
                  <a:pt x="417" y="586"/>
                  <a:pt x="403" y="600"/>
                  <a:pt x="389" y="600"/>
                </a:cubicBezTo>
                <a:cubicBezTo>
                  <a:pt x="283" y="600"/>
                  <a:pt x="283" y="600"/>
                  <a:pt x="283" y="600"/>
                </a:cubicBezTo>
                <a:lnTo>
                  <a:pt x="283" y="600"/>
                </a:lnTo>
                <a:cubicBezTo>
                  <a:pt x="127" y="600"/>
                  <a:pt x="127" y="600"/>
                  <a:pt x="127" y="600"/>
                </a:cubicBezTo>
                <a:lnTo>
                  <a:pt x="127" y="600"/>
                </a:lnTo>
                <a:cubicBezTo>
                  <a:pt x="28" y="600"/>
                  <a:pt x="28" y="600"/>
                  <a:pt x="28" y="600"/>
                </a:cubicBezTo>
                <a:cubicBezTo>
                  <a:pt x="14" y="600"/>
                  <a:pt x="0" y="586"/>
                  <a:pt x="0" y="572"/>
                </a:cubicBezTo>
                <a:cubicBezTo>
                  <a:pt x="0" y="212"/>
                  <a:pt x="0" y="212"/>
                  <a:pt x="0" y="212"/>
                </a:cubicBezTo>
                <a:cubicBezTo>
                  <a:pt x="0" y="198"/>
                  <a:pt x="14" y="183"/>
                  <a:pt x="28" y="183"/>
                </a:cubicBezTo>
                <a:close/>
                <a:moveTo>
                  <a:pt x="311" y="409"/>
                </a:moveTo>
                <a:lnTo>
                  <a:pt x="311" y="409"/>
                </a:lnTo>
                <a:lnTo>
                  <a:pt x="311" y="409"/>
                </a:lnTo>
                <a:cubicBezTo>
                  <a:pt x="219" y="409"/>
                  <a:pt x="219" y="409"/>
                  <a:pt x="219" y="409"/>
                </a:cubicBezTo>
                <a:cubicBezTo>
                  <a:pt x="205" y="409"/>
                  <a:pt x="191" y="402"/>
                  <a:pt x="191" y="381"/>
                </a:cubicBezTo>
                <a:cubicBezTo>
                  <a:pt x="191" y="28"/>
                  <a:pt x="191" y="28"/>
                  <a:pt x="191" y="28"/>
                </a:cubicBezTo>
                <a:cubicBezTo>
                  <a:pt x="191" y="7"/>
                  <a:pt x="205" y="0"/>
                  <a:pt x="219" y="0"/>
                </a:cubicBezTo>
                <a:cubicBezTo>
                  <a:pt x="580" y="0"/>
                  <a:pt x="580" y="0"/>
                  <a:pt x="580" y="0"/>
                </a:cubicBezTo>
                <a:cubicBezTo>
                  <a:pt x="594" y="0"/>
                  <a:pt x="608" y="7"/>
                  <a:pt x="608" y="28"/>
                </a:cubicBezTo>
                <a:cubicBezTo>
                  <a:pt x="608" y="381"/>
                  <a:pt x="608" y="381"/>
                  <a:pt x="608" y="381"/>
                </a:cubicBezTo>
                <a:cubicBezTo>
                  <a:pt x="608" y="402"/>
                  <a:pt x="594" y="409"/>
                  <a:pt x="580" y="409"/>
                </a:cubicBezTo>
                <a:cubicBezTo>
                  <a:pt x="474" y="409"/>
                  <a:pt x="474" y="409"/>
                  <a:pt x="474" y="409"/>
                </a:cubicBezTo>
                <a:lnTo>
                  <a:pt x="474" y="409"/>
                </a:lnTo>
                <a:lnTo>
                  <a:pt x="311" y="409"/>
                </a:lnTo>
                <a:close/>
                <a:moveTo>
                  <a:pt x="551" y="353"/>
                </a:moveTo>
                <a:lnTo>
                  <a:pt x="551" y="353"/>
                </a:lnTo>
                <a:cubicBezTo>
                  <a:pt x="551" y="56"/>
                  <a:pt x="551" y="56"/>
                  <a:pt x="551" y="56"/>
                </a:cubicBezTo>
                <a:cubicBezTo>
                  <a:pt x="247" y="56"/>
                  <a:pt x="247" y="56"/>
                  <a:pt x="247" y="56"/>
                </a:cubicBezTo>
                <a:cubicBezTo>
                  <a:pt x="247" y="353"/>
                  <a:pt x="247" y="353"/>
                  <a:pt x="247" y="353"/>
                </a:cubicBezTo>
                <a:cubicBezTo>
                  <a:pt x="339" y="353"/>
                  <a:pt x="339" y="353"/>
                  <a:pt x="339" y="353"/>
                </a:cubicBezTo>
                <a:lnTo>
                  <a:pt x="339" y="353"/>
                </a:lnTo>
                <a:cubicBezTo>
                  <a:pt x="467" y="353"/>
                  <a:pt x="467" y="353"/>
                  <a:pt x="467" y="353"/>
                </a:cubicBezTo>
                <a:lnTo>
                  <a:pt x="467" y="353"/>
                </a:lnTo>
                <a:lnTo>
                  <a:pt x="551" y="35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2" name="Freeform 36"/>
          <p:cNvSpPr/>
          <p:nvPr/>
        </p:nvSpPr>
        <p:spPr>
          <a:xfrm>
            <a:off x="5781600" y="654120"/>
            <a:ext cx="217440" cy="216000"/>
          </a:xfrm>
          <a:custGeom>
            <a:avLst/>
            <a:gdLst/>
            <a:ahLst/>
            <a:rect l="l" t="t" r="r" b="b"/>
            <a:pathLst>
              <a:path w="602" h="601">
                <a:moveTo>
                  <a:pt x="572" y="409"/>
                </a:moveTo>
                <a:lnTo>
                  <a:pt x="572" y="409"/>
                </a:lnTo>
                <a:cubicBezTo>
                  <a:pt x="445" y="409"/>
                  <a:pt x="445" y="409"/>
                  <a:pt x="445" y="409"/>
                </a:cubicBezTo>
                <a:cubicBezTo>
                  <a:pt x="445" y="353"/>
                  <a:pt x="445" y="353"/>
                  <a:pt x="445" y="353"/>
                </a:cubicBezTo>
                <a:cubicBezTo>
                  <a:pt x="544" y="353"/>
                  <a:pt x="544" y="353"/>
                  <a:pt x="544" y="353"/>
                </a:cubicBezTo>
                <a:cubicBezTo>
                  <a:pt x="544" y="56"/>
                  <a:pt x="544" y="56"/>
                  <a:pt x="544" y="56"/>
                </a:cubicBezTo>
                <a:cubicBezTo>
                  <a:pt x="452" y="56"/>
                  <a:pt x="452" y="56"/>
                  <a:pt x="452" y="56"/>
                </a:cubicBezTo>
                <a:lnTo>
                  <a:pt x="452" y="56"/>
                </a:lnTo>
                <a:cubicBezTo>
                  <a:pt x="332" y="56"/>
                  <a:pt x="332" y="56"/>
                  <a:pt x="332" y="56"/>
                </a:cubicBezTo>
                <a:lnTo>
                  <a:pt x="332" y="56"/>
                </a:lnTo>
                <a:cubicBezTo>
                  <a:pt x="247" y="56"/>
                  <a:pt x="247" y="56"/>
                  <a:pt x="247" y="56"/>
                </a:cubicBezTo>
                <a:cubicBezTo>
                  <a:pt x="247" y="155"/>
                  <a:pt x="247" y="155"/>
                  <a:pt x="247" y="155"/>
                </a:cubicBezTo>
                <a:cubicBezTo>
                  <a:pt x="191" y="155"/>
                  <a:pt x="191" y="155"/>
                  <a:pt x="191" y="155"/>
                </a:cubicBezTo>
                <a:cubicBezTo>
                  <a:pt x="191" y="28"/>
                  <a:pt x="191" y="28"/>
                  <a:pt x="191" y="28"/>
                </a:cubicBezTo>
                <a:cubicBezTo>
                  <a:pt x="191" y="7"/>
                  <a:pt x="198" y="0"/>
                  <a:pt x="219" y="0"/>
                </a:cubicBezTo>
                <a:cubicBezTo>
                  <a:pt x="318" y="0"/>
                  <a:pt x="318" y="0"/>
                  <a:pt x="318" y="0"/>
                </a:cubicBezTo>
                <a:lnTo>
                  <a:pt x="318" y="0"/>
                </a:lnTo>
                <a:cubicBezTo>
                  <a:pt x="481" y="0"/>
                  <a:pt x="481" y="0"/>
                  <a:pt x="481" y="0"/>
                </a:cubicBezTo>
                <a:lnTo>
                  <a:pt x="481" y="0"/>
                </a:lnTo>
                <a:cubicBezTo>
                  <a:pt x="572" y="0"/>
                  <a:pt x="572" y="0"/>
                  <a:pt x="572" y="0"/>
                </a:cubicBezTo>
                <a:cubicBezTo>
                  <a:pt x="594" y="0"/>
                  <a:pt x="601" y="7"/>
                  <a:pt x="601" y="28"/>
                </a:cubicBezTo>
                <a:cubicBezTo>
                  <a:pt x="601" y="381"/>
                  <a:pt x="601" y="381"/>
                  <a:pt x="601" y="381"/>
                </a:cubicBezTo>
                <a:cubicBezTo>
                  <a:pt x="601" y="402"/>
                  <a:pt x="594" y="409"/>
                  <a:pt x="572" y="409"/>
                </a:cubicBezTo>
                <a:close/>
                <a:moveTo>
                  <a:pt x="290" y="183"/>
                </a:moveTo>
                <a:lnTo>
                  <a:pt x="290" y="183"/>
                </a:lnTo>
                <a:lnTo>
                  <a:pt x="290" y="183"/>
                </a:lnTo>
                <a:cubicBezTo>
                  <a:pt x="389" y="183"/>
                  <a:pt x="389" y="183"/>
                  <a:pt x="389" y="183"/>
                </a:cubicBezTo>
                <a:cubicBezTo>
                  <a:pt x="403" y="183"/>
                  <a:pt x="417" y="198"/>
                  <a:pt x="417" y="212"/>
                </a:cubicBezTo>
                <a:cubicBezTo>
                  <a:pt x="417" y="572"/>
                  <a:pt x="417" y="572"/>
                  <a:pt x="417" y="572"/>
                </a:cubicBezTo>
                <a:cubicBezTo>
                  <a:pt x="417" y="586"/>
                  <a:pt x="403" y="600"/>
                  <a:pt x="389" y="600"/>
                </a:cubicBezTo>
                <a:cubicBezTo>
                  <a:pt x="28" y="600"/>
                  <a:pt x="28" y="600"/>
                  <a:pt x="28" y="600"/>
                </a:cubicBezTo>
                <a:cubicBezTo>
                  <a:pt x="14" y="600"/>
                  <a:pt x="0" y="586"/>
                  <a:pt x="0" y="572"/>
                </a:cubicBezTo>
                <a:cubicBezTo>
                  <a:pt x="0" y="212"/>
                  <a:pt x="0" y="212"/>
                  <a:pt x="0" y="212"/>
                </a:cubicBezTo>
                <a:cubicBezTo>
                  <a:pt x="0" y="198"/>
                  <a:pt x="14" y="183"/>
                  <a:pt x="28" y="183"/>
                </a:cubicBezTo>
                <a:cubicBezTo>
                  <a:pt x="134" y="183"/>
                  <a:pt x="134" y="183"/>
                  <a:pt x="134" y="183"/>
                </a:cubicBezTo>
                <a:lnTo>
                  <a:pt x="134" y="183"/>
                </a:lnTo>
                <a:lnTo>
                  <a:pt x="290" y="183"/>
                </a:lnTo>
                <a:close/>
                <a:moveTo>
                  <a:pt x="57" y="240"/>
                </a:moveTo>
                <a:lnTo>
                  <a:pt x="57" y="240"/>
                </a:lnTo>
                <a:cubicBezTo>
                  <a:pt x="57" y="544"/>
                  <a:pt x="57" y="544"/>
                  <a:pt x="57" y="544"/>
                </a:cubicBezTo>
                <a:cubicBezTo>
                  <a:pt x="361" y="544"/>
                  <a:pt x="361" y="544"/>
                  <a:pt x="361" y="544"/>
                </a:cubicBezTo>
                <a:cubicBezTo>
                  <a:pt x="361" y="240"/>
                  <a:pt x="361" y="240"/>
                  <a:pt x="361" y="240"/>
                </a:cubicBezTo>
                <a:cubicBezTo>
                  <a:pt x="261" y="240"/>
                  <a:pt x="261" y="240"/>
                  <a:pt x="261" y="240"/>
                </a:cubicBezTo>
                <a:lnTo>
                  <a:pt x="261" y="240"/>
                </a:lnTo>
                <a:cubicBezTo>
                  <a:pt x="141" y="240"/>
                  <a:pt x="141" y="240"/>
                  <a:pt x="141" y="240"/>
                </a:cubicBezTo>
                <a:lnTo>
                  <a:pt x="141" y="240"/>
                </a:lnTo>
                <a:lnTo>
                  <a:pt x="57" y="24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Freeform 1"/>
          <p:cNvSpPr/>
          <p:nvPr/>
        </p:nvSpPr>
        <p:spPr>
          <a:xfrm>
            <a:off x="5842080" y="1522440"/>
            <a:ext cx="199800" cy="160200"/>
          </a:xfrm>
          <a:custGeom>
            <a:avLst/>
            <a:gdLst/>
            <a:ahLst/>
            <a:rect l="l" t="t" r="r" b="b"/>
            <a:pathLst>
              <a:path w="444" h="356">
                <a:moveTo>
                  <a:pt x="399" y="36"/>
                </a:moveTo>
                <a:lnTo>
                  <a:pt x="399" y="36"/>
                </a:lnTo>
                <a:cubicBezTo>
                  <a:pt x="355" y="0"/>
                  <a:pt x="293" y="0"/>
                  <a:pt x="248" y="36"/>
                </a:cubicBezTo>
                <a:cubicBezTo>
                  <a:pt x="221" y="62"/>
                  <a:pt x="221" y="62"/>
                  <a:pt x="221" y="62"/>
                </a:cubicBezTo>
                <a:cubicBezTo>
                  <a:pt x="195" y="36"/>
                  <a:pt x="195" y="36"/>
                  <a:pt x="195" y="36"/>
                </a:cubicBezTo>
                <a:cubicBezTo>
                  <a:pt x="151" y="0"/>
                  <a:pt x="89" y="0"/>
                  <a:pt x="45" y="36"/>
                </a:cubicBezTo>
                <a:cubicBezTo>
                  <a:pt x="0" y="80"/>
                  <a:pt x="0" y="151"/>
                  <a:pt x="45" y="186"/>
                </a:cubicBezTo>
                <a:cubicBezTo>
                  <a:pt x="221" y="355"/>
                  <a:pt x="221" y="355"/>
                  <a:pt x="221" y="355"/>
                </a:cubicBezTo>
                <a:cubicBezTo>
                  <a:pt x="399" y="186"/>
                  <a:pt x="399" y="186"/>
                  <a:pt x="399" y="186"/>
                </a:cubicBezTo>
                <a:cubicBezTo>
                  <a:pt x="443" y="151"/>
                  <a:pt x="443" y="80"/>
                  <a:pt x="399" y="3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4" name="Freeform 2"/>
          <p:cNvSpPr/>
          <p:nvPr/>
        </p:nvSpPr>
        <p:spPr>
          <a:xfrm>
            <a:off x="2324160" y="1514520"/>
            <a:ext cx="111240" cy="179280"/>
          </a:xfrm>
          <a:custGeom>
            <a:avLst/>
            <a:gdLst/>
            <a:ahLst/>
            <a:rect l="l" t="t" r="r" b="b"/>
            <a:pathLst>
              <a:path w="249" h="400">
                <a:moveTo>
                  <a:pt x="125" y="0"/>
                </a:moveTo>
                <a:lnTo>
                  <a:pt x="125" y="0"/>
                </a:lnTo>
                <a:cubicBezTo>
                  <a:pt x="53" y="0"/>
                  <a:pt x="0" y="54"/>
                  <a:pt x="0" y="125"/>
                </a:cubicBezTo>
                <a:cubicBezTo>
                  <a:pt x="0" y="240"/>
                  <a:pt x="125" y="399"/>
                  <a:pt x="125" y="399"/>
                </a:cubicBezTo>
                <a:cubicBezTo>
                  <a:pt x="125" y="399"/>
                  <a:pt x="248" y="240"/>
                  <a:pt x="248" y="125"/>
                </a:cubicBezTo>
                <a:cubicBezTo>
                  <a:pt x="248" y="54"/>
                  <a:pt x="195" y="0"/>
                  <a:pt x="125" y="0"/>
                </a:cubicBezTo>
                <a:close/>
                <a:moveTo>
                  <a:pt x="125" y="196"/>
                </a:moveTo>
                <a:lnTo>
                  <a:pt x="125" y="196"/>
                </a:lnTo>
                <a:cubicBezTo>
                  <a:pt x="88" y="196"/>
                  <a:pt x="53" y="160"/>
                  <a:pt x="53" y="125"/>
                </a:cubicBezTo>
                <a:cubicBezTo>
                  <a:pt x="53" y="89"/>
                  <a:pt x="88" y="54"/>
                  <a:pt x="125" y="54"/>
                </a:cubicBezTo>
                <a:cubicBezTo>
                  <a:pt x="159" y="54"/>
                  <a:pt x="195" y="89"/>
                  <a:pt x="195" y="125"/>
                </a:cubicBezTo>
                <a:cubicBezTo>
                  <a:pt x="195" y="160"/>
                  <a:pt x="159" y="196"/>
                  <a:pt x="125" y="19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5" name="Freeform 3"/>
          <p:cNvSpPr/>
          <p:nvPr/>
        </p:nvSpPr>
        <p:spPr>
          <a:xfrm>
            <a:off x="2714760" y="1514520"/>
            <a:ext cx="223560" cy="179280"/>
          </a:xfrm>
          <a:custGeom>
            <a:avLst/>
            <a:gdLst/>
            <a:ahLst/>
            <a:rect l="l" t="t" r="r" b="b"/>
            <a:pathLst>
              <a:path w="497" h="400">
                <a:moveTo>
                  <a:pt x="487" y="71"/>
                </a:moveTo>
                <a:lnTo>
                  <a:pt x="487" y="71"/>
                </a:lnTo>
                <a:cubicBezTo>
                  <a:pt x="372" y="0"/>
                  <a:pt x="372" y="0"/>
                  <a:pt x="372" y="0"/>
                </a:cubicBezTo>
                <a:cubicBezTo>
                  <a:pt x="363" y="0"/>
                  <a:pt x="363" y="0"/>
                  <a:pt x="354" y="0"/>
                </a:cubicBezTo>
                <a:cubicBezTo>
                  <a:pt x="248" y="71"/>
                  <a:pt x="248" y="71"/>
                  <a:pt x="248" y="71"/>
                </a:cubicBezTo>
                <a:cubicBezTo>
                  <a:pt x="142" y="0"/>
                  <a:pt x="142" y="0"/>
                  <a:pt x="142" y="0"/>
                </a:cubicBezTo>
                <a:cubicBezTo>
                  <a:pt x="132" y="0"/>
                  <a:pt x="132" y="0"/>
                  <a:pt x="123" y="0"/>
                </a:cubicBezTo>
                <a:cubicBezTo>
                  <a:pt x="8" y="71"/>
                  <a:pt x="8" y="71"/>
                  <a:pt x="8" y="71"/>
                </a:cubicBezTo>
                <a:cubicBezTo>
                  <a:pt x="0" y="80"/>
                  <a:pt x="0" y="80"/>
                  <a:pt x="0" y="89"/>
                </a:cubicBezTo>
                <a:cubicBezTo>
                  <a:pt x="0" y="382"/>
                  <a:pt x="0" y="382"/>
                  <a:pt x="0" y="382"/>
                </a:cubicBezTo>
                <a:cubicBezTo>
                  <a:pt x="0" y="382"/>
                  <a:pt x="0" y="390"/>
                  <a:pt x="8" y="390"/>
                </a:cubicBezTo>
                <a:cubicBezTo>
                  <a:pt x="8" y="399"/>
                  <a:pt x="17" y="399"/>
                  <a:pt x="26" y="390"/>
                </a:cubicBezTo>
                <a:cubicBezTo>
                  <a:pt x="132" y="328"/>
                  <a:pt x="132" y="328"/>
                  <a:pt x="132" y="328"/>
                </a:cubicBezTo>
                <a:cubicBezTo>
                  <a:pt x="239" y="390"/>
                  <a:pt x="239" y="390"/>
                  <a:pt x="239" y="390"/>
                </a:cubicBezTo>
                <a:cubicBezTo>
                  <a:pt x="248" y="399"/>
                  <a:pt x="248" y="399"/>
                  <a:pt x="257" y="390"/>
                </a:cubicBezTo>
                <a:cubicBezTo>
                  <a:pt x="363" y="328"/>
                  <a:pt x="363" y="328"/>
                  <a:pt x="363" y="328"/>
                </a:cubicBezTo>
                <a:cubicBezTo>
                  <a:pt x="470" y="390"/>
                  <a:pt x="470" y="390"/>
                  <a:pt x="470" y="390"/>
                </a:cubicBezTo>
                <a:cubicBezTo>
                  <a:pt x="470" y="399"/>
                  <a:pt x="478" y="399"/>
                  <a:pt x="478" y="399"/>
                </a:cubicBezTo>
                <a:cubicBezTo>
                  <a:pt x="478" y="399"/>
                  <a:pt x="487" y="399"/>
                  <a:pt x="487" y="390"/>
                </a:cubicBezTo>
                <a:cubicBezTo>
                  <a:pt x="496" y="390"/>
                  <a:pt x="496" y="382"/>
                  <a:pt x="496" y="382"/>
                </a:cubicBezTo>
                <a:cubicBezTo>
                  <a:pt x="496" y="89"/>
                  <a:pt x="496" y="89"/>
                  <a:pt x="496" y="89"/>
                </a:cubicBezTo>
                <a:cubicBezTo>
                  <a:pt x="496" y="80"/>
                  <a:pt x="496" y="80"/>
                  <a:pt x="487" y="71"/>
                </a:cubicBezTo>
                <a:close/>
                <a:moveTo>
                  <a:pt x="115" y="293"/>
                </a:moveTo>
                <a:lnTo>
                  <a:pt x="115" y="293"/>
                </a:lnTo>
                <a:cubicBezTo>
                  <a:pt x="35" y="346"/>
                  <a:pt x="35" y="346"/>
                  <a:pt x="35" y="346"/>
                </a:cubicBezTo>
                <a:cubicBezTo>
                  <a:pt x="35" y="98"/>
                  <a:pt x="35" y="98"/>
                  <a:pt x="35" y="98"/>
                </a:cubicBezTo>
                <a:cubicBezTo>
                  <a:pt x="115" y="44"/>
                  <a:pt x="115" y="44"/>
                  <a:pt x="115" y="44"/>
                </a:cubicBezTo>
                <a:lnTo>
                  <a:pt x="115" y="293"/>
                </a:lnTo>
                <a:close/>
                <a:moveTo>
                  <a:pt x="230" y="346"/>
                </a:moveTo>
                <a:lnTo>
                  <a:pt x="230" y="346"/>
                </a:lnTo>
                <a:cubicBezTo>
                  <a:pt x="150" y="293"/>
                  <a:pt x="150" y="293"/>
                  <a:pt x="150" y="293"/>
                </a:cubicBezTo>
                <a:cubicBezTo>
                  <a:pt x="150" y="44"/>
                  <a:pt x="150" y="44"/>
                  <a:pt x="150" y="44"/>
                </a:cubicBezTo>
                <a:cubicBezTo>
                  <a:pt x="230" y="98"/>
                  <a:pt x="230" y="98"/>
                  <a:pt x="230" y="98"/>
                </a:cubicBezTo>
                <a:lnTo>
                  <a:pt x="230" y="346"/>
                </a:lnTo>
                <a:close/>
                <a:moveTo>
                  <a:pt x="345" y="293"/>
                </a:moveTo>
                <a:lnTo>
                  <a:pt x="345" y="293"/>
                </a:lnTo>
                <a:cubicBezTo>
                  <a:pt x="266" y="346"/>
                  <a:pt x="266" y="346"/>
                  <a:pt x="266" y="346"/>
                </a:cubicBezTo>
                <a:cubicBezTo>
                  <a:pt x="266" y="98"/>
                  <a:pt x="266" y="98"/>
                  <a:pt x="266" y="98"/>
                </a:cubicBezTo>
                <a:cubicBezTo>
                  <a:pt x="345" y="44"/>
                  <a:pt x="345" y="44"/>
                  <a:pt x="345" y="44"/>
                </a:cubicBezTo>
                <a:lnTo>
                  <a:pt x="345" y="293"/>
                </a:lnTo>
                <a:close/>
                <a:moveTo>
                  <a:pt x="461" y="346"/>
                </a:moveTo>
                <a:lnTo>
                  <a:pt x="461" y="346"/>
                </a:lnTo>
                <a:cubicBezTo>
                  <a:pt x="380" y="293"/>
                  <a:pt x="380" y="293"/>
                  <a:pt x="380" y="293"/>
                </a:cubicBezTo>
                <a:cubicBezTo>
                  <a:pt x="380" y="44"/>
                  <a:pt x="380" y="44"/>
                  <a:pt x="380" y="44"/>
                </a:cubicBezTo>
                <a:cubicBezTo>
                  <a:pt x="461" y="98"/>
                  <a:pt x="461" y="98"/>
                  <a:pt x="461" y="98"/>
                </a:cubicBezTo>
                <a:lnTo>
                  <a:pt x="461" y="34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6" name="Freeform 4"/>
          <p:cNvSpPr/>
          <p:nvPr/>
        </p:nvSpPr>
        <p:spPr>
          <a:xfrm>
            <a:off x="1379520" y="1514520"/>
            <a:ext cx="222120" cy="176040"/>
          </a:xfrm>
          <a:custGeom>
            <a:avLst/>
            <a:gdLst/>
            <a:ahLst/>
            <a:rect l="l" t="t" r="r" b="b"/>
            <a:pathLst>
              <a:path w="498" h="391">
                <a:moveTo>
                  <a:pt x="372" y="337"/>
                </a:moveTo>
                <a:lnTo>
                  <a:pt x="372" y="337"/>
                </a:lnTo>
                <a:cubicBezTo>
                  <a:pt x="53" y="337"/>
                  <a:pt x="53" y="337"/>
                  <a:pt x="53" y="337"/>
                </a:cubicBezTo>
                <a:cubicBezTo>
                  <a:pt x="53" y="116"/>
                  <a:pt x="53" y="116"/>
                  <a:pt x="53" y="116"/>
                </a:cubicBezTo>
                <a:cubicBezTo>
                  <a:pt x="116" y="116"/>
                  <a:pt x="116" y="116"/>
                  <a:pt x="116" y="116"/>
                </a:cubicBezTo>
                <a:cubicBezTo>
                  <a:pt x="116" y="116"/>
                  <a:pt x="133" y="98"/>
                  <a:pt x="169" y="71"/>
                </a:cubicBezTo>
                <a:cubicBezTo>
                  <a:pt x="27" y="71"/>
                  <a:pt x="27" y="71"/>
                  <a:pt x="27" y="71"/>
                </a:cubicBezTo>
                <a:cubicBezTo>
                  <a:pt x="9" y="71"/>
                  <a:pt x="0" y="80"/>
                  <a:pt x="0" y="89"/>
                </a:cubicBezTo>
                <a:cubicBezTo>
                  <a:pt x="0" y="363"/>
                  <a:pt x="0" y="363"/>
                  <a:pt x="0" y="363"/>
                </a:cubicBezTo>
                <a:cubicBezTo>
                  <a:pt x="0" y="382"/>
                  <a:pt x="9" y="390"/>
                  <a:pt x="27" y="390"/>
                </a:cubicBezTo>
                <a:cubicBezTo>
                  <a:pt x="399" y="390"/>
                  <a:pt x="399" y="390"/>
                  <a:pt x="399" y="390"/>
                </a:cubicBezTo>
                <a:cubicBezTo>
                  <a:pt x="408" y="390"/>
                  <a:pt x="426" y="382"/>
                  <a:pt x="426" y="363"/>
                </a:cubicBezTo>
                <a:cubicBezTo>
                  <a:pt x="426" y="275"/>
                  <a:pt x="426" y="275"/>
                  <a:pt x="426" y="275"/>
                </a:cubicBezTo>
                <a:cubicBezTo>
                  <a:pt x="372" y="310"/>
                  <a:pt x="372" y="310"/>
                  <a:pt x="372" y="310"/>
                </a:cubicBezTo>
                <a:lnTo>
                  <a:pt x="372" y="337"/>
                </a:lnTo>
                <a:close/>
                <a:moveTo>
                  <a:pt x="328" y="169"/>
                </a:moveTo>
                <a:lnTo>
                  <a:pt x="328" y="169"/>
                </a:lnTo>
                <a:cubicBezTo>
                  <a:pt x="328" y="257"/>
                  <a:pt x="328" y="257"/>
                  <a:pt x="328" y="257"/>
                </a:cubicBezTo>
                <a:cubicBezTo>
                  <a:pt x="497" y="125"/>
                  <a:pt x="497" y="125"/>
                  <a:pt x="497" y="125"/>
                </a:cubicBezTo>
                <a:cubicBezTo>
                  <a:pt x="328" y="0"/>
                  <a:pt x="328" y="0"/>
                  <a:pt x="328" y="0"/>
                </a:cubicBezTo>
                <a:cubicBezTo>
                  <a:pt x="328" y="80"/>
                  <a:pt x="328" y="80"/>
                  <a:pt x="328" y="80"/>
                </a:cubicBezTo>
                <a:cubicBezTo>
                  <a:pt x="133" y="80"/>
                  <a:pt x="133" y="275"/>
                  <a:pt x="133" y="275"/>
                </a:cubicBezTo>
                <a:cubicBezTo>
                  <a:pt x="186" y="187"/>
                  <a:pt x="222" y="169"/>
                  <a:pt x="328" y="16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7" name="Freeform 5"/>
          <p:cNvSpPr/>
          <p:nvPr/>
        </p:nvSpPr>
        <p:spPr>
          <a:xfrm>
            <a:off x="3164040" y="1494000"/>
            <a:ext cx="215640" cy="215640"/>
          </a:xfrm>
          <a:custGeom>
            <a:avLst/>
            <a:gdLst/>
            <a:ahLst/>
            <a:rect l="l" t="t" r="r" b="b"/>
            <a:pathLst>
              <a:path w="480" h="480">
                <a:moveTo>
                  <a:pt x="239" y="0"/>
                </a:moveTo>
                <a:lnTo>
                  <a:pt x="239" y="0"/>
                </a:lnTo>
                <a:cubicBezTo>
                  <a:pt x="107" y="9"/>
                  <a:pt x="0" y="115"/>
                  <a:pt x="0" y="248"/>
                </a:cubicBezTo>
                <a:cubicBezTo>
                  <a:pt x="0" y="372"/>
                  <a:pt x="107" y="479"/>
                  <a:pt x="239" y="479"/>
                </a:cubicBezTo>
                <a:cubicBezTo>
                  <a:pt x="372" y="479"/>
                  <a:pt x="479" y="372"/>
                  <a:pt x="479" y="240"/>
                </a:cubicBezTo>
                <a:cubicBezTo>
                  <a:pt x="479" y="107"/>
                  <a:pt x="363" y="0"/>
                  <a:pt x="239" y="0"/>
                </a:cubicBezTo>
                <a:close/>
                <a:moveTo>
                  <a:pt x="239" y="426"/>
                </a:moveTo>
                <a:lnTo>
                  <a:pt x="239" y="426"/>
                </a:lnTo>
                <a:cubicBezTo>
                  <a:pt x="142" y="434"/>
                  <a:pt x="53" y="346"/>
                  <a:pt x="53" y="248"/>
                </a:cubicBezTo>
                <a:cubicBezTo>
                  <a:pt x="53" y="142"/>
                  <a:pt x="133" y="53"/>
                  <a:pt x="239" y="53"/>
                </a:cubicBezTo>
                <a:cubicBezTo>
                  <a:pt x="336" y="53"/>
                  <a:pt x="426" y="133"/>
                  <a:pt x="426" y="240"/>
                </a:cubicBezTo>
                <a:cubicBezTo>
                  <a:pt x="426" y="346"/>
                  <a:pt x="345" y="426"/>
                  <a:pt x="239" y="426"/>
                </a:cubicBezTo>
                <a:close/>
                <a:moveTo>
                  <a:pt x="123" y="354"/>
                </a:moveTo>
                <a:lnTo>
                  <a:pt x="123" y="354"/>
                </a:lnTo>
                <a:cubicBezTo>
                  <a:pt x="123" y="354"/>
                  <a:pt x="239" y="337"/>
                  <a:pt x="283" y="293"/>
                </a:cubicBezTo>
                <a:cubicBezTo>
                  <a:pt x="336" y="240"/>
                  <a:pt x="354" y="124"/>
                  <a:pt x="354" y="124"/>
                </a:cubicBezTo>
                <a:cubicBezTo>
                  <a:pt x="354" y="124"/>
                  <a:pt x="239" y="142"/>
                  <a:pt x="186" y="195"/>
                </a:cubicBezTo>
                <a:cubicBezTo>
                  <a:pt x="142" y="240"/>
                  <a:pt x="123" y="354"/>
                  <a:pt x="123" y="354"/>
                </a:cubicBezTo>
                <a:close/>
                <a:moveTo>
                  <a:pt x="213" y="213"/>
                </a:moveTo>
                <a:lnTo>
                  <a:pt x="213" y="213"/>
                </a:lnTo>
                <a:cubicBezTo>
                  <a:pt x="239" y="195"/>
                  <a:pt x="274" y="178"/>
                  <a:pt x="310" y="169"/>
                </a:cubicBezTo>
                <a:cubicBezTo>
                  <a:pt x="301" y="204"/>
                  <a:pt x="283" y="248"/>
                  <a:pt x="266" y="266"/>
                </a:cubicBezTo>
                <a:cubicBezTo>
                  <a:pt x="248" y="275"/>
                  <a:pt x="230" y="275"/>
                  <a:pt x="213" y="266"/>
                </a:cubicBezTo>
                <a:cubicBezTo>
                  <a:pt x="204" y="248"/>
                  <a:pt x="204" y="231"/>
                  <a:pt x="213" y="21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" name="Freeform 6"/>
          <p:cNvSpPr/>
          <p:nvPr/>
        </p:nvSpPr>
        <p:spPr>
          <a:xfrm>
            <a:off x="3621240" y="1501920"/>
            <a:ext cx="198360" cy="196560"/>
          </a:xfrm>
          <a:custGeom>
            <a:avLst/>
            <a:gdLst/>
            <a:ahLst/>
            <a:rect l="l" t="t" r="r" b="b"/>
            <a:pathLst>
              <a:path w="444" h="435">
                <a:moveTo>
                  <a:pt x="425" y="17"/>
                </a:moveTo>
                <a:lnTo>
                  <a:pt x="425" y="17"/>
                </a:lnTo>
                <a:cubicBezTo>
                  <a:pt x="408" y="0"/>
                  <a:pt x="399" y="17"/>
                  <a:pt x="345" y="35"/>
                </a:cubicBezTo>
                <a:cubicBezTo>
                  <a:pt x="221" y="97"/>
                  <a:pt x="0" y="222"/>
                  <a:pt x="0" y="222"/>
                </a:cubicBezTo>
                <a:cubicBezTo>
                  <a:pt x="195" y="248"/>
                  <a:pt x="195" y="248"/>
                  <a:pt x="195" y="248"/>
                </a:cubicBezTo>
                <a:cubicBezTo>
                  <a:pt x="221" y="434"/>
                  <a:pt x="221" y="434"/>
                  <a:pt x="221" y="434"/>
                </a:cubicBezTo>
                <a:cubicBezTo>
                  <a:pt x="221" y="434"/>
                  <a:pt x="345" y="222"/>
                  <a:pt x="399" y="89"/>
                </a:cubicBezTo>
                <a:cubicBezTo>
                  <a:pt x="425" y="44"/>
                  <a:pt x="443" y="26"/>
                  <a:pt x="425" y="17"/>
                </a:cubicBezTo>
                <a:close/>
                <a:moveTo>
                  <a:pt x="381" y="62"/>
                </a:moveTo>
                <a:lnTo>
                  <a:pt x="381" y="62"/>
                </a:lnTo>
                <a:cubicBezTo>
                  <a:pt x="239" y="319"/>
                  <a:pt x="239" y="319"/>
                  <a:pt x="239" y="319"/>
                </a:cubicBezTo>
                <a:cubicBezTo>
                  <a:pt x="230" y="204"/>
                  <a:pt x="230" y="204"/>
                  <a:pt x="230" y="204"/>
                </a:cubicBezTo>
                <a:lnTo>
                  <a:pt x="381" y="6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9" name="Freeform 7"/>
          <p:cNvSpPr/>
          <p:nvPr/>
        </p:nvSpPr>
        <p:spPr>
          <a:xfrm>
            <a:off x="4964040" y="1501920"/>
            <a:ext cx="174600" cy="199800"/>
          </a:xfrm>
          <a:custGeom>
            <a:avLst/>
            <a:gdLst/>
            <a:ahLst/>
            <a:rect l="l" t="t" r="r" b="b"/>
            <a:pathLst>
              <a:path w="390" h="444">
                <a:moveTo>
                  <a:pt x="319" y="301"/>
                </a:moveTo>
                <a:lnTo>
                  <a:pt x="319" y="301"/>
                </a:lnTo>
                <a:cubicBezTo>
                  <a:pt x="301" y="301"/>
                  <a:pt x="283" y="301"/>
                  <a:pt x="274" y="310"/>
                </a:cubicBezTo>
                <a:cubicBezTo>
                  <a:pt x="142" y="239"/>
                  <a:pt x="142" y="239"/>
                  <a:pt x="142" y="239"/>
                </a:cubicBezTo>
                <a:cubicBezTo>
                  <a:pt x="142" y="230"/>
                  <a:pt x="142" y="230"/>
                  <a:pt x="142" y="222"/>
                </a:cubicBezTo>
                <a:lnTo>
                  <a:pt x="142" y="213"/>
                </a:lnTo>
                <a:cubicBezTo>
                  <a:pt x="274" y="133"/>
                  <a:pt x="274" y="133"/>
                  <a:pt x="274" y="133"/>
                </a:cubicBezTo>
                <a:cubicBezTo>
                  <a:pt x="283" y="142"/>
                  <a:pt x="301" y="151"/>
                  <a:pt x="319" y="151"/>
                </a:cubicBezTo>
                <a:cubicBezTo>
                  <a:pt x="363" y="151"/>
                  <a:pt x="389" y="115"/>
                  <a:pt x="389" y="70"/>
                </a:cubicBezTo>
                <a:cubicBezTo>
                  <a:pt x="389" y="35"/>
                  <a:pt x="363" y="0"/>
                  <a:pt x="319" y="0"/>
                </a:cubicBezTo>
                <a:cubicBezTo>
                  <a:pt x="274" y="0"/>
                  <a:pt x="248" y="35"/>
                  <a:pt x="248" y="70"/>
                </a:cubicBezTo>
                <a:cubicBezTo>
                  <a:pt x="248" y="80"/>
                  <a:pt x="248" y="80"/>
                  <a:pt x="248" y="89"/>
                </a:cubicBezTo>
                <a:cubicBezTo>
                  <a:pt x="115" y="169"/>
                  <a:pt x="115" y="169"/>
                  <a:pt x="115" y="169"/>
                </a:cubicBezTo>
                <a:cubicBezTo>
                  <a:pt x="107" y="151"/>
                  <a:pt x="88" y="151"/>
                  <a:pt x="70" y="151"/>
                </a:cubicBezTo>
                <a:cubicBezTo>
                  <a:pt x="26" y="151"/>
                  <a:pt x="0" y="186"/>
                  <a:pt x="0" y="222"/>
                </a:cubicBezTo>
                <a:cubicBezTo>
                  <a:pt x="0" y="266"/>
                  <a:pt x="26" y="301"/>
                  <a:pt x="70" y="301"/>
                </a:cubicBezTo>
                <a:cubicBezTo>
                  <a:pt x="88" y="301"/>
                  <a:pt x="107" y="292"/>
                  <a:pt x="115" y="283"/>
                </a:cubicBezTo>
                <a:cubicBezTo>
                  <a:pt x="248" y="363"/>
                  <a:pt x="248" y="363"/>
                  <a:pt x="248" y="363"/>
                </a:cubicBezTo>
                <a:lnTo>
                  <a:pt x="248" y="372"/>
                </a:lnTo>
                <a:cubicBezTo>
                  <a:pt x="248" y="416"/>
                  <a:pt x="274" y="443"/>
                  <a:pt x="319" y="443"/>
                </a:cubicBezTo>
                <a:cubicBezTo>
                  <a:pt x="363" y="443"/>
                  <a:pt x="389" y="416"/>
                  <a:pt x="389" y="372"/>
                </a:cubicBezTo>
                <a:cubicBezTo>
                  <a:pt x="389" y="328"/>
                  <a:pt x="363" y="301"/>
                  <a:pt x="319" y="30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0" name="Freeform 8"/>
          <p:cNvSpPr/>
          <p:nvPr/>
        </p:nvSpPr>
        <p:spPr>
          <a:xfrm>
            <a:off x="488880" y="1501920"/>
            <a:ext cx="223920" cy="199800"/>
          </a:xfrm>
          <a:custGeom>
            <a:avLst/>
            <a:gdLst/>
            <a:ahLst/>
            <a:rect l="l" t="t" r="r" b="b"/>
            <a:pathLst>
              <a:path w="497" h="444">
                <a:moveTo>
                  <a:pt x="310" y="336"/>
                </a:moveTo>
                <a:lnTo>
                  <a:pt x="310" y="336"/>
                </a:lnTo>
                <a:cubicBezTo>
                  <a:pt x="248" y="310"/>
                  <a:pt x="221" y="292"/>
                  <a:pt x="221" y="257"/>
                </a:cubicBezTo>
                <a:cubicBezTo>
                  <a:pt x="221" y="230"/>
                  <a:pt x="239" y="239"/>
                  <a:pt x="248" y="195"/>
                </a:cubicBezTo>
                <a:cubicBezTo>
                  <a:pt x="257" y="177"/>
                  <a:pt x="274" y="195"/>
                  <a:pt x="274" y="151"/>
                </a:cubicBezTo>
                <a:cubicBezTo>
                  <a:pt x="274" y="133"/>
                  <a:pt x="266" y="133"/>
                  <a:pt x="266" y="133"/>
                </a:cubicBezTo>
                <a:cubicBezTo>
                  <a:pt x="266" y="133"/>
                  <a:pt x="274" y="106"/>
                  <a:pt x="274" y="89"/>
                </a:cubicBezTo>
                <a:cubicBezTo>
                  <a:pt x="274" y="62"/>
                  <a:pt x="257" y="0"/>
                  <a:pt x="177" y="0"/>
                </a:cubicBezTo>
                <a:cubicBezTo>
                  <a:pt x="88" y="0"/>
                  <a:pt x="70" y="62"/>
                  <a:pt x="70" y="89"/>
                </a:cubicBezTo>
                <a:cubicBezTo>
                  <a:pt x="70" y="106"/>
                  <a:pt x="79" y="133"/>
                  <a:pt x="79" y="133"/>
                </a:cubicBezTo>
                <a:cubicBezTo>
                  <a:pt x="79" y="133"/>
                  <a:pt x="70" y="133"/>
                  <a:pt x="70" y="151"/>
                </a:cubicBezTo>
                <a:cubicBezTo>
                  <a:pt x="70" y="195"/>
                  <a:pt x="88" y="177"/>
                  <a:pt x="97" y="195"/>
                </a:cubicBezTo>
                <a:cubicBezTo>
                  <a:pt x="106" y="239"/>
                  <a:pt x="123" y="230"/>
                  <a:pt x="123" y="257"/>
                </a:cubicBezTo>
                <a:cubicBezTo>
                  <a:pt x="123" y="292"/>
                  <a:pt x="97" y="310"/>
                  <a:pt x="35" y="336"/>
                </a:cubicBezTo>
                <a:cubicBezTo>
                  <a:pt x="35" y="336"/>
                  <a:pt x="17" y="336"/>
                  <a:pt x="0" y="345"/>
                </a:cubicBezTo>
                <a:cubicBezTo>
                  <a:pt x="0" y="443"/>
                  <a:pt x="0" y="443"/>
                  <a:pt x="0" y="443"/>
                </a:cubicBezTo>
                <a:cubicBezTo>
                  <a:pt x="398" y="443"/>
                  <a:pt x="398" y="443"/>
                  <a:pt x="398" y="443"/>
                </a:cubicBezTo>
                <a:cubicBezTo>
                  <a:pt x="398" y="443"/>
                  <a:pt x="398" y="408"/>
                  <a:pt x="398" y="399"/>
                </a:cubicBezTo>
                <a:cubicBezTo>
                  <a:pt x="398" y="381"/>
                  <a:pt x="372" y="354"/>
                  <a:pt x="310" y="336"/>
                </a:cubicBezTo>
                <a:close/>
                <a:moveTo>
                  <a:pt x="425" y="195"/>
                </a:moveTo>
                <a:lnTo>
                  <a:pt x="425" y="195"/>
                </a:lnTo>
                <a:cubicBezTo>
                  <a:pt x="425" y="124"/>
                  <a:pt x="425" y="124"/>
                  <a:pt x="425" y="124"/>
                </a:cubicBezTo>
                <a:cubicBezTo>
                  <a:pt x="372" y="124"/>
                  <a:pt x="372" y="124"/>
                  <a:pt x="372" y="124"/>
                </a:cubicBezTo>
                <a:cubicBezTo>
                  <a:pt x="372" y="195"/>
                  <a:pt x="372" y="195"/>
                  <a:pt x="372" y="195"/>
                </a:cubicBezTo>
                <a:cubicBezTo>
                  <a:pt x="301" y="195"/>
                  <a:pt x="301" y="195"/>
                  <a:pt x="301" y="195"/>
                </a:cubicBezTo>
                <a:cubicBezTo>
                  <a:pt x="301" y="248"/>
                  <a:pt x="301" y="248"/>
                  <a:pt x="301" y="248"/>
                </a:cubicBezTo>
                <a:cubicBezTo>
                  <a:pt x="372" y="248"/>
                  <a:pt x="372" y="248"/>
                  <a:pt x="372" y="248"/>
                </a:cubicBezTo>
                <a:cubicBezTo>
                  <a:pt x="372" y="319"/>
                  <a:pt x="372" y="319"/>
                  <a:pt x="372" y="319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25" y="248"/>
                  <a:pt x="425" y="248"/>
                  <a:pt x="425" y="248"/>
                </a:cubicBezTo>
                <a:cubicBezTo>
                  <a:pt x="496" y="248"/>
                  <a:pt x="496" y="248"/>
                  <a:pt x="496" y="248"/>
                </a:cubicBezTo>
                <a:cubicBezTo>
                  <a:pt x="496" y="195"/>
                  <a:pt x="496" y="195"/>
                  <a:pt x="496" y="195"/>
                </a:cubicBezTo>
                <a:lnTo>
                  <a:pt x="425" y="19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1" name="Freeform 9"/>
          <p:cNvSpPr/>
          <p:nvPr/>
        </p:nvSpPr>
        <p:spPr>
          <a:xfrm>
            <a:off x="4065480" y="1506600"/>
            <a:ext cx="192240" cy="191880"/>
          </a:xfrm>
          <a:custGeom>
            <a:avLst/>
            <a:gdLst/>
            <a:ahLst/>
            <a:rect l="l" t="t" r="r" b="b"/>
            <a:pathLst>
              <a:path w="426" h="426">
                <a:moveTo>
                  <a:pt x="212" y="0"/>
                </a:moveTo>
                <a:lnTo>
                  <a:pt x="212" y="0"/>
                </a:lnTo>
                <a:cubicBezTo>
                  <a:pt x="97" y="0"/>
                  <a:pt x="0" y="97"/>
                  <a:pt x="0" y="213"/>
                </a:cubicBezTo>
                <a:cubicBezTo>
                  <a:pt x="0" y="336"/>
                  <a:pt x="97" y="425"/>
                  <a:pt x="212" y="425"/>
                </a:cubicBezTo>
                <a:cubicBezTo>
                  <a:pt x="327" y="425"/>
                  <a:pt x="425" y="336"/>
                  <a:pt x="425" y="213"/>
                </a:cubicBezTo>
                <a:cubicBezTo>
                  <a:pt x="425" y="97"/>
                  <a:pt x="327" y="0"/>
                  <a:pt x="212" y="0"/>
                </a:cubicBezTo>
                <a:close/>
                <a:moveTo>
                  <a:pt x="229" y="390"/>
                </a:moveTo>
                <a:lnTo>
                  <a:pt x="229" y="390"/>
                </a:lnTo>
                <a:cubicBezTo>
                  <a:pt x="229" y="292"/>
                  <a:pt x="229" y="292"/>
                  <a:pt x="229" y="292"/>
                </a:cubicBezTo>
                <a:cubicBezTo>
                  <a:pt x="194" y="292"/>
                  <a:pt x="194" y="292"/>
                  <a:pt x="194" y="292"/>
                </a:cubicBezTo>
                <a:cubicBezTo>
                  <a:pt x="194" y="390"/>
                  <a:pt x="194" y="390"/>
                  <a:pt x="194" y="390"/>
                </a:cubicBezTo>
                <a:cubicBezTo>
                  <a:pt x="114" y="380"/>
                  <a:pt x="44" y="310"/>
                  <a:pt x="35" y="230"/>
                </a:cubicBezTo>
                <a:cubicBezTo>
                  <a:pt x="132" y="230"/>
                  <a:pt x="132" y="230"/>
                  <a:pt x="132" y="230"/>
                </a:cubicBezTo>
                <a:cubicBezTo>
                  <a:pt x="132" y="195"/>
                  <a:pt x="132" y="195"/>
                  <a:pt x="132" y="195"/>
                </a:cubicBezTo>
                <a:cubicBezTo>
                  <a:pt x="35" y="195"/>
                  <a:pt x="35" y="195"/>
                  <a:pt x="35" y="195"/>
                </a:cubicBezTo>
                <a:cubicBezTo>
                  <a:pt x="44" y="115"/>
                  <a:pt x="114" y="53"/>
                  <a:pt x="194" y="44"/>
                </a:cubicBezTo>
                <a:cubicBezTo>
                  <a:pt x="194" y="142"/>
                  <a:pt x="194" y="142"/>
                  <a:pt x="194" y="142"/>
                </a:cubicBezTo>
                <a:cubicBezTo>
                  <a:pt x="229" y="142"/>
                  <a:pt x="229" y="142"/>
                  <a:pt x="229" y="142"/>
                </a:cubicBezTo>
                <a:cubicBezTo>
                  <a:pt x="229" y="44"/>
                  <a:pt x="229" y="44"/>
                  <a:pt x="229" y="44"/>
                </a:cubicBezTo>
                <a:cubicBezTo>
                  <a:pt x="310" y="53"/>
                  <a:pt x="380" y="115"/>
                  <a:pt x="380" y="195"/>
                </a:cubicBezTo>
                <a:cubicBezTo>
                  <a:pt x="292" y="195"/>
                  <a:pt x="292" y="195"/>
                  <a:pt x="292" y="195"/>
                </a:cubicBezTo>
                <a:cubicBezTo>
                  <a:pt x="292" y="230"/>
                  <a:pt x="292" y="230"/>
                  <a:pt x="292" y="230"/>
                </a:cubicBezTo>
                <a:cubicBezTo>
                  <a:pt x="380" y="230"/>
                  <a:pt x="380" y="230"/>
                  <a:pt x="380" y="230"/>
                </a:cubicBezTo>
                <a:cubicBezTo>
                  <a:pt x="380" y="310"/>
                  <a:pt x="310" y="380"/>
                  <a:pt x="229" y="39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2" name="Freeform 11"/>
          <p:cNvSpPr/>
          <p:nvPr/>
        </p:nvSpPr>
        <p:spPr>
          <a:xfrm>
            <a:off x="7640640" y="1531800"/>
            <a:ext cx="187200" cy="189000"/>
          </a:xfrm>
          <a:custGeom>
            <a:avLst/>
            <a:gdLst/>
            <a:ahLst/>
            <a:rect l="l" t="t" r="r" b="b"/>
            <a:pathLst>
              <a:path w="418" h="417">
                <a:moveTo>
                  <a:pt x="204" y="0"/>
                </a:moveTo>
                <a:lnTo>
                  <a:pt x="204" y="0"/>
                </a:lnTo>
                <a:cubicBezTo>
                  <a:pt x="89" y="0"/>
                  <a:pt x="0" y="88"/>
                  <a:pt x="0" y="204"/>
                </a:cubicBezTo>
                <a:cubicBezTo>
                  <a:pt x="0" y="319"/>
                  <a:pt x="89" y="416"/>
                  <a:pt x="204" y="416"/>
                </a:cubicBezTo>
                <a:cubicBezTo>
                  <a:pt x="319" y="416"/>
                  <a:pt x="417" y="319"/>
                  <a:pt x="417" y="204"/>
                </a:cubicBezTo>
                <a:cubicBezTo>
                  <a:pt x="417" y="88"/>
                  <a:pt x="319" y="0"/>
                  <a:pt x="204" y="0"/>
                </a:cubicBezTo>
                <a:close/>
                <a:moveTo>
                  <a:pt x="328" y="177"/>
                </a:moveTo>
                <a:lnTo>
                  <a:pt x="328" y="177"/>
                </a:lnTo>
                <a:cubicBezTo>
                  <a:pt x="328" y="230"/>
                  <a:pt x="328" y="230"/>
                  <a:pt x="328" y="230"/>
                </a:cubicBezTo>
                <a:cubicBezTo>
                  <a:pt x="80" y="230"/>
                  <a:pt x="80" y="230"/>
                  <a:pt x="80" y="230"/>
                </a:cubicBezTo>
                <a:cubicBezTo>
                  <a:pt x="80" y="177"/>
                  <a:pt x="80" y="177"/>
                  <a:pt x="80" y="177"/>
                </a:cubicBezTo>
                <a:lnTo>
                  <a:pt x="328" y="17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3" name="Freeform 12"/>
          <p:cNvSpPr/>
          <p:nvPr/>
        </p:nvSpPr>
        <p:spPr>
          <a:xfrm>
            <a:off x="1819440" y="1969920"/>
            <a:ext cx="207720" cy="208080"/>
          </a:xfrm>
          <a:custGeom>
            <a:avLst/>
            <a:gdLst/>
            <a:ahLst/>
            <a:rect l="l" t="t" r="r" b="b"/>
            <a:pathLst>
              <a:path w="462" h="461">
                <a:moveTo>
                  <a:pt x="230" y="9"/>
                </a:moveTo>
                <a:lnTo>
                  <a:pt x="230" y="9"/>
                </a:lnTo>
                <a:cubicBezTo>
                  <a:pt x="98" y="9"/>
                  <a:pt x="0" y="106"/>
                  <a:pt x="0" y="239"/>
                </a:cubicBezTo>
                <a:cubicBezTo>
                  <a:pt x="0" y="363"/>
                  <a:pt x="107" y="460"/>
                  <a:pt x="230" y="460"/>
                </a:cubicBezTo>
                <a:cubicBezTo>
                  <a:pt x="363" y="460"/>
                  <a:pt x="461" y="354"/>
                  <a:pt x="461" y="230"/>
                </a:cubicBezTo>
                <a:cubicBezTo>
                  <a:pt x="461" y="106"/>
                  <a:pt x="355" y="0"/>
                  <a:pt x="230" y="9"/>
                </a:cubicBezTo>
                <a:close/>
                <a:moveTo>
                  <a:pt x="248" y="79"/>
                </a:moveTo>
                <a:lnTo>
                  <a:pt x="248" y="79"/>
                </a:lnTo>
                <a:cubicBezTo>
                  <a:pt x="275" y="79"/>
                  <a:pt x="283" y="97"/>
                  <a:pt x="283" y="106"/>
                </a:cubicBezTo>
                <a:cubicBezTo>
                  <a:pt x="283" y="132"/>
                  <a:pt x="266" y="150"/>
                  <a:pt x="239" y="150"/>
                </a:cubicBezTo>
                <a:cubicBezTo>
                  <a:pt x="222" y="150"/>
                  <a:pt x="213" y="132"/>
                  <a:pt x="213" y="115"/>
                </a:cubicBezTo>
                <a:cubicBezTo>
                  <a:pt x="213" y="106"/>
                  <a:pt x="222" y="79"/>
                  <a:pt x="248" y="79"/>
                </a:cubicBezTo>
                <a:close/>
                <a:moveTo>
                  <a:pt x="195" y="372"/>
                </a:moveTo>
                <a:lnTo>
                  <a:pt x="195" y="372"/>
                </a:lnTo>
                <a:cubicBezTo>
                  <a:pt x="177" y="372"/>
                  <a:pt x="169" y="363"/>
                  <a:pt x="177" y="327"/>
                </a:cubicBezTo>
                <a:cubicBezTo>
                  <a:pt x="195" y="248"/>
                  <a:pt x="195" y="248"/>
                  <a:pt x="195" y="248"/>
                </a:cubicBezTo>
                <a:cubicBezTo>
                  <a:pt x="195" y="239"/>
                  <a:pt x="195" y="230"/>
                  <a:pt x="195" y="230"/>
                </a:cubicBezTo>
                <a:cubicBezTo>
                  <a:pt x="186" y="230"/>
                  <a:pt x="169" y="239"/>
                  <a:pt x="160" y="248"/>
                </a:cubicBezTo>
                <a:cubicBezTo>
                  <a:pt x="151" y="239"/>
                  <a:pt x="151" y="239"/>
                  <a:pt x="151" y="239"/>
                </a:cubicBezTo>
                <a:cubicBezTo>
                  <a:pt x="186" y="204"/>
                  <a:pt x="230" y="185"/>
                  <a:pt x="248" y="185"/>
                </a:cubicBezTo>
                <a:cubicBezTo>
                  <a:pt x="266" y="185"/>
                  <a:pt x="266" y="204"/>
                  <a:pt x="266" y="230"/>
                </a:cubicBezTo>
                <a:cubicBezTo>
                  <a:pt x="239" y="310"/>
                  <a:pt x="239" y="310"/>
                  <a:pt x="239" y="310"/>
                </a:cubicBezTo>
                <a:cubicBezTo>
                  <a:pt x="239" y="327"/>
                  <a:pt x="239" y="327"/>
                  <a:pt x="239" y="327"/>
                </a:cubicBezTo>
                <a:cubicBezTo>
                  <a:pt x="248" y="327"/>
                  <a:pt x="266" y="327"/>
                  <a:pt x="275" y="310"/>
                </a:cubicBezTo>
                <a:cubicBezTo>
                  <a:pt x="283" y="327"/>
                  <a:pt x="283" y="327"/>
                  <a:pt x="283" y="327"/>
                </a:cubicBezTo>
                <a:cubicBezTo>
                  <a:pt x="248" y="363"/>
                  <a:pt x="213" y="372"/>
                  <a:pt x="195" y="37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4" name="Freeform 13"/>
          <p:cNvSpPr/>
          <p:nvPr/>
        </p:nvSpPr>
        <p:spPr>
          <a:xfrm>
            <a:off x="1849320" y="1465200"/>
            <a:ext cx="104760" cy="222480"/>
          </a:xfrm>
          <a:custGeom>
            <a:avLst/>
            <a:gdLst/>
            <a:ahLst/>
            <a:rect l="l" t="t" r="r" b="b"/>
            <a:pathLst>
              <a:path w="232" h="498">
                <a:moveTo>
                  <a:pt x="178" y="0"/>
                </a:moveTo>
                <a:lnTo>
                  <a:pt x="178" y="0"/>
                </a:lnTo>
                <a:cubicBezTo>
                  <a:pt x="213" y="0"/>
                  <a:pt x="222" y="27"/>
                  <a:pt x="222" y="53"/>
                </a:cubicBezTo>
                <a:cubicBezTo>
                  <a:pt x="222" y="80"/>
                  <a:pt x="196" y="115"/>
                  <a:pt x="160" y="115"/>
                </a:cubicBezTo>
                <a:cubicBezTo>
                  <a:pt x="125" y="115"/>
                  <a:pt x="107" y="97"/>
                  <a:pt x="107" y="62"/>
                </a:cubicBezTo>
                <a:cubicBezTo>
                  <a:pt x="107" y="35"/>
                  <a:pt x="134" y="0"/>
                  <a:pt x="178" y="0"/>
                </a:cubicBezTo>
                <a:close/>
                <a:moveTo>
                  <a:pt x="72" y="497"/>
                </a:moveTo>
                <a:lnTo>
                  <a:pt x="72" y="497"/>
                </a:lnTo>
                <a:cubicBezTo>
                  <a:pt x="45" y="497"/>
                  <a:pt x="28" y="478"/>
                  <a:pt x="45" y="407"/>
                </a:cubicBezTo>
                <a:cubicBezTo>
                  <a:pt x="81" y="284"/>
                  <a:pt x="81" y="284"/>
                  <a:pt x="81" y="284"/>
                </a:cubicBezTo>
                <a:cubicBezTo>
                  <a:pt x="81" y="266"/>
                  <a:pt x="81" y="257"/>
                  <a:pt x="81" y="257"/>
                </a:cubicBezTo>
                <a:cubicBezTo>
                  <a:pt x="72" y="257"/>
                  <a:pt x="37" y="275"/>
                  <a:pt x="19" y="284"/>
                </a:cubicBezTo>
                <a:cubicBezTo>
                  <a:pt x="0" y="266"/>
                  <a:pt x="0" y="266"/>
                  <a:pt x="0" y="266"/>
                </a:cubicBezTo>
                <a:cubicBezTo>
                  <a:pt x="63" y="213"/>
                  <a:pt x="143" y="178"/>
                  <a:pt x="169" y="178"/>
                </a:cubicBezTo>
                <a:cubicBezTo>
                  <a:pt x="196" y="178"/>
                  <a:pt x="205" y="213"/>
                  <a:pt x="187" y="257"/>
                </a:cubicBezTo>
                <a:cubicBezTo>
                  <a:pt x="151" y="390"/>
                  <a:pt x="151" y="390"/>
                  <a:pt x="151" y="390"/>
                </a:cubicBezTo>
                <a:cubicBezTo>
                  <a:pt x="151" y="416"/>
                  <a:pt x="151" y="425"/>
                  <a:pt x="160" y="425"/>
                </a:cubicBezTo>
                <a:cubicBezTo>
                  <a:pt x="160" y="425"/>
                  <a:pt x="187" y="407"/>
                  <a:pt x="213" y="390"/>
                </a:cubicBezTo>
                <a:cubicBezTo>
                  <a:pt x="231" y="407"/>
                  <a:pt x="231" y="407"/>
                  <a:pt x="231" y="407"/>
                </a:cubicBezTo>
                <a:cubicBezTo>
                  <a:pt x="169" y="478"/>
                  <a:pt x="98" y="497"/>
                  <a:pt x="72" y="49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5" name="Freeform 15"/>
          <p:cNvSpPr/>
          <p:nvPr/>
        </p:nvSpPr>
        <p:spPr>
          <a:xfrm>
            <a:off x="7164360" y="1969920"/>
            <a:ext cx="189000" cy="187560"/>
          </a:xfrm>
          <a:custGeom>
            <a:avLst/>
            <a:gdLst/>
            <a:ahLst/>
            <a:rect l="l" t="t" r="r" b="b"/>
            <a:pathLst>
              <a:path w="417" h="417">
                <a:moveTo>
                  <a:pt x="213" y="0"/>
                </a:moveTo>
                <a:lnTo>
                  <a:pt x="213" y="0"/>
                </a:lnTo>
                <a:cubicBezTo>
                  <a:pt x="97" y="0"/>
                  <a:pt x="0" y="89"/>
                  <a:pt x="0" y="204"/>
                </a:cubicBezTo>
                <a:cubicBezTo>
                  <a:pt x="0" y="319"/>
                  <a:pt x="97" y="416"/>
                  <a:pt x="213" y="416"/>
                </a:cubicBezTo>
                <a:cubicBezTo>
                  <a:pt x="328" y="416"/>
                  <a:pt x="416" y="319"/>
                  <a:pt x="416" y="204"/>
                </a:cubicBezTo>
                <a:cubicBezTo>
                  <a:pt x="416" y="89"/>
                  <a:pt x="328" y="0"/>
                  <a:pt x="213" y="0"/>
                </a:cubicBezTo>
                <a:close/>
                <a:moveTo>
                  <a:pt x="257" y="204"/>
                </a:moveTo>
                <a:lnTo>
                  <a:pt x="257" y="204"/>
                </a:lnTo>
                <a:cubicBezTo>
                  <a:pt x="328" y="284"/>
                  <a:pt x="328" y="284"/>
                  <a:pt x="328" y="284"/>
                </a:cubicBezTo>
                <a:cubicBezTo>
                  <a:pt x="284" y="328"/>
                  <a:pt x="284" y="328"/>
                  <a:pt x="284" y="328"/>
                </a:cubicBezTo>
                <a:cubicBezTo>
                  <a:pt x="213" y="248"/>
                  <a:pt x="213" y="248"/>
                  <a:pt x="213" y="248"/>
                </a:cubicBezTo>
                <a:cubicBezTo>
                  <a:pt x="132" y="328"/>
                  <a:pt x="132" y="328"/>
                  <a:pt x="132" y="328"/>
                </a:cubicBezTo>
                <a:cubicBezTo>
                  <a:pt x="88" y="284"/>
                  <a:pt x="88" y="284"/>
                  <a:pt x="88" y="284"/>
                </a:cubicBezTo>
                <a:cubicBezTo>
                  <a:pt x="168" y="204"/>
                  <a:pt x="168" y="204"/>
                  <a:pt x="168" y="204"/>
                </a:cubicBezTo>
                <a:cubicBezTo>
                  <a:pt x="88" y="134"/>
                  <a:pt x="88" y="134"/>
                  <a:pt x="88" y="134"/>
                </a:cubicBezTo>
                <a:cubicBezTo>
                  <a:pt x="132" y="89"/>
                  <a:pt x="132" y="89"/>
                  <a:pt x="132" y="89"/>
                </a:cubicBezTo>
                <a:cubicBezTo>
                  <a:pt x="213" y="159"/>
                  <a:pt x="213" y="159"/>
                  <a:pt x="213" y="159"/>
                </a:cubicBezTo>
                <a:cubicBezTo>
                  <a:pt x="284" y="89"/>
                  <a:pt x="284" y="89"/>
                  <a:pt x="284" y="89"/>
                </a:cubicBezTo>
                <a:cubicBezTo>
                  <a:pt x="328" y="134"/>
                  <a:pt x="328" y="134"/>
                  <a:pt x="328" y="134"/>
                </a:cubicBezTo>
                <a:lnTo>
                  <a:pt x="257" y="20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6" name="Freeform 17"/>
          <p:cNvSpPr/>
          <p:nvPr/>
        </p:nvSpPr>
        <p:spPr>
          <a:xfrm>
            <a:off x="3616200" y="1947960"/>
            <a:ext cx="208080" cy="207720"/>
          </a:xfrm>
          <a:custGeom>
            <a:avLst/>
            <a:gdLst/>
            <a:ahLst/>
            <a:rect l="l" t="t" r="r" b="b"/>
            <a:pathLst>
              <a:path w="461" h="461">
                <a:moveTo>
                  <a:pt x="231" y="9"/>
                </a:moveTo>
                <a:lnTo>
                  <a:pt x="231" y="9"/>
                </a:lnTo>
                <a:cubicBezTo>
                  <a:pt x="97" y="9"/>
                  <a:pt x="0" y="106"/>
                  <a:pt x="0" y="239"/>
                </a:cubicBezTo>
                <a:cubicBezTo>
                  <a:pt x="0" y="363"/>
                  <a:pt x="106" y="460"/>
                  <a:pt x="231" y="460"/>
                </a:cubicBezTo>
                <a:cubicBezTo>
                  <a:pt x="363" y="460"/>
                  <a:pt x="460" y="354"/>
                  <a:pt x="460" y="230"/>
                </a:cubicBezTo>
                <a:cubicBezTo>
                  <a:pt x="460" y="106"/>
                  <a:pt x="354" y="0"/>
                  <a:pt x="231" y="9"/>
                </a:cubicBezTo>
                <a:close/>
                <a:moveTo>
                  <a:pt x="231" y="372"/>
                </a:moveTo>
                <a:lnTo>
                  <a:pt x="231" y="372"/>
                </a:lnTo>
                <a:cubicBezTo>
                  <a:pt x="221" y="372"/>
                  <a:pt x="221" y="372"/>
                  <a:pt x="221" y="372"/>
                </a:cubicBezTo>
                <a:cubicBezTo>
                  <a:pt x="204" y="372"/>
                  <a:pt x="195" y="354"/>
                  <a:pt x="195" y="336"/>
                </a:cubicBezTo>
                <a:cubicBezTo>
                  <a:pt x="195" y="319"/>
                  <a:pt x="204" y="301"/>
                  <a:pt x="231" y="301"/>
                </a:cubicBezTo>
                <a:lnTo>
                  <a:pt x="231" y="301"/>
                </a:lnTo>
                <a:cubicBezTo>
                  <a:pt x="248" y="310"/>
                  <a:pt x="257" y="319"/>
                  <a:pt x="257" y="336"/>
                </a:cubicBezTo>
                <a:cubicBezTo>
                  <a:pt x="257" y="363"/>
                  <a:pt x="248" y="372"/>
                  <a:pt x="231" y="372"/>
                </a:cubicBezTo>
                <a:close/>
                <a:moveTo>
                  <a:pt x="310" y="213"/>
                </a:moveTo>
                <a:lnTo>
                  <a:pt x="310" y="213"/>
                </a:lnTo>
                <a:cubicBezTo>
                  <a:pt x="301" y="213"/>
                  <a:pt x="293" y="221"/>
                  <a:pt x="284" y="230"/>
                </a:cubicBezTo>
                <a:cubicBezTo>
                  <a:pt x="266" y="248"/>
                  <a:pt x="266" y="248"/>
                  <a:pt x="266" y="248"/>
                </a:cubicBezTo>
                <a:cubicBezTo>
                  <a:pt x="257" y="248"/>
                  <a:pt x="257" y="257"/>
                  <a:pt x="257" y="257"/>
                </a:cubicBezTo>
                <a:cubicBezTo>
                  <a:pt x="248" y="266"/>
                  <a:pt x="248" y="266"/>
                  <a:pt x="248" y="274"/>
                </a:cubicBezTo>
                <a:lnTo>
                  <a:pt x="248" y="274"/>
                </a:lnTo>
                <a:cubicBezTo>
                  <a:pt x="195" y="274"/>
                  <a:pt x="195" y="274"/>
                  <a:pt x="195" y="274"/>
                </a:cubicBezTo>
                <a:lnTo>
                  <a:pt x="195" y="274"/>
                </a:lnTo>
                <a:cubicBezTo>
                  <a:pt x="195" y="257"/>
                  <a:pt x="195" y="248"/>
                  <a:pt x="204" y="230"/>
                </a:cubicBezTo>
                <a:cubicBezTo>
                  <a:pt x="221" y="221"/>
                  <a:pt x="248" y="204"/>
                  <a:pt x="248" y="204"/>
                </a:cubicBezTo>
                <a:lnTo>
                  <a:pt x="257" y="195"/>
                </a:lnTo>
                <a:cubicBezTo>
                  <a:pt x="257" y="185"/>
                  <a:pt x="266" y="176"/>
                  <a:pt x="266" y="176"/>
                </a:cubicBezTo>
                <a:cubicBezTo>
                  <a:pt x="266" y="168"/>
                  <a:pt x="257" y="160"/>
                  <a:pt x="257" y="150"/>
                </a:cubicBezTo>
                <a:cubicBezTo>
                  <a:pt x="248" y="141"/>
                  <a:pt x="240" y="141"/>
                  <a:pt x="231" y="141"/>
                </a:cubicBezTo>
                <a:cubicBezTo>
                  <a:pt x="221" y="141"/>
                  <a:pt x="213" y="141"/>
                  <a:pt x="204" y="150"/>
                </a:cubicBezTo>
                <a:cubicBezTo>
                  <a:pt x="195" y="160"/>
                  <a:pt x="195" y="168"/>
                  <a:pt x="195" y="176"/>
                </a:cubicBezTo>
                <a:cubicBezTo>
                  <a:pt x="195" y="185"/>
                  <a:pt x="195" y="185"/>
                  <a:pt x="195" y="185"/>
                </a:cubicBezTo>
                <a:cubicBezTo>
                  <a:pt x="142" y="185"/>
                  <a:pt x="142" y="185"/>
                  <a:pt x="142" y="185"/>
                </a:cubicBezTo>
                <a:cubicBezTo>
                  <a:pt x="142" y="176"/>
                  <a:pt x="142" y="176"/>
                  <a:pt x="142" y="176"/>
                </a:cubicBezTo>
                <a:cubicBezTo>
                  <a:pt x="142" y="141"/>
                  <a:pt x="150" y="123"/>
                  <a:pt x="177" y="106"/>
                </a:cubicBezTo>
                <a:cubicBezTo>
                  <a:pt x="186" y="97"/>
                  <a:pt x="204" y="97"/>
                  <a:pt x="231" y="97"/>
                </a:cubicBezTo>
                <a:cubicBezTo>
                  <a:pt x="257" y="97"/>
                  <a:pt x="275" y="97"/>
                  <a:pt x="293" y="115"/>
                </a:cubicBezTo>
                <a:cubicBezTo>
                  <a:pt x="310" y="123"/>
                  <a:pt x="319" y="141"/>
                  <a:pt x="319" y="168"/>
                </a:cubicBezTo>
                <a:cubicBezTo>
                  <a:pt x="319" y="185"/>
                  <a:pt x="319" y="195"/>
                  <a:pt x="310" y="21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7" name="Freeform 18"/>
          <p:cNvSpPr/>
          <p:nvPr/>
        </p:nvSpPr>
        <p:spPr>
          <a:xfrm>
            <a:off x="8086680" y="1996920"/>
            <a:ext cx="128520" cy="133560"/>
          </a:xfrm>
          <a:custGeom>
            <a:avLst/>
            <a:gdLst/>
            <a:ahLst/>
            <a:rect l="l" t="t" r="r" b="b"/>
            <a:pathLst>
              <a:path w="285" h="294">
                <a:moveTo>
                  <a:pt x="265" y="125"/>
                </a:moveTo>
                <a:lnTo>
                  <a:pt x="265" y="125"/>
                </a:lnTo>
                <a:cubicBezTo>
                  <a:pt x="168" y="125"/>
                  <a:pt x="168" y="125"/>
                  <a:pt x="168" y="125"/>
                </a:cubicBezTo>
                <a:cubicBezTo>
                  <a:pt x="168" y="18"/>
                  <a:pt x="168" y="18"/>
                  <a:pt x="168" y="18"/>
                </a:cubicBezTo>
                <a:cubicBezTo>
                  <a:pt x="168" y="0"/>
                  <a:pt x="150" y="0"/>
                  <a:pt x="141" y="0"/>
                </a:cubicBezTo>
                <a:cubicBezTo>
                  <a:pt x="124" y="0"/>
                  <a:pt x="115" y="0"/>
                  <a:pt x="115" y="18"/>
                </a:cubicBezTo>
                <a:cubicBezTo>
                  <a:pt x="115" y="125"/>
                  <a:pt x="115" y="125"/>
                  <a:pt x="115" y="125"/>
                </a:cubicBezTo>
                <a:cubicBezTo>
                  <a:pt x="9" y="125"/>
                  <a:pt x="9" y="125"/>
                  <a:pt x="9" y="125"/>
                </a:cubicBezTo>
                <a:cubicBezTo>
                  <a:pt x="0" y="125"/>
                  <a:pt x="0" y="133"/>
                  <a:pt x="0" y="142"/>
                </a:cubicBezTo>
                <a:cubicBezTo>
                  <a:pt x="0" y="160"/>
                  <a:pt x="0" y="169"/>
                  <a:pt x="9" y="169"/>
                </a:cubicBezTo>
                <a:cubicBezTo>
                  <a:pt x="115" y="169"/>
                  <a:pt x="115" y="169"/>
                  <a:pt x="115" y="169"/>
                </a:cubicBezTo>
                <a:cubicBezTo>
                  <a:pt x="115" y="275"/>
                  <a:pt x="115" y="275"/>
                  <a:pt x="115" y="275"/>
                </a:cubicBezTo>
                <a:cubicBezTo>
                  <a:pt x="115" y="284"/>
                  <a:pt x="124" y="293"/>
                  <a:pt x="141" y="293"/>
                </a:cubicBezTo>
                <a:cubicBezTo>
                  <a:pt x="150" y="293"/>
                  <a:pt x="168" y="284"/>
                  <a:pt x="168" y="275"/>
                </a:cubicBezTo>
                <a:cubicBezTo>
                  <a:pt x="168" y="169"/>
                  <a:pt x="168" y="169"/>
                  <a:pt x="168" y="169"/>
                </a:cubicBezTo>
                <a:cubicBezTo>
                  <a:pt x="265" y="169"/>
                  <a:pt x="265" y="169"/>
                  <a:pt x="265" y="169"/>
                </a:cubicBezTo>
                <a:cubicBezTo>
                  <a:pt x="284" y="169"/>
                  <a:pt x="284" y="160"/>
                  <a:pt x="284" y="142"/>
                </a:cubicBezTo>
                <a:cubicBezTo>
                  <a:pt x="284" y="133"/>
                  <a:pt x="284" y="125"/>
                  <a:pt x="265" y="12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8" name="Freeform 19"/>
          <p:cNvSpPr/>
          <p:nvPr/>
        </p:nvSpPr>
        <p:spPr>
          <a:xfrm>
            <a:off x="7642080" y="2052720"/>
            <a:ext cx="127080" cy="20520"/>
          </a:xfrm>
          <a:custGeom>
            <a:avLst/>
            <a:gdLst/>
            <a:ahLst/>
            <a:rect l="l" t="t" r="r" b="b"/>
            <a:pathLst>
              <a:path w="283" h="45">
                <a:moveTo>
                  <a:pt x="265" y="0"/>
                </a:moveTo>
                <a:lnTo>
                  <a:pt x="265" y="0"/>
                </a:lnTo>
                <a:cubicBezTo>
                  <a:pt x="9" y="0"/>
                  <a:pt x="9" y="0"/>
                  <a:pt x="9" y="0"/>
                </a:cubicBezTo>
                <a:cubicBezTo>
                  <a:pt x="0" y="0"/>
                  <a:pt x="0" y="8"/>
                  <a:pt x="0" y="17"/>
                </a:cubicBezTo>
                <a:cubicBezTo>
                  <a:pt x="0" y="35"/>
                  <a:pt x="0" y="44"/>
                  <a:pt x="9" y="44"/>
                </a:cubicBezTo>
                <a:cubicBezTo>
                  <a:pt x="265" y="44"/>
                  <a:pt x="265" y="44"/>
                  <a:pt x="265" y="44"/>
                </a:cubicBezTo>
                <a:cubicBezTo>
                  <a:pt x="282" y="44"/>
                  <a:pt x="282" y="35"/>
                  <a:pt x="282" y="17"/>
                </a:cubicBezTo>
                <a:cubicBezTo>
                  <a:pt x="282" y="8"/>
                  <a:pt x="282" y="0"/>
                  <a:pt x="265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3600" bIns="36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9" name="Freeform 20"/>
          <p:cNvSpPr/>
          <p:nvPr/>
        </p:nvSpPr>
        <p:spPr>
          <a:xfrm>
            <a:off x="2273400" y="2381400"/>
            <a:ext cx="223560" cy="226800"/>
          </a:xfrm>
          <a:custGeom>
            <a:avLst/>
            <a:gdLst/>
            <a:ahLst/>
            <a:rect l="l" t="t" r="r" b="b"/>
            <a:pathLst>
              <a:path w="497" h="505">
                <a:moveTo>
                  <a:pt x="469" y="8"/>
                </a:moveTo>
                <a:lnTo>
                  <a:pt x="469" y="8"/>
                </a:lnTo>
                <a:cubicBezTo>
                  <a:pt x="469" y="8"/>
                  <a:pt x="461" y="0"/>
                  <a:pt x="452" y="0"/>
                </a:cubicBezTo>
                <a:cubicBezTo>
                  <a:pt x="443" y="8"/>
                  <a:pt x="443" y="17"/>
                  <a:pt x="443" y="17"/>
                </a:cubicBezTo>
                <a:cubicBezTo>
                  <a:pt x="461" y="88"/>
                  <a:pt x="416" y="141"/>
                  <a:pt x="381" y="168"/>
                </a:cubicBezTo>
                <a:cubicBezTo>
                  <a:pt x="372" y="141"/>
                  <a:pt x="372" y="141"/>
                  <a:pt x="372" y="141"/>
                </a:cubicBezTo>
                <a:cubicBezTo>
                  <a:pt x="363" y="141"/>
                  <a:pt x="355" y="132"/>
                  <a:pt x="346" y="132"/>
                </a:cubicBezTo>
                <a:cubicBezTo>
                  <a:pt x="265" y="132"/>
                  <a:pt x="265" y="132"/>
                  <a:pt x="265" y="132"/>
                </a:cubicBezTo>
                <a:cubicBezTo>
                  <a:pt x="257" y="132"/>
                  <a:pt x="248" y="132"/>
                  <a:pt x="240" y="141"/>
                </a:cubicBezTo>
                <a:cubicBezTo>
                  <a:pt x="9" y="300"/>
                  <a:pt x="9" y="300"/>
                  <a:pt x="9" y="300"/>
                </a:cubicBezTo>
                <a:cubicBezTo>
                  <a:pt x="0" y="309"/>
                  <a:pt x="0" y="327"/>
                  <a:pt x="9" y="336"/>
                </a:cubicBezTo>
                <a:cubicBezTo>
                  <a:pt x="106" y="486"/>
                  <a:pt x="106" y="486"/>
                  <a:pt x="106" y="486"/>
                </a:cubicBezTo>
                <a:cubicBezTo>
                  <a:pt x="115" y="504"/>
                  <a:pt x="133" y="495"/>
                  <a:pt x="142" y="495"/>
                </a:cubicBezTo>
                <a:cubicBezTo>
                  <a:pt x="372" y="327"/>
                  <a:pt x="372" y="327"/>
                  <a:pt x="372" y="327"/>
                </a:cubicBezTo>
                <a:cubicBezTo>
                  <a:pt x="381" y="327"/>
                  <a:pt x="390" y="309"/>
                  <a:pt x="390" y="309"/>
                </a:cubicBezTo>
                <a:cubicBezTo>
                  <a:pt x="416" y="229"/>
                  <a:pt x="416" y="229"/>
                  <a:pt x="416" y="229"/>
                </a:cubicBezTo>
                <a:cubicBezTo>
                  <a:pt x="416" y="221"/>
                  <a:pt x="416" y="212"/>
                  <a:pt x="408" y="203"/>
                </a:cubicBezTo>
                <a:cubicBezTo>
                  <a:pt x="399" y="185"/>
                  <a:pt x="399" y="185"/>
                  <a:pt x="399" y="185"/>
                </a:cubicBezTo>
                <a:cubicBezTo>
                  <a:pt x="452" y="150"/>
                  <a:pt x="496" y="88"/>
                  <a:pt x="469" y="8"/>
                </a:cubicBezTo>
                <a:close/>
                <a:moveTo>
                  <a:pt x="363" y="247"/>
                </a:moveTo>
                <a:lnTo>
                  <a:pt x="363" y="247"/>
                </a:lnTo>
                <a:cubicBezTo>
                  <a:pt x="346" y="256"/>
                  <a:pt x="319" y="256"/>
                  <a:pt x="310" y="229"/>
                </a:cubicBezTo>
                <a:cubicBezTo>
                  <a:pt x="293" y="212"/>
                  <a:pt x="301" y="194"/>
                  <a:pt x="319" y="176"/>
                </a:cubicBezTo>
                <a:cubicBezTo>
                  <a:pt x="328" y="168"/>
                  <a:pt x="346" y="168"/>
                  <a:pt x="363" y="176"/>
                </a:cubicBezTo>
                <a:cubicBezTo>
                  <a:pt x="355" y="185"/>
                  <a:pt x="355" y="185"/>
                  <a:pt x="355" y="185"/>
                </a:cubicBezTo>
                <a:cubicBezTo>
                  <a:pt x="346" y="185"/>
                  <a:pt x="337" y="194"/>
                  <a:pt x="346" y="203"/>
                </a:cubicBezTo>
                <a:cubicBezTo>
                  <a:pt x="346" y="212"/>
                  <a:pt x="355" y="212"/>
                  <a:pt x="355" y="212"/>
                </a:cubicBezTo>
                <a:cubicBezTo>
                  <a:pt x="363" y="212"/>
                  <a:pt x="363" y="212"/>
                  <a:pt x="363" y="212"/>
                </a:cubicBezTo>
                <a:cubicBezTo>
                  <a:pt x="372" y="212"/>
                  <a:pt x="372" y="212"/>
                  <a:pt x="381" y="203"/>
                </a:cubicBezTo>
                <a:cubicBezTo>
                  <a:pt x="381" y="221"/>
                  <a:pt x="372" y="238"/>
                  <a:pt x="363" y="24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0" name="Freeform 21"/>
          <p:cNvSpPr/>
          <p:nvPr/>
        </p:nvSpPr>
        <p:spPr>
          <a:xfrm>
            <a:off x="2268360" y="2876400"/>
            <a:ext cx="223920" cy="125640"/>
          </a:xfrm>
          <a:custGeom>
            <a:avLst/>
            <a:gdLst/>
            <a:ahLst/>
            <a:rect l="l" t="t" r="r" b="b"/>
            <a:pathLst>
              <a:path w="497" h="276">
                <a:moveTo>
                  <a:pt x="249" y="0"/>
                </a:moveTo>
                <a:lnTo>
                  <a:pt x="249" y="0"/>
                </a:lnTo>
                <a:cubicBezTo>
                  <a:pt x="89" y="0"/>
                  <a:pt x="0" y="115"/>
                  <a:pt x="0" y="133"/>
                </a:cubicBezTo>
                <a:cubicBezTo>
                  <a:pt x="0" y="151"/>
                  <a:pt x="89" y="275"/>
                  <a:pt x="249" y="275"/>
                </a:cubicBezTo>
                <a:cubicBezTo>
                  <a:pt x="408" y="275"/>
                  <a:pt x="496" y="151"/>
                  <a:pt x="496" y="133"/>
                </a:cubicBezTo>
                <a:cubicBezTo>
                  <a:pt x="496" y="115"/>
                  <a:pt x="408" y="0"/>
                  <a:pt x="249" y="0"/>
                </a:cubicBezTo>
                <a:close/>
                <a:moveTo>
                  <a:pt x="249" y="239"/>
                </a:moveTo>
                <a:lnTo>
                  <a:pt x="249" y="239"/>
                </a:lnTo>
                <a:cubicBezTo>
                  <a:pt x="186" y="239"/>
                  <a:pt x="142" y="195"/>
                  <a:pt x="142" y="133"/>
                </a:cubicBezTo>
                <a:cubicBezTo>
                  <a:pt x="142" y="79"/>
                  <a:pt x="186" y="26"/>
                  <a:pt x="249" y="26"/>
                </a:cubicBezTo>
                <a:cubicBezTo>
                  <a:pt x="310" y="26"/>
                  <a:pt x="355" y="79"/>
                  <a:pt x="355" y="133"/>
                </a:cubicBezTo>
                <a:cubicBezTo>
                  <a:pt x="355" y="195"/>
                  <a:pt x="310" y="239"/>
                  <a:pt x="249" y="239"/>
                </a:cubicBezTo>
                <a:close/>
                <a:moveTo>
                  <a:pt x="249" y="133"/>
                </a:moveTo>
                <a:lnTo>
                  <a:pt x="249" y="133"/>
                </a:lnTo>
                <a:cubicBezTo>
                  <a:pt x="239" y="123"/>
                  <a:pt x="266" y="79"/>
                  <a:pt x="249" y="79"/>
                </a:cubicBezTo>
                <a:cubicBezTo>
                  <a:pt x="221" y="79"/>
                  <a:pt x="195" y="107"/>
                  <a:pt x="195" y="133"/>
                </a:cubicBezTo>
                <a:cubicBezTo>
                  <a:pt x="195" y="168"/>
                  <a:pt x="221" y="186"/>
                  <a:pt x="249" y="186"/>
                </a:cubicBezTo>
                <a:cubicBezTo>
                  <a:pt x="274" y="186"/>
                  <a:pt x="302" y="168"/>
                  <a:pt x="302" y="133"/>
                </a:cubicBezTo>
                <a:cubicBezTo>
                  <a:pt x="302" y="123"/>
                  <a:pt x="257" y="142"/>
                  <a:pt x="249" y="1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1" name="Freeform 22"/>
          <p:cNvSpPr/>
          <p:nvPr/>
        </p:nvSpPr>
        <p:spPr>
          <a:xfrm>
            <a:off x="1832040" y="2833560"/>
            <a:ext cx="207720" cy="208080"/>
          </a:xfrm>
          <a:custGeom>
            <a:avLst/>
            <a:gdLst/>
            <a:ahLst/>
            <a:rect l="l" t="t" r="r" b="b"/>
            <a:pathLst>
              <a:path w="461" h="461">
                <a:moveTo>
                  <a:pt x="230" y="8"/>
                </a:moveTo>
                <a:lnTo>
                  <a:pt x="230" y="8"/>
                </a:lnTo>
                <a:cubicBezTo>
                  <a:pt x="97" y="8"/>
                  <a:pt x="0" y="106"/>
                  <a:pt x="0" y="239"/>
                </a:cubicBezTo>
                <a:cubicBezTo>
                  <a:pt x="0" y="363"/>
                  <a:pt x="106" y="460"/>
                  <a:pt x="230" y="460"/>
                </a:cubicBezTo>
                <a:cubicBezTo>
                  <a:pt x="363" y="460"/>
                  <a:pt x="460" y="354"/>
                  <a:pt x="460" y="230"/>
                </a:cubicBezTo>
                <a:cubicBezTo>
                  <a:pt x="460" y="106"/>
                  <a:pt x="354" y="0"/>
                  <a:pt x="230" y="8"/>
                </a:cubicBezTo>
                <a:close/>
                <a:moveTo>
                  <a:pt x="230" y="35"/>
                </a:moveTo>
                <a:lnTo>
                  <a:pt x="230" y="35"/>
                </a:lnTo>
                <a:cubicBezTo>
                  <a:pt x="256" y="35"/>
                  <a:pt x="291" y="44"/>
                  <a:pt x="319" y="53"/>
                </a:cubicBezTo>
                <a:cubicBezTo>
                  <a:pt x="291" y="106"/>
                  <a:pt x="291" y="106"/>
                  <a:pt x="291" y="106"/>
                </a:cubicBezTo>
                <a:cubicBezTo>
                  <a:pt x="275" y="97"/>
                  <a:pt x="247" y="97"/>
                  <a:pt x="230" y="97"/>
                </a:cubicBezTo>
                <a:cubicBezTo>
                  <a:pt x="203" y="97"/>
                  <a:pt x="185" y="97"/>
                  <a:pt x="168" y="106"/>
                </a:cubicBezTo>
                <a:cubicBezTo>
                  <a:pt x="141" y="53"/>
                  <a:pt x="141" y="53"/>
                  <a:pt x="141" y="53"/>
                </a:cubicBezTo>
                <a:cubicBezTo>
                  <a:pt x="168" y="44"/>
                  <a:pt x="194" y="35"/>
                  <a:pt x="230" y="35"/>
                </a:cubicBezTo>
                <a:close/>
                <a:moveTo>
                  <a:pt x="106" y="292"/>
                </a:moveTo>
                <a:lnTo>
                  <a:pt x="106" y="292"/>
                </a:lnTo>
                <a:cubicBezTo>
                  <a:pt x="53" y="327"/>
                  <a:pt x="53" y="327"/>
                  <a:pt x="53" y="327"/>
                </a:cubicBezTo>
                <a:cubicBezTo>
                  <a:pt x="35" y="301"/>
                  <a:pt x="35" y="265"/>
                  <a:pt x="35" y="239"/>
                </a:cubicBezTo>
                <a:cubicBezTo>
                  <a:pt x="26" y="204"/>
                  <a:pt x="35" y="167"/>
                  <a:pt x="53" y="141"/>
                </a:cubicBezTo>
                <a:cubicBezTo>
                  <a:pt x="106" y="167"/>
                  <a:pt x="106" y="167"/>
                  <a:pt x="106" y="167"/>
                </a:cubicBezTo>
                <a:cubicBezTo>
                  <a:pt x="97" y="185"/>
                  <a:pt x="88" y="212"/>
                  <a:pt x="88" y="230"/>
                </a:cubicBezTo>
                <a:cubicBezTo>
                  <a:pt x="88" y="257"/>
                  <a:pt x="97" y="274"/>
                  <a:pt x="106" y="292"/>
                </a:cubicBezTo>
                <a:close/>
                <a:moveTo>
                  <a:pt x="230" y="433"/>
                </a:moveTo>
                <a:lnTo>
                  <a:pt x="230" y="433"/>
                </a:lnTo>
                <a:cubicBezTo>
                  <a:pt x="194" y="433"/>
                  <a:pt x="168" y="425"/>
                  <a:pt x="141" y="407"/>
                </a:cubicBezTo>
                <a:cubicBezTo>
                  <a:pt x="168" y="354"/>
                  <a:pt x="168" y="354"/>
                  <a:pt x="168" y="354"/>
                </a:cubicBezTo>
                <a:cubicBezTo>
                  <a:pt x="185" y="363"/>
                  <a:pt x="203" y="372"/>
                  <a:pt x="230" y="372"/>
                </a:cubicBezTo>
                <a:cubicBezTo>
                  <a:pt x="247" y="372"/>
                  <a:pt x="275" y="363"/>
                  <a:pt x="291" y="354"/>
                </a:cubicBezTo>
                <a:cubicBezTo>
                  <a:pt x="319" y="407"/>
                  <a:pt x="319" y="407"/>
                  <a:pt x="319" y="407"/>
                </a:cubicBezTo>
                <a:cubicBezTo>
                  <a:pt x="291" y="425"/>
                  <a:pt x="266" y="433"/>
                  <a:pt x="230" y="433"/>
                </a:cubicBezTo>
                <a:close/>
                <a:moveTo>
                  <a:pt x="230" y="345"/>
                </a:moveTo>
                <a:lnTo>
                  <a:pt x="230" y="345"/>
                </a:lnTo>
                <a:cubicBezTo>
                  <a:pt x="168" y="345"/>
                  <a:pt x="124" y="292"/>
                  <a:pt x="124" y="230"/>
                </a:cubicBezTo>
                <a:cubicBezTo>
                  <a:pt x="124" y="167"/>
                  <a:pt x="168" y="123"/>
                  <a:pt x="230" y="123"/>
                </a:cubicBezTo>
                <a:cubicBezTo>
                  <a:pt x="291" y="123"/>
                  <a:pt x="336" y="167"/>
                  <a:pt x="336" y="230"/>
                </a:cubicBezTo>
                <a:cubicBezTo>
                  <a:pt x="336" y="292"/>
                  <a:pt x="291" y="345"/>
                  <a:pt x="230" y="345"/>
                </a:cubicBezTo>
                <a:close/>
                <a:moveTo>
                  <a:pt x="354" y="292"/>
                </a:moveTo>
                <a:lnTo>
                  <a:pt x="354" y="292"/>
                </a:lnTo>
                <a:cubicBezTo>
                  <a:pt x="363" y="274"/>
                  <a:pt x="372" y="257"/>
                  <a:pt x="372" y="230"/>
                </a:cubicBezTo>
                <a:cubicBezTo>
                  <a:pt x="372" y="212"/>
                  <a:pt x="363" y="185"/>
                  <a:pt x="354" y="167"/>
                </a:cubicBezTo>
                <a:cubicBezTo>
                  <a:pt x="407" y="141"/>
                  <a:pt x="407" y="141"/>
                  <a:pt x="407" y="141"/>
                </a:cubicBezTo>
                <a:cubicBezTo>
                  <a:pt x="416" y="167"/>
                  <a:pt x="425" y="195"/>
                  <a:pt x="425" y="230"/>
                </a:cubicBezTo>
                <a:cubicBezTo>
                  <a:pt x="425" y="265"/>
                  <a:pt x="416" y="292"/>
                  <a:pt x="407" y="327"/>
                </a:cubicBezTo>
                <a:lnTo>
                  <a:pt x="354" y="29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2" name="Freeform 23"/>
          <p:cNvSpPr/>
          <p:nvPr/>
        </p:nvSpPr>
        <p:spPr>
          <a:xfrm>
            <a:off x="949320" y="2844720"/>
            <a:ext cx="192240" cy="189000"/>
          </a:xfrm>
          <a:custGeom>
            <a:avLst/>
            <a:gdLst/>
            <a:ahLst/>
            <a:rect l="l" t="t" r="r" b="b"/>
            <a:pathLst>
              <a:path w="427" h="417">
                <a:moveTo>
                  <a:pt x="416" y="53"/>
                </a:moveTo>
                <a:lnTo>
                  <a:pt x="416" y="53"/>
                </a:lnTo>
                <a:cubicBezTo>
                  <a:pt x="408" y="44"/>
                  <a:pt x="363" y="9"/>
                  <a:pt x="354" y="9"/>
                </a:cubicBezTo>
                <a:cubicBezTo>
                  <a:pt x="354" y="0"/>
                  <a:pt x="337" y="0"/>
                  <a:pt x="328" y="0"/>
                </a:cubicBezTo>
                <a:cubicBezTo>
                  <a:pt x="89" y="0"/>
                  <a:pt x="89" y="0"/>
                  <a:pt x="89" y="0"/>
                </a:cubicBezTo>
                <a:cubicBezTo>
                  <a:pt x="89" y="0"/>
                  <a:pt x="72" y="0"/>
                  <a:pt x="62" y="9"/>
                </a:cubicBezTo>
                <a:cubicBezTo>
                  <a:pt x="62" y="9"/>
                  <a:pt x="18" y="44"/>
                  <a:pt x="9" y="53"/>
                </a:cubicBezTo>
                <a:cubicBezTo>
                  <a:pt x="0" y="53"/>
                  <a:pt x="0" y="62"/>
                  <a:pt x="0" y="80"/>
                </a:cubicBezTo>
                <a:cubicBezTo>
                  <a:pt x="0" y="88"/>
                  <a:pt x="44" y="399"/>
                  <a:pt x="44" y="399"/>
                </a:cubicBezTo>
                <a:cubicBezTo>
                  <a:pt x="53" y="407"/>
                  <a:pt x="62" y="416"/>
                  <a:pt x="72" y="416"/>
                </a:cubicBezTo>
                <a:cubicBezTo>
                  <a:pt x="354" y="416"/>
                  <a:pt x="354" y="416"/>
                  <a:pt x="354" y="416"/>
                </a:cubicBezTo>
                <a:cubicBezTo>
                  <a:pt x="363" y="416"/>
                  <a:pt x="372" y="407"/>
                  <a:pt x="381" y="399"/>
                </a:cubicBezTo>
                <a:cubicBezTo>
                  <a:pt x="381" y="399"/>
                  <a:pt x="426" y="88"/>
                  <a:pt x="426" y="80"/>
                </a:cubicBezTo>
                <a:cubicBezTo>
                  <a:pt x="426" y="62"/>
                  <a:pt x="416" y="53"/>
                  <a:pt x="416" y="53"/>
                </a:cubicBezTo>
                <a:close/>
                <a:moveTo>
                  <a:pt x="213" y="266"/>
                </a:moveTo>
                <a:lnTo>
                  <a:pt x="213" y="266"/>
                </a:lnTo>
                <a:cubicBezTo>
                  <a:pt x="133" y="266"/>
                  <a:pt x="116" y="150"/>
                  <a:pt x="107" y="124"/>
                </a:cubicBezTo>
                <a:cubicBezTo>
                  <a:pt x="160" y="124"/>
                  <a:pt x="160" y="124"/>
                  <a:pt x="160" y="124"/>
                </a:cubicBezTo>
                <a:cubicBezTo>
                  <a:pt x="160" y="159"/>
                  <a:pt x="178" y="222"/>
                  <a:pt x="213" y="222"/>
                </a:cubicBezTo>
                <a:cubicBezTo>
                  <a:pt x="248" y="222"/>
                  <a:pt x="257" y="159"/>
                  <a:pt x="266" y="124"/>
                </a:cubicBezTo>
                <a:cubicBezTo>
                  <a:pt x="310" y="124"/>
                  <a:pt x="310" y="124"/>
                  <a:pt x="310" y="124"/>
                </a:cubicBezTo>
                <a:cubicBezTo>
                  <a:pt x="310" y="150"/>
                  <a:pt x="293" y="266"/>
                  <a:pt x="213" y="266"/>
                </a:cubicBezTo>
                <a:close/>
                <a:moveTo>
                  <a:pt x="36" y="80"/>
                </a:moveTo>
                <a:lnTo>
                  <a:pt x="36" y="80"/>
                </a:lnTo>
                <a:cubicBezTo>
                  <a:pt x="89" y="27"/>
                  <a:pt x="89" y="27"/>
                  <a:pt x="89" y="27"/>
                </a:cubicBezTo>
                <a:cubicBezTo>
                  <a:pt x="328" y="27"/>
                  <a:pt x="328" y="27"/>
                  <a:pt x="328" y="27"/>
                </a:cubicBezTo>
                <a:cubicBezTo>
                  <a:pt x="391" y="80"/>
                  <a:pt x="391" y="80"/>
                  <a:pt x="391" y="80"/>
                </a:cubicBezTo>
                <a:lnTo>
                  <a:pt x="36" y="8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3" name="Freeform 24"/>
          <p:cNvSpPr/>
          <p:nvPr/>
        </p:nvSpPr>
        <p:spPr>
          <a:xfrm>
            <a:off x="2714760" y="2405160"/>
            <a:ext cx="223560" cy="177840"/>
          </a:xfrm>
          <a:custGeom>
            <a:avLst/>
            <a:gdLst/>
            <a:ahLst/>
            <a:rect l="l" t="t" r="r" b="b"/>
            <a:pathLst>
              <a:path w="497" h="399">
                <a:moveTo>
                  <a:pt x="248" y="150"/>
                </a:moveTo>
                <a:lnTo>
                  <a:pt x="248" y="150"/>
                </a:lnTo>
                <a:cubicBezTo>
                  <a:pt x="203" y="150"/>
                  <a:pt x="177" y="176"/>
                  <a:pt x="177" y="221"/>
                </a:cubicBezTo>
                <a:cubicBezTo>
                  <a:pt x="177" y="266"/>
                  <a:pt x="203" y="292"/>
                  <a:pt x="248" y="292"/>
                </a:cubicBezTo>
                <a:cubicBezTo>
                  <a:pt x="292" y="292"/>
                  <a:pt x="319" y="266"/>
                  <a:pt x="319" y="221"/>
                </a:cubicBezTo>
                <a:cubicBezTo>
                  <a:pt x="319" y="176"/>
                  <a:pt x="292" y="150"/>
                  <a:pt x="248" y="150"/>
                </a:cubicBezTo>
                <a:close/>
                <a:moveTo>
                  <a:pt x="442" y="70"/>
                </a:moveTo>
                <a:lnTo>
                  <a:pt x="442" y="70"/>
                </a:lnTo>
                <a:cubicBezTo>
                  <a:pt x="389" y="70"/>
                  <a:pt x="389" y="70"/>
                  <a:pt x="389" y="70"/>
                </a:cubicBezTo>
                <a:cubicBezTo>
                  <a:pt x="380" y="70"/>
                  <a:pt x="372" y="70"/>
                  <a:pt x="363" y="61"/>
                </a:cubicBezTo>
                <a:cubicBezTo>
                  <a:pt x="354" y="8"/>
                  <a:pt x="354" y="8"/>
                  <a:pt x="354" y="8"/>
                </a:cubicBezTo>
                <a:cubicBezTo>
                  <a:pt x="345" y="8"/>
                  <a:pt x="336" y="0"/>
                  <a:pt x="327" y="0"/>
                </a:cubicBezTo>
                <a:cubicBezTo>
                  <a:pt x="159" y="0"/>
                  <a:pt x="159" y="0"/>
                  <a:pt x="159" y="0"/>
                </a:cubicBezTo>
                <a:cubicBezTo>
                  <a:pt x="159" y="0"/>
                  <a:pt x="150" y="8"/>
                  <a:pt x="142" y="8"/>
                </a:cubicBezTo>
                <a:cubicBezTo>
                  <a:pt x="123" y="61"/>
                  <a:pt x="123" y="61"/>
                  <a:pt x="123" y="61"/>
                </a:cubicBezTo>
                <a:cubicBezTo>
                  <a:pt x="123" y="70"/>
                  <a:pt x="115" y="70"/>
                  <a:pt x="106" y="70"/>
                </a:cubicBezTo>
                <a:cubicBezTo>
                  <a:pt x="53" y="70"/>
                  <a:pt x="53" y="70"/>
                  <a:pt x="53" y="70"/>
                </a:cubicBezTo>
                <a:cubicBezTo>
                  <a:pt x="17" y="70"/>
                  <a:pt x="0" y="97"/>
                  <a:pt x="0" y="123"/>
                </a:cubicBezTo>
                <a:cubicBezTo>
                  <a:pt x="0" y="345"/>
                  <a:pt x="0" y="345"/>
                  <a:pt x="0" y="345"/>
                </a:cubicBezTo>
                <a:cubicBezTo>
                  <a:pt x="0" y="372"/>
                  <a:pt x="17" y="398"/>
                  <a:pt x="53" y="398"/>
                </a:cubicBezTo>
                <a:cubicBezTo>
                  <a:pt x="442" y="398"/>
                  <a:pt x="442" y="398"/>
                  <a:pt x="442" y="398"/>
                </a:cubicBezTo>
                <a:cubicBezTo>
                  <a:pt x="470" y="398"/>
                  <a:pt x="496" y="372"/>
                  <a:pt x="496" y="345"/>
                </a:cubicBezTo>
                <a:cubicBezTo>
                  <a:pt x="496" y="123"/>
                  <a:pt x="496" y="123"/>
                  <a:pt x="496" y="123"/>
                </a:cubicBezTo>
                <a:cubicBezTo>
                  <a:pt x="496" y="97"/>
                  <a:pt x="470" y="70"/>
                  <a:pt x="442" y="70"/>
                </a:cubicBezTo>
                <a:close/>
                <a:moveTo>
                  <a:pt x="248" y="345"/>
                </a:moveTo>
                <a:lnTo>
                  <a:pt x="248" y="345"/>
                </a:lnTo>
                <a:cubicBezTo>
                  <a:pt x="177" y="345"/>
                  <a:pt x="123" y="292"/>
                  <a:pt x="123" y="221"/>
                </a:cubicBezTo>
                <a:cubicBezTo>
                  <a:pt x="123" y="150"/>
                  <a:pt x="177" y="97"/>
                  <a:pt x="248" y="97"/>
                </a:cubicBezTo>
                <a:cubicBezTo>
                  <a:pt x="319" y="97"/>
                  <a:pt x="372" y="150"/>
                  <a:pt x="372" y="221"/>
                </a:cubicBezTo>
                <a:cubicBezTo>
                  <a:pt x="372" y="292"/>
                  <a:pt x="319" y="345"/>
                  <a:pt x="248" y="345"/>
                </a:cubicBezTo>
                <a:close/>
                <a:moveTo>
                  <a:pt x="425" y="159"/>
                </a:moveTo>
                <a:lnTo>
                  <a:pt x="425" y="159"/>
                </a:lnTo>
                <a:cubicBezTo>
                  <a:pt x="416" y="159"/>
                  <a:pt x="407" y="150"/>
                  <a:pt x="407" y="141"/>
                </a:cubicBezTo>
                <a:cubicBezTo>
                  <a:pt x="407" y="132"/>
                  <a:pt x="416" y="123"/>
                  <a:pt x="425" y="123"/>
                </a:cubicBezTo>
                <a:cubicBezTo>
                  <a:pt x="433" y="123"/>
                  <a:pt x="442" y="132"/>
                  <a:pt x="442" y="141"/>
                </a:cubicBezTo>
                <a:cubicBezTo>
                  <a:pt x="442" y="150"/>
                  <a:pt x="433" y="159"/>
                  <a:pt x="425" y="15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4" name="Freeform 25"/>
          <p:cNvSpPr/>
          <p:nvPr/>
        </p:nvSpPr>
        <p:spPr>
          <a:xfrm>
            <a:off x="4983120" y="2389320"/>
            <a:ext cx="155520" cy="214200"/>
          </a:xfrm>
          <a:custGeom>
            <a:avLst/>
            <a:gdLst/>
            <a:ahLst/>
            <a:rect l="l" t="t" r="r" b="b"/>
            <a:pathLst>
              <a:path w="346" h="479">
                <a:moveTo>
                  <a:pt x="195" y="0"/>
                </a:moveTo>
                <a:lnTo>
                  <a:pt x="195" y="0"/>
                </a:lnTo>
                <a:cubicBezTo>
                  <a:pt x="160" y="0"/>
                  <a:pt x="160" y="0"/>
                  <a:pt x="160" y="0"/>
                </a:cubicBezTo>
                <a:cubicBezTo>
                  <a:pt x="160" y="328"/>
                  <a:pt x="160" y="328"/>
                  <a:pt x="160" y="328"/>
                </a:cubicBezTo>
                <a:cubicBezTo>
                  <a:pt x="133" y="319"/>
                  <a:pt x="107" y="319"/>
                  <a:pt x="80" y="328"/>
                </a:cubicBezTo>
                <a:cubicBezTo>
                  <a:pt x="26" y="346"/>
                  <a:pt x="0" y="390"/>
                  <a:pt x="10" y="425"/>
                </a:cubicBezTo>
                <a:cubicBezTo>
                  <a:pt x="26" y="461"/>
                  <a:pt x="71" y="478"/>
                  <a:pt x="124" y="461"/>
                </a:cubicBezTo>
                <a:cubicBezTo>
                  <a:pt x="169" y="443"/>
                  <a:pt x="195" y="408"/>
                  <a:pt x="195" y="372"/>
                </a:cubicBezTo>
                <a:cubicBezTo>
                  <a:pt x="195" y="106"/>
                  <a:pt x="195" y="106"/>
                  <a:pt x="195" y="106"/>
                </a:cubicBezTo>
                <a:cubicBezTo>
                  <a:pt x="266" y="124"/>
                  <a:pt x="266" y="212"/>
                  <a:pt x="257" y="230"/>
                </a:cubicBezTo>
                <a:cubicBezTo>
                  <a:pt x="257" y="239"/>
                  <a:pt x="266" y="248"/>
                  <a:pt x="275" y="230"/>
                </a:cubicBezTo>
                <a:cubicBezTo>
                  <a:pt x="345" y="115"/>
                  <a:pt x="195" y="62"/>
                  <a:pt x="195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5" name="Freeform 26"/>
          <p:cNvSpPr/>
          <p:nvPr/>
        </p:nvSpPr>
        <p:spPr>
          <a:xfrm>
            <a:off x="3624120" y="2400480"/>
            <a:ext cx="192240" cy="195120"/>
          </a:xfrm>
          <a:custGeom>
            <a:avLst/>
            <a:gdLst/>
            <a:ahLst/>
            <a:rect l="l" t="t" r="r" b="b"/>
            <a:pathLst>
              <a:path w="426" h="435">
                <a:moveTo>
                  <a:pt x="256" y="265"/>
                </a:moveTo>
                <a:lnTo>
                  <a:pt x="256" y="265"/>
                </a:lnTo>
                <a:cubicBezTo>
                  <a:pt x="186" y="336"/>
                  <a:pt x="80" y="345"/>
                  <a:pt x="0" y="301"/>
                </a:cubicBezTo>
                <a:cubicBezTo>
                  <a:pt x="9" y="319"/>
                  <a:pt x="17" y="328"/>
                  <a:pt x="35" y="345"/>
                </a:cubicBezTo>
                <a:cubicBezTo>
                  <a:pt x="124" y="434"/>
                  <a:pt x="256" y="434"/>
                  <a:pt x="346" y="345"/>
                </a:cubicBezTo>
                <a:cubicBezTo>
                  <a:pt x="425" y="256"/>
                  <a:pt x="425" y="124"/>
                  <a:pt x="346" y="35"/>
                </a:cubicBezTo>
                <a:cubicBezTo>
                  <a:pt x="328" y="26"/>
                  <a:pt x="310" y="9"/>
                  <a:pt x="292" y="0"/>
                </a:cubicBezTo>
                <a:cubicBezTo>
                  <a:pt x="346" y="88"/>
                  <a:pt x="328" y="194"/>
                  <a:pt x="256" y="26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6" name="Freeform 27"/>
          <p:cNvSpPr/>
          <p:nvPr/>
        </p:nvSpPr>
        <p:spPr>
          <a:xfrm>
            <a:off x="4049640" y="2400480"/>
            <a:ext cx="227160" cy="177480"/>
          </a:xfrm>
          <a:custGeom>
            <a:avLst/>
            <a:gdLst/>
            <a:ahLst/>
            <a:rect l="l" t="t" r="r" b="b"/>
            <a:pathLst>
              <a:path w="506" h="399">
                <a:moveTo>
                  <a:pt x="434" y="70"/>
                </a:moveTo>
                <a:lnTo>
                  <a:pt x="434" y="70"/>
                </a:lnTo>
                <a:cubicBezTo>
                  <a:pt x="354" y="17"/>
                  <a:pt x="265" y="0"/>
                  <a:pt x="168" y="35"/>
                </a:cubicBezTo>
                <a:cubicBezTo>
                  <a:pt x="89" y="53"/>
                  <a:pt x="9" y="141"/>
                  <a:pt x="9" y="221"/>
                </a:cubicBezTo>
                <a:cubicBezTo>
                  <a:pt x="0" y="319"/>
                  <a:pt x="71" y="398"/>
                  <a:pt x="195" y="398"/>
                </a:cubicBezTo>
                <a:cubicBezTo>
                  <a:pt x="337" y="398"/>
                  <a:pt x="381" y="328"/>
                  <a:pt x="381" y="310"/>
                </a:cubicBezTo>
                <a:cubicBezTo>
                  <a:pt x="390" y="292"/>
                  <a:pt x="328" y="248"/>
                  <a:pt x="363" y="212"/>
                </a:cubicBezTo>
                <a:cubicBezTo>
                  <a:pt x="408" y="168"/>
                  <a:pt x="452" y="203"/>
                  <a:pt x="469" y="203"/>
                </a:cubicBezTo>
                <a:cubicBezTo>
                  <a:pt x="496" y="194"/>
                  <a:pt x="505" y="124"/>
                  <a:pt x="434" y="70"/>
                </a:cubicBezTo>
                <a:close/>
                <a:moveTo>
                  <a:pt x="274" y="301"/>
                </a:moveTo>
                <a:lnTo>
                  <a:pt x="274" y="301"/>
                </a:lnTo>
                <a:cubicBezTo>
                  <a:pt x="248" y="301"/>
                  <a:pt x="239" y="283"/>
                  <a:pt x="239" y="265"/>
                </a:cubicBezTo>
                <a:cubicBezTo>
                  <a:pt x="239" y="248"/>
                  <a:pt x="248" y="230"/>
                  <a:pt x="274" y="230"/>
                </a:cubicBezTo>
                <a:cubicBezTo>
                  <a:pt x="293" y="230"/>
                  <a:pt x="309" y="248"/>
                  <a:pt x="309" y="265"/>
                </a:cubicBezTo>
                <a:cubicBezTo>
                  <a:pt x="309" y="283"/>
                  <a:pt x="293" y="301"/>
                  <a:pt x="274" y="30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7" name="Freeform 28"/>
          <p:cNvSpPr/>
          <p:nvPr/>
        </p:nvSpPr>
        <p:spPr>
          <a:xfrm>
            <a:off x="4498920" y="2392200"/>
            <a:ext cx="223920" cy="187560"/>
          </a:xfrm>
          <a:custGeom>
            <a:avLst/>
            <a:gdLst/>
            <a:ahLst/>
            <a:rect l="l" t="t" r="r" b="b"/>
            <a:pathLst>
              <a:path w="498" h="418">
                <a:moveTo>
                  <a:pt x="124" y="81"/>
                </a:moveTo>
                <a:lnTo>
                  <a:pt x="124" y="81"/>
                </a:lnTo>
                <a:cubicBezTo>
                  <a:pt x="27" y="134"/>
                  <a:pt x="36" y="222"/>
                  <a:pt x="36" y="258"/>
                </a:cubicBezTo>
                <a:cubicBezTo>
                  <a:pt x="159" y="107"/>
                  <a:pt x="346" y="116"/>
                  <a:pt x="346" y="116"/>
                </a:cubicBezTo>
                <a:cubicBezTo>
                  <a:pt x="346" y="116"/>
                  <a:pt x="80" y="204"/>
                  <a:pt x="9" y="382"/>
                </a:cubicBezTo>
                <a:cubicBezTo>
                  <a:pt x="0" y="400"/>
                  <a:pt x="36" y="417"/>
                  <a:pt x="44" y="400"/>
                </a:cubicBezTo>
                <a:cubicBezTo>
                  <a:pt x="62" y="355"/>
                  <a:pt x="97" y="311"/>
                  <a:pt x="97" y="311"/>
                </a:cubicBezTo>
                <a:cubicBezTo>
                  <a:pt x="151" y="329"/>
                  <a:pt x="230" y="355"/>
                  <a:pt x="293" y="311"/>
                </a:cubicBezTo>
                <a:cubicBezTo>
                  <a:pt x="363" y="258"/>
                  <a:pt x="363" y="134"/>
                  <a:pt x="469" y="72"/>
                </a:cubicBezTo>
                <a:cubicBezTo>
                  <a:pt x="497" y="63"/>
                  <a:pt x="249" y="0"/>
                  <a:pt x="124" y="8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8" name="Freeform 29"/>
          <p:cNvSpPr/>
          <p:nvPr/>
        </p:nvSpPr>
        <p:spPr>
          <a:xfrm>
            <a:off x="1835280" y="2389320"/>
            <a:ext cx="199800" cy="206280"/>
          </a:xfrm>
          <a:custGeom>
            <a:avLst/>
            <a:gdLst/>
            <a:ahLst/>
            <a:rect l="l" t="t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9" name="Freeform 30"/>
          <p:cNvSpPr/>
          <p:nvPr/>
        </p:nvSpPr>
        <p:spPr>
          <a:xfrm>
            <a:off x="1379520" y="2833560"/>
            <a:ext cx="222120" cy="211320"/>
          </a:xfrm>
          <a:custGeom>
            <a:avLst/>
            <a:gdLst/>
            <a:ahLst/>
            <a:rect l="l" t="t" r="r" b="b"/>
            <a:pathLst>
              <a:path w="498" h="470">
                <a:moveTo>
                  <a:pt x="133" y="469"/>
                </a:moveTo>
                <a:lnTo>
                  <a:pt x="133" y="469"/>
                </a:lnTo>
                <a:cubicBezTo>
                  <a:pt x="186" y="469"/>
                  <a:pt x="186" y="469"/>
                  <a:pt x="186" y="469"/>
                </a:cubicBezTo>
                <a:cubicBezTo>
                  <a:pt x="293" y="265"/>
                  <a:pt x="293" y="265"/>
                  <a:pt x="293" y="265"/>
                </a:cubicBezTo>
                <a:cubicBezTo>
                  <a:pt x="426" y="265"/>
                  <a:pt x="426" y="265"/>
                  <a:pt x="426" y="265"/>
                </a:cubicBezTo>
                <a:cubicBezTo>
                  <a:pt x="426" y="265"/>
                  <a:pt x="497" y="265"/>
                  <a:pt x="497" y="230"/>
                </a:cubicBezTo>
                <a:cubicBezTo>
                  <a:pt x="497" y="195"/>
                  <a:pt x="426" y="195"/>
                  <a:pt x="426" y="195"/>
                </a:cubicBezTo>
                <a:cubicBezTo>
                  <a:pt x="293" y="195"/>
                  <a:pt x="293" y="195"/>
                  <a:pt x="293" y="195"/>
                </a:cubicBezTo>
                <a:cubicBezTo>
                  <a:pt x="186" y="0"/>
                  <a:pt x="186" y="0"/>
                  <a:pt x="186" y="0"/>
                </a:cubicBezTo>
                <a:cubicBezTo>
                  <a:pt x="133" y="0"/>
                  <a:pt x="133" y="0"/>
                  <a:pt x="133" y="0"/>
                </a:cubicBezTo>
                <a:cubicBezTo>
                  <a:pt x="195" y="195"/>
                  <a:pt x="195" y="195"/>
                  <a:pt x="195" y="195"/>
                </a:cubicBezTo>
                <a:cubicBezTo>
                  <a:pt x="107" y="195"/>
                  <a:pt x="107" y="195"/>
                  <a:pt x="107" y="195"/>
                </a:cubicBezTo>
                <a:cubicBezTo>
                  <a:pt x="53" y="150"/>
                  <a:pt x="53" y="150"/>
                  <a:pt x="53" y="150"/>
                </a:cubicBezTo>
                <a:cubicBezTo>
                  <a:pt x="0" y="150"/>
                  <a:pt x="0" y="150"/>
                  <a:pt x="0" y="150"/>
                </a:cubicBezTo>
                <a:cubicBezTo>
                  <a:pt x="36" y="230"/>
                  <a:pt x="36" y="230"/>
                  <a:pt x="36" y="230"/>
                </a:cubicBezTo>
                <a:cubicBezTo>
                  <a:pt x="0" y="319"/>
                  <a:pt x="0" y="319"/>
                  <a:pt x="0" y="319"/>
                </a:cubicBezTo>
                <a:cubicBezTo>
                  <a:pt x="53" y="319"/>
                  <a:pt x="53" y="319"/>
                  <a:pt x="53" y="319"/>
                </a:cubicBezTo>
                <a:cubicBezTo>
                  <a:pt x="107" y="265"/>
                  <a:pt x="107" y="265"/>
                  <a:pt x="107" y="265"/>
                </a:cubicBezTo>
                <a:cubicBezTo>
                  <a:pt x="195" y="265"/>
                  <a:pt x="195" y="265"/>
                  <a:pt x="195" y="265"/>
                </a:cubicBezTo>
                <a:lnTo>
                  <a:pt x="133" y="469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070" name="Group 1"/>
          <p:cNvGrpSpPr/>
          <p:nvPr/>
        </p:nvGrpSpPr>
        <p:grpSpPr>
          <a:xfrm>
            <a:off x="2722680" y="2836800"/>
            <a:ext cx="207720" cy="204840"/>
            <a:chOff x="2722680" y="2836800"/>
            <a:chExt cx="207720" cy="204840"/>
          </a:xfrm>
        </p:grpSpPr>
        <p:sp>
          <p:nvSpPr>
            <p:cNvPr id="1071" name="Freeform 31"/>
            <p:cNvSpPr/>
            <p:nvPr/>
          </p:nvSpPr>
          <p:spPr>
            <a:xfrm>
              <a:off x="2722680" y="2836800"/>
              <a:ext cx="207720" cy="204840"/>
            </a:xfrm>
            <a:custGeom>
              <a:avLst/>
              <a:gdLst/>
              <a:ahLst/>
              <a:rect l="l" t="t" r="r" b="b"/>
              <a:pathLst>
                <a:path w="462" h="453">
                  <a:moveTo>
                    <a:pt x="231" y="0"/>
                  </a:moveTo>
                  <a:lnTo>
                    <a:pt x="231" y="0"/>
                  </a:lnTo>
                  <a:cubicBezTo>
                    <a:pt x="106" y="0"/>
                    <a:pt x="0" y="98"/>
                    <a:pt x="0" y="222"/>
                  </a:cubicBezTo>
                  <a:cubicBezTo>
                    <a:pt x="0" y="346"/>
                    <a:pt x="106" y="452"/>
                    <a:pt x="231" y="452"/>
                  </a:cubicBezTo>
                  <a:cubicBezTo>
                    <a:pt x="355" y="452"/>
                    <a:pt x="461" y="346"/>
                    <a:pt x="461" y="222"/>
                  </a:cubicBezTo>
                  <a:cubicBezTo>
                    <a:pt x="461" y="98"/>
                    <a:pt x="355" y="0"/>
                    <a:pt x="231" y="0"/>
                  </a:cubicBezTo>
                  <a:close/>
                  <a:moveTo>
                    <a:pt x="231" y="399"/>
                  </a:moveTo>
                  <a:lnTo>
                    <a:pt x="231" y="399"/>
                  </a:lnTo>
                  <a:cubicBezTo>
                    <a:pt x="133" y="399"/>
                    <a:pt x="53" y="319"/>
                    <a:pt x="53" y="222"/>
                  </a:cubicBezTo>
                  <a:cubicBezTo>
                    <a:pt x="53" y="124"/>
                    <a:pt x="133" y="45"/>
                    <a:pt x="231" y="45"/>
                  </a:cubicBezTo>
                  <a:cubicBezTo>
                    <a:pt x="328" y="45"/>
                    <a:pt x="408" y="124"/>
                    <a:pt x="408" y="222"/>
                  </a:cubicBezTo>
                  <a:cubicBezTo>
                    <a:pt x="408" y="319"/>
                    <a:pt x="328" y="399"/>
                    <a:pt x="231" y="39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072" name="Freeform 32"/>
            <p:cNvSpPr/>
            <p:nvPr/>
          </p:nvSpPr>
          <p:spPr>
            <a:xfrm>
              <a:off x="2817720" y="2881080"/>
              <a:ext cx="47520" cy="98280"/>
            </a:xfrm>
            <a:custGeom>
              <a:avLst/>
              <a:gdLst/>
              <a:ahLst/>
              <a:rect l="l" t="t" r="r" b="b"/>
              <a:pathLst>
                <a:path w="107" h="222">
                  <a:moveTo>
                    <a:pt x="36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89" y="221"/>
                  </a:lnTo>
                  <a:lnTo>
                    <a:pt x="106" y="195"/>
                  </a:lnTo>
                  <a:lnTo>
                    <a:pt x="36" y="114"/>
                  </a:lnTo>
                  <a:lnTo>
                    <a:pt x="36" y="0"/>
                  </a:ln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  <p:sp>
        <p:nvSpPr>
          <p:cNvPr id="1073" name="Freeform 33"/>
          <p:cNvSpPr/>
          <p:nvPr/>
        </p:nvSpPr>
        <p:spPr>
          <a:xfrm>
            <a:off x="7640640" y="3751200"/>
            <a:ext cx="152280" cy="160560"/>
          </a:xfrm>
          <a:custGeom>
            <a:avLst/>
            <a:gdLst/>
            <a:ahLst/>
            <a:rect l="l" t="t" r="r" b="b"/>
            <a:pathLst>
              <a:path w="338" h="356">
                <a:moveTo>
                  <a:pt x="124" y="355"/>
                </a:moveTo>
                <a:lnTo>
                  <a:pt x="124" y="355"/>
                </a:lnTo>
                <a:cubicBezTo>
                  <a:pt x="115" y="355"/>
                  <a:pt x="107" y="346"/>
                  <a:pt x="98" y="337"/>
                </a:cubicBezTo>
                <a:cubicBezTo>
                  <a:pt x="9" y="222"/>
                  <a:pt x="9" y="222"/>
                  <a:pt x="9" y="222"/>
                </a:cubicBezTo>
                <a:cubicBezTo>
                  <a:pt x="0" y="204"/>
                  <a:pt x="0" y="187"/>
                  <a:pt x="18" y="178"/>
                </a:cubicBezTo>
                <a:cubicBezTo>
                  <a:pt x="36" y="160"/>
                  <a:pt x="53" y="168"/>
                  <a:pt x="62" y="178"/>
                </a:cubicBezTo>
                <a:cubicBezTo>
                  <a:pt x="124" y="258"/>
                  <a:pt x="124" y="258"/>
                  <a:pt x="124" y="258"/>
                </a:cubicBezTo>
                <a:cubicBezTo>
                  <a:pt x="266" y="27"/>
                  <a:pt x="266" y="27"/>
                  <a:pt x="266" y="27"/>
                </a:cubicBezTo>
                <a:cubicBezTo>
                  <a:pt x="284" y="9"/>
                  <a:pt x="301" y="0"/>
                  <a:pt x="319" y="9"/>
                </a:cubicBezTo>
                <a:cubicBezTo>
                  <a:pt x="337" y="18"/>
                  <a:pt x="337" y="45"/>
                  <a:pt x="328" y="62"/>
                </a:cubicBezTo>
                <a:cubicBezTo>
                  <a:pt x="160" y="337"/>
                  <a:pt x="160" y="337"/>
                  <a:pt x="160" y="337"/>
                </a:cubicBezTo>
                <a:cubicBezTo>
                  <a:pt x="151" y="346"/>
                  <a:pt x="142" y="355"/>
                  <a:pt x="124" y="35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4" name="Freeform 34"/>
          <p:cNvSpPr/>
          <p:nvPr/>
        </p:nvSpPr>
        <p:spPr>
          <a:xfrm>
            <a:off x="6767640" y="2825640"/>
            <a:ext cx="126720" cy="223920"/>
          </a:xfrm>
          <a:custGeom>
            <a:avLst/>
            <a:gdLst/>
            <a:ahLst/>
            <a:rect l="l" t="t" r="r" b="b"/>
            <a:pathLst>
              <a:path w="284" h="497">
                <a:moveTo>
                  <a:pt x="283" y="115"/>
                </a:moveTo>
                <a:lnTo>
                  <a:pt x="283" y="115"/>
                </a:lnTo>
                <a:cubicBezTo>
                  <a:pt x="283" y="62"/>
                  <a:pt x="283" y="62"/>
                  <a:pt x="283" y="62"/>
                </a:cubicBezTo>
                <a:cubicBezTo>
                  <a:pt x="283" y="35"/>
                  <a:pt x="221" y="0"/>
                  <a:pt x="142" y="0"/>
                </a:cubicBezTo>
                <a:cubicBezTo>
                  <a:pt x="61" y="0"/>
                  <a:pt x="0" y="35"/>
                  <a:pt x="0" y="62"/>
                </a:cubicBezTo>
                <a:cubicBezTo>
                  <a:pt x="0" y="62"/>
                  <a:pt x="0" y="62"/>
                  <a:pt x="0" y="115"/>
                </a:cubicBezTo>
                <a:cubicBezTo>
                  <a:pt x="0" y="168"/>
                  <a:pt x="97" y="213"/>
                  <a:pt x="97" y="248"/>
                </a:cubicBezTo>
                <a:cubicBezTo>
                  <a:pt x="97" y="292"/>
                  <a:pt x="0" y="328"/>
                  <a:pt x="0" y="381"/>
                </a:cubicBezTo>
                <a:cubicBezTo>
                  <a:pt x="0" y="434"/>
                  <a:pt x="0" y="443"/>
                  <a:pt x="0" y="443"/>
                </a:cubicBezTo>
                <a:cubicBezTo>
                  <a:pt x="0" y="460"/>
                  <a:pt x="61" y="496"/>
                  <a:pt x="142" y="496"/>
                </a:cubicBezTo>
                <a:cubicBezTo>
                  <a:pt x="221" y="496"/>
                  <a:pt x="283" y="460"/>
                  <a:pt x="283" y="443"/>
                </a:cubicBezTo>
                <a:cubicBezTo>
                  <a:pt x="283" y="443"/>
                  <a:pt x="283" y="434"/>
                  <a:pt x="283" y="381"/>
                </a:cubicBezTo>
                <a:cubicBezTo>
                  <a:pt x="283" y="328"/>
                  <a:pt x="186" y="292"/>
                  <a:pt x="186" y="248"/>
                </a:cubicBezTo>
                <a:cubicBezTo>
                  <a:pt x="186" y="213"/>
                  <a:pt x="283" y="168"/>
                  <a:pt x="283" y="115"/>
                </a:cubicBezTo>
                <a:close/>
                <a:moveTo>
                  <a:pt x="44" y="62"/>
                </a:moveTo>
                <a:lnTo>
                  <a:pt x="44" y="62"/>
                </a:lnTo>
                <a:cubicBezTo>
                  <a:pt x="61" y="53"/>
                  <a:pt x="88" y="35"/>
                  <a:pt x="142" y="35"/>
                </a:cubicBezTo>
                <a:cubicBezTo>
                  <a:pt x="195" y="35"/>
                  <a:pt x="239" y="62"/>
                  <a:pt x="239" y="62"/>
                </a:cubicBezTo>
                <a:cubicBezTo>
                  <a:pt x="248" y="62"/>
                  <a:pt x="257" y="71"/>
                  <a:pt x="248" y="71"/>
                </a:cubicBezTo>
                <a:cubicBezTo>
                  <a:pt x="230" y="88"/>
                  <a:pt x="186" y="97"/>
                  <a:pt x="142" y="97"/>
                </a:cubicBezTo>
                <a:cubicBezTo>
                  <a:pt x="97" y="97"/>
                  <a:pt x="53" y="88"/>
                  <a:pt x="35" y="71"/>
                </a:cubicBezTo>
                <a:cubicBezTo>
                  <a:pt x="26" y="71"/>
                  <a:pt x="44" y="62"/>
                  <a:pt x="44" y="62"/>
                </a:cubicBezTo>
                <a:close/>
                <a:moveTo>
                  <a:pt x="151" y="248"/>
                </a:moveTo>
                <a:lnTo>
                  <a:pt x="151" y="248"/>
                </a:lnTo>
                <a:cubicBezTo>
                  <a:pt x="151" y="283"/>
                  <a:pt x="177" y="301"/>
                  <a:pt x="204" y="328"/>
                </a:cubicBezTo>
                <a:cubicBezTo>
                  <a:pt x="221" y="345"/>
                  <a:pt x="248" y="372"/>
                  <a:pt x="248" y="381"/>
                </a:cubicBezTo>
                <a:cubicBezTo>
                  <a:pt x="248" y="416"/>
                  <a:pt x="248" y="416"/>
                  <a:pt x="248" y="416"/>
                </a:cubicBezTo>
                <a:cubicBezTo>
                  <a:pt x="230" y="407"/>
                  <a:pt x="151" y="390"/>
                  <a:pt x="151" y="354"/>
                </a:cubicBezTo>
                <a:cubicBezTo>
                  <a:pt x="151" y="337"/>
                  <a:pt x="133" y="337"/>
                  <a:pt x="133" y="354"/>
                </a:cubicBezTo>
                <a:cubicBezTo>
                  <a:pt x="133" y="390"/>
                  <a:pt x="61" y="407"/>
                  <a:pt x="35" y="416"/>
                </a:cubicBezTo>
                <a:cubicBezTo>
                  <a:pt x="35" y="381"/>
                  <a:pt x="35" y="381"/>
                  <a:pt x="35" y="381"/>
                </a:cubicBezTo>
                <a:cubicBezTo>
                  <a:pt x="35" y="372"/>
                  <a:pt x="61" y="345"/>
                  <a:pt x="80" y="328"/>
                </a:cubicBezTo>
                <a:cubicBezTo>
                  <a:pt x="106" y="301"/>
                  <a:pt x="133" y="283"/>
                  <a:pt x="133" y="248"/>
                </a:cubicBezTo>
                <a:cubicBezTo>
                  <a:pt x="133" y="222"/>
                  <a:pt x="106" y="203"/>
                  <a:pt x="80" y="177"/>
                </a:cubicBezTo>
                <a:cubicBezTo>
                  <a:pt x="61" y="159"/>
                  <a:pt x="35" y="132"/>
                  <a:pt x="35" y="115"/>
                </a:cubicBezTo>
                <a:cubicBezTo>
                  <a:pt x="35" y="88"/>
                  <a:pt x="35" y="88"/>
                  <a:pt x="35" y="88"/>
                </a:cubicBezTo>
                <a:cubicBezTo>
                  <a:pt x="61" y="106"/>
                  <a:pt x="97" y="115"/>
                  <a:pt x="142" y="115"/>
                </a:cubicBezTo>
                <a:cubicBezTo>
                  <a:pt x="186" y="115"/>
                  <a:pt x="230" y="106"/>
                  <a:pt x="248" y="88"/>
                </a:cubicBezTo>
                <a:cubicBezTo>
                  <a:pt x="248" y="115"/>
                  <a:pt x="248" y="115"/>
                  <a:pt x="248" y="115"/>
                </a:cubicBezTo>
                <a:cubicBezTo>
                  <a:pt x="248" y="132"/>
                  <a:pt x="221" y="159"/>
                  <a:pt x="204" y="177"/>
                </a:cubicBezTo>
                <a:cubicBezTo>
                  <a:pt x="177" y="203"/>
                  <a:pt x="151" y="222"/>
                  <a:pt x="151" y="24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5" name="Freeform 35"/>
          <p:cNvSpPr/>
          <p:nvPr/>
        </p:nvSpPr>
        <p:spPr>
          <a:xfrm>
            <a:off x="8070840" y="1525680"/>
            <a:ext cx="160200" cy="187200"/>
          </a:xfrm>
          <a:custGeom>
            <a:avLst/>
            <a:gdLst/>
            <a:ahLst/>
            <a:rect l="l" t="t" r="r" b="b"/>
            <a:pathLst>
              <a:path w="355" h="417">
                <a:moveTo>
                  <a:pt x="319" y="141"/>
                </a:moveTo>
                <a:lnTo>
                  <a:pt x="319" y="141"/>
                </a:lnTo>
                <a:cubicBezTo>
                  <a:pt x="274" y="141"/>
                  <a:pt x="274" y="141"/>
                  <a:pt x="274" y="141"/>
                </a:cubicBezTo>
                <a:cubicBezTo>
                  <a:pt x="274" y="106"/>
                  <a:pt x="274" y="106"/>
                  <a:pt x="274" y="106"/>
                </a:cubicBezTo>
                <a:cubicBezTo>
                  <a:pt x="274" y="35"/>
                  <a:pt x="238" y="0"/>
                  <a:pt x="176" y="0"/>
                </a:cubicBezTo>
                <a:cubicBezTo>
                  <a:pt x="106" y="0"/>
                  <a:pt x="79" y="35"/>
                  <a:pt x="79" y="106"/>
                </a:cubicBezTo>
                <a:cubicBezTo>
                  <a:pt x="79" y="141"/>
                  <a:pt x="79" y="141"/>
                  <a:pt x="79" y="141"/>
                </a:cubicBezTo>
                <a:cubicBezTo>
                  <a:pt x="25" y="141"/>
                  <a:pt x="25" y="141"/>
                  <a:pt x="25" y="141"/>
                </a:cubicBezTo>
                <a:cubicBezTo>
                  <a:pt x="17" y="141"/>
                  <a:pt x="0" y="159"/>
                  <a:pt x="0" y="177"/>
                </a:cubicBezTo>
                <a:cubicBezTo>
                  <a:pt x="0" y="372"/>
                  <a:pt x="0" y="372"/>
                  <a:pt x="0" y="372"/>
                </a:cubicBezTo>
                <a:cubicBezTo>
                  <a:pt x="0" y="381"/>
                  <a:pt x="17" y="398"/>
                  <a:pt x="25" y="398"/>
                </a:cubicBezTo>
                <a:cubicBezTo>
                  <a:pt x="53" y="407"/>
                  <a:pt x="53" y="407"/>
                  <a:pt x="53" y="407"/>
                </a:cubicBezTo>
                <a:cubicBezTo>
                  <a:pt x="70" y="416"/>
                  <a:pt x="88" y="416"/>
                  <a:pt x="106" y="416"/>
                </a:cubicBezTo>
                <a:cubicBezTo>
                  <a:pt x="247" y="416"/>
                  <a:pt x="247" y="416"/>
                  <a:pt x="247" y="416"/>
                </a:cubicBezTo>
                <a:cubicBezTo>
                  <a:pt x="265" y="416"/>
                  <a:pt x="283" y="416"/>
                  <a:pt x="300" y="407"/>
                </a:cubicBezTo>
                <a:cubicBezTo>
                  <a:pt x="327" y="398"/>
                  <a:pt x="327" y="398"/>
                  <a:pt x="327" y="398"/>
                </a:cubicBezTo>
                <a:cubicBezTo>
                  <a:pt x="336" y="398"/>
                  <a:pt x="354" y="381"/>
                  <a:pt x="354" y="372"/>
                </a:cubicBezTo>
                <a:cubicBezTo>
                  <a:pt x="354" y="177"/>
                  <a:pt x="354" y="177"/>
                  <a:pt x="354" y="177"/>
                </a:cubicBezTo>
                <a:cubicBezTo>
                  <a:pt x="354" y="159"/>
                  <a:pt x="336" y="141"/>
                  <a:pt x="319" y="141"/>
                </a:cubicBezTo>
                <a:close/>
                <a:moveTo>
                  <a:pt x="123" y="97"/>
                </a:moveTo>
                <a:lnTo>
                  <a:pt x="123" y="97"/>
                </a:lnTo>
                <a:cubicBezTo>
                  <a:pt x="123" y="62"/>
                  <a:pt x="150" y="44"/>
                  <a:pt x="176" y="44"/>
                </a:cubicBezTo>
                <a:cubicBezTo>
                  <a:pt x="203" y="44"/>
                  <a:pt x="229" y="62"/>
                  <a:pt x="229" y="97"/>
                </a:cubicBezTo>
                <a:cubicBezTo>
                  <a:pt x="229" y="141"/>
                  <a:pt x="229" y="141"/>
                  <a:pt x="229" y="141"/>
                </a:cubicBezTo>
                <a:cubicBezTo>
                  <a:pt x="123" y="141"/>
                  <a:pt x="123" y="141"/>
                  <a:pt x="123" y="141"/>
                </a:cubicBezTo>
                <a:lnTo>
                  <a:pt x="123" y="9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6" name="Freeform 36"/>
          <p:cNvSpPr/>
          <p:nvPr/>
        </p:nvSpPr>
        <p:spPr>
          <a:xfrm>
            <a:off x="7162920" y="3282840"/>
            <a:ext cx="215640" cy="195480"/>
          </a:xfrm>
          <a:custGeom>
            <a:avLst/>
            <a:gdLst/>
            <a:ahLst/>
            <a:rect l="l" t="t" r="r" b="b"/>
            <a:pathLst>
              <a:path w="480" h="436">
                <a:moveTo>
                  <a:pt x="239" y="328"/>
                </a:moveTo>
                <a:lnTo>
                  <a:pt x="239" y="328"/>
                </a:lnTo>
                <a:cubicBezTo>
                  <a:pt x="213" y="328"/>
                  <a:pt x="186" y="355"/>
                  <a:pt x="186" y="382"/>
                </a:cubicBezTo>
                <a:cubicBezTo>
                  <a:pt x="186" y="409"/>
                  <a:pt x="213" y="435"/>
                  <a:pt x="239" y="435"/>
                </a:cubicBezTo>
                <a:cubicBezTo>
                  <a:pt x="266" y="435"/>
                  <a:pt x="292" y="409"/>
                  <a:pt x="292" y="382"/>
                </a:cubicBezTo>
                <a:cubicBezTo>
                  <a:pt x="292" y="355"/>
                  <a:pt x="266" y="328"/>
                  <a:pt x="239" y="328"/>
                </a:cubicBezTo>
                <a:close/>
                <a:moveTo>
                  <a:pt x="133" y="275"/>
                </a:moveTo>
                <a:lnTo>
                  <a:pt x="133" y="275"/>
                </a:lnTo>
                <a:cubicBezTo>
                  <a:pt x="168" y="311"/>
                  <a:pt x="168" y="311"/>
                  <a:pt x="168" y="311"/>
                </a:cubicBezTo>
                <a:cubicBezTo>
                  <a:pt x="204" y="275"/>
                  <a:pt x="266" y="275"/>
                  <a:pt x="310" y="311"/>
                </a:cubicBezTo>
                <a:cubicBezTo>
                  <a:pt x="345" y="275"/>
                  <a:pt x="345" y="275"/>
                  <a:pt x="345" y="275"/>
                </a:cubicBezTo>
                <a:cubicBezTo>
                  <a:pt x="283" y="222"/>
                  <a:pt x="195" y="222"/>
                  <a:pt x="133" y="275"/>
                </a:cubicBezTo>
                <a:close/>
                <a:moveTo>
                  <a:pt x="62" y="204"/>
                </a:moveTo>
                <a:lnTo>
                  <a:pt x="62" y="204"/>
                </a:lnTo>
                <a:cubicBezTo>
                  <a:pt x="98" y="240"/>
                  <a:pt x="98" y="240"/>
                  <a:pt x="98" y="240"/>
                </a:cubicBezTo>
                <a:cubicBezTo>
                  <a:pt x="177" y="169"/>
                  <a:pt x="301" y="169"/>
                  <a:pt x="381" y="240"/>
                </a:cubicBezTo>
                <a:cubicBezTo>
                  <a:pt x="417" y="204"/>
                  <a:pt x="417" y="204"/>
                  <a:pt x="417" y="204"/>
                </a:cubicBezTo>
                <a:cubicBezTo>
                  <a:pt x="319" y="107"/>
                  <a:pt x="160" y="107"/>
                  <a:pt x="62" y="204"/>
                </a:cubicBezTo>
                <a:close/>
                <a:moveTo>
                  <a:pt x="0" y="134"/>
                </a:moveTo>
                <a:lnTo>
                  <a:pt x="0" y="134"/>
                </a:lnTo>
                <a:cubicBezTo>
                  <a:pt x="26" y="169"/>
                  <a:pt x="26" y="169"/>
                  <a:pt x="26" y="169"/>
                </a:cubicBezTo>
                <a:cubicBezTo>
                  <a:pt x="142" y="54"/>
                  <a:pt x="328" y="54"/>
                  <a:pt x="443" y="169"/>
                </a:cubicBezTo>
                <a:cubicBezTo>
                  <a:pt x="479" y="134"/>
                  <a:pt x="479" y="134"/>
                  <a:pt x="479" y="134"/>
                </a:cubicBezTo>
                <a:cubicBezTo>
                  <a:pt x="345" y="0"/>
                  <a:pt x="133" y="0"/>
                  <a:pt x="0" y="13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7" name="Freeform 37"/>
          <p:cNvSpPr/>
          <p:nvPr/>
        </p:nvSpPr>
        <p:spPr>
          <a:xfrm>
            <a:off x="8105760" y="3772080"/>
            <a:ext cx="106200" cy="120600"/>
          </a:xfrm>
          <a:custGeom>
            <a:avLst/>
            <a:gdLst/>
            <a:ahLst/>
            <a:rect l="l" t="t" r="r" b="b"/>
            <a:pathLst>
              <a:path w="240" h="267">
                <a:moveTo>
                  <a:pt x="230" y="213"/>
                </a:moveTo>
                <a:lnTo>
                  <a:pt x="230" y="213"/>
                </a:lnTo>
                <a:cubicBezTo>
                  <a:pt x="160" y="133"/>
                  <a:pt x="160" y="133"/>
                  <a:pt x="160" y="133"/>
                </a:cubicBezTo>
                <a:cubicBezTo>
                  <a:pt x="230" y="53"/>
                  <a:pt x="230" y="53"/>
                  <a:pt x="230" y="53"/>
                </a:cubicBezTo>
                <a:cubicBezTo>
                  <a:pt x="239" y="44"/>
                  <a:pt x="239" y="26"/>
                  <a:pt x="230" y="17"/>
                </a:cubicBezTo>
                <a:cubicBezTo>
                  <a:pt x="222" y="0"/>
                  <a:pt x="204" y="0"/>
                  <a:pt x="185" y="17"/>
                </a:cubicBezTo>
                <a:cubicBezTo>
                  <a:pt x="124" y="88"/>
                  <a:pt x="124" y="88"/>
                  <a:pt x="124" y="88"/>
                </a:cubicBezTo>
                <a:cubicBezTo>
                  <a:pt x="62" y="17"/>
                  <a:pt x="62" y="17"/>
                  <a:pt x="62" y="17"/>
                </a:cubicBezTo>
                <a:cubicBezTo>
                  <a:pt x="44" y="0"/>
                  <a:pt x="26" y="0"/>
                  <a:pt x="18" y="17"/>
                </a:cubicBezTo>
                <a:cubicBezTo>
                  <a:pt x="0" y="26"/>
                  <a:pt x="0" y="44"/>
                  <a:pt x="18" y="53"/>
                </a:cubicBezTo>
                <a:cubicBezTo>
                  <a:pt x="88" y="133"/>
                  <a:pt x="88" y="133"/>
                  <a:pt x="88" y="133"/>
                </a:cubicBezTo>
                <a:cubicBezTo>
                  <a:pt x="18" y="213"/>
                  <a:pt x="18" y="213"/>
                  <a:pt x="18" y="213"/>
                </a:cubicBezTo>
                <a:cubicBezTo>
                  <a:pt x="0" y="221"/>
                  <a:pt x="0" y="248"/>
                  <a:pt x="18" y="257"/>
                </a:cubicBezTo>
                <a:cubicBezTo>
                  <a:pt x="26" y="266"/>
                  <a:pt x="44" y="266"/>
                  <a:pt x="62" y="257"/>
                </a:cubicBezTo>
                <a:cubicBezTo>
                  <a:pt x="124" y="177"/>
                  <a:pt x="124" y="177"/>
                  <a:pt x="124" y="177"/>
                </a:cubicBezTo>
                <a:cubicBezTo>
                  <a:pt x="185" y="257"/>
                  <a:pt x="185" y="257"/>
                  <a:pt x="185" y="257"/>
                </a:cubicBezTo>
                <a:cubicBezTo>
                  <a:pt x="204" y="266"/>
                  <a:pt x="222" y="266"/>
                  <a:pt x="230" y="257"/>
                </a:cubicBezTo>
                <a:cubicBezTo>
                  <a:pt x="239" y="248"/>
                  <a:pt x="239" y="221"/>
                  <a:pt x="230" y="21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8" name="Freeform 38"/>
          <p:cNvSpPr/>
          <p:nvPr/>
        </p:nvSpPr>
        <p:spPr>
          <a:xfrm>
            <a:off x="4113360" y="2836800"/>
            <a:ext cx="90360" cy="204840"/>
          </a:xfrm>
          <a:custGeom>
            <a:avLst/>
            <a:gdLst/>
            <a:ahLst/>
            <a:rect l="l" t="t" r="r" b="b"/>
            <a:pathLst>
              <a:path w="205" h="453">
                <a:moveTo>
                  <a:pt x="26" y="443"/>
                </a:moveTo>
                <a:lnTo>
                  <a:pt x="26" y="443"/>
                </a:lnTo>
                <a:cubicBezTo>
                  <a:pt x="17" y="443"/>
                  <a:pt x="106" y="266"/>
                  <a:pt x="106" y="266"/>
                </a:cubicBezTo>
                <a:cubicBezTo>
                  <a:pt x="97" y="257"/>
                  <a:pt x="8" y="231"/>
                  <a:pt x="8" y="212"/>
                </a:cubicBezTo>
                <a:cubicBezTo>
                  <a:pt x="0" y="196"/>
                  <a:pt x="177" y="0"/>
                  <a:pt x="186" y="0"/>
                </a:cubicBezTo>
                <a:cubicBezTo>
                  <a:pt x="186" y="9"/>
                  <a:pt x="106" y="177"/>
                  <a:pt x="106" y="187"/>
                </a:cubicBezTo>
                <a:cubicBezTo>
                  <a:pt x="114" y="196"/>
                  <a:pt x="204" y="222"/>
                  <a:pt x="204" y="240"/>
                </a:cubicBezTo>
                <a:cubicBezTo>
                  <a:pt x="204" y="249"/>
                  <a:pt x="35" y="452"/>
                  <a:pt x="26" y="44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9" name="Freeform 39"/>
          <p:cNvSpPr/>
          <p:nvPr/>
        </p:nvSpPr>
        <p:spPr>
          <a:xfrm>
            <a:off x="3616200" y="2836800"/>
            <a:ext cx="200160" cy="200160"/>
          </a:xfrm>
          <a:custGeom>
            <a:avLst/>
            <a:gdLst/>
            <a:ahLst/>
            <a:rect l="l" t="t" r="r" b="b"/>
            <a:pathLst>
              <a:path w="444" h="444">
                <a:moveTo>
                  <a:pt x="399" y="53"/>
                </a:moveTo>
                <a:lnTo>
                  <a:pt x="399" y="53"/>
                </a:lnTo>
                <a:cubicBezTo>
                  <a:pt x="372" y="53"/>
                  <a:pt x="372" y="53"/>
                  <a:pt x="372" y="53"/>
                </a:cubicBezTo>
                <a:cubicBezTo>
                  <a:pt x="372" y="98"/>
                  <a:pt x="372" y="98"/>
                  <a:pt x="372" y="98"/>
                </a:cubicBezTo>
                <a:cubicBezTo>
                  <a:pt x="293" y="98"/>
                  <a:pt x="293" y="98"/>
                  <a:pt x="293" y="98"/>
                </a:cubicBezTo>
                <a:cubicBezTo>
                  <a:pt x="293" y="53"/>
                  <a:pt x="293" y="53"/>
                  <a:pt x="293" y="53"/>
                </a:cubicBezTo>
                <a:cubicBezTo>
                  <a:pt x="151" y="53"/>
                  <a:pt x="151" y="53"/>
                  <a:pt x="151" y="53"/>
                </a:cubicBezTo>
                <a:cubicBezTo>
                  <a:pt x="151" y="98"/>
                  <a:pt x="151" y="98"/>
                  <a:pt x="151" y="98"/>
                </a:cubicBezTo>
                <a:cubicBezTo>
                  <a:pt x="71" y="98"/>
                  <a:pt x="71" y="98"/>
                  <a:pt x="71" y="98"/>
                </a:cubicBezTo>
                <a:cubicBezTo>
                  <a:pt x="71" y="53"/>
                  <a:pt x="71" y="53"/>
                  <a:pt x="71" y="53"/>
                </a:cubicBezTo>
                <a:cubicBezTo>
                  <a:pt x="45" y="53"/>
                  <a:pt x="45" y="53"/>
                  <a:pt x="45" y="53"/>
                </a:cubicBezTo>
                <a:cubicBezTo>
                  <a:pt x="18" y="53"/>
                  <a:pt x="0" y="71"/>
                  <a:pt x="0" y="98"/>
                </a:cubicBezTo>
                <a:cubicBezTo>
                  <a:pt x="0" y="399"/>
                  <a:pt x="0" y="399"/>
                  <a:pt x="0" y="399"/>
                </a:cubicBezTo>
                <a:cubicBezTo>
                  <a:pt x="0" y="425"/>
                  <a:pt x="18" y="443"/>
                  <a:pt x="45" y="443"/>
                </a:cubicBezTo>
                <a:cubicBezTo>
                  <a:pt x="399" y="443"/>
                  <a:pt x="399" y="443"/>
                  <a:pt x="399" y="443"/>
                </a:cubicBezTo>
                <a:cubicBezTo>
                  <a:pt x="425" y="443"/>
                  <a:pt x="443" y="425"/>
                  <a:pt x="443" y="399"/>
                </a:cubicBezTo>
                <a:cubicBezTo>
                  <a:pt x="443" y="98"/>
                  <a:pt x="443" y="98"/>
                  <a:pt x="443" y="98"/>
                </a:cubicBezTo>
                <a:cubicBezTo>
                  <a:pt x="443" y="71"/>
                  <a:pt x="425" y="53"/>
                  <a:pt x="399" y="53"/>
                </a:cubicBezTo>
                <a:close/>
                <a:moveTo>
                  <a:pt x="399" y="399"/>
                </a:moveTo>
                <a:lnTo>
                  <a:pt x="399" y="399"/>
                </a:lnTo>
                <a:cubicBezTo>
                  <a:pt x="45" y="399"/>
                  <a:pt x="45" y="399"/>
                  <a:pt x="45" y="399"/>
                </a:cubicBezTo>
                <a:cubicBezTo>
                  <a:pt x="45" y="196"/>
                  <a:pt x="45" y="196"/>
                  <a:pt x="45" y="196"/>
                </a:cubicBezTo>
                <a:cubicBezTo>
                  <a:pt x="399" y="196"/>
                  <a:pt x="399" y="196"/>
                  <a:pt x="399" y="196"/>
                </a:cubicBezTo>
                <a:lnTo>
                  <a:pt x="399" y="399"/>
                </a:lnTo>
                <a:close/>
                <a:moveTo>
                  <a:pt x="124" y="0"/>
                </a:moveTo>
                <a:lnTo>
                  <a:pt x="124" y="0"/>
                </a:lnTo>
                <a:cubicBezTo>
                  <a:pt x="89" y="0"/>
                  <a:pt x="89" y="0"/>
                  <a:pt x="89" y="0"/>
                </a:cubicBezTo>
                <a:cubicBezTo>
                  <a:pt x="89" y="89"/>
                  <a:pt x="89" y="89"/>
                  <a:pt x="89" y="89"/>
                </a:cubicBezTo>
                <a:cubicBezTo>
                  <a:pt x="124" y="89"/>
                  <a:pt x="124" y="89"/>
                  <a:pt x="124" y="89"/>
                </a:cubicBezTo>
                <a:lnTo>
                  <a:pt x="124" y="0"/>
                </a:lnTo>
                <a:close/>
                <a:moveTo>
                  <a:pt x="354" y="0"/>
                </a:moveTo>
                <a:lnTo>
                  <a:pt x="354" y="0"/>
                </a:lnTo>
                <a:cubicBezTo>
                  <a:pt x="319" y="0"/>
                  <a:pt x="319" y="0"/>
                  <a:pt x="319" y="0"/>
                </a:cubicBezTo>
                <a:cubicBezTo>
                  <a:pt x="319" y="89"/>
                  <a:pt x="319" y="89"/>
                  <a:pt x="319" y="89"/>
                </a:cubicBezTo>
                <a:cubicBezTo>
                  <a:pt x="354" y="89"/>
                  <a:pt x="354" y="89"/>
                  <a:pt x="354" y="89"/>
                </a:cubicBezTo>
                <a:lnTo>
                  <a:pt x="3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0" name="Freeform 40"/>
          <p:cNvSpPr/>
          <p:nvPr/>
        </p:nvSpPr>
        <p:spPr>
          <a:xfrm>
            <a:off x="3198960" y="2908440"/>
            <a:ext cx="144360" cy="141120"/>
          </a:xfrm>
          <a:custGeom>
            <a:avLst/>
            <a:gdLst/>
            <a:ahLst/>
            <a:rect l="l" t="t" r="r" b="b"/>
            <a:pathLst>
              <a:path w="320" h="312">
                <a:moveTo>
                  <a:pt x="311" y="0"/>
                </a:moveTo>
                <a:lnTo>
                  <a:pt x="311" y="0"/>
                </a:lnTo>
                <a:cubicBezTo>
                  <a:pt x="293" y="0"/>
                  <a:pt x="293" y="0"/>
                  <a:pt x="293" y="0"/>
                </a:cubicBezTo>
                <a:cubicBezTo>
                  <a:pt x="284" y="0"/>
                  <a:pt x="284" y="0"/>
                  <a:pt x="284" y="9"/>
                </a:cubicBezTo>
                <a:cubicBezTo>
                  <a:pt x="284" y="72"/>
                  <a:pt x="284" y="72"/>
                  <a:pt x="284" y="72"/>
                </a:cubicBezTo>
                <a:cubicBezTo>
                  <a:pt x="284" y="107"/>
                  <a:pt x="257" y="160"/>
                  <a:pt x="160" y="160"/>
                </a:cubicBezTo>
                <a:cubicBezTo>
                  <a:pt x="63" y="160"/>
                  <a:pt x="36" y="107"/>
                  <a:pt x="36" y="72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0"/>
                  <a:pt x="28" y="0"/>
                  <a:pt x="28" y="0"/>
                </a:cubicBezTo>
                <a:cubicBezTo>
                  <a:pt x="9" y="0"/>
                  <a:pt x="9" y="0"/>
                  <a:pt x="9" y="0"/>
                </a:cubicBezTo>
                <a:cubicBezTo>
                  <a:pt x="9" y="0"/>
                  <a:pt x="0" y="0"/>
                  <a:pt x="0" y="9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134"/>
                  <a:pt x="44" y="187"/>
                  <a:pt x="134" y="196"/>
                </a:cubicBezTo>
                <a:cubicBezTo>
                  <a:pt x="134" y="266"/>
                  <a:pt x="134" y="266"/>
                  <a:pt x="134" y="266"/>
                </a:cubicBezTo>
                <a:cubicBezTo>
                  <a:pt x="72" y="266"/>
                  <a:pt x="72" y="266"/>
                  <a:pt x="72" y="266"/>
                </a:cubicBezTo>
                <a:cubicBezTo>
                  <a:pt x="63" y="266"/>
                  <a:pt x="63" y="266"/>
                  <a:pt x="63" y="275"/>
                </a:cubicBezTo>
                <a:cubicBezTo>
                  <a:pt x="63" y="302"/>
                  <a:pt x="63" y="302"/>
                  <a:pt x="63" y="302"/>
                </a:cubicBezTo>
                <a:cubicBezTo>
                  <a:pt x="63" y="311"/>
                  <a:pt x="63" y="311"/>
                  <a:pt x="72" y="311"/>
                </a:cubicBezTo>
                <a:cubicBezTo>
                  <a:pt x="249" y="311"/>
                  <a:pt x="249" y="311"/>
                  <a:pt x="249" y="311"/>
                </a:cubicBezTo>
                <a:cubicBezTo>
                  <a:pt x="257" y="311"/>
                  <a:pt x="257" y="311"/>
                  <a:pt x="257" y="302"/>
                </a:cubicBezTo>
                <a:cubicBezTo>
                  <a:pt x="257" y="275"/>
                  <a:pt x="257" y="275"/>
                  <a:pt x="257" y="275"/>
                </a:cubicBezTo>
                <a:cubicBezTo>
                  <a:pt x="257" y="266"/>
                  <a:pt x="257" y="266"/>
                  <a:pt x="249" y="266"/>
                </a:cubicBezTo>
                <a:cubicBezTo>
                  <a:pt x="187" y="266"/>
                  <a:pt x="187" y="266"/>
                  <a:pt x="187" y="266"/>
                </a:cubicBezTo>
                <a:cubicBezTo>
                  <a:pt x="187" y="196"/>
                  <a:pt x="187" y="196"/>
                  <a:pt x="187" y="196"/>
                </a:cubicBezTo>
                <a:cubicBezTo>
                  <a:pt x="275" y="187"/>
                  <a:pt x="319" y="134"/>
                  <a:pt x="319" y="72"/>
                </a:cubicBezTo>
                <a:cubicBezTo>
                  <a:pt x="319" y="9"/>
                  <a:pt x="319" y="9"/>
                  <a:pt x="319" y="9"/>
                </a:cubicBezTo>
                <a:cubicBezTo>
                  <a:pt x="319" y="0"/>
                  <a:pt x="311" y="0"/>
                  <a:pt x="311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1" name="Freeform 41"/>
          <p:cNvSpPr/>
          <p:nvPr/>
        </p:nvSpPr>
        <p:spPr>
          <a:xfrm>
            <a:off x="3238560" y="2908440"/>
            <a:ext cx="63360" cy="54000"/>
          </a:xfrm>
          <a:custGeom>
            <a:avLst/>
            <a:gdLst/>
            <a:ahLst/>
            <a:rect l="l" t="t" r="r" b="b"/>
            <a:pathLst>
              <a:path w="143" h="117">
                <a:moveTo>
                  <a:pt x="71" y="116"/>
                </a:moveTo>
                <a:lnTo>
                  <a:pt x="71" y="116"/>
                </a:lnTo>
                <a:cubicBezTo>
                  <a:pt x="133" y="116"/>
                  <a:pt x="142" y="90"/>
                  <a:pt x="142" y="72"/>
                </a:cubicBezTo>
                <a:cubicBezTo>
                  <a:pt x="142" y="0"/>
                  <a:pt x="142" y="0"/>
                  <a:pt x="14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90"/>
                  <a:pt x="9" y="116"/>
                  <a:pt x="71" y="11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2" name="Freeform 42"/>
          <p:cNvSpPr/>
          <p:nvPr/>
        </p:nvSpPr>
        <p:spPr>
          <a:xfrm>
            <a:off x="3238560" y="2825640"/>
            <a:ext cx="63360" cy="66960"/>
          </a:xfrm>
          <a:custGeom>
            <a:avLst/>
            <a:gdLst/>
            <a:ahLst/>
            <a:rect l="l" t="t" r="r" b="b"/>
            <a:pathLst>
              <a:path w="143" h="151">
                <a:moveTo>
                  <a:pt x="142" y="44"/>
                </a:moveTo>
                <a:lnTo>
                  <a:pt x="142" y="44"/>
                </a:lnTo>
                <a:cubicBezTo>
                  <a:pt x="142" y="26"/>
                  <a:pt x="133" y="0"/>
                  <a:pt x="71" y="0"/>
                </a:cubicBezTo>
                <a:cubicBezTo>
                  <a:pt x="9" y="0"/>
                  <a:pt x="0" y="26"/>
                  <a:pt x="0" y="44"/>
                </a:cubicBezTo>
                <a:cubicBezTo>
                  <a:pt x="0" y="150"/>
                  <a:pt x="0" y="150"/>
                  <a:pt x="0" y="150"/>
                </a:cubicBezTo>
                <a:cubicBezTo>
                  <a:pt x="142" y="150"/>
                  <a:pt x="142" y="150"/>
                  <a:pt x="142" y="150"/>
                </a:cubicBezTo>
                <a:lnTo>
                  <a:pt x="142" y="44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3" name="Freeform 44"/>
          <p:cNvSpPr/>
          <p:nvPr/>
        </p:nvSpPr>
        <p:spPr>
          <a:xfrm>
            <a:off x="8516880" y="1517760"/>
            <a:ext cx="160560" cy="203040"/>
          </a:xfrm>
          <a:custGeom>
            <a:avLst/>
            <a:gdLst/>
            <a:ahLst/>
            <a:rect l="l" t="t" r="r" b="b"/>
            <a:pathLst>
              <a:path w="355" h="453">
                <a:moveTo>
                  <a:pt x="319" y="177"/>
                </a:moveTo>
                <a:lnTo>
                  <a:pt x="319" y="177"/>
                </a:lnTo>
                <a:cubicBezTo>
                  <a:pt x="275" y="177"/>
                  <a:pt x="275" y="177"/>
                  <a:pt x="275" y="177"/>
                </a:cubicBezTo>
                <a:cubicBezTo>
                  <a:pt x="275" y="115"/>
                  <a:pt x="275" y="115"/>
                  <a:pt x="275" y="115"/>
                </a:cubicBezTo>
                <a:cubicBezTo>
                  <a:pt x="275" y="44"/>
                  <a:pt x="238" y="0"/>
                  <a:pt x="177" y="0"/>
                </a:cubicBezTo>
                <a:cubicBezTo>
                  <a:pt x="106" y="0"/>
                  <a:pt x="79" y="44"/>
                  <a:pt x="79" y="115"/>
                </a:cubicBezTo>
                <a:cubicBezTo>
                  <a:pt x="79" y="124"/>
                  <a:pt x="79" y="124"/>
                  <a:pt x="79" y="124"/>
                </a:cubicBezTo>
                <a:cubicBezTo>
                  <a:pt x="124" y="124"/>
                  <a:pt x="124" y="124"/>
                  <a:pt x="124" y="124"/>
                </a:cubicBezTo>
                <a:cubicBezTo>
                  <a:pt x="124" y="106"/>
                  <a:pt x="124" y="106"/>
                  <a:pt x="124" y="106"/>
                </a:cubicBezTo>
                <a:cubicBezTo>
                  <a:pt x="124" y="71"/>
                  <a:pt x="150" y="53"/>
                  <a:pt x="177" y="53"/>
                </a:cubicBezTo>
                <a:cubicBezTo>
                  <a:pt x="203" y="53"/>
                  <a:pt x="230" y="71"/>
                  <a:pt x="230" y="106"/>
                </a:cubicBezTo>
                <a:cubicBezTo>
                  <a:pt x="230" y="177"/>
                  <a:pt x="230" y="177"/>
                  <a:pt x="230" y="177"/>
                </a:cubicBezTo>
                <a:cubicBezTo>
                  <a:pt x="26" y="177"/>
                  <a:pt x="26" y="177"/>
                  <a:pt x="26" y="177"/>
                </a:cubicBezTo>
                <a:cubicBezTo>
                  <a:pt x="17" y="177"/>
                  <a:pt x="0" y="195"/>
                  <a:pt x="0" y="204"/>
                </a:cubicBezTo>
                <a:cubicBezTo>
                  <a:pt x="0" y="399"/>
                  <a:pt x="0" y="399"/>
                  <a:pt x="0" y="399"/>
                </a:cubicBezTo>
                <a:cubicBezTo>
                  <a:pt x="0" y="408"/>
                  <a:pt x="17" y="425"/>
                  <a:pt x="26" y="434"/>
                </a:cubicBezTo>
                <a:cubicBezTo>
                  <a:pt x="53" y="443"/>
                  <a:pt x="53" y="443"/>
                  <a:pt x="53" y="443"/>
                </a:cubicBezTo>
                <a:cubicBezTo>
                  <a:pt x="71" y="443"/>
                  <a:pt x="88" y="452"/>
                  <a:pt x="106" y="452"/>
                </a:cubicBezTo>
                <a:cubicBezTo>
                  <a:pt x="248" y="452"/>
                  <a:pt x="248" y="452"/>
                  <a:pt x="248" y="452"/>
                </a:cubicBezTo>
                <a:cubicBezTo>
                  <a:pt x="266" y="452"/>
                  <a:pt x="283" y="443"/>
                  <a:pt x="301" y="443"/>
                </a:cubicBezTo>
                <a:cubicBezTo>
                  <a:pt x="328" y="434"/>
                  <a:pt x="328" y="434"/>
                  <a:pt x="328" y="434"/>
                </a:cubicBezTo>
                <a:cubicBezTo>
                  <a:pt x="336" y="425"/>
                  <a:pt x="354" y="408"/>
                  <a:pt x="354" y="399"/>
                </a:cubicBezTo>
                <a:cubicBezTo>
                  <a:pt x="354" y="204"/>
                  <a:pt x="354" y="204"/>
                  <a:pt x="354" y="204"/>
                </a:cubicBezTo>
                <a:cubicBezTo>
                  <a:pt x="354" y="195"/>
                  <a:pt x="336" y="177"/>
                  <a:pt x="319" y="17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4" name="Freeform 45"/>
          <p:cNvSpPr/>
          <p:nvPr/>
        </p:nvSpPr>
        <p:spPr>
          <a:xfrm>
            <a:off x="3182760" y="1069920"/>
            <a:ext cx="176400" cy="174600"/>
          </a:xfrm>
          <a:custGeom>
            <a:avLst/>
            <a:gdLst/>
            <a:ahLst/>
            <a:rect l="l" t="t" r="r" b="b"/>
            <a:pathLst>
              <a:path w="391" h="391">
                <a:moveTo>
                  <a:pt x="354" y="35"/>
                </a:moveTo>
                <a:lnTo>
                  <a:pt x="354" y="35"/>
                </a:lnTo>
                <a:cubicBezTo>
                  <a:pt x="319" y="0"/>
                  <a:pt x="292" y="0"/>
                  <a:pt x="292" y="0"/>
                </a:cubicBezTo>
                <a:cubicBezTo>
                  <a:pt x="169" y="133"/>
                  <a:pt x="169" y="133"/>
                  <a:pt x="169" y="133"/>
                </a:cubicBezTo>
                <a:cubicBezTo>
                  <a:pt x="26" y="275"/>
                  <a:pt x="26" y="275"/>
                  <a:pt x="26" y="275"/>
                </a:cubicBezTo>
                <a:cubicBezTo>
                  <a:pt x="0" y="390"/>
                  <a:pt x="0" y="390"/>
                  <a:pt x="0" y="390"/>
                </a:cubicBezTo>
                <a:cubicBezTo>
                  <a:pt x="116" y="363"/>
                  <a:pt x="116" y="363"/>
                  <a:pt x="116" y="363"/>
                </a:cubicBezTo>
                <a:cubicBezTo>
                  <a:pt x="266" y="222"/>
                  <a:pt x="266" y="222"/>
                  <a:pt x="266" y="222"/>
                </a:cubicBezTo>
                <a:cubicBezTo>
                  <a:pt x="390" y="97"/>
                  <a:pt x="390" y="97"/>
                  <a:pt x="390" y="97"/>
                </a:cubicBezTo>
                <a:cubicBezTo>
                  <a:pt x="390" y="97"/>
                  <a:pt x="390" y="71"/>
                  <a:pt x="354" y="35"/>
                </a:cubicBezTo>
                <a:close/>
                <a:moveTo>
                  <a:pt x="116" y="354"/>
                </a:moveTo>
                <a:lnTo>
                  <a:pt x="116" y="354"/>
                </a:lnTo>
                <a:cubicBezTo>
                  <a:pt x="71" y="363"/>
                  <a:pt x="71" y="363"/>
                  <a:pt x="71" y="363"/>
                </a:cubicBezTo>
                <a:cubicBezTo>
                  <a:pt x="71" y="354"/>
                  <a:pt x="63" y="346"/>
                  <a:pt x="54" y="337"/>
                </a:cubicBezTo>
                <a:cubicBezTo>
                  <a:pt x="44" y="328"/>
                  <a:pt x="35" y="328"/>
                  <a:pt x="35" y="319"/>
                </a:cubicBezTo>
                <a:cubicBezTo>
                  <a:pt x="44" y="284"/>
                  <a:pt x="44" y="284"/>
                  <a:pt x="44" y="284"/>
                </a:cubicBezTo>
                <a:cubicBezTo>
                  <a:pt x="54" y="266"/>
                  <a:pt x="54" y="266"/>
                  <a:pt x="54" y="266"/>
                </a:cubicBezTo>
                <a:cubicBezTo>
                  <a:pt x="54" y="266"/>
                  <a:pt x="71" y="266"/>
                  <a:pt x="98" y="292"/>
                </a:cubicBezTo>
                <a:cubicBezTo>
                  <a:pt x="124" y="319"/>
                  <a:pt x="124" y="337"/>
                  <a:pt x="124" y="337"/>
                </a:cubicBezTo>
                <a:lnTo>
                  <a:pt x="116" y="35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5" name="Freeform 46"/>
          <p:cNvSpPr/>
          <p:nvPr/>
        </p:nvSpPr>
        <p:spPr>
          <a:xfrm>
            <a:off x="6283440" y="1057320"/>
            <a:ext cx="207720" cy="198360"/>
          </a:xfrm>
          <a:custGeom>
            <a:avLst/>
            <a:gdLst/>
            <a:ahLst/>
            <a:rect l="l" t="t" r="r" b="b"/>
            <a:pathLst>
              <a:path w="461" h="443">
                <a:moveTo>
                  <a:pt x="363" y="336"/>
                </a:moveTo>
                <a:lnTo>
                  <a:pt x="363" y="336"/>
                </a:lnTo>
                <a:cubicBezTo>
                  <a:pt x="301" y="310"/>
                  <a:pt x="284" y="292"/>
                  <a:pt x="284" y="248"/>
                </a:cubicBezTo>
                <a:cubicBezTo>
                  <a:pt x="284" y="230"/>
                  <a:pt x="301" y="239"/>
                  <a:pt x="310" y="195"/>
                </a:cubicBezTo>
                <a:cubicBezTo>
                  <a:pt x="310" y="176"/>
                  <a:pt x="328" y="195"/>
                  <a:pt x="328" y="151"/>
                </a:cubicBezTo>
                <a:cubicBezTo>
                  <a:pt x="328" y="132"/>
                  <a:pt x="319" y="132"/>
                  <a:pt x="319" y="132"/>
                </a:cubicBezTo>
                <a:cubicBezTo>
                  <a:pt x="319" y="132"/>
                  <a:pt x="328" y="106"/>
                  <a:pt x="328" y="88"/>
                </a:cubicBezTo>
                <a:cubicBezTo>
                  <a:pt x="328" y="61"/>
                  <a:pt x="319" y="0"/>
                  <a:pt x="230" y="0"/>
                </a:cubicBezTo>
                <a:cubicBezTo>
                  <a:pt x="141" y="0"/>
                  <a:pt x="132" y="61"/>
                  <a:pt x="132" y="88"/>
                </a:cubicBezTo>
                <a:cubicBezTo>
                  <a:pt x="132" y="106"/>
                  <a:pt x="141" y="132"/>
                  <a:pt x="141" y="132"/>
                </a:cubicBezTo>
                <a:cubicBezTo>
                  <a:pt x="141" y="132"/>
                  <a:pt x="132" y="132"/>
                  <a:pt x="132" y="151"/>
                </a:cubicBezTo>
                <a:cubicBezTo>
                  <a:pt x="132" y="195"/>
                  <a:pt x="150" y="176"/>
                  <a:pt x="150" y="195"/>
                </a:cubicBezTo>
                <a:cubicBezTo>
                  <a:pt x="159" y="239"/>
                  <a:pt x="177" y="230"/>
                  <a:pt x="177" y="248"/>
                </a:cubicBezTo>
                <a:cubicBezTo>
                  <a:pt x="177" y="292"/>
                  <a:pt x="159" y="310"/>
                  <a:pt x="97" y="336"/>
                </a:cubicBezTo>
                <a:cubicBezTo>
                  <a:pt x="35" y="354"/>
                  <a:pt x="0" y="380"/>
                  <a:pt x="0" y="398"/>
                </a:cubicBezTo>
                <a:cubicBezTo>
                  <a:pt x="0" y="407"/>
                  <a:pt x="0" y="442"/>
                  <a:pt x="0" y="442"/>
                </a:cubicBezTo>
                <a:cubicBezTo>
                  <a:pt x="230" y="442"/>
                  <a:pt x="230" y="442"/>
                  <a:pt x="230" y="442"/>
                </a:cubicBezTo>
                <a:cubicBezTo>
                  <a:pt x="460" y="442"/>
                  <a:pt x="460" y="442"/>
                  <a:pt x="460" y="442"/>
                </a:cubicBezTo>
                <a:cubicBezTo>
                  <a:pt x="460" y="442"/>
                  <a:pt x="460" y="407"/>
                  <a:pt x="460" y="398"/>
                </a:cubicBezTo>
                <a:cubicBezTo>
                  <a:pt x="460" y="380"/>
                  <a:pt x="425" y="354"/>
                  <a:pt x="363" y="33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6" name="Freeform 47"/>
          <p:cNvSpPr/>
          <p:nvPr/>
        </p:nvSpPr>
        <p:spPr>
          <a:xfrm>
            <a:off x="6721560" y="1062000"/>
            <a:ext cx="222120" cy="195480"/>
          </a:xfrm>
          <a:custGeom>
            <a:avLst/>
            <a:gdLst/>
            <a:ahLst/>
            <a:rect l="l" t="t" r="r" b="b"/>
            <a:pathLst>
              <a:path w="498" h="435">
                <a:moveTo>
                  <a:pt x="497" y="434"/>
                </a:moveTo>
                <a:lnTo>
                  <a:pt x="497" y="434"/>
                </a:lnTo>
                <a:cubicBezTo>
                  <a:pt x="497" y="434"/>
                  <a:pt x="497" y="337"/>
                  <a:pt x="487" y="328"/>
                </a:cubicBezTo>
                <a:cubicBezTo>
                  <a:pt x="479" y="319"/>
                  <a:pt x="462" y="302"/>
                  <a:pt x="425" y="293"/>
                </a:cubicBezTo>
                <a:cubicBezTo>
                  <a:pt x="390" y="275"/>
                  <a:pt x="372" y="257"/>
                  <a:pt x="372" y="231"/>
                </a:cubicBezTo>
                <a:cubicBezTo>
                  <a:pt x="372" y="213"/>
                  <a:pt x="390" y="222"/>
                  <a:pt x="390" y="196"/>
                </a:cubicBezTo>
                <a:cubicBezTo>
                  <a:pt x="390" y="178"/>
                  <a:pt x="408" y="196"/>
                  <a:pt x="408" y="159"/>
                </a:cubicBezTo>
                <a:cubicBezTo>
                  <a:pt x="408" y="151"/>
                  <a:pt x="399" y="151"/>
                  <a:pt x="399" y="151"/>
                </a:cubicBezTo>
                <a:cubicBezTo>
                  <a:pt x="399" y="151"/>
                  <a:pt x="408" y="133"/>
                  <a:pt x="408" y="115"/>
                </a:cubicBezTo>
                <a:cubicBezTo>
                  <a:pt x="408" y="98"/>
                  <a:pt x="399" y="62"/>
                  <a:pt x="346" y="62"/>
                </a:cubicBezTo>
                <a:cubicBezTo>
                  <a:pt x="293" y="62"/>
                  <a:pt x="284" y="98"/>
                  <a:pt x="284" y="115"/>
                </a:cubicBezTo>
                <a:cubicBezTo>
                  <a:pt x="284" y="133"/>
                  <a:pt x="293" y="151"/>
                  <a:pt x="293" y="151"/>
                </a:cubicBezTo>
                <a:cubicBezTo>
                  <a:pt x="293" y="151"/>
                  <a:pt x="284" y="151"/>
                  <a:pt x="284" y="159"/>
                </a:cubicBezTo>
                <a:cubicBezTo>
                  <a:pt x="284" y="196"/>
                  <a:pt x="293" y="178"/>
                  <a:pt x="302" y="196"/>
                </a:cubicBezTo>
                <a:cubicBezTo>
                  <a:pt x="302" y="222"/>
                  <a:pt x="311" y="213"/>
                  <a:pt x="311" y="231"/>
                </a:cubicBezTo>
                <a:cubicBezTo>
                  <a:pt x="311" y="249"/>
                  <a:pt x="311" y="266"/>
                  <a:pt x="293" y="275"/>
                </a:cubicBezTo>
                <a:cubicBezTo>
                  <a:pt x="372" y="319"/>
                  <a:pt x="381" y="319"/>
                  <a:pt x="381" y="364"/>
                </a:cubicBezTo>
                <a:cubicBezTo>
                  <a:pt x="381" y="434"/>
                  <a:pt x="381" y="434"/>
                  <a:pt x="381" y="434"/>
                </a:cubicBezTo>
                <a:lnTo>
                  <a:pt x="497" y="434"/>
                </a:lnTo>
                <a:close/>
                <a:moveTo>
                  <a:pt x="258" y="302"/>
                </a:moveTo>
                <a:lnTo>
                  <a:pt x="258" y="302"/>
                </a:lnTo>
                <a:cubicBezTo>
                  <a:pt x="204" y="284"/>
                  <a:pt x="187" y="266"/>
                  <a:pt x="187" y="231"/>
                </a:cubicBezTo>
                <a:cubicBezTo>
                  <a:pt x="187" y="204"/>
                  <a:pt x="204" y="213"/>
                  <a:pt x="213" y="168"/>
                </a:cubicBezTo>
                <a:cubicBezTo>
                  <a:pt x="213" y="159"/>
                  <a:pt x="231" y="168"/>
                  <a:pt x="231" y="133"/>
                </a:cubicBezTo>
                <a:cubicBezTo>
                  <a:pt x="231" y="115"/>
                  <a:pt x="222" y="115"/>
                  <a:pt x="222" y="115"/>
                </a:cubicBezTo>
                <a:cubicBezTo>
                  <a:pt x="222" y="115"/>
                  <a:pt x="222" y="89"/>
                  <a:pt x="231" y="71"/>
                </a:cubicBezTo>
                <a:cubicBezTo>
                  <a:pt x="231" y="53"/>
                  <a:pt x="213" y="0"/>
                  <a:pt x="151" y="0"/>
                </a:cubicBezTo>
                <a:cubicBezTo>
                  <a:pt x="80" y="0"/>
                  <a:pt x="71" y="53"/>
                  <a:pt x="71" y="71"/>
                </a:cubicBezTo>
                <a:cubicBezTo>
                  <a:pt x="71" y="89"/>
                  <a:pt x="71" y="115"/>
                  <a:pt x="71" y="115"/>
                </a:cubicBezTo>
                <a:cubicBezTo>
                  <a:pt x="71" y="115"/>
                  <a:pt x="71" y="115"/>
                  <a:pt x="71" y="133"/>
                </a:cubicBezTo>
                <a:cubicBezTo>
                  <a:pt x="71" y="168"/>
                  <a:pt x="80" y="159"/>
                  <a:pt x="89" y="168"/>
                </a:cubicBezTo>
                <a:cubicBezTo>
                  <a:pt x="89" y="213"/>
                  <a:pt x="107" y="204"/>
                  <a:pt x="107" y="231"/>
                </a:cubicBezTo>
                <a:cubicBezTo>
                  <a:pt x="107" y="266"/>
                  <a:pt x="89" y="284"/>
                  <a:pt x="45" y="302"/>
                </a:cubicBezTo>
                <a:cubicBezTo>
                  <a:pt x="27" y="310"/>
                  <a:pt x="0" y="319"/>
                  <a:pt x="0" y="346"/>
                </a:cubicBezTo>
                <a:cubicBezTo>
                  <a:pt x="0" y="434"/>
                  <a:pt x="0" y="434"/>
                  <a:pt x="0" y="434"/>
                </a:cubicBezTo>
                <a:cubicBezTo>
                  <a:pt x="346" y="434"/>
                  <a:pt x="346" y="434"/>
                  <a:pt x="346" y="434"/>
                </a:cubicBezTo>
                <a:cubicBezTo>
                  <a:pt x="346" y="434"/>
                  <a:pt x="346" y="381"/>
                  <a:pt x="346" y="364"/>
                </a:cubicBezTo>
                <a:cubicBezTo>
                  <a:pt x="346" y="346"/>
                  <a:pt x="302" y="328"/>
                  <a:pt x="258" y="30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7" name="Freeform 48"/>
          <p:cNvSpPr/>
          <p:nvPr/>
        </p:nvSpPr>
        <p:spPr>
          <a:xfrm>
            <a:off x="4951440" y="1081080"/>
            <a:ext cx="200160" cy="150840"/>
          </a:xfrm>
          <a:custGeom>
            <a:avLst/>
            <a:gdLst/>
            <a:ahLst/>
            <a:rect l="l" t="t" r="r" b="b"/>
            <a:pathLst>
              <a:path w="445" h="337">
                <a:moveTo>
                  <a:pt x="444" y="336"/>
                </a:moveTo>
                <a:lnTo>
                  <a:pt x="444" y="336"/>
                </a:lnTo>
                <a:cubicBezTo>
                  <a:pt x="444" y="336"/>
                  <a:pt x="399" y="98"/>
                  <a:pt x="178" y="98"/>
                </a:cubicBezTo>
                <a:cubicBezTo>
                  <a:pt x="178" y="0"/>
                  <a:pt x="178" y="0"/>
                  <a:pt x="178" y="0"/>
                </a:cubicBezTo>
                <a:cubicBezTo>
                  <a:pt x="0" y="159"/>
                  <a:pt x="0" y="159"/>
                  <a:pt x="0" y="159"/>
                </a:cubicBezTo>
                <a:cubicBezTo>
                  <a:pt x="178" y="327"/>
                  <a:pt x="178" y="327"/>
                  <a:pt x="178" y="327"/>
                </a:cubicBezTo>
                <a:cubicBezTo>
                  <a:pt x="178" y="221"/>
                  <a:pt x="178" y="221"/>
                  <a:pt x="178" y="221"/>
                </a:cubicBezTo>
                <a:cubicBezTo>
                  <a:pt x="293" y="221"/>
                  <a:pt x="381" y="230"/>
                  <a:pt x="444" y="33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8" name="Freeform 49"/>
          <p:cNvSpPr/>
          <p:nvPr/>
        </p:nvSpPr>
        <p:spPr>
          <a:xfrm>
            <a:off x="5842080" y="1081080"/>
            <a:ext cx="199800" cy="150840"/>
          </a:xfrm>
          <a:custGeom>
            <a:avLst/>
            <a:gdLst/>
            <a:ahLst/>
            <a:rect l="l" t="t" r="r" b="b"/>
            <a:pathLst>
              <a:path w="444" h="337">
                <a:moveTo>
                  <a:pt x="266" y="221"/>
                </a:moveTo>
                <a:lnTo>
                  <a:pt x="266" y="221"/>
                </a:lnTo>
                <a:cubicBezTo>
                  <a:pt x="266" y="327"/>
                  <a:pt x="266" y="327"/>
                  <a:pt x="266" y="327"/>
                </a:cubicBezTo>
                <a:cubicBezTo>
                  <a:pt x="443" y="159"/>
                  <a:pt x="443" y="159"/>
                  <a:pt x="443" y="159"/>
                </a:cubicBezTo>
                <a:cubicBezTo>
                  <a:pt x="266" y="0"/>
                  <a:pt x="266" y="0"/>
                  <a:pt x="266" y="0"/>
                </a:cubicBezTo>
                <a:cubicBezTo>
                  <a:pt x="266" y="98"/>
                  <a:pt x="266" y="98"/>
                  <a:pt x="266" y="98"/>
                </a:cubicBezTo>
                <a:cubicBezTo>
                  <a:pt x="45" y="98"/>
                  <a:pt x="0" y="336"/>
                  <a:pt x="0" y="336"/>
                </a:cubicBezTo>
                <a:cubicBezTo>
                  <a:pt x="62" y="230"/>
                  <a:pt x="151" y="221"/>
                  <a:pt x="266" y="22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9" name="Freeform 50"/>
          <p:cNvSpPr/>
          <p:nvPr/>
        </p:nvSpPr>
        <p:spPr>
          <a:xfrm>
            <a:off x="496800" y="1057320"/>
            <a:ext cx="200160" cy="198360"/>
          </a:xfrm>
          <a:custGeom>
            <a:avLst/>
            <a:gdLst/>
            <a:ahLst/>
            <a:rect l="l" t="t" r="r" b="b"/>
            <a:pathLst>
              <a:path w="444" h="443">
                <a:moveTo>
                  <a:pt x="257" y="257"/>
                </a:moveTo>
                <a:lnTo>
                  <a:pt x="257" y="257"/>
                </a:lnTo>
                <a:cubicBezTo>
                  <a:pt x="222" y="292"/>
                  <a:pt x="177" y="327"/>
                  <a:pt x="160" y="310"/>
                </a:cubicBezTo>
                <a:cubicBezTo>
                  <a:pt x="133" y="283"/>
                  <a:pt x="115" y="265"/>
                  <a:pt x="62" y="310"/>
                </a:cubicBezTo>
                <a:cubicBezTo>
                  <a:pt x="0" y="354"/>
                  <a:pt x="44" y="389"/>
                  <a:pt x="71" y="407"/>
                </a:cubicBezTo>
                <a:cubicBezTo>
                  <a:pt x="97" y="442"/>
                  <a:pt x="204" y="416"/>
                  <a:pt x="310" y="310"/>
                </a:cubicBezTo>
                <a:cubicBezTo>
                  <a:pt x="416" y="204"/>
                  <a:pt x="443" y="97"/>
                  <a:pt x="416" y="61"/>
                </a:cubicBezTo>
                <a:cubicBezTo>
                  <a:pt x="390" y="35"/>
                  <a:pt x="363" y="0"/>
                  <a:pt x="319" y="53"/>
                </a:cubicBezTo>
                <a:cubicBezTo>
                  <a:pt x="275" y="106"/>
                  <a:pt x="293" y="123"/>
                  <a:pt x="319" y="151"/>
                </a:cubicBezTo>
                <a:cubicBezTo>
                  <a:pt x="337" y="167"/>
                  <a:pt x="302" y="212"/>
                  <a:pt x="257" y="25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0" name="Freeform 51"/>
          <p:cNvSpPr/>
          <p:nvPr/>
        </p:nvSpPr>
        <p:spPr>
          <a:xfrm>
            <a:off x="2276640" y="1092240"/>
            <a:ext cx="207720" cy="128520"/>
          </a:xfrm>
          <a:custGeom>
            <a:avLst/>
            <a:gdLst/>
            <a:ahLst/>
            <a:rect l="l" t="t" r="r" b="b"/>
            <a:pathLst>
              <a:path w="461" h="285">
                <a:moveTo>
                  <a:pt x="18" y="27"/>
                </a:moveTo>
                <a:lnTo>
                  <a:pt x="18" y="27"/>
                </a:lnTo>
                <a:cubicBezTo>
                  <a:pt x="35" y="35"/>
                  <a:pt x="203" y="125"/>
                  <a:pt x="203" y="125"/>
                </a:cubicBezTo>
                <a:cubicBezTo>
                  <a:pt x="212" y="133"/>
                  <a:pt x="221" y="133"/>
                  <a:pt x="231" y="133"/>
                </a:cubicBezTo>
                <a:cubicBezTo>
                  <a:pt x="239" y="133"/>
                  <a:pt x="248" y="133"/>
                  <a:pt x="248" y="125"/>
                </a:cubicBezTo>
                <a:cubicBezTo>
                  <a:pt x="256" y="125"/>
                  <a:pt x="425" y="35"/>
                  <a:pt x="434" y="27"/>
                </a:cubicBezTo>
                <a:cubicBezTo>
                  <a:pt x="452" y="18"/>
                  <a:pt x="460" y="0"/>
                  <a:pt x="443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0" y="0"/>
                  <a:pt x="9" y="18"/>
                  <a:pt x="18" y="27"/>
                </a:cubicBezTo>
                <a:close/>
                <a:moveTo>
                  <a:pt x="443" y="80"/>
                </a:moveTo>
                <a:lnTo>
                  <a:pt x="443" y="80"/>
                </a:lnTo>
                <a:cubicBezTo>
                  <a:pt x="434" y="80"/>
                  <a:pt x="256" y="169"/>
                  <a:pt x="248" y="178"/>
                </a:cubicBezTo>
                <a:cubicBezTo>
                  <a:pt x="248" y="178"/>
                  <a:pt x="239" y="178"/>
                  <a:pt x="231" y="178"/>
                </a:cubicBezTo>
                <a:cubicBezTo>
                  <a:pt x="221" y="178"/>
                  <a:pt x="212" y="178"/>
                  <a:pt x="203" y="178"/>
                </a:cubicBezTo>
                <a:cubicBezTo>
                  <a:pt x="194" y="169"/>
                  <a:pt x="27" y="80"/>
                  <a:pt x="18" y="80"/>
                </a:cubicBezTo>
                <a:cubicBezTo>
                  <a:pt x="9" y="72"/>
                  <a:pt x="9" y="80"/>
                  <a:pt x="9" y="80"/>
                </a:cubicBezTo>
                <a:cubicBezTo>
                  <a:pt x="9" y="88"/>
                  <a:pt x="9" y="266"/>
                  <a:pt x="9" y="266"/>
                </a:cubicBezTo>
                <a:cubicBezTo>
                  <a:pt x="9" y="275"/>
                  <a:pt x="18" y="284"/>
                  <a:pt x="35" y="284"/>
                </a:cubicBezTo>
                <a:cubicBezTo>
                  <a:pt x="425" y="284"/>
                  <a:pt x="425" y="284"/>
                  <a:pt x="425" y="284"/>
                </a:cubicBezTo>
                <a:cubicBezTo>
                  <a:pt x="443" y="284"/>
                  <a:pt x="452" y="275"/>
                  <a:pt x="452" y="266"/>
                </a:cubicBezTo>
                <a:cubicBezTo>
                  <a:pt x="452" y="266"/>
                  <a:pt x="452" y="88"/>
                  <a:pt x="452" y="80"/>
                </a:cubicBezTo>
                <a:cubicBezTo>
                  <a:pt x="452" y="80"/>
                  <a:pt x="452" y="72"/>
                  <a:pt x="443" y="8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1" name="Freeform 52"/>
          <p:cNvSpPr/>
          <p:nvPr/>
        </p:nvSpPr>
        <p:spPr>
          <a:xfrm>
            <a:off x="4049640" y="1046160"/>
            <a:ext cx="216000" cy="222120"/>
          </a:xfrm>
          <a:custGeom>
            <a:avLst/>
            <a:gdLst/>
            <a:ahLst/>
            <a:rect l="l" t="t" r="r" b="b"/>
            <a:pathLst>
              <a:path w="479" h="498">
                <a:moveTo>
                  <a:pt x="133" y="497"/>
                </a:moveTo>
                <a:lnTo>
                  <a:pt x="133" y="497"/>
                </a:lnTo>
                <a:cubicBezTo>
                  <a:pt x="106" y="497"/>
                  <a:pt x="71" y="478"/>
                  <a:pt x="53" y="460"/>
                </a:cubicBezTo>
                <a:cubicBezTo>
                  <a:pt x="9" y="416"/>
                  <a:pt x="0" y="337"/>
                  <a:pt x="53" y="284"/>
                </a:cubicBezTo>
                <a:cubicBezTo>
                  <a:pt x="89" y="248"/>
                  <a:pt x="230" y="106"/>
                  <a:pt x="301" y="35"/>
                </a:cubicBezTo>
                <a:cubicBezTo>
                  <a:pt x="328" y="9"/>
                  <a:pt x="363" y="0"/>
                  <a:pt x="390" y="9"/>
                </a:cubicBezTo>
                <a:cubicBezTo>
                  <a:pt x="416" y="18"/>
                  <a:pt x="443" y="44"/>
                  <a:pt x="452" y="71"/>
                </a:cubicBezTo>
                <a:cubicBezTo>
                  <a:pt x="461" y="97"/>
                  <a:pt x="452" y="133"/>
                  <a:pt x="425" y="159"/>
                </a:cubicBezTo>
                <a:cubicBezTo>
                  <a:pt x="195" y="390"/>
                  <a:pt x="195" y="390"/>
                  <a:pt x="195" y="390"/>
                </a:cubicBezTo>
                <a:cubicBezTo>
                  <a:pt x="177" y="407"/>
                  <a:pt x="159" y="416"/>
                  <a:pt x="150" y="416"/>
                </a:cubicBezTo>
                <a:cubicBezTo>
                  <a:pt x="133" y="416"/>
                  <a:pt x="115" y="416"/>
                  <a:pt x="106" y="399"/>
                </a:cubicBezTo>
                <a:cubicBezTo>
                  <a:pt x="89" y="381"/>
                  <a:pt x="89" y="354"/>
                  <a:pt x="115" y="319"/>
                </a:cubicBezTo>
                <a:cubicBezTo>
                  <a:pt x="284" y="150"/>
                  <a:pt x="284" y="150"/>
                  <a:pt x="284" y="150"/>
                </a:cubicBezTo>
                <a:cubicBezTo>
                  <a:pt x="293" y="150"/>
                  <a:pt x="301" y="150"/>
                  <a:pt x="309" y="150"/>
                </a:cubicBezTo>
                <a:cubicBezTo>
                  <a:pt x="309" y="159"/>
                  <a:pt x="309" y="168"/>
                  <a:pt x="309" y="178"/>
                </a:cubicBezTo>
                <a:cubicBezTo>
                  <a:pt x="142" y="345"/>
                  <a:pt x="142" y="345"/>
                  <a:pt x="142" y="345"/>
                </a:cubicBezTo>
                <a:cubicBezTo>
                  <a:pt x="124" y="354"/>
                  <a:pt x="124" y="372"/>
                  <a:pt x="133" y="381"/>
                </a:cubicBezTo>
                <a:lnTo>
                  <a:pt x="142" y="381"/>
                </a:lnTo>
                <a:cubicBezTo>
                  <a:pt x="150" y="381"/>
                  <a:pt x="159" y="372"/>
                  <a:pt x="168" y="372"/>
                </a:cubicBezTo>
                <a:cubicBezTo>
                  <a:pt x="399" y="133"/>
                  <a:pt x="399" y="133"/>
                  <a:pt x="399" y="133"/>
                </a:cubicBezTo>
                <a:cubicBezTo>
                  <a:pt x="416" y="115"/>
                  <a:pt x="425" y="97"/>
                  <a:pt x="416" y="80"/>
                </a:cubicBezTo>
                <a:cubicBezTo>
                  <a:pt x="416" y="62"/>
                  <a:pt x="399" y="44"/>
                  <a:pt x="381" y="44"/>
                </a:cubicBezTo>
                <a:cubicBezTo>
                  <a:pt x="363" y="35"/>
                  <a:pt x="346" y="44"/>
                  <a:pt x="328" y="62"/>
                </a:cubicBezTo>
                <a:cubicBezTo>
                  <a:pt x="256" y="133"/>
                  <a:pt x="115" y="275"/>
                  <a:pt x="80" y="301"/>
                </a:cubicBezTo>
                <a:cubicBezTo>
                  <a:pt x="36" y="354"/>
                  <a:pt x="44" y="407"/>
                  <a:pt x="80" y="434"/>
                </a:cubicBezTo>
                <a:cubicBezTo>
                  <a:pt x="106" y="460"/>
                  <a:pt x="159" y="478"/>
                  <a:pt x="203" y="425"/>
                </a:cubicBezTo>
                <a:cubicBezTo>
                  <a:pt x="452" y="186"/>
                  <a:pt x="452" y="186"/>
                  <a:pt x="452" y="186"/>
                </a:cubicBezTo>
                <a:cubicBezTo>
                  <a:pt x="461" y="178"/>
                  <a:pt x="469" y="178"/>
                  <a:pt x="478" y="186"/>
                </a:cubicBezTo>
                <a:lnTo>
                  <a:pt x="478" y="203"/>
                </a:lnTo>
                <a:cubicBezTo>
                  <a:pt x="230" y="452"/>
                  <a:pt x="230" y="452"/>
                  <a:pt x="230" y="452"/>
                </a:cubicBezTo>
                <a:cubicBezTo>
                  <a:pt x="203" y="478"/>
                  <a:pt x="168" y="497"/>
                  <a:pt x="133" y="49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2" name="Freeform 53"/>
          <p:cNvSpPr/>
          <p:nvPr/>
        </p:nvSpPr>
        <p:spPr>
          <a:xfrm>
            <a:off x="5384880" y="1081080"/>
            <a:ext cx="223920" cy="150840"/>
          </a:xfrm>
          <a:custGeom>
            <a:avLst/>
            <a:gdLst/>
            <a:ahLst/>
            <a:rect l="l" t="t" r="r" b="b"/>
            <a:pathLst>
              <a:path w="497" h="337">
                <a:moveTo>
                  <a:pt x="177" y="70"/>
                </a:moveTo>
                <a:lnTo>
                  <a:pt x="177" y="70"/>
                </a:lnTo>
                <a:cubicBezTo>
                  <a:pt x="177" y="0"/>
                  <a:pt x="177" y="0"/>
                  <a:pt x="177" y="0"/>
                </a:cubicBezTo>
                <a:cubicBezTo>
                  <a:pt x="0" y="159"/>
                  <a:pt x="0" y="159"/>
                  <a:pt x="0" y="159"/>
                </a:cubicBezTo>
                <a:cubicBezTo>
                  <a:pt x="177" y="327"/>
                  <a:pt x="177" y="327"/>
                  <a:pt x="177" y="327"/>
                </a:cubicBezTo>
                <a:cubicBezTo>
                  <a:pt x="177" y="257"/>
                  <a:pt x="177" y="257"/>
                  <a:pt x="177" y="257"/>
                </a:cubicBezTo>
                <a:cubicBezTo>
                  <a:pt x="71" y="159"/>
                  <a:pt x="71" y="159"/>
                  <a:pt x="71" y="159"/>
                </a:cubicBezTo>
                <a:lnTo>
                  <a:pt x="177" y="70"/>
                </a:lnTo>
                <a:close/>
                <a:moveTo>
                  <a:pt x="301" y="98"/>
                </a:moveTo>
                <a:lnTo>
                  <a:pt x="301" y="98"/>
                </a:lnTo>
                <a:cubicBezTo>
                  <a:pt x="301" y="0"/>
                  <a:pt x="301" y="0"/>
                  <a:pt x="301" y="0"/>
                </a:cubicBezTo>
                <a:cubicBezTo>
                  <a:pt x="124" y="159"/>
                  <a:pt x="124" y="159"/>
                  <a:pt x="124" y="159"/>
                </a:cubicBezTo>
                <a:cubicBezTo>
                  <a:pt x="301" y="327"/>
                  <a:pt x="301" y="327"/>
                  <a:pt x="301" y="327"/>
                </a:cubicBezTo>
                <a:cubicBezTo>
                  <a:pt x="301" y="221"/>
                  <a:pt x="301" y="221"/>
                  <a:pt x="301" y="221"/>
                </a:cubicBezTo>
                <a:cubicBezTo>
                  <a:pt x="381" y="221"/>
                  <a:pt x="435" y="230"/>
                  <a:pt x="496" y="336"/>
                </a:cubicBezTo>
                <a:cubicBezTo>
                  <a:pt x="496" y="336"/>
                  <a:pt x="488" y="98"/>
                  <a:pt x="301" y="9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3" name="Freeform 54"/>
          <p:cNvSpPr/>
          <p:nvPr/>
        </p:nvSpPr>
        <p:spPr>
          <a:xfrm>
            <a:off x="1824120" y="1057320"/>
            <a:ext cx="223920" cy="198360"/>
          </a:xfrm>
          <a:custGeom>
            <a:avLst/>
            <a:gdLst/>
            <a:ahLst/>
            <a:rect l="l" t="t" r="r" b="b"/>
            <a:pathLst>
              <a:path w="497" h="443">
                <a:moveTo>
                  <a:pt x="212" y="0"/>
                </a:moveTo>
                <a:lnTo>
                  <a:pt x="212" y="0"/>
                </a:lnTo>
                <a:cubicBezTo>
                  <a:pt x="186" y="0"/>
                  <a:pt x="186" y="0"/>
                  <a:pt x="186" y="0"/>
                </a:cubicBezTo>
                <a:lnTo>
                  <a:pt x="177" y="8"/>
                </a:lnTo>
                <a:cubicBezTo>
                  <a:pt x="177" y="106"/>
                  <a:pt x="177" y="106"/>
                  <a:pt x="177" y="106"/>
                </a:cubicBezTo>
                <a:cubicBezTo>
                  <a:pt x="88" y="106"/>
                  <a:pt x="88" y="106"/>
                  <a:pt x="88" y="106"/>
                </a:cubicBezTo>
                <a:lnTo>
                  <a:pt x="80" y="106"/>
                </a:lnTo>
                <a:cubicBezTo>
                  <a:pt x="71" y="106"/>
                  <a:pt x="71" y="106"/>
                  <a:pt x="62" y="114"/>
                </a:cubicBezTo>
                <a:cubicBezTo>
                  <a:pt x="0" y="151"/>
                  <a:pt x="0" y="151"/>
                  <a:pt x="0" y="151"/>
                </a:cubicBezTo>
                <a:cubicBezTo>
                  <a:pt x="0" y="159"/>
                  <a:pt x="0" y="159"/>
                  <a:pt x="0" y="159"/>
                </a:cubicBezTo>
                <a:cubicBezTo>
                  <a:pt x="0" y="167"/>
                  <a:pt x="0" y="167"/>
                  <a:pt x="0" y="167"/>
                </a:cubicBezTo>
                <a:cubicBezTo>
                  <a:pt x="62" y="212"/>
                  <a:pt x="62" y="212"/>
                  <a:pt x="62" y="212"/>
                </a:cubicBezTo>
                <a:cubicBezTo>
                  <a:pt x="71" y="212"/>
                  <a:pt x="71" y="212"/>
                  <a:pt x="80" y="212"/>
                </a:cubicBezTo>
                <a:cubicBezTo>
                  <a:pt x="80" y="221"/>
                  <a:pt x="88" y="221"/>
                  <a:pt x="88" y="221"/>
                </a:cubicBezTo>
                <a:cubicBezTo>
                  <a:pt x="177" y="221"/>
                  <a:pt x="177" y="221"/>
                  <a:pt x="177" y="221"/>
                </a:cubicBezTo>
                <a:cubicBezTo>
                  <a:pt x="177" y="433"/>
                  <a:pt x="177" y="433"/>
                  <a:pt x="177" y="433"/>
                </a:cubicBezTo>
                <a:cubicBezTo>
                  <a:pt x="177" y="442"/>
                  <a:pt x="186" y="442"/>
                  <a:pt x="186" y="442"/>
                </a:cubicBezTo>
                <a:cubicBezTo>
                  <a:pt x="212" y="442"/>
                  <a:pt x="212" y="442"/>
                  <a:pt x="212" y="442"/>
                </a:cubicBezTo>
                <a:cubicBezTo>
                  <a:pt x="212" y="442"/>
                  <a:pt x="221" y="442"/>
                  <a:pt x="221" y="433"/>
                </a:cubicBezTo>
                <a:cubicBezTo>
                  <a:pt x="221" y="8"/>
                  <a:pt x="221" y="8"/>
                  <a:pt x="221" y="8"/>
                </a:cubicBezTo>
                <a:lnTo>
                  <a:pt x="212" y="0"/>
                </a:lnTo>
                <a:close/>
                <a:moveTo>
                  <a:pt x="487" y="106"/>
                </a:moveTo>
                <a:lnTo>
                  <a:pt x="487" y="106"/>
                </a:lnTo>
                <a:cubicBezTo>
                  <a:pt x="434" y="61"/>
                  <a:pt x="434" y="61"/>
                  <a:pt x="434" y="61"/>
                </a:cubicBezTo>
                <a:cubicBezTo>
                  <a:pt x="425" y="61"/>
                  <a:pt x="425" y="61"/>
                  <a:pt x="416" y="53"/>
                </a:cubicBezTo>
                <a:lnTo>
                  <a:pt x="407" y="53"/>
                </a:lnTo>
                <a:cubicBezTo>
                  <a:pt x="239" y="53"/>
                  <a:pt x="239" y="53"/>
                  <a:pt x="239" y="53"/>
                </a:cubicBezTo>
                <a:cubicBezTo>
                  <a:pt x="256" y="167"/>
                  <a:pt x="256" y="167"/>
                  <a:pt x="256" y="167"/>
                </a:cubicBezTo>
                <a:cubicBezTo>
                  <a:pt x="407" y="167"/>
                  <a:pt x="407" y="167"/>
                  <a:pt x="407" y="167"/>
                </a:cubicBezTo>
                <a:lnTo>
                  <a:pt x="416" y="167"/>
                </a:lnTo>
                <a:cubicBezTo>
                  <a:pt x="425" y="167"/>
                  <a:pt x="425" y="159"/>
                  <a:pt x="434" y="159"/>
                </a:cubicBezTo>
                <a:cubicBezTo>
                  <a:pt x="487" y="123"/>
                  <a:pt x="487" y="123"/>
                  <a:pt x="487" y="123"/>
                </a:cubicBezTo>
                <a:cubicBezTo>
                  <a:pt x="496" y="114"/>
                  <a:pt x="496" y="114"/>
                  <a:pt x="496" y="114"/>
                </a:cubicBezTo>
                <a:cubicBezTo>
                  <a:pt x="496" y="106"/>
                  <a:pt x="496" y="106"/>
                  <a:pt x="487" y="10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4" name="Freeform 55"/>
          <p:cNvSpPr/>
          <p:nvPr/>
        </p:nvSpPr>
        <p:spPr>
          <a:xfrm>
            <a:off x="1422360" y="1046160"/>
            <a:ext cx="136440" cy="230040"/>
          </a:xfrm>
          <a:custGeom>
            <a:avLst/>
            <a:gdLst/>
            <a:ahLst/>
            <a:rect l="l" t="t" r="r" b="b"/>
            <a:pathLst>
              <a:path w="303" h="514">
                <a:moveTo>
                  <a:pt x="284" y="363"/>
                </a:moveTo>
                <a:lnTo>
                  <a:pt x="284" y="363"/>
                </a:lnTo>
                <a:cubicBezTo>
                  <a:pt x="222" y="168"/>
                  <a:pt x="222" y="168"/>
                  <a:pt x="222" y="168"/>
                </a:cubicBezTo>
                <a:cubicBezTo>
                  <a:pt x="204" y="124"/>
                  <a:pt x="142" y="88"/>
                  <a:pt x="89" y="106"/>
                </a:cubicBezTo>
                <a:cubicBezTo>
                  <a:pt x="45" y="9"/>
                  <a:pt x="45" y="9"/>
                  <a:pt x="45" y="9"/>
                </a:cubicBezTo>
                <a:cubicBezTo>
                  <a:pt x="36" y="0"/>
                  <a:pt x="28" y="0"/>
                  <a:pt x="19" y="0"/>
                </a:cubicBezTo>
                <a:cubicBezTo>
                  <a:pt x="10" y="9"/>
                  <a:pt x="10" y="18"/>
                  <a:pt x="10" y="27"/>
                </a:cubicBezTo>
                <a:cubicBezTo>
                  <a:pt x="63" y="124"/>
                  <a:pt x="63" y="124"/>
                  <a:pt x="63" y="124"/>
                </a:cubicBezTo>
                <a:cubicBezTo>
                  <a:pt x="28" y="141"/>
                  <a:pt x="0" y="194"/>
                  <a:pt x="19" y="239"/>
                </a:cubicBezTo>
                <a:cubicBezTo>
                  <a:pt x="72" y="434"/>
                  <a:pt x="72" y="434"/>
                  <a:pt x="72" y="434"/>
                </a:cubicBezTo>
                <a:cubicBezTo>
                  <a:pt x="81" y="487"/>
                  <a:pt x="142" y="513"/>
                  <a:pt x="204" y="497"/>
                </a:cubicBezTo>
                <a:cubicBezTo>
                  <a:pt x="267" y="469"/>
                  <a:pt x="302" y="407"/>
                  <a:pt x="284" y="363"/>
                </a:cubicBezTo>
                <a:close/>
                <a:moveTo>
                  <a:pt x="125" y="222"/>
                </a:moveTo>
                <a:lnTo>
                  <a:pt x="125" y="222"/>
                </a:lnTo>
                <a:cubicBezTo>
                  <a:pt x="107" y="231"/>
                  <a:pt x="89" y="222"/>
                  <a:pt x="81" y="203"/>
                </a:cubicBezTo>
                <a:cubicBezTo>
                  <a:pt x="72" y="186"/>
                  <a:pt x="81" y="159"/>
                  <a:pt x="98" y="159"/>
                </a:cubicBezTo>
                <a:cubicBezTo>
                  <a:pt x="125" y="150"/>
                  <a:pt x="142" y="159"/>
                  <a:pt x="142" y="178"/>
                </a:cubicBezTo>
                <a:cubicBezTo>
                  <a:pt x="151" y="194"/>
                  <a:pt x="142" y="222"/>
                  <a:pt x="125" y="22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5" name="Freeform 61"/>
          <p:cNvSpPr/>
          <p:nvPr/>
        </p:nvSpPr>
        <p:spPr>
          <a:xfrm>
            <a:off x="8067600" y="2443320"/>
            <a:ext cx="168480" cy="129960"/>
          </a:xfrm>
          <a:custGeom>
            <a:avLst/>
            <a:gdLst/>
            <a:ahLst/>
            <a:rect l="l" t="t" r="r" b="b"/>
            <a:pathLst>
              <a:path w="374" h="293">
                <a:moveTo>
                  <a:pt x="54" y="221"/>
                </a:moveTo>
                <a:lnTo>
                  <a:pt x="54" y="221"/>
                </a:lnTo>
                <a:cubicBezTo>
                  <a:pt x="248" y="221"/>
                  <a:pt x="248" y="221"/>
                  <a:pt x="248" y="221"/>
                </a:cubicBezTo>
                <a:cubicBezTo>
                  <a:pt x="248" y="292"/>
                  <a:pt x="248" y="292"/>
                  <a:pt x="248" y="292"/>
                </a:cubicBezTo>
                <a:cubicBezTo>
                  <a:pt x="373" y="186"/>
                  <a:pt x="373" y="186"/>
                  <a:pt x="373" y="186"/>
                </a:cubicBezTo>
                <a:cubicBezTo>
                  <a:pt x="248" y="71"/>
                  <a:pt x="248" y="71"/>
                  <a:pt x="248" y="71"/>
                </a:cubicBezTo>
                <a:cubicBezTo>
                  <a:pt x="248" y="150"/>
                  <a:pt x="248" y="150"/>
                  <a:pt x="248" y="150"/>
                </a:cubicBezTo>
                <a:cubicBezTo>
                  <a:pt x="71" y="150"/>
                  <a:pt x="71" y="150"/>
                  <a:pt x="71" y="150"/>
                </a:cubicBezTo>
                <a:cubicBezTo>
                  <a:pt x="71" y="0"/>
                  <a:pt x="71" y="0"/>
                  <a:pt x="71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95"/>
                  <a:pt x="27" y="221"/>
                  <a:pt x="54" y="22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6" name="Freeform 62"/>
          <p:cNvSpPr/>
          <p:nvPr/>
        </p:nvSpPr>
        <p:spPr>
          <a:xfrm>
            <a:off x="6743880" y="1955880"/>
            <a:ext cx="174600" cy="183960"/>
          </a:xfrm>
          <a:custGeom>
            <a:avLst/>
            <a:gdLst/>
            <a:ahLst/>
            <a:rect l="l" t="t" r="r" b="b"/>
            <a:pathLst>
              <a:path w="390" h="409">
                <a:moveTo>
                  <a:pt x="141" y="319"/>
                </a:moveTo>
                <a:lnTo>
                  <a:pt x="141" y="319"/>
                </a:lnTo>
                <a:cubicBezTo>
                  <a:pt x="124" y="345"/>
                  <a:pt x="124" y="345"/>
                  <a:pt x="124" y="345"/>
                </a:cubicBezTo>
                <a:cubicBezTo>
                  <a:pt x="106" y="364"/>
                  <a:pt x="79" y="364"/>
                  <a:pt x="61" y="345"/>
                </a:cubicBezTo>
                <a:cubicBezTo>
                  <a:pt x="53" y="336"/>
                  <a:pt x="44" y="319"/>
                  <a:pt x="44" y="311"/>
                </a:cubicBezTo>
                <a:cubicBezTo>
                  <a:pt x="44" y="301"/>
                  <a:pt x="53" y="292"/>
                  <a:pt x="61" y="283"/>
                </a:cubicBezTo>
                <a:cubicBezTo>
                  <a:pt x="133" y="204"/>
                  <a:pt x="133" y="204"/>
                  <a:pt x="133" y="204"/>
                </a:cubicBezTo>
                <a:cubicBezTo>
                  <a:pt x="150" y="195"/>
                  <a:pt x="177" y="168"/>
                  <a:pt x="195" y="186"/>
                </a:cubicBezTo>
                <a:cubicBezTo>
                  <a:pt x="204" y="204"/>
                  <a:pt x="221" y="204"/>
                  <a:pt x="230" y="186"/>
                </a:cubicBezTo>
                <a:cubicBezTo>
                  <a:pt x="239" y="177"/>
                  <a:pt x="239" y="168"/>
                  <a:pt x="230" y="160"/>
                </a:cubicBezTo>
                <a:cubicBezTo>
                  <a:pt x="195" y="124"/>
                  <a:pt x="141" y="124"/>
                  <a:pt x="97" y="168"/>
                </a:cubicBezTo>
                <a:cubicBezTo>
                  <a:pt x="26" y="248"/>
                  <a:pt x="26" y="248"/>
                  <a:pt x="26" y="248"/>
                </a:cubicBezTo>
                <a:cubicBezTo>
                  <a:pt x="8" y="266"/>
                  <a:pt x="0" y="283"/>
                  <a:pt x="0" y="311"/>
                </a:cubicBezTo>
                <a:cubicBezTo>
                  <a:pt x="0" y="336"/>
                  <a:pt x="8" y="364"/>
                  <a:pt x="26" y="381"/>
                </a:cubicBezTo>
                <a:cubicBezTo>
                  <a:pt x="44" y="399"/>
                  <a:pt x="70" y="408"/>
                  <a:pt x="88" y="408"/>
                </a:cubicBezTo>
                <a:cubicBezTo>
                  <a:pt x="114" y="408"/>
                  <a:pt x="141" y="399"/>
                  <a:pt x="159" y="381"/>
                </a:cubicBezTo>
                <a:cubicBezTo>
                  <a:pt x="177" y="355"/>
                  <a:pt x="177" y="355"/>
                  <a:pt x="177" y="355"/>
                </a:cubicBezTo>
                <a:cubicBezTo>
                  <a:pt x="186" y="345"/>
                  <a:pt x="186" y="328"/>
                  <a:pt x="177" y="319"/>
                </a:cubicBezTo>
                <a:cubicBezTo>
                  <a:pt x="168" y="311"/>
                  <a:pt x="150" y="311"/>
                  <a:pt x="141" y="319"/>
                </a:cubicBezTo>
                <a:close/>
                <a:moveTo>
                  <a:pt x="363" y="36"/>
                </a:moveTo>
                <a:lnTo>
                  <a:pt x="363" y="36"/>
                </a:lnTo>
                <a:cubicBezTo>
                  <a:pt x="327" y="0"/>
                  <a:pt x="274" y="0"/>
                  <a:pt x="239" y="36"/>
                </a:cubicBezTo>
                <a:cubicBezTo>
                  <a:pt x="212" y="53"/>
                  <a:pt x="212" y="53"/>
                  <a:pt x="212" y="53"/>
                </a:cubicBezTo>
                <a:cubicBezTo>
                  <a:pt x="204" y="71"/>
                  <a:pt x="204" y="80"/>
                  <a:pt x="212" y="89"/>
                </a:cubicBezTo>
                <a:cubicBezTo>
                  <a:pt x="221" y="98"/>
                  <a:pt x="239" y="98"/>
                  <a:pt x="248" y="89"/>
                </a:cubicBezTo>
                <a:cubicBezTo>
                  <a:pt x="274" y="71"/>
                  <a:pt x="274" y="71"/>
                  <a:pt x="274" y="71"/>
                </a:cubicBezTo>
                <a:cubicBezTo>
                  <a:pt x="292" y="53"/>
                  <a:pt x="318" y="53"/>
                  <a:pt x="327" y="71"/>
                </a:cubicBezTo>
                <a:cubicBezTo>
                  <a:pt x="336" y="80"/>
                  <a:pt x="345" y="89"/>
                  <a:pt x="345" y="107"/>
                </a:cubicBezTo>
                <a:cubicBezTo>
                  <a:pt x="345" y="115"/>
                  <a:pt x="336" y="124"/>
                  <a:pt x="327" y="133"/>
                </a:cubicBezTo>
                <a:cubicBezTo>
                  <a:pt x="257" y="213"/>
                  <a:pt x="257" y="213"/>
                  <a:pt x="257" y="213"/>
                </a:cubicBezTo>
                <a:cubicBezTo>
                  <a:pt x="212" y="248"/>
                  <a:pt x="204" y="230"/>
                  <a:pt x="195" y="221"/>
                </a:cubicBezTo>
                <a:cubicBezTo>
                  <a:pt x="186" y="213"/>
                  <a:pt x="168" y="213"/>
                  <a:pt x="159" y="221"/>
                </a:cubicBezTo>
                <a:cubicBezTo>
                  <a:pt x="150" y="230"/>
                  <a:pt x="150" y="248"/>
                  <a:pt x="159" y="257"/>
                </a:cubicBezTo>
                <a:cubicBezTo>
                  <a:pt x="177" y="275"/>
                  <a:pt x="195" y="283"/>
                  <a:pt x="212" y="283"/>
                </a:cubicBezTo>
                <a:cubicBezTo>
                  <a:pt x="239" y="283"/>
                  <a:pt x="265" y="275"/>
                  <a:pt x="283" y="248"/>
                </a:cubicBezTo>
                <a:cubicBezTo>
                  <a:pt x="363" y="168"/>
                  <a:pt x="363" y="168"/>
                  <a:pt x="363" y="168"/>
                </a:cubicBezTo>
                <a:cubicBezTo>
                  <a:pt x="380" y="151"/>
                  <a:pt x="389" y="124"/>
                  <a:pt x="389" y="107"/>
                </a:cubicBezTo>
                <a:cubicBezTo>
                  <a:pt x="389" y="80"/>
                  <a:pt x="380" y="53"/>
                  <a:pt x="363" y="3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7" name="Freeform 63"/>
          <p:cNvSpPr/>
          <p:nvPr/>
        </p:nvSpPr>
        <p:spPr>
          <a:xfrm>
            <a:off x="2738520" y="1971720"/>
            <a:ext cx="172800" cy="154080"/>
          </a:xfrm>
          <a:custGeom>
            <a:avLst/>
            <a:gdLst/>
            <a:ahLst/>
            <a:rect l="l" t="t" r="r" b="b"/>
            <a:pathLst>
              <a:path w="390" h="346">
                <a:moveTo>
                  <a:pt x="345" y="0"/>
                </a:moveTo>
                <a:lnTo>
                  <a:pt x="345" y="0"/>
                </a:lnTo>
                <a:cubicBezTo>
                  <a:pt x="44" y="0"/>
                  <a:pt x="44" y="0"/>
                  <a:pt x="44" y="0"/>
                </a:cubicBezTo>
                <a:cubicBezTo>
                  <a:pt x="17" y="0"/>
                  <a:pt x="0" y="17"/>
                  <a:pt x="0" y="44"/>
                </a:cubicBezTo>
                <a:cubicBezTo>
                  <a:pt x="0" y="221"/>
                  <a:pt x="0" y="221"/>
                  <a:pt x="0" y="221"/>
                </a:cubicBezTo>
                <a:cubicBezTo>
                  <a:pt x="0" y="247"/>
                  <a:pt x="17" y="265"/>
                  <a:pt x="44" y="265"/>
                </a:cubicBezTo>
                <a:cubicBezTo>
                  <a:pt x="142" y="265"/>
                  <a:pt x="142" y="265"/>
                  <a:pt x="142" y="265"/>
                </a:cubicBezTo>
                <a:cubicBezTo>
                  <a:pt x="248" y="345"/>
                  <a:pt x="248" y="345"/>
                  <a:pt x="248" y="345"/>
                </a:cubicBezTo>
                <a:cubicBezTo>
                  <a:pt x="248" y="265"/>
                  <a:pt x="248" y="265"/>
                  <a:pt x="248" y="265"/>
                </a:cubicBezTo>
                <a:cubicBezTo>
                  <a:pt x="345" y="265"/>
                  <a:pt x="345" y="265"/>
                  <a:pt x="345" y="265"/>
                </a:cubicBezTo>
                <a:cubicBezTo>
                  <a:pt x="372" y="265"/>
                  <a:pt x="389" y="247"/>
                  <a:pt x="389" y="221"/>
                </a:cubicBezTo>
                <a:cubicBezTo>
                  <a:pt x="389" y="44"/>
                  <a:pt x="389" y="44"/>
                  <a:pt x="389" y="44"/>
                </a:cubicBezTo>
                <a:cubicBezTo>
                  <a:pt x="389" y="17"/>
                  <a:pt x="372" y="0"/>
                  <a:pt x="345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8" name="Freeform 64"/>
          <p:cNvSpPr/>
          <p:nvPr/>
        </p:nvSpPr>
        <p:spPr>
          <a:xfrm>
            <a:off x="6732720" y="1506600"/>
            <a:ext cx="199800" cy="195120"/>
          </a:xfrm>
          <a:custGeom>
            <a:avLst/>
            <a:gdLst/>
            <a:ahLst/>
            <a:rect l="l" t="t" r="r" b="b"/>
            <a:pathLst>
              <a:path w="444" h="435">
                <a:moveTo>
                  <a:pt x="222" y="0"/>
                </a:moveTo>
                <a:lnTo>
                  <a:pt x="284" y="160"/>
                </a:lnTo>
                <a:lnTo>
                  <a:pt x="443" y="160"/>
                </a:lnTo>
                <a:lnTo>
                  <a:pt x="310" y="257"/>
                </a:lnTo>
                <a:lnTo>
                  <a:pt x="354" y="434"/>
                </a:lnTo>
                <a:lnTo>
                  <a:pt x="222" y="327"/>
                </a:lnTo>
                <a:lnTo>
                  <a:pt x="88" y="434"/>
                </a:lnTo>
                <a:lnTo>
                  <a:pt x="133" y="257"/>
                </a:lnTo>
                <a:lnTo>
                  <a:pt x="0" y="160"/>
                </a:lnTo>
                <a:lnTo>
                  <a:pt x="160" y="160"/>
                </a:lnTo>
                <a:lnTo>
                  <a:pt x="222" y="0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9" name="Freeform 65"/>
          <p:cNvSpPr/>
          <p:nvPr/>
        </p:nvSpPr>
        <p:spPr>
          <a:xfrm>
            <a:off x="949320" y="2400480"/>
            <a:ext cx="189000" cy="187200"/>
          </a:xfrm>
          <a:custGeom>
            <a:avLst/>
            <a:gdLst/>
            <a:ahLst/>
            <a:rect l="l" t="t" r="r" b="b"/>
            <a:pathLst>
              <a:path w="417" h="417">
                <a:moveTo>
                  <a:pt x="381" y="203"/>
                </a:moveTo>
                <a:lnTo>
                  <a:pt x="381" y="203"/>
                </a:lnTo>
                <a:cubicBezTo>
                  <a:pt x="381" y="177"/>
                  <a:pt x="399" y="159"/>
                  <a:pt x="416" y="141"/>
                </a:cubicBezTo>
                <a:cubicBezTo>
                  <a:pt x="416" y="132"/>
                  <a:pt x="408" y="115"/>
                  <a:pt x="408" y="106"/>
                </a:cubicBezTo>
                <a:cubicBezTo>
                  <a:pt x="372" y="115"/>
                  <a:pt x="354" y="97"/>
                  <a:pt x="337" y="79"/>
                </a:cubicBezTo>
                <a:cubicBezTo>
                  <a:pt x="319" y="62"/>
                  <a:pt x="310" y="44"/>
                  <a:pt x="319" y="17"/>
                </a:cubicBezTo>
                <a:cubicBezTo>
                  <a:pt x="310" y="9"/>
                  <a:pt x="293" y="0"/>
                  <a:pt x="275" y="0"/>
                </a:cubicBezTo>
                <a:cubicBezTo>
                  <a:pt x="266" y="17"/>
                  <a:pt x="240" y="35"/>
                  <a:pt x="213" y="35"/>
                </a:cubicBezTo>
                <a:cubicBezTo>
                  <a:pt x="187" y="35"/>
                  <a:pt x="160" y="17"/>
                  <a:pt x="151" y="0"/>
                </a:cubicBezTo>
                <a:cubicBezTo>
                  <a:pt x="133" y="0"/>
                  <a:pt x="116" y="9"/>
                  <a:pt x="107" y="17"/>
                </a:cubicBezTo>
                <a:cubicBezTo>
                  <a:pt x="116" y="44"/>
                  <a:pt x="107" y="62"/>
                  <a:pt x="89" y="79"/>
                </a:cubicBezTo>
                <a:cubicBezTo>
                  <a:pt x="72" y="97"/>
                  <a:pt x="44" y="115"/>
                  <a:pt x="18" y="106"/>
                </a:cubicBezTo>
                <a:cubicBezTo>
                  <a:pt x="18" y="115"/>
                  <a:pt x="9" y="132"/>
                  <a:pt x="0" y="141"/>
                </a:cubicBezTo>
                <a:cubicBezTo>
                  <a:pt x="27" y="159"/>
                  <a:pt x="44" y="177"/>
                  <a:pt x="44" y="203"/>
                </a:cubicBezTo>
                <a:cubicBezTo>
                  <a:pt x="44" y="230"/>
                  <a:pt x="27" y="256"/>
                  <a:pt x="0" y="275"/>
                </a:cubicBezTo>
                <a:cubicBezTo>
                  <a:pt x="9" y="283"/>
                  <a:pt x="18" y="301"/>
                  <a:pt x="18" y="310"/>
                </a:cubicBezTo>
                <a:cubicBezTo>
                  <a:pt x="44" y="310"/>
                  <a:pt x="72" y="310"/>
                  <a:pt x="89" y="328"/>
                </a:cubicBezTo>
                <a:cubicBezTo>
                  <a:pt x="107" y="345"/>
                  <a:pt x="116" y="372"/>
                  <a:pt x="107" y="398"/>
                </a:cubicBezTo>
                <a:cubicBezTo>
                  <a:pt x="116" y="407"/>
                  <a:pt x="133" y="407"/>
                  <a:pt x="151" y="416"/>
                </a:cubicBezTo>
                <a:cubicBezTo>
                  <a:pt x="160" y="389"/>
                  <a:pt x="187" y="372"/>
                  <a:pt x="213" y="372"/>
                </a:cubicBezTo>
                <a:cubicBezTo>
                  <a:pt x="240" y="372"/>
                  <a:pt x="266" y="389"/>
                  <a:pt x="275" y="416"/>
                </a:cubicBezTo>
                <a:cubicBezTo>
                  <a:pt x="293" y="407"/>
                  <a:pt x="310" y="407"/>
                  <a:pt x="319" y="398"/>
                </a:cubicBezTo>
                <a:cubicBezTo>
                  <a:pt x="310" y="372"/>
                  <a:pt x="319" y="345"/>
                  <a:pt x="337" y="328"/>
                </a:cubicBezTo>
                <a:cubicBezTo>
                  <a:pt x="354" y="310"/>
                  <a:pt x="372" y="301"/>
                  <a:pt x="408" y="310"/>
                </a:cubicBezTo>
                <a:cubicBezTo>
                  <a:pt x="408" y="292"/>
                  <a:pt x="416" y="283"/>
                  <a:pt x="416" y="265"/>
                </a:cubicBezTo>
                <a:cubicBezTo>
                  <a:pt x="399" y="256"/>
                  <a:pt x="381" y="230"/>
                  <a:pt x="381" y="203"/>
                </a:cubicBezTo>
                <a:close/>
                <a:moveTo>
                  <a:pt x="213" y="292"/>
                </a:moveTo>
                <a:lnTo>
                  <a:pt x="213" y="292"/>
                </a:lnTo>
                <a:cubicBezTo>
                  <a:pt x="160" y="292"/>
                  <a:pt x="125" y="256"/>
                  <a:pt x="125" y="203"/>
                </a:cubicBezTo>
                <a:cubicBezTo>
                  <a:pt x="125" y="159"/>
                  <a:pt x="160" y="115"/>
                  <a:pt x="213" y="115"/>
                </a:cubicBezTo>
                <a:cubicBezTo>
                  <a:pt x="266" y="115"/>
                  <a:pt x="301" y="159"/>
                  <a:pt x="301" y="203"/>
                </a:cubicBezTo>
                <a:cubicBezTo>
                  <a:pt x="301" y="256"/>
                  <a:pt x="266" y="292"/>
                  <a:pt x="213" y="29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0" name="Freeform 66"/>
          <p:cNvSpPr/>
          <p:nvPr/>
        </p:nvSpPr>
        <p:spPr>
          <a:xfrm>
            <a:off x="5392800" y="1943280"/>
            <a:ext cx="208080" cy="207720"/>
          </a:xfrm>
          <a:custGeom>
            <a:avLst/>
            <a:gdLst/>
            <a:ahLst/>
            <a:rect l="l" t="t" r="r" b="b"/>
            <a:pathLst>
              <a:path w="462" h="462">
                <a:moveTo>
                  <a:pt x="408" y="54"/>
                </a:moveTo>
                <a:lnTo>
                  <a:pt x="408" y="54"/>
                </a:lnTo>
                <a:cubicBezTo>
                  <a:pt x="363" y="19"/>
                  <a:pt x="310" y="0"/>
                  <a:pt x="292" y="19"/>
                </a:cubicBezTo>
                <a:cubicBezTo>
                  <a:pt x="230" y="80"/>
                  <a:pt x="230" y="80"/>
                  <a:pt x="230" y="80"/>
                </a:cubicBezTo>
                <a:cubicBezTo>
                  <a:pt x="221" y="89"/>
                  <a:pt x="213" y="125"/>
                  <a:pt x="213" y="160"/>
                </a:cubicBezTo>
                <a:cubicBezTo>
                  <a:pt x="8" y="363"/>
                  <a:pt x="8" y="363"/>
                  <a:pt x="8" y="363"/>
                </a:cubicBezTo>
                <a:cubicBezTo>
                  <a:pt x="0" y="372"/>
                  <a:pt x="8" y="408"/>
                  <a:pt x="35" y="426"/>
                </a:cubicBezTo>
                <a:cubicBezTo>
                  <a:pt x="62" y="453"/>
                  <a:pt x="89" y="461"/>
                  <a:pt x="98" y="453"/>
                </a:cubicBezTo>
                <a:cubicBezTo>
                  <a:pt x="301" y="248"/>
                  <a:pt x="301" y="248"/>
                  <a:pt x="301" y="248"/>
                </a:cubicBezTo>
                <a:cubicBezTo>
                  <a:pt x="336" y="248"/>
                  <a:pt x="372" y="240"/>
                  <a:pt x="381" y="231"/>
                </a:cubicBezTo>
                <a:cubicBezTo>
                  <a:pt x="443" y="169"/>
                  <a:pt x="443" y="169"/>
                  <a:pt x="443" y="169"/>
                </a:cubicBezTo>
                <a:cubicBezTo>
                  <a:pt x="461" y="151"/>
                  <a:pt x="452" y="98"/>
                  <a:pt x="408" y="54"/>
                </a:cubicBezTo>
                <a:close/>
                <a:moveTo>
                  <a:pt x="186" y="257"/>
                </a:moveTo>
                <a:lnTo>
                  <a:pt x="186" y="257"/>
                </a:lnTo>
                <a:cubicBezTo>
                  <a:pt x="177" y="248"/>
                  <a:pt x="177" y="231"/>
                  <a:pt x="195" y="222"/>
                </a:cubicBezTo>
                <a:cubicBezTo>
                  <a:pt x="204" y="204"/>
                  <a:pt x="221" y="204"/>
                  <a:pt x="230" y="213"/>
                </a:cubicBezTo>
                <a:cubicBezTo>
                  <a:pt x="239" y="222"/>
                  <a:pt x="239" y="240"/>
                  <a:pt x="221" y="248"/>
                </a:cubicBezTo>
                <a:cubicBezTo>
                  <a:pt x="213" y="266"/>
                  <a:pt x="195" y="266"/>
                  <a:pt x="186" y="257"/>
                </a:cubicBezTo>
                <a:close/>
                <a:moveTo>
                  <a:pt x="354" y="116"/>
                </a:moveTo>
                <a:lnTo>
                  <a:pt x="354" y="116"/>
                </a:lnTo>
                <a:cubicBezTo>
                  <a:pt x="319" y="80"/>
                  <a:pt x="310" y="36"/>
                  <a:pt x="310" y="36"/>
                </a:cubicBezTo>
                <a:cubicBezTo>
                  <a:pt x="319" y="27"/>
                  <a:pt x="354" y="44"/>
                  <a:pt x="390" y="72"/>
                </a:cubicBezTo>
                <a:cubicBezTo>
                  <a:pt x="425" y="107"/>
                  <a:pt x="434" y="142"/>
                  <a:pt x="425" y="151"/>
                </a:cubicBezTo>
                <a:cubicBezTo>
                  <a:pt x="425" y="151"/>
                  <a:pt x="381" y="142"/>
                  <a:pt x="354" y="11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1" name="Freeform 67"/>
          <p:cNvSpPr/>
          <p:nvPr/>
        </p:nvSpPr>
        <p:spPr>
          <a:xfrm>
            <a:off x="500040" y="2349360"/>
            <a:ext cx="204840" cy="238320"/>
          </a:xfrm>
          <a:custGeom>
            <a:avLst/>
            <a:gdLst/>
            <a:ahLst/>
            <a:rect l="l" t="t" r="r" b="b"/>
            <a:pathLst>
              <a:path w="453" h="533">
                <a:moveTo>
                  <a:pt x="434" y="186"/>
                </a:moveTo>
                <a:lnTo>
                  <a:pt x="434" y="186"/>
                </a:lnTo>
                <a:cubicBezTo>
                  <a:pt x="151" y="301"/>
                  <a:pt x="266" y="0"/>
                  <a:pt x="44" y="160"/>
                </a:cubicBezTo>
                <a:cubicBezTo>
                  <a:pt x="0" y="178"/>
                  <a:pt x="0" y="178"/>
                  <a:pt x="0" y="178"/>
                </a:cubicBezTo>
                <a:cubicBezTo>
                  <a:pt x="88" y="532"/>
                  <a:pt x="88" y="532"/>
                  <a:pt x="88" y="532"/>
                </a:cubicBezTo>
                <a:cubicBezTo>
                  <a:pt x="141" y="532"/>
                  <a:pt x="141" y="532"/>
                  <a:pt x="141" y="532"/>
                </a:cubicBezTo>
                <a:cubicBezTo>
                  <a:pt x="97" y="355"/>
                  <a:pt x="97" y="355"/>
                  <a:pt x="97" y="355"/>
                </a:cubicBezTo>
                <a:cubicBezTo>
                  <a:pt x="293" y="195"/>
                  <a:pt x="213" y="532"/>
                  <a:pt x="443" y="195"/>
                </a:cubicBezTo>
                <a:cubicBezTo>
                  <a:pt x="452" y="195"/>
                  <a:pt x="443" y="186"/>
                  <a:pt x="434" y="18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2" name="Freeform 68"/>
          <p:cNvSpPr/>
          <p:nvPr/>
        </p:nvSpPr>
        <p:spPr>
          <a:xfrm>
            <a:off x="6291360" y="1947960"/>
            <a:ext cx="191880" cy="207720"/>
          </a:xfrm>
          <a:custGeom>
            <a:avLst/>
            <a:gdLst/>
            <a:ahLst/>
            <a:rect l="l" t="t" r="r" b="b"/>
            <a:pathLst>
              <a:path w="426" h="462">
                <a:moveTo>
                  <a:pt x="327" y="186"/>
                </a:moveTo>
                <a:lnTo>
                  <a:pt x="327" y="186"/>
                </a:lnTo>
                <a:cubicBezTo>
                  <a:pt x="274" y="63"/>
                  <a:pt x="238" y="18"/>
                  <a:pt x="150" y="18"/>
                </a:cubicBezTo>
                <a:cubicBezTo>
                  <a:pt x="114" y="18"/>
                  <a:pt x="123" y="0"/>
                  <a:pt x="97" y="10"/>
                </a:cubicBezTo>
                <a:cubicBezTo>
                  <a:pt x="70" y="18"/>
                  <a:pt x="97" y="27"/>
                  <a:pt x="70" y="54"/>
                </a:cubicBezTo>
                <a:cubicBezTo>
                  <a:pt x="0" y="107"/>
                  <a:pt x="8" y="169"/>
                  <a:pt x="35" y="293"/>
                </a:cubicBezTo>
                <a:cubicBezTo>
                  <a:pt x="53" y="346"/>
                  <a:pt x="8" y="354"/>
                  <a:pt x="26" y="408"/>
                </a:cubicBezTo>
                <a:cubicBezTo>
                  <a:pt x="35" y="444"/>
                  <a:pt x="141" y="461"/>
                  <a:pt x="248" y="417"/>
                </a:cubicBezTo>
                <a:cubicBezTo>
                  <a:pt x="354" y="382"/>
                  <a:pt x="425" y="301"/>
                  <a:pt x="407" y="266"/>
                </a:cubicBezTo>
                <a:cubicBezTo>
                  <a:pt x="389" y="213"/>
                  <a:pt x="354" y="239"/>
                  <a:pt x="327" y="186"/>
                </a:cubicBezTo>
                <a:close/>
                <a:moveTo>
                  <a:pt x="238" y="391"/>
                </a:moveTo>
                <a:lnTo>
                  <a:pt x="238" y="391"/>
                </a:lnTo>
                <a:cubicBezTo>
                  <a:pt x="141" y="426"/>
                  <a:pt x="61" y="399"/>
                  <a:pt x="53" y="391"/>
                </a:cubicBezTo>
                <a:cubicBezTo>
                  <a:pt x="53" y="382"/>
                  <a:pt x="88" y="319"/>
                  <a:pt x="194" y="284"/>
                </a:cubicBezTo>
                <a:cubicBezTo>
                  <a:pt x="310" y="239"/>
                  <a:pt x="372" y="257"/>
                  <a:pt x="372" y="275"/>
                </a:cubicBezTo>
                <a:cubicBezTo>
                  <a:pt x="380" y="284"/>
                  <a:pt x="336" y="354"/>
                  <a:pt x="238" y="391"/>
                </a:cubicBezTo>
                <a:close/>
                <a:moveTo>
                  <a:pt x="203" y="301"/>
                </a:moveTo>
                <a:lnTo>
                  <a:pt x="203" y="301"/>
                </a:lnTo>
                <a:cubicBezTo>
                  <a:pt x="150" y="319"/>
                  <a:pt x="123" y="337"/>
                  <a:pt x="97" y="363"/>
                </a:cubicBezTo>
                <a:cubicBezTo>
                  <a:pt x="114" y="373"/>
                  <a:pt x="141" y="382"/>
                  <a:pt x="167" y="363"/>
                </a:cubicBezTo>
                <a:cubicBezTo>
                  <a:pt x="212" y="354"/>
                  <a:pt x="230" y="319"/>
                  <a:pt x="221" y="293"/>
                </a:cubicBezTo>
                <a:lnTo>
                  <a:pt x="221" y="293"/>
                </a:lnTo>
                <a:cubicBezTo>
                  <a:pt x="221" y="293"/>
                  <a:pt x="212" y="301"/>
                  <a:pt x="203" y="30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3" name="Freeform 69"/>
          <p:cNvSpPr/>
          <p:nvPr/>
        </p:nvSpPr>
        <p:spPr>
          <a:xfrm>
            <a:off x="5834160" y="1951200"/>
            <a:ext cx="215640" cy="191880"/>
          </a:xfrm>
          <a:custGeom>
            <a:avLst/>
            <a:gdLst/>
            <a:ahLst/>
            <a:rect l="l" t="t" r="r" b="b"/>
            <a:pathLst>
              <a:path w="479" h="426">
                <a:moveTo>
                  <a:pt x="26" y="123"/>
                </a:moveTo>
                <a:lnTo>
                  <a:pt x="26" y="123"/>
                </a:lnTo>
                <a:cubicBezTo>
                  <a:pt x="451" y="123"/>
                  <a:pt x="451" y="123"/>
                  <a:pt x="451" y="123"/>
                </a:cubicBezTo>
                <a:cubicBezTo>
                  <a:pt x="460" y="123"/>
                  <a:pt x="460" y="115"/>
                  <a:pt x="451" y="106"/>
                </a:cubicBezTo>
                <a:cubicBezTo>
                  <a:pt x="451" y="106"/>
                  <a:pt x="372" y="79"/>
                  <a:pt x="354" y="79"/>
                </a:cubicBezTo>
                <a:cubicBezTo>
                  <a:pt x="336" y="79"/>
                  <a:pt x="336" y="79"/>
                  <a:pt x="336" y="79"/>
                </a:cubicBezTo>
                <a:cubicBezTo>
                  <a:pt x="336" y="0"/>
                  <a:pt x="336" y="0"/>
                  <a:pt x="336" y="0"/>
                </a:cubicBezTo>
                <a:cubicBezTo>
                  <a:pt x="141" y="0"/>
                  <a:pt x="141" y="0"/>
                  <a:pt x="141" y="0"/>
                </a:cubicBezTo>
                <a:cubicBezTo>
                  <a:pt x="141" y="79"/>
                  <a:pt x="141" y="79"/>
                  <a:pt x="141" y="79"/>
                </a:cubicBezTo>
                <a:cubicBezTo>
                  <a:pt x="124" y="79"/>
                  <a:pt x="124" y="79"/>
                  <a:pt x="124" y="79"/>
                </a:cubicBezTo>
                <a:cubicBezTo>
                  <a:pt x="106" y="79"/>
                  <a:pt x="26" y="106"/>
                  <a:pt x="26" y="106"/>
                </a:cubicBezTo>
                <a:cubicBezTo>
                  <a:pt x="17" y="115"/>
                  <a:pt x="17" y="123"/>
                  <a:pt x="26" y="123"/>
                </a:cubicBezTo>
                <a:close/>
                <a:moveTo>
                  <a:pt x="451" y="159"/>
                </a:moveTo>
                <a:lnTo>
                  <a:pt x="451" y="159"/>
                </a:lnTo>
                <a:cubicBezTo>
                  <a:pt x="26" y="159"/>
                  <a:pt x="26" y="159"/>
                  <a:pt x="26" y="159"/>
                </a:cubicBezTo>
                <a:cubicBezTo>
                  <a:pt x="8" y="159"/>
                  <a:pt x="0" y="168"/>
                  <a:pt x="0" y="185"/>
                </a:cubicBezTo>
                <a:cubicBezTo>
                  <a:pt x="0" y="274"/>
                  <a:pt x="0" y="274"/>
                  <a:pt x="0" y="274"/>
                </a:cubicBezTo>
                <a:cubicBezTo>
                  <a:pt x="0" y="283"/>
                  <a:pt x="8" y="300"/>
                  <a:pt x="26" y="300"/>
                </a:cubicBezTo>
                <a:cubicBezTo>
                  <a:pt x="71" y="300"/>
                  <a:pt x="71" y="300"/>
                  <a:pt x="71" y="300"/>
                </a:cubicBezTo>
                <a:cubicBezTo>
                  <a:pt x="53" y="425"/>
                  <a:pt x="53" y="425"/>
                  <a:pt x="53" y="425"/>
                </a:cubicBezTo>
                <a:cubicBezTo>
                  <a:pt x="425" y="425"/>
                  <a:pt x="425" y="425"/>
                  <a:pt x="425" y="425"/>
                </a:cubicBezTo>
                <a:cubicBezTo>
                  <a:pt x="407" y="300"/>
                  <a:pt x="407" y="300"/>
                  <a:pt x="407" y="300"/>
                </a:cubicBezTo>
                <a:cubicBezTo>
                  <a:pt x="451" y="300"/>
                  <a:pt x="451" y="300"/>
                  <a:pt x="451" y="300"/>
                </a:cubicBezTo>
                <a:cubicBezTo>
                  <a:pt x="469" y="300"/>
                  <a:pt x="478" y="283"/>
                  <a:pt x="478" y="274"/>
                </a:cubicBezTo>
                <a:cubicBezTo>
                  <a:pt x="478" y="185"/>
                  <a:pt x="478" y="185"/>
                  <a:pt x="478" y="185"/>
                </a:cubicBezTo>
                <a:cubicBezTo>
                  <a:pt x="478" y="168"/>
                  <a:pt x="469" y="159"/>
                  <a:pt x="451" y="159"/>
                </a:cubicBezTo>
                <a:close/>
                <a:moveTo>
                  <a:pt x="97" y="372"/>
                </a:moveTo>
                <a:lnTo>
                  <a:pt x="97" y="372"/>
                </a:lnTo>
                <a:cubicBezTo>
                  <a:pt x="132" y="212"/>
                  <a:pt x="132" y="212"/>
                  <a:pt x="132" y="212"/>
                </a:cubicBezTo>
                <a:cubicBezTo>
                  <a:pt x="345" y="212"/>
                  <a:pt x="345" y="212"/>
                  <a:pt x="345" y="212"/>
                </a:cubicBezTo>
                <a:cubicBezTo>
                  <a:pt x="381" y="372"/>
                  <a:pt x="381" y="372"/>
                  <a:pt x="381" y="372"/>
                </a:cubicBezTo>
                <a:lnTo>
                  <a:pt x="97" y="37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4" name="Freeform 70"/>
          <p:cNvSpPr/>
          <p:nvPr/>
        </p:nvSpPr>
        <p:spPr>
          <a:xfrm>
            <a:off x="2268360" y="1947960"/>
            <a:ext cx="223920" cy="199800"/>
          </a:xfrm>
          <a:custGeom>
            <a:avLst/>
            <a:gdLst/>
            <a:ahLst/>
            <a:rect l="l" t="t" r="r" b="b"/>
            <a:pathLst>
              <a:path w="497" h="445">
                <a:moveTo>
                  <a:pt x="142" y="275"/>
                </a:moveTo>
                <a:lnTo>
                  <a:pt x="142" y="275"/>
                </a:lnTo>
                <a:cubicBezTo>
                  <a:pt x="142" y="125"/>
                  <a:pt x="142" y="125"/>
                  <a:pt x="142" y="125"/>
                </a:cubicBezTo>
                <a:cubicBezTo>
                  <a:pt x="53" y="125"/>
                  <a:pt x="53" y="125"/>
                  <a:pt x="53" y="125"/>
                </a:cubicBezTo>
                <a:cubicBezTo>
                  <a:pt x="18" y="125"/>
                  <a:pt x="0" y="151"/>
                  <a:pt x="0" y="178"/>
                </a:cubicBezTo>
                <a:cubicBezTo>
                  <a:pt x="0" y="319"/>
                  <a:pt x="0" y="319"/>
                  <a:pt x="0" y="319"/>
                </a:cubicBezTo>
                <a:cubicBezTo>
                  <a:pt x="0" y="354"/>
                  <a:pt x="18" y="373"/>
                  <a:pt x="53" y="373"/>
                </a:cubicBezTo>
                <a:cubicBezTo>
                  <a:pt x="71" y="373"/>
                  <a:pt x="71" y="373"/>
                  <a:pt x="71" y="373"/>
                </a:cubicBezTo>
                <a:cubicBezTo>
                  <a:pt x="71" y="444"/>
                  <a:pt x="71" y="444"/>
                  <a:pt x="71" y="444"/>
                </a:cubicBezTo>
                <a:cubicBezTo>
                  <a:pt x="151" y="373"/>
                  <a:pt x="151" y="373"/>
                  <a:pt x="151" y="373"/>
                </a:cubicBezTo>
                <a:cubicBezTo>
                  <a:pt x="274" y="373"/>
                  <a:pt x="274" y="373"/>
                  <a:pt x="274" y="373"/>
                </a:cubicBezTo>
                <a:cubicBezTo>
                  <a:pt x="302" y="373"/>
                  <a:pt x="319" y="354"/>
                  <a:pt x="319" y="319"/>
                </a:cubicBezTo>
                <a:cubicBezTo>
                  <a:pt x="319" y="275"/>
                  <a:pt x="319" y="275"/>
                  <a:pt x="319" y="275"/>
                </a:cubicBezTo>
                <a:lnTo>
                  <a:pt x="319" y="275"/>
                </a:lnTo>
                <a:lnTo>
                  <a:pt x="142" y="275"/>
                </a:lnTo>
                <a:close/>
                <a:moveTo>
                  <a:pt x="443" y="0"/>
                </a:moveTo>
                <a:lnTo>
                  <a:pt x="443" y="0"/>
                </a:lnTo>
                <a:cubicBezTo>
                  <a:pt x="221" y="0"/>
                  <a:pt x="221" y="0"/>
                  <a:pt x="221" y="0"/>
                </a:cubicBezTo>
                <a:cubicBezTo>
                  <a:pt x="195" y="0"/>
                  <a:pt x="177" y="27"/>
                  <a:pt x="177" y="54"/>
                </a:cubicBezTo>
                <a:cubicBezTo>
                  <a:pt x="177" y="248"/>
                  <a:pt x="177" y="248"/>
                  <a:pt x="177" y="248"/>
                </a:cubicBezTo>
                <a:cubicBezTo>
                  <a:pt x="346" y="248"/>
                  <a:pt x="346" y="248"/>
                  <a:pt x="346" y="248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25" y="248"/>
                  <a:pt x="425" y="248"/>
                  <a:pt x="425" y="248"/>
                </a:cubicBezTo>
                <a:cubicBezTo>
                  <a:pt x="443" y="248"/>
                  <a:pt x="443" y="248"/>
                  <a:pt x="443" y="248"/>
                </a:cubicBezTo>
                <a:cubicBezTo>
                  <a:pt x="470" y="248"/>
                  <a:pt x="496" y="231"/>
                  <a:pt x="496" y="195"/>
                </a:cubicBezTo>
                <a:cubicBezTo>
                  <a:pt x="496" y="54"/>
                  <a:pt x="496" y="54"/>
                  <a:pt x="496" y="54"/>
                </a:cubicBezTo>
                <a:cubicBezTo>
                  <a:pt x="496" y="27"/>
                  <a:pt x="470" y="0"/>
                  <a:pt x="443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5" name="Freeform 71"/>
          <p:cNvSpPr/>
          <p:nvPr/>
        </p:nvSpPr>
        <p:spPr>
          <a:xfrm>
            <a:off x="3187800" y="1974960"/>
            <a:ext cx="199800" cy="149040"/>
          </a:xfrm>
          <a:custGeom>
            <a:avLst/>
            <a:gdLst/>
            <a:ahLst/>
            <a:rect l="l" t="t" r="r" b="b"/>
            <a:pathLst>
              <a:path w="444" h="329">
                <a:moveTo>
                  <a:pt x="70" y="0"/>
                </a:moveTo>
                <a:lnTo>
                  <a:pt x="70" y="0"/>
                </a:lnTo>
                <a:cubicBezTo>
                  <a:pt x="26" y="0"/>
                  <a:pt x="0" y="35"/>
                  <a:pt x="0" y="70"/>
                </a:cubicBezTo>
                <a:cubicBezTo>
                  <a:pt x="0" y="115"/>
                  <a:pt x="26" y="150"/>
                  <a:pt x="70" y="150"/>
                </a:cubicBezTo>
                <a:cubicBezTo>
                  <a:pt x="142" y="150"/>
                  <a:pt x="98" y="291"/>
                  <a:pt x="0" y="291"/>
                </a:cubicBezTo>
                <a:cubicBezTo>
                  <a:pt x="0" y="328"/>
                  <a:pt x="0" y="328"/>
                  <a:pt x="0" y="328"/>
                </a:cubicBezTo>
                <a:cubicBezTo>
                  <a:pt x="168" y="328"/>
                  <a:pt x="239" y="0"/>
                  <a:pt x="70" y="0"/>
                </a:cubicBezTo>
                <a:close/>
                <a:moveTo>
                  <a:pt x="275" y="0"/>
                </a:moveTo>
                <a:lnTo>
                  <a:pt x="275" y="0"/>
                </a:lnTo>
                <a:cubicBezTo>
                  <a:pt x="239" y="0"/>
                  <a:pt x="204" y="35"/>
                  <a:pt x="204" y="70"/>
                </a:cubicBezTo>
                <a:cubicBezTo>
                  <a:pt x="204" y="115"/>
                  <a:pt x="239" y="150"/>
                  <a:pt x="275" y="150"/>
                </a:cubicBezTo>
                <a:cubicBezTo>
                  <a:pt x="354" y="150"/>
                  <a:pt x="301" y="291"/>
                  <a:pt x="204" y="291"/>
                </a:cubicBezTo>
                <a:cubicBezTo>
                  <a:pt x="204" y="328"/>
                  <a:pt x="204" y="328"/>
                  <a:pt x="204" y="328"/>
                </a:cubicBezTo>
                <a:cubicBezTo>
                  <a:pt x="381" y="328"/>
                  <a:pt x="443" y="0"/>
                  <a:pt x="27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6" name="Freeform 72"/>
          <p:cNvSpPr/>
          <p:nvPr/>
        </p:nvSpPr>
        <p:spPr>
          <a:xfrm>
            <a:off x="4518000" y="1959120"/>
            <a:ext cx="176400" cy="180720"/>
          </a:xfrm>
          <a:custGeom>
            <a:avLst/>
            <a:gdLst/>
            <a:ahLst/>
            <a:rect l="l" t="t" r="r" b="b"/>
            <a:pathLst>
              <a:path w="391" h="400">
                <a:moveTo>
                  <a:pt x="346" y="0"/>
                </a:moveTo>
                <a:lnTo>
                  <a:pt x="346" y="0"/>
                </a:lnTo>
                <a:cubicBezTo>
                  <a:pt x="142" y="0"/>
                  <a:pt x="142" y="0"/>
                  <a:pt x="142" y="0"/>
                </a:cubicBezTo>
                <a:cubicBezTo>
                  <a:pt x="115" y="0"/>
                  <a:pt x="98" y="18"/>
                  <a:pt x="98" y="44"/>
                </a:cubicBezTo>
                <a:cubicBezTo>
                  <a:pt x="98" y="248"/>
                  <a:pt x="98" y="248"/>
                  <a:pt x="98" y="248"/>
                </a:cubicBezTo>
                <a:cubicBezTo>
                  <a:pt x="98" y="274"/>
                  <a:pt x="115" y="292"/>
                  <a:pt x="142" y="292"/>
                </a:cubicBezTo>
                <a:cubicBezTo>
                  <a:pt x="346" y="292"/>
                  <a:pt x="346" y="292"/>
                  <a:pt x="346" y="292"/>
                </a:cubicBezTo>
                <a:cubicBezTo>
                  <a:pt x="372" y="292"/>
                  <a:pt x="390" y="274"/>
                  <a:pt x="390" y="248"/>
                </a:cubicBezTo>
                <a:cubicBezTo>
                  <a:pt x="390" y="44"/>
                  <a:pt x="390" y="44"/>
                  <a:pt x="390" y="44"/>
                </a:cubicBezTo>
                <a:cubicBezTo>
                  <a:pt x="390" y="18"/>
                  <a:pt x="372" y="0"/>
                  <a:pt x="346" y="0"/>
                </a:cubicBezTo>
                <a:close/>
                <a:moveTo>
                  <a:pt x="346" y="248"/>
                </a:moveTo>
                <a:lnTo>
                  <a:pt x="346" y="248"/>
                </a:lnTo>
                <a:cubicBezTo>
                  <a:pt x="142" y="248"/>
                  <a:pt x="142" y="248"/>
                  <a:pt x="142" y="248"/>
                </a:cubicBezTo>
                <a:cubicBezTo>
                  <a:pt x="142" y="44"/>
                  <a:pt x="142" y="44"/>
                  <a:pt x="142" y="44"/>
                </a:cubicBezTo>
                <a:cubicBezTo>
                  <a:pt x="346" y="44"/>
                  <a:pt x="346" y="44"/>
                  <a:pt x="346" y="44"/>
                </a:cubicBezTo>
                <a:lnTo>
                  <a:pt x="346" y="248"/>
                </a:lnTo>
                <a:close/>
                <a:moveTo>
                  <a:pt x="45" y="195"/>
                </a:moveTo>
                <a:lnTo>
                  <a:pt x="45" y="195"/>
                </a:lnTo>
                <a:cubicBezTo>
                  <a:pt x="0" y="195"/>
                  <a:pt x="0" y="195"/>
                  <a:pt x="0" y="195"/>
                </a:cubicBezTo>
                <a:cubicBezTo>
                  <a:pt x="0" y="346"/>
                  <a:pt x="0" y="346"/>
                  <a:pt x="0" y="346"/>
                </a:cubicBezTo>
                <a:cubicBezTo>
                  <a:pt x="0" y="372"/>
                  <a:pt x="18" y="399"/>
                  <a:pt x="45" y="399"/>
                </a:cubicBezTo>
                <a:cubicBezTo>
                  <a:pt x="196" y="399"/>
                  <a:pt x="196" y="399"/>
                  <a:pt x="196" y="399"/>
                </a:cubicBezTo>
                <a:cubicBezTo>
                  <a:pt x="196" y="346"/>
                  <a:pt x="196" y="346"/>
                  <a:pt x="196" y="346"/>
                </a:cubicBezTo>
                <a:cubicBezTo>
                  <a:pt x="45" y="346"/>
                  <a:pt x="45" y="346"/>
                  <a:pt x="45" y="346"/>
                </a:cubicBezTo>
                <a:lnTo>
                  <a:pt x="45" y="19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7" name="Freeform 73"/>
          <p:cNvSpPr/>
          <p:nvPr/>
        </p:nvSpPr>
        <p:spPr>
          <a:xfrm>
            <a:off x="7610400" y="2443320"/>
            <a:ext cx="192240" cy="129960"/>
          </a:xfrm>
          <a:custGeom>
            <a:avLst/>
            <a:gdLst/>
            <a:ahLst/>
            <a:rect l="l" t="t" r="r" b="b"/>
            <a:pathLst>
              <a:path w="427" h="293">
                <a:moveTo>
                  <a:pt x="372" y="53"/>
                </a:moveTo>
                <a:lnTo>
                  <a:pt x="372" y="53"/>
                </a:lnTo>
                <a:cubicBezTo>
                  <a:pt x="107" y="53"/>
                  <a:pt x="107" y="53"/>
                  <a:pt x="107" y="53"/>
                </a:cubicBezTo>
                <a:cubicBezTo>
                  <a:pt x="107" y="0"/>
                  <a:pt x="107" y="0"/>
                  <a:pt x="107" y="0"/>
                </a:cubicBezTo>
                <a:cubicBezTo>
                  <a:pt x="0" y="89"/>
                  <a:pt x="0" y="89"/>
                  <a:pt x="0" y="89"/>
                </a:cubicBezTo>
                <a:cubicBezTo>
                  <a:pt x="107" y="177"/>
                  <a:pt x="107" y="177"/>
                  <a:pt x="107" y="177"/>
                </a:cubicBezTo>
                <a:cubicBezTo>
                  <a:pt x="107" y="124"/>
                  <a:pt x="107" y="124"/>
                  <a:pt x="107" y="124"/>
                </a:cubicBezTo>
                <a:cubicBezTo>
                  <a:pt x="354" y="124"/>
                  <a:pt x="354" y="124"/>
                  <a:pt x="354" y="124"/>
                </a:cubicBezTo>
                <a:cubicBezTo>
                  <a:pt x="354" y="221"/>
                  <a:pt x="354" y="221"/>
                  <a:pt x="354" y="221"/>
                </a:cubicBezTo>
                <a:cubicBezTo>
                  <a:pt x="27" y="221"/>
                  <a:pt x="27" y="221"/>
                  <a:pt x="27" y="221"/>
                </a:cubicBezTo>
                <a:cubicBezTo>
                  <a:pt x="27" y="292"/>
                  <a:pt x="27" y="292"/>
                  <a:pt x="27" y="292"/>
                </a:cubicBezTo>
                <a:cubicBezTo>
                  <a:pt x="372" y="292"/>
                  <a:pt x="372" y="292"/>
                  <a:pt x="372" y="292"/>
                </a:cubicBezTo>
                <a:cubicBezTo>
                  <a:pt x="399" y="292"/>
                  <a:pt x="426" y="274"/>
                  <a:pt x="426" y="248"/>
                </a:cubicBezTo>
                <a:cubicBezTo>
                  <a:pt x="426" y="97"/>
                  <a:pt x="426" y="97"/>
                  <a:pt x="426" y="97"/>
                </a:cubicBezTo>
                <a:cubicBezTo>
                  <a:pt x="426" y="71"/>
                  <a:pt x="399" y="53"/>
                  <a:pt x="372" y="5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8" name="Freeform 74"/>
          <p:cNvSpPr/>
          <p:nvPr/>
        </p:nvSpPr>
        <p:spPr>
          <a:xfrm>
            <a:off x="4057560" y="1955880"/>
            <a:ext cx="208080" cy="183960"/>
          </a:xfrm>
          <a:custGeom>
            <a:avLst/>
            <a:gdLst/>
            <a:ahLst/>
            <a:rect l="l" t="t" r="r" b="b"/>
            <a:pathLst>
              <a:path w="461" h="409">
                <a:moveTo>
                  <a:pt x="451" y="213"/>
                </a:moveTo>
                <a:lnTo>
                  <a:pt x="451" y="213"/>
                </a:lnTo>
                <a:cubicBezTo>
                  <a:pt x="247" y="17"/>
                  <a:pt x="247" y="17"/>
                  <a:pt x="247" y="17"/>
                </a:cubicBezTo>
                <a:cubicBezTo>
                  <a:pt x="238" y="0"/>
                  <a:pt x="221" y="0"/>
                  <a:pt x="212" y="17"/>
                </a:cubicBezTo>
                <a:cubicBezTo>
                  <a:pt x="9" y="213"/>
                  <a:pt x="9" y="213"/>
                  <a:pt x="9" y="213"/>
                </a:cubicBezTo>
                <a:cubicBezTo>
                  <a:pt x="0" y="221"/>
                  <a:pt x="9" y="230"/>
                  <a:pt x="18" y="230"/>
                </a:cubicBezTo>
                <a:cubicBezTo>
                  <a:pt x="62" y="230"/>
                  <a:pt x="62" y="230"/>
                  <a:pt x="62" y="230"/>
                </a:cubicBezTo>
                <a:cubicBezTo>
                  <a:pt x="62" y="390"/>
                  <a:pt x="62" y="390"/>
                  <a:pt x="62" y="390"/>
                </a:cubicBezTo>
                <a:cubicBezTo>
                  <a:pt x="62" y="399"/>
                  <a:pt x="62" y="408"/>
                  <a:pt x="79" y="408"/>
                </a:cubicBezTo>
                <a:cubicBezTo>
                  <a:pt x="177" y="408"/>
                  <a:pt x="177" y="408"/>
                  <a:pt x="177" y="408"/>
                </a:cubicBezTo>
                <a:cubicBezTo>
                  <a:pt x="177" y="248"/>
                  <a:pt x="177" y="248"/>
                  <a:pt x="177" y="248"/>
                </a:cubicBezTo>
                <a:cubicBezTo>
                  <a:pt x="283" y="248"/>
                  <a:pt x="283" y="248"/>
                  <a:pt x="283" y="248"/>
                </a:cubicBezTo>
                <a:cubicBezTo>
                  <a:pt x="283" y="408"/>
                  <a:pt x="283" y="408"/>
                  <a:pt x="283" y="408"/>
                </a:cubicBezTo>
                <a:cubicBezTo>
                  <a:pt x="381" y="408"/>
                  <a:pt x="381" y="408"/>
                  <a:pt x="381" y="408"/>
                </a:cubicBezTo>
                <a:cubicBezTo>
                  <a:pt x="398" y="408"/>
                  <a:pt x="398" y="399"/>
                  <a:pt x="398" y="390"/>
                </a:cubicBezTo>
                <a:cubicBezTo>
                  <a:pt x="398" y="230"/>
                  <a:pt x="398" y="230"/>
                  <a:pt x="398" y="230"/>
                </a:cubicBezTo>
                <a:cubicBezTo>
                  <a:pt x="443" y="230"/>
                  <a:pt x="443" y="230"/>
                  <a:pt x="443" y="230"/>
                </a:cubicBezTo>
                <a:cubicBezTo>
                  <a:pt x="451" y="230"/>
                  <a:pt x="460" y="221"/>
                  <a:pt x="451" y="21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9" name="Freeform 75"/>
          <p:cNvSpPr/>
          <p:nvPr/>
        </p:nvSpPr>
        <p:spPr>
          <a:xfrm>
            <a:off x="933480" y="1514520"/>
            <a:ext cx="223920" cy="179280"/>
          </a:xfrm>
          <a:custGeom>
            <a:avLst/>
            <a:gdLst/>
            <a:ahLst/>
            <a:rect l="l" t="t" r="r" b="b"/>
            <a:pathLst>
              <a:path w="497" h="400">
                <a:moveTo>
                  <a:pt x="443" y="0"/>
                </a:moveTo>
                <a:lnTo>
                  <a:pt x="443" y="0"/>
                </a:lnTo>
                <a:cubicBezTo>
                  <a:pt x="53" y="0"/>
                  <a:pt x="53" y="0"/>
                  <a:pt x="53" y="0"/>
                </a:cubicBezTo>
                <a:cubicBezTo>
                  <a:pt x="17" y="0"/>
                  <a:pt x="0" y="18"/>
                  <a:pt x="0" y="44"/>
                </a:cubicBezTo>
                <a:cubicBezTo>
                  <a:pt x="0" y="346"/>
                  <a:pt x="0" y="346"/>
                  <a:pt x="0" y="346"/>
                </a:cubicBezTo>
                <a:cubicBezTo>
                  <a:pt x="0" y="373"/>
                  <a:pt x="17" y="399"/>
                  <a:pt x="53" y="399"/>
                </a:cubicBezTo>
                <a:cubicBezTo>
                  <a:pt x="443" y="399"/>
                  <a:pt x="443" y="399"/>
                  <a:pt x="443" y="399"/>
                </a:cubicBezTo>
                <a:cubicBezTo>
                  <a:pt x="470" y="399"/>
                  <a:pt x="496" y="373"/>
                  <a:pt x="496" y="346"/>
                </a:cubicBezTo>
                <a:cubicBezTo>
                  <a:pt x="496" y="44"/>
                  <a:pt x="496" y="44"/>
                  <a:pt x="496" y="44"/>
                </a:cubicBezTo>
                <a:cubicBezTo>
                  <a:pt x="496" y="18"/>
                  <a:pt x="470" y="0"/>
                  <a:pt x="443" y="0"/>
                </a:cubicBezTo>
                <a:close/>
                <a:moveTo>
                  <a:pt x="443" y="346"/>
                </a:moveTo>
                <a:lnTo>
                  <a:pt x="443" y="346"/>
                </a:lnTo>
                <a:cubicBezTo>
                  <a:pt x="53" y="346"/>
                  <a:pt x="53" y="346"/>
                  <a:pt x="53" y="346"/>
                </a:cubicBezTo>
                <a:cubicBezTo>
                  <a:pt x="53" y="44"/>
                  <a:pt x="53" y="44"/>
                  <a:pt x="53" y="44"/>
                </a:cubicBezTo>
                <a:cubicBezTo>
                  <a:pt x="443" y="44"/>
                  <a:pt x="443" y="44"/>
                  <a:pt x="443" y="44"/>
                </a:cubicBezTo>
                <a:lnTo>
                  <a:pt x="443" y="346"/>
                </a:lnTo>
                <a:close/>
                <a:moveTo>
                  <a:pt x="222" y="249"/>
                </a:moveTo>
                <a:lnTo>
                  <a:pt x="222" y="249"/>
                </a:lnTo>
                <a:cubicBezTo>
                  <a:pt x="97" y="249"/>
                  <a:pt x="97" y="249"/>
                  <a:pt x="97" y="249"/>
                </a:cubicBezTo>
                <a:cubicBezTo>
                  <a:pt x="97" y="293"/>
                  <a:pt x="97" y="293"/>
                  <a:pt x="97" y="293"/>
                </a:cubicBezTo>
                <a:cubicBezTo>
                  <a:pt x="222" y="293"/>
                  <a:pt x="222" y="293"/>
                  <a:pt x="222" y="293"/>
                </a:cubicBezTo>
                <a:lnTo>
                  <a:pt x="222" y="249"/>
                </a:lnTo>
                <a:close/>
                <a:moveTo>
                  <a:pt x="222" y="178"/>
                </a:moveTo>
                <a:lnTo>
                  <a:pt x="222" y="178"/>
                </a:lnTo>
                <a:cubicBezTo>
                  <a:pt x="97" y="178"/>
                  <a:pt x="97" y="178"/>
                  <a:pt x="97" y="178"/>
                </a:cubicBezTo>
                <a:cubicBezTo>
                  <a:pt x="97" y="222"/>
                  <a:pt x="97" y="222"/>
                  <a:pt x="97" y="222"/>
                </a:cubicBezTo>
                <a:cubicBezTo>
                  <a:pt x="222" y="222"/>
                  <a:pt x="222" y="222"/>
                  <a:pt x="222" y="222"/>
                </a:cubicBezTo>
                <a:lnTo>
                  <a:pt x="222" y="178"/>
                </a:lnTo>
                <a:close/>
                <a:moveTo>
                  <a:pt x="222" y="98"/>
                </a:moveTo>
                <a:lnTo>
                  <a:pt x="222" y="98"/>
                </a:lnTo>
                <a:cubicBezTo>
                  <a:pt x="97" y="98"/>
                  <a:pt x="97" y="98"/>
                  <a:pt x="97" y="98"/>
                </a:cubicBezTo>
                <a:cubicBezTo>
                  <a:pt x="97" y="143"/>
                  <a:pt x="97" y="143"/>
                  <a:pt x="97" y="143"/>
                </a:cubicBezTo>
                <a:cubicBezTo>
                  <a:pt x="222" y="143"/>
                  <a:pt x="222" y="143"/>
                  <a:pt x="222" y="143"/>
                </a:cubicBezTo>
                <a:lnTo>
                  <a:pt x="222" y="98"/>
                </a:lnTo>
                <a:close/>
                <a:moveTo>
                  <a:pt x="389" y="257"/>
                </a:moveTo>
                <a:lnTo>
                  <a:pt x="389" y="257"/>
                </a:lnTo>
                <a:cubicBezTo>
                  <a:pt x="389" y="257"/>
                  <a:pt x="354" y="249"/>
                  <a:pt x="354" y="231"/>
                </a:cubicBezTo>
                <a:cubicBezTo>
                  <a:pt x="354" y="204"/>
                  <a:pt x="381" y="196"/>
                  <a:pt x="381" y="151"/>
                </a:cubicBezTo>
                <a:cubicBezTo>
                  <a:pt x="381" y="125"/>
                  <a:pt x="372" y="98"/>
                  <a:pt x="336" y="98"/>
                </a:cubicBezTo>
                <a:cubicBezTo>
                  <a:pt x="301" y="98"/>
                  <a:pt x="292" y="125"/>
                  <a:pt x="292" y="151"/>
                </a:cubicBezTo>
                <a:cubicBezTo>
                  <a:pt x="292" y="196"/>
                  <a:pt x="319" y="204"/>
                  <a:pt x="319" y="231"/>
                </a:cubicBezTo>
                <a:cubicBezTo>
                  <a:pt x="319" y="249"/>
                  <a:pt x="275" y="257"/>
                  <a:pt x="275" y="257"/>
                </a:cubicBezTo>
                <a:lnTo>
                  <a:pt x="275" y="293"/>
                </a:lnTo>
                <a:cubicBezTo>
                  <a:pt x="398" y="293"/>
                  <a:pt x="398" y="293"/>
                  <a:pt x="398" y="293"/>
                </a:cubicBezTo>
                <a:cubicBezTo>
                  <a:pt x="398" y="293"/>
                  <a:pt x="398" y="257"/>
                  <a:pt x="389" y="25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0" name="Freeform 76"/>
          <p:cNvSpPr/>
          <p:nvPr/>
        </p:nvSpPr>
        <p:spPr>
          <a:xfrm>
            <a:off x="981000" y="1049400"/>
            <a:ext cx="127080" cy="218880"/>
          </a:xfrm>
          <a:custGeom>
            <a:avLst/>
            <a:gdLst/>
            <a:ahLst/>
            <a:rect l="l" t="t" r="r" b="b"/>
            <a:pathLst>
              <a:path w="283" h="489">
                <a:moveTo>
                  <a:pt x="238" y="0"/>
                </a:moveTo>
                <a:lnTo>
                  <a:pt x="238" y="0"/>
                </a:lnTo>
                <a:cubicBezTo>
                  <a:pt x="44" y="0"/>
                  <a:pt x="44" y="0"/>
                  <a:pt x="44" y="0"/>
                </a:cubicBezTo>
                <a:cubicBezTo>
                  <a:pt x="17" y="0"/>
                  <a:pt x="0" y="18"/>
                  <a:pt x="0" y="44"/>
                </a:cubicBezTo>
                <a:cubicBezTo>
                  <a:pt x="0" y="434"/>
                  <a:pt x="0" y="434"/>
                  <a:pt x="0" y="434"/>
                </a:cubicBezTo>
                <a:cubicBezTo>
                  <a:pt x="0" y="460"/>
                  <a:pt x="17" y="488"/>
                  <a:pt x="44" y="488"/>
                </a:cubicBezTo>
                <a:cubicBezTo>
                  <a:pt x="238" y="488"/>
                  <a:pt x="238" y="488"/>
                  <a:pt x="238" y="488"/>
                </a:cubicBezTo>
                <a:cubicBezTo>
                  <a:pt x="265" y="488"/>
                  <a:pt x="282" y="460"/>
                  <a:pt x="282" y="434"/>
                </a:cubicBezTo>
                <a:cubicBezTo>
                  <a:pt x="282" y="44"/>
                  <a:pt x="282" y="44"/>
                  <a:pt x="282" y="44"/>
                </a:cubicBezTo>
                <a:cubicBezTo>
                  <a:pt x="282" y="18"/>
                  <a:pt x="265" y="0"/>
                  <a:pt x="238" y="0"/>
                </a:cubicBezTo>
                <a:close/>
                <a:moveTo>
                  <a:pt x="141" y="460"/>
                </a:moveTo>
                <a:lnTo>
                  <a:pt x="141" y="460"/>
                </a:lnTo>
                <a:cubicBezTo>
                  <a:pt x="123" y="460"/>
                  <a:pt x="106" y="451"/>
                  <a:pt x="106" y="443"/>
                </a:cubicBezTo>
                <a:cubicBezTo>
                  <a:pt x="106" y="425"/>
                  <a:pt x="123" y="416"/>
                  <a:pt x="141" y="416"/>
                </a:cubicBezTo>
                <a:cubicBezTo>
                  <a:pt x="159" y="416"/>
                  <a:pt x="176" y="425"/>
                  <a:pt x="176" y="443"/>
                </a:cubicBezTo>
                <a:cubicBezTo>
                  <a:pt x="176" y="451"/>
                  <a:pt x="159" y="460"/>
                  <a:pt x="141" y="460"/>
                </a:cubicBezTo>
                <a:close/>
                <a:moveTo>
                  <a:pt x="247" y="390"/>
                </a:moveTo>
                <a:lnTo>
                  <a:pt x="247" y="390"/>
                </a:lnTo>
                <a:cubicBezTo>
                  <a:pt x="35" y="390"/>
                  <a:pt x="35" y="390"/>
                  <a:pt x="35" y="390"/>
                </a:cubicBezTo>
                <a:cubicBezTo>
                  <a:pt x="35" y="62"/>
                  <a:pt x="35" y="62"/>
                  <a:pt x="35" y="62"/>
                </a:cubicBezTo>
                <a:cubicBezTo>
                  <a:pt x="247" y="62"/>
                  <a:pt x="247" y="62"/>
                  <a:pt x="247" y="62"/>
                </a:cubicBezTo>
                <a:lnTo>
                  <a:pt x="247" y="3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1" name="Freeform 77"/>
          <p:cNvSpPr/>
          <p:nvPr/>
        </p:nvSpPr>
        <p:spPr>
          <a:xfrm>
            <a:off x="7148520" y="2414520"/>
            <a:ext cx="223920" cy="189000"/>
          </a:xfrm>
          <a:custGeom>
            <a:avLst/>
            <a:gdLst/>
            <a:ahLst/>
            <a:rect l="l" t="t" r="r" b="b"/>
            <a:pathLst>
              <a:path w="497" h="418">
                <a:moveTo>
                  <a:pt x="372" y="124"/>
                </a:moveTo>
                <a:lnTo>
                  <a:pt x="372" y="124"/>
                </a:lnTo>
                <a:cubicBezTo>
                  <a:pt x="389" y="124"/>
                  <a:pt x="389" y="124"/>
                  <a:pt x="389" y="124"/>
                </a:cubicBezTo>
                <a:cubicBezTo>
                  <a:pt x="389" y="178"/>
                  <a:pt x="389" y="178"/>
                  <a:pt x="389" y="178"/>
                </a:cubicBezTo>
                <a:cubicBezTo>
                  <a:pt x="496" y="89"/>
                  <a:pt x="496" y="89"/>
                  <a:pt x="496" y="89"/>
                </a:cubicBezTo>
                <a:cubicBezTo>
                  <a:pt x="389" y="0"/>
                  <a:pt x="389" y="0"/>
                  <a:pt x="389" y="0"/>
                </a:cubicBezTo>
                <a:cubicBezTo>
                  <a:pt x="389" y="53"/>
                  <a:pt x="389" y="53"/>
                  <a:pt x="389" y="53"/>
                </a:cubicBezTo>
                <a:cubicBezTo>
                  <a:pt x="372" y="53"/>
                  <a:pt x="372" y="53"/>
                  <a:pt x="372" y="53"/>
                </a:cubicBezTo>
                <a:cubicBezTo>
                  <a:pt x="283" y="53"/>
                  <a:pt x="230" y="124"/>
                  <a:pt x="186" y="187"/>
                </a:cubicBezTo>
                <a:cubicBezTo>
                  <a:pt x="141" y="240"/>
                  <a:pt x="106" y="284"/>
                  <a:pt x="53" y="284"/>
                </a:cubicBezTo>
                <a:cubicBezTo>
                  <a:pt x="0" y="284"/>
                  <a:pt x="0" y="284"/>
                  <a:pt x="0" y="284"/>
                </a:cubicBezTo>
                <a:cubicBezTo>
                  <a:pt x="0" y="355"/>
                  <a:pt x="0" y="355"/>
                  <a:pt x="0" y="355"/>
                </a:cubicBezTo>
                <a:cubicBezTo>
                  <a:pt x="53" y="355"/>
                  <a:pt x="53" y="355"/>
                  <a:pt x="53" y="355"/>
                </a:cubicBezTo>
                <a:cubicBezTo>
                  <a:pt x="141" y="355"/>
                  <a:pt x="194" y="284"/>
                  <a:pt x="239" y="222"/>
                </a:cubicBezTo>
                <a:cubicBezTo>
                  <a:pt x="283" y="169"/>
                  <a:pt x="319" y="124"/>
                  <a:pt x="372" y="124"/>
                </a:cubicBezTo>
                <a:close/>
                <a:moveTo>
                  <a:pt x="132" y="169"/>
                </a:moveTo>
                <a:lnTo>
                  <a:pt x="132" y="169"/>
                </a:lnTo>
                <a:cubicBezTo>
                  <a:pt x="132" y="160"/>
                  <a:pt x="141" y="160"/>
                  <a:pt x="141" y="152"/>
                </a:cubicBezTo>
                <a:cubicBezTo>
                  <a:pt x="150" y="143"/>
                  <a:pt x="167" y="124"/>
                  <a:pt x="177" y="116"/>
                </a:cubicBezTo>
                <a:cubicBezTo>
                  <a:pt x="141" y="80"/>
                  <a:pt x="106" y="63"/>
                  <a:pt x="53" y="63"/>
                </a:cubicBezTo>
                <a:cubicBezTo>
                  <a:pt x="0" y="63"/>
                  <a:pt x="0" y="63"/>
                  <a:pt x="0" y="63"/>
                </a:cubicBezTo>
                <a:cubicBezTo>
                  <a:pt x="0" y="134"/>
                  <a:pt x="0" y="134"/>
                  <a:pt x="0" y="134"/>
                </a:cubicBezTo>
                <a:cubicBezTo>
                  <a:pt x="53" y="134"/>
                  <a:pt x="53" y="134"/>
                  <a:pt x="53" y="134"/>
                </a:cubicBezTo>
                <a:cubicBezTo>
                  <a:pt x="79" y="134"/>
                  <a:pt x="106" y="143"/>
                  <a:pt x="132" y="169"/>
                </a:cubicBezTo>
                <a:close/>
                <a:moveTo>
                  <a:pt x="389" y="293"/>
                </a:moveTo>
                <a:lnTo>
                  <a:pt x="389" y="293"/>
                </a:lnTo>
                <a:cubicBezTo>
                  <a:pt x="372" y="293"/>
                  <a:pt x="372" y="293"/>
                  <a:pt x="372" y="293"/>
                </a:cubicBezTo>
                <a:cubicBezTo>
                  <a:pt x="336" y="293"/>
                  <a:pt x="310" y="275"/>
                  <a:pt x="283" y="249"/>
                </a:cubicBezTo>
                <a:cubicBezTo>
                  <a:pt x="283" y="249"/>
                  <a:pt x="283" y="249"/>
                  <a:pt x="283" y="258"/>
                </a:cubicBezTo>
                <a:cubicBezTo>
                  <a:pt x="266" y="266"/>
                  <a:pt x="257" y="284"/>
                  <a:pt x="248" y="302"/>
                </a:cubicBezTo>
                <a:cubicBezTo>
                  <a:pt x="274" y="337"/>
                  <a:pt x="319" y="355"/>
                  <a:pt x="372" y="355"/>
                </a:cubicBezTo>
                <a:cubicBezTo>
                  <a:pt x="389" y="355"/>
                  <a:pt x="389" y="355"/>
                  <a:pt x="389" y="355"/>
                </a:cubicBezTo>
                <a:cubicBezTo>
                  <a:pt x="389" y="417"/>
                  <a:pt x="389" y="417"/>
                  <a:pt x="389" y="417"/>
                </a:cubicBezTo>
                <a:cubicBezTo>
                  <a:pt x="496" y="328"/>
                  <a:pt x="496" y="328"/>
                  <a:pt x="496" y="328"/>
                </a:cubicBezTo>
                <a:cubicBezTo>
                  <a:pt x="389" y="240"/>
                  <a:pt x="389" y="240"/>
                  <a:pt x="389" y="240"/>
                </a:cubicBezTo>
                <a:lnTo>
                  <a:pt x="389" y="29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2" name="Freeform 78"/>
          <p:cNvSpPr/>
          <p:nvPr/>
        </p:nvSpPr>
        <p:spPr>
          <a:xfrm>
            <a:off x="4964040" y="1959120"/>
            <a:ext cx="177840" cy="180720"/>
          </a:xfrm>
          <a:custGeom>
            <a:avLst/>
            <a:gdLst/>
            <a:ahLst/>
            <a:rect l="l" t="t" r="r" b="b"/>
            <a:pathLst>
              <a:path w="399" h="400">
                <a:moveTo>
                  <a:pt x="381" y="336"/>
                </a:moveTo>
                <a:lnTo>
                  <a:pt x="381" y="336"/>
                </a:lnTo>
                <a:cubicBezTo>
                  <a:pt x="292" y="239"/>
                  <a:pt x="292" y="239"/>
                  <a:pt x="292" y="239"/>
                </a:cubicBezTo>
                <a:cubicBezTo>
                  <a:pt x="301" y="212"/>
                  <a:pt x="310" y="186"/>
                  <a:pt x="310" y="159"/>
                </a:cubicBezTo>
                <a:cubicBezTo>
                  <a:pt x="310" y="71"/>
                  <a:pt x="239" y="0"/>
                  <a:pt x="151" y="0"/>
                </a:cubicBezTo>
                <a:cubicBezTo>
                  <a:pt x="70" y="0"/>
                  <a:pt x="0" y="71"/>
                  <a:pt x="0" y="151"/>
                </a:cubicBezTo>
                <a:cubicBezTo>
                  <a:pt x="0" y="239"/>
                  <a:pt x="70" y="310"/>
                  <a:pt x="160" y="310"/>
                </a:cubicBezTo>
                <a:cubicBezTo>
                  <a:pt x="186" y="310"/>
                  <a:pt x="213" y="302"/>
                  <a:pt x="230" y="292"/>
                </a:cubicBezTo>
                <a:cubicBezTo>
                  <a:pt x="328" y="390"/>
                  <a:pt x="328" y="390"/>
                  <a:pt x="328" y="390"/>
                </a:cubicBezTo>
                <a:cubicBezTo>
                  <a:pt x="336" y="399"/>
                  <a:pt x="354" y="399"/>
                  <a:pt x="363" y="390"/>
                </a:cubicBezTo>
                <a:cubicBezTo>
                  <a:pt x="389" y="364"/>
                  <a:pt x="389" y="364"/>
                  <a:pt x="389" y="364"/>
                </a:cubicBezTo>
                <a:cubicBezTo>
                  <a:pt x="398" y="355"/>
                  <a:pt x="389" y="346"/>
                  <a:pt x="381" y="336"/>
                </a:cubicBezTo>
                <a:close/>
                <a:moveTo>
                  <a:pt x="44" y="151"/>
                </a:moveTo>
                <a:lnTo>
                  <a:pt x="44" y="151"/>
                </a:lnTo>
                <a:cubicBezTo>
                  <a:pt x="44" y="98"/>
                  <a:pt x="98" y="44"/>
                  <a:pt x="151" y="44"/>
                </a:cubicBezTo>
                <a:cubicBezTo>
                  <a:pt x="213" y="44"/>
                  <a:pt x="266" y="98"/>
                  <a:pt x="266" y="159"/>
                </a:cubicBezTo>
                <a:cubicBezTo>
                  <a:pt x="266" y="221"/>
                  <a:pt x="213" y="266"/>
                  <a:pt x="160" y="266"/>
                </a:cubicBezTo>
                <a:cubicBezTo>
                  <a:pt x="98" y="266"/>
                  <a:pt x="44" y="212"/>
                  <a:pt x="44" y="1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3" name="Freeform 79"/>
          <p:cNvSpPr/>
          <p:nvPr/>
        </p:nvSpPr>
        <p:spPr>
          <a:xfrm>
            <a:off x="6280200" y="3274920"/>
            <a:ext cx="214200" cy="216000"/>
          </a:xfrm>
          <a:custGeom>
            <a:avLst/>
            <a:gdLst/>
            <a:ahLst/>
            <a:rect l="l" t="t" r="r" b="b"/>
            <a:pathLst>
              <a:path w="479" h="479">
                <a:moveTo>
                  <a:pt x="239" y="0"/>
                </a:moveTo>
                <a:lnTo>
                  <a:pt x="239" y="0"/>
                </a:lnTo>
                <a:cubicBezTo>
                  <a:pt x="106" y="0"/>
                  <a:pt x="0" y="106"/>
                  <a:pt x="0" y="239"/>
                </a:cubicBezTo>
                <a:cubicBezTo>
                  <a:pt x="0" y="372"/>
                  <a:pt x="106" y="478"/>
                  <a:pt x="239" y="478"/>
                </a:cubicBezTo>
                <a:cubicBezTo>
                  <a:pt x="372" y="478"/>
                  <a:pt x="478" y="372"/>
                  <a:pt x="478" y="239"/>
                </a:cubicBezTo>
                <a:cubicBezTo>
                  <a:pt x="478" y="106"/>
                  <a:pt x="372" y="0"/>
                  <a:pt x="239" y="0"/>
                </a:cubicBezTo>
                <a:close/>
                <a:moveTo>
                  <a:pt x="443" y="239"/>
                </a:moveTo>
                <a:lnTo>
                  <a:pt x="443" y="239"/>
                </a:lnTo>
                <a:cubicBezTo>
                  <a:pt x="443" y="292"/>
                  <a:pt x="425" y="328"/>
                  <a:pt x="399" y="363"/>
                </a:cubicBezTo>
                <a:cubicBezTo>
                  <a:pt x="390" y="363"/>
                  <a:pt x="381" y="345"/>
                  <a:pt x="390" y="328"/>
                </a:cubicBezTo>
                <a:cubicBezTo>
                  <a:pt x="399" y="310"/>
                  <a:pt x="399" y="275"/>
                  <a:pt x="399" y="257"/>
                </a:cubicBezTo>
                <a:cubicBezTo>
                  <a:pt x="399" y="239"/>
                  <a:pt x="390" y="204"/>
                  <a:pt x="372" y="204"/>
                </a:cubicBezTo>
                <a:cubicBezTo>
                  <a:pt x="346" y="204"/>
                  <a:pt x="337" y="204"/>
                  <a:pt x="319" y="178"/>
                </a:cubicBezTo>
                <a:cubicBezTo>
                  <a:pt x="301" y="124"/>
                  <a:pt x="372" y="115"/>
                  <a:pt x="346" y="88"/>
                </a:cubicBezTo>
                <a:cubicBezTo>
                  <a:pt x="337" y="80"/>
                  <a:pt x="301" y="115"/>
                  <a:pt x="293" y="62"/>
                </a:cubicBezTo>
                <a:lnTo>
                  <a:pt x="301" y="53"/>
                </a:lnTo>
                <a:cubicBezTo>
                  <a:pt x="381" y="80"/>
                  <a:pt x="443" y="150"/>
                  <a:pt x="443" y="239"/>
                </a:cubicBezTo>
                <a:close/>
                <a:moveTo>
                  <a:pt x="212" y="44"/>
                </a:moveTo>
                <a:lnTo>
                  <a:pt x="212" y="44"/>
                </a:lnTo>
                <a:cubicBezTo>
                  <a:pt x="204" y="53"/>
                  <a:pt x="194" y="53"/>
                  <a:pt x="186" y="62"/>
                </a:cubicBezTo>
                <a:cubicBezTo>
                  <a:pt x="168" y="80"/>
                  <a:pt x="159" y="71"/>
                  <a:pt x="150" y="88"/>
                </a:cubicBezTo>
                <a:cubicBezTo>
                  <a:pt x="141" y="106"/>
                  <a:pt x="115" y="124"/>
                  <a:pt x="115" y="133"/>
                </a:cubicBezTo>
                <a:cubicBezTo>
                  <a:pt x="115" y="142"/>
                  <a:pt x="133" y="159"/>
                  <a:pt x="133" y="159"/>
                </a:cubicBezTo>
                <a:cubicBezTo>
                  <a:pt x="141" y="150"/>
                  <a:pt x="159" y="150"/>
                  <a:pt x="177" y="159"/>
                </a:cubicBezTo>
                <a:cubicBezTo>
                  <a:pt x="186" y="159"/>
                  <a:pt x="275" y="169"/>
                  <a:pt x="248" y="239"/>
                </a:cubicBezTo>
                <a:cubicBezTo>
                  <a:pt x="239" y="266"/>
                  <a:pt x="194" y="257"/>
                  <a:pt x="186" y="292"/>
                </a:cubicBezTo>
                <a:cubicBezTo>
                  <a:pt x="186" y="301"/>
                  <a:pt x="186" y="328"/>
                  <a:pt x="177" y="337"/>
                </a:cubicBezTo>
                <a:cubicBezTo>
                  <a:pt x="177" y="345"/>
                  <a:pt x="186" y="390"/>
                  <a:pt x="177" y="390"/>
                </a:cubicBezTo>
                <a:cubicBezTo>
                  <a:pt x="168" y="390"/>
                  <a:pt x="133" y="345"/>
                  <a:pt x="133" y="345"/>
                </a:cubicBezTo>
                <a:cubicBezTo>
                  <a:pt x="133" y="337"/>
                  <a:pt x="124" y="310"/>
                  <a:pt x="124" y="284"/>
                </a:cubicBezTo>
                <a:cubicBezTo>
                  <a:pt x="124" y="266"/>
                  <a:pt x="88" y="266"/>
                  <a:pt x="88" y="239"/>
                </a:cubicBezTo>
                <a:cubicBezTo>
                  <a:pt x="88" y="213"/>
                  <a:pt x="106" y="195"/>
                  <a:pt x="106" y="186"/>
                </a:cubicBezTo>
                <a:cubicBezTo>
                  <a:pt x="97" y="169"/>
                  <a:pt x="62" y="169"/>
                  <a:pt x="53" y="169"/>
                </a:cubicBezTo>
                <a:cubicBezTo>
                  <a:pt x="80" y="97"/>
                  <a:pt x="141" y="53"/>
                  <a:pt x="212" y="44"/>
                </a:cubicBezTo>
                <a:close/>
                <a:moveTo>
                  <a:pt x="177" y="434"/>
                </a:moveTo>
                <a:lnTo>
                  <a:pt x="177" y="434"/>
                </a:lnTo>
                <a:cubicBezTo>
                  <a:pt x="186" y="425"/>
                  <a:pt x="186" y="416"/>
                  <a:pt x="204" y="416"/>
                </a:cubicBezTo>
                <a:cubicBezTo>
                  <a:pt x="212" y="416"/>
                  <a:pt x="221" y="416"/>
                  <a:pt x="239" y="407"/>
                </a:cubicBezTo>
                <a:cubicBezTo>
                  <a:pt x="248" y="407"/>
                  <a:pt x="275" y="398"/>
                  <a:pt x="293" y="390"/>
                </a:cubicBezTo>
                <a:cubicBezTo>
                  <a:pt x="310" y="390"/>
                  <a:pt x="346" y="398"/>
                  <a:pt x="354" y="407"/>
                </a:cubicBezTo>
                <a:cubicBezTo>
                  <a:pt x="319" y="434"/>
                  <a:pt x="284" y="443"/>
                  <a:pt x="239" y="443"/>
                </a:cubicBezTo>
                <a:cubicBezTo>
                  <a:pt x="221" y="443"/>
                  <a:pt x="194" y="443"/>
                  <a:pt x="177" y="43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4" name="Freeform 80"/>
          <p:cNvSpPr/>
          <p:nvPr/>
        </p:nvSpPr>
        <p:spPr>
          <a:xfrm>
            <a:off x="6721560" y="3314880"/>
            <a:ext cx="222120" cy="136440"/>
          </a:xfrm>
          <a:custGeom>
            <a:avLst/>
            <a:gdLst/>
            <a:ahLst/>
            <a:rect l="l" t="t" r="r" b="b"/>
            <a:pathLst>
              <a:path w="498" h="303">
                <a:moveTo>
                  <a:pt x="462" y="0"/>
                </a:moveTo>
                <a:lnTo>
                  <a:pt x="462" y="0"/>
                </a:lnTo>
                <a:cubicBezTo>
                  <a:pt x="36" y="0"/>
                  <a:pt x="36" y="0"/>
                  <a:pt x="36" y="0"/>
                </a:cubicBezTo>
                <a:cubicBezTo>
                  <a:pt x="18" y="0"/>
                  <a:pt x="0" y="18"/>
                  <a:pt x="0" y="36"/>
                </a:cubicBezTo>
                <a:cubicBezTo>
                  <a:pt x="0" y="266"/>
                  <a:pt x="0" y="266"/>
                  <a:pt x="0" y="266"/>
                </a:cubicBezTo>
                <a:cubicBezTo>
                  <a:pt x="0" y="284"/>
                  <a:pt x="18" y="302"/>
                  <a:pt x="36" y="302"/>
                </a:cubicBezTo>
                <a:cubicBezTo>
                  <a:pt x="462" y="302"/>
                  <a:pt x="462" y="302"/>
                  <a:pt x="462" y="302"/>
                </a:cubicBezTo>
                <a:cubicBezTo>
                  <a:pt x="479" y="302"/>
                  <a:pt x="497" y="284"/>
                  <a:pt x="497" y="266"/>
                </a:cubicBezTo>
                <a:cubicBezTo>
                  <a:pt x="497" y="36"/>
                  <a:pt x="497" y="36"/>
                  <a:pt x="497" y="36"/>
                </a:cubicBezTo>
                <a:cubicBezTo>
                  <a:pt x="497" y="18"/>
                  <a:pt x="479" y="0"/>
                  <a:pt x="462" y="0"/>
                </a:cubicBezTo>
                <a:close/>
                <a:moveTo>
                  <a:pt x="275" y="54"/>
                </a:moveTo>
                <a:lnTo>
                  <a:pt x="275" y="54"/>
                </a:lnTo>
                <a:cubicBezTo>
                  <a:pt x="319" y="54"/>
                  <a:pt x="319" y="54"/>
                  <a:pt x="319" y="54"/>
                </a:cubicBezTo>
                <a:cubicBezTo>
                  <a:pt x="319" y="107"/>
                  <a:pt x="319" y="107"/>
                  <a:pt x="319" y="107"/>
                </a:cubicBezTo>
                <a:cubicBezTo>
                  <a:pt x="275" y="107"/>
                  <a:pt x="275" y="107"/>
                  <a:pt x="275" y="107"/>
                </a:cubicBezTo>
                <a:lnTo>
                  <a:pt x="275" y="54"/>
                </a:lnTo>
                <a:close/>
                <a:moveTo>
                  <a:pt x="346" y="125"/>
                </a:moveTo>
                <a:lnTo>
                  <a:pt x="346" y="125"/>
                </a:lnTo>
                <a:cubicBezTo>
                  <a:pt x="346" y="178"/>
                  <a:pt x="346" y="178"/>
                  <a:pt x="346" y="178"/>
                </a:cubicBezTo>
                <a:cubicBezTo>
                  <a:pt x="302" y="178"/>
                  <a:pt x="302" y="178"/>
                  <a:pt x="302" y="178"/>
                </a:cubicBezTo>
                <a:cubicBezTo>
                  <a:pt x="302" y="125"/>
                  <a:pt x="302" y="125"/>
                  <a:pt x="302" y="125"/>
                </a:cubicBezTo>
                <a:lnTo>
                  <a:pt x="346" y="125"/>
                </a:lnTo>
                <a:close/>
                <a:moveTo>
                  <a:pt x="195" y="54"/>
                </a:moveTo>
                <a:lnTo>
                  <a:pt x="195" y="54"/>
                </a:lnTo>
                <a:cubicBezTo>
                  <a:pt x="249" y="54"/>
                  <a:pt x="249" y="54"/>
                  <a:pt x="249" y="54"/>
                </a:cubicBezTo>
                <a:cubicBezTo>
                  <a:pt x="249" y="107"/>
                  <a:pt x="249" y="107"/>
                  <a:pt x="249" y="107"/>
                </a:cubicBezTo>
                <a:cubicBezTo>
                  <a:pt x="195" y="107"/>
                  <a:pt x="195" y="107"/>
                  <a:pt x="195" y="107"/>
                </a:cubicBezTo>
                <a:lnTo>
                  <a:pt x="195" y="54"/>
                </a:lnTo>
                <a:close/>
                <a:moveTo>
                  <a:pt x="275" y="125"/>
                </a:moveTo>
                <a:lnTo>
                  <a:pt x="275" y="125"/>
                </a:lnTo>
                <a:cubicBezTo>
                  <a:pt x="275" y="178"/>
                  <a:pt x="275" y="178"/>
                  <a:pt x="275" y="178"/>
                </a:cubicBezTo>
                <a:cubicBezTo>
                  <a:pt x="222" y="178"/>
                  <a:pt x="222" y="178"/>
                  <a:pt x="222" y="178"/>
                </a:cubicBezTo>
                <a:cubicBezTo>
                  <a:pt x="222" y="125"/>
                  <a:pt x="222" y="125"/>
                  <a:pt x="222" y="125"/>
                </a:cubicBezTo>
                <a:lnTo>
                  <a:pt x="275" y="125"/>
                </a:lnTo>
                <a:close/>
                <a:moveTo>
                  <a:pt x="124" y="54"/>
                </a:moveTo>
                <a:lnTo>
                  <a:pt x="124" y="54"/>
                </a:lnTo>
                <a:cubicBezTo>
                  <a:pt x="178" y="54"/>
                  <a:pt x="178" y="54"/>
                  <a:pt x="178" y="54"/>
                </a:cubicBezTo>
                <a:cubicBezTo>
                  <a:pt x="178" y="107"/>
                  <a:pt x="178" y="107"/>
                  <a:pt x="178" y="107"/>
                </a:cubicBezTo>
                <a:cubicBezTo>
                  <a:pt x="124" y="107"/>
                  <a:pt x="124" y="107"/>
                  <a:pt x="124" y="107"/>
                </a:cubicBezTo>
                <a:lnTo>
                  <a:pt x="124" y="54"/>
                </a:lnTo>
                <a:close/>
                <a:moveTo>
                  <a:pt x="195" y="125"/>
                </a:moveTo>
                <a:lnTo>
                  <a:pt x="195" y="125"/>
                </a:lnTo>
                <a:cubicBezTo>
                  <a:pt x="195" y="178"/>
                  <a:pt x="195" y="178"/>
                  <a:pt x="195" y="178"/>
                </a:cubicBezTo>
                <a:cubicBezTo>
                  <a:pt x="151" y="178"/>
                  <a:pt x="151" y="178"/>
                  <a:pt x="151" y="178"/>
                </a:cubicBezTo>
                <a:cubicBezTo>
                  <a:pt x="151" y="125"/>
                  <a:pt x="151" y="125"/>
                  <a:pt x="151" y="125"/>
                </a:cubicBezTo>
                <a:lnTo>
                  <a:pt x="195" y="125"/>
                </a:lnTo>
                <a:close/>
                <a:moveTo>
                  <a:pt x="54" y="54"/>
                </a:moveTo>
                <a:lnTo>
                  <a:pt x="54" y="54"/>
                </a:lnTo>
                <a:cubicBezTo>
                  <a:pt x="98" y="54"/>
                  <a:pt x="98" y="54"/>
                  <a:pt x="98" y="54"/>
                </a:cubicBezTo>
                <a:cubicBezTo>
                  <a:pt x="98" y="107"/>
                  <a:pt x="98" y="107"/>
                  <a:pt x="98" y="107"/>
                </a:cubicBezTo>
                <a:cubicBezTo>
                  <a:pt x="54" y="107"/>
                  <a:pt x="54" y="107"/>
                  <a:pt x="54" y="107"/>
                </a:cubicBezTo>
                <a:lnTo>
                  <a:pt x="54" y="54"/>
                </a:lnTo>
                <a:close/>
                <a:moveTo>
                  <a:pt x="124" y="125"/>
                </a:moveTo>
                <a:lnTo>
                  <a:pt x="124" y="125"/>
                </a:lnTo>
                <a:cubicBezTo>
                  <a:pt x="124" y="178"/>
                  <a:pt x="124" y="178"/>
                  <a:pt x="124" y="178"/>
                </a:cubicBezTo>
                <a:cubicBezTo>
                  <a:pt x="71" y="178"/>
                  <a:pt x="71" y="178"/>
                  <a:pt x="71" y="178"/>
                </a:cubicBezTo>
                <a:cubicBezTo>
                  <a:pt x="71" y="125"/>
                  <a:pt x="71" y="125"/>
                  <a:pt x="71" y="125"/>
                </a:cubicBezTo>
                <a:lnTo>
                  <a:pt x="124" y="125"/>
                </a:lnTo>
                <a:close/>
                <a:moveTo>
                  <a:pt x="98" y="249"/>
                </a:moveTo>
                <a:lnTo>
                  <a:pt x="98" y="249"/>
                </a:lnTo>
                <a:cubicBezTo>
                  <a:pt x="54" y="249"/>
                  <a:pt x="54" y="249"/>
                  <a:pt x="54" y="249"/>
                </a:cubicBezTo>
                <a:cubicBezTo>
                  <a:pt x="54" y="204"/>
                  <a:pt x="54" y="204"/>
                  <a:pt x="54" y="204"/>
                </a:cubicBezTo>
                <a:cubicBezTo>
                  <a:pt x="98" y="204"/>
                  <a:pt x="98" y="204"/>
                  <a:pt x="98" y="204"/>
                </a:cubicBezTo>
                <a:lnTo>
                  <a:pt x="98" y="249"/>
                </a:lnTo>
                <a:close/>
                <a:moveTo>
                  <a:pt x="372" y="249"/>
                </a:moveTo>
                <a:lnTo>
                  <a:pt x="372" y="249"/>
                </a:lnTo>
                <a:cubicBezTo>
                  <a:pt x="124" y="249"/>
                  <a:pt x="124" y="249"/>
                  <a:pt x="124" y="249"/>
                </a:cubicBezTo>
                <a:cubicBezTo>
                  <a:pt x="124" y="204"/>
                  <a:pt x="124" y="204"/>
                  <a:pt x="124" y="204"/>
                </a:cubicBezTo>
                <a:cubicBezTo>
                  <a:pt x="372" y="204"/>
                  <a:pt x="372" y="204"/>
                  <a:pt x="372" y="204"/>
                </a:cubicBezTo>
                <a:lnTo>
                  <a:pt x="372" y="249"/>
                </a:lnTo>
                <a:close/>
                <a:moveTo>
                  <a:pt x="443" y="249"/>
                </a:moveTo>
                <a:lnTo>
                  <a:pt x="443" y="249"/>
                </a:lnTo>
                <a:cubicBezTo>
                  <a:pt x="399" y="249"/>
                  <a:pt x="399" y="249"/>
                  <a:pt x="399" y="249"/>
                </a:cubicBezTo>
                <a:cubicBezTo>
                  <a:pt x="399" y="204"/>
                  <a:pt x="399" y="204"/>
                  <a:pt x="399" y="204"/>
                </a:cubicBezTo>
                <a:cubicBezTo>
                  <a:pt x="443" y="204"/>
                  <a:pt x="443" y="204"/>
                  <a:pt x="443" y="204"/>
                </a:cubicBezTo>
                <a:lnTo>
                  <a:pt x="443" y="249"/>
                </a:lnTo>
                <a:close/>
                <a:moveTo>
                  <a:pt x="372" y="178"/>
                </a:moveTo>
                <a:lnTo>
                  <a:pt x="372" y="178"/>
                </a:lnTo>
                <a:cubicBezTo>
                  <a:pt x="372" y="125"/>
                  <a:pt x="372" y="125"/>
                  <a:pt x="372" y="125"/>
                </a:cubicBezTo>
                <a:cubicBezTo>
                  <a:pt x="425" y="125"/>
                  <a:pt x="425" y="125"/>
                  <a:pt x="425" y="125"/>
                </a:cubicBezTo>
                <a:cubicBezTo>
                  <a:pt x="425" y="178"/>
                  <a:pt x="425" y="178"/>
                  <a:pt x="425" y="178"/>
                </a:cubicBezTo>
                <a:lnTo>
                  <a:pt x="372" y="178"/>
                </a:lnTo>
                <a:close/>
                <a:moveTo>
                  <a:pt x="443" y="107"/>
                </a:moveTo>
                <a:lnTo>
                  <a:pt x="443" y="107"/>
                </a:lnTo>
                <a:cubicBezTo>
                  <a:pt x="346" y="107"/>
                  <a:pt x="346" y="107"/>
                  <a:pt x="346" y="107"/>
                </a:cubicBezTo>
                <a:cubicBezTo>
                  <a:pt x="346" y="54"/>
                  <a:pt x="346" y="54"/>
                  <a:pt x="346" y="54"/>
                </a:cubicBezTo>
                <a:cubicBezTo>
                  <a:pt x="443" y="54"/>
                  <a:pt x="443" y="54"/>
                  <a:pt x="443" y="54"/>
                </a:cubicBezTo>
                <a:lnTo>
                  <a:pt x="443" y="10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5" name="Freeform 81"/>
          <p:cNvSpPr/>
          <p:nvPr/>
        </p:nvSpPr>
        <p:spPr>
          <a:xfrm>
            <a:off x="488880" y="3740040"/>
            <a:ext cx="223920" cy="179640"/>
          </a:xfrm>
          <a:custGeom>
            <a:avLst/>
            <a:gdLst/>
            <a:ahLst/>
            <a:rect l="l" t="t" r="r" b="b"/>
            <a:pathLst>
              <a:path w="497" h="401">
                <a:moveTo>
                  <a:pt x="442" y="0"/>
                </a:moveTo>
                <a:lnTo>
                  <a:pt x="442" y="0"/>
                </a:lnTo>
                <a:cubicBezTo>
                  <a:pt x="53" y="0"/>
                  <a:pt x="53" y="0"/>
                  <a:pt x="53" y="0"/>
                </a:cubicBezTo>
                <a:cubicBezTo>
                  <a:pt x="17" y="0"/>
                  <a:pt x="0" y="19"/>
                  <a:pt x="0" y="45"/>
                </a:cubicBezTo>
                <a:cubicBezTo>
                  <a:pt x="0" y="347"/>
                  <a:pt x="0" y="347"/>
                  <a:pt x="0" y="347"/>
                </a:cubicBezTo>
                <a:cubicBezTo>
                  <a:pt x="0" y="373"/>
                  <a:pt x="17" y="400"/>
                  <a:pt x="53" y="400"/>
                </a:cubicBezTo>
                <a:cubicBezTo>
                  <a:pt x="442" y="400"/>
                  <a:pt x="442" y="400"/>
                  <a:pt x="442" y="400"/>
                </a:cubicBezTo>
                <a:cubicBezTo>
                  <a:pt x="469" y="400"/>
                  <a:pt x="496" y="373"/>
                  <a:pt x="496" y="347"/>
                </a:cubicBezTo>
                <a:cubicBezTo>
                  <a:pt x="496" y="45"/>
                  <a:pt x="496" y="45"/>
                  <a:pt x="496" y="45"/>
                </a:cubicBezTo>
                <a:cubicBezTo>
                  <a:pt x="496" y="19"/>
                  <a:pt x="469" y="0"/>
                  <a:pt x="442" y="0"/>
                </a:cubicBezTo>
                <a:close/>
                <a:moveTo>
                  <a:pt x="114" y="45"/>
                </a:moveTo>
                <a:lnTo>
                  <a:pt x="114" y="45"/>
                </a:lnTo>
                <a:cubicBezTo>
                  <a:pt x="123" y="45"/>
                  <a:pt x="132" y="54"/>
                  <a:pt x="132" y="63"/>
                </a:cubicBezTo>
                <a:cubicBezTo>
                  <a:pt x="132" y="72"/>
                  <a:pt x="123" y="80"/>
                  <a:pt x="114" y="80"/>
                </a:cubicBezTo>
                <a:cubicBezTo>
                  <a:pt x="106" y="80"/>
                  <a:pt x="97" y="72"/>
                  <a:pt x="97" y="63"/>
                </a:cubicBezTo>
                <a:cubicBezTo>
                  <a:pt x="97" y="54"/>
                  <a:pt x="106" y="45"/>
                  <a:pt x="114" y="45"/>
                </a:cubicBezTo>
                <a:close/>
                <a:moveTo>
                  <a:pt x="44" y="63"/>
                </a:moveTo>
                <a:lnTo>
                  <a:pt x="44" y="63"/>
                </a:lnTo>
                <a:cubicBezTo>
                  <a:pt x="44" y="54"/>
                  <a:pt x="53" y="45"/>
                  <a:pt x="61" y="45"/>
                </a:cubicBezTo>
                <a:cubicBezTo>
                  <a:pt x="70" y="45"/>
                  <a:pt x="79" y="54"/>
                  <a:pt x="79" y="63"/>
                </a:cubicBezTo>
                <a:cubicBezTo>
                  <a:pt x="79" y="72"/>
                  <a:pt x="70" y="80"/>
                  <a:pt x="61" y="80"/>
                </a:cubicBezTo>
                <a:cubicBezTo>
                  <a:pt x="53" y="80"/>
                  <a:pt x="44" y="72"/>
                  <a:pt x="44" y="63"/>
                </a:cubicBezTo>
                <a:close/>
                <a:moveTo>
                  <a:pt x="442" y="347"/>
                </a:moveTo>
                <a:lnTo>
                  <a:pt x="442" y="347"/>
                </a:lnTo>
                <a:cubicBezTo>
                  <a:pt x="44" y="347"/>
                  <a:pt x="44" y="347"/>
                  <a:pt x="44" y="347"/>
                </a:cubicBezTo>
                <a:cubicBezTo>
                  <a:pt x="44" y="116"/>
                  <a:pt x="44" y="116"/>
                  <a:pt x="44" y="116"/>
                </a:cubicBezTo>
                <a:cubicBezTo>
                  <a:pt x="442" y="116"/>
                  <a:pt x="442" y="116"/>
                  <a:pt x="442" y="116"/>
                </a:cubicBezTo>
                <a:lnTo>
                  <a:pt x="442" y="347"/>
                </a:lnTo>
                <a:close/>
                <a:moveTo>
                  <a:pt x="442" y="80"/>
                </a:moveTo>
                <a:lnTo>
                  <a:pt x="442" y="80"/>
                </a:lnTo>
                <a:cubicBezTo>
                  <a:pt x="150" y="80"/>
                  <a:pt x="150" y="80"/>
                  <a:pt x="150" y="80"/>
                </a:cubicBezTo>
                <a:cubicBezTo>
                  <a:pt x="150" y="45"/>
                  <a:pt x="150" y="45"/>
                  <a:pt x="150" y="45"/>
                </a:cubicBezTo>
                <a:cubicBezTo>
                  <a:pt x="442" y="45"/>
                  <a:pt x="442" y="45"/>
                  <a:pt x="442" y="45"/>
                </a:cubicBezTo>
                <a:lnTo>
                  <a:pt x="442" y="8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6" name="Freeform 82"/>
          <p:cNvSpPr/>
          <p:nvPr/>
        </p:nvSpPr>
        <p:spPr>
          <a:xfrm>
            <a:off x="933480" y="3727440"/>
            <a:ext cx="223920" cy="200160"/>
          </a:xfrm>
          <a:custGeom>
            <a:avLst/>
            <a:gdLst/>
            <a:ahLst/>
            <a:rect l="l" t="t" r="r" b="b"/>
            <a:pathLst>
              <a:path w="497" h="444">
                <a:moveTo>
                  <a:pt x="443" y="0"/>
                </a:moveTo>
                <a:lnTo>
                  <a:pt x="443" y="0"/>
                </a:lnTo>
                <a:cubicBezTo>
                  <a:pt x="53" y="0"/>
                  <a:pt x="53" y="0"/>
                  <a:pt x="53" y="0"/>
                </a:cubicBezTo>
                <a:cubicBezTo>
                  <a:pt x="17" y="0"/>
                  <a:pt x="0" y="26"/>
                  <a:pt x="0" y="53"/>
                </a:cubicBezTo>
                <a:cubicBezTo>
                  <a:pt x="0" y="345"/>
                  <a:pt x="0" y="345"/>
                  <a:pt x="0" y="345"/>
                </a:cubicBezTo>
                <a:cubicBezTo>
                  <a:pt x="0" y="373"/>
                  <a:pt x="17" y="399"/>
                  <a:pt x="53" y="399"/>
                </a:cubicBezTo>
                <a:cubicBezTo>
                  <a:pt x="151" y="399"/>
                  <a:pt x="151" y="399"/>
                  <a:pt x="151" y="399"/>
                </a:cubicBezTo>
                <a:cubicBezTo>
                  <a:pt x="151" y="345"/>
                  <a:pt x="151" y="345"/>
                  <a:pt x="151" y="345"/>
                </a:cubicBezTo>
                <a:cubicBezTo>
                  <a:pt x="44" y="345"/>
                  <a:pt x="44" y="345"/>
                  <a:pt x="44" y="345"/>
                </a:cubicBezTo>
                <a:cubicBezTo>
                  <a:pt x="44" y="124"/>
                  <a:pt x="44" y="124"/>
                  <a:pt x="44" y="124"/>
                </a:cubicBezTo>
                <a:cubicBezTo>
                  <a:pt x="443" y="124"/>
                  <a:pt x="443" y="124"/>
                  <a:pt x="443" y="124"/>
                </a:cubicBezTo>
                <a:cubicBezTo>
                  <a:pt x="443" y="345"/>
                  <a:pt x="443" y="345"/>
                  <a:pt x="443" y="345"/>
                </a:cubicBezTo>
                <a:cubicBezTo>
                  <a:pt x="345" y="345"/>
                  <a:pt x="345" y="345"/>
                  <a:pt x="345" y="345"/>
                </a:cubicBezTo>
                <a:cubicBezTo>
                  <a:pt x="345" y="399"/>
                  <a:pt x="345" y="399"/>
                  <a:pt x="345" y="399"/>
                </a:cubicBezTo>
                <a:cubicBezTo>
                  <a:pt x="443" y="399"/>
                  <a:pt x="443" y="399"/>
                  <a:pt x="443" y="399"/>
                </a:cubicBezTo>
                <a:cubicBezTo>
                  <a:pt x="470" y="399"/>
                  <a:pt x="496" y="373"/>
                  <a:pt x="496" y="345"/>
                </a:cubicBezTo>
                <a:cubicBezTo>
                  <a:pt x="496" y="53"/>
                  <a:pt x="496" y="53"/>
                  <a:pt x="496" y="53"/>
                </a:cubicBezTo>
                <a:cubicBezTo>
                  <a:pt x="496" y="26"/>
                  <a:pt x="470" y="0"/>
                  <a:pt x="443" y="0"/>
                </a:cubicBezTo>
                <a:close/>
                <a:moveTo>
                  <a:pt x="62" y="80"/>
                </a:moveTo>
                <a:lnTo>
                  <a:pt x="62" y="80"/>
                </a:lnTo>
                <a:cubicBezTo>
                  <a:pt x="53" y="80"/>
                  <a:pt x="44" y="71"/>
                  <a:pt x="44" y="62"/>
                </a:cubicBezTo>
                <a:cubicBezTo>
                  <a:pt x="44" y="53"/>
                  <a:pt x="53" y="45"/>
                  <a:pt x="62" y="45"/>
                </a:cubicBezTo>
                <a:cubicBezTo>
                  <a:pt x="71" y="45"/>
                  <a:pt x="79" y="53"/>
                  <a:pt x="79" y="62"/>
                </a:cubicBezTo>
                <a:cubicBezTo>
                  <a:pt x="79" y="71"/>
                  <a:pt x="71" y="80"/>
                  <a:pt x="62" y="80"/>
                </a:cubicBezTo>
                <a:close/>
                <a:moveTo>
                  <a:pt x="116" y="80"/>
                </a:moveTo>
                <a:lnTo>
                  <a:pt x="116" y="80"/>
                </a:lnTo>
                <a:cubicBezTo>
                  <a:pt x="107" y="80"/>
                  <a:pt x="97" y="71"/>
                  <a:pt x="97" y="62"/>
                </a:cubicBezTo>
                <a:cubicBezTo>
                  <a:pt x="97" y="53"/>
                  <a:pt x="107" y="45"/>
                  <a:pt x="116" y="45"/>
                </a:cubicBezTo>
                <a:cubicBezTo>
                  <a:pt x="124" y="45"/>
                  <a:pt x="132" y="53"/>
                  <a:pt x="132" y="62"/>
                </a:cubicBezTo>
                <a:cubicBezTo>
                  <a:pt x="132" y="71"/>
                  <a:pt x="124" y="80"/>
                  <a:pt x="116" y="80"/>
                </a:cubicBezTo>
                <a:close/>
                <a:moveTo>
                  <a:pt x="443" y="80"/>
                </a:moveTo>
                <a:lnTo>
                  <a:pt x="443" y="80"/>
                </a:lnTo>
                <a:cubicBezTo>
                  <a:pt x="151" y="80"/>
                  <a:pt x="151" y="80"/>
                  <a:pt x="151" y="80"/>
                </a:cubicBezTo>
                <a:cubicBezTo>
                  <a:pt x="151" y="53"/>
                  <a:pt x="151" y="53"/>
                  <a:pt x="151" y="53"/>
                </a:cubicBezTo>
                <a:cubicBezTo>
                  <a:pt x="443" y="53"/>
                  <a:pt x="443" y="53"/>
                  <a:pt x="443" y="53"/>
                </a:cubicBezTo>
                <a:lnTo>
                  <a:pt x="443" y="80"/>
                </a:lnTo>
                <a:close/>
                <a:moveTo>
                  <a:pt x="248" y="177"/>
                </a:moveTo>
                <a:lnTo>
                  <a:pt x="248" y="177"/>
                </a:lnTo>
                <a:cubicBezTo>
                  <a:pt x="124" y="301"/>
                  <a:pt x="124" y="301"/>
                  <a:pt x="124" y="301"/>
                </a:cubicBezTo>
                <a:cubicBezTo>
                  <a:pt x="204" y="301"/>
                  <a:pt x="204" y="301"/>
                  <a:pt x="204" y="301"/>
                </a:cubicBezTo>
                <a:cubicBezTo>
                  <a:pt x="204" y="443"/>
                  <a:pt x="204" y="443"/>
                  <a:pt x="204" y="443"/>
                </a:cubicBezTo>
                <a:cubicBezTo>
                  <a:pt x="292" y="443"/>
                  <a:pt x="292" y="443"/>
                  <a:pt x="292" y="443"/>
                </a:cubicBezTo>
                <a:cubicBezTo>
                  <a:pt x="292" y="301"/>
                  <a:pt x="292" y="301"/>
                  <a:pt x="292" y="301"/>
                </a:cubicBezTo>
                <a:cubicBezTo>
                  <a:pt x="363" y="301"/>
                  <a:pt x="363" y="301"/>
                  <a:pt x="363" y="301"/>
                </a:cubicBezTo>
                <a:lnTo>
                  <a:pt x="248" y="17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7" name="Freeform 83"/>
          <p:cNvSpPr/>
          <p:nvPr/>
        </p:nvSpPr>
        <p:spPr>
          <a:xfrm>
            <a:off x="3191040" y="3751200"/>
            <a:ext cx="160200" cy="155520"/>
          </a:xfrm>
          <a:custGeom>
            <a:avLst/>
            <a:gdLst/>
            <a:ahLst/>
            <a:rect l="l" t="t" r="r" b="b"/>
            <a:pathLst>
              <a:path w="356" h="347">
                <a:moveTo>
                  <a:pt x="177" y="89"/>
                </a:moveTo>
                <a:lnTo>
                  <a:pt x="177" y="89"/>
                </a:lnTo>
                <a:cubicBezTo>
                  <a:pt x="133" y="89"/>
                  <a:pt x="98" y="124"/>
                  <a:pt x="98" y="169"/>
                </a:cubicBezTo>
                <a:cubicBezTo>
                  <a:pt x="98" y="213"/>
                  <a:pt x="133" y="248"/>
                  <a:pt x="177" y="248"/>
                </a:cubicBezTo>
                <a:cubicBezTo>
                  <a:pt x="221" y="248"/>
                  <a:pt x="257" y="213"/>
                  <a:pt x="257" y="169"/>
                </a:cubicBezTo>
                <a:cubicBezTo>
                  <a:pt x="257" y="124"/>
                  <a:pt x="221" y="89"/>
                  <a:pt x="177" y="89"/>
                </a:cubicBezTo>
                <a:close/>
                <a:moveTo>
                  <a:pt x="177" y="222"/>
                </a:moveTo>
                <a:lnTo>
                  <a:pt x="177" y="222"/>
                </a:lnTo>
                <a:cubicBezTo>
                  <a:pt x="151" y="222"/>
                  <a:pt x="124" y="195"/>
                  <a:pt x="124" y="169"/>
                </a:cubicBezTo>
                <a:cubicBezTo>
                  <a:pt x="124" y="142"/>
                  <a:pt x="151" y="124"/>
                  <a:pt x="177" y="124"/>
                </a:cubicBezTo>
                <a:cubicBezTo>
                  <a:pt x="204" y="124"/>
                  <a:pt x="230" y="142"/>
                  <a:pt x="230" y="169"/>
                </a:cubicBezTo>
                <a:cubicBezTo>
                  <a:pt x="230" y="195"/>
                  <a:pt x="204" y="222"/>
                  <a:pt x="177" y="222"/>
                </a:cubicBezTo>
                <a:close/>
                <a:moveTo>
                  <a:pt x="26" y="151"/>
                </a:moveTo>
                <a:lnTo>
                  <a:pt x="26" y="151"/>
                </a:lnTo>
                <a:cubicBezTo>
                  <a:pt x="17" y="151"/>
                  <a:pt x="0" y="160"/>
                  <a:pt x="0" y="169"/>
                </a:cubicBezTo>
                <a:cubicBezTo>
                  <a:pt x="0" y="186"/>
                  <a:pt x="17" y="195"/>
                  <a:pt x="26" y="195"/>
                </a:cubicBezTo>
                <a:cubicBezTo>
                  <a:pt x="45" y="195"/>
                  <a:pt x="53" y="186"/>
                  <a:pt x="53" y="169"/>
                </a:cubicBezTo>
                <a:cubicBezTo>
                  <a:pt x="53" y="160"/>
                  <a:pt x="45" y="151"/>
                  <a:pt x="26" y="151"/>
                </a:cubicBezTo>
                <a:close/>
                <a:moveTo>
                  <a:pt x="301" y="53"/>
                </a:moveTo>
                <a:lnTo>
                  <a:pt x="301" y="53"/>
                </a:lnTo>
                <a:cubicBezTo>
                  <a:pt x="292" y="45"/>
                  <a:pt x="274" y="45"/>
                  <a:pt x="266" y="53"/>
                </a:cubicBezTo>
                <a:cubicBezTo>
                  <a:pt x="257" y="63"/>
                  <a:pt x="257" y="80"/>
                  <a:pt x="266" y="89"/>
                </a:cubicBezTo>
                <a:cubicBezTo>
                  <a:pt x="274" y="89"/>
                  <a:pt x="283" y="89"/>
                  <a:pt x="292" y="80"/>
                </a:cubicBezTo>
                <a:cubicBezTo>
                  <a:pt x="301" y="71"/>
                  <a:pt x="310" y="53"/>
                  <a:pt x="301" y="53"/>
                </a:cubicBezTo>
                <a:close/>
                <a:moveTo>
                  <a:pt x="328" y="151"/>
                </a:moveTo>
                <a:lnTo>
                  <a:pt x="328" y="151"/>
                </a:lnTo>
                <a:cubicBezTo>
                  <a:pt x="310" y="151"/>
                  <a:pt x="301" y="160"/>
                  <a:pt x="301" y="169"/>
                </a:cubicBezTo>
                <a:cubicBezTo>
                  <a:pt x="301" y="186"/>
                  <a:pt x="310" y="195"/>
                  <a:pt x="328" y="195"/>
                </a:cubicBezTo>
                <a:cubicBezTo>
                  <a:pt x="336" y="195"/>
                  <a:pt x="355" y="186"/>
                  <a:pt x="355" y="169"/>
                </a:cubicBezTo>
                <a:cubicBezTo>
                  <a:pt x="355" y="160"/>
                  <a:pt x="336" y="151"/>
                  <a:pt x="328" y="151"/>
                </a:cubicBezTo>
                <a:close/>
                <a:moveTo>
                  <a:pt x="177" y="292"/>
                </a:moveTo>
                <a:lnTo>
                  <a:pt x="177" y="292"/>
                </a:lnTo>
                <a:cubicBezTo>
                  <a:pt x="168" y="292"/>
                  <a:pt x="159" y="311"/>
                  <a:pt x="159" y="320"/>
                </a:cubicBezTo>
                <a:cubicBezTo>
                  <a:pt x="159" y="337"/>
                  <a:pt x="168" y="346"/>
                  <a:pt x="177" y="346"/>
                </a:cubicBezTo>
                <a:cubicBezTo>
                  <a:pt x="186" y="346"/>
                  <a:pt x="195" y="337"/>
                  <a:pt x="195" y="320"/>
                </a:cubicBezTo>
                <a:cubicBezTo>
                  <a:pt x="195" y="311"/>
                  <a:pt x="186" y="292"/>
                  <a:pt x="177" y="292"/>
                </a:cubicBezTo>
                <a:close/>
                <a:moveTo>
                  <a:pt x="61" y="266"/>
                </a:moveTo>
                <a:lnTo>
                  <a:pt x="61" y="266"/>
                </a:lnTo>
                <a:cubicBezTo>
                  <a:pt x="53" y="275"/>
                  <a:pt x="45" y="284"/>
                  <a:pt x="53" y="292"/>
                </a:cubicBezTo>
                <a:cubicBezTo>
                  <a:pt x="61" y="301"/>
                  <a:pt x="80" y="301"/>
                  <a:pt x="89" y="292"/>
                </a:cubicBezTo>
                <a:cubicBezTo>
                  <a:pt x="98" y="284"/>
                  <a:pt x="98" y="266"/>
                  <a:pt x="89" y="257"/>
                </a:cubicBezTo>
                <a:cubicBezTo>
                  <a:pt x="80" y="248"/>
                  <a:pt x="71" y="257"/>
                  <a:pt x="61" y="266"/>
                </a:cubicBezTo>
                <a:close/>
                <a:moveTo>
                  <a:pt x="53" y="53"/>
                </a:moveTo>
                <a:lnTo>
                  <a:pt x="53" y="53"/>
                </a:lnTo>
                <a:cubicBezTo>
                  <a:pt x="45" y="63"/>
                  <a:pt x="45" y="71"/>
                  <a:pt x="53" y="80"/>
                </a:cubicBezTo>
                <a:cubicBezTo>
                  <a:pt x="71" y="89"/>
                  <a:pt x="80" y="98"/>
                  <a:pt x="89" y="89"/>
                </a:cubicBezTo>
                <a:cubicBezTo>
                  <a:pt x="98" y="80"/>
                  <a:pt x="98" y="63"/>
                  <a:pt x="89" y="53"/>
                </a:cubicBezTo>
                <a:cubicBezTo>
                  <a:pt x="80" y="45"/>
                  <a:pt x="61" y="45"/>
                  <a:pt x="53" y="53"/>
                </a:cubicBezTo>
                <a:close/>
                <a:moveTo>
                  <a:pt x="266" y="292"/>
                </a:moveTo>
                <a:lnTo>
                  <a:pt x="266" y="292"/>
                </a:lnTo>
                <a:cubicBezTo>
                  <a:pt x="274" y="301"/>
                  <a:pt x="292" y="301"/>
                  <a:pt x="301" y="292"/>
                </a:cubicBezTo>
                <a:cubicBezTo>
                  <a:pt x="310" y="284"/>
                  <a:pt x="310" y="275"/>
                  <a:pt x="292" y="266"/>
                </a:cubicBezTo>
                <a:cubicBezTo>
                  <a:pt x="283" y="257"/>
                  <a:pt x="274" y="248"/>
                  <a:pt x="266" y="257"/>
                </a:cubicBezTo>
                <a:cubicBezTo>
                  <a:pt x="257" y="266"/>
                  <a:pt x="257" y="284"/>
                  <a:pt x="266" y="292"/>
                </a:cubicBezTo>
                <a:close/>
                <a:moveTo>
                  <a:pt x="177" y="45"/>
                </a:moveTo>
                <a:lnTo>
                  <a:pt x="177" y="45"/>
                </a:lnTo>
                <a:cubicBezTo>
                  <a:pt x="186" y="45"/>
                  <a:pt x="195" y="36"/>
                  <a:pt x="195" y="18"/>
                </a:cubicBezTo>
                <a:cubicBezTo>
                  <a:pt x="195" y="9"/>
                  <a:pt x="186" y="0"/>
                  <a:pt x="177" y="0"/>
                </a:cubicBezTo>
                <a:cubicBezTo>
                  <a:pt x="168" y="0"/>
                  <a:pt x="159" y="9"/>
                  <a:pt x="159" y="18"/>
                </a:cubicBezTo>
                <a:cubicBezTo>
                  <a:pt x="159" y="36"/>
                  <a:pt x="168" y="45"/>
                  <a:pt x="177" y="4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8" name="Freeform 84"/>
          <p:cNvSpPr/>
          <p:nvPr/>
        </p:nvSpPr>
        <p:spPr>
          <a:xfrm>
            <a:off x="3605040" y="3716280"/>
            <a:ext cx="222480" cy="222480"/>
          </a:xfrm>
          <a:custGeom>
            <a:avLst/>
            <a:gdLst/>
            <a:ahLst/>
            <a:rect l="l" t="t" r="r" b="b"/>
            <a:pathLst>
              <a:path w="497" h="498">
                <a:moveTo>
                  <a:pt x="469" y="231"/>
                </a:moveTo>
                <a:lnTo>
                  <a:pt x="469" y="231"/>
                </a:lnTo>
                <a:cubicBezTo>
                  <a:pt x="469" y="231"/>
                  <a:pt x="451" y="231"/>
                  <a:pt x="443" y="231"/>
                </a:cubicBezTo>
                <a:cubicBezTo>
                  <a:pt x="434" y="231"/>
                  <a:pt x="425" y="240"/>
                  <a:pt x="425" y="249"/>
                </a:cubicBezTo>
                <a:cubicBezTo>
                  <a:pt x="425" y="266"/>
                  <a:pt x="434" y="275"/>
                  <a:pt x="443" y="275"/>
                </a:cubicBezTo>
                <a:cubicBezTo>
                  <a:pt x="451" y="275"/>
                  <a:pt x="469" y="275"/>
                  <a:pt x="469" y="275"/>
                </a:cubicBezTo>
                <a:cubicBezTo>
                  <a:pt x="487" y="275"/>
                  <a:pt x="496" y="266"/>
                  <a:pt x="496" y="249"/>
                </a:cubicBezTo>
                <a:cubicBezTo>
                  <a:pt x="496" y="240"/>
                  <a:pt x="487" y="231"/>
                  <a:pt x="469" y="231"/>
                </a:cubicBezTo>
                <a:close/>
                <a:moveTo>
                  <a:pt x="247" y="116"/>
                </a:moveTo>
                <a:lnTo>
                  <a:pt x="247" y="116"/>
                </a:lnTo>
                <a:cubicBezTo>
                  <a:pt x="168" y="116"/>
                  <a:pt x="115" y="178"/>
                  <a:pt x="115" y="249"/>
                </a:cubicBezTo>
                <a:cubicBezTo>
                  <a:pt x="115" y="328"/>
                  <a:pt x="168" y="391"/>
                  <a:pt x="247" y="391"/>
                </a:cubicBezTo>
                <a:cubicBezTo>
                  <a:pt x="327" y="391"/>
                  <a:pt x="380" y="328"/>
                  <a:pt x="380" y="249"/>
                </a:cubicBezTo>
                <a:cubicBezTo>
                  <a:pt x="380" y="178"/>
                  <a:pt x="327" y="116"/>
                  <a:pt x="247" y="116"/>
                </a:cubicBezTo>
                <a:close/>
                <a:moveTo>
                  <a:pt x="247" y="346"/>
                </a:moveTo>
                <a:lnTo>
                  <a:pt x="247" y="346"/>
                </a:lnTo>
                <a:cubicBezTo>
                  <a:pt x="194" y="346"/>
                  <a:pt x="150" y="302"/>
                  <a:pt x="150" y="249"/>
                </a:cubicBezTo>
                <a:cubicBezTo>
                  <a:pt x="150" y="196"/>
                  <a:pt x="194" y="151"/>
                  <a:pt x="247" y="151"/>
                </a:cubicBezTo>
                <a:cubicBezTo>
                  <a:pt x="300" y="151"/>
                  <a:pt x="345" y="196"/>
                  <a:pt x="345" y="249"/>
                </a:cubicBezTo>
                <a:cubicBezTo>
                  <a:pt x="345" y="302"/>
                  <a:pt x="300" y="346"/>
                  <a:pt x="247" y="346"/>
                </a:cubicBezTo>
                <a:close/>
                <a:moveTo>
                  <a:pt x="71" y="249"/>
                </a:moveTo>
                <a:lnTo>
                  <a:pt x="71" y="249"/>
                </a:lnTo>
                <a:cubicBezTo>
                  <a:pt x="71" y="240"/>
                  <a:pt x="61" y="231"/>
                  <a:pt x="53" y="231"/>
                </a:cubicBezTo>
                <a:cubicBezTo>
                  <a:pt x="44" y="231"/>
                  <a:pt x="26" y="231"/>
                  <a:pt x="26" y="231"/>
                </a:cubicBezTo>
                <a:cubicBezTo>
                  <a:pt x="8" y="231"/>
                  <a:pt x="0" y="240"/>
                  <a:pt x="0" y="249"/>
                </a:cubicBezTo>
                <a:cubicBezTo>
                  <a:pt x="0" y="266"/>
                  <a:pt x="8" y="275"/>
                  <a:pt x="26" y="275"/>
                </a:cubicBezTo>
                <a:cubicBezTo>
                  <a:pt x="26" y="275"/>
                  <a:pt x="44" y="275"/>
                  <a:pt x="53" y="275"/>
                </a:cubicBezTo>
                <a:cubicBezTo>
                  <a:pt x="61" y="275"/>
                  <a:pt x="71" y="266"/>
                  <a:pt x="71" y="249"/>
                </a:cubicBezTo>
                <a:close/>
                <a:moveTo>
                  <a:pt x="247" y="80"/>
                </a:moveTo>
                <a:lnTo>
                  <a:pt x="247" y="80"/>
                </a:lnTo>
                <a:cubicBezTo>
                  <a:pt x="256" y="80"/>
                  <a:pt x="265" y="62"/>
                  <a:pt x="265" y="53"/>
                </a:cubicBezTo>
                <a:cubicBezTo>
                  <a:pt x="265" y="45"/>
                  <a:pt x="265" y="36"/>
                  <a:pt x="265" y="27"/>
                </a:cubicBezTo>
                <a:cubicBezTo>
                  <a:pt x="265" y="18"/>
                  <a:pt x="256" y="0"/>
                  <a:pt x="247" y="0"/>
                </a:cubicBezTo>
                <a:cubicBezTo>
                  <a:pt x="239" y="0"/>
                  <a:pt x="230" y="18"/>
                  <a:pt x="230" y="27"/>
                </a:cubicBezTo>
                <a:cubicBezTo>
                  <a:pt x="230" y="36"/>
                  <a:pt x="230" y="45"/>
                  <a:pt x="230" y="53"/>
                </a:cubicBezTo>
                <a:cubicBezTo>
                  <a:pt x="230" y="62"/>
                  <a:pt x="239" y="80"/>
                  <a:pt x="247" y="80"/>
                </a:cubicBezTo>
                <a:close/>
                <a:moveTo>
                  <a:pt x="247" y="426"/>
                </a:moveTo>
                <a:lnTo>
                  <a:pt x="247" y="426"/>
                </a:lnTo>
                <a:cubicBezTo>
                  <a:pt x="239" y="426"/>
                  <a:pt x="230" y="435"/>
                  <a:pt x="230" y="453"/>
                </a:cubicBezTo>
                <a:lnTo>
                  <a:pt x="230" y="470"/>
                </a:lnTo>
                <a:cubicBezTo>
                  <a:pt x="230" y="488"/>
                  <a:pt x="239" y="497"/>
                  <a:pt x="247" y="497"/>
                </a:cubicBezTo>
                <a:cubicBezTo>
                  <a:pt x="256" y="497"/>
                  <a:pt x="265" y="488"/>
                  <a:pt x="265" y="470"/>
                </a:cubicBezTo>
                <a:lnTo>
                  <a:pt x="265" y="453"/>
                </a:lnTo>
                <a:cubicBezTo>
                  <a:pt x="265" y="435"/>
                  <a:pt x="256" y="426"/>
                  <a:pt x="247" y="426"/>
                </a:cubicBezTo>
                <a:close/>
                <a:moveTo>
                  <a:pt x="434" y="98"/>
                </a:moveTo>
                <a:lnTo>
                  <a:pt x="434" y="98"/>
                </a:lnTo>
                <a:cubicBezTo>
                  <a:pt x="443" y="89"/>
                  <a:pt x="443" y="72"/>
                  <a:pt x="434" y="62"/>
                </a:cubicBezTo>
                <a:cubicBezTo>
                  <a:pt x="425" y="53"/>
                  <a:pt x="416" y="62"/>
                  <a:pt x="398" y="72"/>
                </a:cubicBezTo>
                <a:cubicBezTo>
                  <a:pt x="398" y="72"/>
                  <a:pt x="390" y="80"/>
                  <a:pt x="380" y="89"/>
                </a:cubicBezTo>
                <a:cubicBezTo>
                  <a:pt x="372" y="98"/>
                  <a:pt x="372" y="107"/>
                  <a:pt x="380" y="116"/>
                </a:cubicBezTo>
                <a:cubicBezTo>
                  <a:pt x="390" y="125"/>
                  <a:pt x="407" y="125"/>
                  <a:pt x="416" y="116"/>
                </a:cubicBezTo>
                <a:cubicBezTo>
                  <a:pt x="416" y="107"/>
                  <a:pt x="425" y="98"/>
                  <a:pt x="434" y="98"/>
                </a:cubicBezTo>
                <a:close/>
                <a:moveTo>
                  <a:pt x="79" y="391"/>
                </a:moveTo>
                <a:lnTo>
                  <a:pt x="79" y="391"/>
                </a:lnTo>
                <a:cubicBezTo>
                  <a:pt x="79" y="391"/>
                  <a:pt x="71" y="400"/>
                  <a:pt x="61" y="408"/>
                </a:cubicBezTo>
                <a:cubicBezTo>
                  <a:pt x="53" y="417"/>
                  <a:pt x="53" y="426"/>
                  <a:pt x="61" y="435"/>
                </a:cubicBezTo>
                <a:cubicBezTo>
                  <a:pt x="71" y="444"/>
                  <a:pt x="79" y="444"/>
                  <a:pt x="97" y="435"/>
                </a:cubicBezTo>
                <a:lnTo>
                  <a:pt x="106" y="417"/>
                </a:lnTo>
                <a:cubicBezTo>
                  <a:pt x="124" y="408"/>
                  <a:pt x="124" y="391"/>
                  <a:pt x="115" y="381"/>
                </a:cubicBezTo>
                <a:cubicBezTo>
                  <a:pt x="106" y="381"/>
                  <a:pt x="88" y="381"/>
                  <a:pt x="79" y="391"/>
                </a:cubicBezTo>
                <a:close/>
                <a:moveTo>
                  <a:pt x="97" y="72"/>
                </a:moveTo>
                <a:lnTo>
                  <a:pt x="97" y="72"/>
                </a:lnTo>
                <a:cubicBezTo>
                  <a:pt x="79" y="62"/>
                  <a:pt x="71" y="53"/>
                  <a:pt x="61" y="62"/>
                </a:cubicBezTo>
                <a:cubicBezTo>
                  <a:pt x="53" y="72"/>
                  <a:pt x="53" y="89"/>
                  <a:pt x="61" y="98"/>
                </a:cubicBezTo>
                <a:cubicBezTo>
                  <a:pt x="71" y="98"/>
                  <a:pt x="79" y="107"/>
                  <a:pt x="79" y="116"/>
                </a:cubicBezTo>
                <a:cubicBezTo>
                  <a:pt x="88" y="125"/>
                  <a:pt x="106" y="125"/>
                  <a:pt x="115" y="116"/>
                </a:cubicBezTo>
                <a:cubicBezTo>
                  <a:pt x="124" y="107"/>
                  <a:pt x="124" y="98"/>
                  <a:pt x="106" y="89"/>
                </a:cubicBezTo>
                <a:cubicBezTo>
                  <a:pt x="106" y="80"/>
                  <a:pt x="97" y="72"/>
                  <a:pt x="97" y="72"/>
                </a:cubicBezTo>
                <a:close/>
                <a:moveTo>
                  <a:pt x="380" y="417"/>
                </a:moveTo>
                <a:lnTo>
                  <a:pt x="380" y="417"/>
                </a:lnTo>
                <a:cubicBezTo>
                  <a:pt x="390" y="417"/>
                  <a:pt x="398" y="435"/>
                  <a:pt x="398" y="435"/>
                </a:cubicBezTo>
                <a:cubicBezTo>
                  <a:pt x="416" y="444"/>
                  <a:pt x="425" y="444"/>
                  <a:pt x="434" y="435"/>
                </a:cubicBezTo>
                <a:cubicBezTo>
                  <a:pt x="443" y="426"/>
                  <a:pt x="443" y="417"/>
                  <a:pt x="434" y="408"/>
                </a:cubicBezTo>
                <a:cubicBezTo>
                  <a:pt x="425" y="400"/>
                  <a:pt x="416" y="391"/>
                  <a:pt x="416" y="391"/>
                </a:cubicBezTo>
                <a:cubicBezTo>
                  <a:pt x="407" y="381"/>
                  <a:pt x="390" y="381"/>
                  <a:pt x="380" y="381"/>
                </a:cubicBezTo>
                <a:cubicBezTo>
                  <a:pt x="372" y="391"/>
                  <a:pt x="372" y="408"/>
                  <a:pt x="380" y="41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9" name="Freeform 85"/>
          <p:cNvSpPr/>
          <p:nvPr/>
        </p:nvSpPr>
        <p:spPr>
          <a:xfrm>
            <a:off x="500040" y="1951200"/>
            <a:ext cx="200160" cy="196560"/>
          </a:xfrm>
          <a:custGeom>
            <a:avLst/>
            <a:gdLst/>
            <a:ahLst/>
            <a:rect l="l" t="t" r="r" b="b"/>
            <a:pathLst>
              <a:path w="444" h="435">
                <a:moveTo>
                  <a:pt x="443" y="159"/>
                </a:moveTo>
                <a:lnTo>
                  <a:pt x="284" y="159"/>
                </a:lnTo>
                <a:lnTo>
                  <a:pt x="222" y="0"/>
                </a:lnTo>
                <a:lnTo>
                  <a:pt x="160" y="159"/>
                </a:lnTo>
                <a:lnTo>
                  <a:pt x="0" y="159"/>
                </a:lnTo>
                <a:lnTo>
                  <a:pt x="133" y="256"/>
                </a:lnTo>
                <a:lnTo>
                  <a:pt x="88" y="434"/>
                </a:lnTo>
                <a:lnTo>
                  <a:pt x="222" y="327"/>
                </a:lnTo>
                <a:lnTo>
                  <a:pt x="354" y="434"/>
                </a:lnTo>
                <a:lnTo>
                  <a:pt x="310" y="256"/>
                </a:lnTo>
                <a:lnTo>
                  <a:pt x="443" y="159"/>
                </a:lnTo>
                <a:close/>
                <a:moveTo>
                  <a:pt x="222" y="283"/>
                </a:moveTo>
                <a:lnTo>
                  <a:pt x="141" y="344"/>
                </a:lnTo>
                <a:lnTo>
                  <a:pt x="177" y="256"/>
                </a:lnTo>
                <a:lnTo>
                  <a:pt x="106" y="194"/>
                </a:lnTo>
                <a:lnTo>
                  <a:pt x="195" y="203"/>
                </a:lnTo>
                <a:lnTo>
                  <a:pt x="222" y="97"/>
                </a:lnTo>
                <a:lnTo>
                  <a:pt x="248" y="203"/>
                </a:lnTo>
                <a:lnTo>
                  <a:pt x="337" y="194"/>
                </a:lnTo>
                <a:lnTo>
                  <a:pt x="266" y="256"/>
                </a:lnTo>
                <a:lnTo>
                  <a:pt x="293" y="344"/>
                </a:lnTo>
                <a:lnTo>
                  <a:pt x="222" y="28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0" name="Freeform 86"/>
          <p:cNvSpPr/>
          <p:nvPr/>
        </p:nvSpPr>
        <p:spPr>
          <a:xfrm>
            <a:off x="6288120" y="1522440"/>
            <a:ext cx="196920" cy="160200"/>
          </a:xfrm>
          <a:custGeom>
            <a:avLst/>
            <a:gdLst/>
            <a:ahLst/>
            <a:rect l="l" t="t" r="r" b="b"/>
            <a:pathLst>
              <a:path w="443" h="356">
                <a:moveTo>
                  <a:pt x="398" y="36"/>
                </a:moveTo>
                <a:lnTo>
                  <a:pt x="398" y="36"/>
                </a:lnTo>
                <a:cubicBezTo>
                  <a:pt x="354" y="0"/>
                  <a:pt x="292" y="0"/>
                  <a:pt x="247" y="36"/>
                </a:cubicBezTo>
                <a:cubicBezTo>
                  <a:pt x="221" y="62"/>
                  <a:pt x="221" y="62"/>
                  <a:pt x="221" y="62"/>
                </a:cubicBezTo>
                <a:cubicBezTo>
                  <a:pt x="194" y="36"/>
                  <a:pt x="194" y="36"/>
                  <a:pt x="194" y="36"/>
                </a:cubicBezTo>
                <a:cubicBezTo>
                  <a:pt x="150" y="0"/>
                  <a:pt x="88" y="0"/>
                  <a:pt x="44" y="36"/>
                </a:cubicBezTo>
                <a:cubicBezTo>
                  <a:pt x="0" y="80"/>
                  <a:pt x="0" y="151"/>
                  <a:pt x="44" y="186"/>
                </a:cubicBezTo>
                <a:cubicBezTo>
                  <a:pt x="221" y="355"/>
                  <a:pt x="221" y="355"/>
                  <a:pt x="221" y="355"/>
                </a:cubicBezTo>
                <a:cubicBezTo>
                  <a:pt x="398" y="186"/>
                  <a:pt x="398" y="186"/>
                  <a:pt x="398" y="186"/>
                </a:cubicBezTo>
                <a:cubicBezTo>
                  <a:pt x="442" y="151"/>
                  <a:pt x="442" y="80"/>
                  <a:pt x="398" y="36"/>
                </a:cubicBezTo>
                <a:close/>
                <a:moveTo>
                  <a:pt x="372" y="160"/>
                </a:moveTo>
                <a:lnTo>
                  <a:pt x="372" y="160"/>
                </a:lnTo>
                <a:cubicBezTo>
                  <a:pt x="221" y="301"/>
                  <a:pt x="221" y="301"/>
                  <a:pt x="221" y="301"/>
                </a:cubicBezTo>
                <a:cubicBezTo>
                  <a:pt x="70" y="160"/>
                  <a:pt x="70" y="160"/>
                  <a:pt x="70" y="160"/>
                </a:cubicBezTo>
                <a:cubicBezTo>
                  <a:pt x="53" y="151"/>
                  <a:pt x="44" y="133"/>
                  <a:pt x="44" y="116"/>
                </a:cubicBezTo>
                <a:cubicBezTo>
                  <a:pt x="44" y="89"/>
                  <a:pt x="53" y="80"/>
                  <a:pt x="70" y="62"/>
                </a:cubicBezTo>
                <a:cubicBezTo>
                  <a:pt x="79" y="53"/>
                  <a:pt x="97" y="45"/>
                  <a:pt x="115" y="45"/>
                </a:cubicBezTo>
                <a:cubicBezTo>
                  <a:pt x="141" y="45"/>
                  <a:pt x="159" y="53"/>
                  <a:pt x="168" y="71"/>
                </a:cubicBezTo>
                <a:cubicBezTo>
                  <a:pt x="221" y="116"/>
                  <a:pt x="221" y="116"/>
                  <a:pt x="221" y="116"/>
                </a:cubicBezTo>
                <a:cubicBezTo>
                  <a:pt x="275" y="71"/>
                  <a:pt x="275" y="71"/>
                  <a:pt x="275" y="71"/>
                </a:cubicBezTo>
                <a:cubicBezTo>
                  <a:pt x="283" y="53"/>
                  <a:pt x="301" y="45"/>
                  <a:pt x="328" y="45"/>
                </a:cubicBezTo>
                <a:cubicBezTo>
                  <a:pt x="345" y="45"/>
                  <a:pt x="363" y="53"/>
                  <a:pt x="372" y="62"/>
                </a:cubicBezTo>
                <a:cubicBezTo>
                  <a:pt x="389" y="80"/>
                  <a:pt x="398" y="89"/>
                  <a:pt x="398" y="116"/>
                </a:cubicBezTo>
                <a:cubicBezTo>
                  <a:pt x="398" y="133"/>
                  <a:pt x="389" y="151"/>
                  <a:pt x="372" y="16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1" name="Freeform 87"/>
          <p:cNvSpPr/>
          <p:nvPr/>
        </p:nvSpPr>
        <p:spPr>
          <a:xfrm>
            <a:off x="1387440" y="3282840"/>
            <a:ext cx="206280" cy="203400"/>
          </a:xfrm>
          <a:custGeom>
            <a:avLst/>
            <a:gdLst/>
            <a:ahLst/>
            <a:rect l="l" t="t" r="r" b="b"/>
            <a:pathLst>
              <a:path w="462" h="452">
                <a:moveTo>
                  <a:pt x="115" y="151"/>
                </a:moveTo>
                <a:lnTo>
                  <a:pt x="115" y="151"/>
                </a:lnTo>
                <a:lnTo>
                  <a:pt x="124" y="151"/>
                </a:lnTo>
                <a:cubicBezTo>
                  <a:pt x="142" y="132"/>
                  <a:pt x="160" y="115"/>
                  <a:pt x="186" y="97"/>
                </a:cubicBezTo>
                <a:lnTo>
                  <a:pt x="186" y="88"/>
                </a:lnTo>
                <a:cubicBezTo>
                  <a:pt x="186" y="79"/>
                  <a:pt x="186" y="79"/>
                  <a:pt x="186" y="70"/>
                </a:cubicBezTo>
                <a:cubicBezTo>
                  <a:pt x="160" y="53"/>
                  <a:pt x="133" y="44"/>
                  <a:pt x="107" y="26"/>
                </a:cubicBezTo>
                <a:cubicBezTo>
                  <a:pt x="89" y="44"/>
                  <a:pt x="62" y="62"/>
                  <a:pt x="44" y="88"/>
                </a:cubicBezTo>
                <a:cubicBezTo>
                  <a:pt x="62" y="115"/>
                  <a:pt x="71" y="132"/>
                  <a:pt x="89" y="151"/>
                </a:cubicBezTo>
                <a:cubicBezTo>
                  <a:pt x="98" y="151"/>
                  <a:pt x="107" y="151"/>
                  <a:pt x="115" y="151"/>
                </a:cubicBezTo>
                <a:close/>
                <a:moveTo>
                  <a:pt x="62" y="195"/>
                </a:moveTo>
                <a:lnTo>
                  <a:pt x="62" y="195"/>
                </a:lnTo>
                <a:cubicBezTo>
                  <a:pt x="62" y="186"/>
                  <a:pt x="62" y="186"/>
                  <a:pt x="71" y="177"/>
                </a:cubicBezTo>
                <a:cubicBezTo>
                  <a:pt x="54" y="160"/>
                  <a:pt x="35" y="141"/>
                  <a:pt x="26" y="124"/>
                </a:cubicBezTo>
                <a:cubicBezTo>
                  <a:pt x="9" y="151"/>
                  <a:pt x="0" y="186"/>
                  <a:pt x="0" y="221"/>
                </a:cubicBezTo>
                <a:cubicBezTo>
                  <a:pt x="0" y="266"/>
                  <a:pt x="9" y="310"/>
                  <a:pt x="35" y="336"/>
                </a:cubicBezTo>
                <a:cubicBezTo>
                  <a:pt x="44" y="301"/>
                  <a:pt x="54" y="257"/>
                  <a:pt x="71" y="221"/>
                </a:cubicBezTo>
                <a:cubicBezTo>
                  <a:pt x="71" y="221"/>
                  <a:pt x="62" y="204"/>
                  <a:pt x="62" y="195"/>
                </a:cubicBezTo>
                <a:close/>
                <a:moveTo>
                  <a:pt x="230" y="35"/>
                </a:moveTo>
                <a:lnTo>
                  <a:pt x="230" y="35"/>
                </a:lnTo>
                <a:cubicBezTo>
                  <a:pt x="239" y="35"/>
                  <a:pt x="257" y="44"/>
                  <a:pt x="266" y="53"/>
                </a:cubicBezTo>
                <a:cubicBezTo>
                  <a:pt x="292" y="35"/>
                  <a:pt x="319" y="35"/>
                  <a:pt x="346" y="26"/>
                </a:cubicBezTo>
                <a:cubicBezTo>
                  <a:pt x="310" y="8"/>
                  <a:pt x="275" y="0"/>
                  <a:pt x="230" y="0"/>
                </a:cubicBezTo>
                <a:cubicBezTo>
                  <a:pt x="204" y="0"/>
                  <a:pt x="177" y="0"/>
                  <a:pt x="151" y="8"/>
                </a:cubicBezTo>
                <a:cubicBezTo>
                  <a:pt x="168" y="17"/>
                  <a:pt x="186" y="35"/>
                  <a:pt x="204" y="44"/>
                </a:cubicBezTo>
                <a:cubicBezTo>
                  <a:pt x="213" y="44"/>
                  <a:pt x="221" y="35"/>
                  <a:pt x="230" y="35"/>
                </a:cubicBezTo>
                <a:close/>
                <a:moveTo>
                  <a:pt x="301" y="266"/>
                </a:moveTo>
                <a:lnTo>
                  <a:pt x="301" y="266"/>
                </a:lnTo>
                <a:cubicBezTo>
                  <a:pt x="310" y="257"/>
                  <a:pt x="310" y="257"/>
                  <a:pt x="319" y="248"/>
                </a:cubicBezTo>
                <a:cubicBezTo>
                  <a:pt x="301" y="204"/>
                  <a:pt x="275" y="168"/>
                  <a:pt x="248" y="132"/>
                </a:cubicBezTo>
                <a:cubicBezTo>
                  <a:pt x="248" y="132"/>
                  <a:pt x="239" y="132"/>
                  <a:pt x="230" y="132"/>
                </a:cubicBezTo>
                <a:cubicBezTo>
                  <a:pt x="221" y="132"/>
                  <a:pt x="213" y="132"/>
                  <a:pt x="204" y="124"/>
                </a:cubicBezTo>
                <a:cubicBezTo>
                  <a:pt x="186" y="141"/>
                  <a:pt x="168" y="151"/>
                  <a:pt x="151" y="168"/>
                </a:cubicBezTo>
                <a:cubicBezTo>
                  <a:pt x="160" y="177"/>
                  <a:pt x="160" y="186"/>
                  <a:pt x="160" y="195"/>
                </a:cubicBezTo>
                <a:cubicBezTo>
                  <a:pt x="160" y="204"/>
                  <a:pt x="160" y="204"/>
                  <a:pt x="160" y="213"/>
                </a:cubicBezTo>
                <a:cubicBezTo>
                  <a:pt x="204" y="239"/>
                  <a:pt x="248" y="257"/>
                  <a:pt x="301" y="266"/>
                </a:cubicBezTo>
                <a:close/>
                <a:moveTo>
                  <a:pt x="363" y="327"/>
                </a:moveTo>
                <a:lnTo>
                  <a:pt x="363" y="327"/>
                </a:lnTo>
                <a:cubicBezTo>
                  <a:pt x="363" y="336"/>
                  <a:pt x="363" y="354"/>
                  <a:pt x="363" y="363"/>
                </a:cubicBezTo>
                <a:cubicBezTo>
                  <a:pt x="363" y="372"/>
                  <a:pt x="363" y="389"/>
                  <a:pt x="363" y="407"/>
                </a:cubicBezTo>
                <a:cubicBezTo>
                  <a:pt x="399" y="380"/>
                  <a:pt x="434" y="336"/>
                  <a:pt x="443" y="292"/>
                </a:cubicBezTo>
                <a:cubicBezTo>
                  <a:pt x="426" y="301"/>
                  <a:pt x="408" y="301"/>
                  <a:pt x="390" y="301"/>
                </a:cubicBezTo>
                <a:cubicBezTo>
                  <a:pt x="390" y="319"/>
                  <a:pt x="381" y="327"/>
                  <a:pt x="363" y="327"/>
                </a:cubicBezTo>
                <a:close/>
                <a:moveTo>
                  <a:pt x="292" y="301"/>
                </a:moveTo>
                <a:lnTo>
                  <a:pt x="292" y="301"/>
                </a:lnTo>
                <a:cubicBezTo>
                  <a:pt x="239" y="292"/>
                  <a:pt x="186" y="266"/>
                  <a:pt x="142" y="239"/>
                </a:cubicBezTo>
                <a:cubicBezTo>
                  <a:pt x="133" y="239"/>
                  <a:pt x="124" y="248"/>
                  <a:pt x="115" y="248"/>
                </a:cubicBezTo>
                <a:cubicBezTo>
                  <a:pt x="107" y="248"/>
                  <a:pt x="107" y="248"/>
                  <a:pt x="107" y="239"/>
                </a:cubicBezTo>
                <a:cubicBezTo>
                  <a:pt x="79" y="283"/>
                  <a:pt x="71" y="327"/>
                  <a:pt x="62" y="380"/>
                </a:cubicBezTo>
                <a:cubicBezTo>
                  <a:pt x="89" y="398"/>
                  <a:pt x="115" y="425"/>
                  <a:pt x="142" y="434"/>
                </a:cubicBezTo>
                <a:cubicBezTo>
                  <a:pt x="177" y="380"/>
                  <a:pt x="230" y="327"/>
                  <a:pt x="292" y="301"/>
                </a:cubicBezTo>
                <a:close/>
                <a:moveTo>
                  <a:pt x="381" y="53"/>
                </a:moveTo>
                <a:lnTo>
                  <a:pt x="381" y="53"/>
                </a:lnTo>
                <a:cubicBezTo>
                  <a:pt x="346" y="62"/>
                  <a:pt x="310" y="70"/>
                  <a:pt x="275" y="79"/>
                </a:cubicBezTo>
                <a:lnTo>
                  <a:pt x="283" y="88"/>
                </a:lnTo>
                <a:cubicBezTo>
                  <a:pt x="283" y="97"/>
                  <a:pt x="275" y="97"/>
                  <a:pt x="275" y="106"/>
                </a:cubicBezTo>
                <a:cubicBezTo>
                  <a:pt x="310" y="141"/>
                  <a:pt x="328" y="186"/>
                  <a:pt x="346" y="239"/>
                </a:cubicBezTo>
                <a:cubicBezTo>
                  <a:pt x="363" y="239"/>
                  <a:pt x="381" y="248"/>
                  <a:pt x="390" y="266"/>
                </a:cubicBezTo>
                <a:cubicBezTo>
                  <a:pt x="417" y="266"/>
                  <a:pt x="434" y="266"/>
                  <a:pt x="452" y="257"/>
                </a:cubicBezTo>
                <a:cubicBezTo>
                  <a:pt x="461" y="248"/>
                  <a:pt x="461" y="230"/>
                  <a:pt x="461" y="221"/>
                </a:cubicBezTo>
                <a:cubicBezTo>
                  <a:pt x="461" y="160"/>
                  <a:pt x="426" y="97"/>
                  <a:pt x="381" y="53"/>
                </a:cubicBezTo>
                <a:close/>
                <a:moveTo>
                  <a:pt x="319" y="327"/>
                </a:moveTo>
                <a:lnTo>
                  <a:pt x="319" y="327"/>
                </a:lnTo>
                <a:cubicBezTo>
                  <a:pt x="257" y="354"/>
                  <a:pt x="213" y="389"/>
                  <a:pt x="177" y="443"/>
                </a:cubicBezTo>
                <a:cubicBezTo>
                  <a:pt x="195" y="451"/>
                  <a:pt x="213" y="451"/>
                  <a:pt x="230" y="451"/>
                </a:cubicBezTo>
                <a:cubicBezTo>
                  <a:pt x="266" y="451"/>
                  <a:pt x="292" y="443"/>
                  <a:pt x="328" y="434"/>
                </a:cubicBezTo>
                <a:cubicBezTo>
                  <a:pt x="328" y="407"/>
                  <a:pt x="337" y="380"/>
                  <a:pt x="337" y="363"/>
                </a:cubicBezTo>
                <a:cubicBezTo>
                  <a:pt x="337" y="354"/>
                  <a:pt x="337" y="345"/>
                  <a:pt x="328" y="336"/>
                </a:cubicBezTo>
                <a:cubicBezTo>
                  <a:pt x="328" y="327"/>
                  <a:pt x="319" y="327"/>
                  <a:pt x="319" y="32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2" name="Freeform 88"/>
          <p:cNvSpPr/>
          <p:nvPr/>
        </p:nvSpPr>
        <p:spPr>
          <a:xfrm>
            <a:off x="4494240" y="3759120"/>
            <a:ext cx="223920" cy="136440"/>
          </a:xfrm>
          <a:custGeom>
            <a:avLst/>
            <a:gdLst/>
            <a:ahLst/>
            <a:rect l="l" t="t" r="r" b="b"/>
            <a:pathLst>
              <a:path w="498" h="303">
                <a:moveTo>
                  <a:pt x="186" y="9"/>
                </a:moveTo>
                <a:lnTo>
                  <a:pt x="186" y="9"/>
                </a:lnTo>
                <a:cubicBezTo>
                  <a:pt x="178" y="0"/>
                  <a:pt x="168" y="0"/>
                  <a:pt x="160" y="9"/>
                </a:cubicBezTo>
                <a:cubicBezTo>
                  <a:pt x="0" y="151"/>
                  <a:pt x="0" y="151"/>
                  <a:pt x="0" y="151"/>
                </a:cubicBezTo>
                <a:cubicBezTo>
                  <a:pt x="160" y="293"/>
                  <a:pt x="160" y="293"/>
                  <a:pt x="160" y="293"/>
                </a:cubicBezTo>
                <a:cubicBezTo>
                  <a:pt x="168" y="302"/>
                  <a:pt x="178" y="302"/>
                  <a:pt x="186" y="293"/>
                </a:cubicBezTo>
                <a:cubicBezTo>
                  <a:pt x="195" y="283"/>
                  <a:pt x="195" y="274"/>
                  <a:pt x="186" y="266"/>
                </a:cubicBezTo>
                <a:cubicBezTo>
                  <a:pt x="62" y="151"/>
                  <a:pt x="62" y="151"/>
                  <a:pt x="62" y="151"/>
                </a:cubicBezTo>
                <a:cubicBezTo>
                  <a:pt x="186" y="45"/>
                  <a:pt x="186" y="45"/>
                  <a:pt x="186" y="45"/>
                </a:cubicBezTo>
                <a:cubicBezTo>
                  <a:pt x="195" y="35"/>
                  <a:pt x="195" y="18"/>
                  <a:pt x="186" y="9"/>
                </a:cubicBezTo>
                <a:close/>
                <a:moveTo>
                  <a:pt x="337" y="9"/>
                </a:moveTo>
                <a:lnTo>
                  <a:pt x="337" y="9"/>
                </a:lnTo>
                <a:cubicBezTo>
                  <a:pt x="328" y="0"/>
                  <a:pt x="319" y="0"/>
                  <a:pt x="311" y="9"/>
                </a:cubicBezTo>
                <a:cubicBezTo>
                  <a:pt x="302" y="18"/>
                  <a:pt x="302" y="35"/>
                  <a:pt x="311" y="45"/>
                </a:cubicBezTo>
                <a:cubicBezTo>
                  <a:pt x="434" y="151"/>
                  <a:pt x="434" y="151"/>
                  <a:pt x="434" y="151"/>
                </a:cubicBezTo>
                <a:cubicBezTo>
                  <a:pt x="311" y="266"/>
                  <a:pt x="311" y="266"/>
                  <a:pt x="311" y="266"/>
                </a:cubicBezTo>
                <a:cubicBezTo>
                  <a:pt x="302" y="274"/>
                  <a:pt x="302" y="283"/>
                  <a:pt x="311" y="293"/>
                </a:cubicBezTo>
                <a:cubicBezTo>
                  <a:pt x="319" y="302"/>
                  <a:pt x="328" y="302"/>
                  <a:pt x="337" y="293"/>
                </a:cubicBezTo>
                <a:cubicBezTo>
                  <a:pt x="497" y="151"/>
                  <a:pt x="497" y="151"/>
                  <a:pt x="497" y="151"/>
                </a:cubicBezTo>
                <a:lnTo>
                  <a:pt x="337" y="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3" name="Freeform 89"/>
          <p:cNvSpPr/>
          <p:nvPr/>
        </p:nvSpPr>
        <p:spPr>
          <a:xfrm>
            <a:off x="5392800" y="2836800"/>
            <a:ext cx="208080" cy="204840"/>
          </a:xfrm>
          <a:custGeom>
            <a:avLst/>
            <a:gdLst/>
            <a:ahLst/>
            <a:rect l="l" t="t" r="r" b="b"/>
            <a:pathLst>
              <a:path w="462" h="453">
                <a:moveTo>
                  <a:pt x="230" y="0"/>
                </a:moveTo>
                <a:lnTo>
                  <a:pt x="230" y="0"/>
                </a:lnTo>
                <a:cubicBezTo>
                  <a:pt x="106" y="0"/>
                  <a:pt x="0" y="98"/>
                  <a:pt x="0" y="222"/>
                </a:cubicBezTo>
                <a:cubicBezTo>
                  <a:pt x="0" y="346"/>
                  <a:pt x="106" y="452"/>
                  <a:pt x="230" y="452"/>
                </a:cubicBezTo>
                <a:cubicBezTo>
                  <a:pt x="354" y="452"/>
                  <a:pt x="461" y="346"/>
                  <a:pt x="461" y="222"/>
                </a:cubicBezTo>
                <a:cubicBezTo>
                  <a:pt x="461" y="98"/>
                  <a:pt x="354" y="0"/>
                  <a:pt x="230" y="0"/>
                </a:cubicBezTo>
                <a:close/>
                <a:moveTo>
                  <a:pt x="230" y="302"/>
                </a:moveTo>
                <a:lnTo>
                  <a:pt x="230" y="302"/>
                </a:lnTo>
                <a:cubicBezTo>
                  <a:pt x="186" y="302"/>
                  <a:pt x="159" y="266"/>
                  <a:pt x="159" y="222"/>
                </a:cubicBezTo>
                <a:cubicBezTo>
                  <a:pt x="159" y="187"/>
                  <a:pt x="186" y="151"/>
                  <a:pt x="230" y="151"/>
                </a:cubicBezTo>
                <a:cubicBezTo>
                  <a:pt x="274" y="151"/>
                  <a:pt x="301" y="187"/>
                  <a:pt x="301" y="222"/>
                </a:cubicBezTo>
                <a:cubicBezTo>
                  <a:pt x="301" y="266"/>
                  <a:pt x="274" y="302"/>
                  <a:pt x="230" y="30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4" name="Freeform 90"/>
          <p:cNvSpPr/>
          <p:nvPr/>
        </p:nvSpPr>
        <p:spPr>
          <a:xfrm>
            <a:off x="1379520" y="3772080"/>
            <a:ext cx="222120" cy="109440"/>
          </a:xfrm>
          <a:custGeom>
            <a:avLst/>
            <a:gdLst/>
            <a:ahLst/>
            <a:rect l="l" t="t" r="r" b="b"/>
            <a:pathLst>
              <a:path w="498" h="248">
                <a:moveTo>
                  <a:pt x="444" y="0"/>
                </a:moveTo>
                <a:lnTo>
                  <a:pt x="444" y="0"/>
                </a:lnTo>
                <a:cubicBezTo>
                  <a:pt x="53" y="0"/>
                  <a:pt x="53" y="0"/>
                  <a:pt x="53" y="0"/>
                </a:cubicBezTo>
                <a:cubicBezTo>
                  <a:pt x="18" y="0"/>
                  <a:pt x="0" y="26"/>
                  <a:pt x="0" y="53"/>
                </a:cubicBezTo>
                <a:cubicBezTo>
                  <a:pt x="0" y="203"/>
                  <a:pt x="0" y="203"/>
                  <a:pt x="0" y="203"/>
                </a:cubicBezTo>
                <a:cubicBezTo>
                  <a:pt x="0" y="230"/>
                  <a:pt x="18" y="247"/>
                  <a:pt x="53" y="247"/>
                </a:cubicBezTo>
                <a:cubicBezTo>
                  <a:pt x="444" y="247"/>
                  <a:pt x="444" y="247"/>
                  <a:pt x="444" y="247"/>
                </a:cubicBezTo>
                <a:cubicBezTo>
                  <a:pt x="470" y="247"/>
                  <a:pt x="497" y="230"/>
                  <a:pt x="497" y="203"/>
                </a:cubicBezTo>
                <a:cubicBezTo>
                  <a:pt x="497" y="53"/>
                  <a:pt x="497" y="53"/>
                  <a:pt x="497" y="53"/>
                </a:cubicBezTo>
                <a:cubicBezTo>
                  <a:pt x="497" y="26"/>
                  <a:pt x="470" y="0"/>
                  <a:pt x="444" y="0"/>
                </a:cubicBezTo>
                <a:close/>
                <a:moveTo>
                  <a:pt x="444" y="203"/>
                </a:moveTo>
                <a:lnTo>
                  <a:pt x="444" y="203"/>
                </a:lnTo>
                <a:cubicBezTo>
                  <a:pt x="53" y="203"/>
                  <a:pt x="53" y="203"/>
                  <a:pt x="53" y="203"/>
                </a:cubicBezTo>
                <a:cubicBezTo>
                  <a:pt x="53" y="53"/>
                  <a:pt x="53" y="53"/>
                  <a:pt x="53" y="53"/>
                </a:cubicBezTo>
                <a:cubicBezTo>
                  <a:pt x="444" y="53"/>
                  <a:pt x="444" y="53"/>
                  <a:pt x="444" y="53"/>
                </a:cubicBezTo>
                <a:lnTo>
                  <a:pt x="444" y="203"/>
                </a:lnTo>
                <a:close/>
                <a:moveTo>
                  <a:pt x="426" y="79"/>
                </a:moveTo>
                <a:lnTo>
                  <a:pt x="426" y="79"/>
                </a:lnTo>
                <a:cubicBezTo>
                  <a:pt x="319" y="79"/>
                  <a:pt x="319" y="79"/>
                  <a:pt x="319" y="79"/>
                </a:cubicBezTo>
                <a:cubicBezTo>
                  <a:pt x="319" y="177"/>
                  <a:pt x="319" y="177"/>
                  <a:pt x="319" y="177"/>
                </a:cubicBezTo>
                <a:cubicBezTo>
                  <a:pt x="426" y="177"/>
                  <a:pt x="426" y="177"/>
                  <a:pt x="426" y="177"/>
                </a:cubicBezTo>
                <a:lnTo>
                  <a:pt x="426" y="79"/>
                </a:lnTo>
                <a:close/>
                <a:moveTo>
                  <a:pt x="178" y="79"/>
                </a:moveTo>
                <a:lnTo>
                  <a:pt x="178" y="79"/>
                </a:lnTo>
                <a:cubicBezTo>
                  <a:pt x="72" y="79"/>
                  <a:pt x="72" y="79"/>
                  <a:pt x="72" y="79"/>
                </a:cubicBezTo>
                <a:cubicBezTo>
                  <a:pt x="72" y="177"/>
                  <a:pt x="72" y="177"/>
                  <a:pt x="72" y="177"/>
                </a:cubicBezTo>
                <a:cubicBezTo>
                  <a:pt x="178" y="177"/>
                  <a:pt x="178" y="177"/>
                  <a:pt x="178" y="177"/>
                </a:cubicBezTo>
                <a:lnTo>
                  <a:pt x="178" y="79"/>
                </a:lnTo>
                <a:close/>
                <a:moveTo>
                  <a:pt x="301" y="79"/>
                </a:moveTo>
                <a:lnTo>
                  <a:pt x="301" y="79"/>
                </a:lnTo>
                <a:cubicBezTo>
                  <a:pt x="195" y="79"/>
                  <a:pt x="195" y="79"/>
                  <a:pt x="195" y="79"/>
                </a:cubicBezTo>
                <a:cubicBezTo>
                  <a:pt x="195" y="177"/>
                  <a:pt x="195" y="177"/>
                  <a:pt x="195" y="177"/>
                </a:cubicBezTo>
                <a:cubicBezTo>
                  <a:pt x="301" y="177"/>
                  <a:pt x="301" y="177"/>
                  <a:pt x="301" y="177"/>
                </a:cubicBezTo>
                <a:lnTo>
                  <a:pt x="301" y="7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5" name="Freeform 91"/>
          <p:cNvSpPr/>
          <p:nvPr/>
        </p:nvSpPr>
        <p:spPr>
          <a:xfrm>
            <a:off x="1824120" y="3772080"/>
            <a:ext cx="223920" cy="109440"/>
          </a:xfrm>
          <a:custGeom>
            <a:avLst/>
            <a:gdLst/>
            <a:ahLst/>
            <a:rect l="l" t="t" r="r" b="b"/>
            <a:pathLst>
              <a:path w="497" h="248">
                <a:moveTo>
                  <a:pt x="443" y="0"/>
                </a:moveTo>
                <a:lnTo>
                  <a:pt x="443" y="0"/>
                </a:lnTo>
                <a:cubicBezTo>
                  <a:pt x="53" y="0"/>
                  <a:pt x="53" y="0"/>
                  <a:pt x="53" y="0"/>
                </a:cubicBezTo>
                <a:cubicBezTo>
                  <a:pt x="18" y="0"/>
                  <a:pt x="0" y="26"/>
                  <a:pt x="0" y="53"/>
                </a:cubicBezTo>
                <a:cubicBezTo>
                  <a:pt x="0" y="203"/>
                  <a:pt x="0" y="203"/>
                  <a:pt x="0" y="203"/>
                </a:cubicBezTo>
                <a:cubicBezTo>
                  <a:pt x="0" y="230"/>
                  <a:pt x="18" y="247"/>
                  <a:pt x="53" y="247"/>
                </a:cubicBezTo>
                <a:cubicBezTo>
                  <a:pt x="443" y="247"/>
                  <a:pt x="443" y="247"/>
                  <a:pt x="443" y="247"/>
                </a:cubicBezTo>
                <a:cubicBezTo>
                  <a:pt x="469" y="247"/>
                  <a:pt x="496" y="230"/>
                  <a:pt x="496" y="203"/>
                </a:cubicBezTo>
                <a:cubicBezTo>
                  <a:pt x="496" y="53"/>
                  <a:pt x="496" y="53"/>
                  <a:pt x="496" y="53"/>
                </a:cubicBezTo>
                <a:cubicBezTo>
                  <a:pt x="496" y="26"/>
                  <a:pt x="469" y="0"/>
                  <a:pt x="443" y="0"/>
                </a:cubicBezTo>
                <a:close/>
                <a:moveTo>
                  <a:pt x="443" y="203"/>
                </a:moveTo>
                <a:lnTo>
                  <a:pt x="443" y="203"/>
                </a:lnTo>
                <a:cubicBezTo>
                  <a:pt x="53" y="203"/>
                  <a:pt x="53" y="203"/>
                  <a:pt x="53" y="203"/>
                </a:cubicBezTo>
                <a:cubicBezTo>
                  <a:pt x="53" y="53"/>
                  <a:pt x="53" y="53"/>
                  <a:pt x="53" y="53"/>
                </a:cubicBezTo>
                <a:cubicBezTo>
                  <a:pt x="443" y="53"/>
                  <a:pt x="443" y="53"/>
                  <a:pt x="443" y="53"/>
                </a:cubicBezTo>
                <a:lnTo>
                  <a:pt x="443" y="203"/>
                </a:lnTo>
                <a:close/>
                <a:moveTo>
                  <a:pt x="177" y="79"/>
                </a:moveTo>
                <a:lnTo>
                  <a:pt x="177" y="79"/>
                </a:lnTo>
                <a:cubicBezTo>
                  <a:pt x="71" y="79"/>
                  <a:pt x="71" y="79"/>
                  <a:pt x="71" y="79"/>
                </a:cubicBezTo>
                <a:cubicBezTo>
                  <a:pt x="71" y="177"/>
                  <a:pt x="71" y="177"/>
                  <a:pt x="71" y="177"/>
                </a:cubicBezTo>
                <a:cubicBezTo>
                  <a:pt x="177" y="177"/>
                  <a:pt x="177" y="177"/>
                  <a:pt x="177" y="177"/>
                </a:cubicBezTo>
                <a:lnTo>
                  <a:pt x="177" y="79"/>
                </a:lnTo>
                <a:close/>
                <a:moveTo>
                  <a:pt x="301" y="79"/>
                </a:moveTo>
                <a:lnTo>
                  <a:pt x="301" y="79"/>
                </a:lnTo>
                <a:cubicBezTo>
                  <a:pt x="195" y="79"/>
                  <a:pt x="195" y="79"/>
                  <a:pt x="195" y="79"/>
                </a:cubicBezTo>
                <a:cubicBezTo>
                  <a:pt x="195" y="177"/>
                  <a:pt x="195" y="177"/>
                  <a:pt x="195" y="177"/>
                </a:cubicBezTo>
                <a:cubicBezTo>
                  <a:pt x="301" y="177"/>
                  <a:pt x="301" y="177"/>
                  <a:pt x="301" y="177"/>
                </a:cubicBezTo>
                <a:lnTo>
                  <a:pt x="301" y="7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6" name="Freeform 92"/>
          <p:cNvSpPr/>
          <p:nvPr/>
        </p:nvSpPr>
        <p:spPr>
          <a:xfrm>
            <a:off x="2268360" y="3772080"/>
            <a:ext cx="223920" cy="109440"/>
          </a:xfrm>
          <a:custGeom>
            <a:avLst/>
            <a:gdLst/>
            <a:ahLst/>
            <a:rect l="l" t="t" r="r" b="b"/>
            <a:pathLst>
              <a:path w="497" h="248">
                <a:moveTo>
                  <a:pt x="443" y="0"/>
                </a:moveTo>
                <a:lnTo>
                  <a:pt x="443" y="0"/>
                </a:lnTo>
                <a:cubicBezTo>
                  <a:pt x="53" y="0"/>
                  <a:pt x="53" y="0"/>
                  <a:pt x="53" y="0"/>
                </a:cubicBezTo>
                <a:cubicBezTo>
                  <a:pt x="18" y="0"/>
                  <a:pt x="0" y="26"/>
                  <a:pt x="0" y="53"/>
                </a:cubicBezTo>
                <a:cubicBezTo>
                  <a:pt x="0" y="203"/>
                  <a:pt x="0" y="203"/>
                  <a:pt x="0" y="203"/>
                </a:cubicBezTo>
                <a:cubicBezTo>
                  <a:pt x="0" y="230"/>
                  <a:pt x="18" y="247"/>
                  <a:pt x="53" y="247"/>
                </a:cubicBezTo>
                <a:cubicBezTo>
                  <a:pt x="443" y="247"/>
                  <a:pt x="443" y="247"/>
                  <a:pt x="443" y="247"/>
                </a:cubicBezTo>
                <a:cubicBezTo>
                  <a:pt x="470" y="247"/>
                  <a:pt x="496" y="230"/>
                  <a:pt x="496" y="203"/>
                </a:cubicBezTo>
                <a:cubicBezTo>
                  <a:pt x="496" y="53"/>
                  <a:pt x="496" y="53"/>
                  <a:pt x="496" y="53"/>
                </a:cubicBezTo>
                <a:cubicBezTo>
                  <a:pt x="496" y="26"/>
                  <a:pt x="470" y="0"/>
                  <a:pt x="443" y="0"/>
                </a:cubicBezTo>
                <a:close/>
                <a:moveTo>
                  <a:pt x="443" y="203"/>
                </a:moveTo>
                <a:lnTo>
                  <a:pt x="443" y="203"/>
                </a:lnTo>
                <a:cubicBezTo>
                  <a:pt x="53" y="203"/>
                  <a:pt x="53" y="203"/>
                  <a:pt x="53" y="203"/>
                </a:cubicBezTo>
                <a:cubicBezTo>
                  <a:pt x="53" y="53"/>
                  <a:pt x="53" y="53"/>
                  <a:pt x="53" y="53"/>
                </a:cubicBezTo>
                <a:cubicBezTo>
                  <a:pt x="443" y="53"/>
                  <a:pt x="443" y="53"/>
                  <a:pt x="443" y="53"/>
                </a:cubicBezTo>
                <a:lnTo>
                  <a:pt x="443" y="203"/>
                </a:lnTo>
                <a:close/>
                <a:moveTo>
                  <a:pt x="177" y="79"/>
                </a:moveTo>
                <a:lnTo>
                  <a:pt x="177" y="79"/>
                </a:lnTo>
                <a:cubicBezTo>
                  <a:pt x="71" y="79"/>
                  <a:pt x="71" y="79"/>
                  <a:pt x="71" y="79"/>
                </a:cubicBezTo>
                <a:cubicBezTo>
                  <a:pt x="71" y="177"/>
                  <a:pt x="71" y="177"/>
                  <a:pt x="71" y="177"/>
                </a:cubicBezTo>
                <a:cubicBezTo>
                  <a:pt x="177" y="177"/>
                  <a:pt x="177" y="177"/>
                  <a:pt x="177" y="177"/>
                </a:cubicBezTo>
                <a:lnTo>
                  <a:pt x="177" y="7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7" name="Freeform 93"/>
          <p:cNvSpPr/>
          <p:nvPr/>
        </p:nvSpPr>
        <p:spPr>
          <a:xfrm>
            <a:off x="2714760" y="3772080"/>
            <a:ext cx="223560" cy="109440"/>
          </a:xfrm>
          <a:custGeom>
            <a:avLst/>
            <a:gdLst/>
            <a:ahLst/>
            <a:rect l="l" t="t" r="r" b="b"/>
            <a:pathLst>
              <a:path w="497" h="248">
                <a:moveTo>
                  <a:pt x="442" y="0"/>
                </a:moveTo>
                <a:lnTo>
                  <a:pt x="442" y="0"/>
                </a:lnTo>
                <a:cubicBezTo>
                  <a:pt x="53" y="0"/>
                  <a:pt x="53" y="0"/>
                  <a:pt x="53" y="0"/>
                </a:cubicBezTo>
                <a:cubicBezTo>
                  <a:pt x="17" y="0"/>
                  <a:pt x="0" y="26"/>
                  <a:pt x="0" y="53"/>
                </a:cubicBezTo>
                <a:cubicBezTo>
                  <a:pt x="0" y="203"/>
                  <a:pt x="0" y="203"/>
                  <a:pt x="0" y="203"/>
                </a:cubicBezTo>
                <a:cubicBezTo>
                  <a:pt x="0" y="230"/>
                  <a:pt x="17" y="247"/>
                  <a:pt x="53" y="247"/>
                </a:cubicBezTo>
                <a:cubicBezTo>
                  <a:pt x="442" y="247"/>
                  <a:pt x="442" y="247"/>
                  <a:pt x="442" y="247"/>
                </a:cubicBezTo>
                <a:cubicBezTo>
                  <a:pt x="470" y="247"/>
                  <a:pt x="496" y="230"/>
                  <a:pt x="496" y="203"/>
                </a:cubicBezTo>
                <a:cubicBezTo>
                  <a:pt x="496" y="53"/>
                  <a:pt x="496" y="53"/>
                  <a:pt x="496" y="53"/>
                </a:cubicBezTo>
                <a:cubicBezTo>
                  <a:pt x="496" y="26"/>
                  <a:pt x="470" y="0"/>
                  <a:pt x="442" y="0"/>
                </a:cubicBezTo>
                <a:close/>
                <a:moveTo>
                  <a:pt x="442" y="203"/>
                </a:moveTo>
                <a:lnTo>
                  <a:pt x="442" y="203"/>
                </a:lnTo>
                <a:cubicBezTo>
                  <a:pt x="53" y="203"/>
                  <a:pt x="53" y="203"/>
                  <a:pt x="53" y="203"/>
                </a:cubicBezTo>
                <a:cubicBezTo>
                  <a:pt x="53" y="53"/>
                  <a:pt x="53" y="53"/>
                  <a:pt x="53" y="53"/>
                </a:cubicBezTo>
                <a:cubicBezTo>
                  <a:pt x="442" y="53"/>
                  <a:pt x="442" y="53"/>
                  <a:pt x="442" y="53"/>
                </a:cubicBezTo>
                <a:lnTo>
                  <a:pt x="442" y="20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8" name="Freeform 94"/>
          <p:cNvSpPr/>
          <p:nvPr/>
        </p:nvSpPr>
        <p:spPr>
          <a:xfrm>
            <a:off x="4494240" y="1108080"/>
            <a:ext cx="223920" cy="101520"/>
          </a:xfrm>
          <a:custGeom>
            <a:avLst/>
            <a:gdLst/>
            <a:ahLst/>
            <a:rect l="l" t="t" r="r" b="b"/>
            <a:pathLst>
              <a:path w="498" h="223">
                <a:moveTo>
                  <a:pt x="478" y="90"/>
                </a:moveTo>
                <a:lnTo>
                  <a:pt x="478" y="90"/>
                </a:lnTo>
                <a:cubicBezTo>
                  <a:pt x="470" y="72"/>
                  <a:pt x="425" y="27"/>
                  <a:pt x="399" y="9"/>
                </a:cubicBezTo>
                <a:cubicBezTo>
                  <a:pt x="399" y="0"/>
                  <a:pt x="390" y="0"/>
                  <a:pt x="372" y="0"/>
                </a:cubicBezTo>
                <a:cubicBezTo>
                  <a:pt x="364" y="0"/>
                  <a:pt x="249" y="0"/>
                  <a:pt x="249" y="0"/>
                </a:cubicBezTo>
                <a:cubicBezTo>
                  <a:pt x="249" y="0"/>
                  <a:pt x="133" y="0"/>
                  <a:pt x="124" y="0"/>
                </a:cubicBezTo>
                <a:cubicBezTo>
                  <a:pt x="106" y="0"/>
                  <a:pt x="98" y="0"/>
                  <a:pt x="98" y="9"/>
                </a:cubicBezTo>
                <a:cubicBezTo>
                  <a:pt x="71" y="27"/>
                  <a:pt x="27" y="72"/>
                  <a:pt x="18" y="90"/>
                </a:cubicBezTo>
                <a:cubicBezTo>
                  <a:pt x="0" y="98"/>
                  <a:pt x="0" y="107"/>
                  <a:pt x="0" y="125"/>
                </a:cubicBezTo>
                <a:cubicBezTo>
                  <a:pt x="18" y="196"/>
                  <a:pt x="18" y="196"/>
                  <a:pt x="18" y="196"/>
                </a:cubicBezTo>
                <a:cubicBezTo>
                  <a:pt x="18" y="213"/>
                  <a:pt x="36" y="222"/>
                  <a:pt x="45" y="222"/>
                </a:cubicBezTo>
                <a:cubicBezTo>
                  <a:pt x="452" y="222"/>
                  <a:pt x="452" y="222"/>
                  <a:pt x="452" y="222"/>
                </a:cubicBezTo>
                <a:cubicBezTo>
                  <a:pt x="461" y="222"/>
                  <a:pt x="478" y="213"/>
                  <a:pt x="478" y="196"/>
                </a:cubicBezTo>
                <a:cubicBezTo>
                  <a:pt x="497" y="125"/>
                  <a:pt x="497" y="125"/>
                  <a:pt x="497" y="125"/>
                </a:cubicBezTo>
                <a:cubicBezTo>
                  <a:pt x="497" y="107"/>
                  <a:pt x="497" y="98"/>
                  <a:pt x="478" y="90"/>
                </a:cubicBezTo>
                <a:close/>
                <a:moveTo>
                  <a:pt x="346" y="98"/>
                </a:moveTo>
                <a:lnTo>
                  <a:pt x="346" y="98"/>
                </a:lnTo>
                <a:lnTo>
                  <a:pt x="346" y="107"/>
                </a:lnTo>
                <a:cubicBezTo>
                  <a:pt x="319" y="151"/>
                  <a:pt x="319" y="151"/>
                  <a:pt x="319" y="151"/>
                </a:cubicBezTo>
                <a:cubicBezTo>
                  <a:pt x="178" y="151"/>
                  <a:pt x="178" y="151"/>
                  <a:pt x="178" y="151"/>
                </a:cubicBezTo>
                <a:cubicBezTo>
                  <a:pt x="151" y="107"/>
                  <a:pt x="151" y="107"/>
                  <a:pt x="151" y="107"/>
                </a:cubicBezTo>
                <a:lnTo>
                  <a:pt x="151" y="98"/>
                </a:lnTo>
                <a:cubicBezTo>
                  <a:pt x="62" y="98"/>
                  <a:pt x="62" y="98"/>
                  <a:pt x="62" y="98"/>
                </a:cubicBezTo>
                <a:cubicBezTo>
                  <a:pt x="106" y="45"/>
                  <a:pt x="106" y="45"/>
                  <a:pt x="106" y="45"/>
                </a:cubicBezTo>
                <a:cubicBezTo>
                  <a:pt x="390" y="45"/>
                  <a:pt x="390" y="45"/>
                  <a:pt x="390" y="45"/>
                </a:cubicBezTo>
                <a:cubicBezTo>
                  <a:pt x="434" y="98"/>
                  <a:pt x="434" y="98"/>
                  <a:pt x="434" y="98"/>
                </a:cubicBezTo>
                <a:lnTo>
                  <a:pt x="346" y="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9" name="Freeform 96"/>
          <p:cNvSpPr/>
          <p:nvPr/>
        </p:nvSpPr>
        <p:spPr>
          <a:xfrm>
            <a:off x="4940280" y="3732120"/>
            <a:ext cx="223920" cy="195480"/>
          </a:xfrm>
          <a:custGeom>
            <a:avLst/>
            <a:gdLst/>
            <a:ahLst/>
            <a:rect l="l" t="t" r="r" b="b"/>
            <a:pathLst>
              <a:path w="497" h="435">
                <a:moveTo>
                  <a:pt x="442" y="0"/>
                </a:moveTo>
                <a:lnTo>
                  <a:pt x="442" y="0"/>
                </a:lnTo>
                <a:cubicBezTo>
                  <a:pt x="53" y="0"/>
                  <a:pt x="53" y="0"/>
                  <a:pt x="53" y="0"/>
                </a:cubicBezTo>
                <a:cubicBezTo>
                  <a:pt x="26" y="0"/>
                  <a:pt x="0" y="17"/>
                  <a:pt x="0" y="44"/>
                </a:cubicBezTo>
                <a:cubicBezTo>
                  <a:pt x="0" y="319"/>
                  <a:pt x="0" y="319"/>
                  <a:pt x="0" y="319"/>
                </a:cubicBezTo>
                <a:cubicBezTo>
                  <a:pt x="0" y="345"/>
                  <a:pt x="17" y="372"/>
                  <a:pt x="44" y="381"/>
                </a:cubicBezTo>
                <a:cubicBezTo>
                  <a:pt x="160" y="399"/>
                  <a:pt x="160" y="399"/>
                  <a:pt x="160" y="399"/>
                </a:cubicBezTo>
                <a:cubicBezTo>
                  <a:pt x="160" y="399"/>
                  <a:pt x="62" y="434"/>
                  <a:pt x="123" y="434"/>
                </a:cubicBezTo>
                <a:cubicBezTo>
                  <a:pt x="372" y="434"/>
                  <a:pt x="372" y="434"/>
                  <a:pt x="372" y="434"/>
                </a:cubicBezTo>
                <a:cubicBezTo>
                  <a:pt x="434" y="434"/>
                  <a:pt x="336" y="399"/>
                  <a:pt x="336" y="399"/>
                </a:cubicBezTo>
                <a:cubicBezTo>
                  <a:pt x="451" y="381"/>
                  <a:pt x="451" y="381"/>
                  <a:pt x="451" y="381"/>
                </a:cubicBezTo>
                <a:cubicBezTo>
                  <a:pt x="479" y="372"/>
                  <a:pt x="496" y="345"/>
                  <a:pt x="496" y="319"/>
                </a:cubicBezTo>
                <a:cubicBezTo>
                  <a:pt x="496" y="44"/>
                  <a:pt x="496" y="44"/>
                  <a:pt x="496" y="44"/>
                </a:cubicBezTo>
                <a:cubicBezTo>
                  <a:pt x="496" y="17"/>
                  <a:pt x="470" y="0"/>
                  <a:pt x="442" y="0"/>
                </a:cubicBezTo>
                <a:close/>
                <a:moveTo>
                  <a:pt x="442" y="319"/>
                </a:moveTo>
                <a:lnTo>
                  <a:pt x="442" y="319"/>
                </a:lnTo>
                <a:cubicBezTo>
                  <a:pt x="53" y="319"/>
                  <a:pt x="53" y="319"/>
                  <a:pt x="53" y="319"/>
                </a:cubicBezTo>
                <a:cubicBezTo>
                  <a:pt x="53" y="44"/>
                  <a:pt x="53" y="44"/>
                  <a:pt x="53" y="44"/>
                </a:cubicBezTo>
                <a:cubicBezTo>
                  <a:pt x="442" y="44"/>
                  <a:pt x="442" y="44"/>
                  <a:pt x="442" y="44"/>
                </a:cubicBezTo>
                <a:lnTo>
                  <a:pt x="442" y="31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0" name="Freeform 97"/>
          <p:cNvSpPr/>
          <p:nvPr/>
        </p:nvSpPr>
        <p:spPr>
          <a:xfrm>
            <a:off x="5830920" y="2841480"/>
            <a:ext cx="223920" cy="192240"/>
          </a:xfrm>
          <a:custGeom>
            <a:avLst/>
            <a:gdLst/>
            <a:ahLst/>
            <a:rect l="l" t="t" r="r" b="b"/>
            <a:pathLst>
              <a:path w="497" h="426">
                <a:moveTo>
                  <a:pt x="230" y="231"/>
                </a:moveTo>
                <a:lnTo>
                  <a:pt x="230" y="231"/>
                </a:lnTo>
                <a:cubicBezTo>
                  <a:pt x="274" y="231"/>
                  <a:pt x="274" y="231"/>
                  <a:pt x="274" y="231"/>
                </a:cubicBezTo>
                <a:cubicBezTo>
                  <a:pt x="274" y="275"/>
                  <a:pt x="274" y="275"/>
                  <a:pt x="274" y="275"/>
                </a:cubicBezTo>
                <a:cubicBezTo>
                  <a:pt x="496" y="275"/>
                  <a:pt x="496" y="275"/>
                  <a:pt x="496" y="275"/>
                </a:cubicBezTo>
                <a:cubicBezTo>
                  <a:pt x="496" y="275"/>
                  <a:pt x="496" y="168"/>
                  <a:pt x="487" y="133"/>
                </a:cubicBezTo>
                <a:cubicBezTo>
                  <a:pt x="487" y="97"/>
                  <a:pt x="478" y="80"/>
                  <a:pt x="443" y="80"/>
                </a:cubicBezTo>
                <a:cubicBezTo>
                  <a:pt x="363" y="80"/>
                  <a:pt x="363" y="80"/>
                  <a:pt x="363" y="80"/>
                </a:cubicBezTo>
                <a:cubicBezTo>
                  <a:pt x="345" y="53"/>
                  <a:pt x="337" y="27"/>
                  <a:pt x="337" y="27"/>
                </a:cubicBezTo>
                <a:cubicBezTo>
                  <a:pt x="328" y="9"/>
                  <a:pt x="319" y="0"/>
                  <a:pt x="300" y="0"/>
                </a:cubicBezTo>
                <a:cubicBezTo>
                  <a:pt x="194" y="0"/>
                  <a:pt x="194" y="0"/>
                  <a:pt x="194" y="0"/>
                </a:cubicBezTo>
                <a:cubicBezTo>
                  <a:pt x="177" y="0"/>
                  <a:pt x="168" y="9"/>
                  <a:pt x="168" y="27"/>
                </a:cubicBezTo>
                <a:cubicBezTo>
                  <a:pt x="159" y="27"/>
                  <a:pt x="150" y="53"/>
                  <a:pt x="133" y="80"/>
                </a:cubicBezTo>
                <a:cubicBezTo>
                  <a:pt x="53" y="80"/>
                  <a:pt x="53" y="80"/>
                  <a:pt x="53" y="80"/>
                </a:cubicBezTo>
                <a:cubicBezTo>
                  <a:pt x="17" y="80"/>
                  <a:pt x="9" y="97"/>
                  <a:pt x="9" y="133"/>
                </a:cubicBezTo>
                <a:cubicBezTo>
                  <a:pt x="0" y="168"/>
                  <a:pt x="0" y="275"/>
                  <a:pt x="0" y="275"/>
                </a:cubicBezTo>
                <a:cubicBezTo>
                  <a:pt x="230" y="275"/>
                  <a:pt x="230" y="275"/>
                  <a:pt x="230" y="275"/>
                </a:cubicBezTo>
                <a:lnTo>
                  <a:pt x="230" y="231"/>
                </a:lnTo>
                <a:close/>
                <a:moveTo>
                  <a:pt x="186" y="53"/>
                </a:moveTo>
                <a:lnTo>
                  <a:pt x="186" y="53"/>
                </a:lnTo>
                <a:cubicBezTo>
                  <a:pt x="194" y="44"/>
                  <a:pt x="194" y="36"/>
                  <a:pt x="212" y="36"/>
                </a:cubicBezTo>
                <a:cubicBezTo>
                  <a:pt x="284" y="36"/>
                  <a:pt x="284" y="36"/>
                  <a:pt x="284" y="36"/>
                </a:cubicBezTo>
                <a:cubicBezTo>
                  <a:pt x="300" y="36"/>
                  <a:pt x="300" y="44"/>
                  <a:pt x="309" y="53"/>
                </a:cubicBezTo>
                <a:cubicBezTo>
                  <a:pt x="309" y="53"/>
                  <a:pt x="319" y="71"/>
                  <a:pt x="319" y="80"/>
                </a:cubicBezTo>
                <a:cubicBezTo>
                  <a:pt x="177" y="80"/>
                  <a:pt x="177" y="80"/>
                  <a:pt x="177" y="80"/>
                </a:cubicBezTo>
                <a:cubicBezTo>
                  <a:pt x="186" y="71"/>
                  <a:pt x="186" y="53"/>
                  <a:pt x="186" y="53"/>
                </a:cubicBezTo>
                <a:close/>
                <a:moveTo>
                  <a:pt x="274" y="355"/>
                </a:moveTo>
                <a:lnTo>
                  <a:pt x="274" y="355"/>
                </a:lnTo>
                <a:cubicBezTo>
                  <a:pt x="230" y="355"/>
                  <a:pt x="230" y="355"/>
                  <a:pt x="230" y="355"/>
                </a:cubicBezTo>
                <a:cubicBezTo>
                  <a:pt x="230" y="302"/>
                  <a:pt x="230" y="302"/>
                  <a:pt x="230" y="302"/>
                </a:cubicBezTo>
                <a:cubicBezTo>
                  <a:pt x="9" y="302"/>
                  <a:pt x="9" y="302"/>
                  <a:pt x="9" y="302"/>
                </a:cubicBezTo>
                <a:cubicBezTo>
                  <a:pt x="9" y="302"/>
                  <a:pt x="17" y="346"/>
                  <a:pt x="17" y="381"/>
                </a:cubicBezTo>
                <a:cubicBezTo>
                  <a:pt x="17" y="399"/>
                  <a:pt x="26" y="425"/>
                  <a:pt x="62" y="425"/>
                </a:cubicBezTo>
                <a:cubicBezTo>
                  <a:pt x="434" y="425"/>
                  <a:pt x="434" y="425"/>
                  <a:pt x="434" y="425"/>
                </a:cubicBezTo>
                <a:cubicBezTo>
                  <a:pt x="469" y="425"/>
                  <a:pt x="478" y="399"/>
                  <a:pt x="478" y="381"/>
                </a:cubicBezTo>
                <a:cubicBezTo>
                  <a:pt x="478" y="346"/>
                  <a:pt x="487" y="302"/>
                  <a:pt x="487" y="302"/>
                </a:cubicBezTo>
                <a:cubicBezTo>
                  <a:pt x="274" y="302"/>
                  <a:pt x="274" y="302"/>
                  <a:pt x="274" y="302"/>
                </a:cubicBezTo>
                <a:lnTo>
                  <a:pt x="274" y="35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1" name="Freeform 99"/>
          <p:cNvSpPr/>
          <p:nvPr/>
        </p:nvSpPr>
        <p:spPr>
          <a:xfrm>
            <a:off x="2268360" y="3314880"/>
            <a:ext cx="223920" cy="136440"/>
          </a:xfrm>
          <a:custGeom>
            <a:avLst/>
            <a:gdLst/>
            <a:ahLst/>
            <a:rect l="l" t="t" r="r" b="b"/>
            <a:pathLst>
              <a:path w="497" h="303">
                <a:moveTo>
                  <a:pt x="381" y="151"/>
                </a:moveTo>
                <a:lnTo>
                  <a:pt x="381" y="151"/>
                </a:lnTo>
                <a:cubicBezTo>
                  <a:pt x="381" y="90"/>
                  <a:pt x="417" y="45"/>
                  <a:pt x="434" y="45"/>
                </a:cubicBezTo>
                <a:cubicBezTo>
                  <a:pt x="443" y="45"/>
                  <a:pt x="470" y="45"/>
                  <a:pt x="470" y="45"/>
                </a:cubicBezTo>
                <a:cubicBezTo>
                  <a:pt x="452" y="18"/>
                  <a:pt x="443" y="0"/>
                  <a:pt x="381" y="0"/>
                </a:cubicBezTo>
                <a:cubicBezTo>
                  <a:pt x="133" y="0"/>
                  <a:pt x="133" y="0"/>
                  <a:pt x="133" y="0"/>
                </a:cubicBezTo>
                <a:cubicBezTo>
                  <a:pt x="36" y="0"/>
                  <a:pt x="0" y="90"/>
                  <a:pt x="0" y="151"/>
                </a:cubicBezTo>
                <a:cubicBezTo>
                  <a:pt x="0" y="213"/>
                  <a:pt x="36" y="302"/>
                  <a:pt x="133" y="302"/>
                </a:cubicBezTo>
                <a:cubicBezTo>
                  <a:pt x="381" y="302"/>
                  <a:pt x="381" y="302"/>
                  <a:pt x="381" y="302"/>
                </a:cubicBezTo>
                <a:cubicBezTo>
                  <a:pt x="443" y="302"/>
                  <a:pt x="452" y="284"/>
                  <a:pt x="470" y="257"/>
                </a:cubicBezTo>
                <a:cubicBezTo>
                  <a:pt x="470" y="257"/>
                  <a:pt x="461" y="257"/>
                  <a:pt x="434" y="257"/>
                </a:cubicBezTo>
                <a:cubicBezTo>
                  <a:pt x="417" y="257"/>
                  <a:pt x="381" y="222"/>
                  <a:pt x="381" y="151"/>
                </a:cubicBezTo>
                <a:close/>
                <a:moveTo>
                  <a:pt x="310" y="196"/>
                </a:moveTo>
                <a:lnTo>
                  <a:pt x="310" y="196"/>
                </a:lnTo>
                <a:cubicBezTo>
                  <a:pt x="310" y="204"/>
                  <a:pt x="302" y="196"/>
                  <a:pt x="302" y="196"/>
                </a:cubicBezTo>
                <a:cubicBezTo>
                  <a:pt x="221" y="169"/>
                  <a:pt x="221" y="169"/>
                  <a:pt x="221" y="169"/>
                </a:cubicBezTo>
                <a:cubicBezTo>
                  <a:pt x="221" y="169"/>
                  <a:pt x="221" y="178"/>
                  <a:pt x="212" y="196"/>
                </a:cubicBezTo>
                <a:cubicBezTo>
                  <a:pt x="204" y="204"/>
                  <a:pt x="204" y="222"/>
                  <a:pt x="186" y="204"/>
                </a:cubicBezTo>
                <a:cubicBezTo>
                  <a:pt x="159" y="187"/>
                  <a:pt x="98" y="125"/>
                  <a:pt x="98" y="125"/>
                </a:cubicBezTo>
                <a:cubicBezTo>
                  <a:pt x="98" y="125"/>
                  <a:pt x="89" y="116"/>
                  <a:pt x="89" y="107"/>
                </a:cubicBezTo>
                <a:cubicBezTo>
                  <a:pt x="98" y="107"/>
                  <a:pt x="106" y="107"/>
                  <a:pt x="106" y="107"/>
                </a:cubicBezTo>
                <a:cubicBezTo>
                  <a:pt x="177" y="143"/>
                  <a:pt x="177" y="143"/>
                  <a:pt x="177" y="143"/>
                </a:cubicBezTo>
                <a:cubicBezTo>
                  <a:pt x="177" y="143"/>
                  <a:pt x="186" y="125"/>
                  <a:pt x="195" y="116"/>
                </a:cubicBezTo>
                <a:cubicBezTo>
                  <a:pt x="195" y="98"/>
                  <a:pt x="204" y="90"/>
                  <a:pt x="221" y="107"/>
                </a:cubicBezTo>
                <a:cubicBezTo>
                  <a:pt x="239" y="116"/>
                  <a:pt x="310" y="187"/>
                  <a:pt x="310" y="187"/>
                </a:cubicBezTo>
                <a:cubicBezTo>
                  <a:pt x="310" y="187"/>
                  <a:pt x="319" y="196"/>
                  <a:pt x="310" y="196"/>
                </a:cubicBezTo>
                <a:close/>
                <a:moveTo>
                  <a:pt x="470" y="98"/>
                </a:moveTo>
                <a:lnTo>
                  <a:pt x="470" y="98"/>
                </a:lnTo>
                <a:cubicBezTo>
                  <a:pt x="452" y="98"/>
                  <a:pt x="452" y="98"/>
                  <a:pt x="452" y="98"/>
                </a:cubicBezTo>
                <a:cubicBezTo>
                  <a:pt x="434" y="98"/>
                  <a:pt x="425" y="125"/>
                  <a:pt x="425" y="151"/>
                </a:cubicBezTo>
                <a:cubicBezTo>
                  <a:pt x="425" y="178"/>
                  <a:pt x="434" y="204"/>
                  <a:pt x="452" y="204"/>
                </a:cubicBezTo>
                <a:cubicBezTo>
                  <a:pt x="470" y="204"/>
                  <a:pt x="470" y="204"/>
                  <a:pt x="470" y="204"/>
                </a:cubicBezTo>
                <a:cubicBezTo>
                  <a:pt x="478" y="204"/>
                  <a:pt x="496" y="178"/>
                  <a:pt x="496" y="151"/>
                </a:cubicBezTo>
                <a:cubicBezTo>
                  <a:pt x="496" y="125"/>
                  <a:pt x="478" y="98"/>
                  <a:pt x="470" y="9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2" name="Freeform 100"/>
          <p:cNvSpPr/>
          <p:nvPr/>
        </p:nvSpPr>
        <p:spPr>
          <a:xfrm>
            <a:off x="4494240" y="2865600"/>
            <a:ext cx="223920" cy="144360"/>
          </a:xfrm>
          <a:custGeom>
            <a:avLst/>
            <a:gdLst/>
            <a:ahLst/>
            <a:rect l="l" t="t" r="r" b="b"/>
            <a:pathLst>
              <a:path w="498" h="320">
                <a:moveTo>
                  <a:pt x="381" y="89"/>
                </a:moveTo>
                <a:lnTo>
                  <a:pt x="381" y="89"/>
                </a:lnTo>
                <a:cubicBezTo>
                  <a:pt x="372" y="89"/>
                  <a:pt x="364" y="89"/>
                  <a:pt x="355" y="89"/>
                </a:cubicBezTo>
                <a:cubicBezTo>
                  <a:pt x="337" y="36"/>
                  <a:pt x="293" y="0"/>
                  <a:pt x="231" y="0"/>
                </a:cubicBezTo>
                <a:cubicBezTo>
                  <a:pt x="160" y="0"/>
                  <a:pt x="98" y="62"/>
                  <a:pt x="98" y="134"/>
                </a:cubicBezTo>
                <a:cubicBezTo>
                  <a:pt x="98" y="134"/>
                  <a:pt x="98" y="142"/>
                  <a:pt x="98" y="150"/>
                </a:cubicBezTo>
                <a:cubicBezTo>
                  <a:pt x="98" y="150"/>
                  <a:pt x="98" y="150"/>
                  <a:pt x="89" y="150"/>
                </a:cubicBezTo>
                <a:cubicBezTo>
                  <a:pt x="45" y="150"/>
                  <a:pt x="0" y="187"/>
                  <a:pt x="0" y="240"/>
                </a:cubicBezTo>
                <a:cubicBezTo>
                  <a:pt x="0" y="284"/>
                  <a:pt x="45" y="319"/>
                  <a:pt x="89" y="319"/>
                </a:cubicBezTo>
                <a:cubicBezTo>
                  <a:pt x="381" y="319"/>
                  <a:pt x="381" y="319"/>
                  <a:pt x="381" y="319"/>
                </a:cubicBezTo>
                <a:cubicBezTo>
                  <a:pt x="443" y="319"/>
                  <a:pt x="497" y="275"/>
                  <a:pt x="497" y="204"/>
                </a:cubicBezTo>
                <a:cubicBezTo>
                  <a:pt x="497" y="142"/>
                  <a:pt x="443" y="89"/>
                  <a:pt x="381" y="89"/>
                </a:cubicBezTo>
                <a:close/>
                <a:moveTo>
                  <a:pt x="284" y="195"/>
                </a:moveTo>
                <a:lnTo>
                  <a:pt x="284" y="195"/>
                </a:lnTo>
                <a:cubicBezTo>
                  <a:pt x="266" y="213"/>
                  <a:pt x="222" y="266"/>
                  <a:pt x="213" y="275"/>
                </a:cubicBezTo>
                <a:cubicBezTo>
                  <a:pt x="213" y="275"/>
                  <a:pt x="204" y="284"/>
                  <a:pt x="195" y="275"/>
                </a:cubicBezTo>
                <a:cubicBezTo>
                  <a:pt x="195" y="275"/>
                  <a:pt x="195" y="275"/>
                  <a:pt x="195" y="266"/>
                </a:cubicBezTo>
                <a:lnTo>
                  <a:pt x="195" y="257"/>
                </a:lnTo>
                <a:cubicBezTo>
                  <a:pt x="222" y="204"/>
                  <a:pt x="222" y="204"/>
                  <a:pt x="222" y="204"/>
                </a:cubicBezTo>
                <a:cubicBezTo>
                  <a:pt x="222" y="195"/>
                  <a:pt x="213" y="195"/>
                  <a:pt x="204" y="195"/>
                </a:cubicBezTo>
                <a:lnTo>
                  <a:pt x="204" y="195"/>
                </a:lnTo>
                <a:cubicBezTo>
                  <a:pt x="195" y="187"/>
                  <a:pt x="186" y="187"/>
                  <a:pt x="186" y="178"/>
                </a:cubicBezTo>
                <a:cubicBezTo>
                  <a:pt x="186" y="169"/>
                  <a:pt x="186" y="169"/>
                  <a:pt x="195" y="160"/>
                </a:cubicBezTo>
                <a:cubicBezTo>
                  <a:pt x="204" y="142"/>
                  <a:pt x="258" y="89"/>
                  <a:pt x="258" y="89"/>
                </a:cubicBezTo>
                <a:cubicBezTo>
                  <a:pt x="266" y="80"/>
                  <a:pt x="266" y="80"/>
                  <a:pt x="275" y="80"/>
                </a:cubicBezTo>
                <a:cubicBezTo>
                  <a:pt x="275" y="89"/>
                  <a:pt x="284" y="89"/>
                  <a:pt x="284" y="89"/>
                </a:cubicBezTo>
                <a:cubicBezTo>
                  <a:pt x="284" y="97"/>
                  <a:pt x="275" y="97"/>
                  <a:pt x="275" y="106"/>
                </a:cubicBezTo>
                <a:cubicBezTo>
                  <a:pt x="249" y="160"/>
                  <a:pt x="249" y="160"/>
                  <a:pt x="249" y="160"/>
                </a:cubicBezTo>
                <a:cubicBezTo>
                  <a:pt x="258" y="160"/>
                  <a:pt x="266" y="169"/>
                  <a:pt x="275" y="169"/>
                </a:cubicBezTo>
                <a:lnTo>
                  <a:pt x="275" y="169"/>
                </a:lnTo>
                <a:cubicBezTo>
                  <a:pt x="284" y="169"/>
                  <a:pt x="293" y="178"/>
                  <a:pt x="293" y="187"/>
                </a:cubicBezTo>
                <a:lnTo>
                  <a:pt x="284" y="19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3" name="Freeform 101"/>
          <p:cNvSpPr/>
          <p:nvPr/>
        </p:nvSpPr>
        <p:spPr>
          <a:xfrm>
            <a:off x="6275520" y="2408400"/>
            <a:ext cx="223560" cy="171360"/>
          </a:xfrm>
          <a:custGeom>
            <a:avLst/>
            <a:gdLst/>
            <a:ahLst/>
            <a:rect l="l" t="t" r="r" b="b"/>
            <a:pathLst>
              <a:path w="497" h="382">
                <a:moveTo>
                  <a:pt x="80" y="248"/>
                </a:moveTo>
                <a:lnTo>
                  <a:pt x="80" y="248"/>
                </a:lnTo>
                <a:cubicBezTo>
                  <a:pt x="97" y="293"/>
                  <a:pt x="106" y="311"/>
                  <a:pt x="159" y="328"/>
                </a:cubicBezTo>
                <a:cubicBezTo>
                  <a:pt x="203" y="355"/>
                  <a:pt x="230" y="381"/>
                  <a:pt x="248" y="381"/>
                </a:cubicBezTo>
                <a:cubicBezTo>
                  <a:pt x="266" y="381"/>
                  <a:pt x="293" y="355"/>
                  <a:pt x="337" y="337"/>
                </a:cubicBezTo>
                <a:cubicBezTo>
                  <a:pt x="390" y="311"/>
                  <a:pt x="372" y="311"/>
                  <a:pt x="390" y="258"/>
                </a:cubicBezTo>
                <a:cubicBezTo>
                  <a:pt x="248" y="328"/>
                  <a:pt x="248" y="328"/>
                  <a:pt x="248" y="328"/>
                </a:cubicBezTo>
                <a:lnTo>
                  <a:pt x="80" y="248"/>
                </a:lnTo>
                <a:close/>
                <a:moveTo>
                  <a:pt x="487" y="124"/>
                </a:moveTo>
                <a:lnTo>
                  <a:pt x="487" y="124"/>
                </a:lnTo>
                <a:cubicBezTo>
                  <a:pt x="274" y="9"/>
                  <a:pt x="274" y="9"/>
                  <a:pt x="274" y="9"/>
                </a:cubicBezTo>
                <a:cubicBezTo>
                  <a:pt x="266" y="0"/>
                  <a:pt x="239" y="0"/>
                  <a:pt x="221" y="9"/>
                </a:cubicBezTo>
                <a:cubicBezTo>
                  <a:pt x="9" y="124"/>
                  <a:pt x="9" y="124"/>
                  <a:pt x="9" y="124"/>
                </a:cubicBezTo>
                <a:cubicBezTo>
                  <a:pt x="0" y="133"/>
                  <a:pt x="0" y="142"/>
                  <a:pt x="9" y="160"/>
                </a:cubicBezTo>
                <a:cubicBezTo>
                  <a:pt x="221" y="275"/>
                  <a:pt x="221" y="275"/>
                  <a:pt x="221" y="275"/>
                </a:cubicBezTo>
                <a:cubicBezTo>
                  <a:pt x="239" y="284"/>
                  <a:pt x="266" y="284"/>
                  <a:pt x="274" y="275"/>
                </a:cubicBezTo>
                <a:cubicBezTo>
                  <a:pt x="408" y="195"/>
                  <a:pt x="408" y="195"/>
                  <a:pt x="408" y="195"/>
                </a:cubicBezTo>
                <a:cubicBezTo>
                  <a:pt x="266" y="160"/>
                  <a:pt x="266" y="160"/>
                  <a:pt x="266" y="160"/>
                </a:cubicBezTo>
                <a:cubicBezTo>
                  <a:pt x="257" y="160"/>
                  <a:pt x="257" y="168"/>
                  <a:pt x="248" y="168"/>
                </a:cubicBezTo>
                <a:cubicBezTo>
                  <a:pt x="221" y="168"/>
                  <a:pt x="203" y="151"/>
                  <a:pt x="203" y="133"/>
                </a:cubicBezTo>
                <a:cubicBezTo>
                  <a:pt x="203" y="124"/>
                  <a:pt x="221" y="107"/>
                  <a:pt x="248" y="107"/>
                </a:cubicBezTo>
                <a:cubicBezTo>
                  <a:pt x="266" y="107"/>
                  <a:pt x="284" y="115"/>
                  <a:pt x="293" y="124"/>
                </a:cubicBezTo>
                <a:cubicBezTo>
                  <a:pt x="443" y="177"/>
                  <a:pt x="443" y="177"/>
                  <a:pt x="443" y="177"/>
                </a:cubicBezTo>
                <a:cubicBezTo>
                  <a:pt x="487" y="160"/>
                  <a:pt x="487" y="160"/>
                  <a:pt x="487" y="160"/>
                </a:cubicBezTo>
                <a:cubicBezTo>
                  <a:pt x="496" y="142"/>
                  <a:pt x="496" y="133"/>
                  <a:pt x="487" y="124"/>
                </a:cubicBezTo>
                <a:close/>
                <a:moveTo>
                  <a:pt x="425" y="346"/>
                </a:moveTo>
                <a:lnTo>
                  <a:pt x="425" y="346"/>
                </a:lnTo>
                <a:cubicBezTo>
                  <a:pt x="416" y="355"/>
                  <a:pt x="452" y="364"/>
                  <a:pt x="461" y="337"/>
                </a:cubicBezTo>
                <a:cubicBezTo>
                  <a:pt x="469" y="213"/>
                  <a:pt x="443" y="177"/>
                  <a:pt x="443" y="177"/>
                </a:cubicBezTo>
                <a:cubicBezTo>
                  <a:pt x="408" y="195"/>
                  <a:pt x="408" y="195"/>
                  <a:pt x="408" y="195"/>
                </a:cubicBezTo>
                <a:cubicBezTo>
                  <a:pt x="408" y="195"/>
                  <a:pt x="443" y="222"/>
                  <a:pt x="425" y="34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4" name="Freeform 102"/>
          <p:cNvSpPr/>
          <p:nvPr/>
        </p:nvSpPr>
        <p:spPr>
          <a:xfrm>
            <a:off x="1379520" y="2392200"/>
            <a:ext cx="222120" cy="200160"/>
          </a:xfrm>
          <a:custGeom>
            <a:avLst/>
            <a:gdLst/>
            <a:ahLst/>
            <a:rect l="l" t="t" r="r" b="b"/>
            <a:pathLst>
              <a:path w="498" h="445">
                <a:moveTo>
                  <a:pt x="80" y="151"/>
                </a:moveTo>
                <a:lnTo>
                  <a:pt x="80" y="151"/>
                </a:lnTo>
                <a:cubicBezTo>
                  <a:pt x="97" y="134"/>
                  <a:pt x="116" y="143"/>
                  <a:pt x="142" y="169"/>
                </a:cubicBezTo>
                <a:cubicBezTo>
                  <a:pt x="151" y="178"/>
                  <a:pt x="151" y="169"/>
                  <a:pt x="151" y="169"/>
                </a:cubicBezTo>
                <a:cubicBezTo>
                  <a:pt x="160" y="169"/>
                  <a:pt x="186" y="134"/>
                  <a:pt x="195" y="134"/>
                </a:cubicBezTo>
                <a:cubicBezTo>
                  <a:pt x="195" y="134"/>
                  <a:pt x="195" y="134"/>
                  <a:pt x="195" y="125"/>
                </a:cubicBezTo>
                <a:cubicBezTo>
                  <a:pt x="186" y="125"/>
                  <a:pt x="178" y="116"/>
                  <a:pt x="178" y="107"/>
                </a:cubicBezTo>
                <a:cubicBezTo>
                  <a:pt x="133" y="45"/>
                  <a:pt x="301" y="10"/>
                  <a:pt x="275" y="10"/>
                </a:cubicBezTo>
                <a:cubicBezTo>
                  <a:pt x="257" y="0"/>
                  <a:pt x="204" y="0"/>
                  <a:pt x="195" y="0"/>
                </a:cubicBezTo>
                <a:cubicBezTo>
                  <a:pt x="169" y="10"/>
                  <a:pt x="125" y="36"/>
                  <a:pt x="107" y="54"/>
                </a:cubicBezTo>
                <a:cubicBezTo>
                  <a:pt x="80" y="72"/>
                  <a:pt x="72" y="81"/>
                  <a:pt x="72" y="81"/>
                </a:cubicBezTo>
                <a:cubicBezTo>
                  <a:pt x="62" y="89"/>
                  <a:pt x="72" y="107"/>
                  <a:pt x="53" y="116"/>
                </a:cubicBezTo>
                <a:cubicBezTo>
                  <a:pt x="36" y="125"/>
                  <a:pt x="27" y="116"/>
                  <a:pt x="18" y="125"/>
                </a:cubicBezTo>
                <a:cubicBezTo>
                  <a:pt x="18" y="134"/>
                  <a:pt x="9" y="134"/>
                  <a:pt x="0" y="143"/>
                </a:cubicBezTo>
                <a:lnTo>
                  <a:pt x="0" y="151"/>
                </a:lnTo>
                <a:lnTo>
                  <a:pt x="36" y="187"/>
                </a:lnTo>
                <a:cubicBezTo>
                  <a:pt x="36" y="196"/>
                  <a:pt x="44" y="196"/>
                  <a:pt x="53" y="196"/>
                </a:cubicBezTo>
                <a:cubicBezTo>
                  <a:pt x="53" y="187"/>
                  <a:pt x="62" y="178"/>
                  <a:pt x="72" y="178"/>
                </a:cubicBezTo>
                <a:cubicBezTo>
                  <a:pt x="72" y="178"/>
                  <a:pt x="72" y="151"/>
                  <a:pt x="80" y="151"/>
                </a:cubicBezTo>
                <a:close/>
                <a:moveTo>
                  <a:pt x="222" y="160"/>
                </a:moveTo>
                <a:lnTo>
                  <a:pt x="222" y="160"/>
                </a:lnTo>
                <a:cubicBezTo>
                  <a:pt x="213" y="160"/>
                  <a:pt x="213" y="160"/>
                  <a:pt x="213" y="160"/>
                </a:cubicBezTo>
                <a:cubicBezTo>
                  <a:pt x="178" y="187"/>
                  <a:pt x="178" y="187"/>
                  <a:pt x="178" y="187"/>
                </a:cubicBezTo>
                <a:cubicBezTo>
                  <a:pt x="169" y="196"/>
                  <a:pt x="169" y="196"/>
                  <a:pt x="169" y="204"/>
                </a:cubicBezTo>
                <a:cubicBezTo>
                  <a:pt x="381" y="435"/>
                  <a:pt x="381" y="435"/>
                  <a:pt x="381" y="435"/>
                </a:cubicBezTo>
                <a:cubicBezTo>
                  <a:pt x="381" y="444"/>
                  <a:pt x="391" y="444"/>
                  <a:pt x="399" y="435"/>
                </a:cubicBezTo>
                <a:cubicBezTo>
                  <a:pt x="426" y="417"/>
                  <a:pt x="426" y="417"/>
                  <a:pt x="426" y="417"/>
                </a:cubicBezTo>
                <a:cubicBezTo>
                  <a:pt x="426" y="408"/>
                  <a:pt x="426" y="400"/>
                  <a:pt x="426" y="400"/>
                </a:cubicBezTo>
                <a:lnTo>
                  <a:pt x="222" y="160"/>
                </a:lnTo>
                <a:close/>
                <a:moveTo>
                  <a:pt x="497" y="63"/>
                </a:moveTo>
                <a:lnTo>
                  <a:pt x="497" y="63"/>
                </a:lnTo>
                <a:cubicBezTo>
                  <a:pt x="488" y="45"/>
                  <a:pt x="488" y="54"/>
                  <a:pt x="479" y="54"/>
                </a:cubicBezTo>
                <a:cubicBezTo>
                  <a:pt x="479" y="63"/>
                  <a:pt x="461" y="81"/>
                  <a:pt x="461" y="89"/>
                </a:cubicBezTo>
                <a:cubicBezTo>
                  <a:pt x="452" y="107"/>
                  <a:pt x="435" y="125"/>
                  <a:pt x="408" y="107"/>
                </a:cubicBezTo>
                <a:cubicBezTo>
                  <a:pt x="381" y="81"/>
                  <a:pt x="391" y="72"/>
                  <a:pt x="399" y="63"/>
                </a:cubicBezTo>
                <a:cubicBezTo>
                  <a:pt x="399" y="54"/>
                  <a:pt x="417" y="28"/>
                  <a:pt x="417" y="19"/>
                </a:cubicBezTo>
                <a:cubicBezTo>
                  <a:pt x="426" y="19"/>
                  <a:pt x="417" y="10"/>
                  <a:pt x="408" y="10"/>
                </a:cubicBezTo>
                <a:cubicBezTo>
                  <a:pt x="399" y="19"/>
                  <a:pt x="346" y="36"/>
                  <a:pt x="337" y="72"/>
                </a:cubicBezTo>
                <a:cubicBezTo>
                  <a:pt x="328" y="98"/>
                  <a:pt x="346" y="125"/>
                  <a:pt x="319" y="151"/>
                </a:cubicBezTo>
                <a:cubicBezTo>
                  <a:pt x="284" y="187"/>
                  <a:pt x="284" y="187"/>
                  <a:pt x="284" y="187"/>
                </a:cubicBezTo>
                <a:cubicBezTo>
                  <a:pt x="319" y="231"/>
                  <a:pt x="319" y="231"/>
                  <a:pt x="319" y="231"/>
                </a:cubicBezTo>
                <a:cubicBezTo>
                  <a:pt x="364" y="187"/>
                  <a:pt x="364" y="187"/>
                  <a:pt x="364" y="187"/>
                </a:cubicBezTo>
                <a:cubicBezTo>
                  <a:pt x="372" y="178"/>
                  <a:pt x="391" y="169"/>
                  <a:pt x="408" y="178"/>
                </a:cubicBezTo>
                <a:cubicBezTo>
                  <a:pt x="452" y="187"/>
                  <a:pt x="470" y="169"/>
                  <a:pt x="488" y="143"/>
                </a:cubicBezTo>
                <a:cubicBezTo>
                  <a:pt x="497" y="116"/>
                  <a:pt x="497" y="72"/>
                  <a:pt x="497" y="63"/>
                </a:cubicBezTo>
                <a:close/>
                <a:moveTo>
                  <a:pt x="72" y="400"/>
                </a:moveTo>
                <a:lnTo>
                  <a:pt x="72" y="400"/>
                </a:lnTo>
                <a:cubicBezTo>
                  <a:pt x="62" y="408"/>
                  <a:pt x="62" y="417"/>
                  <a:pt x="72" y="417"/>
                </a:cubicBezTo>
                <a:cubicBezTo>
                  <a:pt x="89" y="444"/>
                  <a:pt x="89" y="444"/>
                  <a:pt x="89" y="444"/>
                </a:cubicBezTo>
                <a:cubicBezTo>
                  <a:pt x="97" y="444"/>
                  <a:pt x="107" y="444"/>
                  <a:pt x="107" y="435"/>
                </a:cubicBezTo>
                <a:cubicBezTo>
                  <a:pt x="231" y="320"/>
                  <a:pt x="231" y="320"/>
                  <a:pt x="231" y="320"/>
                </a:cubicBezTo>
                <a:cubicBezTo>
                  <a:pt x="195" y="275"/>
                  <a:pt x="195" y="275"/>
                  <a:pt x="195" y="275"/>
                </a:cubicBezTo>
                <a:lnTo>
                  <a:pt x="72" y="4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5" name="Freeform 103"/>
          <p:cNvSpPr/>
          <p:nvPr/>
        </p:nvSpPr>
        <p:spPr>
          <a:xfrm>
            <a:off x="5408640" y="2384280"/>
            <a:ext cx="173160" cy="219240"/>
          </a:xfrm>
          <a:custGeom>
            <a:avLst/>
            <a:gdLst/>
            <a:ahLst/>
            <a:rect l="l" t="t" r="r" b="b"/>
            <a:pathLst>
              <a:path w="383" h="488">
                <a:moveTo>
                  <a:pt x="116" y="62"/>
                </a:moveTo>
                <a:lnTo>
                  <a:pt x="116" y="62"/>
                </a:lnTo>
                <a:cubicBezTo>
                  <a:pt x="116" y="355"/>
                  <a:pt x="116" y="355"/>
                  <a:pt x="116" y="355"/>
                </a:cubicBezTo>
                <a:cubicBezTo>
                  <a:pt x="98" y="355"/>
                  <a:pt x="80" y="355"/>
                  <a:pt x="63" y="364"/>
                </a:cubicBezTo>
                <a:cubicBezTo>
                  <a:pt x="18" y="372"/>
                  <a:pt x="0" y="417"/>
                  <a:pt x="18" y="443"/>
                </a:cubicBezTo>
                <a:cubicBezTo>
                  <a:pt x="27" y="478"/>
                  <a:pt x="63" y="487"/>
                  <a:pt x="98" y="470"/>
                </a:cubicBezTo>
                <a:cubicBezTo>
                  <a:pt x="133" y="461"/>
                  <a:pt x="160" y="434"/>
                  <a:pt x="160" y="399"/>
                </a:cubicBezTo>
                <a:cubicBezTo>
                  <a:pt x="160" y="399"/>
                  <a:pt x="160" y="248"/>
                  <a:pt x="160" y="160"/>
                </a:cubicBezTo>
                <a:cubicBezTo>
                  <a:pt x="337" y="115"/>
                  <a:pt x="337" y="115"/>
                  <a:pt x="337" y="115"/>
                </a:cubicBezTo>
                <a:cubicBezTo>
                  <a:pt x="337" y="311"/>
                  <a:pt x="337" y="311"/>
                  <a:pt x="337" y="311"/>
                </a:cubicBezTo>
                <a:cubicBezTo>
                  <a:pt x="319" y="301"/>
                  <a:pt x="301" y="301"/>
                  <a:pt x="284" y="311"/>
                </a:cubicBezTo>
                <a:cubicBezTo>
                  <a:pt x="239" y="328"/>
                  <a:pt x="222" y="364"/>
                  <a:pt x="239" y="399"/>
                </a:cubicBezTo>
                <a:cubicBezTo>
                  <a:pt x="248" y="425"/>
                  <a:pt x="284" y="434"/>
                  <a:pt x="319" y="425"/>
                </a:cubicBezTo>
                <a:cubicBezTo>
                  <a:pt x="355" y="408"/>
                  <a:pt x="382" y="381"/>
                  <a:pt x="382" y="355"/>
                </a:cubicBezTo>
                <a:cubicBezTo>
                  <a:pt x="382" y="0"/>
                  <a:pt x="382" y="0"/>
                  <a:pt x="382" y="0"/>
                </a:cubicBezTo>
                <a:lnTo>
                  <a:pt x="116" y="62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6" name="Freeform 104"/>
          <p:cNvSpPr/>
          <p:nvPr/>
        </p:nvSpPr>
        <p:spPr>
          <a:xfrm>
            <a:off x="488880" y="3306600"/>
            <a:ext cx="223920" cy="149400"/>
          </a:xfrm>
          <a:custGeom>
            <a:avLst/>
            <a:gdLst/>
            <a:ahLst/>
            <a:rect l="l" t="t" r="r" b="b"/>
            <a:pathLst>
              <a:path w="497" h="337">
                <a:moveTo>
                  <a:pt x="203" y="257"/>
                </a:moveTo>
                <a:lnTo>
                  <a:pt x="203" y="257"/>
                </a:lnTo>
                <a:cubicBezTo>
                  <a:pt x="186" y="283"/>
                  <a:pt x="194" y="310"/>
                  <a:pt x="221" y="327"/>
                </a:cubicBezTo>
                <a:cubicBezTo>
                  <a:pt x="239" y="336"/>
                  <a:pt x="266" y="336"/>
                  <a:pt x="283" y="310"/>
                </a:cubicBezTo>
                <a:cubicBezTo>
                  <a:pt x="301" y="274"/>
                  <a:pt x="407" y="9"/>
                  <a:pt x="398" y="9"/>
                </a:cubicBezTo>
                <a:cubicBezTo>
                  <a:pt x="389" y="0"/>
                  <a:pt x="221" y="230"/>
                  <a:pt x="203" y="257"/>
                </a:cubicBezTo>
                <a:close/>
                <a:moveTo>
                  <a:pt x="248" y="71"/>
                </a:moveTo>
                <a:lnTo>
                  <a:pt x="248" y="71"/>
                </a:lnTo>
                <a:cubicBezTo>
                  <a:pt x="257" y="71"/>
                  <a:pt x="266" y="71"/>
                  <a:pt x="274" y="71"/>
                </a:cubicBezTo>
                <a:cubicBezTo>
                  <a:pt x="292" y="53"/>
                  <a:pt x="301" y="44"/>
                  <a:pt x="310" y="26"/>
                </a:cubicBezTo>
                <a:cubicBezTo>
                  <a:pt x="292" y="17"/>
                  <a:pt x="274" y="17"/>
                  <a:pt x="248" y="17"/>
                </a:cubicBezTo>
                <a:cubicBezTo>
                  <a:pt x="106" y="17"/>
                  <a:pt x="0" y="133"/>
                  <a:pt x="0" y="283"/>
                </a:cubicBezTo>
                <a:cubicBezTo>
                  <a:pt x="0" y="292"/>
                  <a:pt x="0" y="301"/>
                  <a:pt x="0" y="310"/>
                </a:cubicBezTo>
                <a:cubicBezTo>
                  <a:pt x="0" y="327"/>
                  <a:pt x="17" y="336"/>
                  <a:pt x="26" y="336"/>
                </a:cubicBezTo>
                <a:cubicBezTo>
                  <a:pt x="44" y="336"/>
                  <a:pt x="53" y="319"/>
                  <a:pt x="53" y="310"/>
                </a:cubicBezTo>
                <a:cubicBezTo>
                  <a:pt x="53" y="301"/>
                  <a:pt x="53" y="292"/>
                  <a:pt x="53" y="283"/>
                </a:cubicBezTo>
                <a:cubicBezTo>
                  <a:pt x="53" y="160"/>
                  <a:pt x="132" y="71"/>
                  <a:pt x="248" y="71"/>
                </a:cubicBezTo>
                <a:close/>
                <a:moveTo>
                  <a:pt x="425" y="98"/>
                </a:moveTo>
                <a:lnTo>
                  <a:pt x="425" y="98"/>
                </a:lnTo>
                <a:cubicBezTo>
                  <a:pt x="416" y="115"/>
                  <a:pt x="416" y="133"/>
                  <a:pt x="407" y="151"/>
                </a:cubicBezTo>
                <a:cubicBezTo>
                  <a:pt x="433" y="186"/>
                  <a:pt x="442" y="239"/>
                  <a:pt x="442" y="283"/>
                </a:cubicBezTo>
                <a:cubicBezTo>
                  <a:pt x="442" y="292"/>
                  <a:pt x="442" y="301"/>
                  <a:pt x="442" y="310"/>
                </a:cubicBezTo>
                <a:cubicBezTo>
                  <a:pt x="442" y="319"/>
                  <a:pt x="451" y="336"/>
                  <a:pt x="469" y="336"/>
                </a:cubicBezTo>
                <a:lnTo>
                  <a:pt x="469" y="336"/>
                </a:lnTo>
                <a:cubicBezTo>
                  <a:pt x="478" y="336"/>
                  <a:pt x="496" y="327"/>
                  <a:pt x="496" y="310"/>
                </a:cubicBezTo>
                <a:cubicBezTo>
                  <a:pt x="496" y="301"/>
                  <a:pt x="496" y="292"/>
                  <a:pt x="496" y="283"/>
                </a:cubicBezTo>
                <a:cubicBezTo>
                  <a:pt x="496" y="213"/>
                  <a:pt x="469" y="151"/>
                  <a:pt x="425" y="9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7" name="Freeform 105"/>
          <p:cNvSpPr/>
          <p:nvPr/>
        </p:nvSpPr>
        <p:spPr>
          <a:xfrm>
            <a:off x="933480" y="3298680"/>
            <a:ext cx="227160" cy="171720"/>
          </a:xfrm>
          <a:custGeom>
            <a:avLst/>
            <a:gdLst/>
            <a:ahLst/>
            <a:rect l="l" t="t" r="r" b="b"/>
            <a:pathLst>
              <a:path w="506" h="382">
                <a:moveTo>
                  <a:pt x="488" y="213"/>
                </a:moveTo>
                <a:lnTo>
                  <a:pt x="488" y="213"/>
                </a:lnTo>
                <a:cubicBezTo>
                  <a:pt x="470" y="169"/>
                  <a:pt x="434" y="142"/>
                  <a:pt x="372" y="142"/>
                </a:cubicBezTo>
                <a:cubicBezTo>
                  <a:pt x="372" y="142"/>
                  <a:pt x="372" y="142"/>
                  <a:pt x="363" y="142"/>
                </a:cubicBezTo>
                <a:cubicBezTo>
                  <a:pt x="363" y="89"/>
                  <a:pt x="363" y="89"/>
                  <a:pt x="363" y="89"/>
                </a:cubicBezTo>
                <a:lnTo>
                  <a:pt x="451" y="80"/>
                </a:lnTo>
                <a:cubicBezTo>
                  <a:pt x="461" y="80"/>
                  <a:pt x="461" y="71"/>
                  <a:pt x="461" y="71"/>
                </a:cubicBezTo>
                <a:cubicBezTo>
                  <a:pt x="461" y="71"/>
                  <a:pt x="451" y="53"/>
                  <a:pt x="451" y="44"/>
                </a:cubicBezTo>
                <a:cubicBezTo>
                  <a:pt x="451" y="44"/>
                  <a:pt x="451" y="44"/>
                  <a:pt x="443" y="44"/>
                </a:cubicBezTo>
                <a:lnTo>
                  <a:pt x="363" y="53"/>
                </a:lnTo>
                <a:cubicBezTo>
                  <a:pt x="363" y="53"/>
                  <a:pt x="363" y="9"/>
                  <a:pt x="363" y="0"/>
                </a:cubicBezTo>
                <a:lnTo>
                  <a:pt x="363" y="0"/>
                </a:lnTo>
                <a:cubicBezTo>
                  <a:pt x="354" y="0"/>
                  <a:pt x="336" y="0"/>
                  <a:pt x="336" y="0"/>
                </a:cubicBezTo>
                <a:lnTo>
                  <a:pt x="328" y="0"/>
                </a:lnTo>
                <a:cubicBezTo>
                  <a:pt x="328" y="9"/>
                  <a:pt x="336" y="62"/>
                  <a:pt x="336" y="62"/>
                </a:cubicBezTo>
                <a:lnTo>
                  <a:pt x="257" y="71"/>
                </a:lnTo>
                <a:lnTo>
                  <a:pt x="248" y="80"/>
                </a:lnTo>
                <a:lnTo>
                  <a:pt x="257" y="106"/>
                </a:lnTo>
                <a:lnTo>
                  <a:pt x="257" y="106"/>
                </a:lnTo>
                <a:cubicBezTo>
                  <a:pt x="266" y="106"/>
                  <a:pt x="336" y="97"/>
                  <a:pt x="336" y="97"/>
                </a:cubicBezTo>
                <a:cubicBezTo>
                  <a:pt x="336" y="151"/>
                  <a:pt x="336" y="151"/>
                  <a:pt x="336" y="151"/>
                </a:cubicBezTo>
                <a:cubicBezTo>
                  <a:pt x="310" y="151"/>
                  <a:pt x="292" y="169"/>
                  <a:pt x="275" y="178"/>
                </a:cubicBezTo>
                <a:cubicBezTo>
                  <a:pt x="257" y="204"/>
                  <a:pt x="248" y="231"/>
                  <a:pt x="248" y="257"/>
                </a:cubicBezTo>
                <a:cubicBezTo>
                  <a:pt x="248" y="292"/>
                  <a:pt x="275" y="319"/>
                  <a:pt x="310" y="319"/>
                </a:cubicBezTo>
                <a:cubicBezTo>
                  <a:pt x="381" y="328"/>
                  <a:pt x="434" y="248"/>
                  <a:pt x="451" y="204"/>
                </a:cubicBezTo>
                <a:cubicBezTo>
                  <a:pt x="479" y="239"/>
                  <a:pt x="451" y="310"/>
                  <a:pt x="398" y="354"/>
                </a:cubicBezTo>
                <a:lnTo>
                  <a:pt x="398" y="354"/>
                </a:lnTo>
                <a:lnTo>
                  <a:pt x="407" y="372"/>
                </a:lnTo>
                <a:cubicBezTo>
                  <a:pt x="416" y="381"/>
                  <a:pt x="416" y="381"/>
                  <a:pt x="416" y="372"/>
                </a:cubicBezTo>
                <a:cubicBezTo>
                  <a:pt x="479" y="337"/>
                  <a:pt x="505" y="266"/>
                  <a:pt x="488" y="213"/>
                </a:cubicBezTo>
                <a:close/>
                <a:moveTo>
                  <a:pt x="310" y="292"/>
                </a:moveTo>
                <a:lnTo>
                  <a:pt x="310" y="292"/>
                </a:lnTo>
                <a:cubicBezTo>
                  <a:pt x="283" y="284"/>
                  <a:pt x="283" y="266"/>
                  <a:pt x="283" y="257"/>
                </a:cubicBezTo>
                <a:cubicBezTo>
                  <a:pt x="283" y="231"/>
                  <a:pt x="292" y="213"/>
                  <a:pt x="301" y="204"/>
                </a:cubicBezTo>
                <a:cubicBezTo>
                  <a:pt x="310" y="195"/>
                  <a:pt x="319" y="186"/>
                  <a:pt x="336" y="178"/>
                </a:cubicBezTo>
                <a:cubicBezTo>
                  <a:pt x="336" y="284"/>
                  <a:pt x="336" y="284"/>
                  <a:pt x="336" y="284"/>
                </a:cubicBezTo>
                <a:cubicBezTo>
                  <a:pt x="328" y="292"/>
                  <a:pt x="319" y="292"/>
                  <a:pt x="310" y="292"/>
                </a:cubicBezTo>
                <a:close/>
                <a:moveTo>
                  <a:pt x="363" y="275"/>
                </a:moveTo>
                <a:lnTo>
                  <a:pt x="363" y="275"/>
                </a:lnTo>
                <a:cubicBezTo>
                  <a:pt x="363" y="178"/>
                  <a:pt x="363" y="178"/>
                  <a:pt x="363" y="178"/>
                </a:cubicBezTo>
                <a:cubicBezTo>
                  <a:pt x="372" y="178"/>
                  <a:pt x="372" y="178"/>
                  <a:pt x="372" y="178"/>
                </a:cubicBezTo>
                <a:cubicBezTo>
                  <a:pt x="389" y="178"/>
                  <a:pt x="407" y="178"/>
                  <a:pt x="416" y="186"/>
                </a:cubicBezTo>
                <a:cubicBezTo>
                  <a:pt x="434" y="186"/>
                  <a:pt x="398" y="248"/>
                  <a:pt x="363" y="275"/>
                </a:cubicBezTo>
                <a:close/>
                <a:moveTo>
                  <a:pt x="142" y="89"/>
                </a:moveTo>
                <a:lnTo>
                  <a:pt x="142" y="89"/>
                </a:lnTo>
                <a:cubicBezTo>
                  <a:pt x="142" y="80"/>
                  <a:pt x="142" y="80"/>
                  <a:pt x="142" y="80"/>
                </a:cubicBezTo>
                <a:cubicBezTo>
                  <a:pt x="88" y="80"/>
                  <a:pt x="88" y="80"/>
                  <a:pt x="88" y="80"/>
                </a:cubicBezTo>
                <a:cubicBezTo>
                  <a:pt x="88" y="80"/>
                  <a:pt x="88" y="80"/>
                  <a:pt x="88" y="89"/>
                </a:cubicBezTo>
                <a:cubicBezTo>
                  <a:pt x="79" y="116"/>
                  <a:pt x="0" y="354"/>
                  <a:pt x="0" y="363"/>
                </a:cubicBezTo>
                <a:lnTo>
                  <a:pt x="0" y="363"/>
                </a:lnTo>
                <a:cubicBezTo>
                  <a:pt x="44" y="363"/>
                  <a:pt x="44" y="363"/>
                  <a:pt x="44" y="363"/>
                </a:cubicBezTo>
                <a:lnTo>
                  <a:pt x="44" y="363"/>
                </a:lnTo>
                <a:cubicBezTo>
                  <a:pt x="44" y="354"/>
                  <a:pt x="71" y="275"/>
                  <a:pt x="71" y="275"/>
                </a:cubicBezTo>
                <a:cubicBezTo>
                  <a:pt x="160" y="275"/>
                  <a:pt x="160" y="275"/>
                  <a:pt x="160" y="275"/>
                </a:cubicBezTo>
                <a:cubicBezTo>
                  <a:pt x="160" y="275"/>
                  <a:pt x="186" y="354"/>
                  <a:pt x="186" y="363"/>
                </a:cubicBezTo>
                <a:lnTo>
                  <a:pt x="186" y="363"/>
                </a:lnTo>
                <a:cubicBezTo>
                  <a:pt x="230" y="363"/>
                  <a:pt x="230" y="363"/>
                  <a:pt x="230" y="363"/>
                </a:cubicBezTo>
                <a:lnTo>
                  <a:pt x="230" y="363"/>
                </a:lnTo>
                <a:cubicBezTo>
                  <a:pt x="230" y="354"/>
                  <a:pt x="151" y="116"/>
                  <a:pt x="142" y="89"/>
                </a:cubicBezTo>
                <a:close/>
                <a:moveTo>
                  <a:pt x="79" y="239"/>
                </a:moveTo>
                <a:lnTo>
                  <a:pt x="79" y="239"/>
                </a:lnTo>
                <a:cubicBezTo>
                  <a:pt x="116" y="116"/>
                  <a:pt x="116" y="116"/>
                  <a:pt x="116" y="116"/>
                </a:cubicBezTo>
                <a:cubicBezTo>
                  <a:pt x="151" y="239"/>
                  <a:pt x="151" y="239"/>
                  <a:pt x="151" y="239"/>
                </a:cubicBezTo>
                <a:lnTo>
                  <a:pt x="79" y="23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8" name="Freeform 106"/>
          <p:cNvSpPr/>
          <p:nvPr/>
        </p:nvSpPr>
        <p:spPr>
          <a:xfrm>
            <a:off x="3637080" y="1046160"/>
            <a:ext cx="160200" cy="227160"/>
          </a:xfrm>
          <a:custGeom>
            <a:avLst/>
            <a:gdLst/>
            <a:ahLst/>
            <a:rect l="l" t="t" r="r" b="b"/>
            <a:pathLst>
              <a:path w="355" h="506">
                <a:moveTo>
                  <a:pt x="35" y="497"/>
                </a:moveTo>
                <a:lnTo>
                  <a:pt x="35" y="497"/>
                </a:lnTo>
                <a:cubicBezTo>
                  <a:pt x="44" y="469"/>
                  <a:pt x="53" y="434"/>
                  <a:pt x="70" y="381"/>
                </a:cubicBezTo>
                <a:cubicBezTo>
                  <a:pt x="132" y="372"/>
                  <a:pt x="168" y="390"/>
                  <a:pt x="203" y="310"/>
                </a:cubicBezTo>
                <a:cubicBezTo>
                  <a:pt x="168" y="328"/>
                  <a:pt x="132" y="292"/>
                  <a:pt x="132" y="284"/>
                </a:cubicBezTo>
                <a:cubicBezTo>
                  <a:pt x="132" y="266"/>
                  <a:pt x="229" y="292"/>
                  <a:pt x="292" y="194"/>
                </a:cubicBezTo>
                <a:cubicBezTo>
                  <a:pt x="212" y="213"/>
                  <a:pt x="185" y="178"/>
                  <a:pt x="194" y="168"/>
                </a:cubicBezTo>
                <a:cubicBezTo>
                  <a:pt x="221" y="159"/>
                  <a:pt x="292" y="168"/>
                  <a:pt x="327" y="133"/>
                </a:cubicBezTo>
                <a:cubicBezTo>
                  <a:pt x="345" y="115"/>
                  <a:pt x="354" y="62"/>
                  <a:pt x="345" y="44"/>
                </a:cubicBezTo>
                <a:cubicBezTo>
                  <a:pt x="336" y="27"/>
                  <a:pt x="283" y="0"/>
                  <a:pt x="248" y="0"/>
                </a:cubicBezTo>
                <a:cubicBezTo>
                  <a:pt x="221" y="9"/>
                  <a:pt x="168" y="124"/>
                  <a:pt x="159" y="124"/>
                </a:cubicBezTo>
                <a:cubicBezTo>
                  <a:pt x="141" y="124"/>
                  <a:pt x="141" y="71"/>
                  <a:pt x="168" y="18"/>
                </a:cubicBezTo>
                <a:cubicBezTo>
                  <a:pt x="132" y="35"/>
                  <a:pt x="88" y="71"/>
                  <a:pt x="70" y="106"/>
                </a:cubicBezTo>
                <a:cubicBezTo>
                  <a:pt x="44" y="159"/>
                  <a:pt x="79" y="301"/>
                  <a:pt x="61" y="301"/>
                </a:cubicBezTo>
                <a:cubicBezTo>
                  <a:pt x="53" y="310"/>
                  <a:pt x="17" y="239"/>
                  <a:pt x="8" y="213"/>
                </a:cubicBezTo>
                <a:cubicBezTo>
                  <a:pt x="0" y="257"/>
                  <a:pt x="0" y="301"/>
                  <a:pt x="35" y="363"/>
                </a:cubicBezTo>
                <a:cubicBezTo>
                  <a:pt x="26" y="407"/>
                  <a:pt x="17" y="452"/>
                  <a:pt x="8" y="478"/>
                </a:cubicBezTo>
                <a:cubicBezTo>
                  <a:pt x="8" y="497"/>
                  <a:pt x="35" y="505"/>
                  <a:pt x="35" y="49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9" name="Freeform 107"/>
          <p:cNvSpPr/>
          <p:nvPr/>
        </p:nvSpPr>
        <p:spPr>
          <a:xfrm>
            <a:off x="5384880" y="3780000"/>
            <a:ext cx="223920" cy="98280"/>
          </a:xfrm>
          <a:custGeom>
            <a:avLst/>
            <a:gdLst/>
            <a:ahLst/>
            <a:rect l="l" t="t" r="r" b="b"/>
            <a:pathLst>
              <a:path w="497" h="222">
                <a:moveTo>
                  <a:pt x="399" y="0"/>
                </a:moveTo>
                <a:lnTo>
                  <a:pt x="399" y="0"/>
                </a:lnTo>
                <a:cubicBezTo>
                  <a:pt x="345" y="0"/>
                  <a:pt x="284" y="26"/>
                  <a:pt x="248" y="70"/>
                </a:cubicBezTo>
                <a:cubicBezTo>
                  <a:pt x="213" y="26"/>
                  <a:pt x="151" y="0"/>
                  <a:pt x="97" y="0"/>
                </a:cubicBezTo>
                <a:cubicBezTo>
                  <a:pt x="53" y="0"/>
                  <a:pt x="0" y="26"/>
                  <a:pt x="0" y="106"/>
                </a:cubicBezTo>
                <a:cubicBezTo>
                  <a:pt x="0" y="185"/>
                  <a:pt x="53" y="221"/>
                  <a:pt x="97" y="221"/>
                </a:cubicBezTo>
                <a:lnTo>
                  <a:pt x="97" y="221"/>
                </a:lnTo>
                <a:cubicBezTo>
                  <a:pt x="151" y="221"/>
                  <a:pt x="213" y="185"/>
                  <a:pt x="248" y="141"/>
                </a:cubicBezTo>
                <a:cubicBezTo>
                  <a:pt x="284" y="185"/>
                  <a:pt x="345" y="221"/>
                  <a:pt x="399" y="221"/>
                </a:cubicBezTo>
                <a:cubicBezTo>
                  <a:pt x="443" y="221"/>
                  <a:pt x="496" y="185"/>
                  <a:pt x="496" y="106"/>
                </a:cubicBezTo>
                <a:cubicBezTo>
                  <a:pt x="496" y="26"/>
                  <a:pt x="443" y="0"/>
                  <a:pt x="399" y="0"/>
                </a:cubicBezTo>
                <a:close/>
                <a:moveTo>
                  <a:pt x="97" y="176"/>
                </a:moveTo>
                <a:lnTo>
                  <a:pt x="97" y="176"/>
                </a:lnTo>
                <a:cubicBezTo>
                  <a:pt x="62" y="176"/>
                  <a:pt x="44" y="150"/>
                  <a:pt x="44" y="106"/>
                </a:cubicBezTo>
                <a:cubicBezTo>
                  <a:pt x="44" y="61"/>
                  <a:pt x="62" y="44"/>
                  <a:pt x="97" y="44"/>
                </a:cubicBezTo>
                <a:cubicBezTo>
                  <a:pt x="142" y="44"/>
                  <a:pt x="195" y="70"/>
                  <a:pt x="222" y="106"/>
                </a:cubicBezTo>
                <a:cubicBezTo>
                  <a:pt x="195" y="150"/>
                  <a:pt x="142" y="176"/>
                  <a:pt x="97" y="176"/>
                </a:cubicBezTo>
                <a:close/>
                <a:moveTo>
                  <a:pt x="399" y="176"/>
                </a:moveTo>
                <a:lnTo>
                  <a:pt x="399" y="176"/>
                </a:lnTo>
                <a:cubicBezTo>
                  <a:pt x="354" y="176"/>
                  <a:pt x="301" y="150"/>
                  <a:pt x="275" y="106"/>
                </a:cubicBezTo>
                <a:cubicBezTo>
                  <a:pt x="301" y="70"/>
                  <a:pt x="354" y="44"/>
                  <a:pt x="399" y="44"/>
                </a:cubicBezTo>
                <a:cubicBezTo>
                  <a:pt x="435" y="44"/>
                  <a:pt x="452" y="61"/>
                  <a:pt x="452" y="106"/>
                </a:cubicBezTo>
                <a:cubicBezTo>
                  <a:pt x="452" y="150"/>
                  <a:pt x="435" y="176"/>
                  <a:pt x="399" y="17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0" name="Freeform 108"/>
          <p:cNvSpPr/>
          <p:nvPr/>
        </p:nvSpPr>
        <p:spPr>
          <a:xfrm>
            <a:off x="4049640" y="3716280"/>
            <a:ext cx="223920" cy="222480"/>
          </a:xfrm>
          <a:custGeom>
            <a:avLst/>
            <a:gdLst/>
            <a:ahLst/>
            <a:rect l="l" t="t" r="r" b="b"/>
            <a:pathLst>
              <a:path w="497" h="498">
                <a:moveTo>
                  <a:pt x="469" y="231"/>
                </a:moveTo>
                <a:lnTo>
                  <a:pt x="469" y="231"/>
                </a:lnTo>
                <a:cubicBezTo>
                  <a:pt x="469" y="231"/>
                  <a:pt x="452" y="231"/>
                  <a:pt x="443" y="231"/>
                </a:cubicBezTo>
                <a:cubicBezTo>
                  <a:pt x="434" y="231"/>
                  <a:pt x="425" y="240"/>
                  <a:pt x="425" y="249"/>
                </a:cubicBezTo>
                <a:cubicBezTo>
                  <a:pt x="425" y="266"/>
                  <a:pt x="434" y="275"/>
                  <a:pt x="443" y="275"/>
                </a:cubicBezTo>
                <a:cubicBezTo>
                  <a:pt x="452" y="275"/>
                  <a:pt x="469" y="275"/>
                  <a:pt x="469" y="275"/>
                </a:cubicBezTo>
                <a:cubicBezTo>
                  <a:pt x="487" y="275"/>
                  <a:pt x="496" y="266"/>
                  <a:pt x="496" y="249"/>
                </a:cubicBezTo>
                <a:cubicBezTo>
                  <a:pt x="496" y="240"/>
                  <a:pt x="487" y="231"/>
                  <a:pt x="469" y="231"/>
                </a:cubicBezTo>
                <a:close/>
                <a:moveTo>
                  <a:pt x="248" y="116"/>
                </a:moveTo>
                <a:lnTo>
                  <a:pt x="248" y="116"/>
                </a:lnTo>
                <a:cubicBezTo>
                  <a:pt x="168" y="116"/>
                  <a:pt x="115" y="178"/>
                  <a:pt x="115" y="249"/>
                </a:cubicBezTo>
                <a:cubicBezTo>
                  <a:pt x="115" y="328"/>
                  <a:pt x="168" y="391"/>
                  <a:pt x="248" y="391"/>
                </a:cubicBezTo>
                <a:cubicBezTo>
                  <a:pt x="328" y="391"/>
                  <a:pt x="381" y="328"/>
                  <a:pt x="381" y="249"/>
                </a:cubicBezTo>
                <a:cubicBezTo>
                  <a:pt x="381" y="178"/>
                  <a:pt x="328" y="116"/>
                  <a:pt x="248" y="116"/>
                </a:cubicBezTo>
                <a:close/>
                <a:moveTo>
                  <a:pt x="248" y="346"/>
                </a:moveTo>
                <a:lnTo>
                  <a:pt x="248" y="346"/>
                </a:lnTo>
                <a:cubicBezTo>
                  <a:pt x="195" y="346"/>
                  <a:pt x="150" y="302"/>
                  <a:pt x="150" y="249"/>
                </a:cubicBezTo>
                <a:cubicBezTo>
                  <a:pt x="150" y="196"/>
                  <a:pt x="195" y="151"/>
                  <a:pt x="248" y="151"/>
                </a:cubicBezTo>
                <a:lnTo>
                  <a:pt x="248" y="346"/>
                </a:lnTo>
                <a:close/>
                <a:moveTo>
                  <a:pt x="71" y="249"/>
                </a:moveTo>
                <a:lnTo>
                  <a:pt x="71" y="249"/>
                </a:lnTo>
                <a:cubicBezTo>
                  <a:pt x="71" y="240"/>
                  <a:pt x="62" y="231"/>
                  <a:pt x="53" y="231"/>
                </a:cubicBezTo>
                <a:cubicBezTo>
                  <a:pt x="44" y="231"/>
                  <a:pt x="27" y="231"/>
                  <a:pt x="27" y="231"/>
                </a:cubicBezTo>
                <a:cubicBezTo>
                  <a:pt x="9" y="231"/>
                  <a:pt x="0" y="240"/>
                  <a:pt x="0" y="249"/>
                </a:cubicBezTo>
                <a:cubicBezTo>
                  <a:pt x="0" y="266"/>
                  <a:pt x="9" y="275"/>
                  <a:pt x="27" y="275"/>
                </a:cubicBezTo>
                <a:cubicBezTo>
                  <a:pt x="27" y="275"/>
                  <a:pt x="44" y="275"/>
                  <a:pt x="53" y="275"/>
                </a:cubicBezTo>
                <a:cubicBezTo>
                  <a:pt x="62" y="275"/>
                  <a:pt x="71" y="266"/>
                  <a:pt x="71" y="249"/>
                </a:cubicBezTo>
                <a:close/>
                <a:moveTo>
                  <a:pt x="248" y="80"/>
                </a:moveTo>
                <a:lnTo>
                  <a:pt x="248" y="80"/>
                </a:lnTo>
                <a:cubicBezTo>
                  <a:pt x="256" y="80"/>
                  <a:pt x="265" y="62"/>
                  <a:pt x="265" y="53"/>
                </a:cubicBezTo>
                <a:cubicBezTo>
                  <a:pt x="265" y="45"/>
                  <a:pt x="265" y="36"/>
                  <a:pt x="265" y="27"/>
                </a:cubicBezTo>
                <a:cubicBezTo>
                  <a:pt x="265" y="18"/>
                  <a:pt x="256" y="0"/>
                  <a:pt x="248" y="0"/>
                </a:cubicBezTo>
                <a:cubicBezTo>
                  <a:pt x="239" y="0"/>
                  <a:pt x="230" y="18"/>
                  <a:pt x="230" y="27"/>
                </a:cubicBezTo>
                <a:cubicBezTo>
                  <a:pt x="230" y="36"/>
                  <a:pt x="230" y="45"/>
                  <a:pt x="230" y="53"/>
                </a:cubicBezTo>
                <a:cubicBezTo>
                  <a:pt x="230" y="62"/>
                  <a:pt x="239" y="80"/>
                  <a:pt x="248" y="80"/>
                </a:cubicBezTo>
                <a:close/>
                <a:moveTo>
                  <a:pt x="248" y="426"/>
                </a:moveTo>
                <a:lnTo>
                  <a:pt x="248" y="426"/>
                </a:lnTo>
                <a:cubicBezTo>
                  <a:pt x="239" y="426"/>
                  <a:pt x="230" y="435"/>
                  <a:pt x="230" y="453"/>
                </a:cubicBezTo>
                <a:lnTo>
                  <a:pt x="230" y="470"/>
                </a:lnTo>
                <a:cubicBezTo>
                  <a:pt x="230" y="488"/>
                  <a:pt x="239" y="497"/>
                  <a:pt x="248" y="497"/>
                </a:cubicBezTo>
                <a:cubicBezTo>
                  <a:pt x="256" y="497"/>
                  <a:pt x="265" y="488"/>
                  <a:pt x="265" y="470"/>
                </a:cubicBezTo>
                <a:lnTo>
                  <a:pt x="265" y="453"/>
                </a:lnTo>
                <a:cubicBezTo>
                  <a:pt x="265" y="435"/>
                  <a:pt x="256" y="426"/>
                  <a:pt x="248" y="426"/>
                </a:cubicBezTo>
                <a:close/>
                <a:moveTo>
                  <a:pt x="434" y="98"/>
                </a:moveTo>
                <a:lnTo>
                  <a:pt x="434" y="98"/>
                </a:lnTo>
                <a:cubicBezTo>
                  <a:pt x="443" y="89"/>
                  <a:pt x="443" y="72"/>
                  <a:pt x="434" y="62"/>
                </a:cubicBezTo>
                <a:cubicBezTo>
                  <a:pt x="425" y="53"/>
                  <a:pt x="416" y="62"/>
                  <a:pt x="399" y="72"/>
                </a:cubicBezTo>
                <a:cubicBezTo>
                  <a:pt x="399" y="72"/>
                  <a:pt x="390" y="80"/>
                  <a:pt x="381" y="89"/>
                </a:cubicBezTo>
                <a:cubicBezTo>
                  <a:pt x="372" y="98"/>
                  <a:pt x="372" y="107"/>
                  <a:pt x="381" y="116"/>
                </a:cubicBezTo>
                <a:cubicBezTo>
                  <a:pt x="390" y="125"/>
                  <a:pt x="408" y="125"/>
                  <a:pt x="416" y="116"/>
                </a:cubicBezTo>
                <a:cubicBezTo>
                  <a:pt x="416" y="107"/>
                  <a:pt x="425" y="98"/>
                  <a:pt x="434" y="98"/>
                </a:cubicBezTo>
                <a:close/>
                <a:moveTo>
                  <a:pt x="80" y="391"/>
                </a:moveTo>
                <a:lnTo>
                  <a:pt x="80" y="391"/>
                </a:lnTo>
                <a:cubicBezTo>
                  <a:pt x="80" y="391"/>
                  <a:pt x="71" y="400"/>
                  <a:pt x="62" y="408"/>
                </a:cubicBezTo>
                <a:cubicBezTo>
                  <a:pt x="53" y="417"/>
                  <a:pt x="53" y="426"/>
                  <a:pt x="62" y="435"/>
                </a:cubicBezTo>
                <a:cubicBezTo>
                  <a:pt x="71" y="444"/>
                  <a:pt x="80" y="444"/>
                  <a:pt x="97" y="435"/>
                </a:cubicBezTo>
                <a:lnTo>
                  <a:pt x="106" y="417"/>
                </a:lnTo>
                <a:cubicBezTo>
                  <a:pt x="124" y="408"/>
                  <a:pt x="124" y="391"/>
                  <a:pt x="115" y="381"/>
                </a:cubicBezTo>
                <a:cubicBezTo>
                  <a:pt x="106" y="381"/>
                  <a:pt x="89" y="381"/>
                  <a:pt x="80" y="391"/>
                </a:cubicBezTo>
                <a:close/>
                <a:moveTo>
                  <a:pt x="97" y="72"/>
                </a:moveTo>
                <a:lnTo>
                  <a:pt x="97" y="72"/>
                </a:lnTo>
                <a:cubicBezTo>
                  <a:pt x="80" y="62"/>
                  <a:pt x="71" y="53"/>
                  <a:pt x="62" y="62"/>
                </a:cubicBezTo>
                <a:cubicBezTo>
                  <a:pt x="53" y="72"/>
                  <a:pt x="53" y="89"/>
                  <a:pt x="62" y="98"/>
                </a:cubicBezTo>
                <a:cubicBezTo>
                  <a:pt x="71" y="98"/>
                  <a:pt x="80" y="107"/>
                  <a:pt x="80" y="116"/>
                </a:cubicBezTo>
                <a:cubicBezTo>
                  <a:pt x="89" y="125"/>
                  <a:pt x="106" y="125"/>
                  <a:pt x="115" y="116"/>
                </a:cubicBezTo>
                <a:cubicBezTo>
                  <a:pt x="124" y="107"/>
                  <a:pt x="124" y="98"/>
                  <a:pt x="106" y="89"/>
                </a:cubicBezTo>
                <a:cubicBezTo>
                  <a:pt x="106" y="80"/>
                  <a:pt x="97" y="72"/>
                  <a:pt x="97" y="72"/>
                </a:cubicBezTo>
                <a:close/>
                <a:moveTo>
                  <a:pt x="381" y="417"/>
                </a:moveTo>
                <a:lnTo>
                  <a:pt x="381" y="417"/>
                </a:lnTo>
                <a:cubicBezTo>
                  <a:pt x="390" y="417"/>
                  <a:pt x="399" y="435"/>
                  <a:pt x="399" y="435"/>
                </a:cubicBezTo>
                <a:cubicBezTo>
                  <a:pt x="416" y="444"/>
                  <a:pt x="425" y="444"/>
                  <a:pt x="434" y="435"/>
                </a:cubicBezTo>
                <a:cubicBezTo>
                  <a:pt x="443" y="426"/>
                  <a:pt x="443" y="417"/>
                  <a:pt x="434" y="408"/>
                </a:cubicBezTo>
                <a:cubicBezTo>
                  <a:pt x="425" y="400"/>
                  <a:pt x="416" y="391"/>
                  <a:pt x="416" y="391"/>
                </a:cubicBezTo>
                <a:cubicBezTo>
                  <a:pt x="408" y="381"/>
                  <a:pt x="390" y="381"/>
                  <a:pt x="381" y="381"/>
                </a:cubicBezTo>
                <a:cubicBezTo>
                  <a:pt x="372" y="391"/>
                  <a:pt x="372" y="408"/>
                  <a:pt x="381" y="41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1" name="Freeform 109"/>
          <p:cNvSpPr/>
          <p:nvPr/>
        </p:nvSpPr>
        <p:spPr>
          <a:xfrm>
            <a:off x="6275520" y="3751200"/>
            <a:ext cx="223560" cy="155520"/>
          </a:xfrm>
          <a:custGeom>
            <a:avLst/>
            <a:gdLst/>
            <a:ahLst/>
            <a:rect l="l" t="t" r="r" b="b"/>
            <a:pathLst>
              <a:path w="497" h="347">
                <a:moveTo>
                  <a:pt x="443" y="0"/>
                </a:moveTo>
                <a:lnTo>
                  <a:pt x="443" y="0"/>
                </a:lnTo>
                <a:cubicBezTo>
                  <a:pt x="53" y="0"/>
                  <a:pt x="53" y="0"/>
                  <a:pt x="53" y="0"/>
                </a:cubicBezTo>
                <a:cubicBezTo>
                  <a:pt x="27" y="0"/>
                  <a:pt x="0" y="18"/>
                  <a:pt x="0" y="45"/>
                </a:cubicBezTo>
                <a:cubicBezTo>
                  <a:pt x="0" y="292"/>
                  <a:pt x="0" y="292"/>
                  <a:pt x="0" y="292"/>
                </a:cubicBezTo>
                <a:cubicBezTo>
                  <a:pt x="0" y="320"/>
                  <a:pt x="27" y="346"/>
                  <a:pt x="53" y="346"/>
                </a:cubicBezTo>
                <a:cubicBezTo>
                  <a:pt x="443" y="346"/>
                  <a:pt x="443" y="346"/>
                  <a:pt x="443" y="346"/>
                </a:cubicBezTo>
                <a:cubicBezTo>
                  <a:pt x="478" y="346"/>
                  <a:pt x="496" y="320"/>
                  <a:pt x="496" y="292"/>
                </a:cubicBezTo>
                <a:cubicBezTo>
                  <a:pt x="496" y="45"/>
                  <a:pt x="496" y="45"/>
                  <a:pt x="496" y="45"/>
                </a:cubicBezTo>
                <a:cubicBezTo>
                  <a:pt x="496" y="18"/>
                  <a:pt x="478" y="0"/>
                  <a:pt x="443" y="0"/>
                </a:cubicBezTo>
                <a:close/>
                <a:moveTo>
                  <a:pt x="443" y="292"/>
                </a:moveTo>
                <a:lnTo>
                  <a:pt x="443" y="292"/>
                </a:lnTo>
                <a:cubicBezTo>
                  <a:pt x="53" y="292"/>
                  <a:pt x="53" y="292"/>
                  <a:pt x="53" y="292"/>
                </a:cubicBezTo>
                <a:cubicBezTo>
                  <a:pt x="53" y="142"/>
                  <a:pt x="53" y="142"/>
                  <a:pt x="53" y="142"/>
                </a:cubicBezTo>
                <a:cubicBezTo>
                  <a:pt x="443" y="142"/>
                  <a:pt x="443" y="142"/>
                  <a:pt x="443" y="142"/>
                </a:cubicBezTo>
                <a:lnTo>
                  <a:pt x="443" y="292"/>
                </a:lnTo>
                <a:close/>
                <a:moveTo>
                  <a:pt x="443" y="71"/>
                </a:moveTo>
                <a:lnTo>
                  <a:pt x="443" y="71"/>
                </a:lnTo>
                <a:cubicBezTo>
                  <a:pt x="53" y="71"/>
                  <a:pt x="53" y="71"/>
                  <a:pt x="53" y="71"/>
                </a:cubicBezTo>
                <a:cubicBezTo>
                  <a:pt x="53" y="45"/>
                  <a:pt x="53" y="45"/>
                  <a:pt x="53" y="45"/>
                </a:cubicBezTo>
                <a:cubicBezTo>
                  <a:pt x="443" y="45"/>
                  <a:pt x="443" y="45"/>
                  <a:pt x="443" y="45"/>
                </a:cubicBezTo>
                <a:lnTo>
                  <a:pt x="443" y="71"/>
                </a:lnTo>
                <a:close/>
                <a:moveTo>
                  <a:pt x="97" y="195"/>
                </a:moveTo>
                <a:lnTo>
                  <a:pt x="97" y="195"/>
                </a:lnTo>
                <a:cubicBezTo>
                  <a:pt x="97" y="213"/>
                  <a:pt x="97" y="213"/>
                  <a:pt x="97" y="213"/>
                </a:cubicBezTo>
                <a:cubicBezTo>
                  <a:pt x="115" y="213"/>
                  <a:pt x="115" y="213"/>
                  <a:pt x="115" y="213"/>
                </a:cubicBezTo>
                <a:cubicBezTo>
                  <a:pt x="115" y="195"/>
                  <a:pt x="115" y="195"/>
                  <a:pt x="115" y="195"/>
                </a:cubicBezTo>
                <a:lnTo>
                  <a:pt x="97" y="195"/>
                </a:lnTo>
                <a:close/>
                <a:moveTo>
                  <a:pt x="186" y="231"/>
                </a:moveTo>
                <a:lnTo>
                  <a:pt x="186" y="231"/>
                </a:lnTo>
                <a:cubicBezTo>
                  <a:pt x="186" y="239"/>
                  <a:pt x="186" y="239"/>
                  <a:pt x="186" y="239"/>
                </a:cubicBezTo>
                <a:cubicBezTo>
                  <a:pt x="221" y="239"/>
                  <a:pt x="221" y="239"/>
                  <a:pt x="221" y="239"/>
                </a:cubicBezTo>
                <a:cubicBezTo>
                  <a:pt x="221" y="231"/>
                  <a:pt x="221" y="231"/>
                  <a:pt x="221" y="231"/>
                </a:cubicBezTo>
                <a:cubicBezTo>
                  <a:pt x="230" y="231"/>
                  <a:pt x="230" y="231"/>
                  <a:pt x="230" y="231"/>
                </a:cubicBezTo>
                <a:cubicBezTo>
                  <a:pt x="230" y="213"/>
                  <a:pt x="230" y="213"/>
                  <a:pt x="230" y="213"/>
                </a:cubicBezTo>
                <a:cubicBezTo>
                  <a:pt x="248" y="213"/>
                  <a:pt x="248" y="213"/>
                  <a:pt x="248" y="213"/>
                </a:cubicBezTo>
                <a:cubicBezTo>
                  <a:pt x="248" y="195"/>
                  <a:pt x="248" y="195"/>
                  <a:pt x="248" y="195"/>
                </a:cubicBezTo>
                <a:cubicBezTo>
                  <a:pt x="221" y="195"/>
                  <a:pt x="221" y="195"/>
                  <a:pt x="221" y="195"/>
                </a:cubicBezTo>
                <a:cubicBezTo>
                  <a:pt x="221" y="213"/>
                  <a:pt x="221" y="213"/>
                  <a:pt x="221" y="213"/>
                </a:cubicBezTo>
                <a:cubicBezTo>
                  <a:pt x="203" y="213"/>
                  <a:pt x="203" y="213"/>
                  <a:pt x="203" y="213"/>
                </a:cubicBezTo>
                <a:cubicBezTo>
                  <a:pt x="203" y="231"/>
                  <a:pt x="203" y="231"/>
                  <a:pt x="203" y="231"/>
                </a:cubicBezTo>
                <a:lnTo>
                  <a:pt x="186" y="231"/>
                </a:lnTo>
                <a:close/>
                <a:moveTo>
                  <a:pt x="248" y="239"/>
                </a:moveTo>
                <a:lnTo>
                  <a:pt x="248" y="239"/>
                </a:lnTo>
                <a:cubicBezTo>
                  <a:pt x="248" y="231"/>
                  <a:pt x="248" y="231"/>
                  <a:pt x="248" y="231"/>
                </a:cubicBezTo>
                <a:cubicBezTo>
                  <a:pt x="230" y="231"/>
                  <a:pt x="230" y="231"/>
                  <a:pt x="230" y="231"/>
                </a:cubicBezTo>
                <a:cubicBezTo>
                  <a:pt x="230" y="239"/>
                  <a:pt x="230" y="239"/>
                  <a:pt x="230" y="239"/>
                </a:cubicBezTo>
                <a:lnTo>
                  <a:pt x="248" y="239"/>
                </a:lnTo>
                <a:close/>
                <a:moveTo>
                  <a:pt x="177" y="239"/>
                </a:moveTo>
                <a:lnTo>
                  <a:pt x="177" y="239"/>
                </a:lnTo>
                <a:cubicBezTo>
                  <a:pt x="177" y="231"/>
                  <a:pt x="177" y="231"/>
                  <a:pt x="177" y="231"/>
                </a:cubicBezTo>
                <a:cubicBezTo>
                  <a:pt x="142" y="231"/>
                  <a:pt x="142" y="231"/>
                  <a:pt x="142" y="231"/>
                </a:cubicBezTo>
                <a:cubicBezTo>
                  <a:pt x="142" y="239"/>
                  <a:pt x="142" y="239"/>
                  <a:pt x="142" y="239"/>
                </a:cubicBezTo>
                <a:lnTo>
                  <a:pt x="177" y="239"/>
                </a:lnTo>
                <a:close/>
                <a:moveTo>
                  <a:pt x="186" y="213"/>
                </a:moveTo>
                <a:lnTo>
                  <a:pt x="186" y="213"/>
                </a:lnTo>
                <a:cubicBezTo>
                  <a:pt x="203" y="213"/>
                  <a:pt x="203" y="213"/>
                  <a:pt x="203" y="213"/>
                </a:cubicBezTo>
                <a:cubicBezTo>
                  <a:pt x="203" y="195"/>
                  <a:pt x="203" y="195"/>
                  <a:pt x="203" y="195"/>
                </a:cubicBezTo>
                <a:cubicBezTo>
                  <a:pt x="177" y="195"/>
                  <a:pt x="177" y="195"/>
                  <a:pt x="177" y="195"/>
                </a:cubicBezTo>
                <a:cubicBezTo>
                  <a:pt x="177" y="231"/>
                  <a:pt x="177" y="231"/>
                  <a:pt x="177" y="231"/>
                </a:cubicBezTo>
                <a:cubicBezTo>
                  <a:pt x="186" y="231"/>
                  <a:pt x="186" y="231"/>
                  <a:pt x="186" y="231"/>
                </a:cubicBezTo>
                <a:lnTo>
                  <a:pt x="186" y="213"/>
                </a:lnTo>
                <a:close/>
                <a:moveTo>
                  <a:pt x="133" y="231"/>
                </a:moveTo>
                <a:lnTo>
                  <a:pt x="133" y="231"/>
                </a:lnTo>
                <a:cubicBezTo>
                  <a:pt x="142" y="231"/>
                  <a:pt x="142" y="231"/>
                  <a:pt x="142" y="231"/>
                </a:cubicBezTo>
                <a:cubicBezTo>
                  <a:pt x="142" y="213"/>
                  <a:pt x="142" y="213"/>
                  <a:pt x="142" y="213"/>
                </a:cubicBezTo>
                <a:cubicBezTo>
                  <a:pt x="159" y="213"/>
                  <a:pt x="159" y="213"/>
                  <a:pt x="159" y="213"/>
                </a:cubicBezTo>
                <a:cubicBezTo>
                  <a:pt x="159" y="195"/>
                  <a:pt x="159" y="195"/>
                  <a:pt x="159" y="195"/>
                </a:cubicBezTo>
                <a:cubicBezTo>
                  <a:pt x="133" y="195"/>
                  <a:pt x="133" y="195"/>
                  <a:pt x="133" y="195"/>
                </a:cubicBezTo>
                <a:cubicBezTo>
                  <a:pt x="133" y="213"/>
                  <a:pt x="133" y="213"/>
                  <a:pt x="133" y="213"/>
                </a:cubicBezTo>
                <a:cubicBezTo>
                  <a:pt x="115" y="213"/>
                  <a:pt x="115" y="213"/>
                  <a:pt x="115" y="213"/>
                </a:cubicBezTo>
                <a:cubicBezTo>
                  <a:pt x="115" y="231"/>
                  <a:pt x="115" y="231"/>
                  <a:pt x="115" y="231"/>
                </a:cubicBezTo>
                <a:cubicBezTo>
                  <a:pt x="97" y="231"/>
                  <a:pt x="97" y="231"/>
                  <a:pt x="97" y="231"/>
                </a:cubicBezTo>
                <a:cubicBezTo>
                  <a:pt x="97" y="239"/>
                  <a:pt x="97" y="239"/>
                  <a:pt x="97" y="239"/>
                </a:cubicBezTo>
                <a:cubicBezTo>
                  <a:pt x="133" y="239"/>
                  <a:pt x="133" y="239"/>
                  <a:pt x="133" y="239"/>
                </a:cubicBezTo>
                <a:lnTo>
                  <a:pt x="133" y="23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2" name="Freeform 110"/>
          <p:cNvSpPr/>
          <p:nvPr/>
        </p:nvSpPr>
        <p:spPr>
          <a:xfrm>
            <a:off x="2722680" y="1073160"/>
            <a:ext cx="207720" cy="168120"/>
          </a:xfrm>
          <a:custGeom>
            <a:avLst/>
            <a:gdLst/>
            <a:ahLst/>
            <a:rect l="l" t="t" r="r" b="b"/>
            <a:pathLst>
              <a:path w="462" h="373">
                <a:moveTo>
                  <a:pt x="444" y="9"/>
                </a:moveTo>
                <a:lnTo>
                  <a:pt x="444" y="9"/>
                </a:lnTo>
                <a:cubicBezTo>
                  <a:pt x="434" y="9"/>
                  <a:pt x="18" y="160"/>
                  <a:pt x="9" y="160"/>
                </a:cubicBezTo>
                <a:cubicBezTo>
                  <a:pt x="0" y="160"/>
                  <a:pt x="0" y="169"/>
                  <a:pt x="9" y="169"/>
                </a:cubicBezTo>
                <a:cubicBezTo>
                  <a:pt x="18" y="177"/>
                  <a:pt x="98" y="213"/>
                  <a:pt x="98" y="213"/>
                </a:cubicBezTo>
                <a:lnTo>
                  <a:pt x="98" y="213"/>
                </a:lnTo>
                <a:cubicBezTo>
                  <a:pt x="160" y="230"/>
                  <a:pt x="160" y="230"/>
                  <a:pt x="160" y="230"/>
                </a:cubicBezTo>
                <a:cubicBezTo>
                  <a:pt x="160" y="230"/>
                  <a:pt x="425" y="35"/>
                  <a:pt x="434" y="35"/>
                </a:cubicBezTo>
                <a:cubicBezTo>
                  <a:pt x="434" y="26"/>
                  <a:pt x="434" y="35"/>
                  <a:pt x="434" y="35"/>
                </a:cubicBezTo>
                <a:lnTo>
                  <a:pt x="240" y="248"/>
                </a:lnTo>
                <a:lnTo>
                  <a:pt x="240" y="248"/>
                </a:lnTo>
                <a:cubicBezTo>
                  <a:pt x="231" y="257"/>
                  <a:pt x="231" y="257"/>
                  <a:pt x="231" y="257"/>
                </a:cubicBezTo>
                <a:cubicBezTo>
                  <a:pt x="240" y="266"/>
                  <a:pt x="240" y="266"/>
                  <a:pt x="240" y="266"/>
                </a:cubicBezTo>
                <a:lnTo>
                  <a:pt x="240" y="266"/>
                </a:lnTo>
                <a:cubicBezTo>
                  <a:pt x="240" y="266"/>
                  <a:pt x="363" y="328"/>
                  <a:pt x="363" y="337"/>
                </a:cubicBezTo>
                <a:cubicBezTo>
                  <a:pt x="372" y="337"/>
                  <a:pt x="381" y="337"/>
                  <a:pt x="390" y="328"/>
                </a:cubicBezTo>
                <a:cubicBezTo>
                  <a:pt x="390" y="319"/>
                  <a:pt x="461" y="26"/>
                  <a:pt x="461" y="18"/>
                </a:cubicBezTo>
                <a:cubicBezTo>
                  <a:pt x="461" y="9"/>
                  <a:pt x="453" y="0"/>
                  <a:pt x="444" y="9"/>
                </a:cubicBezTo>
                <a:close/>
                <a:moveTo>
                  <a:pt x="160" y="363"/>
                </a:moveTo>
                <a:lnTo>
                  <a:pt x="160" y="363"/>
                </a:lnTo>
                <a:cubicBezTo>
                  <a:pt x="160" y="372"/>
                  <a:pt x="160" y="372"/>
                  <a:pt x="169" y="372"/>
                </a:cubicBezTo>
                <a:cubicBezTo>
                  <a:pt x="169" y="363"/>
                  <a:pt x="240" y="310"/>
                  <a:pt x="240" y="310"/>
                </a:cubicBezTo>
                <a:cubicBezTo>
                  <a:pt x="160" y="266"/>
                  <a:pt x="160" y="266"/>
                  <a:pt x="160" y="266"/>
                </a:cubicBezTo>
                <a:lnTo>
                  <a:pt x="160" y="36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3" name="Freeform 111"/>
          <p:cNvSpPr/>
          <p:nvPr/>
        </p:nvSpPr>
        <p:spPr>
          <a:xfrm>
            <a:off x="6751800" y="3732120"/>
            <a:ext cx="160200" cy="195480"/>
          </a:xfrm>
          <a:custGeom>
            <a:avLst/>
            <a:gdLst/>
            <a:ahLst/>
            <a:rect l="l" t="t" r="r" b="b"/>
            <a:pathLst>
              <a:path w="355" h="435">
                <a:moveTo>
                  <a:pt x="346" y="283"/>
                </a:moveTo>
                <a:lnTo>
                  <a:pt x="346" y="283"/>
                </a:lnTo>
                <a:cubicBezTo>
                  <a:pt x="328" y="319"/>
                  <a:pt x="257" y="345"/>
                  <a:pt x="178" y="345"/>
                </a:cubicBezTo>
                <a:cubicBezTo>
                  <a:pt x="97" y="345"/>
                  <a:pt x="36" y="319"/>
                  <a:pt x="9" y="283"/>
                </a:cubicBezTo>
                <a:cubicBezTo>
                  <a:pt x="9" y="275"/>
                  <a:pt x="0" y="283"/>
                  <a:pt x="0" y="283"/>
                </a:cubicBezTo>
                <a:cubicBezTo>
                  <a:pt x="0" y="292"/>
                  <a:pt x="0" y="336"/>
                  <a:pt x="0" y="336"/>
                </a:cubicBezTo>
                <a:cubicBezTo>
                  <a:pt x="0" y="381"/>
                  <a:pt x="80" y="434"/>
                  <a:pt x="178" y="434"/>
                </a:cubicBezTo>
                <a:cubicBezTo>
                  <a:pt x="275" y="434"/>
                  <a:pt x="354" y="381"/>
                  <a:pt x="354" y="336"/>
                </a:cubicBezTo>
                <a:cubicBezTo>
                  <a:pt x="354" y="336"/>
                  <a:pt x="354" y="292"/>
                  <a:pt x="354" y="283"/>
                </a:cubicBezTo>
                <a:cubicBezTo>
                  <a:pt x="354" y="283"/>
                  <a:pt x="346" y="275"/>
                  <a:pt x="346" y="283"/>
                </a:cubicBezTo>
                <a:close/>
                <a:moveTo>
                  <a:pt x="346" y="160"/>
                </a:moveTo>
                <a:lnTo>
                  <a:pt x="346" y="160"/>
                </a:lnTo>
                <a:cubicBezTo>
                  <a:pt x="328" y="186"/>
                  <a:pt x="257" y="213"/>
                  <a:pt x="178" y="213"/>
                </a:cubicBezTo>
                <a:cubicBezTo>
                  <a:pt x="97" y="213"/>
                  <a:pt x="36" y="186"/>
                  <a:pt x="9" y="160"/>
                </a:cubicBezTo>
                <a:cubicBezTo>
                  <a:pt x="9" y="151"/>
                  <a:pt x="0" y="160"/>
                  <a:pt x="0" y="160"/>
                </a:cubicBezTo>
                <a:lnTo>
                  <a:pt x="0" y="222"/>
                </a:lnTo>
                <a:cubicBezTo>
                  <a:pt x="0" y="257"/>
                  <a:pt x="80" y="292"/>
                  <a:pt x="178" y="292"/>
                </a:cubicBezTo>
                <a:cubicBezTo>
                  <a:pt x="275" y="292"/>
                  <a:pt x="354" y="257"/>
                  <a:pt x="354" y="222"/>
                </a:cubicBezTo>
                <a:lnTo>
                  <a:pt x="354" y="160"/>
                </a:lnTo>
                <a:cubicBezTo>
                  <a:pt x="354" y="160"/>
                  <a:pt x="346" y="151"/>
                  <a:pt x="346" y="160"/>
                </a:cubicBezTo>
                <a:close/>
                <a:moveTo>
                  <a:pt x="178" y="0"/>
                </a:moveTo>
                <a:lnTo>
                  <a:pt x="178" y="0"/>
                </a:lnTo>
                <a:cubicBezTo>
                  <a:pt x="80" y="0"/>
                  <a:pt x="0" y="26"/>
                  <a:pt x="0" y="62"/>
                </a:cubicBezTo>
                <a:cubicBezTo>
                  <a:pt x="0" y="97"/>
                  <a:pt x="0" y="97"/>
                  <a:pt x="0" y="97"/>
                </a:cubicBezTo>
                <a:cubicBezTo>
                  <a:pt x="0" y="133"/>
                  <a:pt x="80" y="160"/>
                  <a:pt x="178" y="160"/>
                </a:cubicBezTo>
                <a:cubicBezTo>
                  <a:pt x="275" y="160"/>
                  <a:pt x="354" y="133"/>
                  <a:pt x="354" y="97"/>
                </a:cubicBezTo>
                <a:cubicBezTo>
                  <a:pt x="354" y="62"/>
                  <a:pt x="354" y="62"/>
                  <a:pt x="354" y="62"/>
                </a:cubicBezTo>
                <a:cubicBezTo>
                  <a:pt x="354" y="26"/>
                  <a:pt x="275" y="0"/>
                  <a:pt x="178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4" name="Freeform 112"/>
          <p:cNvSpPr/>
          <p:nvPr/>
        </p:nvSpPr>
        <p:spPr>
          <a:xfrm>
            <a:off x="512640" y="2836800"/>
            <a:ext cx="173160" cy="200160"/>
          </a:xfrm>
          <a:custGeom>
            <a:avLst/>
            <a:gdLst/>
            <a:ahLst/>
            <a:rect l="l" t="t" r="r" b="b"/>
            <a:pathLst>
              <a:path w="390" h="444">
                <a:moveTo>
                  <a:pt x="345" y="0"/>
                </a:moveTo>
                <a:lnTo>
                  <a:pt x="345" y="0"/>
                </a:lnTo>
                <a:cubicBezTo>
                  <a:pt x="44" y="0"/>
                  <a:pt x="44" y="0"/>
                  <a:pt x="44" y="0"/>
                </a:cubicBezTo>
                <a:cubicBezTo>
                  <a:pt x="17" y="0"/>
                  <a:pt x="0" y="27"/>
                  <a:pt x="0" y="53"/>
                </a:cubicBezTo>
                <a:cubicBezTo>
                  <a:pt x="0" y="399"/>
                  <a:pt x="0" y="399"/>
                  <a:pt x="0" y="399"/>
                </a:cubicBezTo>
                <a:cubicBezTo>
                  <a:pt x="0" y="425"/>
                  <a:pt x="17" y="443"/>
                  <a:pt x="44" y="443"/>
                </a:cubicBezTo>
                <a:cubicBezTo>
                  <a:pt x="345" y="443"/>
                  <a:pt x="345" y="443"/>
                  <a:pt x="345" y="443"/>
                </a:cubicBezTo>
                <a:cubicBezTo>
                  <a:pt x="372" y="443"/>
                  <a:pt x="389" y="425"/>
                  <a:pt x="389" y="399"/>
                </a:cubicBezTo>
                <a:cubicBezTo>
                  <a:pt x="389" y="53"/>
                  <a:pt x="389" y="53"/>
                  <a:pt x="389" y="53"/>
                </a:cubicBezTo>
                <a:cubicBezTo>
                  <a:pt x="389" y="27"/>
                  <a:pt x="372" y="0"/>
                  <a:pt x="345" y="0"/>
                </a:cubicBezTo>
                <a:close/>
                <a:moveTo>
                  <a:pt x="345" y="399"/>
                </a:moveTo>
                <a:lnTo>
                  <a:pt x="345" y="399"/>
                </a:lnTo>
                <a:cubicBezTo>
                  <a:pt x="44" y="399"/>
                  <a:pt x="44" y="399"/>
                  <a:pt x="44" y="399"/>
                </a:cubicBezTo>
                <a:cubicBezTo>
                  <a:pt x="44" y="53"/>
                  <a:pt x="44" y="53"/>
                  <a:pt x="44" y="53"/>
                </a:cubicBezTo>
                <a:cubicBezTo>
                  <a:pt x="345" y="53"/>
                  <a:pt x="345" y="53"/>
                  <a:pt x="345" y="53"/>
                </a:cubicBezTo>
                <a:lnTo>
                  <a:pt x="345" y="399"/>
                </a:lnTo>
                <a:close/>
                <a:moveTo>
                  <a:pt x="221" y="275"/>
                </a:moveTo>
                <a:lnTo>
                  <a:pt x="221" y="275"/>
                </a:lnTo>
                <a:cubicBezTo>
                  <a:pt x="97" y="275"/>
                  <a:pt x="97" y="275"/>
                  <a:pt x="97" y="275"/>
                </a:cubicBezTo>
                <a:cubicBezTo>
                  <a:pt x="97" y="302"/>
                  <a:pt x="97" y="302"/>
                  <a:pt x="97" y="302"/>
                </a:cubicBezTo>
                <a:cubicBezTo>
                  <a:pt x="221" y="302"/>
                  <a:pt x="221" y="302"/>
                  <a:pt x="221" y="302"/>
                </a:cubicBezTo>
                <a:lnTo>
                  <a:pt x="221" y="275"/>
                </a:lnTo>
                <a:close/>
                <a:moveTo>
                  <a:pt x="292" y="177"/>
                </a:moveTo>
                <a:lnTo>
                  <a:pt x="292" y="177"/>
                </a:lnTo>
                <a:cubicBezTo>
                  <a:pt x="195" y="177"/>
                  <a:pt x="195" y="177"/>
                  <a:pt x="195" y="177"/>
                </a:cubicBezTo>
                <a:cubicBezTo>
                  <a:pt x="195" y="196"/>
                  <a:pt x="195" y="196"/>
                  <a:pt x="195" y="196"/>
                </a:cubicBezTo>
                <a:cubicBezTo>
                  <a:pt x="292" y="196"/>
                  <a:pt x="292" y="196"/>
                  <a:pt x="292" y="196"/>
                </a:cubicBezTo>
                <a:lnTo>
                  <a:pt x="292" y="177"/>
                </a:lnTo>
                <a:close/>
                <a:moveTo>
                  <a:pt x="195" y="151"/>
                </a:moveTo>
                <a:lnTo>
                  <a:pt x="195" y="151"/>
                </a:lnTo>
                <a:cubicBezTo>
                  <a:pt x="292" y="151"/>
                  <a:pt x="292" y="151"/>
                  <a:pt x="292" y="151"/>
                </a:cubicBezTo>
                <a:cubicBezTo>
                  <a:pt x="292" y="98"/>
                  <a:pt x="292" y="98"/>
                  <a:pt x="292" y="98"/>
                </a:cubicBezTo>
                <a:cubicBezTo>
                  <a:pt x="195" y="98"/>
                  <a:pt x="195" y="98"/>
                  <a:pt x="195" y="98"/>
                </a:cubicBezTo>
                <a:lnTo>
                  <a:pt x="195" y="151"/>
                </a:lnTo>
                <a:close/>
                <a:moveTo>
                  <a:pt x="168" y="98"/>
                </a:moveTo>
                <a:lnTo>
                  <a:pt x="168" y="98"/>
                </a:lnTo>
                <a:cubicBezTo>
                  <a:pt x="97" y="98"/>
                  <a:pt x="97" y="98"/>
                  <a:pt x="97" y="98"/>
                </a:cubicBezTo>
                <a:cubicBezTo>
                  <a:pt x="97" y="196"/>
                  <a:pt x="97" y="196"/>
                  <a:pt x="97" y="196"/>
                </a:cubicBezTo>
                <a:cubicBezTo>
                  <a:pt x="168" y="196"/>
                  <a:pt x="168" y="196"/>
                  <a:pt x="168" y="196"/>
                </a:cubicBezTo>
                <a:lnTo>
                  <a:pt x="168" y="98"/>
                </a:lnTo>
                <a:close/>
                <a:moveTo>
                  <a:pt x="141" y="222"/>
                </a:moveTo>
                <a:lnTo>
                  <a:pt x="141" y="222"/>
                </a:lnTo>
                <a:cubicBezTo>
                  <a:pt x="97" y="222"/>
                  <a:pt x="97" y="222"/>
                  <a:pt x="97" y="222"/>
                </a:cubicBezTo>
                <a:cubicBezTo>
                  <a:pt x="97" y="249"/>
                  <a:pt x="97" y="249"/>
                  <a:pt x="97" y="249"/>
                </a:cubicBezTo>
                <a:cubicBezTo>
                  <a:pt x="141" y="249"/>
                  <a:pt x="141" y="249"/>
                  <a:pt x="141" y="249"/>
                </a:cubicBezTo>
                <a:lnTo>
                  <a:pt x="141" y="222"/>
                </a:lnTo>
                <a:close/>
                <a:moveTo>
                  <a:pt x="168" y="249"/>
                </a:moveTo>
                <a:lnTo>
                  <a:pt x="168" y="249"/>
                </a:lnTo>
                <a:cubicBezTo>
                  <a:pt x="292" y="249"/>
                  <a:pt x="292" y="249"/>
                  <a:pt x="292" y="249"/>
                </a:cubicBezTo>
                <a:cubicBezTo>
                  <a:pt x="292" y="222"/>
                  <a:pt x="292" y="222"/>
                  <a:pt x="292" y="222"/>
                </a:cubicBezTo>
                <a:cubicBezTo>
                  <a:pt x="168" y="222"/>
                  <a:pt x="168" y="222"/>
                  <a:pt x="168" y="222"/>
                </a:cubicBezTo>
                <a:lnTo>
                  <a:pt x="168" y="249"/>
                </a:lnTo>
                <a:close/>
                <a:moveTo>
                  <a:pt x="292" y="319"/>
                </a:moveTo>
                <a:lnTo>
                  <a:pt x="292" y="319"/>
                </a:lnTo>
                <a:cubicBezTo>
                  <a:pt x="97" y="319"/>
                  <a:pt x="97" y="319"/>
                  <a:pt x="97" y="319"/>
                </a:cubicBezTo>
                <a:cubicBezTo>
                  <a:pt x="97" y="346"/>
                  <a:pt x="97" y="346"/>
                  <a:pt x="97" y="346"/>
                </a:cubicBezTo>
                <a:cubicBezTo>
                  <a:pt x="292" y="346"/>
                  <a:pt x="292" y="346"/>
                  <a:pt x="292" y="346"/>
                </a:cubicBezTo>
                <a:lnTo>
                  <a:pt x="292" y="319"/>
                </a:lnTo>
                <a:close/>
                <a:moveTo>
                  <a:pt x="248" y="302"/>
                </a:moveTo>
                <a:lnTo>
                  <a:pt x="248" y="302"/>
                </a:lnTo>
                <a:cubicBezTo>
                  <a:pt x="292" y="302"/>
                  <a:pt x="292" y="302"/>
                  <a:pt x="292" y="302"/>
                </a:cubicBezTo>
                <a:cubicBezTo>
                  <a:pt x="292" y="275"/>
                  <a:pt x="292" y="275"/>
                  <a:pt x="292" y="275"/>
                </a:cubicBezTo>
                <a:cubicBezTo>
                  <a:pt x="248" y="275"/>
                  <a:pt x="248" y="275"/>
                  <a:pt x="248" y="275"/>
                </a:cubicBezTo>
                <a:lnTo>
                  <a:pt x="248" y="30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5" name="Freeform 114"/>
          <p:cNvSpPr/>
          <p:nvPr/>
        </p:nvSpPr>
        <p:spPr>
          <a:xfrm>
            <a:off x="5838840" y="2384280"/>
            <a:ext cx="208080" cy="219240"/>
          </a:xfrm>
          <a:custGeom>
            <a:avLst/>
            <a:gdLst/>
            <a:ahLst/>
            <a:rect l="l" t="t" r="r" b="b"/>
            <a:pathLst>
              <a:path w="462" h="488">
                <a:moveTo>
                  <a:pt x="443" y="301"/>
                </a:moveTo>
                <a:lnTo>
                  <a:pt x="443" y="301"/>
                </a:lnTo>
                <a:cubicBezTo>
                  <a:pt x="408" y="266"/>
                  <a:pt x="408" y="266"/>
                  <a:pt x="408" y="266"/>
                </a:cubicBezTo>
                <a:cubicBezTo>
                  <a:pt x="390" y="248"/>
                  <a:pt x="390" y="230"/>
                  <a:pt x="408" y="221"/>
                </a:cubicBezTo>
                <a:cubicBezTo>
                  <a:pt x="443" y="186"/>
                  <a:pt x="443" y="186"/>
                  <a:pt x="443" y="186"/>
                </a:cubicBezTo>
                <a:cubicBezTo>
                  <a:pt x="461" y="168"/>
                  <a:pt x="452" y="160"/>
                  <a:pt x="443" y="160"/>
                </a:cubicBezTo>
                <a:cubicBezTo>
                  <a:pt x="381" y="151"/>
                  <a:pt x="381" y="151"/>
                  <a:pt x="381" y="151"/>
                </a:cubicBezTo>
                <a:cubicBezTo>
                  <a:pt x="364" y="151"/>
                  <a:pt x="355" y="142"/>
                  <a:pt x="364" y="124"/>
                </a:cubicBezTo>
                <a:cubicBezTo>
                  <a:pt x="390" y="36"/>
                  <a:pt x="390" y="36"/>
                  <a:pt x="390" y="36"/>
                </a:cubicBezTo>
                <a:cubicBezTo>
                  <a:pt x="399" y="27"/>
                  <a:pt x="390" y="17"/>
                  <a:pt x="381" y="27"/>
                </a:cubicBezTo>
                <a:cubicBezTo>
                  <a:pt x="311" y="71"/>
                  <a:pt x="311" y="71"/>
                  <a:pt x="311" y="71"/>
                </a:cubicBezTo>
                <a:cubicBezTo>
                  <a:pt x="292" y="80"/>
                  <a:pt x="275" y="71"/>
                  <a:pt x="267" y="53"/>
                </a:cubicBezTo>
                <a:cubicBezTo>
                  <a:pt x="248" y="17"/>
                  <a:pt x="248" y="17"/>
                  <a:pt x="248" y="17"/>
                </a:cubicBezTo>
                <a:cubicBezTo>
                  <a:pt x="239" y="0"/>
                  <a:pt x="222" y="0"/>
                  <a:pt x="213" y="17"/>
                </a:cubicBezTo>
                <a:cubicBezTo>
                  <a:pt x="195" y="53"/>
                  <a:pt x="195" y="53"/>
                  <a:pt x="195" y="53"/>
                </a:cubicBezTo>
                <a:cubicBezTo>
                  <a:pt x="186" y="71"/>
                  <a:pt x="169" y="71"/>
                  <a:pt x="151" y="71"/>
                </a:cubicBezTo>
                <a:cubicBezTo>
                  <a:pt x="116" y="53"/>
                  <a:pt x="116" y="53"/>
                  <a:pt x="116" y="53"/>
                </a:cubicBezTo>
                <a:cubicBezTo>
                  <a:pt x="98" y="45"/>
                  <a:pt x="80" y="53"/>
                  <a:pt x="89" y="71"/>
                </a:cubicBezTo>
                <a:cubicBezTo>
                  <a:pt x="89" y="106"/>
                  <a:pt x="89" y="106"/>
                  <a:pt x="89" y="106"/>
                </a:cubicBezTo>
                <a:cubicBezTo>
                  <a:pt x="89" y="124"/>
                  <a:pt x="80" y="142"/>
                  <a:pt x="63" y="142"/>
                </a:cubicBezTo>
                <a:cubicBezTo>
                  <a:pt x="18" y="160"/>
                  <a:pt x="18" y="160"/>
                  <a:pt x="18" y="160"/>
                </a:cubicBezTo>
                <a:cubicBezTo>
                  <a:pt x="9" y="160"/>
                  <a:pt x="0" y="168"/>
                  <a:pt x="18" y="186"/>
                </a:cubicBezTo>
                <a:cubicBezTo>
                  <a:pt x="63" y="221"/>
                  <a:pt x="63" y="221"/>
                  <a:pt x="63" y="221"/>
                </a:cubicBezTo>
                <a:cubicBezTo>
                  <a:pt x="71" y="230"/>
                  <a:pt x="71" y="248"/>
                  <a:pt x="63" y="266"/>
                </a:cubicBezTo>
                <a:cubicBezTo>
                  <a:pt x="18" y="301"/>
                  <a:pt x="18" y="301"/>
                  <a:pt x="18" y="301"/>
                </a:cubicBezTo>
                <a:cubicBezTo>
                  <a:pt x="0" y="311"/>
                  <a:pt x="9" y="319"/>
                  <a:pt x="27" y="319"/>
                </a:cubicBezTo>
                <a:cubicBezTo>
                  <a:pt x="71" y="328"/>
                  <a:pt x="71" y="328"/>
                  <a:pt x="71" y="328"/>
                </a:cubicBezTo>
                <a:cubicBezTo>
                  <a:pt x="89" y="328"/>
                  <a:pt x="98" y="346"/>
                  <a:pt x="98" y="364"/>
                </a:cubicBezTo>
                <a:cubicBezTo>
                  <a:pt x="71" y="443"/>
                  <a:pt x="71" y="443"/>
                  <a:pt x="71" y="443"/>
                </a:cubicBezTo>
                <a:cubicBezTo>
                  <a:pt x="63" y="461"/>
                  <a:pt x="71" y="461"/>
                  <a:pt x="89" y="461"/>
                </a:cubicBezTo>
                <a:cubicBezTo>
                  <a:pt x="142" y="425"/>
                  <a:pt x="142" y="425"/>
                  <a:pt x="142" y="425"/>
                </a:cubicBezTo>
                <a:cubicBezTo>
                  <a:pt x="160" y="417"/>
                  <a:pt x="177" y="417"/>
                  <a:pt x="186" y="434"/>
                </a:cubicBezTo>
                <a:cubicBezTo>
                  <a:pt x="213" y="470"/>
                  <a:pt x="213" y="470"/>
                  <a:pt x="213" y="470"/>
                </a:cubicBezTo>
                <a:cubicBezTo>
                  <a:pt x="222" y="487"/>
                  <a:pt x="239" y="478"/>
                  <a:pt x="248" y="470"/>
                </a:cubicBezTo>
                <a:cubicBezTo>
                  <a:pt x="267" y="425"/>
                  <a:pt x="267" y="425"/>
                  <a:pt x="267" y="425"/>
                </a:cubicBezTo>
                <a:cubicBezTo>
                  <a:pt x="275" y="408"/>
                  <a:pt x="292" y="408"/>
                  <a:pt x="311" y="408"/>
                </a:cubicBezTo>
                <a:cubicBezTo>
                  <a:pt x="355" y="434"/>
                  <a:pt x="355" y="434"/>
                  <a:pt x="355" y="434"/>
                </a:cubicBezTo>
                <a:cubicBezTo>
                  <a:pt x="364" y="443"/>
                  <a:pt x="381" y="434"/>
                  <a:pt x="373" y="417"/>
                </a:cubicBezTo>
                <a:cubicBezTo>
                  <a:pt x="373" y="372"/>
                  <a:pt x="373" y="372"/>
                  <a:pt x="373" y="372"/>
                </a:cubicBezTo>
                <a:cubicBezTo>
                  <a:pt x="373" y="364"/>
                  <a:pt x="390" y="346"/>
                  <a:pt x="399" y="337"/>
                </a:cubicBezTo>
                <a:cubicBezTo>
                  <a:pt x="443" y="328"/>
                  <a:pt x="443" y="328"/>
                  <a:pt x="443" y="328"/>
                </a:cubicBezTo>
                <a:cubicBezTo>
                  <a:pt x="452" y="319"/>
                  <a:pt x="461" y="311"/>
                  <a:pt x="443" y="301"/>
                </a:cubicBezTo>
                <a:close/>
                <a:moveTo>
                  <a:pt x="257" y="346"/>
                </a:moveTo>
                <a:lnTo>
                  <a:pt x="257" y="346"/>
                </a:lnTo>
                <a:cubicBezTo>
                  <a:pt x="204" y="346"/>
                  <a:pt x="204" y="346"/>
                  <a:pt x="204" y="346"/>
                </a:cubicBezTo>
                <a:cubicBezTo>
                  <a:pt x="204" y="292"/>
                  <a:pt x="204" y="292"/>
                  <a:pt x="204" y="292"/>
                </a:cubicBezTo>
                <a:cubicBezTo>
                  <a:pt x="257" y="292"/>
                  <a:pt x="257" y="292"/>
                  <a:pt x="257" y="292"/>
                </a:cubicBezTo>
                <a:lnTo>
                  <a:pt x="257" y="346"/>
                </a:lnTo>
                <a:close/>
                <a:moveTo>
                  <a:pt x="257" y="266"/>
                </a:moveTo>
                <a:lnTo>
                  <a:pt x="257" y="266"/>
                </a:lnTo>
                <a:cubicBezTo>
                  <a:pt x="204" y="266"/>
                  <a:pt x="204" y="266"/>
                  <a:pt x="204" y="266"/>
                </a:cubicBezTo>
                <a:cubicBezTo>
                  <a:pt x="204" y="133"/>
                  <a:pt x="204" y="133"/>
                  <a:pt x="204" y="133"/>
                </a:cubicBezTo>
                <a:cubicBezTo>
                  <a:pt x="257" y="133"/>
                  <a:pt x="257" y="133"/>
                  <a:pt x="257" y="133"/>
                </a:cubicBezTo>
                <a:lnTo>
                  <a:pt x="257" y="26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6" name="Freeform 115"/>
          <p:cNvSpPr/>
          <p:nvPr/>
        </p:nvSpPr>
        <p:spPr>
          <a:xfrm>
            <a:off x="1847880" y="3270240"/>
            <a:ext cx="179280" cy="223920"/>
          </a:xfrm>
          <a:custGeom>
            <a:avLst/>
            <a:gdLst/>
            <a:ahLst/>
            <a:rect l="l" t="t" r="r" b="b"/>
            <a:pathLst>
              <a:path w="400" h="498">
                <a:moveTo>
                  <a:pt x="381" y="124"/>
                </a:moveTo>
                <a:lnTo>
                  <a:pt x="381" y="124"/>
                </a:lnTo>
                <a:cubicBezTo>
                  <a:pt x="372" y="44"/>
                  <a:pt x="301" y="0"/>
                  <a:pt x="231" y="9"/>
                </a:cubicBezTo>
                <a:cubicBezTo>
                  <a:pt x="159" y="27"/>
                  <a:pt x="106" y="80"/>
                  <a:pt x="115" y="151"/>
                </a:cubicBezTo>
                <a:cubicBezTo>
                  <a:pt x="115" y="168"/>
                  <a:pt x="124" y="195"/>
                  <a:pt x="133" y="213"/>
                </a:cubicBezTo>
                <a:cubicBezTo>
                  <a:pt x="9" y="407"/>
                  <a:pt x="9" y="407"/>
                  <a:pt x="9" y="407"/>
                </a:cubicBezTo>
                <a:cubicBezTo>
                  <a:pt x="0" y="407"/>
                  <a:pt x="0" y="425"/>
                  <a:pt x="0" y="434"/>
                </a:cubicBezTo>
                <a:cubicBezTo>
                  <a:pt x="9" y="478"/>
                  <a:pt x="9" y="478"/>
                  <a:pt x="9" y="478"/>
                </a:cubicBezTo>
                <a:cubicBezTo>
                  <a:pt x="9" y="487"/>
                  <a:pt x="18" y="497"/>
                  <a:pt x="27" y="497"/>
                </a:cubicBezTo>
                <a:cubicBezTo>
                  <a:pt x="62" y="487"/>
                  <a:pt x="62" y="487"/>
                  <a:pt x="62" y="487"/>
                </a:cubicBezTo>
                <a:cubicBezTo>
                  <a:pt x="71" y="487"/>
                  <a:pt x="80" y="478"/>
                  <a:pt x="89" y="470"/>
                </a:cubicBezTo>
                <a:cubicBezTo>
                  <a:pt x="142" y="390"/>
                  <a:pt x="142" y="390"/>
                  <a:pt x="142" y="390"/>
                </a:cubicBezTo>
                <a:lnTo>
                  <a:pt x="142" y="390"/>
                </a:lnTo>
                <a:cubicBezTo>
                  <a:pt x="177" y="381"/>
                  <a:pt x="177" y="381"/>
                  <a:pt x="177" y="381"/>
                </a:cubicBezTo>
                <a:cubicBezTo>
                  <a:pt x="231" y="284"/>
                  <a:pt x="231" y="284"/>
                  <a:pt x="231" y="284"/>
                </a:cubicBezTo>
                <a:cubicBezTo>
                  <a:pt x="248" y="293"/>
                  <a:pt x="284" y="284"/>
                  <a:pt x="293" y="284"/>
                </a:cubicBezTo>
                <a:cubicBezTo>
                  <a:pt x="363" y="275"/>
                  <a:pt x="399" y="195"/>
                  <a:pt x="381" y="124"/>
                </a:cubicBezTo>
                <a:close/>
                <a:moveTo>
                  <a:pt x="319" y="159"/>
                </a:moveTo>
                <a:lnTo>
                  <a:pt x="319" y="159"/>
                </a:lnTo>
                <a:cubicBezTo>
                  <a:pt x="301" y="187"/>
                  <a:pt x="284" y="168"/>
                  <a:pt x="256" y="142"/>
                </a:cubicBezTo>
                <a:cubicBezTo>
                  <a:pt x="231" y="124"/>
                  <a:pt x="203" y="115"/>
                  <a:pt x="221" y="80"/>
                </a:cubicBezTo>
                <a:cubicBezTo>
                  <a:pt x="240" y="53"/>
                  <a:pt x="284" y="44"/>
                  <a:pt x="310" y="71"/>
                </a:cubicBezTo>
                <a:cubicBezTo>
                  <a:pt x="337" y="89"/>
                  <a:pt x="346" y="133"/>
                  <a:pt x="319" y="15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7" name="Freeform 116"/>
          <p:cNvSpPr/>
          <p:nvPr/>
        </p:nvSpPr>
        <p:spPr>
          <a:xfrm>
            <a:off x="3171960" y="2389320"/>
            <a:ext cx="199800" cy="206280"/>
          </a:xfrm>
          <a:custGeom>
            <a:avLst/>
            <a:gdLst/>
            <a:ahLst/>
            <a:rect l="l" t="t" r="r" b="b"/>
            <a:pathLst>
              <a:path w="445" h="462">
                <a:moveTo>
                  <a:pt x="400" y="159"/>
                </a:moveTo>
                <a:lnTo>
                  <a:pt x="400" y="159"/>
                </a:lnTo>
                <a:cubicBezTo>
                  <a:pt x="364" y="71"/>
                  <a:pt x="302" y="0"/>
                  <a:pt x="266" y="8"/>
                </a:cubicBezTo>
                <a:cubicBezTo>
                  <a:pt x="213" y="36"/>
                  <a:pt x="302" y="142"/>
                  <a:pt x="36" y="248"/>
                </a:cubicBezTo>
                <a:cubicBezTo>
                  <a:pt x="9" y="257"/>
                  <a:pt x="0" y="292"/>
                  <a:pt x="9" y="319"/>
                </a:cubicBezTo>
                <a:cubicBezTo>
                  <a:pt x="18" y="337"/>
                  <a:pt x="53" y="363"/>
                  <a:pt x="81" y="355"/>
                </a:cubicBezTo>
                <a:lnTo>
                  <a:pt x="98" y="346"/>
                </a:lnTo>
                <a:cubicBezTo>
                  <a:pt x="116" y="372"/>
                  <a:pt x="134" y="355"/>
                  <a:pt x="134" y="372"/>
                </a:cubicBezTo>
                <a:cubicBezTo>
                  <a:pt x="143" y="390"/>
                  <a:pt x="160" y="425"/>
                  <a:pt x="160" y="434"/>
                </a:cubicBezTo>
                <a:cubicBezTo>
                  <a:pt x="169" y="443"/>
                  <a:pt x="178" y="461"/>
                  <a:pt x="187" y="452"/>
                </a:cubicBezTo>
                <a:cubicBezTo>
                  <a:pt x="196" y="452"/>
                  <a:pt x="231" y="443"/>
                  <a:pt x="240" y="434"/>
                </a:cubicBezTo>
                <a:cubicBezTo>
                  <a:pt x="257" y="434"/>
                  <a:pt x="257" y="425"/>
                  <a:pt x="249" y="416"/>
                </a:cubicBezTo>
                <a:cubicBezTo>
                  <a:pt x="249" y="408"/>
                  <a:pt x="231" y="399"/>
                  <a:pt x="231" y="390"/>
                </a:cubicBezTo>
                <a:cubicBezTo>
                  <a:pt x="222" y="381"/>
                  <a:pt x="213" y="346"/>
                  <a:pt x="204" y="337"/>
                </a:cubicBezTo>
                <a:cubicBezTo>
                  <a:pt x="196" y="328"/>
                  <a:pt x="213" y="310"/>
                  <a:pt x="231" y="310"/>
                </a:cubicBezTo>
                <a:cubicBezTo>
                  <a:pt x="355" y="302"/>
                  <a:pt x="373" y="372"/>
                  <a:pt x="417" y="355"/>
                </a:cubicBezTo>
                <a:cubicBezTo>
                  <a:pt x="444" y="346"/>
                  <a:pt x="444" y="248"/>
                  <a:pt x="400" y="159"/>
                </a:cubicBezTo>
                <a:close/>
                <a:moveTo>
                  <a:pt x="390" y="310"/>
                </a:moveTo>
                <a:lnTo>
                  <a:pt x="390" y="310"/>
                </a:lnTo>
                <a:cubicBezTo>
                  <a:pt x="381" y="310"/>
                  <a:pt x="328" y="275"/>
                  <a:pt x="302" y="204"/>
                </a:cubicBezTo>
                <a:cubicBezTo>
                  <a:pt x="275" y="133"/>
                  <a:pt x="275" y="62"/>
                  <a:pt x="284" y="62"/>
                </a:cubicBezTo>
                <a:cubicBezTo>
                  <a:pt x="293" y="62"/>
                  <a:pt x="337" y="106"/>
                  <a:pt x="364" y="177"/>
                </a:cubicBezTo>
                <a:cubicBezTo>
                  <a:pt x="400" y="248"/>
                  <a:pt x="390" y="302"/>
                  <a:pt x="390" y="31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8" name="Freeform 117"/>
          <p:cNvSpPr/>
          <p:nvPr/>
        </p:nvSpPr>
        <p:spPr>
          <a:xfrm>
            <a:off x="2722680" y="3286080"/>
            <a:ext cx="207720" cy="192240"/>
          </a:xfrm>
          <a:custGeom>
            <a:avLst/>
            <a:gdLst/>
            <a:ahLst/>
            <a:rect l="l" t="t" r="r" b="b"/>
            <a:pathLst>
              <a:path w="462" h="427">
                <a:moveTo>
                  <a:pt x="266" y="0"/>
                </a:moveTo>
                <a:lnTo>
                  <a:pt x="266" y="0"/>
                </a:lnTo>
                <a:lnTo>
                  <a:pt x="266" y="0"/>
                </a:lnTo>
                <a:cubicBezTo>
                  <a:pt x="142" y="0"/>
                  <a:pt x="62" y="45"/>
                  <a:pt x="71" y="80"/>
                </a:cubicBezTo>
                <a:cubicBezTo>
                  <a:pt x="71" y="89"/>
                  <a:pt x="71" y="116"/>
                  <a:pt x="80" y="143"/>
                </a:cubicBezTo>
                <a:cubicBezTo>
                  <a:pt x="18" y="169"/>
                  <a:pt x="0" y="205"/>
                  <a:pt x="0" y="240"/>
                </a:cubicBezTo>
                <a:cubicBezTo>
                  <a:pt x="9" y="275"/>
                  <a:pt x="36" y="311"/>
                  <a:pt x="115" y="319"/>
                </a:cubicBezTo>
                <a:cubicBezTo>
                  <a:pt x="151" y="319"/>
                  <a:pt x="204" y="302"/>
                  <a:pt x="231" y="266"/>
                </a:cubicBezTo>
                <a:cubicBezTo>
                  <a:pt x="231" y="258"/>
                  <a:pt x="231" y="249"/>
                  <a:pt x="231" y="249"/>
                </a:cubicBezTo>
                <a:cubicBezTo>
                  <a:pt x="231" y="222"/>
                  <a:pt x="249" y="213"/>
                  <a:pt x="266" y="213"/>
                </a:cubicBezTo>
                <a:cubicBezTo>
                  <a:pt x="284" y="213"/>
                  <a:pt x="302" y="222"/>
                  <a:pt x="302" y="249"/>
                </a:cubicBezTo>
                <a:cubicBezTo>
                  <a:pt x="302" y="266"/>
                  <a:pt x="284" y="284"/>
                  <a:pt x="266" y="284"/>
                </a:cubicBezTo>
                <a:cubicBezTo>
                  <a:pt x="222" y="328"/>
                  <a:pt x="169" y="355"/>
                  <a:pt x="115" y="355"/>
                </a:cubicBezTo>
                <a:cubicBezTo>
                  <a:pt x="115" y="364"/>
                  <a:pt x="115" y="364"/>
                  <a:pt x="115" y="372"/>
                </a:cubicBezTo>
                <a:cubicBezTo>
                  <a:pt x="115" y="381"/>
                  <a:pt x="178" y="426"/>
                  <a:pt x="266" y="426"/>
                </a:cubicBezTo>
                <a:lnTo>
                  <a:pt x="266" y="426"/>
                </a:lnTo>
                <a:cubicBezTo>
                  <a:pt x="355" y="426"/>
                  <a:pt x="408" y="381"/>
                  <a:pt x="408" y="372"/>
                </a:cubicBezTo>
                <a:cubicBezTo>
                  <a:pt x="416" y="355"/>
                  <a:pt x="453" y="116"/>
                  <a:pt x="453" y="80"/>
                </a:cubicBezTo>
                <a:cubicBezTo>
                  <a:pt x="461" y="45"/>
                  <a:pt x="381" y="0"/>
                  <a:pt x="266" y="0"/>
                </a:cubicBezTo>
                <a:close/>
                <a:moveTo>
                  <a:pt x="36" y="231"/>
                </a:moveTo>
                <a:lnTo>
                  <a:pt x="36" y="231"/>
                </a:lnTo>
                <a:cubicBezTo>
                  <a:pt x="36" y="222"/>
                  <a:pt x="53" y="196"/>
                  <a:pt x="89" y="178"/>
                </a:cubicBezTo>
                <a:cubicBezTo>
                  <a:pt x="89" y="213"/>
                  <a:pt x="98" y="249"/>
                  <a:pt x="106" y="284"/>
                </a:cubicBezTo>
                <a:cubicBezTo>
                  <a:pt x="62" y="275"/>
                  <a:pt x="44" y="258"/>
                  <a:pt x="36" y="231"/>
                </a:cubicBezTo>
                <a:close/>
                <a:moveTo>
                  <a:pt x="266" y="133"/>
                </a:moveTo>
                <a:lnTo>
                  <a:pt x="266" y="133"/>
                </a:lnTo>
                <a:cubicBezTo>
                  <a:pt x="178" y="133"/>
                  <a:pt x="106" y="98"/>
                  <a:pt x="106" y="80"/>
                </a:cubicBezTo>
                <a:cubicBezTo>
                  <a:pt x="106" y="71"/>
                  <a:pt x="178" y="36"/>
                  <a:pt x="266" y="36"/>
                </a:cubicBezTo>
                <a:cubicBezTo>
                  <a:pt x="355" y="36"/>
                  <a:pt x="416" y="71"/>
                  <a:pt x="416" y="80"/>
                </a:cubicBezTo>
                <a:cubicBezTo>
                  <a:pt x="416" y="98"/>
                  <a:pt x="355" y="133"/>
                  <a:pt x="266" y="1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9" name="Freeform 118"/>
          <p:cNvSpPr/>
          <p:nvPr/>
        </p:nvSpPr>
        <p:spPr>
          <a:xfrm>
            <a:off x="3179880" y="3286080"/>
            <a:ext cx="183960" cy="196920"/>
          </a:xfrm>
          <a:custGeom>
            <a:avLst/>
            <a:gdLst/>
            <a:ahLst/>
            <a:rect l="l" t="t" r="r" b="b"/>
            <a:pathLst>
              <a:path w="409" h="436">
                <a:moveTo>
                  <a:pt x="257" y="408"/>
                </a:moveTo>
                <a:lnTo>
                  <a:pt x="257" y="408"/>
                </a:lnTo>
                <a:cubicBezTo>
                  <a:pt x="257" y="417"/>
                  <a:pt x="266" y="426"/>
                  <a:pt x="275" y="426"/>
                </a:cubicBezTo>
                <a:cubicBezTo>
                  <a:pt x="372" y="435"/>
                  <a:pt x="372" y="435"/>
                  <a:pt x="372" y="435"/>
                </a:cubicBezTo>
                <a:cubicBezTo>
                  <a:pt x="382" y="435"/>
                  <a:pt x="382" y="426"/>
                  <a:pt x="391" y="417"/>
                </a:cubicBezTo>
                <a:cubicBezTo>
                  <a:pt x="391" y="337"/>
                  <a:pt x="391" y="337"/>
                  <a:pt x="391" y="337"/>
                </a:cubicBezTo>
                <a:cubicBezTo>
                  <a:pt x="266" y="328"/>
                  <a:pt x="266" y="328"/>
                  <a:pt x="266" y="328"/>
                </a:cubicBezTo>
                <a:lnTo>
                  <a:pt x="257" y="408"/>
                </a:lnTo>
                <a:close/>
                <a:moveTo>
                  <a:pt x="18" y="337"/>
                </a:moveTo>
                <a:lnTo>
                  <a:pt x="18" y="337"/>
                </a:lnTo>
                <a:cubicBezTo>
                  <a:pt x="18" y="417"/>
                  <a:pt x="18" y="417"/>
                  <a:pt x="18" y="417"/>
                </a:cubicBezTo>
                <a:cubicBezTo>
                  <a:pt x="18" y="426"/>
                  <a:pt x="27" y="435"/>
                  <a:pt x="35" y="435"/>
                </a:cubicBezTo>
                <a:cubicBezTo>
                  <a:pt x="133" y="426"/>
                  <a:pt x="133" y="426"/>
                  <a:pt x="133" y="426"/>
                </a:cubicBezTo>
                <a:cubicBezTo>
                  <a:pt x="142" y="426"/>
                  <a:pt x="151" y="417"/>
                  <a:pt x="151" y="408"/>
                </a:cubicBezTo>
                <a:cubicBezTo>
                  <a:pt x="142" y="328"/>
                  <a:pt x="142" y="328"/>
                  <a:pt x="142" y="328"/>
                </a:cubicBezTo>
                <a:lnTo>
                  <a:pt x="18" y="337"/>
                </a:lnTo>
                <a:close/>
                <a:moveTo>
                  <a:pt x="0" y="205"/>
                </a:moveTo>
                <a:lnTo>
                  <a:pt x="0" y="205"/>
                </a:lnTo>
                <a:cubicBezTo>
                  <a:pt x="9" y="293"/>
                  <a:pt x="9" y="293"/>
                  <a:pt x="9" y="293"/>
                </a:cubicBezTo>
                <a:cubicBezTo>
                  <a:pt x="133" y="275"/>
                  <a:pt x="133" y="275"/>
                  <a:pt x="133" y="275"/>
                </a:cubicBezTo>
                <a:cubicBezTo>
                  <a:pt x="133" y="196"/>
                  <a:pt x="133" y="196"/>
                  <a:pt x="133" y="196"/>
                </a:cubicBezTo>
                <a:lnTo>
                  <a:pt x="133" y="187"/>
                </a:lnTo>
                <a:cubicBezTo>
                  <a:pt x="133" y="152"/>
                  <a:pt x="160" y="116"/>
                  <a:pt x="204" y="116"/>
                </a:cubicBezTo>
                <a:cubicBezTo>
                  <a:pt x="248" y="116"/>
                  <a:pt x="275" y="152"/>
                  <a:pt x="275" y="187"/>
                </a:cubicBezTo>
                <a:lnTo>
                  <a:pt x="275" y="196"/>
                </a:lnTo>
                <a:cubicBezTo>
                  <a:pt x="266" y="275"/>
                  <a:pt x="266" y="275"/>
                  <a:pt x="266" y="275"/>
                </a:cubicBezTo>
                <a:cubicBezTo>
                  <a:pt x="399" y="293"/>
                  <a:pt x="399" y="293"/>
                  <a:pt x="399" y="293"/>
                </a:cubicBezTo>
                <a:cubicBezTo>
                  <a:pt x="408" y="205"/>
                  <a:pt x="408" y="205"/>
                  <a:pt x="408" y="205"/>
                </a:cubicBezTo>
                <a:cubicBezTo>
                  <a:pt x="408" y="196"/>
                  <a:pt x="408" y="196"/>
                  <a:pt x="408" y="187"/>
                </a:cubicBezTo>
                <a:cubicBezTo>
                  <a:pt x="408" y="80"/>
                  <a:pt x="319" y="0"/>
                  <a:pt x="204" y="0"/>
                </a:cubicBezTo>
                <a:cubicBezTo>
                  <a:pt x="88" y="0"/>
                  <a:pt x="0" y="80"/>
                  <a:pt x="0" y="187"/>
                </a:cubicBezTo>
                <a:cubicBezTo>
                  <a:pt x="0" y="196"/>
                  <a:pt x="0" y="196"/>
                  <a:pt x="0" y="20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0" name="Freeform 119"/>
          <p:cNvSpPr/>
          <p:nvPr/>
        </p:nvSpPr>
        <p:spPr>
          <a:xfrm>
            <a:off x="5384880" y="3282840"/>
            <a:ext cx="223920" cy="200160"/>
          </a:xfrm>
          <a:custGeom>
            <a:avLst/>
            <a:gdLst/>
            <a:ahLst/>
            <a:rect l="l" t="t" r="r" b="b"/>
            <a:pathLst>
              <a:path w="497" h="444">
                <a:moveTo>
                  <a:pt x="443" y="70"/>
                </a:moveTo>
                <a:lnTo>
                  <a:pt x="443" y="70"/>
                </a:lnTo>
                <a:cubicBezTo>
                  <a:pt x="426" y="70"/>
                  <a:pt x="426" y="70"/>
                  <a:pt x="426" y="70"/>
                </a:cubicBezTo>
                <a:cubicBezTo>
                  <a:pt x="426" y="443"/>
                  <a:pt x="426" y="443"/>
                  <a:pt x="426" y="443"/>
                </a:cubicBezTo>
                <a:cubicBezTo>
                  <a:pt x="443" y="443"/>
                  <a:pt x="443" y="443"/>
                  <a:pt x="443" y="443"/>
                </a:cubicBezTo>
                <a:cubicBezTo>
                  <a:pt x="479" y="443"/>
                  <a:pt x="496" y="425"/>
                  <a:pt x="496" y="398"/>
                </a:cubicBezTo>
                <a:cubicBezTo>
                  <a:pt x="496" y="124"/>
                  <a:pt x="496" y="124"/>
                  <a:pt x="496" y="124"/>
                </a:cubicBezTo>
                <a:cubicBezTo>
                  <a:pt x="496" y="97"/>
                  <a:pt x="479" y="70"/>
                  <a:pt x="443" y="70"/>
                </a:cubicBezTo>
                <a:close/>
                <a:moveTo>
                  <a:pt x="0" y="124"/>
                </a:moveTo>
                <a:lnTo>
                  <a:pt x="0" y="124"/>
                </a:lnTo>
                <a:cubicBezTo>
                  <a:pt x="0" y="398"/>
                  <a:pt x="0" y="398"/>
                  <a:pt x="0" y="398"/>
                </a:cubicBezTo>
                <a:cubicBezTo>
                  <a:pt x="0" y="425"/>
                  <a:pt x="26" y="443"/>
                  <a:pt x="53" y="443"/>
                </a:cubicBezTo>
                <a:cubicBezTo>
                  <a:pt x="71" y="443"/>
                  <a:pt x="71" y="443"/>
                  <a:pt x="71" y="443"/>
                </a:cubicBezTo>
                <a:cubicBezTo>
                  <a:pt x="71" y="70"/>
                  <a:pt x="71" y="70"/>
                  <a:pt x="71" y="70"/>
                </a:cubicBezTo>
                <a:cubicBezTo>
                  <a:pt x="53" y="70"/>
                  <a:pt x="53" y="70"/>
                  <a:pt x="53" y="70"/>
                </a:cubicBezTo>
                <a:cubicBezTo>
                  <a:pt x="26" y="70"/>
                  <a:pt x="0" y="97"/>
                  <a:pt x="0" y="124"/>
                </a:cubicBezTo>
                <a:close/>
                <a:moveTo>
                  <a:pt x="337" y="26"/>
                </a:moveTo>
                <a:lnTo>
                  <a:pt x="337" y="26"/>
                </a:lnTo>
                <a:cubicBezTo>
                  <a:pt x="319" y="17"/>
                  <a:pt x="292" y="0"/>
                  <a:pt x="248" y="0"/>
                </a:cubicBezTo>
                <a:cubicBezTo>
                  <a:pt x="204" y="0"/>
                  <a:pt x="177" y="17"/>
                  <a:pt x="160" y="26"/>
                </a:cubicBezTo>
                <a:cubicBezTo>
                  <a:pt x="160" y="70"/>
                  <a:pt x="160" y="70"/>
                  <a:pt x="160" y="70"/>
                </a:cubicBezTo>
                <a:cubicBezTo>
                  <a:pt x="107" y="70"/>
                  <a:pt x="107" y="70"/>
                  <a:pt x="107" y="70"/>
                </a:cubicBezTo>
                <a:cubicBezTo>
                  <a:pt x="107" y="443"/>
                  <a:pt x="107" y="443"/>
                  <a:pt x="107" y="443"/>
                </a:cubicBezTo>
                <a:cubicBezTo>
                  <a:pt x="390" y="443"/>
                  <a:pt x="390" y="443"/>
                  <a:pt x="390" y="443"/>
                </a:cubicBezTo>
                <a:cubicBezTo>
                  <a:pt x="390" y="70"/>
                  <a:pt x="390" y="70"/>
                  <a:pt x="390" y="70"/>
                </a:cubicBezTo>
                <a:cubicBezTo>
                  <a:pt x="337" y="70"/>
                  <a:pt x="337" y="70"/>
                  <a:pt x="337" y="70"/>
                </a:cubicBezTo>
                <a:lnTo>
                  <a:pt x="337" y="26"/>
                </a:lnTo>
                <a:close/>
                <a:moveTo>
                  <a:pt x="301" y="70"/>
                </a:moveTo>
                <a:lnTo>
                  <a:pt x="301" y="70"/>
                </a:lnTo>
                <a:cubicBezTo>
                  <a:pt x="195" y="70"/>
                  <a:pt x="195" y="70"/>
                  <a:pt x="195" y="70"/>
                </a:cubicBezTo>
                <a:cubicBezTo>
                  <a:pt x="195" y="44"/>
                  <a:pt x="195" y="44"/>
                  <a:pt x="195" y="44"/>
                </a:cubicBezTo>
                <a:cubicBezTo>
                  <a:pt x="204" y="35"/>
                  <a:pt x="222" y="26"/>
                  <a:pt x="248" y="26"/>
                </a:cubicBezTo>
                <a:cubicBezTo>
                  <a:pt x="275" y="26"/>
                  <a:pt x="292" y="35"/>
                  <a:pt x="301" y="44"/>
                </a:cubicBezTo>
                <a:lnTo>
                  <a:pt x="301" y="7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1" name="Freeform 120"/>
          <p:cNvSpPr/>
          <p:nvPr/>
        </p:nvSpPr>
        <p:spPr>
          <a:xfrm>
            <a:off x="4987800" y="2828880"/>
            <a:ext cx="127080" cy="216000"/>
          </a:xfrm>
          <a:custGeom>
            <a:avLst/>
            <a:gdLst/>
            <a:ahLst/>
            <a:rect l="l" t="t" r="r" b="b"/>
            <a:pathLst>
              <a:path w="283" h="479">
                <a:moveTo>
                  <a:pt x="150" y="9"/>
                </a:moveTo>
                <a:lnTo>
                  <a:pt x="150" y="9"/>
                </a:lnTo>
                <a:cubicBezTo>
                  <a:pt x="150" y="0"/>
                  <a:pt x="141" y="0"/>
                  <a:pt x="132" y="9"/>
                </a:cubicBezTo>
                <a:cubicBezTo>
                  <a:pt x="114" y="185"/>
                  <a:pt x="0" y="221"/>
                  <a:pt x="0" y="345"/>
                </a:cubicBezTo>
                <a:cubicBezTo>
                  <a:pt x="0" y="416"/>
                  <a:pt x="70" y="478"/>
                  <a:pt x="141" y="478"/>
                </a:cubicBezTo>
                <a:cubicBezTo>
                  <a:pt x="220" y="478"/>
                  <a:pt x="282" y="416"/>
                  <a:pt x="282" y="345"/>
                </a:cubicBezTo>
                <a:cubicBezTo>
                  <a:pt x="282" y="221"/>
                  <a:pt x="167" y="185"/>
                  <a:pt x="150" y="9"/>
                </a:cubicBezTo>
                <a:close/>
                <a:moveTo>
                  <a:pt x="123" y="204"/>
                </a:moveTo>
                <a:lnTo>
                  <a:pt x="123" y="204"/>
                </a:lnTo>
                <a:cubicBezTo>
                  <a:pt x="123" y="204"/>
                  <a:pt x="123" y="213"/>
                  <a:pt x="123" y="221"/>
                </a:cubicBezTo>
                <a:cubicBezTo>
                  <a:pt x="114" y="257"/>
                  <a:pt x="97" y="292"/>
                  <a:pt x="97" y="336"/>
                </a:cubicBezTo>
                <a:cubicBezTo>
                  <a:pt x="97" y="363"/>
                  <a:pt x="88" y="372"/>
                  <a:pt x="70" y="372"/>
                </a:cubicBezTo>
                <a:cubicBezTo>
                  <a:pt x="53" y="372"/>
                  <a:pt x="44" y="363"/>
                  <a:pt x="44" y="345"/>
                </a:cubicBezTo>
                <a:cubicBezTo>
                  <a:pt x="44" y="292"/>
                  <a:pt x="70" y="257"/>
                  <a:pt x="88" y="221"/>
                </a:cubicBezTo>
                <a:cubicBezTo>
                  <a:pt x="97" y="213"/>
                  <a:pt x="106" y="204"/>
                  <a:pt x="114" y="194"/>
                </a:cubicBezTo>
                <a:lnTo>
                  <a:pt x="123" y="194"/>
                </a:lnTo>
                <a:lnTo>
                  <a:pt x="123" y="20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2" name="Freeform 122"/>
          <p:cNvSpPr/>
          <p:nvPr/>
        </p:nvSpPr>
        <p:spPr>
          <a:xfrm>
            <a:off x="3616200" y="3298680"/>
            <a:ext cx="200160" cy="168480"/>
          </a:xfrm>
          <a:custGeom>
            <a:avLst/>
            <a:gdLst/>
            <a:ahLst/>
            <a:rect l="l" t="t" r="r" b="b"/>
            <a:pathLst>
              <a:path w="444" h="373">
                <a:moveTo>
                  <a:pt x="434" y="213"/>
                </a:moveTo>
                <a:lnTo>
                  <a:pt x="434" y="213"/>
                </a:lnTo>
                <a:cubicBezTo>
                  <a:pt x="354" y="27"/>
                  <a:pt x="354" y="27"/>
                  <a:pt x="354" y="27"/>
                </a:cubicBezTo>
                <a:cubicBezTo>
                  <a:pt x="354" y="9"/>
                  <a:pt x="337" y="0"/>
                  <a:pt x="319" y="0"/>
                </a:cubicBezTo>
                <a:cubicBezTo>
                  <a:pt x="124" y="0"/>
                  <a:pt x="124" y="0"/>
                  <a:pt x="124" y="0"/>
                </a:cubicBezTo>
                <a:cubicBezTo>
                  <a:pt x="106" y="0"/>
                  <a:pt x="89" y="9"/>
                  <a:pt x="80" y="27"/>
                </a:cubicBezTo>
                <a:cubicBezTo>
                  <a:pt x="9" y="213"/>
                  <a:pt x="9" y="213"/>
                  <a:pt x="9" y="213"/>
                </a:cubicBezTo>
                <a:cubicBezTo>
                  <a:pt x="0" y="222"/>
                  <a:pt x="0" y="248"/>
                  <a:pt x="0" y="257"/>
                </a:cubicBezTo>
                <a:cubicBezTo>
                  <a:pt x="18" y="345"/>
                  <a:pt x="18" y="345"/>
                  <a:pt x="18" y="345"/>
                </a:cubicBezTo>
                <a:cubicBezTo>
                  <a:pt x="18" y="363"/>
                  <a:pt x="35" y="372"/>
                  <a:pt x="45" y="372"/>
                </a:cubicBezTo>
                <a:cubicBezTo>
                  <a:pt x="399" y="372"/>
                  <a:pt x="399" y="372"/>
                  <a:pt x="399" y="372"/>
                </a:cubicBezTo>
                <a:cubicBezTo>
                  <a:pt x="408" y="372"/>
                  <a:pt x="425" y="363"/>
                  <a:pt x="425" y="345"/>
                </a:cubicBezTo>
                <a:cubicBezTo>
                  <a:pt x="443" y="257"/>
                  <a:pt x="443" y="257"/>
                  <a:pt x="443" y="257"/>
                </a:cubicBezTo>
                <a:cubicBezTo>
                  <a:pt x="443" y="248"/>
                  <a:pt x="443" y="222"/>
                  <a:pt x="434" y="213"/>
                </a:cubicBezTo>
                <a:close/>
                <a:moveTo>
                  <a:pt x="399" y="275"/>
                </a:moveTo>
                <a:lnTo>
                  <a:pt x="399" y="275"/>
                </a:lnTo>
                <a:cubicBezTo>
                  <a:pt x="399" y="310"/>
                  <a:pt x="399" y="310"/>
                  <a:pt x="399" y="310"/>
                </a:cubicBezTo>
                <a:cubicBezTo>
                  <a:pt x="399" y="328"/>
                  <a:pt x="381" y="337"/>
                  <a:pt x="372" y="337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62" y="337"/>
                  <a:pt x="45" y="328"/>
                  <a:pt x="45" y="310"/>
                </a:cubicBezTo>
                <a:cubicBezTo>
                  <a:pt x="35" y="275"/>
                  <a:pt x="35" y="275"/>
                  <a:pt x="35" y="275"/>
                </a:cubicBezTo>
                <a:cubicBezTo>
                  <a:pt x="35" y="266"/>
                  <a:pt x="45" y="248"/>
                  <a:pt x="62" y="248"/>
                </a:cubicBezTo>
                <a:cubicBezTo>
                  <a:pt x="381" y="248"/>
                  <a:pt x="381" y="248"/>
                  <a:pt x="381" y="248"/>
                </a:cubicBezTo>
                <a:cubicBezTo>
                  <a:pt x="399" y="248"/>
                  <a:pt x="408" y="266"/>
                  <a:pt x="399" y="27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3" name="Freeform 123"/>
          <p:cNvSpPr/>
          <p:nvPr/>
        </p:nvSpPr>
        <p:spPr>
          <a:xfrm>
            <a:off x="4506840" y="3274920"/>
            <a:ext cx="203400" cy="208080"/>
          </a:xfrm>
          <a:custGeom>
            <a:avLst/>
            <a:gdLst/>
            <a:ahLst/>
            <a:rect l="l" t="t" r="r" b="b"/>
            <a:pathLst>
              <a:path w="452" h="462">
                <a:moveTo>
                  <a:pt x="275" y="301"/>
                </a:moveTo>
                <a:lnTo>
                  <a:pt x="275" y="301"/>
                </a:lnTo>
                <a:cubicBezTo>
                  <a:pt x="275" y="301"/>
                  <a:pt x="451" y="169"/>
                  <a:pt x="434" y="26"/>
                </a:cubicBezTo>
                <a:lnTo>
                  <a:pt x="434" y="18"/>
                </a:lnTo>
                <a:cubicBezTo>
                  <a:pt x="425" y="18"/>
                  <a:pt x="425" y="18"/>
                  <a:pt x="425" y="18"/>
                </a:cubicBezTo>
                <a:cubicBezTo>
                  <a:pt x="284" y="0"/>
                  <a:pt x="159" y="178"/>
                  <a:pt x="159" y="178"/>
                </a:cubicBezTo>
                <a:cubicBezTo>
                  <a:pt x="53" y="159"/>
                  <a:pt x="62" y="186"/>
                  <a:pt x="9" y="301"/>
                </a:cubicBezTo>
                <a:cubicBezTo>
                  <a:pt x="0" y="328"/>
                  <a:pt x="18" y="328"/>
                  <a:pt x="35" y="328"/>
                </a:cubicBezTo>
                <a:cubicBezTo>
                  <a:pt x="53" y="319"/>
                  <a:pt x="88" y="310"/>
                  <a:pt x="88" y="310"/>
                </a:cubicBezTo>
                <a:cubicBezTo>
                  <a:pt x="151" y="372"/>
                  <a:pt x="151" y="372"/>
                  <a:pt x="151" y="372"/>
                </a:cubicBezTo>
                <a:cubicBezTo>
                  <a:pt x="151" y="372"/>
                  <a:pt x="141" y="407"/>
                  <a:pt x="133" y="425"/>
                </a:cubicBezTo>
                <a:cubicBezTo>
                  <a:pt x="124" y="443"/>
                  <a:pt x="133" y="461"/>
                  <a:pt x="151" y="452"/>
                </a:cubicBezTo>
                <a:cubicBezTo>
                  <a:pt x="266" y="398"/>
                  <a:pt x="292" y="407"/>
                  <a:pt x="275" y="301"/>
                </a:cubicBezTo>
                <a:close/>
                <a:moveTo>
                  <a:pt x="301" y="150"/>
                </a:moveTo>
                <a:lnTo>
                  <a:pt x="301" y="150"/>
                </a:lnTo>
                <a:cubicBezTo>
                  <a:pt x="284" y="133"/>
                  <a:pt x="284" y="115"/>
                  <a:pt x="301" y="97"/>
                </a:cubicBezTo>
                <a:cubicBezTo>
                  <a:pt x="319" y="80"/>
                  <a:pt x="345" y="80"/>
                  <a:pt x="354" y="97"/>
                </a:cubicBezTo>
                <a:cubicBezTo>
                  <a:pt x="372" y="115"/>
                  <a:pt x="372" y="133"/>
                  <a:pt x="354" y="150"/>
                </a:cubicBezTo>
                <a:cubicBezTo>
                  <a:pt x="345" y="169"/>
                  <a:pt x="319" y="169"/>
                  <a:pt x="301" y="15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4" name="Freeform 124"/>
          <p:cNvSpPr/>
          <p:nvPr/>
        </p:nvSpPr>
        <p:spPr>
          <a:xfrm>
            <a:off x="4935600" y="3270240"/>
            <a:ext cx="231840" cy="223920"/>
          </a:xfrm>
          <a:custGeom>
            <a:avLst/>
            <a:gdLst/>
            <a:ahLst/>
            <a:rect l="l" t="t" r="r" b="b"/>
            <a:pathLst>
              <a:path w="515" h="498">
                <a:moveTo>
                  <a:pt x="79" y="337"/>
                </a:moveTo>
                <a:lnTo>
                  <a:pt x="79" y="337"/>
                </a:lnTo>
                <a:cubicBezTo>
                  <a:pt x="44" y="372"/>
                  <a:pt x="71" y="416"/>
                  <a:pt x="18" y="470"/>
                </a:cubicBezTo>
                <a:cubicBezTo>
                  <a:pt x="0" y="497"/>
                  <a:pt x="116" y="487"/>
                  <a:pt x="169" y="434"/>
                </a:cubicBezTo>
                <a:cubicBezTo>
                  <a:pt x="195" y="407"/>
                  <a:pt x="186" y="372"/>
                  <a:pt x="160" y="346"/>
                </a:cubicBezTo>
                <a:cubicBezTo>
                  <a:pt x="132" y="319"/>
                  <a:pt x="97" y="319"/>
                  <a:pt x="79" y="337"/>
                </a:cubicBezTo>
                <a:close/>
                <a:moveTo>
                  <a:pt x="496" y="18"/>
                </a:moveTo>
                <a:lnTo>
                  <a:pt x="496" y="18"/>
                </a:lnTo>
                <a:cubicBezTo>
                  <a:pt x="479" y="0"/>
                  <a:pt x="257" y="168"/>
                  <a:pt x="195" y="231"/>
                </a:cubicBezTo>
                <a:cubicBezTo>
                  <a:pt x="169" y="266"/>
                  <a:pt x="160" y="284"/>
                  <a:pt x="141" y="293"/>
                </a:cubicBezTo>
                <a:cubicBezTo>
                  <a:pt x="141" y="301"/>
                  <a:pt x="150" y="301"/>
                  <a:pt x="150" y="301"/>
                </a:cubicBezTo>
                <a:cubicBezTo>
                  <a:pt x="160" y="310"/>
                  <a:pt x="169" y="310"/>
                  <a:pt x="186" y="328"/>
                </a:cubicBezTo>
                <a:cubicBezTo>
                  <a:pt x="195" y="337"/>
                  <a:pt x="204" y="346"/>
                  <a:pt x="204" y="354"/>
                </a:cubicBezTo>
                <a:cubicBezTo>
                  <a:pt x="204" y="363"/>
                  <a:pt x="213" y="363"/>
                  <a:pt x="213" y="363"/>
                </a:cubicBezTo>
                <a:cubicBezTo>
                  <a:pt x="230" y="354"/>
                  <a:pt x="248" y="337"/>
                  <a:pt x="275" y="310"/>
                </a:cubicBezTo>
                <a:cubicBezTo>
                  <a:pt x="336" y="248"/>
                  <a:pt x="514" y="35"/>
                  <a:pt x="496" y="1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5" name="Freeform 126"/>
          <p:cNvSpPr/>
          <p:nvPr/>
        </p:nvSpPr>
        <p:spPr>
          <a:xfrm>
            <a:off x="5830920" y="3282840"/>
            <a:ext cx="223920" cy="203400"/>
          </a:xfrm>
          <a:custGeom>
            <a:avLst/>
            <a:gdLst/>
            <a:ahLst/>
            <a:rect l="l" t="t" r="r" b="b"/>
            <a:pathLst>
              <a:path w="497" h="452">
                <a:moveTo>
                  <a:pt x="247" y="274"/>
                </a:moveTo>
                <a:lnTo>
                  <a:pt x="247" y="274"/>
                </a:lnTo>
                <a:cubicBezTo>
                  <a:pt x="309" y="274"/>
                  <a:pt x="354" y="257"/>
                  <a:pt x="363" y="230"/>
                </a:cubicBezTo>
                <a:cubicBezTo>
                  <a:pt x="354" y="204"/>
                  <a:pt x="345" y="177"/>
                  <a:pt x="337" y="151"/>
                </a:cubicBezTo>
                <a:cubicBezTo>
                  <a:pt x="328" y="168"/>
                  <a:pt x="292" y="186"/>
                  <a:pt x="247" y="186"/>
                </a:cubicBezTo>
                <a:cubicBezTo>
                  <a:pt x="203" y="186"/>
                  <a:pt x="168" y="168"/>
                  <a:pt x="168" y="151"/>
                </a:cubicBezTo>
                <a:cubicBezTo>
                  <a:pt x="150" y="177"/>
                  <a:pt x="141" y="204"/>
                  <a:pt x="133" y="230"/>
                </a:cubicBezTo>
                <a:cubicBezTo>
                  <a:pt x="141" y="257"/>
                  <a:pt x="186" y="274"/>
                  <a:pt x="247" y="274"/>
                </a:cubicBezTo>
                <a:close/>
                <a:moveTo>
                  <a:pt x="247" y="106"/>
                </a:moveTo>
                <a:lnTo>
                  <a:pt x="247" y="106"/>
                </a:lnTo>
                <a:cubicBezTo>
                  <a:pt x="274" y="106"/>
                  <a:pt x="300" y="97"/>
                  <a:pt x="309" y="88"/>
                </a:cubicBezTo>
                <a:cubicBezTo>
                  <a:pt x="300" y="62"/>
                  <a:pt x="292" y="35"/>
                  <a:pt x="284" y="17"/>
                </a:cubicBezTo>
                <a:cubicBezTo>
                  <a:pt x="284" y="8"/>
                  <a:pt x="265" y="0"/>
                  <a:pt x="247" y="0"/>
                </a:cubicBezTo>
                <a:cubicBezTo>
                  <a:pt x="230" y="0"/>
                  <a:pt x="212" y="8"/>
                  <a:pt x="212" y="17"/>
                </a:cubicBezTo>
                <a:cubicBezTo>
                  <a:pt x="203" y="35"/>
                  <a:pt x="194" y="62"/>
                  <a:pt x="186" y="88"/>
                </a:cubicBezTo>
                <a:cubicBezTo>
                  <a:pt x="194" y="97"/>
                  <a:pt x="221" y="106"/>
                  <a:pt x="247" y="106"/>
                </a:cubicBezTo>
                <a:close/>
                <a:moveTo>
                  <a:pt x="469" y="301"/>
                </a:moveTo>
                <a:lnTo>
                  <a:pt x="469" y="301"/>
                </a:lnTo>
                <a:cubicBezTo>
                  <a:pt x="372" y="266"/>
                  <a:pt x="372" y="266"/>
                  <a:pt x="372" y="266"/>
                </a:cubicBezTo>
                <a:cubicBezTo>
                  <a:pt x="381" y="292"/>
                  <a:pt x="381" y="292"/>
                  <a:pt x="381" y="292"/>
                </a:cubicBezTo>
                <a:cubicBezTo>
                  <a:pt x="381" y="327"/>
                  <a:pt x="319" y="345"/>
                  <a:pt x="247" y="345"/>
                </a:cubicBezTo>
                <a:cubicBezTo>
                  <a:pt x="177" y="345"/>
                  <a:pt x="115" y="327"/>
                  <a:pt x="115" y="292"/>
                </a:cubicBezTo>
                <a:cubicBezTo>
                  <a:pt x="124" y="266"/>
                  <a:pt x="124" y="266"/>
                  <a:pt x="124" y="266"/>
                </a:cubicBezTo>
                <a:cubicBezTo>
                  <a:pt x="26" y="301"/>
                  <a:pt x="26" y="301"/>
                  <a:pt x="26" y="301"/>
                </a:cubicBezTo>
                <a:cubicBezTo>
                  <a:pt x="0" y="310"/>
                  <a:pt x="0" y="327"/>
                  <a:pt x="26" y="345"/>
                </a:cubicBezTo>
                <a:cubicBezTo>
                  <a:pt x="203" y="434"/>
                  <a:pt x="203" y="434"/>
                  <a:pt x="203" y="434"/>
                </a:cubicBezTo>
                <a:cubicBezTo>
                  <a:pt x="230" y="451"/>
                  <a:pt x="265" y="451"/>
                  <a:pt x="292" y="434"/>
                </a:cubicBezTo>
                <a:cubicBezTo>
                  <a:pt x="469" y="345"/>
                  <a:pt x="469" y="345"/>
                  <a:pt x="469" y="345"/>
                </a:cubicBezTo>
                <a:cubicBezTo>
                  <a:pt x="496" y="327"/>
                  <a:pt x="496" y="310"/>
                  <a:pt x="469" y="30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6" name="Freeform 127"/>
          <p:cNvSpPr/>
          <p:nvPr/>
        </p:nvSpPr>
        <p:spPr>
          <a:xfrm>
            <a:off x="5384880" y="1514520"/>
            <a:ext cx="223920" cy="179280"/>
          </a:xfrm>
          <a:custGeom>
            <a:avLst/>
            <a:gdLst/>
            <a:ahLst/>
            <a:rect l="l" t="t" r="r" b="b"/>
            <a:pathLst>
              <a:path w="497" h="400">
                <a:moveTo>
                  <a:pt x="169" y="196"/>
                </a:moveTo>
                <a:lnTo>
                  <a:pt x="169" y="196"/>
                </a:lnTo>
                <a:cubicBezTo>
                  <a:pt x="169" y="240"/>
                  <a:pt x="204" y="275"/>
                  <a:pt x="248" y="275"/>
                </a:cubicBezTo>
                <a:cubicBezTo>
                  <a:pt x="292" y="275"/>
                  <a:pt x="328" y="240"/>
                  <a:pt x="328" y="196"/>
                </a:cubicBezTo>
                <a:cubicBezTo>
                  <a:pt x="328" y="151"/>
                  <a:pt x="292" y="116"/>
                  <a:pt x="248" y="116"/>
                </a:cubicBezTo>
                <a:cubicBezTo>
                  <a:pt x="204" y="116"/>
                  <a:pt x="169" y="151"/>
                  <a:pt x="169" y="196"/>
                </a:cubicBezTo>
                <a:close/>
                <a:moveTo>
                  <a:pt x="116" y="169"/>
                </a:moveTo>
                <a:lnTo>
                  <a:pt x="116" y="169"/>
                </a:lnTo>
                <a:cubicBezTo>
                  <a:pt x="124" y="107"/>
                  <a:pt x="186" y="63"/>
                  <a:pt x="248" y="63"/>
                </a:cubicBezTo>
                <a:cubicBezTo>
                  <a:pt x="284" y="63"/>
                  <a:pt x="319" y="71"/>
                  <a:pt x="345" y="98"/>
                </a:cubicBezTo>
                <a:cubicBezTo>
                  <a:pt x="354" y="107"/>
                  <a:pt x="381" y="107"/>
                  <a:pt x="390" y="98"/>
                </a:cubicBezTo>
                <a:cubicBezTo>
                  <a:pt x="399" y="89"/>
                  <a:pt x="399" y="71"/>
                  <a:pt x="390" y="54"/>
                </a:cubicBezTo>
                <a:cubicBezTo>
                  <a:pt x="354" y="18"/>
                  <a:pt x="301" y="0"/>
                  <a:pt x="248" y="0"/>
                </a:cubicBezTo>
                <a:cubicBezTo>
                  <a:pt x="160" y="0"/>
                  <a:pt x="80" y="54"/>
                  <a:pt x="62" y="143"/>
                </a:cubicBezTo>
                <a:cubicBezTo>
                  <a:pt x="0" y="143"/>
                  <a:pt x="0" y="143"/>
                  <a:pt x="0" y="143"/>
                </a:cubicBezTo>
                <a:cubicBezTo>
                  <a:pt x="0" y="196"/>
                  <a:pt x="0" y="196"/>
                  <a:pt x="0" y="196"/>
                </a:cubicBezTo>
                <a:cubicBezTo>
                  <a:pt x="80" y="196"/>
                  <a:pt x="80" y="196"/>
                  <a:pt x="80" y="196"/>
                </a:cubicBezTo>
                <a:cubicBezTo>
                  <a:pt x="107" y="196"/>
                  <a:pt x="107" y="178"/>
                  <a:pt x="116" y="169"/>
                </a:cubicBezTo>
                <a:close/>
                <a:moveTo>
                  <a:pt x="416" y="196"/>
                </a:moveTo>
                <a:lnTo>
                  <a:pt x="416" y="196"/>
                </a:lnTo>
                <a:cubicBezTo>
                  <a:pt x="390" y="196"/>
                  <a:pt x="390" y="222"/>
                  <a:pt x="381" y="231"/>
                </a:cubicBezTo>
                <a:cubicBezTo>
                  <a:pt x="372" y="293"/>
                  <a:pt x="319" y="337"/>
                  <a:pt x="248" y="337"/>
                </a:cubicBezTo>
                <a:cubicBezTo>
                  <a:pt x="213" y="337"/>
                  <a:pt x="177" y="319"/>
                  <a:pt x="151" y="293"/>
                </a:cubicBezTo>
                <a:cubicBezTo>
                  <a:pt x="142" y="284"/>
                  <a:pt x="116" y="284"/>
                  <a:pt x="107" y="293"/>
                </a:cubicBezTo>
                <a:cubicBezTo>
                  <a:pt x="97" y="310"/>
                  <a:pt x="97" y="328"/>
                  <a:pt x="107" y="337"/>
                </a:cubicBezTo>
                <a:cubicBezTo>
                  <a:pt x="142" y="373"/>
                  <a:pt x="195" y="399"/>
                  <a:pt x="248" y="399"/>
                </a:cubicBezTo>
                <a:cubicBezTo>
                  <a:pt x="337" y="399"/>
                  <a:pt x="416" y="337"/>
                  <a:pt x="435" y="257"/>
                </a:cubicBezTo>
                <a:cubicBezTo>
                  <a:pt x="496" y="257"/>
                  <a:pt x="496" y="257"/>
                  <a:pt x="496" y="257"/>
                </a:cubicBezTo>
                <a:cubicBezTo>
                  <a:pt x="496" y="196"/>
                  <a:pt x="496" y="196"/>
                  <a:pt x="496" y="196"/>
                </a:cubicBezTo>
                <a:lnTo>
                  <a:pt x="416" y="19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7" name="Freeform 129"/>
          <p:cNvSpPr/>
          <p:nvPr/>
        </p:nvSpPr>
        <p:spPr>
          <a:xfrm>
            <a:off x="4084560" y="3290760"/>
            <a:ext cx="150840" cy="184320"/>
          </a:xfrm>
          <a:custGeom>
            <a:avLst/>
            <a:gdLst/>
            <a:ahLst/>
            <a:rect l="l" t="t" r="r" b="b"/>
            <a:pathLst>
              <a:path w="337" h="409">
                <a:moveTo>
                  <a:pt x="168" y="0"/>
                </a:moveTo>
                <a:lnTo>
                  <a:pt x="168" y="0"/>
                </a:lnTo>
                <a:cubicBezTo>
                  <a:pt x="62" y="0"/>
                  <a:pt x="0" y="36"/>
                  <a:pt x="0" y="62"/>
                </a:cubicBezTo>
                <a:cubicBezTo>
                  <a:pt x="35" y="363"/>
                  <a:pt x="35" y="363"/>
                  <a:pt x="35" y="363"/>
                </a:cubicBezTo>
                <a:cubicBezTo>
                  <a:pt x="35" y="372"/>
                  <a:pt x="88" y="408"/>
                  <a:pt x="168" y="408"/>
                </a:cubicBezTo>
                <a:cubicBezTo>
                  <a:pt x="248" y="408"/>
                  <a:pt x="301" y="372"/>
                  <a:pt x="301" y="363"/>
                </a:cubicBezTo>
                <a:cubicBezTo>
                  <a:pt x="336" y="62"/>
                  <a:pt x="336" y="62"/>
                  <a:pt x="336" y="62"/>
                </a:cubicBezTo>
                <a:cubicBezTo>
                  <a:pt x="336" y="36"/>
                  <a:pt x="274" y="0"/>
                  <a:pt x="168" y="0"/>
                </a:cubicBezTo>
                <a:close/>
                <a:moveTo>
                  <a:pt x="168" y="107"/>
                </a:moveTo>
                <a:lnTo>
                  <a:pt x="168" y="107"/>
                </a:lnTo>
                <a:cubicBezTo>
                  <a:pt x="88" y="107"/>
                  <a:pt x="35" y="80"/>
                  <a:pt x="35" y="71"/>
                </a:cubicBezTo>
                <a:cubicBezTo>
                  <a:pt x="35" y="62"/>
                  <a:pt x="88" y="36"/>
                  <a:pt x="168" y="36"/>
                </a:cubicBezTo>
                <a:cubicBezTo>
                  <a:pt x="248" y="36"/>
                  <a:pt x="301" y="62"/>
                  <a:pt x="301" y="71"/>
                </a:cubicBezTo>
                <a:cubicBezTo>
                  <a:pt x="301" y="80"/>
                  <a:pt x="248" y="107"/>
                  <a:pt x="168" y="10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8" name="Freeform 133"/>
          <p:cNvSpPr/>
          <p:nvPr/>
        </p:nvSpPr>
        <p:spPr>
          <a:xfrm>
            <a:off x="8485200" y="2844720"/>
            <a:ext cx="223920" cy="214560"/>
          </a:xfrm>
          <a:custGeom>
            <a:avLst/>
            <a:gdLst/>
            <a:ahLst/>
            <a:rect l="l" t="t" r="r" b="b"/>
            <a:pathLst>
              <a:path w="497" h="480">
                <a:moveTo>
                  <a:pt x="425" y="160"/>
                </a:moveTo>
                <a:lnTo>
                  <a:pt x="425" y="160"/>
                </a:lnTo>
                <a:cubicBezTo>
                  <a:pt x="372" y="18"/>
                  <a:pt x="372" y="18"/>
                  <a:pt x="372" y="18"/>
                </a:cubicBezTo>
                <a:cubicBezTo>
                  <a:pt x="372" y="9"/>
                  <a:pt x="354" y="0"/>
                  <a:pt x="346" y="9"/>
                </a:cubicBezTo>
                <a:cubicBezTo>
                  <a:pt x="9" y="134"/>
                  <a:pt x="9" y="134"/>
                  <a:pt x="9" y="134"/>
                </a:cubicBezTo>
                <a:cubicBezTo>
                  <a:pt x="0" y="134"/>
                  <a:pt x="0" y="143"/>
                  <a:pt x="0" y="160"/>
                </a:cubicBezTo>
                <a:cubicBezTo>
                  <a:pt x="53" y="302"/>
                  <a:pt x="53" y="302"/>
                  <a:pt x="53" y="302"/>
                </a:cubicBezTo>
                <a:cubicBezTo>
                  <a:pt x="53" y="222"/>
                  <a:pt x="53" y="222"/>
                  <a:pt x="53" y="222"/>
                </a:cubicBezTo>
                <a:cubicBezTo>
                  <a:pt x="53" y="187"/>
                  <a:pt x="80" y="160"/>
                  <a:pt x="115" y="160"/>
                </a:cubicBezTo>
                <a:cubicBezTo>
                  <a:pt x="203" y="160"/>
                  <a:pt x="203" y="160"/>
                  <a:pt x="203" y="160"/>
                </a:cubicBezTo>
                <a:cubicBezTo>
                  <a:pt x="309" y="89"/>
                  <a:pt x="309" y="89"/>
                  <a:pt x="309" y="89"/>
                </a:cubicBezTo>
                <a:cubicBezTo>
                  <a:pt x="372" y="160"/>
                  <a:pt x="372" y="160"/>
                  <a:pt x="372" y="160"/>
                </a:cubicBezTo>
                <a:lnTo>
                  <a:pt x="425" y="160"/>
                </a:lnTo>
                <a:close/>
                <a:moveTo>
                  <a:pt x="478" y="204"/>
                </a:moveTo>
                <a:lnTo>
                  <a:pt x="478" y="204"/>
                </a:lnTo>
                <a:cubicBezTo>
                  <a:pt x="115" y="204"/>
                  <a:pt x="115" y="204"/>
                  <a:pt x="115" y="204"/>
                </a:cubicBezTo>
                <a:cubicBezTo>
                  <a:pt x="106" y="204"/>
                  <a:pt x="97" y="213"/>
                  <a:pt x="97" y="222"/>
                </a:cubicBezTo>
                <a:cubicBezTo>
                  <a:pt x="97" y="462"/>
                  <a:pt x="97" y="462"/>
                  <a:pt x="97" y="462"/>
                </a:cubicBezTo>
                <a:cubicBezTo>
                  <a:pt x="97" y="470"/>
                  <a:pt x="106" y="479"/>
                  <a:pt x="115" y="479"/>
                </a:cubicBezTo>
                <a:cubicBezTo>
                  <a:pt x="478" y="479"/>
                  <a:pt x="478" y="479"/>
                  <a:pt x="478" y="479"/>
                </a:cubicBezTo>
                <a:cubicBezTo>
                  <a:pt x="487" y="479"/>
                  <a:pt x="496" y="470"/>
                  <a:pt x="496" y="462"/>
                </a:cubicBezTo>
                <a:cubicBezTo>
                  <a:pt x="496" y="222"/>
                  <a:pt x="496" y="222"/>
                  <a:pt x="496" y="222"/>
                </a:cubicBezTo>
                <a:cubicBezTo>
                  <a:pt x="496" y="213"/>
                  <a:pt x="487" y="204"/>
                  <a:pt x="478" y="204"/>
                </a:cubicBezTo>
                <a:close/>
                <a:moveTo>
                  <a:pt x="452" y="426"/>
                </a:moveTo>
                <a:lnTo>
                  <a:pt x="452" y="426"/>
                </a:lnTo>
                <a:cubicBezTo>
                  <a:pt x="150" y="426"/>
                  <a:pt x="150" y="426"/>
                  <a:pt x="150" y="426"/>
                </a:cubicBezTo>
                <a:cubicBezTo>
                  <a:pt x="150" y="391"/>
                  <a:pt x="150" y="391"/>
                  <a:pt x="150" y="391"/>
                </a:cubicBezTo>
                <a:cubicBezTo>
                  <a:pt x="195" y="275"/>
                  <a:pt x="195" y="275"/>
                  <a:pt x="195" y="275"/>
                </a:cubicBezTo>
                <a:cubicBezTo>
                  <a:pt x="265" y="364"/>
                  <a:pt x="265" y="364"/>
                  <a:pt x="265" y="364"/>
                </a:cubicBezTo>
                <a:cubicBezTo>
                  <a:pt x="328" y="302"/>
                  <a:pt x="328" y="302"/>
                  <a:pt x="328" y="302"/>
                </a:cubicBezTo>
                <a:cubicBezTo>
                  <a:pt x="416" y="266"/>
                  <a:pt x="416" y="266"/>
                  <a:pt x="416" y="266"/>
                </a:cubicBezTo>
                <a:cubicBezTo>
                  <a:pt x="452" y="347"/>
                  <a:pt x="452" y="347"/>
                  <a:pt x="452" y="347"/>
                </a:cubicBezTo>
                <a:lnTo>
                  <a:pt x="452" y="42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9" name="Freeform 135"/>
          <p:cNvSpPr/>
          <p:nvPr/>
        </p:nvSpPr>
        <p:spPr>
          <a:xfrm>
            <a:off x="7180200" y="2852640"/>
            <a:ext cx="160560" cy="203400"/>
          </a:xfrm>
          <a:custGeom>
            <a:avLst/>
            <a:gdLst/>
            <a:ahLst/>
            <a:rect l="l" t="t" r="r" b="b"/>
            <a:pathLst>
              <a:path w="356" h="453">
                <a:moveTo>
                  <a:pt x="302" y="0"/>
                </a:moveTo>
                <a:lnTo>
                  <a:pt x="302" y="0"/>
                </a:lnTo>
                <a:cubicBezTo>
                  <a:pt x="53" y="0"/>
                  <a:pt x="53" y="0"/>
                  <a:pt x="53" y="0"/>
                </a:cubicBezTo>
                <a:cubicBezTo>
                  <a:pt x="27" y="0"/>
                  <a:pt x="0" y="27"/>
                  <a:pt x="0" y="54"/>
                </a:cubicBezTo>
                <a:cubicBezTo>
                  <a:pt x="0" y="399"/>
                  <a:pt x="0" y="399"/>
                  <a:pt x="0" y="399"/>
                </a:cubicBezTo>
                <a:cubicBezTo>
                  <a:pt x="0" y="426"/>
                  <a:pt x="27" y="452"/>
                  <a:pt x="53" y="452"/>
                </a:cubicBezTo>
                <a:cubicBezTo>
                  <a:pt x="302" y="452"/>
                  <a:pt x="302" y="452"/>
                  <a:pt x="302" y="452"/>
                </a:cubicBezTo>
                <a:cubicBezTo>
                  <a:pt x="328" y="452"/>
                  <a:pt x="355" y="426"/>
                  <a:pt x="355" y="399"/>
                </a:cubicBezTo>
                <a:cubicBezTo>
                  <a:pt x="355" y="54"/>
                  <a:pt x="355" y="54"/>
                  <a:pt x="355" y="54"/>
                </a:cubicBezTo>
                <a:cubicBezTo>
                  <a:pt x="355" y="27"/>
                  <a:pt x="328" y="0"/>
                  <a:pt x="302" y="0"/>
                </a:cubicBezTo>
                <a:close/>
                <a:moveTo>
                  <a:pt x="302" y="399"/>
                </a:moveTo>
                <a:lnTo>
                  <a:pt x="302" y="399"/>
                </a:lnTo>
                <a:cubicBezTo>
                  <a:pt x="53" y="399"/>
                  <a:pt x="53" y="399"/>
                  <a:pt x="53" y="399"/>
                </a:cubicBezTo>
                <a:cubicBezTo>
                  <a:pt x="53" y="54"/>
                  <a:pt x="53" y="54"/>
                  <a:pt x="53" y="54"/>
                </a:cubicBezTo>
                <a:cubicBezTo>
                  <a:pt x="302" y="54"/>
                  <a:pt x="302" y="54"/>
                  <a:pt x="302" y="54"/>
                </a:cubicBezTo>
                <a:lnTo>
                  <a:pt x="302" y="39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0" name="Freeform 136"/>
          <p:cNvSpPr/>
          <p:nvPr/>
        </p:nvSpPr>
        <p:spPr>
          <a:xfrm>
            <a:off x="8039160" y="2876400"/>
            <a:ext cx="223920" cy="154080"/>
          </a:xfrm>
          <a:custGeom>
            <a:avLst/>
            <a:gdLst/>
            <a:ahLst/>
            <a:rect l="l" t="t" r="r" b="b"/>
            <a:pathLst>
              <a:path w="498" h="346">
                <a:moveTo>
                  <a:pt x="0" y="44"/>
                </a:moveTo>
                <a:lnTo>
                  <a:pt x="0" y="44"/>
                </a:lnTo>
                <a:cubicBezTo>
                  <a:pt x="0" y="292"/>
                  <a:pt x="0" y="292"/>
                  <a:pt x="0" y="292"/>
                </a:cubicBezTo>
                <a:cubicBezTo>
                  <a:pt x="0" y="319"/>
                  <a:pt x="18" y="345"/>
                  <a:pt x="53" y="345"/>
                </a:cubicBezTo>
                <a:cubicBezTo>
                  <a:pt x="444" y="345"/>
                  <a:pt x="444" y="345"/>
                  <a:pt x="444" y="345"/>
                </a:cubicBezTo>
                <a:cubicBezTo>
                  <a:pt x="470" y="345"/>
                  <a:pt x="497" y="319"/>
                  <a:pt x="497" y="292"/>
                </a:cubicBezTo>
                <a:cubicBezTo>
                  <a:pt x="497" y="44"/>
                  <a:pt x="497" y="44"/>
                  <a:pt x="497" y="44"/>
                </a:cubicBezTo>
                <a:cubicBezTo>
                  <a:pt x="497" y="17"/>
                  <a:pt x="470" y="0"/>
                  <a:pt x="444" y="0"/>
                </a:cubicBezTo>
                <a:cubicBezTo>
                  <a:pt x="53" y="0"/>
                  <a:pt x="53" y="0"/>
                  <a:pt x="53" y="0"/>
                </a:cubicBezTo>
                <a:cubicBezTo>
                  <a:pt x="18" y="0"/>
                  <a:pt x="0" y="17"/>
                  <a:pt x="0" y="44"/>
                </a:cubicBezTo>
                <a:close/>
                <a:moveTo>
                  <a:pt x="444" y="44"/>
                </a:moveTo>
                <a:lnTo>
                  <a:pt x="444" y="44"/>
                </a:lnTo>
                <a:cubicBezTo>
                  <a:pt x="444" y="292"/>
                  <a:pt x="444" y="292"/>
                  <a:pt x="444" y="292"/>
                </a:cubicBezTo>
                <a:cubicBezTo>
                  <a:pt x="53" y="292"/>
                  <a:pt x="53" y="292"/>
                  <a:pt x="53" y="292"/>
                </a:cubicBezTo>
                <a:cubicBezTo>
                  <a:pt x="53" y="44"/>
                  <a:pt x="53" y="44"/>
                  <a:pt x="53" y="44"/>
                </a:cubicBezTo>
                <a:lnTo>
                  <a:pt x="444" y="4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1" name="Freeform 141"/>
          <p:cNvSpPr/>
          <p:nvPr/>
        </p:nvSpPr>
        <p:spPr>
          <a:xfrm>
            <a:off x="7594560" y="2840040"/>
            <a:ext cx="223920" cy="227160"/>
          </a:xfrm>
          <a:custGeom>
            <a:avLst/>
            <a:gdLst/>
            <a:ahLst/>
            <a:rect l="l" t="t" r="r" b="b"/>
            <a:pathLst>
              <a:path w="497" h="506">
                <a:moveTo>
                  <a:pt x="479" y="186"/>
                </a:moveTo>
                <a:lnTo>
                  <a:pt x="479" y="186"/>
                </a:lnTo>
                <a:cubicBezTo>
                  <a:pt x="292" y="142"/>
                  <a:pt x="292" y="142"/>
                  <a:pt x="292" y="142"/>
                </a:cubicBezTo>
                <a:cubicBezTo>
                  <a:pt x="266" y="17"/>
                  <a:pt x="266" y="17"/>
                  <a:pt x="266" y="17"/>
                </a:cubicBezTo>
                <a:cubicBezTo>
                  <a:pt x="257" y="8"/>
                  <a:pt x="248" y="0"/>
                  <a:pt x="239" y="0"/>
                </a:cubicBezTo>
                <a:cubicBezTo>
                  <a:pt x="17" y="61"/>
                  <a:pt x="17" y="61"/>
                  <a:pt x="17" y="61"/>
                </a:cubicBezTo>
                <a:cubicBezTo>
                  <a:pt x="0" y="71"/>
                  <a:pt x="0" y="80"/>
                  <a:pt x="0" y="89"/>
                </a:cubicBezTo>
                <a:cubicBezTo>
                  <a:pt x="79" y="390"/>
                  <a:pt x="79" y="390"/>
                  <a:pt x="79" y="390"/>
                </a:cubicBezTo>
                <a:cubicBezTo>
                  <a:pt x="79" y="399"/>
                  <a:pt x="97" y="399"/>
                  <a:pt x="107" y="399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77" y="425"/>
                  <a:pt x="177" y="425"/>
                  <a:pt x="177" y="425"/>
                </a:cubicBezTo>
                <a:cubicBezTo>
                  <a:pt x="177" y="434"/>
                  <a:pt x="186" y="443"/>
                  <a:pt x="195" y="443"/>
                </a:cubicBezTo>
                <a:cubicBezTo>
                  <a:pt x="398" y="496"/>
                  <a:pt x="398" y="496"/>
                  <a:pt x="398" y="496"/>
                </a:cubicBezTo>
                <a:cubicBezTo>
                  <a:pt x="407" y="505"/>
                  <a:pt x="416" y="496"/>
                  <a:pt x="426" y="487"/>
                </a:cubicBezTo>
                <a:cubicBezTo>
                  <a:pt x="496" y="212"/>
                  <a:pt x="496" y="212"/>
                  <a:pt x="496" y="212"/>
                </a:cubicBezTo>
                <a:cubicBezTo>
                  <a:pt x="496" y="204"/>
                  <a:pt x="488" y="186"/>
                  <a:pt x="479" y="186"/>
                </a:cubicBezTo>
                <a:close/>
                <a:moveTo>
                  <a:pt x="35" y="97"/>
                </a:moveTo>
                <a:lnTo>
                  <a:pt x="35" y="97"/>
                </a:lnTo>
                <a:cubicBezTo>
                  <a:pt x="230" y="44"/>
                  <a:pt x="230" y="44"/>
                  <a:pt x="230" y="44"/>
                </a:cubicBezTo>
                <a:cubicBezTo>
                  <a:pt x="310" y="310"/>
                  <a:pt x="310" y="310"/>
                  <a:pt x="310" y="310"/>
                </a:cubicBezTo>
                <a:cubicBezTo>
                  <a:pt x="116" y="364"/>
                  <a:pt x="116" y="364"/>
                  <a:pt x="116" y="364"/>
                </a:cubicBezTo>
                <a:lnTo>
                  <a:pt x="35" y="97"/>
                </a:lnTo>
                <a:close/>
                <a:moveTo>
                  <a:pt x="389" y="461"/>
                </a:moveTo>
                <a:lnTo>
                  <a:pt x="389" y="461"/>
                </a:lnTo>
                <a:cubicBezTo>
                  <a:pt x="222" y="417"/>
                  <a:pt x="222" y="417"/>
                  <a:pt x="222" y="417"/>
                </a:cubicBezTo>
                <a:cubicBezTo>
                  <a:pt x="230" y="364"/>
                  <a:pt x="230" y="364"/>
                  <a:pt x="230" y="364"/>
                </a:cubicBezTo>
                <a:cubicBezTo>
                  <a:pt x="328" y="336"/>
                  <a:pt x="328" y="336"/>
                  <a:pt x="328" y="336"/>
                </a:cubicBezTo>
                <a:cubicBezTo>
                  <a:pt x="336" y="336"/>
                  <a:pt x="345" y="327"/>
                  <a:pt x="345" y="319"/>
                </a:cubicBezTo>
                <a:cubicBezTo>
                  <a:pt x="310" y="177"/>
                  <a:pt x="310" y="177"/>
                  <a:pt x="310" y="177"/>
                </a:cubicBezTo>
                <a:cubicBezTo>
                  <a:pt x="451" y="212"/>
                  <a:pt x="451" y="212"/>
                  <a:pt x="451" y="212"/>
                </a:cubicBezTo>
                <a:lnTo>
                  <a:pt x="389" y="46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2" name="Freeform 144"/>
          <p:cNvSpPr/>
          <p:nvPr/>
        </p:nvSpPr>
        <p:spPr>
          <a:xfrm>
            <a:off x="8496360" y="1084320"/>
            <a:ext cx="199800" cy="177840"/>
          </a:xfrm>
          <a:custGeom>
            <a:avLst/>
            <a:gdLst/>
            <a:ahLst/>
            <a:rect l="l" t="t" r="r" b="b"/>
            <a:pathLst>
              <a:path w="444" h="399">
                <a:moveTo>
                  <a:pt x="426" y="0"/>
                </a:moveTo>
                <a:lnTo>
                  <a:pt x="426" y="0"/>
                </a:lnTo>
                <a:cubicBezTo>
                  <a:pt x="9" y="0"/>
                  <a:pt x="9" y="0"/>
                  <a:pt x="9" y="0"/>
                </a:cubicBezTo>
                <a:cubicBezTo>
                  <a:pt x="0" y="0"/>
                  <a:pt x="0" y="8"/>
                  <a:pt x="0" y="17"/>
                </a:cubicBezTo>
                <a:cubicBezTo>
                  <a:pt x="0" y="70"/>
                  <a:pt x="0" y="70"/>
                  <a:pt x="0" y="70"/>
                </a:cubicBezTo>
                <a:cubicBezTo>
                  <a:pt x="443" y="70"/>
                  <a:pt x="443" y="70"/>
                  <a:pt x="443" y="70"/>
                </a:cubicBezTo>
                <a:cubicBezTo>
                  <a:pt x="443" y="17"/>
                  <a:pt x="443" y="17"/>
                  <a:pt x="443" y="17"/>
                </a:cubicBezTo>
                <a:cubicBezTo>
                  <a:pt x="443" y="8"/>
                  <a:pt x="434" y="0"/>
                  <a:pt x="426" y="0"/>
                </a:cubicBezTo>
                <a:close/>
                <a:moveTo>
                  <a:pt x="27" y="363"/>
                </a:moveTo>
                <a:lnTo>
                  <a:pt x="27" y="363"/>
                </a:lnTo>
                <a:cubicBezTo>
                  <a:pt x="27" y="380"/>
                  <a:pt x="36" y="398"/>
                  <a:pt x="54" y="398"/>
                </a:cubicBezTo>
                <a:cubicBezTo>
                  <a:pt x="381" y="398"/>
                  <a:pt x="381" y="398"/>
                  <a:pt x="381" y="398"/>
                </a:cubicBezTo>
                <a:cubicBezTo>
                  <a:pt x="408" y="398"/>
                  <a:pt x="417" y="380"/>
                  <a:pt x="417" y="363"/>
                </a:cubicBezTo>
                <a:cubicBezTo>
                  <a:pt x="417" y="97"/>
                  <a:pt x="417" y="97"/>
                  <a:pt x="417" y="97"/>
                </a:cubicBezTo>
                <a:cubicBezTo>
                  <a:pt x="27" y="97"/>
                  <a:pt x="27" y="97"/>
                  <a:pt x="27" y="97"/>
                </a:cubicBezTo>
                <a:lnTo>
                  <a:pt x="27" y="363"/>
                </a:lnTo>
                <a:close/>
                <a:moveTo>
                  <a:pt x="151" y="150"/>
                </a:moveTo>
                <a:lnTo>
                  <a:pt x="151" y="150"/>
                </a:lnTo>
                <a:cubicBezTo>
                  <a:pt x="293" y="150"/>
                  <a:pt x="293" y="150"/>
                  <a:pt x="293" y="150"/>
                </a:cubicBezTo>
                <a:cubicBezTo>
                  <a:pt x="293" y="194"/>
                  <a:pt x="293" y="194"/>
                  <a:pt x="293" y="194"/>
                </a:cubicBezTo>
                <a:cubicBezTo>
                  <a:pt x="151" y="194"/>
                  <a:pt x="151" y="194"/>
                  <a:pt x="151" y="194"/>
                </a:cubicBezTo>
                <a:lnTo>
                  <a:pt x="151" y="15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3" name="Freeform 145"/>
          <p:cNvSpPr/>
          <p:nvPr/>
        </p:nvSpPr>
        <p:spPr>
          <a:xfrm>
            <a:off x="8051760" y="1071720"/>
            <a:ext cx="200160" cy="199800"/>
          </a:xfrm>
          <a:custGeom>
            <a:avLst/>
            <a:gdLst/>
            <a:ahLst/>
            <a:rect l="l" t="t" r="r" b="b"/>
            <a:pathLst>
              <a:path w="444" h="445">
                <a:moveTo>
                  <a:pt x="70" y="400"/>
                </a:moveTo>
                <a:lnTo>
                  <a:pt x="70" y="400"/>
                </a:lnTo>
                <a:cubicBezTo>
                  <a:pt x="70" y="426"/>
                  <a:pt x="98" y="444"/>
                  <a:pt x="124" y="444"/>
                </a:cubicBezTo>
                <a:cubicBezTo>
                  <a:pt x="151" y="444"/>
                  <a:pt x="168" y="426"/>
                  <a:pt x="168" y="400"/>
                </a:cubicBezTo>
                <a:cubicBezTo>
                  <a:pt x="168" y="373"/>
                  <a:pt x="151" y="346"/>
                  <a:pt x="124" y="346"/>
                </a:cubicBezTo>
                <a:cubicBezTo>
                  <a:pt x="98" y="346"/>
                  <a:pt x="70" y="373"/>
                  <a:pt x="70" y="400"/>
                </a:cubicBezTo>
                <a:close/>
                <a:moveTo>
                  <a:pt x="319" y="400"/>
                </a:moveTo>
                <a:lnTo>
                  <a:pt x="319" y="400"/>
                </a:lnTo>
                <a:cubicBezTo>
                  <a:pt x="319" y="426"/>
                  <a:pt x="345" y="444"/>
                  <a:pt x="372" y="444"/>
                </a:cubicBezTo>
                <a:cubicBezTo>
                  <a:pt x="399" y="444"/>
                  <a:pt x="417" y="426"/>
                  <a:pt x="417" y="400"/>
                </a:cubicBezTo>
                <a:cubicBezTo>
                  <a:pt x="417" y="373"/>
                  <a:pt x="399" y="346"/>
                  <a:pt x="372" y="346"/>
                </a:cubicBezTo>
                <a:cubicBezTo>
                  <a:pt x="345" y="346"/>
                  <a:pt x="319" y="373"/>
                  <a:pt x="319" y="400"/>
                </a:cubicBezTo>
                <a:close/>
                <a:moveTo>
                  <a:pt x="159" y="284"/>
                </a:moveTo>
                <a:lnTo>
                  <a:pt x="159" y="284"/>
                </a:lnTo>
                <a:cubicBezTo>
                  <a:pt x="434" y="204"/>
                  <a:pt x="434" y="204"/>
                  <a:pt x="434" y="204"/>
                </a:cubicBezTo>
                <a:cubicBezTo>
                  <a:pt x="443" y="204"/>
                  <a:pt x="443" y="195"/>
                  <a:pt x="443" y="187"/>
                </a:cubicBezTo>
                <a:cubicBezTo>
                  <a:pt x="443" y="54"/>
                  <a:pt x="443" y="54"/>
                  <a:pt x="443" y="54"/>
                </a:cubicBezTo>
                <a:cubicBezTo>
                  <a:pt x="98" y="54"/>
                  <a:pt x="98" y="54"/>
                  <a:pt x="98" y="54"/>
                </a:cubicBezTo>
                <a:cubicBezTo>
                  <a:pt x="98" y="10"/>
                  <a:pt x="98" y="10"/>
                  <a:pt x="98" y="10"/>
                </a:cubicBezTo>
                <a:lnTo>
                  <a:pt x="89" y="0"/>
                </a:lnTo>
                <a:cubicBezTo>
                  <a:pt x="9" y="0"/>
                  <a:pt x="9" y="0"/>
                  <a:pt x="9" y="0"/>
                </a:cubicBezTo>
                <a:cubicBezTo>
                  <a:pt x="0" y="0"/>
                  <a:pt x="0" y="10"/>
                  <a:pt x="0" y="10"/>
                </a:cubicBezTo>
                <a:cubicBezTo>
                  <a:pt x="0" y="54"/>
                  <a:pt x="0" y="54"/>
                  <a:pt x="0" y="54"/>
                </a:cubicBezTo>
                <a:cubicBezTo>
                  <a:pt x="45" y="54"/>
                  <a:pt x="45" y="54"/>
                  <a:pt x="45" y="54"/>
                </a:cubicBezTo>
                <a:cubicBezTo>
                  <a:pt x="98" y="275"/>
                  <a:pt x="98" y="275"/>
                  <a:pt x="98" y="275"/>
                </a:cubicBezTo>
                <a:cubicBezTo>
                  <a:pt x="98" y="302"/>
                  <a:pt x="98" y="302"/>
                  <a:pt x="98" y="302"/>
                </a:cubicBezTo>
                <a:cubicBezTo>
                  <a:pt x="98" y="338"/>
                  <a:pt x="98" y="338"/>
                  <a:pt x="98" y="338"/>
                </a:cubicBezTo>
                <a:cubicBezTo>
                  <a:pt x="98" y="346"/>
                  <a:pt x="106" y="346"/>
                  <a:pt x="106" y="346"/>
                </a:cubicBezTo>
                <a:cubicBezTo>
                  <a:pt x="124" y="346"/>
                  <a:pt x="124" y="346"/>
                  <a:pt x="124" y="346"/>
                </a:cubicBezTo>
                <a:cubicBezTo>
                  <a:pt x="372" y="346"/>
                  <a:pt x="372" y="346"/>
                  <a:pt x="372" y="346"/>
                </a:cubicBezTo>
                <a:cubicBezTo>
                  <a:pt x="434" y="346"/>
                  <a:pt x="434" y="346"/>
                  <a:pt x="434" y="346"/>
                </a:cubicBezTo>
                <a:cubicBezTo>
                  <a:pt x="443" y="346"/>
                  <a:pt x="443" y="346"/>
                  <a:pt x="443" y="338"/>
                </a:cubicBezTo>
                <a:cubicBezTo>
                  <a:pt x="443" y="302"/>
                  <a:pt x="443" y="302"/>
                  <a:pt x="443" y="302"/>
                </a:cubicBezTo>
                <a:cubicBezTo>
                  <a:pt x="168" y="302"/>
                  <a:pt x="168" y="302"/>
                  <a:pt x="168" y="302"/>
                </a:cubicBezTo>
                <a:cubicBezTo>
                  <a:pt x="133" y="302"/>
                  <a:pt x="133" y="284"/>
                  <a:pt x="159" y="28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4" name="Freeform 146"/>
          <p:cNvSpPr/>
          <p:nvPr/>
        </p:nvSpPr>
        <p:spPr>
          <a:xfrm>
            <a:off x="7626240" y="1060560"/>
            <a:ext cx="160560" cy="222120"/>
          </a:xfrm>
          <a:custGeom>
            <a:avLst/>
            <a:gdLst/>
            <a:ahLst/>
            <a:rect l="l" t="t" r="r" b="b"/>
            <a:pathLst>
              <a:path w="356" h="497">
                <a:moveTo>
                  <a:pt x="318" y="54"/>
                </a:moveTo>
                <a:lnTo>
                  <a:pt x="318" y="54"/>
                </a:lnTo>
                <a:cubicBezTo>
                  <a:pt x="283" y="124"/>
                  <a:pt x="283" y="124"/>
                  <a:pt x="283" y="124"/>
                </a:cubicBezTo>
                <a:cubicBezTo>
                  <a:pt x="71" y="124"/>
                  <a:pt x="71" y="124"/>
                  <a:pt x="71" y="124"/>
                </a:cubicBezTo>
                <a:cubicBezTo>
                  <a:pt x="36" y="54"/>
                  <a:pt x="36" y="54"/>
                  <a:pt x="36" y="54"/>
                </a:cubicBezTo>
                <a:cubicBezTo>
                  <a:pt x="17" y="54"/>
                  <a:pt x="0" y="71"/>
                  <a:pt x="0" y="89"/>
                </a:cubicBezTo>
                <a:cubicBezTo>
                  <a:pt x="0" y="461"/>
                  <a:pt x="0" y="461"/>
                  <a:pt x="0" y="461"/>
                </a:cubicBezTo>
                <a:cubicBezTo>
                  <a:pt x="0" y="487"/>
                  <a:pt x="17" y="496"/>
                  <a:pt x="36" y="496"/>
                </a:cubicBezTo>
                <a:cubicBezTo>
                  <a:pt x="318" y="496"/>
                  <a:pt x="318" y="496"/>
                  <a:pt x="318" y="496"/>
                </a:cubicBezTo>
                <a:cubicBezTo>
                  <a:pt x="336" y="496"/>
                  <a:pt x="355" y="487"/>
                  <a:pt x="355" y="461"/>
                </a:cubicBezTo>
                <a:cubicBezTo>
                  <a:pt x="355" y="89"/>
                  <a:pt x="355" y="89"/>
                  <a:pt x="355" y="89"/>
                </a:cubicBezTo>
                <a:cubicBezTo>
                  <a:pt x="355" y="71"/>
                  <a:pt x="336" y="54"/>
                  <a:pt x="318" y="54"/>
                </a:cubicBezTo>
                <a:close/>
                <a:moveTo>
                  <a:pt x="265" y="98"/>
                </a:moveTo>
                <a:lnTo>
                  <a:pt x="265" y="98"/>
                </a:lnTo>
                <a:cubicBezTo>
                  <a:pt x="292" y="54"/>
                  <a:pt x="292" y="54"/>
                  <a:pt x="292" y="54"/>
                </a:cubicBezTo>
                <a:cubicBezTo>
                  <a:pt x="230" y="54"/>
                  <a:pt x="230" y="54"/>
                  <a:pt x="230" y="54"/>
                </a:cubicBezTo>
                <a:cubicBezTo>
                  <a:pt x="212" y="0"/>
                  <a:pt x="212" y="0"/>
                  <a:pt x="212" y="0"/>
                </a:cubicBezTo>
                <a:cubicBezTo>
                  <a:pt x="133" y="0"/>
                  <a:pt x="133" y="0"/>
                  <a:pt x="133" y="0"/>
                </a:cubicBezTo>
                <a:cubicBezTo>
                  <a:pt x="115" y="54"/>
                  <a:pt x="115" y="54"/>
                  <a:pt x="115" y="54"/>
                </a:cubicBezTo>
                <a:cubicBezTo>
                  <a:pt x="61" y="54"/>
                  <a:pt x="61" y="54"/>
                  <a:pt x="61" y="54"/>
                </a:cubicBezTo>
                <a:cubicBezTo>
                  <a:pt x="89" y="98"/>
                  <a:pt x="89" y="98"/>
                  <a:pt x="89" y="98"/>
                </a:cubicBezTo>
                <a:lnTo>
                  <a:pt x="265" y="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5" name="Freeform 149"/>
          <p:cNvSpPr/>
          <p:nvPr/>
        </p:nvSpPr>
        <p:spPr>
          <a:xfrm>
            <a:off x="5862600" y="3716280"/>
            <a:ext cx="163440" cy="222480"/>
          </a:xfrm>
          <a:custGeom>
            <a:avLst/>
            <a:gdLst/>
            <a:ahLst/>
            <a:rect l="l" t="t" r="r" b="b"/>
            <a:pathLst>
              <a:path w="364" h="498">
                <a:moveTo>
                  <a:pt x="106" y="479"/>
                </a:moveTo>
                <a:lnTo>
                  <a:pt x="106" y="479"/>
                </a:lnTo>
                <a:cubicBezTo>
                  <a:pt x="123" y="488"/>
                  <a:pt x="150" y="497"/>
                  <a:pt x="176" y="497"/>
                </a:cubicBezTo>
                <a:cubicBezTo>
                  <a:pt x="203" y="497"/>
                  <a:pt x="229" y="488"/>
                  <a:pt x="248" y="479"/>
                </a:cubicBezTo>
                <a:cubicBezTo>
                  <a:pt x="248" y="426"/>
                  <a:pt x="248" y="426"/>
                  <a:pt x="248" y="426"/>
                </a:cubicBezTo>
                <a:cubicBezTo>
                  <a:pt x="106" y="426"/>
                  <a:pt x="106" y="426"/>
                  <a:pt x="106" y="426"/>
                </a:cubicBezTo>
                <a:lnTo>
                  <a:pt x="106" y="479"/>
                </a:lnTo>
                <a:close/>
                <a:moveTo>
                  <a:pt x="248" y="400"/>
                </a:moveTo>
                <a:lnTo>
                  <a:pt x="248" y="400"/>
                </a:lnTo>
                <a:cubicBezTo>
                  <a:pt x="248" y="293"/>
                  <a:pt x="363" y="258"/>
                  <a:pt x="354" y="151"/>
                </a:cubicBezTo>
                <a:cubicBezTo>
                  <a:pt x="345" y="80"/>
                  <a:pt x="301" y="0"/>
                  <a:pt x="176" y="0"/>
                </a:cubicBezTo>
                <a:cubicBezTo>
                  <a:pt x="53" y="0"/>
                  <a:pt x="9" y="80"/>
                  <a:pt x="0" y="151"/>
                </a:cubicBezTo>
                <a:cubicBezTo>
                  <a:pt x="0" y="258"/>
                  <a:pt x="106" y="293"/>
                  <a:pt x="106" y="400"/>
                </a:cubicBezTo>
                <a:lnTo>
                  <a:pt x="248" y="400"/>
                </a:lnTo>
                <a:close/>
                <a:moveTo>
                  <a:pt x="53" y="151"/>
                </a:moveTo>
                <a:lnTo>
                  <a:pt x="53" y="151"/>
                </a:lnTo>
                <a:cubicBezTo>
                  <a:pt x="62" y="89"/>
                  <a:pt x="106" y="53"/>
                  <a:pt x="176" y="53"/>
                </a:cubicBezTo>
                <a:cubicBezTo>
                  <a:pt x="248" y="53"/>
                  <a:pt x="292" y="89"/>
                  <a:pt x="301" y="151"/>
                </a:cubicBezTo>
                <a:cubicBezTo>
                  <a:pt x="301" y="187"/>
                  <a:pt x="283" y="213"/>
                  <a:pt x="257" y="249"/>
                </a:cubicBezTo>
                <a:cubicBezTo>
                  <a:pt x="229" y="275"/>
                  <a:pt x="213" y="311"/>
                  <a:pt x="194" y="355"/>
                </a:cubicBezTo>
                <a:cubicBezTo>
                  <a:pt x="159" y="355"/>
                  <a:pt x="159" y="355"/>
                  <a:pt x="159" y="355"/>
                </a:cubicBezTo>
                <a:cubicBezTo>
                  <a:pt x="141" y="311"/>
                  <a:pt x="123" y="275"/>
                  <a:pt x="97" y="249"/>
                </a:cubicBezTo>
                <a:cubicBezTo>
                  <a:pt x="70" y="213"/>
                  <a:pt x="53" y="187"/>
                  <a:pt x="53" y="1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6" name="Freeform 151"/>
          <p:cNvSpPr/>
          <p:nvPr/>
        </p:nvSpPr>
        <p:spPr>
          <a:xfrm>
            <a:off x="8485200" y="2443320"/>
            <a:ext cx="223920" cy="129960"/>
          </a:xfrm>
          <a:custGeom>
            <a:avLst/>
            <a:gdLst/>
            <a:ahLst/>
            <a:rect l="l" t="t" r="r" b="b"/>
            <a:pathLst>
              <a:path w="497" h="293">
                <a:moveTo>
                  <a:pt x="124" y="221"/>
                </a:moveTo>
                <a:lnTo>
                  <a:pt x="124" y="221"/>
                </a:lnTo>
                <a:cubicBezTo>
                  <a:pt x="124" y="97"/>
                  <a:pt x="124" y="97"/>
                  <a:pt x="124" y="97"/>
                </a:cubicBezTo>
                <a:cubicBezTo>
                  <a:pt x="177" y="97"/>
                  <a:pt x="177" y="97"/>
                  <a:pt x="177" y="97"/>
                </a:cubicBezTo>
                <a:cubicBezTo>
                  <a:pt x="88" y="0"/>
                  <a:pt x="88" y="0"/>
                  <a:pt x="88" y="0"/>
                </a:cubicBezTo>
                <a:cubicBezTo>
                  <a:pt x="0" y="97"/>
                  <a:pt x="0" y="97"/>
                  <a:pt x="0" y="97"/>
                </a:cubicBezTo>
                <a:cubicBezTo>
                  <a:pt x="53" y="97"/>
                  <a:pt x="53" y="97"/>
                  <a:pt x="53" y="97"/>
                </a:cubicBezTo>
                <a:cubicBezTo>
                  <a:pt x="53" y="248"/>
                  <a:pt x="53" y="248"/>
                  <a:pt x="53" y="248"/>
                </a:cubicBezTo>
                <a:cubicBezTo>
                  <a:pt x="53" y="274"/>
                  <a:pt x="71" y="292"/>
                  <a:pt x="97" y="292"/>
                </a:cubicBezTo>
                <a:cubicBezTo>
                  <a:pt x="319" y="292"/>
                  <a:pt x="319" y="292"/>
                  <a:pt x="319" y="292"/>
                </a:cubicBezTo>
                <a:cubicBezTo>
                  <a:pt x="256" y="221"/>
                  <a:pt x="256" y="221"/>
                  <a:pt x="256" y="221"/>
                </a:cubicBezTo>
                <a:lnTo>
                  <a:pt x="124" y="221"/>
                </a:lnTo>
                <a:close/>
                <a:moveTo>
                  <a:pt x="443" y="195"/>
                </a:moveTo>
                <a:lnTo>
                  <a:pt x="443" y="195"/>
                </a:lnTo>
                <a:cubicBezTo>
                  <a:pt x="443" y="44"/>
                  <a:pt x="443" y="44"/>
                  <a:pt x="443" y="44"/>
                </a:cubicBezTo>
                <a:cubicBezTo>
                  <a:pt x="443" y="17"/>
                  <a:pt x="425" y="0"/>
                  <a:pt x="399" y="0"/>
                </a:cubicBezTo>
                <a:cubicBezTo>
                  <a:pt x="177" y="0"/>
                  <a:pt x="177" y="0"/>
                  <a:pt x="177" y="0"/>
                </a:cubicBezTo>
                <a:cubicBezTo>
                  <a:pt x="239" y="61"/>
                  <a:pt x="239" y="61"/>
                  <a:pt x="239" y="61"/>
                </a:cubicBezTo>
                <a:cubicBezTo>
                  <a:pt x="372" y="61"/>
                  <a:pt x="372" y="61"/>
                  <a:pt x="372" y="61"/>
                </a:cubicBezTo>
                <a:cubicBezTo>
                  <a:pt x="372" y="195"/>
                  <a:pt x="372" y="195"/>
                  <a:pt x="372" y="195"/>
                </a:cubicBezTo>
                <a:cubicBezTo>
                  <a:pt x="319" y="195"/>
                  <a:pt x="319" y="195"/>
                  <a:pt x="319" y="195"/>
                </a:cubicBezTo>
                <a:cubicBezTo>
                  <a:pt x="407" y="292"/>
                  <a:pt x="407" y="292"/>
                  <a:pt x="407" y="292"/>
                </a:cubicBezTo>
                <a:cubicBezTo>
                  <a:pt x="496" y="195"/>
                  <a:pt x="496" y="195"/>
                  <a:pt x="496" y="195"/>
                </a:cubicBezTo>
                <a:lnTo>
                  <a:pt x="443" y="19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7" name="Freeform 154"/>
          <p:cNvSpPr/>
          <p:nvPr/>
        </p:nvSpPr>
        <p:spPr>
          <a:xfrm>
            <a:off x="6751800" y="2381400"/>
            <a:ext cx="160200" cy="217440"/>
          </a:xfrm>
          <a:custGeom>
            <a:avLst/>
            <a:gdLst/>
            <a:ahLst/>
            <a:rect l="l" t="t" r="r" b="b"/>
            <a:pathLst>
              <a:path w="355" h="487">
                <a:moveTo>
                  <a:pt x="346" y="132"/>
                </a:moveTo>
                <a:lnTo>
                  <a:pt x="346" y="132"/>
                </a:lnTo>
                <a:cubicBezTo>
                  <a:pt x="116" y="17"/>
                  <a:pt x="116" y="17"/>
                  <a:pt x="116" y="17"/>
                </a:cubicBezTo>
                <a:cubicBezTo>
                  <a:pt x="89" y="0"/>
                  <a:pt x="27" y="25"/>
                  <a:pt x="9" y="53"/>
                </a:cubicBezTo>
                <a:cubicBezTo>
                  <a:pt x="0" y="70"/>
                  <a:pt x="0" y="79"/>
                  <a:pt x="0" y="79"/>
                </a:cubicBezTo>
                <a:cubicBezTo>
                  <a:pt x="9" y="345"/>
                  <a:pt x="9" y="345"/>
                  <a:pt x="9" y="345"/>
                </a:cubicBezTo>
                <a:cubicBezTo>
                  <a:pt x="9" y="345"/>
                  <a:pt x="18" y="354"/>
                  <a:pt x="18" y="363"/>
                </a:cubicBezTo>
                <a:cubicBezTo>
                  <a:pt x="36" y="363"/>
                  <a:pt x="222" y="486"/>
                  <a:pt x="222" y="486"/>
                </a:cubicBezTo>
                <a:cubicBezTo>
                  <a:pt x="231" y="486"/>
                  <a:pt x="231" y="486"/>
                  <a:pt x="231" y="486"/>
                </a:cubicBezTo>
                <a:cubicBezTo>
                  <a:pt x="240" y="486"/>
                  <a:pt x="240" y="486"/>
                  <a:pt x="240" y="486"/>
                </a:cubicBezTo>
                <a:cubicBezTo>
                  <a:pt x="248" y="486"/>
                  <a:pt x="248" y="478"/>
                  <a:pt x="248" y="478"/>
                </a:cubicBezTo>
                <a:cubicBezTo>
                  <a:pt x="248" y="203"/>
                  <a:pt x="248" y="203"/>
                  <a:pt x="248" y="203"/>
                </a:cubicBezTo>
                <a:cubicBezTo>
                  <a:pt x="248" y="194"/>
                  <a:pt x="248" y="194"/>
                  <a:pt x="240" y="185"/>
                </a:cubicBezTo>
                <a:cubicBezTo>
                  <a:pt x="44" y="70"/>
                  <a:pt x="44" y="70"/>
                  <a:pt x="44" y="70"/>
                </a:cubicBezTo>
                <a:cubicBezTo>
                  <a:pt x="44" y="70"/>
                  <a:pt x="53" y="61"/>
                  <a:pt x="71" y="53"/>
                </a:cubicBezTo>
                <a:cubicBezTo>
                  <a:pt x="89" y="44"/>
                  <a:pt x="97" y="44"/>
                  <a:pt x="107" y="44"/>
                </a:cubicBezTo>
                <a:cubicBezTo>
                  <a:pt x="107" y="44"/>
                  <a:pt x="293" y="150"/>
                  <a:pt x="301" y="150"/>
                </a:cubicBezTo>
                <a:cubicBezTo>
                  <a:pt x="310" y="159"/>
                  <a:pt x="310" y="159"/>
                  <a:pt x="310" y="159"/>
                </a:cubicBezTo>
                <a:cubicBezTo>
                  <a:pt x="310" y="168"/>
                  <a:pt x="310" y="425"/>
                  <a:pt x="310" y="425"/>
                </a:cubicBezTo>
                <a:cubicBezTo>
                  <a:pt x="310" y="433"/>
                  <a:pt x="319" y="442"/>
                  <a:pt x="328" y="442"/>
                </a:cubicBezTo>
                <a:cubicBezTo>
                  <a:pt x="337" y="442"/>
                  <a:pt x="354" y="433"/>
                  <a:pt x="354" y="425"/>
                </a:cubicBezTo>
                <a:cubicBezTo>
                  <a:pt x="354" y="141"/>
                  <a:pt x="354" y="141"/>
                  <a:pt x="354" y="141"/>
                </a:cubicBezTo>
                <a:lnTo>
                  <a:pt x="346" y="132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8" name="Freeform 155"/>
          <p:cNvSpPr/>
          <p:nvPr/>
        </p:nvSpPr>
        <p:spPr>
          <a:xfrm>
            <a:off x="8058240" y="3274920"/>
            <a:ext cx="206280" cy="223920"/>
          </a:xfrm>
          <a:custGeom>
            <a:avLst/>
            <a:gdLst/>
            <a:ahLst/>
            <a:rect l="l" t="t" r="r" b="b"/>
            <a:pathLst>
              <a:path w="461" h="497">
                <a:moveTo>
                  <a:pt x="79" y="9"/>
                </a:moveTo>
                <a:lnTo>
                  <a:pt x="79" y="9"/>
                </a:lnTo>
                <a:cubicBezTo>
                  <a:pt x="79" y="0"/>
                  <a:pt x="71" y="0"/>
                  <a:pt x="71" y="9"/>
                </a:cubicBezTo>
                <a:cubicBezTo>
                  <a:pt x="62" y="107"/>
                  <a:pt x="0" y="124"/>
                  <a:pt x="0" y="195"/>
                </a:cubicBezTo>
                <a:cubicBezTo>
                  <a:pt x="0" y="239"/>
                  <a:pt x="35" y="274"/>
                  <a:pt x="79" y="274"/>
                </a:cubicBezTo>
                <a:cubicBezTo>
                  <a:pt x="124" y="274"/>
                  <a:pt x="159" y="239"/>
                  <a:pt x="159" y="195"/>
                </a:cubicBezTo>
                <a:cubicBezTo>
                  <a:pt x="159" y="124"/>
                  <a:pt x="88" y="107"/>
                  <a:pt x="79" y="9"/>
                </a:cubicBezTo>
                <a:close/>
                <a:moveTo>
                  <a:pt x="390" y="9"/>
                </a:moveTo>
                <a:lnTo>
                  <a:pt x="390" y="9"/>
                </a:lnTo>
                <a:cubicBezTo>
                  <a:pt x="390" y="0"/>
                  <a:pt x="381" y="0"/>
                  <a:pt x="381" y="9"/>
                </a:cubicBezTo>
                <a:cubicBezTo>
                  <a:pt x="363" y="107"/>
                  <a:pt x="301" y="124"/>
                  <a:pt x="301" y="195"/>
                </a:cubicBezTo>
                <a:cubicBezTo>
                  <a:pt x="301" y="239"/>
                  <a:pt x="336" y="274"/>
                  <a:pt x="381" y="274"/>
                </a:cubicBezTo>
                <a:cubicBezTo>
                  <a:pt x="425" y="274"/>
                  <a:pt x="460" y="239"/>
                  <a:pt x="460" y="195"/>
                </a:cubicBezTo>
                <a:cubicBezTo>
                  <a:pt x="460" y="124"/>
                  <a:pt x="398" y="107"/>
                  <a:pt x="390" y="9"/>
                </a:cubicBezTo>
                <a:close/>
                <a:moveTo>
                  <a:pt x="230" y="221"/>
                </a:moveTo>
                <a:lnTo>
                  <a:pt x="230" y="221"/>
                </a:lnTo>
                <a:cubicBezTo>
                  <a:pt x="212" y="328"/>
                  <a:pt x="150" y="345"/>
                  <a:pt x="150" y="417"/>
                </a:cubicBezTo>
                <a:cubicBezTo>
                  <a:pt x="150" y="461"/>
                  <a:pt x="185" y="496"/>
                  <a:pt x="230" y="496"/>
                </a:cubicBezTo>
                <a:cubicBezTo>
                  <a:pt x="275" y="496"/>
                  <a:pt x="310" y="461"/>
                  <a:pt x="310" y="417"/>
                </a:cubicBezTo>
                <a:cubicBezTo>
                  <a:pt x="310" y="345"/>
                  <a:pt x="247" y="328"/>
                  <a:pt x="230" y="22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9" name="Freeform 156"/>
          <p:cNvSpPr/>
          <p:nvPr/>
        </p:nvSpPr>
        <p:spPr>
          <a:xfrm>
            <a:off x="7656480" y="3274920"/>
            <a:ext cx="117360" cy="223920"/>
          </a:xfrm>
          <a:custGeom>
            <a:avLst/>
            <a:gdLst/>
            <a:ahLst/>
            <a:rect l="l" t="t" r="r" b="b"/>
            <a:pathLst>
              <a:path w="266" h="497">
                <a:moveTo>
                  <a:pt x="194" y="248"/>
                </a:moveTo>
                <a:lnTo>
                  <a:pt x="194" y="248"/>
                </a:lnTo>
                <a:cubicBezTo>
                  <a:pt x="194" y="26"/>
                  <a:pt x="194" y="26"/>
                  <a:pt x="194" y="26"/>
                </a:cubicBezTo>
                <a:cubicBezTo>
                  <a:pt x="194" y="17"/>
                  <a:pt x="185" y="0"/>
                  <a:pt x="168" y="0"/>
                </a:cubicBezTo>
                <a:cubicBezTo>
                  <a:pt x="88" y="0"/>
                  <a:pt x="88" y="0"/>
                  <a:pt x="88" y="0"/>
                </a:cubicBezTo>
                <a:cubicBezTo>
                  <a:pt x="71" y="0"/>
                  <a:pt x="71" y="17"/>
                  <a:pt x="71" y="26"/>
                </a:cubicBezTo>
                <a:cubicBezTo>
                  <a:pt x="71" y="248"/>
                  <a:pt x="71" y="248"/>
                  <a:pt x="71" y="248"/>
                </a:cubicBezTo>
                <a:cubicBezTo>
                  <a:pt x="26" y="266"/>
                  <a:pt x="0" y="310"/>
                  <a:pt x="0" y="364"/>
                </a:cubicBezTo>
                <a:cubicBezTo>
                  <a:pt x="0" y="443"/>
                  <a:pt x="62" y="496"/>
                  <a:pt x="132" y="496"/>
                </a:cubicBezTo>
                <a:cubicBezTo>
                  <a:pt x="204" y="496"/>
                  <a:pt x="265" y="443"/>
                  <a:pt x="265" y="364"/>
                </a:cubicBezTo>
                <a:cubicBezTo>
                  <a:pt x="265" y="310"/>
                  <a:pt x="239" y="266"/>
                  <a:pt x="194" y="248"/>
                </a:cubicBezTo>
                <a:close/>
                <a:moveTo>
                  <a:pt x="132" y="452"/>
                </a:moveTo>
                <a:lnTo>
                  <a:pt x="132" y="452"/>
                </a:lnTo>
                <a:cubicBezTo>
                  <a:pt x="88" y="452"/>
                  <a:pt x="44" y="408"/>
                  <a:pt x="44" y="364"/>
                </a:cubicBezTo>
                <a:cubicBezTo>
                  <a:pt x="44" y="328"/>
                  <a:pt x="71" y="292"/>
                  <a:pt x="106" y="283"/>
                </a:cubicBezTo>
                <a:cubicBezTo>
                  <a:pt x="106" y="98"/>
                  <a:pt x="106" y="98"/>
                  <a:pt x="106" y="98"/>
                </a:cubicBezTo>
                <a:cubicBezTo>
                  <a:pt x="159" y="98"/>
                  <a:pt x="159" y="98"/>
                  <a:pt x="159" y="98"/>
                </a:cubicBezTo>
                <a:cubicBezTo>
                  <a:pt x="159" y="283"/>
                  <a:pt x="159" y="283"/>
                  <a:pt x="159" y="283"/>
                </a:cubicBezTo>
                <a:cubicBezTo>
                  <a:pt x="194" y="292"/>
                  <a:pt x="212" y="328"/>
                  <a:pt x="212" y="364"/>
                </a:cubicBezTo>
                <a:cubicBezTo>
                  <a:pt x="212" y="408"/>
                  <a:pt x="177" y="452"/>
                  <a:pt x="132" y="45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0" name="Freeform 158"/>
          <p:cNvSpPr/>
          <p:nvPr/>
        </p:nvSpPr>
        <p:spPr>
          <a:xfrm>
            <a:off x="7148520" y="1119240"/>
            <a:ext cx="223920" cy="104760"/>
          </a:xfrm>
          <a:custGeom>
            <a:avLst/>
            <a:gdLst/>
            <a:ahLst/>
            <a:rect l="l" t="t" r="r" b="b"/>
            <a:pathLst>
              <a:path w="497" h="232">
                <a:moveTo>
                  <a:pt x="380" y="0"/>
                </a:moveTo>
                <a:lnTo>
                  <a:pt x="380" y="0"/>
                </a:lnTo>
                <a:cubicBezTo>
                  <a:pt x="319" y="0"/>
                  <a:pt x="266" y="53"/>
                  <a:pt x="266" y="115"/>
                </a:cubicBezTo>
                <a:cubicBezTo>
                  <a:pt x="266" y="141"/>
                  <a:pt x="274" y="168"/>
                  <a:pt x="283" y="186"/>
                </a:cubicBezTo>
                <a:cubicBezTo>
                  <a:pt x="203" y="186"/>
                  <a:pt x="203" y="186"/>
                  <a:pt x="203" y="186"/>
                </a:cubicBezTo>
                <a:cubicBezTo>
                  <a:pt x="221" y="168"/>
                  <a:pt x="230" y="141"/>
                  <a:pt x="230" y="115"/>
                </a:cubicBezTo>
                <a:cubicBezTo>
                  <a:pt x="230" y="53"/>
                  <a:pt x="177" y="0"/>
                  <a:pt x="114" y="0"/>
                </a:cubicBezTo>
                <a:cubicBezTo>
                  <a:pt x="53" y="0"/>
                  <a:pt x="0" y="53"/>
                  <a:pt x="0" y="115"/>
                </a:cubicBezTo>
                <a:cubicBezTo>
                  <a:pt x="0" y="177"/>
                  <a:pt x="53" y="231"/>
                  <a:pt x="114" y="231"/>
                </a:cubicBezTo>
                <a:cubicBezTo>
                  <a:pt x="380" y="231"/>
                  <a:pt x="380" y="231"/>
                  <a:pt x="380" y="231"/>
                </a:cubicBezTo>
                <a:cubicBezTo>
                  <a:pt x="442" y="231"/>
                  <a:pt x="496" y="177"/>
                  <a:pt x="496" y="115"/>
                </a:cubicBezTo>
                <a:cubicBezTo>
                  <a:pt x="496" y="53"/>
                  <a:pt x="442" y="0"/>
                  <a:pt x="380" y="0"/>
                </a:cubicBezTo>
                <a:close/>
                <a:moveTo>
                  <a:pt x="53" y="115"/>
                </a:moveTo>
                <a:lnTo>
                  <a:pt x="53" y="115"/>
                </a:lnTo>
                <a:cubicBezTo>
                  <a:pt x="53" y="80"/>
                  <a:pt x="79" y="53"/>
                  <a:pt x="114" y="53"/>
                </a:cubicBezTo>
                <a:cubicBezTo>
                  <a:pt x="150" y="53"/>
                  <a:pt x="177" y="80"/>
                  <a:pt x="177" y="115"/>
                </a:cubicBezTo>
                <a:cubicBezTo>
                  <a:pt x="177" y="150"/>
                  <a:pt x="150" y="186"/>
                  <a:pt x="114" y="186"/>
                </a:cubicBezTo>
                <a:cubicBezTo>
                  <a:pt x="79" y="186"/>
                  <a:pt x="53" y="150"/>
                  <a:pt x="53" y="115"/>
                </a:cubicBezTo>
                <a:close/>
                <a:moveTo>
                  <a:pt x="380" y="186"/>
                </a:moveTo>
                <a:lnTo>
                  <a:pt x="380" y="186"/>
                </a:lnTo>
                <a:cubicBezTo>
                  <a:pt x="345" y="186"/>
                  <a:pt x="319" y="150"/>
                  <a:pt x="319" y="115"/>
                </a:cubicBezTo>
                <a:cubicBezTo>
                  <a:pt x="319" y="80"/>
                  <a:pt x="345" y="53"/>
                  <a:pt x="380" y="53"/>
                </a:cubicBezTo>
                <a:cubicBezTo>
                  <a:pt x="416" y="53"/>
                  <a:pt x="442" y="80"/>
                  <a:pt x="442" y="115"/>
                </a:cubicBezTo>
                <a:cubicBezTo>
                  <a:pt x="442" y="150"/>
                  <a:pt x="416" y="186"/>
                  <a:pt x="380" y="18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1" name="Freeform 159"/>
          <p:cNvSpPr/>
          <p:nvPr/>
        </p:nvSpPr>
        <p:spPr>
          <a:xfrm>
            <a:off x="8485200" y="1986120"/>
            <a:ext cx="223920" cy="153720"/>
          </a:xfrm>
          <a:custGeom>
            <a:avLst/>
            <a:gdLst/>
            <a:ahLst/>
            <a:rect l="l" t="t" r="r" b="b"/>
            <a:pathLst>
              <a:path w="497" h="346">
                <a:moveTo>
                  <a:pt x="443" y="0"/>
                </a:moveTo>
                <a:lnTo>
                  <a:pt x="443" y="0"/>
                </a:lnTo>
                <a:cubicBezTo>
                  <a:pt x="212" y="0"/>
                  <a:pt x="212" y="0"/>
                  <a:pt x="212" y="0"/>
                </a:cubicBezTo>
                <a:cubicBezTo>
                  <a:pt x="195" y="0"/>
                  <a:pt x="186" y="0"/>
                  <a:pt x="177" y="8"/>
                </a:cubicBezTo>
                <a:cubicBezTo>
                  <a:pt x="9" y="159"/>
                  <a:pt x="9" y="159"/>
                  <a:pt x="9" y="159"/>
                </a:cubicBezTo>
                <a:cubicBezTo>
                  <a:pt x="0" y="168"/>
                  <a:pt x="0" y="177"/>
                  <a:pt x="9" y="186"/>
                </a:cubicBezTo>
                <a:cubicBezTo>
                  <a:pt x="177" y="327"/>
                  <a:pt x="177" y="327"/>
                  <a:pt x="177" y="327"/>
                </a:cubicBezTo>
                <a:cubicBezTo>
                  <a:pt x="186" y="336"/>
                  <a:pt x="195" y="345"/>
                  <a:pt x="212" y="345"/>
                </a:cubicBezTo>
                <a:cubicBezTo>
                  <a:pt x="443" y="345"/>
                  <a:pt x="443" y="345"/>
                  <a:pt x="443" y="345"/>
                </a:cubicBezTo>
                <a:cubicBezTo>
                  <a:pt x="469" y="345"/>
                  <a:pt x="496" y="319"/>
                  <a:pt x="496" y="292"/>
                </a:cubicBezTo>
                <a:cubicBezTo>
                  <a:pt x="496" y="44"/>
                  <a:pt x="496" y="44"/>
                  <a:pt x="496" y="44"/>
                </a:cubicBezTo>
                <a:cubicBezTo>
                  <a:pt x="496" y="17"/>
                  <a:pt x="469" y="0"/>
                  <a:pt x="443" y="0"/>
                </a:cubicBezTo>
                <a:close/>
                <a:moveTo>
                  <a:pt x="372" y="274"/>
                </a:moveTo>
                <a:lnTo>
                  <a:pt x="372" y="274"/>
                </a:lnTo>
                <a:cubicBezTo>
                  <a:pt x="309" y="204"/>
                  <a:pt x="309" y="204"/>
                  <a:pt x="309" y="204"/>
                </a:cubicBezTo>
                <a:cubicBezTo>
                  <a:pt x="248" y="274"/>
                  <a:pt x="248" y="274"/>
                  <a:pt x="248" y="274"/>
                </a:cubicBezTo>
                <a:cubicBezTo>
                  <a:pt x="212" y="230"/>
                  <a:pt x="212" y="230"/>
                  <a:pt x="212" y="230"/>
                </a:cubicBezTo>
                <a:cubicBezTo>
                  <a:pt x="274" y="168"/>
                  <a:pt x="274" y="168"/>
                  <a:pt x="274" y="168"/>
                </a:cubicBezTo>
                <a:cubicBezTo>
                  <a:pt x="212" y="106"/>
                  <a:pt x="212" y="106"/>
                  <a:pt x="212" y="106"/>
                </a:cubicBezTo>
                <a:cubicBezTo>
                  <a:pt x="248" y="70"/>
                  <a:pt x="248" y="70"/>
                  <a:pt x="248" y="70"/>
                </a:cubicBezTo>
                <a:cubicBezTo>
                  <a:pt x="309" y="133"/>
                  <a:pt x="309" y="133"/>
                  <a:pt x="309" y="133"/>
                </a:cubicBezTo>
                <a:cubicBezTo>
                  <a:pt x="372" y="70"/>
                  <a:pt x="372" y="70"/>
                  <a:pt x="372" y="70"/>
                </a:cubicBezTo>
                <a:cubicBezTo>
                  <a:pt x="416" y="106"/>
                  <a:pt x="416" y="106"/>
                  <a:pt x="416" y="106"/>
                </a:cubicBezTo>
                <a:cubicBezTo>
                  <a:pt x="346" y="168"/>
                  <a:pt x="346" y="168"/>
                  <a:pt x="346" y="168"/>
                </a:cubicBezTo>
                <a:cubicBezTo>
                  <a:pt x="416" y="230"/>
                  <a:pt x="416" y="230"/>
                  <a:pt x="416" y="230"/>
                </a:cubicBezTo>
                <a:lnTo>
                  <a:pt x="372" y="27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2" name="Freeform 160"/>
          <p:cNvSpPr/>
          <p:nvPr/>
        </p:nvSpPr>
        <p:spPr>
          <a:xfrm>
            <a:off x="6283440" y="2841480"/>
            <a:ext cx="207720" cy="179640"/>
          </a:xfrm>
          <a:custGeom>
            <a:avLst/>
            <a:gdLst/>
            <a:ahLst/>
            <a:rect l="l" t="t" r="r" b="b"/>
            <a:pathLst>
              <a:path w="461" h="400">
                <a:moveTo>
                  <a:pt x="44" y="124"/>
                </a:moveTo>
                <a:lnTo>
                  <a:pt x="44" y="124"/>
                </a:lnTo>
                <a:cubicBezTo>
                  <a:pt x="88" y="89"/>
                  <a:pt x="124" y="62"/>
                  <a:pt x="221" y="106"/>
                </a:cubicBezTo>
                <a:cubicBezTo>
                  <a:pt x="266" y="133"/>
                  <a:pt x="301" y="142"/>
                  <a:pt x="328" y="142"/>
                </a:cubicBezTo>
                <a:cubicBezTo>
                  <a:pt x="381" y="142"/>
                  <a:pt x="416" y="115"/>
                  <a:pt x="443" y="89"/>
                </a:cubicBezTo>
                <a:cubicBezTo>
                  <a:pt x="451" y="80"/>
                  <a:pt x="460" y="62"/>
                  <a:pt x="451" y="53"/>
                </a:cubicBezTo>
                <a:cubicBezTo>
                  <a:pt x="443" y="44"/>
                  <a:pt x="425" y="44"/>
                  <a:pt x="416" y="53"/>
                </a:cubicBezTo>
                <a:cubicBezTo>
                  <a:pt x="372" y="89"/>
                  <a:pt x="337" y="115"/>
                  <a:pt x="239" y="62"/>
                </a:cubicBezTo>
                <a:cubicBezTo>
                  <a:pt x="124" y="0"/>
                  <a:pt x="62" y="44"/>
                  <a:pt x="18" y="89"/>
                </a:cubicBezTo>
                <a:cubicBezTo>
                  <a:pt x="9" y="97"/>
                  <a:pt x="0" y="115"/>
                  <a:pt x="9" y="124"/>
                </a:cubicBezTo>
                <a:cubicBezTo>
                  <a:pt x="18" y="133"/>
                  <a:pt x="35" y="133"/>
                  <a:pt x="44" y="124"/>
                </a:cubicBezTo>
                <a:close/>
                <a:moveTo>
                  <a:pt x="416" y="178"/>
                </a:moveTo>
                <a:lnTo>
                  <a:pt x="416" y="178"/>
                </a:lnTo>
                <a:cubicBezTo>
                  <a:pt x="372" y="213"/>
                  <a:pt x="337" y="248"/>
                  <a:pt x="239" y="195"/>
                </a:cubicBezTo>
                <a:cubicBezTo>
                  <a:pt x="124" y="124"/>
                  <a:pt x="62" y="178"/>
                  <a:pt x="18" y="213"/>
                </a:cubicBezTo>
                <a:cubicBezTo>
                  <a:pt x="9" y="222"/>
                  <a:pt x="0" y="240"/>
                  <a:pt x="9" y="248"/>
                </a:cubicBezTo>
                <a:cubicBezTo>
                  <a:pt x="18" y="257"/>
                  <a:pt x="35" y="257"/>
                  <a:pt x="44" y="248"/>
                </a:cubicBezTo>
                <a:cubicBezTo>
                  <a:pt x="88" y="213"/>
                  <a:pt x="124" y="187"/>
                  <a:pt x="221" y="240"/>
                </a:cubicBezTo>
                <a:cubicBezTo>
                  <a:pt x="266" y="266"/>
                  <a:pt x="301" y="275"/>
                  <a:pt x="328" y="275"/>
                </a:cubicBezTo>
                <a:cubicBezTo>
                  <a:pt x="381" y="275"/>
                  <a:pt x="416" y="240"/>
                  <a:pt x="443" y="222"/>
                </a:cubicBezTo>
                <a:cubicBezTo>
                  <a:pt x="451" y="213"/>
                  <a:pt x="460" y="195"/>
                  <a:pt x="451" y="187"/>
                </a:cubicBezTo>
                <a:cubicBezTo>
                  <a:pt x="443" y="168"/>
                  <a:pt x="425" y="168"/>
                  <a:pt x="416" y="178"/>
                </a:cubicBezTo>
                <a:close/>
                <a:moveTo>
                  <a:pt x="416" y="302"/>
                </a:moveTo>
                <a:lnTo>
                  <a:pt x="416" y="302"/>
                </a:lnTo>
                <a:cubicBezTo>
                  <a:pt x="372" y="346"/>
                  <a:pt x="337" y="372"/>
                  <a:pt x="239" y="319"/>
                </a:cubicBezTo>
                <a:cubicBezTo>
                  <a:pt x="124" y="248"/>
                  <a:pt x="62" y="302"/>
                  <a:pt x="18" y="337"/>
                </a:cubicBezTo>
                <a:cubicBezTo>
                  <a:pt x="9" y="346"/>
                  <a:pt x="0" y="363"/>
                  <a:pt x="9" y="372"/>
                </a:cubicBezTo>
                <a:cubicBezTo>
                  <a:pt x="18" y="390"/>
                  <a:pt x="35" y="390"/>
                  <a:pt x="44" y="381"/>
                </a:cubicBezTo>
                <a:cubicBezTo>
                  <a:pt x="88" y="337"/>
                  <a:pt x="124" y="310"/>
                  <a:pt x="221" y="363"/>
                </a:cubicBezTo>
                <a:cubicBezTo>
                  <a:pt x="266" y="390"/>
                  <a:pt x="301" y="399"/>
                  <a:pt x="328" y="399"/>
                </a:cubicBezTo>
                <a:cubicBezTo>
                  <a:pt x="381" y="399"/>
                  <a:pt x="416" y="372"/>
                  <a:pt x="443" y="346"/>
                </a:cubicBezTo>
                <a:cubicBezTo>
                  <a:pt x="451" y="337"/>
                  <a:pt x="460" y="319"/>
                  <a:pt x="451" y="310"/>
                </a:cubicBezTo>
                <a:cubicBezTo>
                  <a:pt x="443" y="302"/>
                  <a:pt x="425" y="293"/>
                  <a:pt x="416" y="30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3" name="Freeform 161"/>
          <p:cNvSpPr/>
          <p:nvPr/>
        </p:nvSpPr>
        <p:spPr>
          <a:xfrm>
            <a:off x="4540320" y="1465200"/>
            <a:ext cx="216000" cy="187560"/>
          </a:xfrm>
          <a:custGeom>
            <a:avLst/>
            <a:gdLst/>
            <a:ahLst/>
            <a:rect l="l" t="t" r="r" b="b"/>
            <a:pathLst>
              <a:path w="479" h="417">
                <a:moveTo>
                  <a:pt x="478" y="390"/>
                </a:moveTo>
                <a:lnTo>
                  <a:pt x="478" y="390"/>
                </a:lnTo>
                <a:cubicBezTo>
                  <a:pt x="257" y="0"/>
                  <a:pt x="257" y="0"/>
                  <a:pt x="257" y="0"/>
                </a:cubicBezTo>
                <a:cubicBezTo>
                  <a:pt x="248" y="0"/>
                  <a:pt x="248" y="0"/>
                  <a:pt x="239" y="0"/>
                </a:cubicBezTo>
                <a:cubicBezTo>
                  <a:pt x="230" y="0"/>
                  <a:pt x="230" y="0"/>
                  <a:pt x="221" y="0"/>
                </a:cubicBezTo>
                <a:cubicBezTo>
                  <a:pt x="0" y="390"/>
                  <a:pt x="0" y="390"/>
                  <a:pt x="0" y="390"/>
                </a:cubicBezTo>
                <a:cubicBezTo>
                  <a:pt x="0" y="399"/>
                  <a:pt x="0" y="408"/>
                  <a:pt x="0" y="408"/>
                </a:cubicBezTo>
                <a:cubicBezTo>
                  <a:pt x="8" y="416"/>
                  <a:pt x="8" y="416"/>
                  <a:pt x="17" y="416"/>
                </a:cubicBezTo>
                <a:cubicBezTo>
                  <a:pt x="461" y="416"/>
                  <a:pt x="461" y="416"/>
                  <a:pt x="461" y="416"/>
                </a:cubicBezTo>
                <a:cubicBezTo>
                  <a:pt x="470" y="416"/>
                  <a:pt x="470" y="416"/>
                  <a:pt x="478" y="408"/>
                </a:cubicBezTo>
                <a:cubicBezTo>
                  <a:pt x="478" y="408"/>
                  <a:pt x="478" y="399"/>
                  <a:pt x="478" y="390"/>
                </a:cubicBezTo>
                <a:close/>
                <a:moveTo>
                  <a:pt x="265" y="372"/>
                </a:moveTo>
                <a:lnTo>
                  <a:pt x="265" y="372"/>
                </a:lnTo>
                <a:cubicBezTo>
                  <a:pt x="212" y="372"/>
                  <a:pt x="212" y="372"/>
                  <a:pt x="212" y="372"/>
                </a:cubicBezTo>
                <a:cubicBezTo>
                  <a:pt x="212" y="319"/>
                  <a:pt x="212" y="319"/>
                  <a:pt x="212" y="319"/>
                </a:cubicBezTo>
                <a:cubicBezTo>
                  <a:pt x="265" y="319"/>
                  <a:pt x="265" y="319"/>
                  <a:pt x="265" y="319"/>
                </a:cubicBezTo>
                <a:lnTo>
                  <a:pt x="265" y="372"/>
                </a:lnTo>
                <a:close/>
                <a:moveTo>
                  <a:pt x="265" y="284"/>
                </a:moveTo>
                <a:lnTo>
                  <a:pt x="265" y="284"/>
                </a:lnTo>
                <a:cubicBezTo>
                  <a:pt x="212" y="284"/>
                  <a:pt x="212" y="284"/>
                  <a:pt x="212" y="284"/>
                </a:cubicBezTo>
                <a:cubicBezTo>
                  <a:pt x="212" y="134"/>
                  <a:pt x="212" y="134"/>
                  <a:pt x="212" y="134"/>
                </a:cubicBezTo>
                <a:cubicBezTo>
                  <a:pt x="265" y="134"/>
                  <a:pt x="265" y="134"/>
                  <a:pt x="265" y="134"/>
                </a:cubicBezTo>
                <a:lnTo>
                  <a:pt x="265" y="28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4" name="Freeform 166"/>
          <p:cNvSpPr/>
          <p:nvPr/>
        </p:nvSpPr>
        <p:spPr>
          <a:xfrm>
            <a:off x="8502480" y="3697200"/>
            <a:ext cx="174960" cy="200160"/>
          </a:xfrm>
          <a:custGeom>
            <a:avLst/>
            <a:gdLst/>
            <a:ahLst/>
            <a:rect l="l" t="t" r="r" b="b"/>
            <a:pathLst>
              <a:path w="390" h="445">
                <a:moveTo>
                  <a:pt x="371" y="0"/>
                </a:moveTo>
                <a:lnTo>
                  <a:pt x="371" y="0"/>
                </a:lnTo>
                <a:cubicBezTo>
                  <a:pt x="310" y="0"/>
                  <a:pt x="310" y="0"/>
                  <a:pt x="310" y="0"/>
                </a:cubicBezTo>
                <a:cubicBezTo>
                  <a:pt x="301" y="0"/>
                  <a:pt x="292" y="10"/>
                  <a:pt x="292" y="28"/>
                </a:cubicBezTo>
                <a:cubicBezTo>
                  <a:pt x="292" y="444"/>
                  <a:pt x="292" y="444"/>
                  <a:pt x="292" y="444"/>
                </a:cubicBezTo>
                <a:cubicBezTo>
                  <a:pt x="389" y="444"/>
                  <a:pt x="389" y="444"/>
                  <a:pt x="389" y="444"/>
                </a:cubicBezTo>
                <a:cubicBezTo>
                  <a:pt x="389" y="28"/>
                  <a:pt x="389" y="28"/>
                  <a:pt x="389" y="28"/>
                </a:cubicBezTo>
                <a:cubicBezTo>
                  <a:pt x="389" y="10"/>
                  <a:pt x="380" y="0"/>
                  <a:pt x="371" y="0"/>
                </a:cubicBezTo>
                <a:close/>
                <a:moveTo>
                  <a:pt x="221" y="151"/>
                </a:moveTo>
                <a:lnTo>
                  <a:pt x="221" y="151"/>
                </a:lnTo>
                <a:cubicBezTo>
                  <a:pt x="168" y="151"/>
                  <a:pt x="168" y="151"/>
                  <a:pt x="168" y="151"/>
                </a:cubicBezTo>
                <a:cubicBezTo>
                  <a:pt x="150" y="151"/>
                  <a:pt x="141" y="160"/>
                  <a:pt x="141" y="178"/>
                </a:cubicBezTo>
                <a:cubicBezTo>
                  <a:pt x="141" y="444"/>
                  <a:pt x="141" y="444"/>
                  <a:pt x="141" y="444"/>
                </a:cubicBezTo>
                <a:cubicBezTo>
                  <a:pt x="248" y="444"/>
                  <a:pt x="248" y="444"/>
                  <a:pt x="248" y="444"/>
                </a:cubicBezTo>
                <a:cubicBezTo>
                  <a:pt x="248" y="178"/>
                  <a:pt x="248" y="178"/>
                  <a:pt x="248" y="178"/>
                </a:cubicBezTo>
                <a:cubicBezTo>
                  <a:pt x="248" y="160"/>
                  <a:pt x="230" y="151"/>
                  <a:pt x="221" y="151"/>
                </a:cubicBezTo>
                <a:close/>
                <a:moveTo>
                  <a:pt x="70" y="302"/>
                </a:moveTo>
                <a:lnTo>
                  <a:pt x="70" y="302"/>
                </a:lnTo>
                <a:cubicBezTo>
                  <a:pt x="17" y="302"/>
                  <a:pt x="17" y="302"/>
                  <a:pt x="17" y="302"/>
                </a:cubicBezTo>
                <a:cubicBezTo>
                  <a:pt x="0" y="302"/>
                  <a:pt x="0" y="310"/>
                  <a:pt x="0" y="319"/>
                </a:cubicBezTo>
                <a:cubicBezTo>
                  <a:pt x="0" y="444"/>
                  <a:pt x="0" y="444"/>
                  <a:pt x="0" y="444"/>
                </a:cubicBezTo>
                <a:cubicBezTo>
                  <a:pt x="97" y="444"/>
                  <a:pt x="97" y="444"/>
                  <a:pt x="97" y="444"/>
                </a:cubicBezTo>
                <a:cubicBezTo>
                  <a:pt x="97" y="319"/>
                  <a:pt x="97" y="319"/>
                  <a:pt x="97" y="319"/>
                </a:cubicBezTo>
                <a:cubicBezTo>
                  <a:pt x="97" y="310"/>
                  <a:pt x="88" y="302"/>
                  <a:pt x="70" y="30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5" name="Freeform 167"/>
          <p:cNvSpPr/>
          <p:nvPr/>
        </p:nvSpPr>
        <p:spPr>
          <a:xfrm>
            <a:off x="7191360" y="3797280"/>
            <a:ext cx="187200" cy="189000"/>
          </a:xfrm>
          <a:custGeom>
            <a:avLst/>
            <a:gdLst/>
            <a:ahLst/>
            <a:rect l="l" t="t" r="r" b="b"/>
            <a:pathLst>
              <a:path w="418" h="417">
                <a:moveTo>
                  <a:pt x="177" y="0"/>
                </a:moveTo>
                <a:lnTo>
                  <a:pt x="177" y="0"/>
                </a:lnTo>
                <a:cubicBezTo>
                  <a:pt x="80" y="9"/>
                  <a:pt x="9" y="88"/>
                  <a:pt x="0" y="176"/>
                </a:cubicBezTo>
                <a:cubicBezTo>
                  <a:pt x="177" y="176"/>
                  <a:pt x="177" y="176"/>
                  <a:pt x="177" y="176"/>
                </a:cubicBezTo>
                <a:lnTo>
                  <a:pt x="177" y="0"/>
                </a:lnTo>
                <a:close/>
                <a:moveTo>
                  <a:pt x="230" y="0"/>
                </a:moveTo>
                <a:lnTo>
                  <a:pt x="230" y="0"/>
                </a:lnTo>
                <a:cubicBezTo>
                  <a:pt x="230" y="203"/>
                  <a:pt x="230" y="203"/>
                  <a:pt x="230" y="203"/>
                </a:cubicBezTo>
                <a:cubicBezTo>
                  <a:pt x="230" y="221"/>
                  <a:pt x="222" y="229"/>
                  <a:pt x="204" y="229"/>
                </a:cubicBezTo>
                <a:cubicBezTo>
                  <a:pt x="0" y="229"/>
                  <a:pt x="0" y="229"/>
                  <a:pt x="0" y="229"/>
                </a:cubicBezTo>
                <a:cubicBezTo>
                  <a:pt x="9" y="336"/>
                  <a:pt x="98" y="416"/>
                  <a:pt x="204" y="416"/>
                </a:cubicBezTo>
                <a:cubicBezTo>
                  <a:pt x="319" y="416"/>
                  <a:pt x="417" y="319"/>
                  <a:pt x="417" y="203"/>
                </a:cubicBezTo>
                <a:cubicBezTo>
                  <a:pt x="417" y="97"/>
                  <a:pt x="337" y="9"/>
                  <a:pt x="2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6" name="Freeform 168"/>
          <p:cNvSpPr/>
          <p:nvPr/>
        </p:nvSpPr>
        <p:spPr>
          <a:xfrm>
            <a:off x="8453520" y="3306600"/>
            <a:ext cx="223920" cy="192240"/>
          </a:xfrm>
          <a:custGeom>
            <a:avLst/>
            <a:gdLst/>
            <a:ahLst/>
            <a:rect l="l" t="t" r="r" b="b"/>
            <a:pathLst>
              <a:path w="497" h="426">
                <a:moveTo>
                  <a:pt x="17" y="247"/>
                </a:moveTo>
                <a:lnTo>
                  <a:pt x="17" y="247"/>
                </a:lnTo>
                <a:cubicBezTo>
                  <a:pt x="53" y="256"/>
                  <a:pt x="53" y="256"/>
                  <a:pt x="53" y="256"/>
                </a:cubicBezTo>
                <a:cubicBezTo>
                  <a:pt x="80" y="212"/>
                  <a:pt x="80" y="212"/>
                  <a:pt x="80" y="212"/>
                </a:cubicBezTo>
                <a:cubicBezTo>
                  <a:pt x="26" y="203"/>
                  <a:pt x="26" y="203"/>
                  <a:pt x="26" y="203"/>
                </a:cubicBezTo>
                <a:cubicBezTo>
                  <a:pt x="17" y="203"/>
                  <a:pt x="0" y="212"/>
                  <a:pt x="0" y="221"/>
                </a:cubicBezTo>
                <a:cubicBezTo>
                  <a:pt x="0" y="230"/>
                  <a:pt x="9" y="247"/>
                  <a:pt x="17" y="247"/>
                </a:cubicBezTo>
                <a:close/>
                <a:moveTo>
                  <a:pt x="460" y="256"/>
                </a:moveTo>
                <a:lnTo>
                  <a:pt x="460" y="256"/>
                </a:lnTo>
                <a:cubicBezTo>
                  <a:pt x="345" y="354"/>
                  <a:pt x="345" y="354"/>
                  <a:pt x="345" y="354"/>
                </a:cubicBezTo>
                <a:cubicBezTo>
                  <a:pt x="221" y="256"/>
                  <a:pt x="221" y="256"/>
                  <a:pt x="221" y="256"/>
                </a:cubicBezTo>
                <a:cubicBezTo>
                  <a:pt x="212" y="247"/>
                  <a:pt x="212" y="247"/>
                  <a:pt x="212" y="247"/>
                </a:cubicBezTo>
                <a:cubicBezTo>
                  <a:pt x="194" y="247"/>
                  <a:pt x="194" y="247"/>
                  <a:pt x="194" y="247"/>
                </a:cubicBezTo>
                <a:cubicBezTo>
                  <a:pt x="168" y="283"/>
                  <a:pt x="168" y="283"/>
                  <a:pt x="168" y="283"/>
                </a:cubicBezTo>
                <a:cubicBezTo>
                  <a:pt x="194" y="292"/>
                  <a:pt x="194" y="292"/>
                  <a:pt x="194" y="292"/>
                </a:cubicBezTo>
                <a:cubicBezTo>
                  <a:pt x="337" y="398"/>
                  <a:pt x="337" y="398"/>
                  <a:pt x="337" y="398"/>
                </a:cubicBezTo>
                <a:cubicBezTo>
                  <a:pt x="337" y="407"/>
                  <a:pt x="345" y="407"/>
                  <a:pt x="345" y="407"/>
                </a:cubicBezTo>
                <a:cubicBezTo>
                  <a:pt x="354" y="407"/>
                  <a:pt x="363" y="407"/>
                  <a:pt x="363" y="398"/>
                </a:cubicBezTo>
                <a:cubicBezTo>
                  <a:pt x="487" y="292"/>
                  <a:pt x="487" y="292"/>
                  <a:pt x="487" y="292"/>
                </a:cubicBezTo>
                <a:cubicBezTo>
                  <a:pt x="496" y="283"/>
                  <a:pt x="496" y="265"/>
                  <a:pt x="487" y="256"/>
                </a:cubicBezTo>
                <a:cubicBezTo>
                  <a:pt x="478" y="247"/>
                  <a:pt x="469" y="247"/>
                  <a:pt x="460" y="256"/>
                </a:cubicBezTo>
                <a:close/>
                <a:moveTo>
                  <a:pt x="212" y="141"/>
                </a:moveTo>
                <a:lnTo>
                  <a:pt x="212" y="141"/>
                </a:lnTo>
                <a:cubicBezTo>
                  <a:pt x="337" y="221"/>
                  <a:pt x="337" y="221"/>
                  <a:pt x="337" y="221"/>
                </a:cubicBezTo>
                <a:cubicBezTo>
                  <a:pt x="345" y="230"/>
                  <a:pt x="363" y="230"/>
                  <a:pt x="372" y="212"/>
                </a:cubicBezTo>
                <a:cubicBezTo>
                  <a:pt x="496" y="35"/>
                  <a:pt x="496" y="35"/>
                  <a:pt x="496" y="35"/>
                </a:cubicBezTo>
                <a:cubicBezTo>
                  <a:pt x="496" y="26"/>
                  <a:pt x="496" y="9"/>
                  <a:pt x="487" y="9"/>
                </a:cubicBezTo>
                <a:cubicBezTo>
                  <a:pt x="478" y="0"/>
                  <a:pt x="460" y="0"/>
                  <a:pt x="452" y="9"/>
                </a:cubicBezTo>
                <a:cubicBezTo>
                  <a:pt x="345" y="177"/>
                  <a:pt x="345" y="177"/>
                  <a:pt x="345" y="177"/>
                </a:cubicBezTo>
                <a:cubicBezTo>
                  <a:pt x="221" y="97"/>
                  <a:pt x="221" y="97"/>
                  <a:pt x="221" y="97"/>
                </a:cubicBezTo>
                <a:cubicBezTo>
                  <a:pt x="212" y="88"/>
                  <a:pt x="212" y="88"/>
                  <a:pt x="203" y="88"/>
                </a:cubicBezTo>
                <a:cubicBezTo>
                  <a:pt x="194" y="97"/>
                  <a:pt x="194" y="97"/>
                  <a:pt x="186" y="106"/>
                </a:cubicBezTo>
                <a:cubicBezTo>
                  <a:pt x="0" y="390"/>
                  <a:pt x="0" y="390"/>
                  <a:pt x="0" y="390"/>
                </a:cubicBezTo>
                <a:cubicBezTo>
                  <a:pt x="0" y="407"/>
                  <a:pt x="0" y="416"/>
                  <a:pt x="9" y="425"/>
                </a:cubicBezTo>
                <a:cubicBezTo>
                  <a:pt x="17" y="425"/>
                  <a:pt x="17" y="425"/>
                  <a:pt x="26" y="425"/>
                </a:cubicBezTo>
                <a:cubicBezTo>
                  <a:pt x="26" y="425"/>
                  <a:pt x="35" y="425"/>
                  <a:pt x="44" y="416"/>
                </a:cubicBezTo>
                <a:lnTo>
                  <a:pt x="212" y="14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7" name="Freeform 169"/>
          <p:cNvSpPr/>
          <p:nvPr/>
        </p:nvSpPr>
        <p:spPr>
          <a:xfrm>
            <a:off x="7148520" y="1528920"/>
            <a:ext cx="219240" cy="174600"/>
          </a:xfrm>
          <a:custGeom>
            <a:avLst/>
            <a:gdLst/>
            <a:ahLst/>
            <a:rect l="l" t="t" r="r" b="b"/>
            <a:pathLst>
              <a:path w="487" h="390">
                <a:moveTo>
                  <a:pt x="478" y="9"/>
                </a:moveTo>
                <a:lnTo>
                  <a:pt x="478" y="9"/>
                </a:lnTo>
                <a:cubicBezTo>
                  <a:pt x="372" y="195"/>
                  <a:pt x="372" y="195"/>
                  <a:pt x="372" y="195"/>
                </a:cubicBezTo>
                <a:cubicBezTo>
                  <a:pt x="363" y="204"/>
                  <a:pt x="354" y="204"/>
                  <a:pt x="345" y="195"/>
                </a:cubicBezTo>
                <a:cubicBezTo>
                  <a:pt x="292" y="150"/>
                  <a:pt x="292" y="150"/>
                  <a:pt x="292" y="150"/>
                </a:cubicBezTo>
                <a:cubicBezTo>
                  <a:pt x="283" y="141"/>
                  <a:pt x="283" y="141"/>
                  <a:pt x="274" y="150"/>
                </a:cubicBezTo>
                <a:cubicBezTo>
                  <a:pt x="194" y="266"/>
                  <a:pt x="194" y="266"/>
                  <a:pt x="194" y="266"/>
                </a:cubicBezTo>
                <a:cubicBezTo>
                  <a:pt x="194" y="275"/>
                  <a:pt x="186" y="275"/>
                  <a:pt x="177" y="266"/>
                </a:cubicBezTo>
                <a:cubicBezTo>
                  <a:pt x="141" y="239"/>
                  <a:pt x="141" y="239"/>
                  <a:pt x="141" y="239"/>
                </a:cubicBezTo>
                <a:cubicBezTo>
                  <a:pt x="132" y="230"/>
                  <a:pt x="123" y="230"/>
                  <a:pt x="123" y="239"/>
                </a:cubicBezTo>
                <a:cubicBezTo>
                  <a:pt x="8" y="381"/>
                  <a:pt x="8" y="381"/>
                  <a:pt x="8" y="381"/>
                </a:cubicBezTo>
                <a:cubicBezTo>
                  <a:pt x="0" y="389"/>
                  <a:pt x="0" y="389"/>
                  <a:pt x="8" y="389"/>
                </a:cubicBezTo>
                <a:cubicBezTo>
                  <a:pt x="486" y="389"/>
                  <a:pt x="486" y="389"/>
                  <a:pt x="486" y="389"/>
                </a:cubicBezTo>
                <a:cubicBezTo>
                  <a:pt x="486" y="9"/>
                  <a:pt x="486" y="9"/>
                  <a:pt x="486" y="9"/>
                </a:cubicBezTo>
                <a:cubicBezTo>
                  <a:pt x="486" y="0"/>
                  <a:pt x="486" y="0"/>
                  <a:pt x="478" y="9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8" name="Freeform 170"/>
          <p:cNvSpPr/>
          <p:nvPr/>
        </p:nvSpPr>
        <p:spPr>
          <a:xfrm>
            <a:off x="957240" y="1940040"/>
            <a:ext cx="176400" cy="207720"/>
          </a:xfrm>
          <a:custGeom>
            <a:avLst/>
            <a:gdLst/>
            <a:ahLst/>
            <a:rect l="l" t="t" r="r" b="b"/>
            <a:pathLst>
              <a:path w="391" h="463">
                <a:moveTo>
                  <a:pt x="283" y="178"/>
                </a:moveTo>
                <a:lnTo>
                  <a:pt x="283" y="178"/>
                </a:lnTo>
                <a:cubicBezTo>
                  <a:pt x="283" y="169"/>
                  <a:pt x="373" y="89"/>
                  <a:pt x="319" y="18"/>
                </a:cubicBezTo>
                <a:cubicBezTo>
                  <a:pt x="310" y="0"/>
                  <a:pt x="266" y="98"/>
                  <a:pt x="204" y="134"/>
                </a:cubicBezTo>
                <a:cubicBezTo>
                  <a:pt x="169" y="160"/>
                  <a:pt x="98" y="204"/>
                  <a:pt x="98" y="231"/>
                </a:cubicBezTo>
                <a:cubicBezTo>
                  <a:pt x="98" y="400"/>
                  <a:pt x="98" y="400"/>
                  <a:pt x="98" y="400"/>
                </a:cubicBezTo>
                <a:cubicBezTo>
                  <a:pt x="98" y="435"/>
                  <a:pt x="213" y="462"/>
                  <a:pt x="310" y="462"/>
                </a:cubicBezTo>
                <a:cubicBezTo>
                  <a:pt x="345" y="462"/>
                  <a:pt x="390" y="249"/>
                  <a:pt x="390" y="222"/>
                </a:cubicBezTo>
                <a:cubicBezTo>
                  <a:pt x="390" y="187"/>
                  <a:pt x="292" y="187"/>
                  <a:pt x="283" y="178"/>
                </a:cubicBezTo>
                <a:close/>
                <a:moveTo>
                  <a:pt x="71" y="178"/>
                </a:moveTo>
                <a:lnTo>
                  <a:pt x="71" y="178"/>
                </a:lnTo>
                <a:cubicBezTo>
                  <a:pt x="54" y="178"/>
                  <a:pt x="0" y="187"/>
                  <a:pt x="0" y="257"/>
                </a:cubicBezTo>
                <a:cubicBezTo>
                  <a:pt x="0" y="372"/>
                  <a:pt x="0" y="372"/>
                  <a:pt x="0" y="372"/>
                </a:cubicBezTo>
                <a:cubicBezTo>
                  <a:pt x="0" y="444"/>
                  <a:pt x="54" y="453"/>
                  <a:pt x="71" y="453"/>
                </a:cubicBezTo>
                <a:cubicBezTo>
                  <a:pt x="89" y="453"/>
                  <a:pt x="44" y="435"/>
                  <a:pt x="44" y="400"/>
                </a:cubicBezTo>
                <a:cubicBezTo>
                  <a:pt x="44" y="240"/>
                  <a:pt x="44" y="240"/>
                  <a:pt x="44" y="240"/>
                </a:cubicBezTo>
                <a:cubicBezTo>
                  <a:pt x="44" y="196"/>
                  <a:pt x="89" y="178"/>
                  <a:pt x="71" y="17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9" name="Freeform 171"/>
          <p:cNvSpPr/>
          <p:nvPr/>
        </p:nvSpPr>
        <p:spPr>
          <a:xfrm>
            <a:off x="1403280" y="1947960"/>
            <a:ext cx="174600" cy="207720"/>
          </a:xfrm>
          <a:custGeom>
            <a:avLst/>
            <a:gdLst/>
            <a:ahLst/>
            <a:rect l="l" t="t" r="r" b="b"/>
            <a:pathLst>
              <a:path w="392" h="462">
                <a:moveTo>
                  <a:pt x="107" y="293"/>
                </a:moveTo>
                <a:lnTo>
                  <a:pt x="107" y="293"/>
                </a:lnTo>
                <a:cubicBezTo>
                  <a:pt x="107" y="301"/>
                  <a:pt x="19" y="382"/>
                  <a:pt x="72" y="444"/>
                </a:cubicBezTo>
                <a:cubicBezTo>
                  <a:pt x="80" y="461"/>
                  <a:pt x="125" y="373"/>
                  <a:pt x="186" y="329"/>
                </a:cubicBezTo>
                <a:cubicBezTo>
                  <a:pt x="213" y="310"/>
                  <a:pt x="293" y="257"/>
                  <a:pt x="293" y="239"/>
                </a:cubicBezTo>
                <a:cubicBezTo>
                  <a:pt x="293" y="63"/>
                  <a:pt x="293" y="63"/>
                  <a:pt x="293" y="63"/>
                </a:cubicBezTo>
                <a:cubicBezTo>
                  <a:pt x="293" y="35"/>
                  <a:pt x="169" y="0"/>
                  <a:pt x="80" y="0"/>
                </a:cubicBezTo>
                <a:cubicBezTo>
                  <a:pt x="44" y="0"/>
                  <a:pt x="0" y="213"/>
                  <a:pt x="0" y="248"/>
                </a:cubicBezTo>
                <a:cubicBezTo>
                  <a:pt x="0" y="284"/>
                  <a:pt x="98" y="284"/>
                  <a:pt x="107" y="293"/>
                </a:cubicBezTo>
                <a:close/>
                <a:moveTo>
                  <a:pt x="319" y="284"/>
                </a:moveTo>
                <a:lnTo>
                  <a:pt x="319" y="284"/>
                </a:lnTo>
                <a:cubicBezTo>
                  <a:pt x="338" y="284"/>
                  <a:pt x="391" y="275"/>
                  <a:pt x="391" y="213"/>
                </a:cubicBezTo>
                <a:cubicBezTo>
                  <a:pt x="391" y="89"/>
                  <a:pt x="391" y="89"/>
                  <a:pt x="391" y="89"/>
                </a:cubicBezTo>
                <a:cubicBezTo>
                  <a:pt x="391" y="18"/>
                  <a:pt x="338" y="18"/>
                  <a:pt x="319" y="18"/>
                </a:cubicBezTo>
                <a:cubicBezTo>
                  <a:pt x="302" y="18"/>
                  <a:pt x="346" y="27"/>
                  <a:pt x="346" y="71"/>
                </a:cubicBezTo>
                <a:cubicBezTo>
                  <a:pt x="346" y="231"/>
                  <a:pt x="346" y="231"/>
                  <a:pt x="346" y="231"/>
                </a:cubicBezTo>
                <a:cubicBezTo>
                  <a:pt x="346" y="275"/>
                  <a:pt x="302" y="284"/>
                  <a:pt x="319" y="28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Freeform 1"/>
          <p:cNvSpPr/>
          <p:nvPr/>
        </p:nvSpPr>
        <p:spPr>
          <a:xfrm>
            <a:off x="5033880" y="1528920"/>
            <a:ext cx="165240" cy="161640"/>
          </a:xfrm>
          <a:custGeom>
            <a:avLst/>
            <a:gdLst/>
            <a:ahLst/>
            <a:rect l="l" t="t" r="r" b="b"/>
            <a:pathLst>
              <a:path w="373" h="364">
                <a:moveTo>
                  <a:pt x="372" y="177"/>
                </a:moveTo>
                <a:lnTo>
                  <a:pt x="283" y="177"/>
                </a:lnTo>
                <a:lnTo>
                  <a:pt x="283" y="0"/>
                </a:lnTo>
                <a:lnTo>
                  <a:pt x="89" y="0"/>
                </a:lnTo>
                <a:lnTo>
                  <a:pt x="89" y="177"/>
                </a:lnTo>
                <a:lnTo>
                  <a:pt x="0" y="177"/>
                </a:lnTo>
                <a:lnTo>
                  <a:pt x="186" y="363"/>
                </a:lnTo>
                <a:lnTo>
                  <a:pt x="372" y="177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1" name="Freeform 2"/>
          <p:cNvSpPr/>
          <p:nvPr/>
        </p:nvSpPr>
        <p:spPr>
          <a:xfrm>
            <a:off x="5913360" y="1525680"/>
            <a:ext cx="157320" cy="168120"/>
          </a:xfrm>
          <a:custGeom>
            <a:avLst/>
            <a:gdLst/>
            <a:ahLst/>
            <a:rect l="l" t="t" r="r" b="b"/>
            <a:pathLst>
              <a:path w="355" h="382">
                <a:moveTo>
                  <a:pt x="168" y="0"/>
                </a:moveTo>
                <a:lnTo>
                  <a:pt x="168" y="97"/>
                </a:lnTo>
                <a:lnTo>
                  <a:pt x="0" y="97"/>
                </a:lnTo>
                <a:lnTo>
                  <a:pt x="0" y="283"/>
                </a:lnTo>
                <a:lnTo>
                  <a:pt x="168" y="283"/>
                </a:lnTo>
                <a:lnTo>
                  <a:pt x="168" y="381"/>
                </a:lnTo>
                <a:lnTo>
                  <a:pt x="354" y="186"/>
                </a:lnTo>
                <a:lnTo>
                  <a:pt x="168" y="0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2" name="Freeform 3"/>
          <p:cNvSpPr/>
          <p:nvPr/>
        </p:nvSpPr>
        <p:spPr>
          <a:xfrm>
            <a:off x="4600440" y="1525680"/>
            <a:ext cx="157320" cy="168120"/>
          </a:xfrm>
          <a:custGeom>
            <a:avLst/>
            <a:gdLst/>
            <a:ahLst/>
            <a:rect l="l" t="t" r="r" b="b"/>
            <a:pathLst>
              <a:path w="355" h="382">
                <a:moveTo>
                  <a:pt x="187" y="0"/>
                </a:moveTo>
                <a:lnTo>
                  <a:pt x="187" y="97"/>
                </a:lnTo>
                <a:lnTo>
                  <a:pt x="354" y="97"/>
                </a:lnTo>
                <a:lnTo>
                  <a:pt x="354" y="283"/>
                </a:lnTo>
                <a:lnTo>
                  <a:pt x="187" y="283"/>
                </a:lnTo>
                <a:lnTo>
                  <a:pt x="187" y="381"/>
                </a:lnTo>
                <a:lnTo>
                  <a:pt x="0" y="186"/>
                </a:lnTo>
                <a:lnTo>
                  <a:pt x="187" y="0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3" name="Freeform 4"/>
          <p:cNvSpPr/>
          <p:nvPr/>
        </p:nvSpPr>
        <p:spPr>
          <a:xfrm>
            <a:off x="5472000" y="1528920"/>
            <a:ext cx="165240" cy="161640"/>
          </a:xfrm>
          <a:custGeom>
            <a:avLst/>
            <a:gdLst/>
            <a:ahLst/>
            <a:rect l="l" t="t" r="r" b="b"/>
            <a:pathLst>
              <a:path w="374" h="364">
                <a:moveTo>
                  <a:pt x="373" y="186"/>
                </a:moveTo>
                <a:lnTo>
                  <a:pt x="283" y="186"/>
                </a:lnTo>
                <a:lnTo>
                  <a:pt x="283" y="363"/>
                </a:lnTo>
                <a:lnTo>
                  <a:pt x="89" y="363"/>
                </a:lnTo>
                <a:lnTo>
                  <a:pt x="89" y="186"/>
                </a:lnTo>
                <a:lnTo>
                  <a:pt x="0" y="186"/>
                </a:lnTo>
                <a:lnTo>
                  <a:pt x="186" y="0"/>
                </a:lnTo>
                <a:lnTo>
                  <a:pt x="373" y="186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4" name="Freeform 5"/>
          <p:cNvSpPr/>
          <p:nvPr/>
        </p:nvSpPr>
        <p:spPr>
          <a:xfrm>
            <a:off x="6796080" y="1528920"/>
            <a:ext cx="146160" cy="161640"/>
          </a:xfrm>
          <a:custGeom>
            <a:avLst/>
            <a:gdLst/>
            <a:ahLst/>
            <a:rect l="l" t="t" r="r" b="b"/>
            <a:pathLst>
              <a:path w="329" h="364">
                <a:moveTo>
                  <a:pt x="328" y="177"/>
                </a:moveTo>
                <a:lnTo>
                  <a:pt x="230" y="177"/>
                </a:lnTo>
                <a:lnTo>
                  <a:pt x="230" y="0"/>
                </a:lnTo>
                <a:lnTo>
                  <a:pt x="89" y="0"/>
                </a:lnTo>
                <a:lnTo>
                  <a:pt x="89" y="177"/>
                </a:lnTo>
                <a:lnTo>
                  <a:pt x="0" y="177"/>
                </a:lnTo>
                <a:lnTo>
                  <a:pt x="160" y="363"/>
                </a:lnTo>
                <a:lnTo>
                  <a:pt x="328" y="177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5" name="Freeform 6"/>
          <p:cNvSpPr/>
          <p:nvPr/>
        </p:nvSpPr>
        <p:spPr>
          <a:xfrm>
            <a:off x="6350040" y="1536840"/>
            <a:ext cx="158760" cy="145800"/>
          </a:xfrm>
          <a:custGeom>
            <a:avLst/>
            <a:gdLst/>
            <a:ahLst/>
            <a:rect l="l" t="t" r="r" b="b"/>
            <a:pathLst>
              <a:path w="355" h="329">
                <a:moveTo>
                  <a:pt x="186" y="328"/>
                </a:moveTo>
                <a:lnTo>
                  <a:pt x="186" y="231"/>
                </a:lnTo>
                <a:lnTo>
                  <a:pt x="354" y="231"/>
                </a:lnTo>
                <a:lnTo>
                  <a:pt x="354" y="97"/>
                </a:lnTo>
                <a:lnTo>
                  <a:pt x="186" y="97"/>
                </a:lnTo>
                <a:lnTo>
                  <a:pt x="186" y="0"/>
                </a:lnTo>
                <a:lnTo>
                  <a:pt x="0" y="160"/>
                </a:lnTo>
                <a:lnTo>
                  <a:pt x="186" y="328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6" name="Freeform 8"/>
          <p:cNvSpPr/>
          <p:nvPr/>
        </p:nvSpPr>
        <p:spPr>
          <a:xfrm>
            <a:off x="1095480" y="1973160"/>
            <a:ext cx="162000" cy="144720"/>
          </a:xfrm>
          <a:custGeom>
            <a:avLst/>
            <a:gdLst/>
            <a:ahLst/>
            <a:rect l="l" t="t" r="r" b="b"/>
            <a:pathLst>
              <a:path w="365" h="328">
                <a:moveTo>
                  <a:pt x="177" y="0"/>
                </a:moveTo>
                <a:lnTo>
                  <a:pt x="177" y="98"/>
                </a:lnTo>
                <a:lnTo>
                  <a:pt x="0" y="98"/>
                </a:lnTo>
                <a:lnTo>
                  <a:pt x="0" y="230"/>
                </a:lnTo>
                <a:lnTo>
                  <a:pt x="177" y="230"/>
                </a:lnTo>
                <a:lnTo>
                  <a:pt x="177" y="327"/>
                </a:lnTo>
                <a:lnTo>
                  <a:pt x="364" y="159"/>
                </a:lnTo>
                <a:lnTo>
                  <a:pt x="177" y="0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7" name="Freeform 9"/>
          <p:cNvSpPr/>
          <p:nvPr/>
        </p:nvSpPr>
        <p:spPr>
          <a:xfrm>
            <a:off x="666720" y="1967040"/>
            <a:ext cx="146160" cy="160200"/>
          </a:xfrm>
          <a:custGeom>
            <a:avLst/>
            <a:gdLst/>
            <a:ahLst/>
            <a:rect l="l" t="t" r="r" b="b"/>
            <a:pathLst>
              <a:path w="329" h="364">
                <a:moveTo>
                  <a:pt x="328" y="186"/>
                </a:moveTo>
                <a:lnTo>
                  <a:pt x="240" y="186"/>
                </a:lnTo>
                <a:lnTo>
                  <a:pt x="240" y="363"/>
                </a:lnTo>
                <a:lnTo>
                  <a:pt x="98" y="363"/>
                </a:lnTo>
                <a:lnTo>
                  <a:pt x="98" y="186"/>
                </a:lnTo>
                <a:lnTo>
                  <a:pt x="0" y="186"/>
                </a:lnTo>
                <a:lnTo>
                  <a:pt x="169" y="0"/>
                </a:lnTo>
                <a:lnTo>
                  <a:pt x="328" y="186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8" name="Freeform 10"/>
          <p:cNvSpPr/>
          <p:nvPr/>
        </p:nvSpPr>
        <p:spPr>
          <a:xfrm>
            <a:off x="1514520" y="1946160"/>
            <a:ext cx="203040" cy="200160"/>
          </a:xfrm>
          <a:custGeom>
            <a:avLst/>
            <a:gdLst/>
            <a:ahLst/>
            <a:rect l="l" t="t" r="r" b="b"/>
            <a:pathLst>
              <a:path w="462" h="452">
                <a:moveTo>
                  <a:pt x="461" y="221"/>
                </a:moveTo>
                <a:lnTo>
                  <a:pt x="461" y="221"/>
                </a:lnTo>
                <a:cubicBezTo>
                  <a:pt x="461" y="97"/>
                  <a:pt x="354" y="0"/>
                  <a:pt x="230" y="0"/>
                </a:cubicBezTo>
                <a:cubicBezTo>
                  <a:pt x="107" y="0"/>
                  <a:pt x="0" y="97"/>
                  <a:pt x="0" y="221"/>
                </a:cubicBezTo>
                <a:cubicBezTo>
                  <a:pt x="0" y="354"/>
                  <a:pt x="107" y="451"/>
                  <a:pt x="230" y="451"/>
                </a:cubicBezTo>
                <a:cubicBezTo>
                  <a:pt x="354" y="451"/>
                  <a:pt x="461" y="354"/>
                  <a:pt x="461" y="221"/>
                </a:cubicBezTo>
                <a:close/>
                <a:moveTo>
                  <a:pt x="54" y="221"/>
                </a:moveTo>
                <a:lnTo>
                  <a:pt x="54" y="221"/>
                </a:lnTo>
                <a:cubicBezTo>
                  <a:pt x="54" y="123"/>
                  <a:pt x="133" y="44"/>
                  <a:pt x="230" y="44"/>
                </a:cubicBezTo>
                <a:cubicBezTo>
                  <a:pt x="328" y="44"/>
                  <a:pt x="408" y="123"/>
                  <a:pt x="408" y="221"/>
                </a:cubicBezTo>
                <a:cubicBezTo>
                  <a:pt x="408" y="327"/>
                  <a:pt x="328" y="407"/>
                  <a:pt x="230" y="407"/>
                </a:cubicBezTo>
                <a:cubicBezTo>
                  <a:pt x="133" y="407"/>
                  <a:pt x="54" y="327"/>
                  <a:pt x="54" y="221"/>
                </a:cubicBezTo>
                <a:close/>
                <a:moveTo>
                  <a:pt x="328" y="266"/>
                </a:moveTo>
                <a:lnTo>
                  <a:pt x="328" y="266"/>
                </a:lnTo>
                <a:cubicBezTo>
                  <a:pt x="328" y="176"/>
                  <a:pt x="328" y="176"/>
                  <a:pt x="328" y="176"/>
                </a:cubicBezTo>
                <a:cubicBezTo>
                  <a:pt x="221" y="176"/>
                  <a:pt x="221" y="176"/>
                  <a:pt x="221" y="176"/>
                </a:cubicBezTo>
                <a:cubicBezTo>
                  <a:pt x="221" y="123"/>
                  <a:pt x="221" y="123"/>
                  <a:pt x="221" y="123"/>
                </a:cubicBezTo>
                <a:cubicBezTo>
                  <a:pt x="133" y="221"/>
                  <a:pt x="133" y="221"/>
                  <a:pt x="133" y="221"/>
                </a:cubicBezTo>
                <a:cubicBezTo>
                  <a:pt x="221" y="327"/>
                  <a:pt x="221" y="327"/>
                  <a:pt x="221" y="327"/>
                </a:cubicBezTo>
                <a:cubicBezTo>
                  <a:pt x="221" y="266"/>
                  <a:pt x="221" y="266"/>
                  <a:pt x="221" y="266"/>
                </a:cubicBezTo>
                <a:lnTo>
                  <a:pt x="328" y="26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9" name="Freeform 11"/>
          <p:cNvSpPr/>
          <p:nvPr/>
        </p:nvSpPr>
        <p:spPr>
          <a:xfrm>
            <a:off x="1951200" y="1946160"/>
            <a:ext cx="204480" cy="200160"/>
          </a:xfrm>
          <a:custGeom>
            <a:avLst/>
            <a:gdLst/>
            <a:ahLst/>
            <a:rect l="l" t="t" r="r" b="b"/>
            <a:pathLst>
              <a:path w="461" h="452">
                <a:moveTo>
                  <a:pt x="230" y="0"/>
                </a:moveTo>
                <a:lnTo>
                  <a:pt x="230" y="0"/>
                </a:lnTo>
                <a:cubicBezTo>
                  <a:pt x="106" y="0"/>
                  <a:pt x="0" y="97"/>
                  <a:pt x="0" y="221"/>
                </a:cubicBezTo>
                <a:cubicBezTo>
                  <a:pt x="0" y="354"/>
                  <a:pt x="106" y="451"/>
                  <a:pt x="230" y="451"/>
                </a:cubicBezTo>
                <a:cubicBezTo>
                  <a:pt x="354" y="451"/>
                  <a:pt x="460" y="354"/>
                  <a:pt x="460" y="221"/>
                </a:cubicBezTo>
                <a:cubicBezTo>
                  <a:pt x="460" y="97"/>
                  <a:pt x="354" y="0"/>
                  <a:pt x="230" y="0"/>
                </a:cubicBezTo>
                <a:close/>
                <a:moveTo>
                  <a:pt x="230" y="407"/>
                </a:moveTo>
                <a:lnTo>
                  <a:pt x="230" y="407"/>
                </a:lnTo>
                <a:cubicBezTo>
                  <a:pt x="132" y="407"/>
                  <a:pt x="53" y="327"/>
                  <a:pt x="53" y="221"/>
                </a:cubicBezTo>
                <a:cubicBezTo>
                  <a:pt x="53" y="123"/>
                  <a:pt x="132" y="44"/>
                  <a:pt x="230" y="44"/>
                </a:cubicBezTo>
                <a:cubicBezTo>
                  <a:pt x="328" y="44"/>
                  <a:pt x="407" y="123"/>
                  <a:pt x="407" y="221"/>
                </a:cubicBezTo>
                <a:cubicBezTo>
                  <a:pt x="407" y="327"/>
                  <a:pt x="328" y="407"/>
                  <a:pt x="230" y="407"/>
                </a:cubicBezTo>
                <a:close/>
                <a:moveTo>
                  <a:pt x="275" y="132"/>
                </a:moveTo>
                <a:lnTo>
                  <a:pt x="275" y="132"/>
                </a:lnTo>
                <a:cubicBezTo>
                  <a:pt x="185" y="132"/>
                  <a:pt x="185" y="132"/>
                  <a:pt x="185" y="132"/>
                </a:cubicBezTo>
                <a:cubicBezTo>
                  <a:pt x="185" y="230"/>
                  <a:pt x="185" y="230"/>
                  <a:pt x="185" y="230"/>
                </a:cubicBezTo>
                <a:cubicBezTo>
                  <a:pt x="132" y="230"/>
                  <a:pt x="132" y="230"/>
                  <a:pt x="132" y="230"/>
                </a:cubicBezTo>
                <a:cubicBezTo>
                  <a:pt x="230" y="327"/>
                  <a:pt x="230" y="327"/>
                  <a:pt x="230" y="327"/>
                </a:cubicBezTo>
                <a:cubicBezTo>
                  <a:pt x="328" y="230"/>
                  <a:pt x="328" y="230"/>
                  <a:pt x="328" y="230"/>
                </a:cubicBezTo>
                <a:cubicBezTo>
                  <a:pt x="275" y="230"/>
                  <a:pt x="275" y="230"/>
                  <a:pt x="275" y="230"/>
                </a:cubicBezTo>
                <a:lnTo>
                  <a:pt x="275" y="13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0" name="Freeform 12"/>
          <p:cNvSpPr/>
          <p:nvPr/>
        </p:nvSpPr>
        <p:spPr>
          <a:xfrm>
            <a:off x="2389320" y="1946160"/>
            <a:ext cx="203040" cy="200160"/>
          </a:xfrm>
          <a:custGeom>
            <a:avLst/>
            <a:gdLst/>
            <a:ahLst/>
            <a:rect l="l" t="t" r="r" b="b"/>
            <a:pathLst>
              <a:path w="461" h="452">
                <a:moveTo>
                  <a:pt x="231" y="451"/>
                </a:moveTo>
                <a:lnTo>
                  <a:pt x="231" y="451"/>
                </a:lnTo>
                <a:cubicBezTo>
                  <a:pt x="354" y="451"/>
                  <a:pt x="460" y="354"/>
                  <a:pt x="460" y="221"/>
                </a:cubicBezTo>
                <a:cubicBezTo>
                  <a:pt x="460" y="97"/>
                  <a:pt x="354" y="0"/>
                  <a:pt x="231" y="0"/>
                </a:cubicBezTo>
                <a:cubicBezTo>
                  <a:pt x="106" y="0"/>
                  <a:pt x="0" y="97"/>
                  <a:pt x="0" y="221"/>
                </a:cubicBezTo>
                <a:cubicBezTo>
                  <a:pt x="0" y="354"/>
                  <a:pt x="106" y="451"/>
                  <a:pt x="231" y="451"/>
                </a:cubicBezTo>
                <a:close/>
                <a:moveTo>
                  <a:pt x="231" y="44"/>
                </a:moveTo>
                <a:lnTo>
                  <a:pt x="231" y="44"/>
                </a:lnTo>
                <a:cubicBezTo>
                  <a:pt x="328" y="44"/>
                  <a:pt x="407" y="123"/>
                  <a:pt x="407" y="221"/>
                </a:cubicBezTo>
                <a:cubicBezTo>
                  <a:pt x="407" y="327"/>
                  <a:pt x="328" y="407"/>
                  <a:pt x="231" y="407"/>
                </a:cubicBezTo>
                <a:cubicBezTo>
                  <a:pt x="133" y="407"/>
                  <a:pt x="53" y="327"/>
                  <a:pt x="53" y="221"/>
                </a:cubicBezTo>
                <a:cubicBezTo>
                  <a:pt x="53" y="123"/>
                  <a:pt x="133" y="44"/>
                  <a:pt x="231" y="44"/>
                </a:cubicBezTo>
                <a:close/>
                <a:moveTo>
                  <a:pt x="186" y="319"/>
                </a:moveTo>
                <a:lnTo>
                  <a:pt x="186" y="319"/>
                </a:lnTo>
                <a:cubicBezTo>
                  <a:pt x="275" y="319"/>
                  <a:pt x="275" y="319"/>
                  <a:pt x="275" y="319"/>
                </a:cubicBezTo>
                <a:cubicBezTo>
                  <a:pt x="275" y="221"/>
                  <a:pt x="275" y="221"/>
                  <a:pt x="275" y="221"/>
                </a:cubicBezTo>
                <a:cubicBezTo>
                  <a:pt x="328" y="221"/>
                  <a:pt x="328" y="221"/>
                  <a:pt x="328" y="221"/>
                </a:cubicBezTo>
                <a:cubicBezTo>
                  <a:pt x="231" y="123"/>
                  <a:pt x="231" y="123"/>
                  <a:pt x="231" y="123"/>
                </a:cubicBezTo>
                <a:cubicBezTo>
                  <a:pt x="133" y="221"/>
                  <a:pt x="133" y="221"/>
                  <a:pt x="133" y="221"/>
                </a:cubicBezTo>
                <a:cubicBezTo>
                  <a:pt x="186" y="221"/>
                  <a:pt x="186" y="221"/>
                  <a:pt x="186" y="221"/>
                </a:cubicBezTo>
                <a:lnTo>
                  <a:pt x="186" y="31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1" name="Freeform 13"/>
          <p:cNvSpPr/>
          <p:nvPr/>
        </p:nvSpPr>
        <p:spPr>
          <a:xfrm>
            <a:off x="2825640" y="1946160"/>
            <a:ext cx="204840" cy="200160"/>
          </a:xfrm>
          <a:custGeom>
            <a:avLst/>
            <a:gdLst/>
            <a:ahLst/>
            <a:rect l="l" t="t" r="r" b="b"/>
            <a:pathLst>
              <a:path w="462" h="452">
                <a:moveTo>
                  <a:pt x="0" y="221"/>
                </a:moveTo>
                <a:lnTo>
                  <a:pt x="0" y="221"/>
                </a:lnTo>
                <a:cubicBezTo>
                  <a:pt x="0" y="354"/>
                  <a:pt x="106" y="451"/>
                  <a:pt x="231" y="451"/>
                </a:cubicBezTo>
                <a:cubicBezTo>
                  <a:pt x="355" y="451"/>
                  <a:pt x="461" y="354"/>
                  <a:pt x="461" y="221"/>
                </a:cubicBezTo>
                <a:cubicBezTo>
                  <a:pt x="461" y="97"/>
                  <a:pt x="355" y="0"/>
                  <a:pt x="231" y="0"/>
                </a:cubicBezTo>
                <a:cubicBezTo>
                  <a:pt x="106" y="0"/>
                  <a:pt x="0" y="97"/>
                  <a:pt x="0" y="221"/>
                </a:cubicBezTo>
                <a:close/>
                <a:moveTo>
                  <a:pt x="408" y="221"/>
                </a:moveTo>
                <a:lnTo>
                  <a:pt x="408" y="221"/>
                </a:lnTo>
                <a:cubicBezTo>
                  <a:pt x="408" y="327"/>
                  <a:pt x="328" y="407"/>
                  <a:pt x="231" y="407"/>
                </a:cubicBezTo>
                <a:cubicBezTo>
                  <a:pt x="133" y="407"/>
                  <a:pt x="53" y="327"/>
                  <a:pt x="53" y="221"/>
                </a:cubicBezTo>
                <a:cubicBezTo>
                  <a:pt x="53" y="123"/>
                  <a:pt x="133" y="44"/>
                  <a:pt x="231" y="44"/>
                </a:cubicBezTo>
                <a:cubicBezTo>
                  <a:pt x="328" y="44"/>
                  <a:pt x="408" y="123"/>
                  <a:pt x="408" y="221"/>
                </a:cubicBezTo>
                <a:close/>
                <a:moveTo>
                  <a:pt x="133" y="176"/>
                </a:moveTo>
                <a:lnTo>
                  <a:pt x="133" y="176"/>
                </a:lnTo>
                <a:cubicBezTo>
                  <a:pt x="133" y="266"/>
                  <a:pt x="133" y="266"/>
                  <a:pt x="133" y="266"/>
                </a:cubicBezTo>
                <a:cubicBezTo>
                  <a:pt x="240" y="266"/>
                  <a:pt x="240" y="266"/>
                  <a:pt x="240" y="266"/>
                </a:cubicBezTo>
                <a:cubicBezTo>
                  <a:pt x="240" y="327"/>
                  <a:pt x="240" y="327"/>
                  <a:pt x="240" y="327"/>
                </a:cubicBezTo>
                <a:cubicBezTo>
                  <a:pt x="328" y="221"/>
                  <a:pt x="328" y="221"/>
                  <a:pt x="328" y="221"/>
                </a:cubicBezTo>
                <a:cubicBezTo>
                  <a:pt x="240" y="123"/>
                  <a:pt x="240" y="123"/>
                  <a:pt x="240" y="123"/>
                </a:cubicBezTo>
                <a:cubicBezTo>
                  <a:pt x="240" y="176"/>
                  <a:pt x="240" y="176"/>
                  <a:pt x="240" y="176"/>
                </a:cubicBezTo>
                <a:lnTo>
                  <a:pt x="133" y="17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2" name="Freeform 14"/>
          <p:cNvSpPr/>
          <p:nvPr/>
        </p:nvSpPr>
        <p:spPr>
          <a:xfrm>
            <a:off x="6327720" y="2457360"/>
            <a:ext cx="203400" cy="50760"/>
          </a:xfrm>
          <a:custGeom>
            <a:avLst/>
            <a:gdLst/>
            <a:ahLst/>
            <a:rect l="l" t="t" r="r" b="b"/>
            <a:pathLst>
              <a:path w="461" h="116">
                <a:moveTo>
                  <a:pt x="53" y="0"/>
                </a:moveTo>
                <a:lnTo>
                  <a:pt x="53" y="0"/>
                </a:lnTo>
                <a:cubicBezTo>
                  <a:pt x="26" y="0"/>
                  <a:pt x="0" y="26"/>
                  <a:pt x="0" y="53"/>
                </a:cubicBezTo>
                <a:cubicBezTo>
                  <a:pt x="0" y="88"/>
                  <a:pt x="26" y="115"/>
                  <a:pt x="53" y="115"/>
                </a:cubicBezTo>
                <a:cubicBezTo>
                  <a:pt x="88" y="115"/>
                  <a:pt x="115" y="88"/>
                  <a:pt x="115" y="53"/>
                </a:cubicBezTo>
                <a:cubicBezTo>
                  <a:pt x="115" y="26"/>
                  <a:pt x="88" y="0"/>
                  <a:pt x="53" y="0"/>
                </a:cubicBezTo>
                <a:close/>
                <a:moveTo>
                  <a:pt x="230" y="0"/>
                </a:moveTo>
                <a:lnTo>
                  <a:pt x="230" y="0"/>
                </a:lnTo>
                <a:cubicBezTo>
                  <a:pt x="203" y="0"/>
                  <a:pt x="177" y="26"/>
                  <a:pt x="177" y="53"/>
                </a:cubicBezTo>
                <a:cubicBezTo>
                  <a:pt x="177" y="88"/>
                  <a:pt x="203" y="115"/>
                  <a:pt x="230" y="115"/>
                </a:cubicBezTo>
                <a:cubicBezTo>
                  <a:pt x="256" y="115"/>
                  <a:pt x="284" y="88"/>
                  <a:pt x="284" y="53"/>
                </a:cubicBezTo>
                <a:cubicBezTo>
                  <a:pt x="284" y="26"/>
                  <a:pt x="256" y="0"/>
                  <a:pt x="230" y="0"/>
                </a:cubicBezTo>
                <a:close/>
                <a:moveTo>
                  <a:pt x="407" y="0"/>
                </a:moveTo>
                <a:lnTo>
                  <a:pt x="407" y="0"/>
                </a:lnTo>
                <a:cubicBezTo>
                  <a:pt x="372" y="0"/>
                  <a:pt x="345" y="26"/>
                  <a:pt x="345" y="53"/>
                </a:cubicBezTo>
                <a:cubicBezTo>
                  <a:pt x="345" y="88"/>
                  <a:pt x="372" y="115"/>
                  <a:pt x="407" y="115"/>
                </a:cubicBezTo>
                <a:cubicBezTo>
                  <a:pt x="434" y="115"/>
                  <a:pt x="460" y="88"/>
                  <a:pt x="460" y="53"/>
                </a:cubicBezTo>
                <a:cubicBezTo>
                  <a:pt x="460" y="26"/>
                  <a:pt x="434" y="0"/>
                  <a:pt x="407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3" name="Freeform 15"/>
          <p:cNvSpPr/>
          <p:nvPr/>
        </p:nvSpPr>
        <p:spPr>
          <a:xfrm>
            <a:off x="6350040" y="2809800"/>
            <a:ext cx="166680" cy="219240"/>
          </a:xfrm>
          <a:custGeom>
            <a:avLst/>
            <a:gdLst/>
            <a:ahLst/>
            <a:rect l="l" t="t" r="r" b="b"/>
            <a:pathLst>
              <a:path w="373" h="497">
                <a:moveTo>
                  <a:pt x="266" y="310"/>
                </a:moveTo>
                <a:lnTo>
                  <a:pt x="266" y="310"/>
                </a:lnTo>
                <a:cubicBezTo>
                  <a:pt x="301" y="301"/>
                  <a:pt x="328" y="292"/>
                  <a:pt x="345" y="257"/>
                </a:cubicBezTo>
                <a:cubicBezTo>
                  <a:pt x="372" y="213"/>
                  <a:pt x="354" y="160"/>
                  <a:pt x="301" y="133"/>
                </a:cubicBezTo>
                <a:cubicBezTo>
                  <a:pt x="275" y="115"/>
                  <a:pt x="275" y="115"/>
                  <a:pt x="275" y="115"/>
                </a:cubicBezTo>
                <a:cubicBezTo>
                  <a:pt x="328" y="17"/>
                  <a:pt x="328" y="17"/>
                  <a:pt x="328" y="17"/>
                </a:cubicBezTo>
                <a:cubicBezTo>
                  <a:pt x="301" y="0"/>
                  <a:pt x="301" y="0"/>
                  <a:pt x="301" y="0"/>
                </a:cubicBezTo>
                <a:cubicBezTo>
                  <a:pt x="195" y="177"/>
                  <a:pt x="195" y="177"/>
                  <a:pt x="195" y="177"/>
                </a:cubicBezTo>
                <a:cubicBezTo>
                  <a:pt x="186" y="160"/>
                  <a:pt x="168" y="142"/>
                  <a:pt x="150" y="133"/>
                </a:cubicBezTo>
                <a:cubicBezTo>
                  <a:pt x="88" y="98"/>
                  <a:pt x="88" y="98"/>
                  <a:pt x="88" y="98"/>
                </a:cubicBezTo>
                <a:cubicBezTo>
                  <a:pt x="0" y="257"/>
                  <a:pt x="0" y="257"/>
                  <a:pt x="0" y="257"/>
                </a:cubicBezTo>
                <a:cubicBezTo>
                  <a:pt x="53" y="292"/>
                  <a:pt x="53" y="292"/>
                  <a:pt x="53" y="292"/>
                </a:cubicBezTo>
                <a:cubicBezTo>
                  <a:pt x="79" y="301"/>
                  <a:pt x="106" y="310"/>
                  <a:pt x="124" y="310"/>
                </a:cubicBezTo>
                <a:cubicBezTo>
                  <a:pt x="18" y="487"/>
                  <a:pt x="18" y="487"/>
                  <a:pt x="18" y="487"/>
                </a:cubicBezTo>
                <a:cubicBezTo>
                  <a:pt x="53" y="496"/>
                  <a:pt x="53" y="496"/>
                  <a:pt x="53" y="496"/>
                </a:cubicBezTo>
                <a:cubicBezTo>
                  <a:pt x="106" y="408"/>
                  <a:pt x="106" y="408"/>
                  <a:pt x="106" y="408"/>
                </a:cubicBezTo>
                <a:cubicBezTo>
                  <a:pt x="132" y="426"/>
                  <a:pt x="132" y="426"/>
                  <a:pt x="132" y="426"/>
                </a:cubicBezTo>
                <a:cubicBezTo>
                  <a:pt x="186" y="452"/>
                  <a:pt x="239" y="443"/>
                  <a:pt x="266" y="399"/>
                </a:cubicBezTo>
                <a:cubicBezTo>
                  <a:pt x="284" y="364"/>
                  <a:pt x="284" y="336"/>
                  <a:pt x="266" y="310"/>
                </a:cubicBezTo>
                <a:close/>
                <a:moveTo>
                  <a:pt x="292" y="160"/>
                </a:moveTo>
                <a:lnTo>
                  <a:pt x="292" y="160"/>
                </a:lnTo>
                <a:cubicBezTo>
                  <a:pt x="328" y="177"/>
                  <a:pt x="337" y="213"/>
                  <a:pt x="319" y="239"/>
                </a:cubicBezTo>
                <a:cubicBezTo>
                  <a:pt x="292" y="274"/>
                  <a:pt x="257" y="283"/>
                  <a:pt x="231" y="266"/>
                </a:cubicBezTo>
                <a:cubicBezTo>
                  <a:pt x="195" y="248"/>
                  <a:pt x="195" y="248"/>
                  <a:pt x="195" y="248"/>
                </a:cubicBezTo>
                <a:lnTo>
                  <a:pt x="195" y="248"/>
                </a:lnTo>
                <a:cubicBezTo>
                  <a:pt x="257" y="142"/>
                  <a:pt x="257" y="142"/>
                  <a:pt x="257" y="142"/>
                </a:cubicBezTo>
                <a:lnTo>
                  <a:pt x="292" y="160"/>
                </a:lnTo>
                <a:close/>
                <a:moveTo>
                  <a:pt x="71" y="266"/>
                </a:moveTo>
                <a:lnTo>
                  <a:pt x="71" y="266"/>
                </a:lnTo>
                <a:cubicBezTo>
                  <a:pt x="44" y="248"/>
                  <a:pt x="44" y="248"/>
                  <a:pt x="44" y="248"/>
                </a:cubicBezTo>
                <a:cubicBezTo>
                  <a:pt x="106" y="142"/>
                  <a:pt x="106" y="142"/>
                  <a:pt x="106" y="142"/>
                </a:cubicBezTo>
                <a:cubicBezTo>
                  <a:pt x="132" y="160"/>
                  <a:pt x="132" y="160"/>
                  <a:pt x="132" y="160"/>
                </a:cubicBezTo>
                <a:cubicBezTo>
                  <a:pt x="168" y="177"/>
                  <a:pt x="177" y="213"/>
                  <a:pt x="159" y="248"/>
                </a:cubicBezTo>
                <a:cubicBezTo>
                  <a:pt x="142" y="274"/>
                  <a:pt x="106" y="283"/>
                  <a:pt x="71" y="266"/>
                </a:cubicBezTo>
                <a:close/>
                <a:moveTo>
                  <a:pt x="150" y="399"/>
                </a:moveTo>
                <a:lnTo>
                  <a:pt x="150" y="399"/>
                </a:lnTo>
                <a:cubicBezTo>
                  <a:pt x="115" y="381"/>
                  <a:pt x="115" y="381"/>
                  <a:pt x="115" y="381"/>
                </a:cubicBezTo>
                <a:cubicBezTo>
                  <a:pt x="177" y="274"/>
                  <a:pt x="177" y="274"/>
                  <a:pt x="177" y="274"/>
                </a:cubicBezTo>
                <a:lnTo>
                  <a:pt x="177" y="274"/>
                </a:lnTo>
                <a:cubicBezTo>
                  <a:pt x="213" y="292"/>
                  <a:pt x="213" y="292"/>
                  <a:pt x="213" y="292"/>
                </a:cubicBezTo>
                <a:cubicBezTo>
                  <a:pt x="248" y="310"/>
                  <a:pt x="257" y="345"/>
                  <a:pt x="239" y="381"/>
                </a:cubicBezTo>
                <a:cubicBezTo>
                  <a:pt x="222" y="408"/>
                  <a:pt x="186" y="417"/>
                  <a:pt x="150" y="39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4" name="Freeform 16"/>
          <p:cNvSpPr/>
          <p:nvPr/>
        </p:nvSpPr>
        <p:spPr>
          <a:xfrm>
            <a:off x="717480" y="2895480"/>
            <a:ext cx="46080" cy="50760"/>
          </a:xfrm>
          <a:custGeom>
            <a:avLst/>
            <a:gdLst/>
            <a:ahLst/>
            <a:rect l="l" t="t" r="r" b="b"/>
            <a:pathLst>
              <a:path w="108" h="116">
                <a:moveTo>
                  <a:pt x="54" y="0"/>
                </a:moveTo>
                <a:lnTo>
                  <a:pt x="54" y="0"/>
                </a:lnTo>
                <a:cubicBezTo>
                  <a:pt x="18" y="0"/>
                  <a:pt x="0" y="26"/>
                  <a:pt x="0" y="53"/>
                </a:cubicBezTo>
                <a:cubicBezTo>
                  <a:pt x="0" y="88"/>
                  <a:pt x="18" y="115"/>
                  <a:pt x="54" y="115"/>
                </a:cubicBezTo>
                <a:cubicBezTo>
                  <a:pt x="80" y="115"/>
                  <a:pt x="107" y="88"/>
                  <a:pt x="107" y="53"/>
                </a:cubicBezTo>
                <a:cubicBezTo>
                  <a:pt x="107" y="26"/>
                  <a:pt x="80" y="0"/>
                  <a:pt x="54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5" name="Freeform 17"/>
          <p:cNvSpPr/>
          <p:nvPr/>
        </p:nvSpPr>
        <p:spPr>
          <a:xfrm>
            <a:off x="6804000" y="2457360"/>
            <a:ext cx="123840" cy="50760"/>
          </a:xfrm>
          <a:custGeom>
            <a:avLst/>
            <a:gdLst/>
            <a:ahLst/>
            <a:rect l="l" t="t" r="r" b="b"/>
            <a:pathLst>
              <a:path w="284" h="116">
                <a:moveTo>
                  <a:pt x="53" y="0"/>
                </a:moveTo>
                <a:lnTo>
                  <a:pt x="53" y="0"/>
                </a:lnTo>
                <a:cubicBezTo>
                  <a:pt x="26" y="0"/>
                  <a:pt x="0" y="26"/>
                  <a:pt x="0" y="53"/>
                </a:cubicBezTo>
                <a:cubicBezTo>
                  <a:pt x="0" y="88"/>
                  <a:pt x="26" y="115"/>
                  <a:pt x="53" y="115"/>
                </a:cubicBezTo>
                <a:cubicBezTo>
                  <a:pt x="88" y="115"/>
                  <a:pt x="106" y="88"/>
                  <a:pt x="106" y="53"/>
                </a:cubicBezTo>
                <a:cubicBezTo>
                  <a:pt x="106" y="26"/>
                  <a:pt x="88" y="0"/>
                  <a:pt x="53" y="0"/>
                </a:cubicBezTo>
                <a:close/>
                <a:moveTo>
                  <a:pt x="230" y="0"/>
                </a:moveTo>
                <a:lnTo>
                  <a:pt x="230" y="0"/>
                </a:lnTo>
                <a:cubicBezTo>
                  <a:pt x="195" y="0"/>
                  <a:pt x="177" y="26"/>
                  <a:pt x="177" y="53"/>
                </a:cubicBezTo>
                <a:cubicBezTo>
                  <a:pt x="177" y="88"/>
                  <a:pt x="195" y="115"/>
                  <a:pt x="230" y="115"/>
                </a:cubicBezTo>
                <a:cubicBezTo>
                  <a:pt x="257" y="115"/>
                  <a:pt x="283" y="88"/>
                  <a:pt x="283" y="53"/>
                </a:cubicBezTo>
                <a:cubicBezTo>
                  <a:pt x="283" y="26"/>
                  <a:pt x="257" y="0"/>
                  <a:pt x="2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6" name="Freeform 18"/>
          <p:cNvSpPr/>
          <p:nvPr/>
        </p:nvSpPr>
        <p:spPr>
          <a:xfrm>
            <a:off x="4635360" y="1994040"/>
            <a:ext cx="86040" cy="99720"/>
          </a:xfrm>
          <a:custGeom>
            <a:avLst/>
            <a:gdLst/>
            <a:ahLst/>
            <a:rect l="l" t="t" r="r" b="b"/>
            <a:pathLst>
              <a:path w="196" h="231">
                <a:moveTo>
                  <a:pt x="0" y="0"/>
                </a:moveTo>
                <a:lnTo>
                  <a:pt x="0" y="230"/>
                </a:lnTo>
                <a:lnTo>
                  <a:pt x="195" y="115"/>
                </a:lnTo>
                <a:lnTo>
                  <a:pt x="0" y="0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7" name="Freeform 19"/>
          <p:cNvSpPr/>
          <p:nvPr/>
        </p:nvSpPr>
        <p:spPr>
          <a:xfrm>
            <a:off x="4191120" y="2001960"/>
            <a:ext cx="101520" cy="88920"/>
          </a:xfrm>
          <a:custGeom>
            <a:avLst/>
            <a:gdLst/>
            <a:ahLst/>
            <a:rect l="l" t="t" r="r" b="b"/>
            <a:pathLst>
              <a:path w="231" h="205">
                <a:moveTo>
                  <a:pt x="0" y="204"/>
                </a:moveTo>
                <a:lnTo>
                  <a:pt x="230" y="204"/>
                </a:lnTo>
                <a:lnTo>
                  <a:pt x="115" y="0"/>
                </a:lnTo>
                <a:lnTo>
                  <a:pt x="0" y="204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8" name="Freeform 20"/>
          <p:cNvSpPr/>
          <p:nvPr/>
        </p:nvSpPr>
        <p:spPr>
          <a:xfrm>
            <a:off x="3753000" y="2001960"/>
            <a:ext cx="102960" cy="88920"/>
          </a:xfrm>
          <a:custGeom>
            <a:avLst/>
            <a:gdLst/>
            <a:ahLst/>
            <a:rect l="l" t="t" r="r" b="b"/>
            <a:pathLst>
              <a:path w="232" h="205">
                <a:moveTo>
                  <a:pt x="231" y="0"/>
                </a:moveTo>
                <a:lnTo>
                  <a:pt x="0" y="0"/>
                </a:lnTo>
                <a:lnTo>
                  <a:pt x="115" y="204"/>
                </a:lnTo>
                <a:lnTo>
                  <a:pt x="231" y="0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9" name="Freeform 21"/>
          <p:cNvSpPr/>
          <p:nvPr/>
        </p:nvSpPr>
        <p:spPr>
          <a:xfrm>
            <a:off x="3324240" y="1994040"/>
            <a:ext cx="85680" cy="99720"/>
          </a:xfrm>
          <a:custGeom>
            <a:avLst/>
            <a:gdLst/>
            <a:ahLst/>
            <a:rect l="l" t="t" r="r" b="b"/>
            <a:pathLst>
              <a:path w="195" h="231">
                <a:moveTo>
                  <a:pt x="194" y="0"/>
                </a:moveTo>
                <a:lnTo>
                  <a:pt x="194" y="230"/>
                </a:lnTo>
                <a:lnTo>
                  <a:pt x="0" y="115"/>
                </a:lnTo>
                <a:lnTo>
                  <a:pt x="194" y="0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0" name="Freeform 22"/>
          <p:cNvSpPr/>
          <p:nvPr/>
        </p:nvSpPr>
        <p:spPr>
          <a:xfrm>
            <a:off x="5924520" y="2008080"/>
            <a:ext cx="133560" cy="76320"/>
          </a:xfrm>
          <a:custGeom>
            <a:avLst/>
            <a:gdLst/>
            <a:ahLst/>
            <a:rect l="l" t="t" r="r" b="b"/>
            <a:pathLst>
              <a:path w="302" h="170">
                <a:moveTo>
                  <a:pt x="284" y="116"/>
                </a:moveTo>
                <a:lnTo>
                  <a:pt x="284" y="116"/>
                </a:lnTo>
                <a:cubicBezTo>
                  <a:pt x="275" y="107"/>
                  <a:pt x="168" y="10"/>
                  <a:pt x="168" y="10"/>
                </a:cubicBezTo>
                <a:cubicBezTo>
                  <a:pt x="168" y="0"/>
                  <a:pt x="159" y="0"/>
                  <a:pt x="150" y="0"/>
                </a:cubicBezTo>
                <a:cubicBezTo>
                  <a:pt x="142" y="0"/>
                  <a:pt x="133" y="0"/>
                  <a:pt x="133" y="10"/>
                </a:cubicBezTo>
                <a:cubicBezTo>
                  <a:pt x="133" y="10"/>
                  <a:pt x="27" y="107"/>
                  <a:pt x="18" y="116"/>
                </a:cubicBezTo>
                <a:cubicBezTo>
                  <a:pt x="9" y="133"/>
                  <a:pt x="0" y="151"/>
                  <a:pt x="18" y="160"/>
                </a:cubicBezTo>
                <a:cubicBezTo>
                  <a:pt x="27" y="169"/>
                  <a:pt x="44" y="169"/>
                  <a:pt x="53" y="160"/>
                </a:cubicBezTo>
                <a:cubicBezTo>
                  <a:pt x="150" y="63"/>
                  <a:pt x="150" y="63"/>
                  <a:pt x="150" y="63"/>
                </a:cubicBezTo>
                <a:cubicBezTo>
                  <a:pt x="248" y="160"/>
                  <a:pt x="248" y="160"/>
                  <a:pt x="248" y="160"/>
                </a:cubicBezTo>
                <a:cubicBezTo>
                  <a:pt x="257" y="169"/>
                  <a:pt x="275" y="169"/>
                  <a:pt x="284" y="160"/>
                </a:cubicBezTo>
                <a:cubicBezTo>
                  <a:pt x="301" y="151"/>
                  <a:pt x="301" y="133"/>
                  <a:pt x="284" y="11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1" name="Freeform 23"/>
          <p:cNvSpPr/>
          <p:nvPr/>
        </p:nvSpPr>
        <p:spPr>
          <a:xfrm>
            <a:off x="5487840" y="2004840"/>
            <a:ext cx="133560" cy="79560"/>
          </a:xfrm>
          <a:custGeom>
            <a:avLst/>
            <a:gdLst/>
            <a:ahLst/>
            <a:rect l="l" t="t" r="r" b="b"/>
            <a:pathLst>
              <a:path w="303" h="179">
                <a:moveTo>
                  <a:pt x="284" y="54"/>
                </a:moveTo>
                <a:lnTo>
                  <a:pt x="284" y="54"/>
                </a:lnTo>
                <a:cubicBezTo>
                  <a:pt x="275" y="72"/>
                  <a:pt x="169" y="169"/>
                  <a:pt x="169" y="169"/>
                </a:cubicBezTo>
                <a:cubicBezTo>
                  <a:pt x="169" y="178"/>
                  <a:pt x="160" y="178"/>
                  <a:pt x="151" y="178"/>
                </a:cubicBezTo>
                <a:cubicBezTo>
                  <a:pt x="142" y="178"/>
                  <a:pt x="134" y="178"/>
                  <a:pt x="134" y="169"/>
                </a:cubicBezTo>
                <a:cubicBezTo>
                  <a:pt x="134" y="169"/>
                  <a:pt x="27" y="72"/>
                  <a:pt x="19" y="54"/>
                </a:cubicBezTo>
                <a:cubicBezTo>
                  <a:pt x="10" y="44"/>
                  <a:pt x="0" y="28"/>
                  <a:pt x="19" y="19"/>
                </a:cubicBezTo>
                <a:cubicBezTo>
                  <a:pt x="27" y="9"/>
                  <a:pt x="45" y="0"/>
                  <a:pt x="54" y="19"/>
                </a:cubicBezTo>
                <a:cubicBezTo>
                  <a:pt x="151" y="107"/>
                  <a:pt x="151" y="107"/>
                  <a:pt x="151" y="107"/>
                </a:cubicBezTo>
                <a:cubicBezTo>
                  <a:pt x="248" y="19"/>
                  <a:pt x="248" y="19"/>
                  <a:pt x="248" y="19"/>
                </a:cubicBezTo>
                <a:cubicBezTo>
                  <a:pt x="257" y="0"/>
                  <a:pt x="275" y="9"/>
                  <a:pt x="284" y="19"/>
                </a:cubicBezTo>
                <a:cubicBezTo>
                  <a:pt x="302" y="28"/>
                  <a:pt x="302" y="44"/>
                  <a:pt x="284" y="5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2" name="Freeform 24"/>
          <p:cNvSpPr/>
          <p:nvPr/>
        </p:nvSpPr>
        <p:spPr>
          <a:xfrm>
            <a:off x="6389640" y="1981080"/>
            <a:ext cx="79560" cy="130320"/>
          </a:xfrm>
          <a:custGeom>
            <a:avLst/>
            <a:gdLst/>
            <a:ahLst/>
            <a:rect l="l" t="t" r="r" b="b"/>
            <a:pathLst>
              <a:path w="179" h="294">
                <a:moveTo>
                  <a:pt x="54" y="9"/>
                </a:moveTo>
                <a:lnTo>
                  <a:pt x="54" y="9"/>
                </a:lnTo>
                <a:cubicBezTo>
                  <a:pt x="62" y="18"/>
                  <a:pt x="169" y="125"/>
                  <a:pt x="169" y="125"/>
                </a:cubicBezTo>
                <a:cubicBezTo>
                  <a:pt x="169" y="134"/>
                  <a:pt x="178" y="142"/>
                  <a:pt x="178" y="142"/>
                </a:cubicBezTo>
                <a:cubicBezTo>
                  <a:pt x="178" y="151"/>
                  <a:pt x="169" y="160"/>
                  <a:pt x="169" y="169"/>
                </a:cubicBezTo>
                <a:cubicBezTo>
                  <a:pt x="169" y="169"/>
                  <a:pt x="62" y="275"/>
                  <a:pt x="54" y="284"/>
                </a:cubicBezTo>
                <a:cubicBezTo>
                  <a:pt x="44" y="293"/>
                  <a:pt x="27" y="293"/>
                  <a:pt x="9" y="284"/>
                </a:cubicBezTo>
                <a:cubicBezTo>
                  <a:pt x="0" y="275"/>
                  <a:pt x="0" y="257"/>
                  <a:pt x="9" y="240"/>
                </a:cubicBezTo>
                <a:cubicBezTo>
                  <a:pt x="107" y="142"/>
                  <a:pt x="107" y="142"/>
                  <a:pt x="107" y="142"/>
                </a:cubicBezTo>
                <a:cubicBezTo>
                  <a:pt x="9" y="44"/>
                  <a:pt x="9" y="44"/>
                  <a:pt x="9" y="44"/>
                </a:cubicBezTo>
                <a:cubicBezTo>
                  <a:pt x="0" y="36"/>
                  <a:pt x="0" y="18"/>
                  <a:pt x="9" y="9"/>
                </a:cubicBezTo>
                <a:cubicBezTo>
                  <a:pt x="27" y="0"/>
                  <a:pt x="44" y="0"/>
                  <a:pt x="54" y="9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3" name="Freeform 25"/>
          <p:cNvSpPr/>
          <p:nvPr/>
        </p:nvSpPr>
        <p:spPr>
          <a:xfrm>
            <a:off x="5076720" y="1981080"/>
            <a:ext cx="77760" cy="130320"/>
          </a:xfrm>
          <a:custGeom>
            <a:avLst/>
            <a:gdLst/>
            <a:ahLst/>
            <a:rect l="l" t="t" r="r" b="b"/>
            <a:pathLst>
              <a:path w="177" h="294">
                <a:moveTo>
                  <a:pt x="123" y="9"/>
                </a:moveTo>
                <a:lnTo>
                  <a:pt x="123" y="9"/>
                </a:lnTo>
                <a:cubicBezTo>
                  <a:pt x="114" y="18"/>
                  <a:pt x="8" y="125"/>
                  <a:pt x="8" y="125"/>
                </a:cubicBezTo>
                <a:cubicBezTo>
                  <a:pt x="8" y="134"/>
                  <a:pt x="0" y="142"/>
                  <a:pt x="0" y="142"/>
                </a:cubicBezTo>
                <a:cubicBezTo>
                  <a:pt x="0" y="151"/>
                  <a:pt x="8" y="160"/>
                  <a:pt x="8" y="169"/>
                </a:cubicBezTo>
                <a:cubicBezTo>
                  <a:pt x="8" y="169"/>
                  <a:pt x="114" y="275"/>
                  <a:pt x="123" y="284"/>
                </a:cubicBezTo>
                <a:cubicBezTo>
                  <a:pt x="132" y="293"/>
                  <a:pt x="150" y="293"/>
                  <a:pt x="167" y="284"/>
                </a:cubicBezTo>
                <a:cubicBezTo>
                  <a:pt x="176" y="275"/>
                  <a:pt x="176" y="257"/>
                  <a:pt x="167" y="240"/>
                </a:cubicBezTo>
                <a:cubicBezTo>
                  <a:pt x="70" y="142"/>
                  <a:pt x="70" y="142"/>
                  <a:pt x="70" y="142"/>
                </a:cubicBezTo>
                <a:cubicBezTo>
                  <a:pt x="167" y="44"/>
                  <a:pt x="167" y="44"/>
                  <a:pt x="167" y="44"/>
                </a:cubicBezTo>
                <a:cubicBezTo>
                  <a:pt x="176" y="36"/>
                  <a:pt x="176" y="18"/>
                  <a:pt x="167" y="9"/>
                </a:cubicBezTo>
                <a:cubicBezTo>
                  <a:pt x="150" y="0"/>
                  <a:pt x="132" y="0"/>
                  <a:pt x="123" y="9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4" name="Freeform 26"/>
          <p:cNvSpPr/>
          <p:nvPr/>
        </p:nvSpPr>
        <p:spPr>
          <a:xfrm>
            <a:off x="5011560" y="2427120"/>
            <a:ext cx="211320" cy="108000"/>
          </a:xfrm>
          <a:custGeom>
            <a:avLst/>
            <a:gdLst/>
            <a:ahLst/>
            <a:rect l="l" t="t" r="r" b="b"/>
            <a:pathLst>
              <a:path w="479" h="248">
                <a:moveTo>
                  <a:pt x="363" y="247"/>
                </a:moveTo>
                <a:lnTo>
                  <a:pt x="363" y="168"/>
                </a:lnTo>
                <a:lnTo>
                  <a:pt x="0" y="168"/>
                </a:lnTo>
                <a:lnTo>
                  <a:pt x="0" y="79"/>
                </a:lnTo>
                <a:lnTo>
                  <a:pt x="363" y="79"/>
                </a:lnTo>
                <a:lnTo>
                  <a:pt x="363" y="0"/>
                </a:lnTo>
                <a:lnTo>
                  <a:pt x="478" y="124"/>
                </a:lnTo>
                <a:lnTo>
                  <a:pt x="363" y="247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5" name="Freeform 27"/>
          <p:cNvSpPr/>
          <p:nvPr/>
        </p:nvSpPr>
        <p:spPr>
          <a:xfrm>
            <a:off x="3697200" y="2427120"/>
            <a:ext cx="211320" cy="108000"/>
          </a:xfrm>
          <a:custGeom>
            <a:avLst/>
            <a:gdLst/>
            <a:ahLst/>
            <a:rect l="l" t="t" r="r" b="b"/>
            <a:pathLst>
              <a:path w="480" h="248">
                <a:moveTo>
                  <a:pt x="116" y="247"/>
                </a:moveTo>
                <a:lnTo>
                  <a:pt x="116" y="168"/>
                </a:lnTo>
                <a:lnTo>
                  <a:pt x="479" y="168"/>
                </a:lnTo>
                <a:lnTo>
                  <a:pt x="479" y="79"/>
                </a:lnTo>
                <a:lnTo>
                  <a:pt x="116" y="79"/>
                </a:lnTo>
                <a:lnTo>
                  <a:pt x="116" y="0"/>
                </a:lnTo>
                <a:lnTo>
                  <a:pt x="0" y="124"/>
                </a:lnTo>
                <a:lnTo>
                  <a:pt x="116" y="247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6" name="Freeform 28"/>
          <p:cNvSpPr/>
          <p:nvPr/>
        </p:nvSpPr>
        <p:spPr>
          <a:xfrm>
            <a:off x="4186080" y="2376360"/>
            <a:ext cx="109800" cy="216000"/>
          </a:xfrm>
          <a:custGeom>
            <a:avLst/>
            <a:gdLst/>
            <a:ahLst/>
            <a:rect l="l" t="t" r="r" b="b"/>
            <a:pathLst>
              <a:path w="249" h="489">
                <a:moveTo>
                  <a:pt x="248" y="363"/>
                </a:moveTo>
                <a:lnTo>
                  <a:pt x="169" y="363"/>
                </a:lnTo>
                <a:lnTo>
                  <a:pt x="169" y="0"/>
                </a:lnTo>
                <a:lnTo>
                  <a:pt x="79" y="0"/>
                </a:lnTo>
                <a:lnTo>
                  <a:pt x="79" y="363"/>
                </a:lnTo>
                <a:lnTo>
                  <a:pt x="0" y="363"/>
                </a:lnTo>
                <a:lnTo>
                  <a:pt x="124" y="488"/>
                </a:lnTo>
                <a:lnTo>
                  <a:pt x="248" y="363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7" name="Freeform 29"/>
          <p:cNvSpPr/>
          <p:nvPr/>
        </p:nvSpPr>
        <p:spPr>
          <a:xfrm>
            <a:off x="4624560" y="2376360"/>
            <a:ext cx="109440" cy="216000"/>
          </a:xfrm>
          <a:custGeom>
            <a:avLst/>
            <a:gdLst/>
            <a:ahLst/>
            <a:rect l="l" t="t" r="r" b="b"/>
            <a:pathLst>
              <a:path w="249" h="489">
                <a:moveTo>
                  <a:pt x="248" y="116"/>
                </a:moveTo>
                <a:lnTo>
                  <a:pt x="169" y="116"/>
                </a:lnTo>
                <a:lnTo>
                  <a:pt x="169" y="488"/>
                </a:lnTo>
                <a:lnTo>
                  <a:pt x="80" y="488"/>
                </a:lnTo>
                <a:lnTo>
                  <a:pt x="80" y="116"/>
                </a:lnTo>
                <a:lnTo>
                  <a:pt x="0" y="116"/>
                </a:lnTo>
                <a:lnTo>
                  <a:pt x="125" y="0"/>
                </a:lnTo>
                <a:lnTo>
                  <a:pt x="248" y="116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8" name="Freeform 30"/>
          <p:cNvSpPr/>
          <p:nvPr/>
        </p:nvSpPr>
        <p:spPr>
          <a:xfrm>
            <a:off x="6769080" y="2820960"/>
            <a:ext cx="195120" cy="200160"/>
          </a:xfrm>
          <a:custGeom>
            <a:avLst/>
            <a:gdLst/>
            <a:ahLst/>
            <a:rect l="l" t="t" r="r" b="b"/>
            <a:pathLst>
              <a:path w="444" h="454">
                <a:moveTo>
                  <a:pt x="222" y="0"/>
                </a:moveTo>
                <a:lnTo>
                  <a:pt x="222" y="0"/>
                </a:lnTo>
                <a:cubicBezTo>
                  <a:pt x="35" y="0"/>
                  <a:pt x="0" y="45"/>
                  <a:pt x="0" y="222"/>
                </a:cubicBezTo>
                <a:cubicBezTo>
                  <a:pt x="0" y="408"/>
                  <a:pt x="35" y="453"/>
                  <a:pt x="222" y="453"/>
                </a:cubicBezTo>
                <a:cubicBezTo>
                  <a:pt x="407" y="453"/>
                  <a:pt x="443" y="408"/>
                  <a:pt x="443" y="222"/>
                </a:cubicBezTo>
                <a:cubicBezTo>
                  <a:pt x="443" y="45"/>
                  <a:pt x="407" y="0"/>
                  <a:pt x="222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9" name="Freeform 31"/>
          <p:cNvSpPr/>
          <p:nvPr/>
        </p:nvSpPr>
        <p:spPr>
          <a:xfrm>
            <a:off x="5504040" y="2370240"/>
            <a:ext cx="99720" cy="220680"/>
          </a:xfrm>
          <a:custGeom>
            <a:avLst/>
            <a:gdLst/>
            <a:ahLst/>
            <a:rect l="l" t="t" r="r" b="b"/>
            <a:pathLst>
              <a:path w="231" h="498">
                <a:moveTo>
                  <a:pt x="115" y="0"/>
                </a:moveTo>
                <a:lnTo>
                  <a:pt x="0" y="187"/>
                </a:lnTo>
                <a:lnTo>
                  <a:pt x="230" y="187"/>
                </a:lnTo>
                <a:lnTo>
                  <a:pt x="115" y="0"/>
                </a:lnTo>
                <a:close/>
                <a:moveTo>
                  <a:pt x="115" y="497"/>
                </a:moveTo>
                <a:lnTo>
                  <a:pt x="230" y="319"/>
                </a:lnTo>
                <a:lnTo>
                  <a:pt x="0" y="319"/>
                </a:lnTo>
                <a:lnTo>
                  <a:pt x="115" y="49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0" name="Freeform 32"/>
          <p:cNvSpPr/>
          <p:nvPr/>
        </p:nvSpPr>
        <p:spPr>
          <a:xfrm>
            <a:off x="2825640" y="1504800"/>
            <a:ext cx="204840" cy="208080"/>
          </a:xfrm>
          <a:custGeom>
            <a:avLst/>
            <a:gdLst/>
            <a:ahLst/>
            <a:rect l="l" t="t" r="r" b="b"/>
            <a:pathLst>
              <a:path w="462" h="470">
                <a:moveTo>
                  <a:pt x="425" y="354"/>
                </a:moveTo>
                <a:lnTo>
                  <a:pt x="425" y="354"/>
                </a:lnTo>
                <a:cubicBezTo>
                  <a:pt x="425" y="292"/>
                  <a:pt x="425" y="292"/>
                  <a:pt x="425" y="292"/>
                </a:cubicBezTo>
                <a:cubicBezTo>
                  <a:pt x="425" y="257"/>
                  <a:pt x="408" y="212"/>
                  <a:pt x="346" y="212"/>
                </a:cubicBezTo>
                <a:cubicBezTo>
                  <a:pt x="293" y="212"/>
                  <a:pt x="293" y="212"/>
                  <a:pt x="293" y="212"/>
                </a:cubicBezTo>
                <a:cubicBezTo>
                  <a:pt x="257" y="212"/>
                  <a:pt x="257" y="195"/>
                  <a:pt x="257" y="185"/>
                </a:cubicBezTo>
                <a:cubicBezTo>
                  <a:pt x="257" y="114"/>
                  <a:pt x="257" y="114"/>
                  <a:pt x="257" y="114"/>
                </a:cubicBezTo>
                <a:cubicBezTo>
                  <a:pt x="275" y="106"/>
                  <a:pt x="293" y="88"/>
                  <a:pt x="293" y="61"/>
                </a:cubicBezTo>
                <a:cubicBezTo>
                  <a:pt x="293" y="26"/>
                  <a:pt x="266" y="0"/>
                  <a:pt x="231" y="0"/>
                </a:cubicBezTo>
                <a:cubicBezTo>
                  <a:pt x="196" y="0"/>
                  <a:pt x="169" y="26"/>
                  <a:pt x="169" y="61"/>
                </a:cubicBezTo>
                <a:cubicBezTo>
                  <a:pt x="169" y="88"/>
                  <a:pt x="186" y="106"/>
                  <a:pt x="204" y="114"/>
                </a:cubicBezTo>
                <a:cubicBezTo>
                  <a:pt x="204" y="185"/>
                  <a:pt x="204" y="185"/>
                  <a:pt x="204" y="185"/>
                </a:cubicBezTo>
                <a:cubicBezTo>
                  <a:pt x="204" y="185"/>
                  <a:pt x="204" y="212"/>
                  <a:pt x="169" y="212"/>
                </a:cubicBezTo>
                <a:cubicBezTo>
                  <a:pt x="115" y="212"/>
                  <a:pt x="115" y="212"/>
                  <a:pt x="115" y="212"/>
                </a:cubicBezTo>
                <a:cubicBezTo>
                  <a:pt x="53" y="212"/>
                  <a:pt x="36" y="257"/>
                  <a:pt x="36" y="292"/>
                </a:cubicBezTo>
                <a:cubicBezTo>
                  <a:pt x="36" y="354"/>
                  <a:pt x="36" y="354"/>
                  <a:pt x="36" y="354"/>
                </a:cubicBezTo>
                <a:cubicBezTo>
                  <a:pt x="9" y="363"/>
                  <a:pt x="0" y="380"/>
                  <a:pt x="0" y="407"/>
                </a:cubicBezTo>
                <a:cubicBezTo>
                  <a:pt x="0" y="442"/>
                  <a:pt x="27" y="469"/>
                  <a:pt x="53" y="469"/>
                </a:cubicBezTo>
                <a:cubicBezTo>
                  <a:pt x="89" y="469"/>
                  <a:pt x="115" y="442"/>
                  <a:pt x="115" y="407"/>
                </a:cubicBezTo>
                <a:cubicBezTo>
                  <a:pt x="115" y="380"/>
                  <a:pt x="98" y="363"/>
                  <a:pt x="80" y="354"/>
                </a:cubicBezTo>
                <a:cubicBezTo>
                  <a:pt x="80" y="292"/>
                  <a:pt x="80" y="292"/>
                  <a:pt x="80" y="292"/>
                </a:cubicBezTo>
                <a:cubicBezTo>
                  <a:pt x="80" y="292"/>
                  <a:pt x="80" y="257"/>
                  <a:pt x="115" y="257"/>
                </a:cubicBezTo>
                <a:cubicBezTo>
                  <a:pt x="169" y="257"/>
                  <a:pt x="169" y="257"/>
                  <a:pt x="169" y="257"/>
                </a:cubicBezTo>
                <a:cubicBezTo>
                  <a:pt x="186" y="257"/>
                  <a:pt x="196" y="257"/>
                  <a:pt x="204" y="248"/>
                </a:cubicBezTo>
                <a:cubicBezTo>
                  <a:pt x="204" y="354"/>
                  <a:pt x="204" y="354"/>
                  <a:pt x="204" y="354"/>
                </a:cubicBezTo>
                <a:cubicBezTo>
                  <a:pt x="186" y="363"/>
                  <a:pt x="169" y="380"/>
                  <a:pt x="169" y="407"/>
                </a:cubicBezTo>
                <a:cubicBezTo>
                  <a:pt x="169" y="442"/>
                  <a:pt x="196" y="469"/>
                  <a:pt x="231" y="469"/>
                </a:cubicBezTo>
                <a:cubicBezTo>
                  <a:pt x="266" y="469"/>
                  <a:pt x="293" y="442"/>
                  <a:pt x="293" y="407"/>
                </a:cubicBezTo>
                <a:cubicBezTo>
                  <a:pt x="293" y="380"/>
                  <a:pt x="275" y="363"/>
                  <a:pt x="257" y="354"/>
                </a:cubicBezTo>
                <a:cubicBezTo>
                  <a:pt x="257" y="248"/>
                  <a:pt x="257" y="248"/>
                  <a:pt x="257" y="248"/>
                </a:cubicBezTo>
                <a:cubicBezTo>
                  <a:pt x="266" y="257"/>
                  <a:pt x="275" y="257"/>
                  <a:pt x="293" y="257"/>
                </a:cubicBezTo>
                <a:cubicBezTo>
                  <a:pt x="346" y="257"/>
                  <a:pt x="346" y="257"/>
                  <a:pt x="346" y="257"/>
                </a:cubicBezTo>
                <a:cubicBezTo>
                  <a:pt x="381" y="257"/>
                  <a:pt x="381" y="283"/>
                  <a:pt x="381" y="292"/>
                </a:cubicBezTo>
                <a:cubicBezTo>
                  <a:pt x="381" y="354"/>
                  <a:pt x="381" y="354"/>
                  <a:pt x="381" y="354"/>
                </a:cubicBezTo>
                <a:cubicBezTo>
                  <a:pt x="363" y="363"/>
                  <a:pt x="346" y="380"/>
                  <a:pt x="346" y="407"/>
                </a:cubicBezTo>
                <a:cubicBezTo>
                  <a:pt x="346" y="442"/>
                  <a:pt x="372" y="469"/>
                  <a:pt x="408" y="469"/>
                </a:cubicBezTo>
                <a:cubicBezTo>
                  <a:pt x="434" y="469"/>
                  <a:pt x="461" y="442"/>
                  <a:pt x="461" y="407"/>
                </a:cubicBezTo>
                <a:cubicBezTo>
                  <a:pt x="461" y="380"/>
                  <a:pt x="453" y="363"/>
                  <a:pt x="425" y="354"/>
                </a:cubicBezTo>
                <a:close/>
                <a:moveTo>
                  <a:pt x="89" y="407"/>
                </a:moveTo>
                <a:lnTo>
                  <a:pt x="89" y="407"/>
                </a:lnTo>
                <a:cubicBezTo>
                  <a:pt x="89" y="425"/>
                  <a:pt x="71" y="442"/>
                  <a:pt x="53" y="442"/>
                </a:cubicBezTo>
                <a:cubicBezTo>
                  <a:pt x="36" y="442"/>
                  <a:pt x="18" y="425"/>
                  <a:pt x="18" y="407"/>
                </a:cubicBezTo>
                <a:cubicBezTo>
                  <a:pt x="18" y="389"/>
                  <a:pt x="36" y="372"/>
                  <a:pt x="53" y="372"/>
                </a:cubicBezTo>
                <a:cubicBezTo>
                  <a:pt x="71" y="372"/>
                  <a:pt x="89" y="389"/>
                  <a:pt x="89" y="407"/>
                </a:cubicBezTo>
                <a:close/>
                <a:moveTo>
                  <a:pt x="196" y="61"/>
                </a:moveTo>
                <a:lnTo>
                  <a:pt x="196" y="61"/>
                </a:lnTo>
                <a:cubicBezTo>
                  <a:pt x="196" y="44"/>
                  <a:pt x="213" y="26"/>
                  <a:pt x="231" y="26"/>
                </a:cubicBezTo>
                <a:cubicBezTo>
                  <a:pt x="249" y="26"/>
                  <a:pt x="266" y="44"/>
                  <a:pt x="266" y="61"/>
                </a:cubicBezTo>
                <a:cubicBezTo>
                  <a:pt x="266" y="79"/>
                  <a:pt x="249" y="97"/>
                  <a:pt x="231" y="97"/>
                </a:cubicBezTo>
                <a:cubicBezTo>
                  <a:pt x="213" y="97"/>
                  <a:pt x="196" y="79"/>
                  <a:pt x="196" y="61"/>
                </a:cubicBezTo>
                <a:close/>
                <a:moveTo>
                  <a:pt x="266" y="407"/>
                </a:moveTo>
                <a:lnTo>
                  <a:pt x="266" y="407"/>
                </a:lnTo>
                <a:cubicBezTo>
                  <a:pt x="266" y="425"/>
                  <a:pt x="249" y="442"/>
                  <a:pt x="231" y="442"/>
                </a:cubicBezTo>
                <a:cubicBezTo>
                  <a:pt x="213" y="442"/>
                  <a:pt x="196" y="425"/>
                  <a:pt x="196" y="407"/>
                </a:cubicBezTo>
                <a:cubicBezTo>
                  <a:pt x="196" y="389"/>
                  <a:pt x="213" y="372"/>
                  <a:pt x="231" y="372"/>
                </a:cubicBezTo>
                <a:cubicBezTo>
                  <a:pt x="249" y="372"/>
                  <a:pt x="266" y="389"/>
                  <a:pt x="266" y="407"/>
                </a:cubicBezTo>
                <a:close/>
                <a:moveTo>
                  <a:pt x="408" y="442"/>
                </a:moveTo>
                <a:lnTo>
                  <a:pt x="408" y="442"/>
                </a:lnTo>
                <a:cubicBezTo>
                  <a:pt x="381" y="442"/>
                  <a:pt x="372" y="425"/>
                  <a:pt x="372" y="407"/>
                </a:cubicBezTo>
                <a:cubicBezTo>
                  <a:pt x="372" y="389"/>
                  <a:pt x="381" y="372"/>
                  <a:pt x="408" y="372"/>
                </a:cubicBezTo>
                <a:cubicBezTo>
                  <a:pt x="425" y="372"/>
                  <a:pt x="434" y="389"/>
                  <a:pt x="434" y="407"/>
                </a:cubicBezTo>
                <a:cubicBezTo>
                  <a:pt x="434" y="425"/>
                  <a:pt x="425" y="442"/>
                  <a:pt x="408" y="44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1" name="Freeform 33"/>
          <p:cNvSpPr/>
          <p:nvPr/>
        </p:nvSpPr>
        <p:spPr>
          <a:xfrm>
            <a:off x="2419200" y="1517760"/>
            <a:ext cx="142920" cy="183960"/>
          </a:xfrm>
          <a:custGeom>
            <a:avLst/>
            <a:gdLst/>
            <a:ahLst/>
            <a:rect l="l" t="t" r="r" b="b"/>
            <a:pathLst>
              <a:path w="320" h="417">
                <a:moveTo>
                  <a:pt x="319" y="62"/>
                </a:moveTo>
                <a:lnTo>
                  <a:pt x="319" y="62"/>
                </a:lnTo>
                <a:cubicBezTo>
                  <a:pt x="319" y="27"/>
                  <a:pt x="292" y="0"/>
                  <a:pt x="257" y="0"/>
                </a:cubicBezTo>
                <a:cubicBezTo>
                  <a:pt x="221" y="0"/>
                  <a:pt x="194" y="27"/>
                  <a:pt x="194" y="62"/>
                </a:cubicBezTo>
                <a:cubicBezTo>
                  <a:pt x="194" y="80"/>
                  <a:pt x="213" y="106"/>
                  <a:pt x="230" y="115"/>
                </a:cubicBezTo>
                <a:cubicBezTo>
                  <a:pt x="230" y="159"/>
                  <a:pt x="194" y="169"/>
                  <a:pt x="150" y="186"/>
                </a:cubicBezTo>
                <a:cubicBezTo>
                  <a:pt x="132" y="195"/>
                  <a:pt x="106" y="195"/>
                  <a:pt x="79" y="213"/>
                </a:cubicBezTo>
                <a:cubicBezTo>
                  <a:pt x="79" y="115"/>
                  <a:pt x="79" y="115"/>
                  <a:pt x="79" y="115"/>
                </a:cubicBezTo>
                <a:cubicBezTo>
                  <a:pt x="106" y="106"/>
                  <a:pt x="115" y="80"/>
                  <a:pt x="115" y="62"/>
                </a:cubicBezTo>
                <a:cubicBezTo>
                  <a:pt x="115" y="27"/>
                  <a:pt x="88" y="0"/>
                  <a:pt x="62" y="0"/>
                </a:cubicBezTo>
                <a:cubicBezTo>
                  <a:pt x="26" y="0"/>
                  <a:pt x="0" y="27"/>
                  <a:pt x="0" y="62"/>
                </a:cubicBezTo>
                <a:cubicBezTo>
                  <a:pt x="0" y="80"/>
                  <a:pt x="17" y="106"/>
                  <a:pt x="35" y="115"/>
                </a:cubicBezTo>
                <a:cubicBezTo>
                  <a:pt x="35" y="301"/>
                  <a:pt x="35" y="301"/>
                  <a:pt x="35" y="301"/>
                </a:cubicBezTo>
                <a:cubicBezTo>
                  <a:pt x="17" y="310"/>
                  <a:pt x="0" y="328"/>
                  <a:pt x="0" y="354"/>
                </a:cubicBezTo>
                <a:cubicBezTo>
                  <a:pt x="0" y="390"/>
                  <a:pt x="26" y="416"/>
                  <a:pt x="62" y="416"/>
                </a:cubicBezTo>
                <a:cubicBezTo>
                  <a:pt x="88" y="416"/>
                  <a:pt x="115" y="390"/>
                  <a:pt x="115" y="354"/>
                </a:cubicBezTo>
                <a:cubicBezTo>
                  <a:pt x="115" y="328"/>
                  <a:pt x="106" y="310"/>
                  <a:pt x="88" y="301"/>
                </a:cubicBezTo>
                <a:cubicBezTo>
                  <a:pt x="88" y="257"/>
                  <a:pt x="123" y="240"/>
                  <a:pt x="168" y="231"/>
                </a:cubicBezTo>
                <a:cubicBezTo>
                  <a:pt x="213" y="213"/>
                  <a:pt x="275" y="195"/>
                  <a:pt x="283" y="115"/>
                </a:cubicBezTo>
                <a:cubicBezTo>
                  <a:pt x="301" y="106"/>
                  <a:pt x="319" y="80"/>
                  <a:pt x="319" y="62"/>
                </a:cubicBezTo>
                <a:close/>
                <a:moveTo>
                  <a:pt x="26" y="62"/>
                </a:moveTo>
                <a:lnTo>
                  <a:pt x="26" y="62"/>
                </a:lnTo>
                <a:cubicBezTo>
                  <a:pt x="26" y="35"/>
                  <a:pt x="44" y="27"/>
                  <a:pt x="62" y="27"/>
                </a:cubicBezTo>
                <a:cubicBezTo>
                  <a:pt x="79" y="27"/>
                  <a:pt x="97" y="35"/>
                  <a:pt x="97" y="62"/>
                </a:cubicBezTo>
                <a:cubicBezTo>
                  <a:pt x="97" y="80"/>
                  <a:pt x="79" y="88"/>
                  <a:pt x="62" y="88"/>
                </a:cubicBezTo>
                <a:cubicBezTo>
                  <a:pt x="44" y="88"/>
                  <a:pt x="26" y="80"/>
                  <a:pt x="26" y="62"/>
                </a:cubicBezTo>
                <a:close/>
                <a:moveTo>
                  <a:pt x="62" y="390"/>
                </a:moveTo>
                <a:lnTo>
                  <a:pt x="62" y="390"/>
                </a:lnTo>
                <a:cubicBezTo>
                  <a:pt x="44" y="390"/>
                  <a:pt x="26" y="372"/>
                  <a:pt x="26" y="354"/>
                </a:cubicBezTo>
                <a:cubicBezTo>
                  <a:pt x="26" y="337"/>
                  <a:pt x="44" y="319"/>
                  <a:pt x="62" y="319"/>
                </a:cubicBezTo>
                <a:cubicBezTo>
                  <a:pt x="79" y="319"/>
                  <a:pt x="97" y="337"/>
                  <a:pt x="97" y="354"/>
                </a:cubicBezTo>
                <a:cubicBezTo>
                  <a:pt x="97" y="372"/>
                  <a:pt x="79" y="390"/>
                  <a:pt x="62" y="390"/>
                </a:cubicBezTo>
                <a:close/>
                <a:moveTo>
                  <a:pt x="257" y="88"/>
                </a:moveTo>
                <a:lnTo>
                  <a:pt x="257" y="88"/>
                </a:lnTo>
                <a:cubicBezTo>
                  <a:pt x="239" y="88"/>
                  <a:pt x="221" y="80"/>
                  <a:pt x="221" y="62"/>
                </a:cubicBezTo>
                <a:cubicBezTo>
                  <a:pt x="221" y="35"/>
                  <a:pt x="239" y="27"/>
                  <a:pt x="257" y="27"/>
                </a:cubicBezTo>
                <a:cubicBezTo>
                  <a:pt x="275" y="27"/>
                  <a:pt x="292" y="35"/>
                  <a:pt x="292" y="62"/>
                </a:cubicBezTo>
                <a:cubicBezTo>
                  <a:pt x="292" y="80"/>
                  <a:pt x="275" y="88"/>
                  <a:pt x="257" y="8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2" name="Freeform 34"/>
          <p:cNvSpPr/>
          <p:nvPr/>
        </p:nvSpPr>
        <p:spPr>
          <a:xfrm>
            <a:off x="1982880" y="1504800"/>
            <a:ext cx="141120" cy="208080"/>
          </a:xfrm>
          <a:custGeom>
            <a:avLst/>
            <a:gdLst/>
            <a:ahLst/>
            <a:rect l="l" t="t" r="r" b="b"/>
            <a:pathLst>
              <a:path w="320" h="470">
                <a:moveTo>
                  <a:pt x="258" y="345"/>
                </a:moveTo>
                <a:lnTo>
                  <a:pt x="258" y="345"/>
                </a:lnTo>
                <a:cubicBezTo>
                  <a:pt x="231" y="345"/>
                  <a:pt x="213" y="363"/>
                  <a:pt x="205" y="380"/>
                </a:cubicBezTo>
                <a:cubicBezTo>
                  <a:pt x="124" y="380"/>
                  <a:pt x="124" y="380"/>
                  <a:pt x="124" y="380"/>
                </a:cubicBezTo>
                <a:cubicBezTo>
                  <a:pt x="89" y="380"/>
                  <a:pt x="80" y="354"/>
                  <a:pt x="80" y="345"/>
                </a:cubicBezTo>
                <a:cubicBezTo>
                  <a:pt x="80" y="248"/>
                  <a:pt x="80" y="248"/>
                  <a:pt x="80" y="248"/>
                </a:cubicBezTo>
                <a:cubicBezTo>
                  <a:pt x="98" y="257"/>
                  <a:pt x="107" y="257"/>
                  <a:pt x="124" y="257"/>
                </a:cubicBezTo>
                <a:cubicBezTo>
                  <a:pt x="205" y="257"/>
                  <a:pt x="205" y="257"/>
                  <a:pt x="205" y="257"/>
                </a:cubicBezTo>
                <a:cubicBezTo>
                  <a:pt x="213" y="274"/>
                  <a:pt x="231" y="292"/>
                  <a:pt x="258" y="292"/>
                </a:cubicBezTo>
                <a:cubicBezTo>
                  <a:pt x="293" y="292"/>
                  <a:pt x="319" y="266"/>
                  <a:pt x="319" y="230"/>
                </a:cubicBezTo>
                <a:cubicBezTo>
                  <a:pt x="319" y="204"/>
                  <a:pt x="293" y="176"/>
                  <a:pt x="258" y="176"/>
                </a:cubicBezTo>
                <a:cubicBezTo>
                  <a:pt x="231" y="176"/>
                  <a:pt x="213" y="185"/>
                  <a:pt x="205" y="212"/>
                </a:cubicBezTo>
                <a:cubicBezTo>
                  <a:pt x="124" y="212"/>
                  <a:pt x="124" y="212"/>
                  <a:pt x="124" y="212"/>
                </a:cubicBezTo>
                <a:cubicBezTo>
                  <a:pt x="89" y="212"/>
                  <a:pt x="80" y="176"/>
                  <a:pt x="80" y="167"/>
                </a:cubicBezTo>
                <a:cubicBezTo>
                  <a:pt x="80" y="114"/>
                  <a:pt x="80" y="114"/>
                  <a:pt x="80" y="114"/>
                </a:cubicBezTo>
                <a:cubicBezTo>
                  <a:pt x="107" y="106"/>
                  <a:pt x="115" y="88"/>
                  <a:pt x="115" y="61"/>
                </a:cubicBezTo>
                <a:cubicBezTo>
                  <a:pt x="115" y="26"/>
                  <a:pt x="89" y="0"/>
                  <a:pt x="62" y="0"/>
                </a:cubicBezTo>
                <a:cubicBezTo>
                  <a:pt x="27" y="0"/>
                  <a:pt x="0" y="26"/>
                  <a:pt x="0" y="61"/>
                </a:cubicBezTo>
                <a:cubicBezTo>
                  <a:pt x="0" y="88"/>
                  <a:pt x="18" y="106"/>
                  <a:pt x="36" y="114"/>
                </a:cubicBezTo>
                <a:cubicBezTo>
                  <a:pt x="36" y="345"/>
                  <a:pt x="36" y="345"/>
                  <a:pt x="36" y="345"/>
                </a:cubicBezTo>
                <a:cubicBezTo>
                  <a:pt x="36" y="380"/>
                  <a:pt x="62" y="433"/>
                  <a:pt x="124" y="433"/>
                </a:cubicBezTo>
                <a:cubicBezTo>
                  <a:pt x="205" y="433"/>
                  <a:pt x="205" y="433"/>
                  <a:pt x="205" y="433"/>
                </a:cubicBezTo>
                <a:cubicBezTo>
                  <a:pt x="213" y="451"/>
                  <a:pt x="231" y="469"/>
                  <a:pt x="258" y="469"/>
                </a:cubicBezTo>
                <a:cubicBezTo>
                  <a:pt x="293" y="469"/>
                  <a:pt x="319" y="442"/>
                  <a:pt x="319" y="407"/>
                </a:cubicBezTo>
                <a:cubicBezTo>
                  <a:pt x="319" y="372"/>
                  <a:pt x="293" y="345"/>
                  <a:pt x="258" y="345"/>
                </a:cubicBezTo>
                <a:close/>
                <a:moveTo>
                  <a:pt x="258" y="195"/>
                </a:moveTo>
                <a:lnTo>
                  <a:pt x="258" y="195"/>
                </a:lnTo>
                <a:cubicBezTo>
                  <a:pt x="275" y="195"/>
                  <a:pt x="293" y="212"/>
                  <a:pt x="293" y="230"/>
                </a:cubicBezTo>
                <a:cubicBezTo>
                  <a:pt x="293" y="248"/>
                  <a:pt x="275" y="266"/>
                  <a:pt x="258" y="266"/>
                </a:cubicBezTo>
                <a:cubicBezTo>
                  <a:pt x="240" y="266"/>
                  <a:pt x="221" y="248"/>
                  <a:pt x="221" y="230"/>
                </a:cubicBezTo>
                <a:cubicBezTo>
                  <a:pt x="221" y="212"/>
                  <a:pt x="240" y="195"/>
                  <a:pt x="258" y="195"/>
                </a:cubicBezTo>
                <a:close/>
                <a:moveTo>
                  <a:pt x="27" y="61"/>
                </a:moveTo>
                <a:lnTo>
                  <a:pt x="27" y="61"/>
                </a:lnTo>
                <a:cubicBezTo>
                  <a:pt x="27" y="44"/>
                  <a:pt x="45" y="26"/>
                  <a:pt x="62" y="26"/>
                </a:cubicBezTo>
                <a:cubicBezTo>
                  <a:pt x="80" y="26"/>
                  <a:pt x="98" y="44"/>
                  <a:pt x="98" y="61"/>
                </a:cubicBezTo>
                <a:cubicBezTo>
                  <a:pt x="98" y="79"/>
                  <a:pt x="80" y="97"/>
                  <a:pt x="62" y="97"/>
                </a:cubicBezTo>
                <a:cubicBezTo>
                  <a:pt x="45" y="97"/>
                  <a:pt x="27" y="79"/>
                  <a:pt x="27" y="61"/>
                </a:cubicBezTo>
                <a:close/>
                <a:moveTo>
                  <a:pt x="258" y="442"/>
                </a:moveTo>
                <a:lnTo>
                  <a:pt x="258" y="442"/>
                </a:lnTo>
                <a:cubicBezTo>
                  <a:pt x="240" y="442"/>
                  <a:pt x="221" y="425"/>
                  <a:pt x="221" y="407"/>
                </a:cubicBezTo>
                <a:cubicBezTo>
                  <a:pt x="221" y="389"/>
                  <a:pt x="240" y="372"/>
                  <a:pt x="258" y="372"/>
                </a:cubicBezTo>
                <a:cubicBezTo>
                  <a:pt x="275" y="372"/>
                  <a:pt x="293" y="389"/>
                  <a:pt x="293" y="407"/>
                </a:cubicBezTo>
                <a:cubicBezTo>
                  <a:pt x="293" y="425"/>
                  <a:pt x="275" y="442"/>
                  <a:pt x="258" y="44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3" name="Freeform 35"/>
          <p:cNvSpPr/>
          <p:nvPr/>
        </p:nvSpPr>
        <p:spPr>
          <a:xfrm>
            <a:off x="3340080" y="1517760"/>
            <a:ext cx="54000" cy="183960"/>
          </a:xfrm>
          <a:custGeom>
            <a:avLst/>
            <a:gdLst/>
            <a:ahLst/>
            <a:rect l="l" t="t" r="r" b="b"/>
            <a:pathLst>
              <a:path w="125" h="417">
                <a:moveTo>
                  <a:pt x="89" y="301"/>
                </a:moveTo>
                <a:lnTo>
                  <a:pt x="89" y="301"/>
                </a:lnTo>
                <a:cubicBezTo>
                  <a:pt x="89" y="115"/>
                  <a:pt x="89" y="115"/>
                  <a:pt x="89" y="115"/>
                </a:cubicBezTo>
                <a:cubicBezTo>
                  <a:pt x="106" y="106"/>
                  <a:pt x="124" y="80"/>
                  <a:pt x="124" y="62"/>
                </a:cubicBezTo>
                <a:cubicBezTo>
                  <a:pt x="124" y="27"/>
                  <a:pt x="97" y="0"/>
                  <a:pt x="62" y="0"/>
                </a:cubicBezTo>
                <a:cubicBezTo>
                  <a:pt x="27" y="0"/>
                  <a:pt x="0" y="27"/>
                  <a:pt x="0" y="62"/>
                </a:cubicBezTo>
                <a:cubicBezTo>
                  <a:pt x="0" y="80"/>
                  <a:pt x="18" y="106"/>
                  <a:pt x="36" y="115"/>
                </a:cubicBezTo>
                <a:cubicBezTo>
                  <a:pt x="36" y="301"/>
                  <a:pt x="36" y="301"/>
                  <a:pt x="36" y="301"/>
                </a:cubicBezTo>
                <a:cubicBezTo>
                  <a:pt x="18" y="310"/>
                  <a:pt x="0" y="328"/>
                  <a:pt x="0" y="354"/>
                </a:cubicBezTo>
                <a:cubicBezTo>
                  <a:pt x="0" y="390"/>
                  <a:pt x="27" y="416"/>
                  <a:pt x="62" y="416"/>
                </a:cubicBezTo>
                <a:cubicBezTo>
                  <a:pt x="97" y="416"/>
                  <a:pt x="124" y="390"/>
                  <a:pt x="124" y="354"/>
                </a:cubicBezTo>
                <a:cubicBezTo>
                  <a:pt x="124" y="328"/>
                  <a:pt x="106" y="310"/>
                  <a:pt x="89" y="301"/>
                </a:cubicBezTo>
                <a:close/>
                <a:moveTo>
                  <a:pt x="27" y="62"/>
                </a:moveTo>
                <a:lnTo>
                  <a:pt x="27" y="62"/>
                </a:lnTo>
                <a:cubicBezTo>
                  <a:pt x="27" y="35"/>
                  <a:pt x="44" y="27"/>
                  <a:pt x="62" y="27"/>
                </a:cubicBezTo>
                <a:cubicBezTo>
                  <a:pt x="80" y="27"/>
                  <a:pt x="97" y="35"/>
                  <a:pt x="97" y="62"/>
                </a:cubicBezTo>
                <a:cubicBezTo>
                  <a:pt x="97" y="80"/>
                  <a:pt x="80" y="88"/>
                  <a:pt x="62" y="88"/>
                </a:cubicBezTo>
                <a:cubicBezTo>
                  <a:pt x="44" y="88"/>
                  <a:pt x="27" y="80"/>
                  <a:pt x="27" y="62"/>
                </a:cubicBezTo>
                <a:close/>
                <a:moveTo>
                  <a:pt x="62" y="390"/>
                </a:moveTo>
                <a:lnTo>
                  <a:pt x="62" y="390"/>
                </a:lnTo>
                <a:cubicBezTo>
                  <a:pt x="44" y="390"/>
                  <a:pt x="27" y="372"/>
                  <a:pt x="27" y="354"/>
                </a:cubicBezTo>
                <a:cubicBezTo>
                  <a:pt x="27" y="337"/>
                  <a:pt x="44" y="319"/>
                  <a:pt x="62" y="319"/>
                </a:cubicBezTo>
                <a:cubicBezTo>
                  <a:pt x="80" y="319"/>
                  <a:pt x="97" y="337"/>
                  <a:pt x="97" y="354"/>
                </a:cubicBezTo>
                <a:cubicBezTo>
                  <a:pt x="97" y="372"/>
                  <a:pt x="80" y="390"/>
                  <a:pt x="62" y="39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4" name="Freeform 36"/>
          <p:cNvSpPr/>
          <p:nvPr/>
        </p:nvSpPr>
        <p:spPr>
          <a:xfrm>
            <a:off x="3733920" y="1517760"/>
            <a:ext cx="142920" cy="183960"/>
          </a:xfrm>
          <a:custGeom>
            <a:avLst/>
            <a:gdLst/>
            <a:ahLst/>
            <a:rect l="l" t="t" r="r" b="b"/>
            <a:pathLst>
              <a:path w="320" h="417">
                <a:moveTo>
                  <a:pt x="115" y="62"/>
                </a:moveTo>
                <a:lnTo>
                  <a:pt x="115" y="62"/>
                </a:lnTo>
                <a:cubicBezTo>
                  <a:pt x="115" y="27"/>
                  <a:pt x="89" y="0"/>
                  <a:pt x="62" y="0"/>
                </a:cubicBezTo>
                <a:cubicBezTo>
                  <a:pt x="27" y="0"/>
                  <a:pt x="0" y="27"/>
                  <a:pt x="0" y="62"/>
                </a:cubicBezTo>
                <a:cubicBezTo>
                  <a:pt x="0" y="80"/>
                  <a:pt x="18" y="106"/>
                  <a:pt x="36" y="115"/>
                </a:cubicBezTo>
                <a:cubicBezTo>
                  <a:pt x="36" y="301"/>
                  <a:pt x="36" y="301"/>
                  <a:pt x="36" y="301"/>
                </a:cubicBezTo>
                <a:cubicBezTo>
                  <a:pt x="18" y="310"/>
                  <a:pt x="0" y="328"/>
                  <a:pt x="0" y="354"/>
                </a:cubicBezTo>
                <a:cubicBezTo>
                  <a:pt x="0" y="390"/>
                  <a:pt x="27" y="416"/>
                  <a:pt x="62" y="416"/>
                </a:cubicBezTo>
                <a:cubicBezTo>
                  <a:pt x="89" y="416"/>
                  <a:pt x="115" y="390"/>
                  <a:pt x="115" y="354"/>
                </a:cubicBezTo>
                <a:cubicBezTo>
                  <a:pt x="115" y="328"/>
                  <a:pt x="106" y="310"/>
                  <a:pt x="80" y="301"/>
                </a:cubicBezTo>
                <a:cubicBezTo>
                  <a:pt x="80" y="115"/>
                  <a:pt x="80" y="115"/>
                  <a:pt x="80" y="115"/>
                </a:cubicBezTo>
                <a:cubicBezTo>
                  <a:pt x="106" y="106"/>
                  <a:pt x="115" y="80"/>
                  <a:pt x="115" y="62"/>
                </a:cubicBezTo>
                <a:close/>
                <a:moveTo>
                  <a:pt x="98" y="354"/>
                </a:moveTo>
                <a:lnTo>
                  <a:pt x="98" y="354"/>
                </a:lnTo>
                <a:cubicBezTo>
                  <a:pt x="98" y="372"/>
                  <a:pt x="80" y="390"/>
                  <a:pt x="62" y="390"/>
                </a:cubicBezTo>
                <a:cubicBezTo>
                  <a:pt x="44" y="390"/>
                  <a:pt x="27" y="372"/>
                  <a:pt x="27" y="354"/>
                </a:cubicBezTo>
                <a:cubicBezTo>
                  <a:pt x="27" y="337"/>
                  <a:pt x="44" y="319"/>
                  <a:pt x="62" y="319"/>
                </a:cubicBezTo>
                <a:cubicBezTo>
                  <a:pt x="80" y="319"/>
                  <a:pt x="98" y="337"/>
                  <a:pt x="98" y="354"/>
                </a:cubicBezTo>
                <a:close/>
                <a:moveTo>
                  <a:pt x="62" y="88"/>
                </a:moveTo>
                <a:lnTo>
                  <a:pt x="62" y="88"/>
                </a:lnTo>
                <a:cubicBezTo>
                  <a:pt x="44" y="88"/>
                  <a:pt x="27" y="80"/>
                  <a:pt x="27" y="62"/>
                </a:cubicBezTo>
                <a:cubicBezTo>
                  <a:pt x="27" y="35"/>
                  <a:pt x="44" y="27"/>
                  <a:pt x="62" y="27"/>
                </a:cubicBezTo>
                <a:cubicBezTo>
                  <a:pt x="80" y="27"/>
                  <a:pt x="98" y="35"/>
                  <a:pt x="98" y="62"/>
                </a:cubicBezTo>
                <a:cubicBezTo>
                  <a:pt x="98" y="80"/>
                  <a:pt x="80" y="88"/>
                  <a:pt x="62" y="88"/>
                </a:cubicBezTo>
                <a:close/>
                <a:moveTo>
                  <a:pt x="284" y="301"/>
                </a:moveTo>
                <a:lnTo>
                  <a:pt x="284" y="301"/>
                </a:lnTo>
                <a:cubicBezTo>
                  <a:pt x="284" y="115"/>
                  <a:pt x="284" y="115"/>
                  <a:pt x="284" y="115"/>
                </a:cubicBezTo>
                <a:cubicBezTo>
                  <a:pt x="302" y="106"/>
                  <a:pt x="319" y="80"/>
                  <a:pt x="319" y="62"/>
                </a:cubicBezTo>
                <a:cubicBezTo>
                  <a:pt x="319" y="27"/>
                  <a:pt x="292" y="0"/>
                  <a:pt x="257" y="0"/>
                </a:cubicBezTo>
                <a:cubicBezTo>
                  <a:pt x="221" y="0"/>
                  <a:pt x="195" y="27"/>
                  <a:pt x="195" y="62"/>
                </a:cubicBezTo>
                <a:cubicBezTo>
                  <a:pt x="195" y="80"/>
                  <a:pt x="212" y="106"/>
                  <a:pt x="239" y="115"/>
                </a:cubicBezTo>
                <a:cubicBezTo>
                  <a:pt x="239" y="301"/>
                  <a:pt x="239" y="301"/>
                  <a:pt x="239" y="301"/>
                </a:cubicBezTo>
                <a:cubicBezTo>
                  <a:pt x="212" y="310"/>
                  <a:pt x="195" y="328"/>
                  <a:pt x="195" y="354"/>
                </a:cubicBezTo>
                <a:cubicBezTo>
                  <a:pt x="195" y="390"/>
                  <a:pt x="221" y="416"/>
                  <a:pt x="257" y="416"/>
                </a:cubicBezTo>
                <a:cubicBezTo>
                  <a:pt x="292" y="416"/>
                  <a:pt x="319" y="390"/>
                  <a:pt x="319" y="354"/>
                </a:cubicBezTo>
                <a:cubicBezTo>
                  <a:pt x="319" y="328"/>
                  <a:pt x="302" y="310"/>
                  <a:pt x="284" y="301"/>
                </a:cubicBezTo>
                <a:close/>
                <a:moveTo>
                  <a:pt x="221" y="62"/>
                </a:moveTo>
                <a:lnTo>
                  <a:pt x="221" y="62"/>
                </a:lnTo>
                <a:cubicBezTo>
                  <a:pt x="221" y="35"/>
                  <a:pt x="239" y="27"/>
                  <a:pt x="257" y="27"/>
                </a:cubicBezTo>
                <a:cubicBezTo>
                  <a:pt x="275" y="27"/>
                  <a:pt x="292" y="35"/>
                  <a:pt x="292" y="62"/>
                </a:cubicBezTo>
                <a:cubicBezTo>
                  <a:pt x="292" y="80"/>
                  <a:pt x="275" y="88"/>
                  <a:pt x="257" y="88"/>
                </a:cubicBezTo>
                <a:cubicBezTo>
                  <a:pt x="239" y="88"/>
                  <a:pt x="221" y="80"/>
                  <a:pt x="221" y="62"/>
                </a:cubicBezTo>
                <a:close/>
                <a:moveTo>
                  <a:pt x="257" y="390"/>
                </a:moveTo>
                <a:lnTo>
                  <a:pt x="257" y="390"/>
                </a:lnTo>
                <a:cubicBezTo>
                  <a:pt x="239" y="390"/>
                  <a:pt x="221" y="372"/>
                  <a:pt x="221" y="354"/>
                </a:cubicBezTo>
                <a:cubicBezTo>
                  <a:pt x="221" y="337"/>
                  <a:pt x="239" y="319"/>
                  <a:pt x="257" y="319"/>
                </a:cubicBezTo>
                <a:cubicBezTo>
                  <a:pt x="275" y="319"/>
                  <a:pt x="292" y="337"/>
                  <a:pt x="292" y="354"/>
                </a:cubicBezTo>
                <a:cubicBezTo>
                  <a:pt x="292" y="372"/>
                  <a:pt x="275" y="390"/>
                  <a:pt x="257" y="39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5" name="Freeform 37"/>
          <p:cNvSpPr/>
          <p:nvPr/>
        </p:nvSpPr>
        <p:spPr>
          <a:xfrm>
            <a:off x="2001960" y="2387520"/>
            <a:ext cx="101520" cy="192240"/>
          </a:xfrm>
          <a:custGeom>
            <a:avLst/>
            <a:gdLst/>
            <a:ahLst/>
            <a:rect l="l" t="t" r="r" b="b"/>
            <a:pathLst>
              <a:path w="231" h="435">
                <a:moveTo>
                  <a:pt x="221" y="399"/>
                </a:moveTo>
                <a:lnTo>
                  <a:pt x="221" y="399"/>
                </a:lnTo>
                <a:cubicBezTo>
                  <a:pt x="230" y="408"/>
                  <a:pt x="230" y="417"/>
                  <a:pt x="221" y="426"/>
                </a:cubicBezTo>
                <a:cubicBezTo>
                  <a:pt x="213" y="434"/>
                  <a:pt x="204" y="434"/>
                  <a:pt x="204" y="426"/>
                </a:cubicBezTo>
                <a:cubicBezTo>
                  <a:pt x="9" y="230"/>
                  <a:pt x="9" y="230"/>
                  <a:pt x="9" y="230"/>
                </a:cubicBezTo>
                <a:cubicBezTo>
                  <a:pt x="0" y="222"/>
                  <a:pt x="0" y="213"/>
                  <a:pt x="9" y="204"/>
                </a:cubicBezTo>
                <a:cubicBezTo>
                  <a:pt x="204" y="9"/>
                  <a:pt x="204" y="9"/>
                  <a:pt x="204" y="9"/>
                </a:cubicBezTo>
                <a:cubicBezTo>
                  <a:pt x="204" y="0"/>
                  <a:pt x="213" y="0"/>
                  <a:pt x="221" y="9"/>
                </a:cubicBezTo>
                <a:cubicBezTo>
                  <a:pt x="230" y="17"/>
                  <a:pt x="230" y="26"/>
                  <a:pt x="221" y="36"/>
                </a:cubicBezTo>
                <a:cubicBezTo>
                  <a:pt x="44" y="213"/>
                  <a:pt x="44" y="213"/>
                  <a:pt x="44" y="213"/>
                </a:cubicBezTo>
                <a:lnTo>
                  <a:pt x="221" y="399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6" name="Freeform 38"/>
          <p:cNvSpPr/>
          <p:nvPr/>
        </p:nvSpPr>
        <p:spPr>
          <a:xfrm>
            <a:off x="6838920" y="1994040"/>
            <a:ext cx="58680" cy="99720"/>
          </a:xfrm>
          <a:custGeom>
            <a:avLst/>
            <a:gdLst/>
            <a:ahLst/>
            <a:rect l="l" t="t" r="r" b="b"/>
            <a:pathLst>
              <a:path w="133" h="231">
                <a:moveTo>
                  <a:pt x="124" y="204"/>
                </a:moveTo>
                <a:lnTo>
                  <a:pt x="124" y="204"/>
                </a:lnTo>
                <a:cubicBezTo>
                  <a:pt x="132" y="213"/>
                  <a:pt x="132" y="221"/>
                  <a:pt x="124" y="230"/>
                </a:cubicBezTo>
                <a:cubicBezTo>
                  <a:pt x="115" y="230"/>
                  <a:pt x="106" y="230"/>
                  <a:pt x="97" y="230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4"/>
                  <a:pt x="0" y="115"/>
                  <a:pt x="0" y="107"/>
                </a:cubicBezTo>
                <a:cubicBezTo>
                  <a:pt x="97" y="9"/>
                  <a:pt x="97" y="9"/>
                  <a:pt x="97" y="9"/>
                </a:cubicBezTo>
                <a:cubicBezTo>
                  <a:pt x="106" y="0"/>
                  <a:pt x="115" y="0"/>
                  <a:pt x="124" y="9"/>
                </a:cubicBezTo>
                <a:cubicBezTo>
                  <a:pt x="132" y="17"/>
                  <a:pt x="132" y="26"/>
                  <a:pt x="124" y="35"/>
                </a:cubicBezTo>
                <a:cubicBezTo>
                  <a:pt x="44" y="115"/>
                  <a:pt x="44" y="115"/>
                  <a:pt x="44" y="115"/>
                </a:cubicBezTo>
                <a:lnTo>
                  <a:pt x="124" y="204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7" name="Freeform 39"/>
          <p:cNvSpPr/>
          <p:nvPr/>
        </p:nvSpPr>
        <p:spPr>
          <a:xfrm>
            <a:off x="689040" y="2454120"/>
            <a:ext cx="102960" cy="59040"/>
          </a:xfrm>
          <a:custGeom>
            <a:avLst/>
            <a:gdLst/>
            <a:ahLst/>
            <a:rect l="l" t="t" r="r" b="b"/>
            <a:pathLst>
              <a:path w="232" h="133">
                <a:moveTo>
                  <a:pt x="195" y="9"/>
                </a:moveTo>
                <a:lnTo>
                  <a:pt x="195" y="9"/>
                </a:lnTo>
                <a:cubicBezTo>
                  <a:pt x="204" y="0"/>
                  <a:pt x="213" y="0"/>
                  <a:pt x="222" y="9"/>
                </a:cubicBezTo>
                <a:cubicBezTo>
                  <a:pt x="231" y="9"/>
                  <a:pt x="231" y="26"/>
                  <a:pt x="222" y="26"/>
                </a:cubicBezTo>
                <a:cubicBezTo>
                  <a:pt x="125" y="124"/>
                  <a:pt x="125" y="124"/>
                  <a:pt x="125" y="124"/>
                </a:cubicBezTo>
                <a:cubicBezTo>
                  <a:pt x="125" y="132"/>
                  <a:pt x="107" y="132"/>
                  <a:pt x="107" y="124"/>
                </a:cubicBezTo>
                <a:cubicBezTo>
                  <a:pt x="9" y="26"/>
                  <a:pt x="9" y="26"/>
                  <a:pt x="9" y="26"/>
                </a:cubicBezTo>
                <a:cubicBezTo>
                  <a:pt x="0" y="26"/>
                  <a:pt x="0" y="9"/>
                  <a:pt x="9" y="9"/>
                </a:cubicBezTo>
                <a:cubicBezTo>
                  <a:pt x="9" y="0"/>
                  <a:pt x="27" y="0"/>
                  <a:pt x="27" y="9"/>
                </a:cubicBezTo>
                <a:cubicBezTo>
                  <a:pt x="116" y="79"/>
                  <a:pt x="116" y="79"/>
                  <a:pt x="116" y="79"/>
                </a:cubicBezTo>
                <a:lnTo>
                  <a:pt x="195" y="9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8" name="Freeform 40"/>
          <p:cNvSpPr/>
          <p:nvPr/>
        </p:nvSpPr>
        <p:spPr>
          <a:xfrm>
            <a:off x="1127160" y="2454120"/>
            <a:ext cx="103320" cy="59040"/>
          </a:xfrm>
          <a:custGeom>
            <a:avLst/>
            <a:gdLst/>
            <a:ahLst/>
            <a:rect l="l" t="t" r="r" b="b"/>
            <a:pathLst>
              <a:path w="232" h="133">
                <a:moveTo>
                  <a:pt x="28" y="124"/>
                </a:moveTo>
                <a:lnTo>
                  <a:pt x="28" y="124"/>
                </a:lnTo>
                <a:cubicBezTo>
                  <a:pt x="28" y="132"/>
                  <a:pt x="10" y="132"/>
                  <a:pt x="10" y="124"/>
                </a:cubicBezTo>
                <a:cubicBezTo>
                  <a:pt x="0" y="115"/>
                  <a:pt x="0" y="106"/>
                  <a:pt x="10" y="97"/>
                </a:cubicBezTo>
                <a:cubicBezTo>
                  <a:pt x="107" y="9"/>
                  <a:pt x="107" y="9"/>
                  <a:pt x="107" y="9"/>
                </a:cubicBezTo>
                <a:cubicBezTo>
                  <a:pt x="107" y="0"/>
                  <a:pt x="125" y="0"/>
                  <a:pt x="125" y="9"/>
                </a:cubicBezTo>
                <a:cubicBezTo>
                  <a:pt x="222" y="97"/>
                  <a:pt x="222" y="97"/>
                  <a:pt x="222" y="97"/>
                </a:cubicBezTo>
                <a:cubicBezTo>
                  <a:pt x="231" y="106"/>
                  <a:pt x="231" y="115"/>
                  <a:pt x="222" y="124"/>
                </a:cubicBezTo>
                <a:cubicBezTo>
                  <a:pt x="213" y="132"/>
                  <a:pt x="204" y="132"/>
                  <a:pt x="196" y="124"/>
                </a:cubicBezTo>
                <a:cubicBezTo>
                  <a:pt x="116" y="44"/>
                  <a:pt x="116" y="44"/>
                  <a:pt x="116" y="44"/>
                </a:cubicBezTo>
                <a:lnTo>
                  <a:pt x="28" y="124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9" name="Freeform 41"/>
          <p:cNvSpPr/>
          <p:nvPr/>
        </p:nvSpPr>
        <p:spPr>
          <a:xfrm>
            <a:off x="1584360" y="2430360"/>
            <a:ext cx="57240" cy="103320"/>
          </a:xfrm>
          <a:custGeom>
            <a:avLst/>
            <a:gdLst/>
            <a:ahLst/>
            <a:rect l="l" t="t" r="r" b="b"/>
            <a:pathLst>
              <a:path w="133" h="232">
                <a:moveTo>
                  <a:pt x="8" y="204"/>
                </a:moveTo>
                <a:lnTo>
                  <a:pt x="8" y="204"/>
                </a:lnTo>
                <a:cubicBezTo>
                  <a:pt x="0" y="213"/>
                  <a:pt x="0" y="222"/>
                  <a:pt x="8" y="231"/>
                </a:cubicBezTo>
                <a:cubicBezTo>
                  <a:pt x="17" y="231"/>
                  <a:pt x="26" y="231"/>
                  <a:pt x="35" y="231"/>
                </a:cubicBezTo>
                <a:cubicBezTo>
                  <a:pt x="132" y="133"/>
                  <a:pt x="132" y="133"/>
                  <a:pt x="132" y="133"/>
                </a:cubicBezTo>
                <a:cubicBezTo>
                  <a:pt x="132" y="125"/>
                  <a:pt x="132" y="116"/>
                  <a:pt x="132" y="107"/>
                </a:cubicBezTo>
                <a:cubicBezTo>
                  <a:pt x="35" y="10"/>
                  <a:pt x="35" y="10"/>
                  <a:pt x="35" y="10"/>
                </a:cubicBezTo>
                <a:cubicBezTo>
                  <a:pt x="26" y="0"/>
                  <a:pt x="17" y="0"/>
                  <a:pt x="8" y="10"/>
                </a:cubicBezTo>
                <a:cubicBezTo>
                  <a:pt x="0" y="18"/>
                  <a:pt x="0" y="27"/>
                  <a:pt x="8" y="36"/>
                </a:cubicBezTo>
                <a:cubicBezTo>
                  <a:pt x="88" y="116"/>
                  <a:pt x="88" y="116"/>
                  <a:pt x="88" y="116"/>
                </a:cubicBezTo>
                <a:lnTo>
                  <a:pt x="8" y="204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0" name="Freeform 42"/>
          <p:cNvSpPr/>
          <p:nvPr/>
        </p:nvSpPr>
        <p:spPr>
          <a:xfrm>
            <a:off x="3314880" y="2387520"/>
            <a:ext cx="102960" cy="192240"/>
          </a:xfrm>
          <a:custGeom>
            <a:avLst/>
            <a:gdLst/>
            <a:ahLst/>
            <a:rect l="l" t="t" r="r" b="b"/>
            <a:pathLst>
              <a:path w="232" h="435">
                <a:moveTo>
                  <a:pt x="10" y="399"/>
                </a:moveTo>
                <a:lnTo>
                  <a:pt x="10" y="399"/>
                </a:lnTo>
                <a:cubicBezTo>
                  <a:pt x="0" y="408"/>
                  <a:pt x="0" y="417"/>
                  <a:pt x="10" y="426"/>
                </a:cubicBezTo>
                <a:cubicBezTo>
                  <a:pt x="10" y="434"/>
                  <a:pt x="28" y="434"/>
                  <a:pt x="28" y="426"/>
                </a:cubicBezTo>
                <a:cubicBezTo>
                  <a:pt x="222" y="230"/>
                  <a:pt x="222" y="230"/>
                  <a:pt x="222" y="230"/>
                </a:cubicBezTo>
                <a:cubicBezTo>
                  <a:pt x="231" y="222"/>
                  <a:pt x="231" y="213"/>
                  <a:pt x="222" y="204"/>
                </a:cubicBezTo>
                <a:cubicBezTo>
                  <a:pt x="28" y="9"/>
                  <a:pt x="28" y="9"/>
                  <a:pt x="28" y="9"/>
                </a:cubicBezTo>
                <a:cubicBezTo>
                  <a:pt x="28" y="0"/>
                  <a:pt x="10" y="0"/>
                  <a:pt x="10" y="9"/>
                </a:cubicBezTo>
                <a:cubicBezTo>
                  <a:pt x="0" y="17"/>
                  <a:pt x="0" y="26"/>
                  <a:pt x="10" y="36"/>
                </a:cubicBezTo>
                <a:cubicBezTo>
                  <a:pt x="187" y="213"/>
                  <a:pt x="187" y="213"/>
                  <a:pt x="187" y="213"/>
                </a:cubicBezTo>
                <a:lnTo>
                  <a:pt x="10" y="399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1" name="Freeform 43"/>
          <p:cNvSpPr/>
          <p:nvPr/>
        </p:nvSpPr>
        <p:spPr>
          <a:xfrm>
            <a:off x="2833560" y="2430360"/>
            <a:ext cx="189000" cy="103320"/>
          </a:xfrm>
          <a:custGeom>
            <a:avLst/>
            <a:gdLst/>
            <a:ahLst/>
            <a:rect l="l" t="t" r="r" b="b"/>
            <a:pathLst>
              <a:path w="427" h="232">
                <a:moveTo>
                  <a:pt x="398" y="231"/>
                </a:moveTo>
                <a:lnTo>
                  <a:pt x="398" y="231"/>
                </a:lnTo>
                <a:lnTo>
                  <a:pt x="416" y="231"/>
                </a:lnTo>
                <a:cubicBezTo>
                  <a:pt x="426" y="222"/>
                  <a:pt x="426" y="213"/>
                  <a:pt x="416" y="204"/>
                </a:cubicBezTo>
                <a:cubicBezTo>
                  <a:pt x="222" y="10"/>
                  <a:pt x="222" y="10"/>
                  <a:pt x="222" y="10"/>
                </a:cubicBezTo>
                <a:cubicBezTo>
                  <a:pt x="222" y="0"/>
                  <a:pt x="204" y="0"/>
                  <a:pt x="204" y="10"/>
                </a:cubicBezTo>
                <a:cubicBezTo>
                  <a:pt x="0" y="204"/>
                  <a:pt x="0" y="204"/>
                  <a:pt x="0" y="204"/>
                </a:cubicBezTo>
                <a:cubicBezTo>
                  <a:pt x="0" y="213"/>
                  <a:pt x="0" y="222"/>
                  <a:pt x="0" y="231"/>
                </a:cubicBezTo>
                <a:cubicBezTo>
                  <a:pt x="9" y="231"/>
                  <a:pt x="18" y="231"/>
                  <a:pt x="26" y="231"/>
                </a:cubicBezTo>
                <a:cubicBezTo>
                  <a:pt x="213" y="54"/>
                  <a:pt x="213" y="54"/>
                  <a:pt x="213" y="54"/>
                </a:cubicBezTo>
                <a:lnTo>
                  <a:pt x="398" y="231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2" name="Freeform 44"/>
          <p:cNvSpPr/>
          <p:nvPr/>
        </p:nvSpPr>
        <p:spPr>
          <a:xfrm>
            <a:off x="2397240" y="2430360"/>
            <a:ext cx="187200" cy="103320"/>
          </a:xfrm>
          <a:custGeom>
            <a:avLst/>
            <a:gdLst/>
            <a:ahLst/>
            <a:rect l="l" t="t" r="r" b="b"/>
            <a:pathLst>
              <a:path w="426" h="232">
                <a:moveTo>
                  <a:pt x="26" y="10"/>
                </a:moveTo>
                <a:lnTo>
                  <a:pt x="26" y="10"/>
                </a:lnTo>
                <a:cubicBezTo>
                  <a:pt x="17" y="0"/>
                  <a:pt x="9" y="0"/>
                  <a:pt x="0" y="10"/>
                </a:cubicBezTo>
                <a:cubicBezTo>
                  <a:pt x="0" y="18"/>
                  <a:pt x="0" y="27"/>
                  <a:pt x="0" y="36"/>
                </a:cubicBezTo>
                <a:cubicBezTo>
                  <a:pt x="203" y="231"/>
                  <a:pt x="203" y="231"/>
                  <a:pt x="203" y="231"/>
                </a:cubicBezTo>
                <a:lnTo>
                  <a:pt x="221" y="231"/>
                </a:lnTo>
                <a:cubicBezTo>
                  <a:pt x="416" y="36"/>
                  <a:pt x="416" y="36"/>
                  <a:pt x="416" y="36"/>
                </a:cubicBezTo>
                <a:cubicBezTo>
                  <a:pt x="425" y="27"/>
                  <a:pt x="425" y="18"/>
                  <a:pt x="416" y="10"/>
                </a:cubicBezTo>
                <a:cubicBezTo>
                  <a:pt x="416" y="0"/>
                  <a:pt x="398" y="0"/>
                  <a:pt x="398" y="10"/>
                </a:cubicBezTo>
                <a:cubicBezTo>
                  <a:pt x="213" y="186"/>
                  <a:pt x="213" y="186"/>
                  <a:pt x="213" y="186"/>
                </a:cubicBezTo>
                <a:lnTo>
                  <a:pt x="26" y="10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3" name="Freeform 88"/>
          <p:cNvSpPr/>
          <p:nvPr/>
        </p:nvSpPr>
        <p:spPr>
          <a:xfrm>
            <a:off x="2036880" y="2852640"/>
            <a:ext cx="33120" cy="30240"/>
          </a:xfrm>
          <a:custGeom>
            <a:avLst/>
            <a:gdLst/>
            <a:ahLst/>
            <a:rect l="l" t="t" r="r" b="b"/>
            <a:pathLst>
              <a:path w="73" h="71">
                <a:moveTo>
                  <a:pt x="36" y="70"/>
                </a:moveTo>
                <a:lnTo>
                  <a:pt x="36" y="70"/>
                </a:lnTo>
                <a:cubicBezTo>
                  <a:pt x="53" y="70"/>
                  <a:pt x="72" y="53"/>
                  <a:pt x="72" y="35"/>
                </a:cubicBezTo>
                <a:cubicBezTo>
                  <a:pt x="72" y="9"/>
                  <a:pt x="53" y="0"/>
                  <a:pt x="36" y="0"/>
                </a:cubicBezTo>
                <a:cubicBezTo>
                  <a:pt x="9" y="0"/>
                  <a:pt x="0" y="9"/>
                  <a:pt x="0" y="35"/>
                </a:cubicBezTo>
                <a:cubicBezTo>
                  <a:pt x="0" y="53"/>
                  <a:pt x="9" y="70"/>
                  <a:pt x="36" y="7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3320" bIns="13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4" name="Freeform 89"/>
          <p:cNvSpPr/>
          <p:nvPr/>
        </p:nvSpPr>
        <p:spPr>
          <a:xfrm>
            <a:off x="2025720" y="2887560"/>
            <a:ext cx="54000" cy="103320"/>
          </a:xfrm>
          <a:custGeom>
            <a:avLst/>
            <a:gdLst/>
            <a:ahLst/>
            <a:rect l="l" t="t" r="r" b="b"/>
            <a:pathLst>
              <a:path w="124" h="232">
                <a:moveTo>
                  <a:pt x="107" y="0"/>
                </a:moveTo>
                <a:lnTo>
                  <a:pt x="107" y="0"/>
                </a:lnTo>
                <a:cubicBezTo>
                  <a:pt x="9" y="0"/>
                  <a:pt x="9" y="0"/>
                  <a:pt x="9" y="0"/>
                </a:cubicBezTo>
                <a:cubicBezTo>
                  <a:pt x="9" y="0"/>
                  <a:pt x="9" y="0"/>
                  <a:pt x="0" y="0"/>
                </a:cubicBezTo>
                <a:cubicBezTo>
                  <a:pt x="0" y="9"/>
                  <a:pt x="0" y="9"/>
                  <a:pt x="0" y="18"/>
                </a:cubicBezTo>
                <a:cubicBezTo>
                  <a:pt x="0" y="115"/>
                  <a:pt x="0" y="115"/>
                  <a:pt x="0" y="115"/>
                </a:cubicBezTo>
                <a:cubicBezTo>
                  <a:pt x="26" y="115"/>
                  <a:pt x="26" y="115"/>
                  <a:pt x="26" y="115"/>
                </a:cubicBezTo>
                <a:cubicBezTo>
                  <a:pt x="26" y="231"/>
                  <a:pt x="26" y="231"/>
                  <a:pt x="26" y="231"/>
                </a:cubicBezTo>
                <a:cubicBezTo>
                  <a:pt x="98" y="231"/>
                  <a:pt x="98" y="231"/>
                  <a:pt x="98" y="231"/>
                </a:cubicBezTo>
                <a:cubicBezTo>
                  <a:pt x="98" y="115"/>
                  <a:pt x="98" y="115"/>
                  <a:pt x="98" y="115"/>
                </a:cubicBezTo>
                <a:cubicBezTo>
                  <a:pt x="123" y="115"/>
                  <a:pt x="123" y="115"/>
                  <a:pt x="123" y="115"/>
                </a:cubicBezTo>
                <a:cubicBezTo>
                  <a:pt x="123" y="18"/>
                  <a:pt x="123" y="18"/>
                  <a:pt x="123" y="18"/>
                </a:cubicBezTo>
                <a:cubicBezTo>
                  <a:pt x="123" y="9"/>
                  <a:pt x="123" y="9"/>
                  <a:pt x="123" y="0"/>
                </a:cubicBezTo>
                <a:cubicBezTo>
                  <a:pt x="115" y="0"/>
                  <a:pt x="115" y="0"/>
                  <a:pt x="107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5" name="Freeform 90"/>
          <p:cNvSpPr/>
          <p:nvPr/>
        </p:nvSpPr>
        <p:spPr>
          <a:xfrm>
            <a:off x="1509840" y="2813040"/>
            <a:ext cx="212760" cy="212760"/>
          </a:xfrm>
          <a:custGeom>
            <a:avLst/>
            <a:gdLst/>
            <a:ahLst/>
            <a:rect l="l" t="t" r="r" b="b"/>
            <a:pathLst>
              <a:path w="480" h="479">
                <a:moveTo>
                  <a:pt x="239" y="8"/>
                </a:moveTo>
                <a:lnTo>
                  <a:pt x="239" y="8"/>
                </a:lnTo>
                <a:cubicBezTo>
                  <a:pt x="107" y="8"/>
                  <a:pt x="0" y="115"/>
                  <a:pt x="0" y="248"/>
                </a:cubicBezTo>
                <a:cubicBezTo>
                  <a:pt x="0" y="381"/>
                  <a:pt x="107" y="478"/>
                  <a:pt x="239" y="478"/>
                </a:cubicBezTo>
                <a:cubicBezTo>
                  <a:pt x="372" y="478"/>
                  <a:pt x="479" y="372"/>
                  <a:pt x="479" y="239"/>
                </a:cubicBezTo>
                <a:cubicBezTo>
                  <a:pt x="479" y="106"/>
                  <a:pt x="363" y="0"/>
                  <a:pt x="239" y="8"/>
                </a:cubicBezTo>
                <a:close/>
                <a:moveTo>
                  <a:pt x="239" y="434"/>
                </a:moveTo>
                <a:lnTo>
                  <a:pt x="239" y="434"/>
                </a:lnTo>
                <a:cubicBezTo>
                  <a:pt x="133" y="434"/>
                  <a:pt x="53" y="346"/>
                  <a:pt x="53" y="248"/>
                </a:cubicBezTo>
                <a:cubicBezTo>
                  <a:pt x="53" y="142"/>
                  <a:pt x="133" y="53"/>
                  <a:pt x="239" y="53"/>
                </a:cubicBezTo>
                <a:cubicBezTo>
                  <a:pt x="337" y="53"/>
                  <a:pt x="426" y="133"/>
                  <a:pt x="426" y="239"/>
                </a:cubicBezTo>
                <a:cubicBezTo>
                  <a:pt x="426" y="346"/>
                  <a:pt x="346" y="425"/>
                  <a:pt x="239" y="434"/>
                </a:cubicBezTo>
                <a:close/>
                <a:moveTo>
                  <a:pt x="177" y="283"/>
                </a:moveTo>
                <a:lnTo>
                  <a:pt x="177" y="283"/>
                </a:lnTo>
                <a:cubicBezTo>
                  <a:pt x="169" y="283"/>
                  <a:pt x="160" y="283"/>
                  <a:pt x="160" y="274"/>
                </a:cubicBezTo>
                <a:cubicBezTo>
                  <a:pt x="151" y="265"/>
                  <a:pt x="151" y="257"/>
                  <a:pt x="151" y="239"/>
                </a:cubicBezTo>
                <a:cubicBezTo>
                  <a:pt x="151" y="212"/>
                  <a:pt x="160" y="204"/>
                  <a:pt x="177" y="204"/>
                </a:cubicBezTo>
                <a:cubicBezTo>
                  <a:pt x="186" y="204"/>
                  <a:pt x="186" y="204"/>
                  <a:pt x="195" y="204"/>
                </a:cubicBezTo>
                <a:cubicBezTo>
                  <a:pt x="195" y="212"/>
                  <a:pt x="204" y="212"/>
                  <a:pt x="204" y="221"/>
                </a:cubicBezTo>
                <a:cubicBezTo>
                  <a:pt x="239" y="204"/>
                  <a:pt x="239" y="204"/>
                  <a:pt x="239" y="204"/>
                </a:cubicBezTo>
                <a:cubicBezTo>
                  <a:pt x="222" y="186"/>
                  <a:pt x="204" y="168"/>
                  <a:pt x="177" y="168"/>
                </a:cubicBezTo>
                <a:cubicBezTo>
                  <a:pt x="160" y="168"/>
                  <a:pt x="142" y="177"/>
                  <a:pt x="124" y="195"/>
                </a:cubicBezTo>
                <a:cubicBezTo>
                  <a:pt x="116" y="204"/>
                  <a:pt x="107" y="221"/>
                  <a:pt x="107" y="239"/>
                </a:cubicBezTo>
                <a:cubicBezTo>
                  <a:pt x="107" y="265"/>
                  <a:pt x="116" y="283"/>
                  <a:pt x="124" y="292"/>
                </a:cubicBezTo>
                <a:cubicBezTo>
                  <a:pt x="142" y="310"/>
                  <a:pt x="160" y="310"/>
                  <a:pt x="177" y="310"/>
                </a:cubicBezTo>
                <a:cubicBezTo>
                  <a:pt x="186" y="310"/>
                  <a:pt x="204" y="310"/>
                  <a:pt x="213" y="301"/>
                </a:cubicBezTo>
                <a:cubicBezTo>
                  <a:pt x="222" y="301"/>
                  <a:pt x="230" y="292"/>
                  <a:pt x="239" y="274"/>
                </a:cubicBezTo>
                <a:cubicBezTo>
                  <a:pt x="213" y="265"/>
                  <a:pt x="213" y="265"/>
                  <a:pt x="213" y="265"/>
                </a:cubicBezTo>
                <a:cubicBezTo>
                  <a:pt x="204" y="274"/>
                  <a:pt x="195" y="283"/>
                  <a:pt x="177" y="283"/>
                </a:cubicBezTo>
                <a:close/>
                <a:moveTo>
                  <a:pt x="310" y="283"/>
                </a:moveTo>
                <a:lnTo>
                  <a:pt x="310" y="283"/>
                </a:lnTo>
                <a:cubicBezTo>
                  <a:pt x="301" y="283"/>
                  <a:pt x="292" y="283"/>
                  <a:pt x="292" y="274"/>
                </a:cubicBezTo>
                <a:cubicBezTo>
                  <a:pt x="284" y="265"/>
                  <a:pt x="284" y="257"/>
                  <a:pt x="284" y="239"/>
                </a:cubicBezTo>
                <a:cubicBezTo>
                  <a:pt x="284" y="212"/>
                  <a:pt x="292" y="204"/>
                  <a:pt x="310" y="204"/>
                </a:cubicBezTo>
                <a:cubicBezTo>
                  <a:pt x="319" y="204"/>
                  <a:pt x="319" y="204"/>
                  <a:pt x="328" y="204"/>
                </a:cubicBezTo>
                <a:cubicBezTo>
                  <a:pt x="328" y="212"/>
                  <a:pt x="337" y="212"/>
                  <a:pt x="337" y="221"/>
                </a:cubicBezTo>
                <a:cubicBezTo>
                  <a:pt x="372" y="204"/>
                  <a:pt x="372" y="204"/>
                  <a:pt x="372" y="204"/>
                </a:cubicBezTo>
                <a:cubicBezTo>
                  <a:pt x="355" y="186"/>
                  <a:pt x="337" y="168"/>
                  <a:pt x="310" y="168"/>
                </a:cubicBezTo>
                <a:cubicBezTo>
                  <a:pt x="292" y="168"/>
                  <a:pt x="275" y="177"/>
                  <a:pt x="257" y="195"/>
                </a:cubicBezTo>
                <a:cubicBezTo>
                  <a:pt x="248" y="204"/>
                  <a:pt x="239" y="221"/>
                  <a:pt x="239" y="239"/>
                </a:cubicBezTo>
                <a:cubicBezTo>
                  <a:pt x="239" y="265"/>
                  <a:pt x="248" y="283"/>
                  <a:pt x="257" y="292"/>
                </a:cubicBezTo>
                <a:cubicBezTo>
                  <a:pt x="275" y="310"/>
                  <a:pt x="292" y="310"/>
                  <a:pt x="310" y="310"/>
                </a:cubicBezTo>
                <a:cubicBezTo>
                  <a:pt x="319" y="310"/>
                  <a:pt x="337" y="310"/>
                  <a:pt x="346" y="301"/>
                </a:cubicBezTo>
                <a:cubicBezTo>
                  <a:pt x="355" y="301"/>
                  <a:pt x="363" y="292"/>
                  <a:pt x="372" y="274"/>
                </a:cubicBezTo>
                <a:cubicBezTo>
                  <a:pt x="337" y="265"/>
                  <a:pt x="337" y="265"/>
                  <a:pt x="337" y="265"/>
                </a:cubicBezTo>
                <a:cubicBezTo>
                  <a:pt x="337" y="274"/>
                  <a:pt x="328" y="283"/>
                  <a:pt x="310" y="28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6" name="Freeform 91"/>
          <p:cNvSpPr/>
          <p:nvPr/>
        </p:nvSpPr>
        <p:spPr>
          <a:xfrm>
            <a:off x="701640" y="1069920"/>
            <a:ext cx="77760" cy="200160"/>
          </a:xfrm>
          <a:custGeom>
            <a:avLst/>
            <a:gdLst/>
            <a:ahLst/>
            <a:rect l="l" t="t" r="r" b="b"/>
            <a:pathLst>
              <a:path w="178" h="454">
                <a:moveTo>
                  <a:pt x="151" y="0"/>
                </a:moveTo>
                <a:lnTo>
                  <a:pt x="151" y="0"/>
                </a:lnTo>
                <a:cubicBezTo>
                  <a:pt x="18" y="0"/>
                  <a:pt x="18" y="0"/>
                  <a:pt x="18" y="0"/>
                </a:cubicBezTo>
                <a:cubicBezTo>
                  <a:pt x="8" y="0"/>
                  <a:pt x="0" y="10"/>
                  <a:pt x="0" y="28"/>
                </a:cubicBezTo>
                <a:cubicBezTo>
                  <a:pt x="0" y="453"/>
                  <a:pt x="0" y="453"/>
                  <a:pt x="0" y="453"/>
                </a:cubicBezTo>
                <a:cubicBezTo>
                  <a:pt x="89" y="355"/>
                  <a:pt x="89" y="355"/>
                  <a:pt x="89" y="355"/>
                </a:cubicBezTo>
                <a:cubicBezTo>
                  <a:pt x="177" y="453"/>
                  <a:pt x="177" y="453"/>
                  <a:pt x="177" y="453"/>
                </a:cubicBezTo>
                <a:cubicBezTo>
                  <a:pt x="177" y="28"/>
                  <a:pt x="177" y="28"/>
                  <a:pt x="177" y="28"/>
                </a:cubicBezTo>
                <a:cubicBezTo>
                  <a:pt x="177" y="10"/>
                  <a:pt x="168" y="0"/>
                  <a:pt x="151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7" name="Freeform 92"/>
          <p:cNvSpPr/>
          <p:nvPr/>
        </p:nvSpPr>
        <p:spPr>
          <a:xfrm>
            <a:off x="1517760" y="1069920"/>
            <a:ext cx="196920" cy="200160"/>
          </a:xfrm>
          <a:custGeom>
            <a:avLst/>
            <a:gdLst/>
            <a:ahLst/>
            <a:rect l="l" t="t" r="r" b="b"/>
            <a:pathLst>
              <a:path w="444" h="454">
                <a:moveTo>
                  <a:pt x="168" y="284"/>
                </a:moveTo>
                <a:lnTo>
                  <a:pt x="168" y="284"/>
                </a:lnTo>
                <a:cubicBezTo>
                  <a:pt x="70" y="240"/>
                  <a:pt x="70" y="240"/>
                  <a:pt x="70" y="240"/>
                </a:cubicBezTo>
                <a:cubicBezTo>
                  <a:pt x="70" y="275"/>
                  <a:pt x="70" y="275"/>
                  <a:pt x="70" y="275"/>
                </a:cubicBezTo>
                <a:cubicBezTo>
                  <a:pt x="168" y="311"/>
                  <a:pt x="168" y="311"/>
                  <a:pt x="168" y="311"/>
                </a:cubicBezTo>
                <a:lnTo>
                  <a:pt x="168" y="284"/>
                </a:lnTo>
                <a:close/>
                <a:moveTo>
                  <a:pt x="168" y="178"/>
                </a:moveTo>
                <a:lnTo>
                  <a:pt x="168" y="178"/>
                </a:lnTo>
                <a:cubicBezTo>
                  <a:pt x="70" y="143"/>
                  <a:pt x="70" y="143"/>
                  <a:pt x="70" y="143"/>
                </a:cubicBezTo>
                <a:cubicBezTo>
                  <a:pt x="70" y="169"/>
                  <a:pt x="70" y="169"/>
                  <a:pt x="70" y="169"/>
                </a:cubicBezTo>
                <a:cubicBezTo>
                  <a:pt x="168" y="213"/>
                  <a:pt x="168" y="213"/>
                  <a:pt x="168" y="213"/>
                </a:cubicBezTo>
                <a:lnTo>
                  <a:pt x="168" y="178"/>
                </a:lnTo>
                <a:close/>
                <a:moveTo>
                  <a:pt x="434" y="10"/>
                </a:moveTo>
                <a:lnTo>
                  <a:pt x="434" y="10"/>
                </a:lnTo>
                <a:cubicBezTo>
                  <a:pt x="425" y="0"/>
                  <a:pt x="417" y="0"/>
                  <a:pt x="408" y="0"/>
                </a:cubicBezTo>
                <a:cubicBezTo>
                  <a:pt x="221" y="81"/>
                  <a:pt x="221" y="81"/>
                  <a:pt x="221" y="81"/>
                </a:cubicBezTo>
                <a:cubicBezTo>
                  <a:pt x="35" y="0"/>
                  <a:pt x="35" y="0"/>
                  <a:pt x="35" y="0"/>
                </a:cubicBezTo>
                <a:cubicBezTo>
                  <a:pt x="26" y="0"/>
                  <a:pt x="17" y="0"/>
                  <a:pt x="9" y="10"/>
                </a:cubicBezTo>
                <a:cubicBezTo>
                  <a:pt x="0" y="10"/>
                  <a:pt x="0" y="19"/>
                  <a:pt x="0" y="28"/>
                </a:cubicBezTo>
                <a:cubicBezTo>
                  <a:pt x="0" y="347"/>
                  <a:pt x="0" y="347"/>
                  <a:pt x="0" y="347"/>
                </a:cubicBezTo>
                <a:cubicBezTo>
                  <a:pt x="0" y="355"/>
                  <a:pt x="0" y="364"/>
                  <a:pt x="9" y="364"/>
                </a:cubicBezTo>
                <a:cubicBezTo>
                  <a:pt x="212" y="444"/>
                  <a:pt x="212" y="444"/>
                  <a:pt x="212" y="444"/>
                </a:cubicBezTo>
                <a:lnTo>
                  <a:pt x="212" y="444"/>
                </a:lnTo>
                <a:cubicBezTo>
                  <a:pt x="221" y="453"/>
                  <a:pt x="221" y="453"/>
                  <a:pt x="221" y="453"/>
                </a:cubicBezTo>
                <a:cubicBezTo>
                  <a:pt x="221" y="453"/>
                  <a:pt x="221" y="453"/>
                  <a:pt x="221" y="444"/>
                </a:cubicBezTo>
                <a:cubicBezTo>
                  <a:pt x="230" y="444"/>
                  <a:pt x="230" y="444"/>
                  <a:pt x="230" y="444"/>
                </a:cubicBezTo>
                <a:cubicBezTo>
                  <a:pt x="425" y="364"/>
                  <a:pt x="425" y="364"/>
                  <a:pt x="425" y="364"/>
                </a:cubicBezTo>
                <a:cubicBezTo>
                  <a:pt x="434" y="364"/>
                  <a:pt x="443" y="355"/>
                  <a:pt x="443" y="347"/>
                </a:cubicBezTo>
                <a:cubicBezTo>
                  <a:pt x="443" y="28"/>
                  <a:pt x="443" y="28"/>
                  <a:pt x="443" y="28"/>
                </a:cubicBezTo>
                <a:cubicBezTo>
                  <a:pt x="443" y="19"/>
                  <a:pt x="443" y="10"/>
                  <a:pt x="434" y="10"/>
                </a:cubicBezTo>
                <a:close/>
                <a:moveTo>
                  <a:pt x="195" y="400"/>
                </a:moveTo>
                <a:lnTo>
                  <a:pt x="195" y="400"/>
                </a:lnTo>
                <a:cubicBezTo>
                  <a:pt x="35" y="338"/>
                  <a:pt x="35" y="338"/>
                  <a:pt x="35" y="338"/>
                </a:cubicBezTo>
                <a:cubicBezTo>
                  <a:pt x="35" y="54"/>
                  <a:pt x="35" y="54"/>
                  <a:pt x="35" y="54"/>
                </a:cubicBezTo>
                <a:cubicBezTo>
                  <a:pt x="195" y="116"/>
                  <a:pt x="195" y="116"/>
                  <a:pt x="195" y="116"/>
                </a:cubicBezTo>
                <a:lnTo>
                  <a:pt x="195" y="400"/>
                </a:lnTo>
                <a:close/>
                <a:moveTo>
                  <a:pt x="408" y="338"/>
                </a:moveTo>
                <a:lnTo>
                  <a:pt x="408" y="338"/>
                </a:lnTo>
                <a:cubicBezTo>
                  <a:pt x="248" y="400"/>
                  <a:pt x="248" y="400"/>
                  <a:pt x="248" y="400"/>
                </a:cubicBezTo>
                <a:cubicBezTo>
                  <a:pt x="248" y="116"/>
                  <a:pt x="248" y="116"/>
                  <a:pt x="248" y="116"/>
                </a:cubicBezTo>
                <a:cubicBezTo>
                  <a:pt x="408" y="54"/>
                  <a:pt x="408" y="54"/>
                  <a:pt x="408" y="54"/>
                </a:cubicBezTo>
                <a:lnTo>
                  <a:pt x="408" y="338"/>
                </a:lnTo>
                <a:close/>
                <a:moveTo>
                  <a:pt x="372" y="240"/>
                </a:moveTo>
                <a:lnTo>
                  <a:pt x="372" y="240"/>
                </a:lnTo>
                <a:cubicBezTo>
                  <a:pt x="274" y="284"/>
                  <a:pt x="274" y="284"/>
                  <a:pt x="274" y="284"/>
                </a:cubicBezTo>
                <a:cubicBezTo>
                  <a:pt x="274" y="311"/>
                  <a:pt x="274" y="311"/>
                  <a:pt x="274" y="311"/>
                </a:cubicBezTo>
                <a:cubicBezTo>
                  <a:pt x="372" y="275"/>
                  <a:pt x="372" y="275"/>
                  <a:pt x="372" y="275"/>
                </a:cubicBezTo>
                <a:lnTo>
                  <a:pt x="372" y="240"/>
                </a:lnTo>
                <a:close/>
                <a:moveTo>
                  <a:pt x="372" y="143"/>
                </a:moveTo>
                <a:lnTo>
                  <a:pt x="372" y="143"/>
                </a:lnTo>
                <a:cubicBezTo>
                  <a:pt x="274" y="178"/>
                  <a:pt x="274" y="178"/>
                  <a:pt x="274" y="178"/>
                </a:cubicBezTo>
                <a:cubicBezTo>
                  <a:pt x="274" y="213"/>
                  <a:pt x="274" y="213"/>
                  <a:pt x="274" y="213"/>
                </a:cubicBezTo>
                <a:cubicBezTo>
                  <a:pt x="372" y="169"/>
                  <a:pt x="372" y="169"/>
                  <a:pt x="372" y="169"/>
                </a:cubicBezTo>
                <a:lnTo>
                  <a:pt x="372" y="14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8" name="Freeform 93"/>
          <p:cNvSpPr/>
          <p:nvPr/>
        </p:nvSpPr>
        <p:spPr>
          <a:xfrm>
            <a:off x="1119240" y="1060560"/>
            <a:ext cx="115920" cy="217440"/>
          </a:xfrm>
          <a:custGeom>
            <a:avLst/>
            <a:gdLst/>
            <a:ahLst/>
            <a:rect l="l" t="t" r="r" b="b"/>
            <a:pathLst>
              <a:path w="266" h="496">
                <a:moveTo>
                  <a:pt x="247" y="0"/>
                </a:moveTo>
                <a:lnTo>
                  <a:pt x="247" y="0"/>
                </a:lnTo>
                <a:cubicBezTo>
                  <a:pt x="141" y="0"/>
                  <a:pt x="141" y="0"/>
                  <a:pt x="141" y="0"/>
                </a:cubicBezTo>
                <a:cubicBezTo>
                  <a:pt x="123" y="0"/>
                  <a:pt x="123" y="17"/>
                  <a:pt x="123" y="25"/>
                </a:cubicBezTo>
                <a:cubicBezTo>
                  <a:pt x="167" y="25"/>
                  <a:pt x="167" y="25"/>
                  <a:pt x="167" y="25"/>
                </a:cubicBezTo>
                <a:cubicBezTo>
                  <a:pt x="185" y="25"/>
                  <a:pt x="194" y="35"/>
                  <a:pt x="194" y="53"/>
                </a:cubicBezTo>
                <a:cubicBezTo>
                  <a:pt x="194" y="363"/>
                  <a:pt x="194" y="363"/>
                  <a:pt x="194" y="363"/>
                </a:cubicBezTo>
                <a:cubicBezTo>
                  <a:pt x="265" y="451"/>
                  <a:pt x="265" y="451"/>
                  <a:pt x="265" y="451"/>
                </a:cubicBezTo>
                <a:cubicBezTo>
                  <a:pt x="265" y="25"/>
                  <a:pt x="265" y="25"/>
                  <a:pt x="265" y="25"/>
                </a:cubicBezTo>
                <a:cubicBezTo>
                  <a:pt x="265" y="17"/>
                  <a:pt x="256" y="0"/>
                  <a:pt x="247" y="0"/>
                </a:cubicBezTo>
                <a:close/>
                <a:moveTo>
                  <a:pt x="123" y="79"/>
                </a:moveTo>
                <a:lnTo>
                  <a:pt x="123" y="79"/>
                </a:lnTo>
                <a:cubicBezTo>
                  <a:pt x="16" y="79"/>
                  <a:pt x="16" y="79"/>
                  <a:pt x="16" y="79"/>
                </a:cubicBezTo>
                <a:cubicBezTo>
                  <a:pt x="0" y="79"/>
                  <a:pt x="0" y="88"/>
                  <a:pt x="0" y="106"/>
                </a:cubicBezTo>
                <a:cubicBezTo>
                  <a:pt x="0" y="495"/>
                  <a:pt x="0" y="495"/>
                  <a:pt x="0" y="495"/>
                </a:cubicBezTo>
                <a:cubicBezTo>
                  <a:pt x="70" y="407"/>
                  <a:pt x="70" y="407"/>
                  <a:pt x="70" y="407"/>
                </a:cubicBezTo>
                <a:cubicBezTo>
                  <a:pt x="141" y="495"/>
                  <a:pt x="141" y="495"/>
                  <a:pt x="141" y="495"/>
                </a:cubicBezTo>
                <a:cubicBezTo>
                  <a:pt x="141" y="106"/>
                  <a:pt x="141" y="106"/>
                  <a:pt x="141" y="106"/>
                </a:cubicBezTo>
                <a:cubicBezTo>
                  <a:pt x="141" y="88"/>
                  <a:pt x="132" y="79"/>
                  <a:pt x="123" y="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9" name="Freeform 94"/>
          <p:cNvSpPr/>
          <p:nvPr/>
        </p:nvSpPr>
        <p:spPr>
          <a:xfrm>
            <a:off x="611280" y="1504800"/>
            <a:ext cx="231840" cy="236520"/>
          </a:xfrm>
          <a:custGeom>
            <a:avLst/>
            <a:gdLst/>
            <a:ahLst/>
            <a:rect l="l" t="t" r="r" b="b"/>
            <a:pathLst>
              <a:path w="524" h="532">
                <a:moveTo>
                  <a:pt x="151" y="114"/>
                </a:moveTo>
                <a:lnTo>
                  <a:pt x="151" y="114"/>
                </a:lnTo>
                <a:cubicBezTo>
                  <a:pt x="124" y="141"/>
                  <a:pt x="0" y="319"/>
                  <a:pt x="106" y="425"/>
                </a:cubicBezTo>
                <a:cubicBezTo>
                  <a:pt x="212" y="531"/>
                  <a:pt x="390" y="407"/>
                  <a:pt x="417" y="380"/>
                </a:cubicBezTo>
                <a:cubicBezTo>
                  <a:pt x="443" y="354"/>
                  <a:pt x="408" y="266"/>
                  <a:pt x="337" y="195"/>
                </a:cubicBezTo>
                <a:cubicBezTo>
                  <a:pt x="266" y="123"/>
                  <a:pt x="177" y="88"/>
                  <a:pt x="151" y="114"/>
                </a:cubicBezTo>
                <a:close/>
                <a:moveTo>
                  <a:pt x="381" y="354"/>
                </a:moveTo>
                <a:lnTo>
                  <a:pt x="381" y="354"/>
                </a:lnTo>
                <a:cubicBezTo>
                  <a:pt x="372" y="363"/>
                  <a:pt x="311" y="345"/>
                  <a:pt x="248" y="283"/>
                </a:cubicBezTo>
                <a:cubicBezTo>
                  <a:pt x="186" y="221"/>
                  <a:pt x="168" y="159"/>
                  <a:pt x="177" y="150"/>
                </a:cubicBezTo>
                <a:cubicBezTo>
                  <a:pt x="186" y="141"/>
                  <a:pt x="248" y="159"/>
                  <a:pt x="311" y="221"/>
                </a:cubicBezTo>
                <a:cubicBezTo>
                  <a:pt x="372" y="283"/>
                  <a:pt x="390" y="345"/>
                  <a:pt x="381" y="354"/>
                </a:cubicBezTo>
                <a:close/>
                <a:moveTo>
                  <a:pt x="390" y="159"/>
                </a:moveTo>
                <a:lnTo>
                  <a:pt x="390" y="159"/>
                </a:lnTo>
                <a:cubicBezTo>
                  <a:pt x="390" y="159"/>
                  <a:pt x="399" y="159"/>
                  <a:pt x="408" y="150"/>
                </a:cubicBezTo>
                <a:cubicBezTo>
                  <a:pt x="452" y="106"/>
                  <a:pt x="452" y="106"/>
                  <a:pt x="452" y="106"/>
                </a:cubicBezTo>
                <a:cubicBezTo>
                  <a:pt x="461" y="97"/>
                  <a:pt x="461" y="79"/>
                  <a:pt x="452" y="70"/>
                </a:cubicBezTo>
                <a:cubicBezTo>
                  <a:pt x="443" y="61"/>
                  <a:pt x="425" y="61"/>
                  <a:pt x="417" y="70"/>
                </a:cubicBezTo>
                <a:cubicBezTo>
                  <a:pt x="372" y="114"/>
                  <a:pt x="372" y="114"/>
                  <a:pt x="372" y="114"/>
                </a:cubicBezTo>
                <a:cubicBezTo>
                  <a:pt x="355" y="123"/>
                  <a:pt x="355" y="141"/>
                  <a:pt x="372" y="150"/>
                </a:cubicBezTo>
                <a:cubicBezTo>
                  <a:pt x="372" y="159"/>
                  <a:pt x="381" y="159"/>
                  <a:pt x="390" y="159"/>
                </a:cubicBezTo>
                <a:close/>
                <a:moveTo>
                  <a:pt x="293" y="97"/>
                </a:moveTo>
                <a:lnTo>
                  <a:pt x="293" y="97"/>
                </a:lnTo>
                <a:cubicBezTo>
                  <a:pt x="302" y="97"/>
                  <a:pt x="302" y="97"/>
                  <a:pt x="311" y="97"/>
                </a:cubicBezTo>
                <a:cubicBezTo>
                  <a:pt x="319" y="97"/>
                  <a:pt x="328" y="97"/>
                  <a:pt x="328" y="88"/>
                </a:cubicBezTo>
                <a:cubicBezTo>
                  <a:pt x="355" y="35"/>
                  <a:pt x="355" y="35"/>
                  <a:pt x="355" y="35"/>
                </a:cubicBezTo>
                <a:cubicBezTo>
                  <a:pt x="364" y="26"/>
                  <a:pt x="364" y="8"/>
                  <a:pt x="346" y="8"/>
                </a:cubicBezTo>
                <a:cubicBezTo>
                  <a:pt x="337" y="0"/>
                  <a:pt x="319" y="0"/>
                  <a:pt x="311" y="17"/>
                </a:cubicBezTo>
                <a:cubicBezTo>
                  <a:pt x="284" y="61"/>
                  <a:pt x="284" y="61"/>
                  <a:pt x="284" y="61"/>
                </a:cubicBezTo>
                <a:cubicBezTo>
                  <a:pt x="284" y="70"/>
                  <a:pt x="284" y="88"/>
                  <a:pt x="293" y="97"/>
                </a:cubicBezTo>
                <a:close/>
                <a:moveTo>
                  <a:pt x="514" y="167"/>
                </a:moveTo>
                <a:lnTo>
                  <a:pt x="514" y="167"/>
                </a:lnTo>
                <a:cubicBezTo>
                  <a:pt x="505" y="159"/>
                  <a:pt x="496" y="159"/>
                  <a:pt x="478" y="159"/>
                </a:cubicBezTo>
                <a:cubicBezTo>
                  <a:pt x="434" y="185"/>
                  <a:pt x="434" y="185"/>
                  <a:pt x="434" y="185"/>
                </a:cubicBezTo>
                <a:cubicBezTo>
                  <a:pt x="417" y="195"/>
                  <a:pt x="417" y="212"/>
                  <a:pt x="425" y="221"/>
                </a:cubicBezTo>
                <a:cubicBezTo>
                  <a:pt x="425" y="230"/>
                  <a:pt x="434" y="239"/>
                  <a:pt x="443" y="239"/>
                </a:cubicBezTo>
                <a:cubicBezTo>
                  <a:pt x="452" y="239"/>
                  <a:pt x="452" y="230"/>
                  <a:pt x="461" y="230"/>
                </a:cubicBezTo>
                <a:cubicBezTo>
                  <a:pt x="505" y="204"/>
                  <a:pt x="505" y="204"/>
                  <a:pt x="505" y="204"/>
                </a:cubicBezTo>
                <a:cubicBezTo>
                  <a:pt x="514" y="195"/>
                  <a:pt x="523" y="185"/>
                  <a:pt x="514" y="16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0" name="Freeform 95"/>
          <p:cNvSpPr/>
          <p:nvPr/>
        </p:nvSpPr>
        <p:spPr>
          <a:xfrm>
            <a:off x="1081080" y="1508040"/>
            <a:ext cx="195120" cy="195480"/>
          </a:xfrm>
          <a:custGeom>
            <a:avLst/>
            <a:gdLst/>
            <a:ahLst/>
            <a:rect l="l" t="t" r="r" b="b"/>
            <a:pathLst>
              <a:path w="445" h="444">
                <a:moveTo>
                  <a:pt x="435" y="9"/>
                </a:moveTo>
                <a:lnTo>
                  <a:pt x="435" y="9"/>
                </a:lnTo>
                <a:cubicBezTo>
                  <a:pt x="425" y="0"/>
                  <a:pt x="408" y="0"/>
                  <a:pt x="400" y="9"/>
                </a:cubicBezTo>
                <a:cubicBezTo>
                  <a:pt x="9" y="399"/>
                  <a:pt x="9" y="399"/>
                  <a:pt x="9" y="399"/>
                </a:cubicBezTo>
                <a:cubicBezTo>
                  <a:pt x="0" y="408"/>
                  <a:pt x="0" y="425"/>
                  <a:pt x="9" y="434"/>
                </a:cubicBezTo>
                <a:cubicBezTo>
                  <a:pt x="18" y="443"/>
                  <a:pt x="18" y="443"/>
                  <a:pt x="27" y="443"/>
                </a:cubicBezTo>
                <a:cubicBezTo>
                  <a:pt x="36" y="443"/>
                  <a:pt x="36" y="443"/>
                  <a:pt x="45" y="434"/>
                </a:cubicBezTo>
                <a:cubicBezTo>
                  <a:pt x="435" y="45"/>
                  <a:pt x="435" y="45"/>
                  <a:pt x="435" y="45"/>
                </a:cubicBezTo>
                <a:cubicBezTo>
                  <a:pt x="444" y="36"/>
                  <a:pt x="444" y="27"/>
                  <a:pt x="435" y="9"/>
                </a:cubicBezTo>
                <a:close/>
                <a:moveTo>
                  <a:pt x="328" y="204"/>
                </a:moveTo>
                <a:lnTo>
                  <a:pt x="328" y="204"/>
                </a:lnTo>
                <a:cubicBezTo>
                  <a:pt x="363" y="249"/>
                  <a:pt x="372" y="293"/>
                  <a:pt x="363" y="302"/>
                </a:cubicBezTo>
                <a:cubicBezTo>
                  <a:pt x="355" y="302"/>
                  <a:pt x="319" y="293"/>
                  <a:pt x="266" y="258"/>
                </a:cubicBezTo>
                <a:cubicBezTo>
                  <a:pt x="134" y="399"/>
                  <a:pt x="134" y="399"/>
                  <a:pt x="134" y="399"/>
                </a:cubicBezTo>
                <a:cubicBezTo>
                  <a:pt x="240" y="443"/>
                  <a:pt x="372" y="346"/>
                  <a:pt x="400" y="319"/>
                </a:cubicBezTo>
                <a:cubicBezTo>
                  <a:pt x="417" y="302"/>
                  <a:pt x="400" y="240"/>
                  <a:pt x="346" y="177"/>
                </a:cubicBezTo>
                <a:lnTo>
                  <a:pt x="328" y="204"/>
                </a:lnTo>
                <a:close/>
                <a:moveTo>
                  <a:pt x="187" y="177"/>
                </a:moveTo>
                <a:lnTo>
                  <a:pt x="187" y="177"/>
                </a:lnTo>
                <a:cubicBezTo>
                  <a:pt x="160" y="133"/>
                  <a:pt x="151" y="98"/>
                  <a:pt x="160" y="89"/>
                </a:cubicBezTo>
                <a:cubicBezTo>
                  <a:pt x="160" y="89"/>
                  <a:pt x="196" y="98"/>
                  <a:pt x="240" y="124"/>
                </a:cubicBezTo>
                <a:cubicBezTo>
                  <a:pt x="266" y="98"/>
                  <a:pt x="266" y="98"/>
                  <a:pt x="266" y="98"/>
                </a:cubicBezTo>
                <a:cubicBezTo>
                  <a:pt x="204" y="53"/>
                  <a:pt x="160" y="36"/>
                  <a:pt x="134" y="62"/>
                </a:cubicBezTo>
                <a:cubicBezTo>
                  <a:pt x="106" y="80"/>
                  <a:pt x="27" y="204"/>
                  <a:pt x="53" y="311"/>
                </a:cubicBezTo>
                <a:lnTo>
                  <a:pt x="187" y="17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1" name="Freeform 96"/>
          <p:cNvSpPr/>
          <p:nvPr/>
        </p:nvSpPr>
        <p:spPr>
          <a:xfrm>
            <a:off x="6764400" y="1112760"/>
            <a:ext cx="199800" cy="111240"/>
          </a:xfrm>
          <a:custGeom>
            <a:avLst/>
            <a:gdLst/>
            <a:ahLst/>
            <a:rect l="l" t="t" r="r" b="b"/>
            <a:pathLst>
              <a:path w="453" h="250">
                <a:moveTo>
                  <a:pt x="452" y="213"/>
                </a:moveTo>
                <a:lnTo>
                  <a:pt x="452" y="213"/>
                </a:lnTo>
                <a:cubicBezTo>
                  <a:pt x="452" y="231"/>
                  <a:pt x="434" y="249"/>
                  <a:pt x="416" y="249"/>
                </a:cubicBezTo>
                <a:cubicBezTo>
                  <a:pt x="27" y="249"/>
                  <a:pt x="27" y="249"/>
                  <a:pt x="27" y="249"/>
                </a:cubicBezTo>
                <a:cubicBezTo>
                  <a:pt x="9" y="249"/>
                  <a:pt x="0" y="240"/>
                  <a:pt x="18" y="231"/>
                </a:cubicBezTo>
                <a:cubicBezTo>
                  <a:pt x="416" y="9"/>
                  <a:pt x="416" y="9"/>
                  <a:pt x="416" y="9"/>
                </a:cubicBezTo>
                <a:cubicBezTo>
                  <a:pt x="434" y="0"/>
                  <a:pt x="452" y="9"/>
                  <a:pt x="452" y="27"/>
                </a:cubicBezTo>
                <a:lnTo>
                  <a:pt x="452" y="213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2" name="Freeform 97"/>
          <p:cNvSpPr/>
          <p:nvPr/>
        </p:nvSpPr>
        <p:spPr>
          <a:xfrm>
            <a:off x="2435400" y="1103400"/>
            <a:ext cx="109440" cy="137880"/>
          </a:xfrm>
          <a:custGeom>
            <a:avLst/>
            <a:gdLst/>
            <a:ahLst/>
            <a:rect l="l" t="t" r="r" b="b"/>
            <a:pathLst>
              <a:path w="249" h="311">
                <a:moveTo>
                  <a:pt x="240" y="141"/>
                </a:moveTo>
                <a:lnTo>
                  <a:pt x="240" y="141"/>
                </a:lnTo>
                <a:cubicBezTo>
                  <a:pt x="27" y="9"/>
                  <a:pt x="27" y="9"/>
                  <a:pt x="27" y="9"/>
                </a:cubicBezTo>
                <a:cubicBezTo>
                  <a:pt x="9" y="0"/>
                  <a:pt x="0" y="9"/>
                  <a:pt x="0" y="26"/>
                </a:cubicBezTo>
                <a:cubicBezTo>
                  <a:pt x="0" y="283"/>
                  <a:pt x="0" y="283"/>
                  <a:pt x="0" y="283"/>
                </a:cubicBezTo>
                <a:cubicBezTo>
                  <a:pt x="0" y="301"/>
                  <a:pt x="9" y="310"/>
                  <a:pt x="27" y="301"/>
                </a:cubicBezTo>
                <a:cubicBezTo>
                  <a:pt x="240" y="168"/>
                  <a:pt x="240" y="168"/>
                  <a:pt x="240" y="168"/>
                </a:cubicBezTo>
                <a:cubicBezTo>
                  <a:pt x="240" y="168"/>
                  <a:pt x="248" y="159"/>
                  <a:pt x="248" y="150"/>
                </a:cubicBezTo>
                <a:lnTo>
                  <a:pt x="240" y="141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3" name="Freeform 98"/>
          <p:cNvSpPr/>
          <p:nvPr/>
        </p:nvSpPr>
        <p:spPr>
          <a:xfrm>
            <a:off x="2948040" y="1095480"/>
            <a:ext cx="39600" cy="153720"/>
          </a:xfrm>
          <a:custGeom>
            <a:avLst/>
            <a:gdLst/>
            <a:ahLst/>
            <a:rect l="l" t="t" r="r" b="b"/>
            <a:pathLst>
              <a:path w="89" h="347">
                <a:moveTo>
                  <a:pt x="44" y="0"/>
                </a:moveTo>
                <a:lnTo>
                  <a:pt x="44" y="0"/>
                </a:lnTo>
                <a:cubicBezTo>
                  <a:pt x="18" y="0"/>
                  <a:pt x="0" y="9"/>
                  <a:pt x="0" y="27"/>
                </a:cubicBezTo>
                <a:cubicBezTo>
                  <a:pt x="0" y="310"/>
                  <a:pt x="0" y="310"/>
                  <a:pt x="0" y="310"/>
                </a:cubicBezTo>
                <a:cubicBezTo>
                  <a:pt x="0" y="337"/>
                  <a:pt x="18" y="346"/>
                  <a:pt x="44" y="346"/>
                </a:cubicBezTo>
                <a:cubicBezTo>
                  <a:pt x="71" y="346"/>
                  <a:pt x="88" y="337"/>
                  <a:pt x="88" y="310"/>
                </a:cubicBezTo>
                <a:cubicBezTo>
                  <a:pt x="88" y="27"/>
                  <a:pt x="88" y="27"/>
                  <a:pt x="88" y="27"/>
                </a:cubicBezTo>
                <a:cubicBezTo>
                  <a:pt x="88" y="9"/>
                  <a:pt x="71" y="0"/>
                  <a:pt x="44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4" name="Freeform 99"/>
          <p:cNvSpPr/>
          <p:nvPr/>
        </p:nvSpPr>
        <p:spPr>
          <a:xfrm>
            <a:off x="2870280" y="1095480"/>
            <a:ext cx="39600" cy="153720"/>
          </a:xfrm>
          <a:custGeom>
            <a:avLst/>
            <a:gdLst/>
            <a:ahLst/>
            <a:rect l="l" t="t" r="r" b="b"/>
            <a:pathLst>
              <a:path w="89" h="347">
                <a:moveTo>
                  <a:pt x="44" y="0"/>
                </a:moveTo>
                <a:lnTo>
                  <a:pt x="44" y="0"/>
                </a:lnTo>
                <a:cubicBezTo>
                  <a:pt x="17" y="0"/>
                  <a:pt x="0" y="9"/>
                  <a:pt x="0" y="27"/>
                </a:cubicBezTo>
                <a:cubicBezTo>
                  <a:pt x="0" y="310"/>
                  <a:pt x="0" y="310"/>
                  <a:pt x="0" y="310"/>
                </a:cubicBezTo>
                <a:cubicBezTo>
                  <a:pt x="0" y="337"/>
                  <a:pt x="17" y="346"/>
                  <a:pt x="44" y="346"/>
                </a:cubicBezTo>
                <a:cubicBezTo>
                  <a:pt x="71" y="346"/>
                  <a:pt x="88" y="337"/>
                  <a:pt x="88" y="310"/>
                </a:cubicBezTo>
                <a:cubicBezTo>
                  <a:pt x="88" y="27"/>
                  <a:pt x="88" y="27"/>
                  <a:pt x="88" y="27"/>
                </a:cubicBezTo>
                <a:cubicBezTo>
                  <a:pt x="88" y="9"/>
                  <a:pt x="71" y="0"/>
                  <a:pt x="44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5" name="Freeform 100"/>
          <p:cNvSpPr/>
          <p:nvPr/>
        </p:nvSpPr>
        <p:spPr>
          <a:xfrm>
            <a:off x="3286080" y="1095480"/>
            <a:ext cx="158760" cy="153720"/>
          </a:xfrm>
          <a:custGeom>
            <a:avLst/>
            <a:gdLst/>
            <a:ahLst/>
            <a:rect l="l" t="t" r="r" b="b"/>
            <a:pathLst>
              <a:path w="356" h="347">
                <a:moveTo>
                  <a:pt x="177" y="0"/>
                </a:moveTo>
                <a:lnTo>
                  <a:pt x="177" y="0"/>
                </a:lnTo>
                <a:cubicBezTo>
                  <a:pt x="80" y="0"/>
                  <a:pt x="0" y="80"/>
                  <a:pt x="0" y="168"/>
                </a:cubicBezTo>
                <a:cubicBezTo>
                  <a:pt x="0" y="266"/>
                  <a:pt x="80" y="346"/>
                  <a:pt x="177" y="346"/>
                </a:cubicBezTo>
                <a:cubicBezTo>
                  <a:pt x="274" y="346"/>
                  <a:pt x="355" y="266"/>
                  <a:pt x="355" y="168"/>
                </a:cubicBezTo>
                <a:cubicBezTo>
                  <a:pt x="355" y="80"/>
                  <a:pt x="274" y="0"/>
                  <a:pt x="177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6" name="Freeform 101"/>
          <p:cNvSpPr/>
          <p:nvPr/>
        </p:nvSpPr>
        <p:spPr>
          <a:xfrm>
            <a:off x="3738600" y="1106640"/>
            <a:ext cx="131760" cy="128520"/>
          </a:xfrm>
          <a:custGeom>
            <a:avLst/>
            <a:gdLst/>
            <a:ahLst/>
            <a:rect l="l" t="t" r="r" b="b"/>
            <a:pathLst>
              <a:path w="302" h="293">
                <a:moveTo>
                  <a:pt x="266" y="0"/>
                </a:moveTo>
                <a:lnTo>
                  <a:pt x="266" y="0"/>
                </a:lnTo>
                <a:cubicBezTo>
                  <a:pt x="35" y="0"/>
                  <a:pt x="35" y="0"/>
                  <a:pt x="35" y="0"/>
                </a:cubicBezTo>
                <a:cubicBezTo>
                  <a:pt x="18" y="0"/>
                  <a:pt x="0" y="0"/>
                  <a:pt x="0" y="26"/>
                </a:cubicBezTo>
                <a:cubicBezTo>
                  <a:pt x="0" y="266"/>
                  <a:pt x="0" y="266"/>
                  <a:pt x="0" y="266"/>
                </a:cubicBezTo>
                <a:cubicBezTo>
                  <a:pt x="0" y="283"/>
                  <a:pt x="18" y="292"/>
                  <a:pt x="35" y="292"/>
                </a:cubicBezTo>
                <a:cubicBezTo>
                  <a:pt x="266" y="292"/>
                  <a:pt x="266" y="292"/>
                  <a:pt x="266" y="292"/>
                </a:cubicBezTo>
                <a:cubicBezTo>
                  <a:pt x="283" y="292"/>
                  <a:pt x="301" y="283"/>
                  <a:pt x="301" y="266"/>
                </a:cubicBezTo>
                <a:cubicBezTo>
                  <a:pt x="301" y="26"/>
                  <a:pt x="301" y="26"/>
                  <a:pt x="301" y="26"/>
                </a:cubicBezTo>
                <a:cubicBezTo>
                  <a:pt x="301" y="0"/>
                  <a:pt x="283" y="0"/>
                  <a:pt x="266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7" name="Freeform 102"/>
          <p:cNvSpPr/>
          <p:nvPr/>
        </p:nvSpPr>
        <p:spPr>
          <a:xfrm>
            <a:off x="4145040" y="1106640"/>
            <a:ext cx="193680" cy="128520"/>
          </a:xfrm>
          <a:custGeom>
            <a:avLst/>
            <a:gdLst/>
            <a:ahLst/>
            <a:rect l="l" t="t" r="r" b="b"/>
            <a:pathLst>
              <a:path w="443" h="293">
                <a:moveTo>
                  <a:pt x="434" y="132"/>
                </a:moveTo>
                <a:lnTo>
                  <a:pt x="434" y="132"/>
                </a:lnTo>
                <a:cubicBezTo>
                  <a:pt x="247" y="9"/>
                  <a:pt x="247" y="9"/>
                  <a:pt x="247" y="9"/>
                </a:cubicBezTo>
                <a:cubicBezTo>
                  <a:pt x="229" y="0"/>
                  <a:pt x="221" y="9"/>
                  <a:pt x="221" y="26"/>
                </a:cubicBezTo>
                <a:cubicBezTo>
                  <a:pt x="221" y="266"/>
                  <a:pt x="221" y="266"/>
                  <a:pt x="221" y="266"/>
                </a:cubicBezTo>
                <a:cubicBezTo>
                  <a:pt x="221" y="283"/>
                  <a:pt x="229" y="292"/>
                  <a:pt x="247" y="283"/>
                </a:cubicBezTo>
                <a:cubicBezTo>
                  <a:pt x="434" y="159"/>
                  <a:pt x="434" y="159"/>
                  <a:pt x="434" y="159"/>
                </a:cubicBezTo>
                <a:cubicBezTo>
                  <a:pt x="434" y="159"/>
                  <a:pt x="442" y="150"/>
                  <a:pt x="442" y="141"/>
                </a:cubicBezTo>
                <a:lnTo>
                  <a:pt x="434" y="132"/>
                </a:lnTo>
                <a:close/>
                <a:moveTo>
                  <a:pt x="203" y="132"/>
                </a:moveTo>
                <a:lnTo>
                  <a:pt x="203" y="132"/>
                </a:lnTo>
                <a:cubicBezTo>
                  <a:pt x="26" y="9"/>
                  <a:pt x="26" y="9"/>
                  <a:pt x="26" y="9"/>
                </a:cubicBezTo>
                <a:cubicBezTo>
                  <a:pt x="17" y="0"/>
                  <a:pt x="0" y="9"/>
                  <a:pt x="0" y="26"/>
                </a:cubicBezTo>
                <a:cubicBezTo>
                  <a:pt x="0" y="266"/>
                  <a:pt x="0" y="266"/>
                  <a:pt x="0" y="266"/>
                </a:cubicBezTo>
                <a:cubicBezTo>
                  <a:pt x="0" y="283"/>
                  <a:pt x="17" y="292"/>
                  <a:pt x="26" y="283"/>
                </a:cubicBezTo>
                <a:cubicBezTo>
                  <a:pt x="203" y="159"/>
                  <a:pt x="203" y="159"/>
                  <a:pt x="203" y="159"/>
                </a:cubicBezTo>
                <a:cubicBezTo>
                  <a:pt x="203" y="159"/>
                  <a:pt x="212" y="150"/>
                  <a:pt x="212" y="141"/>
                </a:cubicBezTo>
                <a:lnTo>
                  <a:pt x="203" y="13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8" name="Freeform 103"/>
          <p:cNvSpPr/>
          <p:nvPr/>
        </p:nvSpPr>
        <p:spPr>
          <a:xfrm>
            <a:off x="4581360" y="1106640"/>
            <a:ext cx="196920" cy="128520"/>
          </a:xfrm>
          <a:custGeom>
            <a:avLst/>
            <a:gdLst/>
            <a:ahLst/>
            <a:rect l="l" t="t" r="r" b="b"/>
            <a:pathLst>
              <a:path w="444" h="293">
                <a:moveTo>
                  <a:pt x="0" y="141"/>
                </a:moveTo>
                <a:lnTo>
                  <a:pt x="0" y="141"/>
                </a:lnTo>
                <a:cubicBezTo>
                  <a:pt x="0" y="150"/>
                  <a:pt x="9" y="159"/>
                  <a:pt x="9" y="159"/>
                </a:cubicBezTo>
                <a:cubicBezTo>
                  <a:pt x="195" y="283"/>
                  <a:pt x="195" y="283"/>
                  <a:pt x="195" y="283"/>
                </a:cubicBezTo>
                <a:cubicBezTo>
                  <a:pt x="212" y="292"/>
                  <a:pt x="222" y="283"/>
                  <a:pt x="222" y="266"/>
                </a:cubicBezTo>
                <a:cubicBezTo>
                  <a:pt x="222" y="26"/>
                  <a:pt x="222" y="26"/>
                  <a:pt x="222" y="26"/>
                </a:cubicBezTo>
                <a:cubicBezTo>
                  <a:pt x="222" y="9"/>
                  <a:pt x="212" y="0"/>
                  <a:pt x="195" y="9"/>
                </a:cubicBezTo>
                <a:cubicBezTo>
                  <a:pt x="9" y="132"/>
                  <a:pt x="9" y="132"/>
                  <a:pt x="9" y="132"/>
                </a:cubicBezTo>
                <a:lnTo>
                  <a:pt x="0" y="141"/>
                </a:lnTo>
                <a:close/>
                <a:moveTo>
                  <a:pt x="231" y="141"/>
                </a:moveTo>
                <a:lnTo>
                  <a:pt x="231" y="141"/>
                </a:lnTo>
                <a:cubicBezTo>
                  <a:pt x="231" y="150"/>
                  <a:pt x="239" y="159"/>
                  <a:pt x="239" y="159"/>
                </a:cubicBezTo>
                <a:cubicBezTo>
                  <a:pt x="416" y="283"/>
                  <a:pt x="416" y="283"/>
                  <a:pt x="416" y="283"/>
                </a:cubicBezTo>
                <a:cubicBezTo>
                  <a:pt x="425" y="292"/>
                  <a:pt x="443" y="283"/>
                  <a:pt x="443" y="266"/>
                </a:cubicBezTo>
                <a:cubicBezTo>
                  <a:pt x="443" y="26"/>
                  <a:pt x="443" y="26"/>
                  <a:pt x="443" y="26"/>
                </a:cubicBezTo>
                <a:cubicBezTo>
                  <a:pt x="443" y="9"/>
                  <a:pt x="425" y="0"/>
                  <a:pt x="416" y="9"/>
                </a:cubicBezTo>
                <a:cubicBezTo>
                  <a:pt x="239" y="132"/>
                  <a:pt x="239" y="132"/>
                  <a:pt x="239" y="132"/>
                </a:cubicBezTo>
                <a:lnTo>
                  <a:pt x="231" y="14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9" name="Freeform 104"/>
          <p:cNvSpPr/>
          <p:nvPr/>
        </p:nvSpPr>
        <p:spPr>
          <a:xfrm>
            <a:off x="5049720" y="1106640"/>
            <a:ext cx="131760" cy="128520"/>
          </a:xfrm>
          <a:custGeom>
            <a:avLst/>
            <a:gdLst/>
            <a:ahLst/>
            <a:rect l="l" t="t" r="r" b="b"/>
            <a:pathLst>
              <a:path w="302" h="293">
                <a:moveTo>
                  <a:pt x="89" y="141"/>
                </a:moveTo>
                <a:lnTo>
                  <a:pt x="89" y="141"/>
                </a:lnTo>
                <a:cubicBezTo>
                  <a:pt x="89" y="150"/>
                  <a:pt x="98" y="159"/>
                  <a:pt x="98" y="159"/>
                </a:cubicBezTo>
                <a:cubicBezTo>
                  <a:pt x="275" y="266"/>
                  <a:pt x="275" y="266"/>
                  <a:pt x="275" y="266"/>
                </a:cubicBezTo>
                <a:cubicBezTo>
                  <a:pt x="292" y="274"/>
                  <a:pt x="301" y="274"/>
                  <a:pt x="301" y="257"/>
                </a:cubicBezTo>
                <a:cubicBezTo>
                  <a:pt x="301" y="35"/>
                  <a:pt x="301" y="35"/>
                  <a:pt x="301" y="35"/>
                </a:cubicBezTo>
                <a:cubicBezTo>
                  <a:pt x="301" y="17"/>
                  <a:pt x="292" y="9"/>
                  <a:pt x="275" y="17"/>
                </a:cubicBezTo>
                <a:cubicBezTo>
                  <a:pt x="98" y="132"/>
                  <a:pt x="98" y="132"/>
                  <a:pt x="98" y="132"/>
                </a:cubicBezTo>
                <a:lnTo>
                  <a:pt x="89" y="141"/>
                </a:lnTo>
                <a:close/>
                <a:moveTo>
                  <a:pt x="0" y="26"/>
                </a:moveTo>
                <a:lnTo>
                  <a:pt x="0" y="26"/>
                </a:lnTo>
                <a:cubicBezTo>
                  <a:pt x="0" y="257"/>
                  <a:pt x="0" y="257"/>
                  <a:pt x="0" y="257"/>
                </a:cubicBezTo>
                <a:cubicBezTo>
                  <a:pt x="0" y="283"/>
                  <a:pt x="18" y="292"/>
                  <a:pt x="35" y="292"/>
                </a:cubicBezTo>
                <a:cubicBezTo>
                  <a:pt x="63" y="292"/>
                  <a:pt x="80" y="283"/>
                  <a:pt x="80" y="257"/>
                </a:cubicBezTo>
                <a:cubicBezTo>
                  <a:pt x="80" y="26"/>
                  <a:pt x="80" y="26"/>
                  <a:pt x="80" y="26"/>
                </a:cubicBezTo>
                <a:cubicBezTo>
                  <a:pt x="80" y="9"/>
                  <a:pt x="63" y="0"/>
                  <a:pt x="35" y="0"/>
                </a:cubicBezTo>
                <a:cubicBezTo>
                  <a:pt x="18" y="0"/>
                  <a:pt x="0" y="9"/>
                  <a:pt x="0" y="2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0" name="Freeform 105"/>
          <p:cNvSpPr/>
          <p:nvPr/>
        </p:nvSpPr>
        <p:spPr>
          <a:xfrm>
            <a:off x="5487840" y="1106640"/>
            <a:ext cx="133560" cy="128520"/>
          </a:xfrm>
          <a:custGeom>
            <a:avLst/>
            <a:gdLst/>
            <a:ahLst/>
            <a:rect l="l" t="t" r="r" b="b"/>
            <a:pathLst>
              <a:path w="303" h="293">
                <a:moveTo>
                  <a:pt x="204" y="132"/>
                </a:moveTo>
                <a:lnTo>
                  <a:pt x="204" y="132"/>
                </a:lnTo>
                <a:cubicBezTo>
                  <a:pt x="27" y="17"/>
                  <a:pt x="27" y="17"/>
                  <a:pt x="27" y="17"/>
                </a:cubicBezTo>
                <a:cubicBezTo>
                  <a:pt x="10" y="9"/>
                  <a:pt x="0" y="17"/>
                  <a:pt x="0" y="35"/>
                </a:cubicBezTo>
                <a:cubicBezTo>
                  <a:pt x="0" y="257"/>
                  <a:pt x="0" y="257"/>
                  <a:pt x="0" y="257"/>
                </a:cubicBezTo>
                <a:cubicBezTo>
                  <a:pt x="0" y="274"/>
                  <a:pt x="10" y="274"/>
                  <a:pt x="27" y="266"/>
                </a:cubicBezTo>
                <a:cubicBezTo>
                  <a:pt x="204" y="159"/>
                  <a:pt x="204" y="159"/>
                  <a:pt x="204" y="159"/>
                </a:cubicBezTo>
                <a:cubicBezTo>
                  <a:pt x="204" y="159"/>
                  <a:pt x="213" y="150"/>
                  <a:pt x="213" y="141"/>
                </a:cubicBezTo>
                <a:lnTo>
                  <a:pt x="204" y="132"/>
                </a:lnTo>
                <a:close/>
                <a:moveTo>
                  <a:pt x="266" y="0"/>
                </a:moveTo>
                <a:lnTo>
                  <a:pt x="266" y="0"/>
                </a:lnTo>
                <a:cubicBezTo>
                  <a:pt x="240" y="0"/>
                  <a:pt x="222" y="9"/>
                  <a:pt x="222" y="26"/>
                </a:cubicBezTo>
                <a:cubicBezTo>
                  <a:pt x="222" y="257"/>
                  <a:pt x="222" y="257"/>
                  <a:pt x="222" y="257"/>
                </a:cubicBezTo>
                <a:cubicBezTo>
                  <a:pt x="222" y="283"/>
                  <a:pt x="240" y="292"/>
                  <a:pt x="266" y="292"/>
                </a:cubicBezTo>
                <a:cubicBezTo>
                  <a:pt x="284" y="292"/>
                  <a:pt x="302" y="283"/>
                  <a:pt x="302" y="257"/>
                </a:cubicBezTo>
                <a:cubicBezTo>
                  <a:pt x="302" y="26"/>
                  <a:pt x="302" y="26"/>
                  <a:pt x="302" y="26"/>
                </a:cubicBezTo>
                <a:cubicBezTo>
                  <a:pt x="302" y="9"/>
                  <a:pt x="284" y="0"/>
                  <a:pt x="266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1" name="Freeform 107"/>
          <p:cNvSpPr/>
          <p:nvPr/>
        </p:nvSpPr>
        <p:spPr>
          <a:xfrm>
            <a:off x="5905440" y="1084320"/>
            <a:ext cx="173160" cy="169920"/>
          </a:xfrm>
          <a:custGeom>
            <a:avLst/>
            <a:gdLst/>
            <a:ahLst/>
            <a:rect l="l" t="t" r="r" b="b"/>
            <a:pathLst>
              <a:path w="391" h="390">
                <a:moveTo>
                  <a:pt x="239" y="0"/>
                </a:moveTo>
                <a:lnTo>
                  <a:pt x="292" y="53"/>
                </a:lnTo>
                <a:lnTo>
                  <a:pt x="221" y="123"/>
                </a:lnTo>
                <a:lnTo>
                  <a:pt x="266" y="176"/>
                </a:lnTo>
                <a:lnTo>
                  <a:pt x="345" y="97"/>
                </a:lnTo>
                <a:lnTo>
                  <a:pt x="390" y="159"/>
                </a:lnTo>
                <a:lnTo>
                  <a:pt x="390" y="0"/>
                </a:lnTo>
                <a:lnTo>
                  <a:pt x="239" y="0"/>
                </a:lnTo>
                <a:close/>
                <a:moveTo>
                  <a:pt x="124" y="221"/>
                </a:moveTo>
                <a:lnTo>
                  <a:pt x="44" y="301"/>
                </a:lnTo>
                <a:lnTo>
                  <a:pt x="0" y="239"/>
                </a:lnTo>
                <a:lnTo>
                  <a:pt x="0" y="389"/>
                </a:lnTo>
                <a:lnTo>
                  <a:pt x="159" y="389"/>
                </a:lnTo>
                <a:lnTo>
                  <a:pt x="97" y="345"/>
                </a:lnTo>
                <a:lnTo>
                  <a:pt x="168" y="274"/>
                </a:lnTo>
                <a:lnTo>
                  <a:pt x="124" y="22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2" name="Freeform 108"/>
          <p:cNvSpPr/>
          <p:nvPr/>
        </p:nvSpPr>
        <p:spPr>
          <a:xfrm>
            <a:off x="6330960" y="1069920"/>
            <a:ext cx="195120" cy="200160"/>
          </a:xfrm>
          <a:custGeom>
            <a:avLst/>
            <a:gdLst/>
            <a:ahLst/>
            <a:rect l="l" t="t" r="r" b="b"/>
            <a:pathLst>
              <a:path w="443" h="454">
                <a:moveTo>
                  <a:pt x="79" y="329"/>
                </a:moveTo>
                <a:lnTo>
                  <a:pt x="0" y="400"/>
                </a:lnTo>
                <a:lnTo>
                  <a:pt x="44" y="453"/>
                </a:lnTo>
                <a:lnTo>
                  <a:pt x="123" y="373"/>
                </a:lnTo>
                <a:lnTo>
                  <a:pt x="168" y="426"/>
                </a:lnTo>
                <a:lnTo>
                  <a:pt x="168" y="275"/>
                </a:lnTo>
                <a:lnTo>
                  <a:pt x="26" y="275"/>
                </a:lnTo>
                <a:lnTo>
                  <a:pt x="79" y="329"/>
                </a:lnTo>
                <a:close/>
                <a:moveTo>
                  <a:pt x="442" y="54"/>
                </a:moveTo>
                <a:lnTo>
                  <a:pt x="398" y="0"/>
                </a:lnTo>
                <a:lnTo>
                  <a:pt x="328" y="81"/>
                </a:lnTo>
                <a:lnTo>
                  <a:pt x="275" y="28"/>
                </a:lnTo>
                <a:lnTo>
                  <a:pt x="275" y="169"/>
                </a:lnTo>
                <a:lnTo>
                  <a:pt x="416" y="169"/>
                </a:lnTo>
                <a:lnTo>
                  <a:pt x="372" y="125"/>
                </a:lnTo>
                <a:lnTo>
                  <a:pt x="442" y="5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3" name="Freeform 109"/>
          <p:cNvSpPr/>
          <p:nvPr/>
        </p:nvSpPr>
        <p:spPr>
          <a:xfrm>
            <a:off x="1947960" y="2817720"/>
            <a:ext cx="210960" cy="208080"/>
          </a:xfrm>
          <a:custGeom>
            <a:avLst/>
            <a:gdLst/>
            <a:ahLst/>
            <a:rect l="l" t="t" r="r" b="b"/>
            <a:pathLst>
              <a:path w="479" h="471">
                <a:moveTo>
                  <a:pt x="239" y="0"/>
                </a:moveTo>
                <a:lnTo>
                  <a:pt x="239" y="0"/>
                </a:lnTo>
                <a:cubicBezTo>
                  <a:pt x="106" y="0"/>
                  <a:pt x="0" y="107"/>
                  <a:pt x="0" y="231"/>
                </a:cubicBezTo>
                <a:cubicBezTo>
                  <a:pt x="0" y="364"/>
                  <a:pt x="106" y="470"/>
                  <a:pt x="239" y="470"/>
                </a:cubicBezTo>
                <a:cubicBezTo>
                  <a:pt x="372" y="470"/>
                  <a:pt x="478" y="364"/>
                  <a:pt x="478" y="231"/>
                </a:cubicBezTo>
                <a:cubicBezTo>
                  <a:pt x="478" y="107"/>
                  <a:pt x="372" y="0"/>
                  <a:pt x="239" y="0"/>
                </a:cubicBezTo>
                <a:close/>
                <a:moveTo>
                  <a:pt x="239" y="426"/>
                </a:moveTo>
                <a:lnTo>
                  <a:pt x="239" y="426"/>
                </a:lnTo>
                <a:cubicBezTo>
                  <a:pt x="133" y="426"/>
                  <a:pt x="44" y="347"/>
                  <a:pt x="44" y="231"/>
                </a:cubicBezTo>
                <a:cubicBezTo>
                  <a:pt x="44" y="125"/>
                  <a:pt x="133" y="37"/>
                  <a:pt x="239" y="37"/>
                </a:cubicBezTo>
                <a:cubicBezTo>
                  <a:pt x="345" y="37"/>
                  <a:pt x="434" y="125"/>
                  <a:pt x="434" y="231"/>
                </a:cubicBezTo>
                <a:cubicBezTo>
                  <a:pt x="434" y="347"/>
                  <a:pt x="345" y="426"/>
                  <a:pt x="239" y="42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4" name="Freeform 110"/>
          <p:cNvSpPr/>
          <p:nvPr/>
        </p:nvSpPr>
        <p:spPr>
          <a:xfrm>
            <a:off x="2384280" y="2817720"/>
            <a:ext cx="212760" cy="208080"/>
          </a:xfrm>
          <a:custGeom>
            <a:avLst/>
            <a:gdLst/>
            <a:ahLst/>
            <a:rect l="l" t="t" r="r" b="b"/>
            <a:pathLst>
              <a:path w="479" h="471">
                <a:moveTo>
                  <a:pt x="240" y="0"/>
                </a:moveTo>
                <a:lnTo>
                  <a:pt x="240" y="0"/>
                </a:lnTo>
                <a:cubicBezTo>
                  <a:pt x="106" y="0"/>
                  <a:pt x="0" y="107"/>
                  <a:pt x="0" y="231"/>
                </a:cubicBezTo>
                <a:cubicBezTo>
                  <a:pt x="0" y="364"/>
                  <a:pt x="106" y="470"/>
                  <a:pt x="240" y="470"/>
                </a:cubicBezTo>
                <a:cubicBezTo>
                  <a:pt x="372" y="470"/>
                  <a:pt x="478" y="364"/>
                  <a:pt x="478" y="231"/>
                </a:cubicBezTo>
                <a:cubicBezTo>
                  <a:pt x="478" y="107"/>
                  <a:pt x="372" y="0"/>
                  <a:pt x="240" y="0"/>
                </a:cubicBezTo>
                <a:close/>
                <a:moveTo>
                  <a:pt x="53" y="169"/>
                </a:moveTo>
                <a:lnTo>
                  <a:pt x="53" y="169"/>
                </a:lnTo>
                <a:cubicBezTo>
                  <a:pt x="177" y="222"/>
                  <a:pt x="177" y="222"/>
                  <a:pt x="177" y="222"/>
                </a:cubicBezTo>
                <a:cubicBezTo>
                  <a:pt x="212" y="240"/>
                  <a:pt x="212" y="240"/>
                  <a:pt x="212" y="240"/>
                </a:cubicBezTo>
                <a:cubicBezTo>
                  <a:pt x="240" y="257"/>
                  <a:pt x="240" y="257"/>
                  <a:pt x="240" y="257"/>
                </a:cubicBezTo>
                <a:cubicBezTo>
                  <a:pt x="265" y="266"/>
                  <a:pt x="265" y="266"/>
                  <a:pt x="265" y="266"/>
                </a:cubicBezTo>
                <a:lnTo>
                  <a:pt x="274" y="275"/>
                </a:lnTo>
                <a:cubicBezTo>
                  <a:pt x="274" y="284"/>
                  <a:pt x="265" y="293"/>
                  <a:pt x="265" y="293"/>
                </a:cubicBezTo>
                <a:cubicBezTo>
                  <a:pt x="257" y="302"/>
                  <a:pt x="248" y="302"/>
                  <a:pt x="240" y="302"/>
                </a:cubicBezTo>
                <a:cubicBezTo>
                  <a:pt x="221" y="302"/>
                  <a:pt x="203" y="293"/>
                  <a:pt x="186" y="284"/>
                </a:cubicBezTo>
                <a:cubicBezTo>
                  <a:pt x="159" y="311"/>
                  <a:pt x="159" y="311"/>
                  <a:pt x="159" y="311"/>
                </a:cubicBezTo>
                <a:cubicBezTo>
                  <a:pt x="177" y="328"/>
                  <a:pt x="203" y="347"/>
                  <a:pt x="230" y="347"/>
                </a:cubicBezTo>
                <a:cubicBezTo>
                  <a:pt x="230" y="382"/>
                  <a:pt x="230" y="382"/>
                  <a:pt x="230" y="382"/>
                </a:cubicBezTo>
                <a:cubicBezTo>
                  <a:pt x="257" y="382"/>
                  <a:pt x="257" y="382"/>
                  <a:pt x="257" y="382"/>
                </a:cubicBezTo>
                <a:cubicBezTo>
                  <a:pt x="257" y="347"/>
                  <a:pt x="257" y="347"/>
                  <a:pt x="257" y="347"/>
                </a:cubicBezTo>
                <a:cubicBezTo>
                  <a:pt x="274" y="338"/>
                  <a:pt x="284" y="338"/>
                  <a:pt x="301" y="328"/>
                </a:cubicBezTo>
                <a:cubicBezTo>
                  <a:pt x="310" y="319"/>
                  <a:pt x="319" y="302"/>
                  <a:pt x="319" y="293"/>
                </a:cubicBezTo>
                <a:cubicBezTo>
                  <a:pt x="408" y="328"/>
                  <a:pt x="408" y="328"/>
                  <a:pt x="408" y="328"/>
                </a:cubicBezTo>
                <a:cubicBezTo>
                  <a:pt x="372" y="391"/>
                  <a:pt x="310" y="426"/>
                  <a:pt x="240" y="426"/>
                </a:cubicBezTo>
                <a:cubicBezTo>
                  <a:pt x="133" y="426"/>
                  <a:pt x="44" y="347"/>
                  <a:pt x="44" y="231"/>
                </a:cubicBezTo>
                <a:cubicBezTo>
                  <a:pt x="44" y="213"/>
                  <a:pt x="44" y="187"/>
                  <a:pt x="53" y="169"/>
                </a:cubicBezTo>
                <a:close/>
                <a:moveTo>
                  <a:pt x="310" y="231"/>
                </a:moveTo>
                <a:lnTo>
                  <a:pt x="310" y="231"/>
                </a:lnTo>
                <a:cubicBezTo>
                  <a:pt x="265" y="213"/>
                  <a:pt x="265" y="213"/>
                  <a:pt x="265" y="213"/>
                </a:cubicBezTo>
                <a:cubicBezTo>
                  <a:pt x="248" y="204"/>
                  <a:pt x="248" y="204"/>
                  <a:pt x="248" y="204"/>
                </a:cubicBezTo>
                <a:cubicBezTo>
                  <a:pt x="212" y="187"/>
                  <a:pt x="212" y="187"/>
                  <a:pt x="212" y="187"/>
                </a:cubicBezTo>
                <a:lnTo>
                  <a:pt x="212" y="187"/>
                </a:lnTo>
                <a:cubicBezTo>
                  <a:pt x="212" y="178"/>
                  <a:pt x="221" y="178"/>
                  <a:pt x="221" y="169"/>
                </a:cubicBezTo>
                <a:cubicBezTo>
                  <a:pt x="230" y="169"/>
                  <a:pt x="240" y="169"/>
                  <a:pt x="240" y="169"/>
                </a:cubicBezTo>
                <a:cubicBezTo>
                  <a:pt x="257" y="169"/>
                  <a:pt x="274" y="169"/>
                  <a:pt x="284" y="178"/>
                </a:cubicBezTo>
                <a:cubicBezTo>
                  <a:pt x="319" y="151"/>
                  <a:pt x="319" y="151"/>
                  <a:pt x="319" y="151"/>
                </a:cubicBezTo>
                <a:cubicBezTo>
                  <a:pt x="301" y="134"/>
                  <a:pt x="274" y="125"/>
                  <a:pt x="257" y="125"/>
                </a:cubicBezTo>
                <a:cubicBezTo>
                  <a:pt x="257" y="90"/>
                  <a:pt x="257" y="90"/>
                  <a:pt x="257" y="90"/>
                </a:cubicBezTo>
                <a:cubicBezTo>
                  <a:pt x="230" y="90"/>
                  <a:pt x="230" y="90"/>
                  <a:pt x="230" y="90"/>
                </a:cubicBezTo>
                <a:cubicBezTo>
                  <a:pt x="230" y="125"/>
                  <a:pt x="230" y="125"/>
                  <a:pt x="230" y="125"/>
                </a:cubicBezTo>
                <a:cubicBezTo>
                  <a:pt x="212" y="125"/>
                  <a:pt x="203" y="134"/>
                  <a:pt x="186" y="143"/>
                </a:cubicBezTo>
                <a:cubicBezTo>
                  <a:pt x="177" y="143"/>
                  <a:pt x="168" y="160"/>
                  <a:pt x="168" y="169"/>
                </a:cubicBezTo>
                <a:cubicBezTo>
                  <a:pt x="80" y="125"/>
                  <a:pt x="80" y="125"/>
                  <a:pt x="80" y="125"/>
                </a:cubicBezTo>
                <a:cubicBezTo>
                  <a:pt x="106" y="72"/>
                  <a:pt x="168" y="37"/>
                  <a:pt x="240" y="37"/>
                </a:cubicBezTo>
                <a:cubicBezTo>
                  <a:pt x="346" y="37"/>
                  <a:pt x="434" y="125"/>
                  <a:pt x="434" y="231"/>
                </a:cubicBezTo>
                <a:cubicBezTo>
                  <a:pt x="434" y="249"/>
                  <a:pt x="434" y="266"/>
                  <a:pt x="425" y="284"/>
                </a:cubicBezTo>
                <a:lnTo>
                  <a:pt x="310" y="23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5" name="Freeform 111"/>
          <p:cNvSpPr/>
          <p:nvPr/>
        </p:nvSpPr>
        <p:spPr>
          <a:xfrm>
            <a:off x="2822400" y="2817720"/>
            <a:ext cx="211320" cy="208080"/>
          </a:xfrm>
          <a:custGeom>
            <a:avLst/>
            <a:gdLst/>
            <a:ahLst/>
            <a:rect l="l" t="t" r="r" b="b"/>
            <a:pathLst>
              <a:path w="480" h="471">
                <a:moveTo>
                  <a:pt x="240" y="0"/>
                </a:moveTo>
                <a:lnTo>
                  <a:pt x="240" y="0"/>
                </a:lnTo>
                <a:cubicBezTo>
                  <a:pt x="107" y="0"/>
                  <a:pt x="0" y="107"/>
                  <a:pt x="0" y="231"/>
                </a:cubicBezTo>
                <a:cubicBezTo>
                  <a:pt x="0" y="364"/>
                  <a:pt x="107" y="470"/>
                  <a:pt x="240" y="470"/>
                </a:cubicBezTo>
                <a:cubicBezTo>
                  <a:pt x="372" y="470"/>
                  <a:pt x="479" y="364"/>
                  <a:pt x="479" y="231"/>
                </a:cubicBezTo>
                <a:cubicBezTo>
                  <a:pt x="479" y="107"/>
                  <a:pt x="372" y="0"/>
                  <a:pt x="240" y="0"/>
                </a:cubicBezTo>
                <a:close/>
                <a:moveTo>
                  <a:pt x="53" y="169"/>
                </a:moveTo>
                <a:lnTo>
                  <a:pt x="53" y="169"/>
                </a:lnTo>
                <a:cubicBezTo>
                  <a:pt x="115" y="196"/>
                  <a:pt x="115" y="196"/>
                  <a:pt x="115" y="196"/>
                </a:cubicBezTo>
                <a:lnTo>
                  <a:pt x="115" y="196"/>
                </a:lnTo>
                <a:cubicBezTo>
                  <a:pt x="115" y="231"/>
                  <a:pt x="115" y="231"/>
                  <a:pt x="115" y="231"/>
                </a:cubicBezTo>
                <a:cubicBezTo>
                  <a:pt x="134" y="231"/>
                  <a:pt x="134" y="231"/>
                  <a:pt x="134" y="231"/>
                </a:cubicBezTo>
                <a:cubicBezTo>
                  <a:pt x="134" y="231"/>
                  <a:pt x="134" y="231"/>
                  <a:pt x="134" y="240"/>
                </a:cubicBezTo>
                <a:cubicBezTo>
                  <a:pt x="134" y="249"/>
                  <a:pt x="134" y="249"/>
                  <a:pt x="134" y="249"/>
                </a:cubicBezTo>
                <a:cubicBezTo>
                  <a:pt x="115" y="249"/>
                  <a:pt x="115" y="249"/>
                  <a:pt x="115" y="249"/>
                </a:cubicBezTo>
                <a:cubicBezTo>
                  <a:pt x="115" y="275"/>
                  <a:pt x="115" y="275"/>
                  <a:pt x="115" y="275"/>
                </a:cubicBezTo>
                <a:cubicBezTo>
                  <a:pt x="142" y="275"/>
                  <a:pt x="142" y="275"/>
                  <a:pt x="142" y="275"/>
                </a:cubicBezTo>
                <a:cubicBezTo>
                  <a:pt x="142" y="293"/>
                  <a:pt x="151" y="311"/>
                  <a:pt x="160" y="328"/>
                </a:cubicBezTo>
                <a:cubicBezTo>
                  <a:pt x="187" y="355"/>
                  <a:pt x="222" y="373"/>
                  <a:pt x="258" y="373"/>
                </a:cubicBezTo>
                <a:cubicBezTo>
                  <a:pt x="284" y="373"/>
                  <a:pt x="311" y="364"/>
                  <a:pt x="319" y="355"/>
                </a:cubicBezTo>
                <a:cubicBezTo>
                  <a:pt x="311" y="311"/>
                  <a:pt x="311" y="311"/>
                  <a:pt x="311" y="311"/>
                </a:cubicBezTo>
                <a:cubicBezTo>
                  <a:pt x="302" y="319"/>
                  <a:pt x="284" y="319"/>
                  <a:pt x="266" y="319"/>
                </a:cubicBezTo>
                <a:cubicBezTo>
                  <a:pt x="249" y="319"/>
                  <a:pt x="231" y="319"/>
                  <a:pt x="213" y="302"/>
                </a:cubicBezTo>
                <a:cubicBezTo>
                  <a:pt x="205" y="293"/>
                  <a:pt x="205" y="284"/>
                  <a:pt x="205" y="275"/>
                </a:cubicBezTo>
                <a:cubicBezTo>
                  <a:pt x="284" y="275"/>
                  <a:pt x="284" y="275"/>
                  <a:pt x="284" y="275"/>
                </a:cubicBezTo>
                <a:cubicBezTo>
                  <a:pt x="408" y="328"/>
                  <a:pt x="408" y="328"/>
                  <a:pt x="408" y="328"/>
                </a:cubicBezTo>
                <a:cubicBezTo>
                  <a:pt x="372" y="391"/>
                  <a:pt x="311" y="426"/>
                  <a:pt x="240" y="426"/>
                </a:cubicBezTo>
                <a:cubicBezTo>
                  <a:pt x="134" y="426"/>
                  <a:pt x="45" y="347"/>
                  <a:pt x="45" y="231"/>
                </a:cubicBezTo>
                <a:cubicBezTo>
                  <a:pt x="45" y="213"/>
                  <a:pt x="45" y="196"/>
                  <a:pt x="53" y="169"/>
                </a:cubicBezTo>
                <a:close/>
                <a:moveTo>
                  <a:pt x="302" y="231"/>
                </a:moveTo>
                <a:lnTo>
                  <a:pt x="302" y="231"/>
                </a:lnTo>
                <a:lnTo>
                  <a:pt x="302" y="231"/>
                </a:lnTo>
                <a:cubicBezTo>
                  <a:pt x="302" y="196"/>
                  <a:pt x="302" y="196"/>
                  <a:pt x="302" y="196"/>
                </a:cubicBezTo>
                <a:cubicBezTo>
                  <a:pt x="231" y="196"/>
                  <a:pt x="231" y="196"/>
                  <a:pt x="231" y="196"/>
                </a:cubicBezTo>
                <a:cubicBezTo>
                  <a:pt x="205" y="187"/>
                  <a:pt x="205" y="187"/>
                  <a:pt x="205" y="187"/>
                </a:cubicBezTo>
                <a:cubicBezTo>
                  <a:pt x="213" y="178"/>
                  <a:pt x="213" y="178"/>
                  <a:pt x="213" y="169"/>
                </a:cubicBezTo>
                <a:cubicBezTo>
                  <a:pt x="231" y="160"/>
                  <a:pt x="249" y="151"/>
                  <a:pt x="266" y="151"/>
                </a:cubicBezTo>
                <a:cubicBezTo>
                  <a:pt x="284" y="151"/>
                  <a:pt x="302" y="160"/>
                  <a:pt x="311" y="160"/>
                </a:cubicBezTo>
                <a:cubicBezTo>
                  <a:pt x="319" y="116"/>
                  <a:pt x="319" y="116"/>
                  <a:pt x="319" y="116"/>
                </a:cubicBezTo>
                <a:cubicBezTo>
                  <a:pt x="302" y="107"/>
                  <a:pt x="284" y="107"/>
                  <a:pt x="258" y="107"/>
                </a:cubicBezTo>
                <a:cubicBezTo>
                  <a:pt x="222" y="107"/>
                  <a:pt x="187" y="116"/>
                  <a:pt x="169" y="143"/>
                </a:cubicBezTo>
                <a:cubicBezTo>
                  <a:pt x="160" y="151"/>
                  <a:pt x="160" y="160"/>
                  <a:pt x="151" y="160"/>
                </a:cubicBezTo>
                <a:cubicBezTo>
                  <a:pt x="80" y="125"/>
                  <a:pt x="80" y="125"/>
                  <a:pt x="80" y="125"/>
                </a:cubicBezTo>
                <a:cubicBezTo>
                  <a:pt x="107" y="72"/>
                  <a:pt x="169" y="37"/>
                  <a:pt x="240" y="37"/>
                </a:cubicBezTo>
                <a:cubicBezTo>
                  <a:pt x="346" y="37"/>
                  <a:pt x="434" y="125"/>
                  <a:pt x="434" y="231"/>
                </a:cubicBezTo>
                <a:cubicBezTo>
                  <a:pt x="434" y="249"/>
                  <a:pt x="434" y="266"/>
                  <a:pt x="425" y="284"/>
                </a:cubicBezTo>
                <a:lnTo>
                  <a:pt x="302" y="23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6" name="Freeform 112"/>
          <p:cNvSpPr/>
          <p:nvPr/>
        </p:nvSpPr>
        <p:spPr>
          <a:xfrm>
            <a:off x="3259080" y="2817720"/>
            <a:ext cx="212760" cy="208080"/>
          </a:xfrm>
          <a:custGeom>
            <a:avLst/>
            <a:gdLst/>
            <a:ahLst/>
            <a:rect l="l" t="t" r="r" b="b"/>
            <a:pathLst>
              <a:path w="480" h="471">
                <a:moveTo>
                  <a:pt x="239" y="0"/>
                </a:moveTo>
                <a:lnTo>
                  <a:pt x="239" y="0"/>
                </a:lnTo>
                <a:cubicBezTo>
                  <a:pt x="107" y="0"/>
                  <a:pt x="0" y="107"/>
                  <a:pt x="0" y="231"/>
                </a:cubicBezTo>
                <a:cubicBezTo>
                  <a:pt x="0" y="364"/>
                  <a:pt x="107" y="470"/>
                  <a:pt x="239" y="470"/>
                </a:cubicBezTo>
                <a:cubicBezTo>
                  <a:pt x="372" y="470"/>
                  <a:pt x="479" y="364"/>
                  <a:pt x="479" y="231"/>
                </a:cubicBezTo>
                <a:cubicBezTo>
                  <a:pt x="479" y="107"/>
                  <a:pt x="372" y="0"/>
                  <a:pt x="239" y="0"/>
                </a:cubicBezTo>
                <a:close/>
                <a:moveTo>
                  <a:pt x="53" y="178"/>
                </a:moveTo>
                <a:lnTo>
                  <a:pt x="53" y="178"/>
                </a:lnTo>
                <a:cubicBezTo>
                  <a:pt x="177" y="231"/>
                  <a:pt x="177" y="231"/>
                  <a:pt x="177" y="231"/>
                </a:cubicBezTo>
                <a:cubicBezTo>
                  <a:pt x="151" y="231"/>
                  <a:pt x="151" y="231"/>
                  <a:pt x="151" y="231"/>
                </a:cubicBezTo>
                <a:cubicBezTo>
                  <a:pt x="151" y="266"/>
                  <a:pt x="151" y="266"/>
                  <a:pt x="151" y="266"/>
                </a:cubicBezTo>
                <a:cubicBezTo>
                  <a:pt x="204" y="266"/>
                  <a:pt x="204" y="266"/>
                  <a:pt x="204" y="266"/>
                </a:cubicBezTo>
                <a:cubicBezTo>
                  <a:pt x="213" y="275"/>
                  <a:pt x="213" y="275"/>
                  <a:pt x="213" y="275"/>
                </a:cubicBezTo>
                <a:cubicBezTo>
                  <a:pt x="213" y="293"/>
                  <a:pt x="213" y="293"/>
                  <a:pt x="213" y="293"/>
                </a:cubicBezTo>
                <a:cubicBezTo>
                  <a:pt x="151" y="293"/>
                  <a:pt x="151" y="293"/>
                  <a:pt x="151" y="293"/>
                </a:cubicBezTo>
                <a:cubicBezTo>
                  <a:pt x="151" y="338"/>
                  <a:pt x="151" y="338"/>
                  <a:pt x="151" y="338"/>
                </a:cubicBezTo>
                <a:cubicBezTo>
                  <a:pt x="213" y="338"/>
                  <a:pt x="213" y="338"/>
                  <a:pt x="213" y="338"/>
                </a:cubicBezTo>
                <a:cubicBezTo>
                  <a:pt x="213" y="391"/>
                  <a:pt x="213" y="391"/>
                  <a:pt x="213" y="391"/>
                </a:cubicBezTo>
                <a:cubicBezTo>
                  <a:pt x="266" y="391"/>
                  <a:pt x="266" y="391"/>
                  <a:pt x="266" y="391"/>
                </a:cubicBezTo>
                <a:cubicBezTo>
                  <a:pt x="266" y="338"/>
                  <a:pt x="266" y="338"/>
                  <a:pt x="266" y="338"/>
                </a:cubicBezTo>
                <a:cubicBezTo>
                  <a:pt x="328" y="338"/>
                  <a:pt x="328" y="338"/>
                  <a:pt x="328" y="338"/>
                </a:cubicBezTo>
                <a:cubicBezTo>
                  <a:pt x="328" y="302"/>
                  <a:pt x="328" y="302"/>
                  <a:pt x="328" y="302"/>
                </a:cubicBezTo>
                <a:cubicBezTo>
                  <a:pt x="407" y="338"/>
                  <a:pt x="407" y="338"/>
                  <a:pt x="407" y="338"/>
                </a:cubicBezTo>
                <a:cubicBezTo>
                  <a:pt x="372" y="391"/>
                  <a:pt x="310" y="426"/>
                  <a:pt x="239" y="426"/>
                </a:cubicBezTo>
                <a:cubicBezTo>
                  <a:pt x="133" y="426"/>
                  <a:pt x="44" y="347"/>
                  <a:pt x="44" y="231"/>
                </a:cubicBezTo>
                <a:cubicBezTo>
                  <a:pt x="44" y="213"/>
                  <a:pt x="44" y="196"/>
                  <a:pt x="53" y="178"/>
                </a:cubicBezTo>
                <a:close/>
                <a:moveTo>
                  <a:pt x="266" y="293"/>
                </a:moveTo>
                <a:lnTo>
                  <a:pt x="266" y="293"/>
                </a:lnTo>
                <a:cubicBezTo>
                  <a:pt x="266" y="275"/>
                  <a:pt x="266" y="275"/>
                  <a:pt x="266" y="275"/>
                </a:cubicBezTo>
                <a:cubicBezTo>
                  <a:pt x="274" y="275"/>
                  <a:pt x="274" y="275"/>
                  <a:pt x="274" y="275"/>
                </a:cubicBezTo>
                <a:cubicBezTo>
                  <a:pt x="319" y="293"/>
                  <a:pt x="319" y="293"/>
                  <a:pt x="319" y="293"/>
                </a:cubicBezTo>
                <a:lnTo>
                  <a:pt x="266" y="293"/>
                </a:lnTo>
                <a:close/>
                <a:moveTo>
                  <a:pt x="328" y="249"/>
                </a:moveTo>
                <a:lnTo>
                  <a:pt x="328" y="249"/>
                </a:lnTo>
                <a:cubicBezTo>
                  <a:pt x="328" y="231"/>
                  <a:pt x="328" y="231"/>
                  <a:pt x="328" y="231"/>
                </a:cubicBezTo>
                <a:cubicBezTo>
                  <a:pt x="292" y="231"/>
                  <a:pt x="292" y="231"/>
                  <a:pt x="292" y="231"/>
                </a:cubicBezTo>
                <a:cubicBezTo>
                  <a:pt x="354" y="116"/>
                  <a:pt x="354" y="116"/>
                  <a:pt x="354" y="116"/>
                </a:cubicBezTo>
                <a:cubicBezTo>
                  <a:pt x="292" y="116"/>
                  <a:pt x="292" y="116"/>
                  <a:pt x="292" y="116"/>
                </a:cubicBezTo>
                <a:cubicBezTo>
                  <a:pt x="248" y="213"/>
                  <a:pt x="248" y="213"/>
                  <a:pt x="248" y="213"/>
                </a:cubicBezTo>
                <a:cubicBezTo>
                  <a:pt x="230" y="204"/>
                  <a:pt x="230" y="204"/>
                  <a:pt x="230" y="204"/>
                </a:cubicBezTo>
                <a:cubicBezTo>
                  <a:pt x="186" y="116"/>
                  <a:pt x="186" y="116"/>
                  <a:pt x="186" y="116"/>
                </a:cubicBezTo>
                <a:cubicBezTo>
                  <a:pt x="123" y="116"/>
                  <a:pt x="123" y="116"/>
                  <a:pt x="123" y="116"/>
                </a:cubicBezTo>
                <a:cubicBezTo>
                  <a:pt x="151" y="169"/>
                  <a:pt x="151" y="169"/>
                  <a:pt x="151" y="169"/>
                </a:cubicBezTo>
                <a:cubicBezTo>
                  <a:pt x="70" y="134"/>
                  <a:pt x="70" y="134"/>
                  <a:pt x="70" y="134"/>
                </a:cubicBezTo>
                <a:cubicBezTo>
                  <a:pt x="107" y="81"/>
                  <a:pt x="168" y="37"/>
                  <a:pt x="239" y="37"/>
                </a:cubicBezTo>
                <a:cubicBezTo>
                  <a:pt x="345" y="37"/>
                  <a:pt x="434" y="125"/>
                  <a:pt x="434" y="231"/>
                </a:cubicBezTo>
                <a:cubicBezTo>
                  <a:pt x="434" y="257"/>
                  <a:pt x="434" y="275"/>
                  <a:pt x="426" y="293"/>
                </a:cubicBezTo>
                <a:lnTo>
                  <a:pt x="328" y="24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7" name="Freeform 113"/>
          <p:cNvSpPr/>
          <p:nvPr/>
        </p:nvSpPr>
        <p:spPr>
          <a:xfrm>
            <a:off x="3697200" y="2817720"/>
            <a:ext cx="211320" cy="208080"/>
          </a:xfrm>
          <a:custGeom>
            <a:avLst/>
            <a:gdLst/>
            <a:ahLst/>
            <a:rect l="l" t="t" r="r" b="b"/>
            <a:pathLst>
              <a:path w="480" h="471">
                <a:moveTo>
                  <a:pt x="239" y="107"/>
                </a:moveTo>
                <a:lnTo>
                  <a:pt x="239" y="107"/>
                </a:lnTo>
                <a:cubicBezTo>
                  <a:pt x="213" y="107"/>
                  <a:pt x="186" y="116"/>
                  <a:pt x="169" y="134"/>
                </a:cubicBezTo>
                <a:cubicBezTo>
                  <a:pt x="151" y="151"/>
                  <a:pt x="142" y="169"/>
                  <a:pt x="133" y="204"/>
                </a:cubicBezTo>
                <a:cubicBezTo>
                  <a:pt x="116" y="204"/>
                  <a:pt x="116" y="204"/>
                  <a:pt x="116" y="204"/>
                </a:cubicBezTo>
                <a:cubicBezTo>
                  <a:pt x="160" y="249"/>
                  <a:pt x="160" y="249"/>
                  <a:pt x="160" y="249"/>
                </a:cubicBezTo>
                <a:cubicBezTo>
                  <a:pt x="213" y="204"/>
                  <a:pt x="213" y="204"/>
                  <a:pt x="213" y="204"/>
                </a:cubicBezTo>
                <a:cubicBezTo>
                  <a:pt x="195" y="204"/>
                  <a:pt x="195" y="204"/>
                  <a:pt x="195" y="204"/>
                </a:cubicBezTo>
                <a:cubicBezTo>
                  <a:pt x="195" y="169"/>
                  <a:pt x="213" y="160"/>
                  <a:pt x="248" y="160"/>
                </a:cubicBezTo>
                <a:cubicBezTo>
                  <a:pt x="266" y="160"/>
                  <a:pt x="275" y="169"/>
                  <a:pt x="284" y="178"/>
                </a:cubicBezTo>
                <a:cubicBezTo>
                  <a:pt x="292" y="196"/>
                  <a:pt x="301" y="213"/>
                  <a:pt x="301" y="240"/>
                </a:cubicBezTo>
                <a:cubicBezTo>
                  <a:pt x="301" y="257"/>
                  <a:pt x="292" y="275"/>
                  <a:pt x="284" y="293"/>
                </a:cubicBezTo>
                <a:cubicBezTo>
                  <a:pt x="275" y="311"/>
                  <a:pt x="257" y="319"/>
                  <a:pt x="248" y="319"/>
                </a:cubicBezTo>
                <a:cubicBezTo>
                  <a:pt x="213" y="319"/>
                  <a:pt x="195" y="302"/>
                  <a:pt x="195" y="275"/>
                </a:cubicBezTo>
                <a:cubicBezTo>
                  <a:pt x="133" y="275"/>
                  <a:pt x="133" y="275"/>
                  <a:pt x="133" y="275"/>
                </a:cubicBezTo>
                <a:cubicBezTo>
                  <a:pt x="133" y="302"/>
                  <a:pt x="151" y="328"/>
                  <a:pt x="169" y="338"/>
                </a:cubicBezTo>
                <a:cubicBezTo>
                  <a:pt x="186" y="355"/>
                  <a:pt x="213" y="364"/>
                  <a:pt x="239" y="364"/>
                </a:cubicBezTo>
                <a:cubicBezTo>
                  <a:pt x="275" y="364"/>
                  <a:pt x="301" y="355"/>
                  <a:pt x="328" y="328"/>
                </a:cubicBezTo>
                <a:cubicBezTo>
                  <a:pt x="346" y="302"/>
                  <a:pt x="364" y="275"/>
                  <a:pt x="364" y="240"/>
                </a:cubicBezTo>
                <a:cubicBezTo>
                  <a:pt x="364" y="204"/>
                  <a:pt x="346" y="169"/>
                  <a:pt x="328" y="143"/>
                </a:cubicBezTo>
                <a:cubicBezTo>
                  <a:pt x="301" y="125"/>
                  <a:pt x="275" y="107"/>
                  <a:pt x="239" y="107"/>
                </a:cubicBezTo>
                <a:close/>
                <a:moveTo>
                  <a:pt x="239" y="0"/>
                </a:moveTo>
                <a:lnTo>
                  <a:pt x="239" y="0"/>
                </a:lnTo>
                <a:cubicBezTo>
                  <a:pt x="107" y="0"/>
                  <a:pt x="0" y="107"/>
                  <a:pt x="0" y="231"/>
                </a:cubicBezTo>
                <a:cubicBezTo>
                  <a:pt x="0" y="364"/>
                  <a:pt x="107" y="470"/>
                  <a:pt x="239" y="470"/>
                </a:cubicBezTo>
                <a:cubicBezTo>
                  <a:pt x="372" y="470"/>
                  <a:pt x="479" y="364"/>
                  <a:pt x="479" y="231"/>
                </a:cubicBezTo>
                <a:cubicBezTo>
                  <a:pt x="479" y="107"/>
                  <a:pt x="372" y="0"/>
                  <a:pt x="239" y="0"/>
                </a:cubicBezTo>
                <a:close/>
                <a:moveTo>
                  <a:pt x="239" y="426"/>
                </a:moveTo>
                <a:lnTo>
                  <a:pt x="239" y="426"/>
                </a:lnTo>
                <a:cubicBezTo>
                  <a:pt x="133" y="426"/>
                  <a:pt x="45" y="347"/>
                  <a:pt x="45" y="231"/>
                </a:cubicBezTo>
                <a:cubicBezTo>
                  <a:pt x="45" y="125"/>
                  <a:pt x="133" y="37"/>
                  <a:pt x="239" y="37"/>
                </a:cubicBezTo>
                <a:cubicBezTo>
                  <a:pt x="346" y="37"/>
                  <a:pt x="435" y="125"/>
                  <a:pt x="435" y="231"/>
                </a:cubicBezTo>
                <a:cubicBezTo>
                  <a:pt x="435" y="347"/>
                  <a:pt x="346" y="426"/>
                  <a:pt x="239" y="42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8" name="Freeform 114"/>
          <p:cNvSpPr/>
          <p:nvPr/>
        </p:nvSpPr>
        <p:spPr>
          <a:xfrm>
            <a:off x="4137120" y="2817720"/>
            <a:ext cx="210960" cy="208080"/>
          </a:xfrm>
          <a:custGeom>
            <a:avLst/>
            <a:gdLst/>
            <a:ahLst/>
            <a:rect l="l" t="t" r="r" b="b"/>
            <a:pathLst>
              <a:path w="479" h="471">
                <a:moveTo>
                  <a:pt x="150" y="222"/>
                </a:moveTo>
                <a:lnTo>
                  <a:pt x="150" y="222"/>
                </a:lnTo>
                <a:cubicBezTo>
                  <a:pt x="328" y="222"/>
                  <a:pt x="328" y="222"/>
                  <a:pt x="328" y="222"/>
                </a:cubicBezTo>
                <a:cubicBezTo>
                  <a:pt x="328" y="178"/>
                  <a:pt x="328" y="178"/>
                  <a:pt x="328" y="178"/>
                </a:cubicBezTo>
                <a:cubicBezTo>
                  <a:pt x="150" y="178"/>
                  <a:pt x="150" y="178"/>
                  <a:pt x="150" y="178"/>
                </a:cubicBezTo>
                <a:lnTo>
                  <a:pt x="150" y="222"/>
                </a:lnTo>
                <a:close/>
                <a:moveTo>
                  <a:pt x="150" y="293"/>
                </a:moveTo>
                <a:lnTo>
                  <a:pt x="150" y="293"/>
                </a:lnTo>
                <a:cubicBezTo>
                  <a:pt x="328" y="293"/>
                  <a:pt x="328" y="293"/>
                  <a:pt x="328" y="293"/>
                </a:cubicBezTo>
                <a:cubicBezTo>
                  <a:pt x="328" y="257"/>
                  <a:pt x="328" y="257"/>
                  <a:pt x="328" y="257"/>
                </a:cubicBezTo>
                <a:cubicBezTo>
                  <a:pt x="150" y="257"/>
                  <a:pt x="150" y="257"/>
                  <a:pt x="150" y="257"/>
                </a:cubicBezTo>
                <a:lnTo>
                  <a:pt x="150" y="293"/>
                </a:lnTo>
                <a:close/>
                <a:moveTo>
                  <a:pt x="239" y="0"/>
                </a:moveTo>
                <a:lnTo>
                  <a:pt x="239" y="0"/>
                </a:lnTo>
                <a:cubicBezTo>
                  <a:pt x="106" y="0"/>
                  <a:pt x="0" y="107"/>
                  <a:pt x="0" y="231"/>
                </a:cubicBezTo>
                <a:cubicBezTo>
                  <a:pt x="0" y="364"/>
                  <a:pt x="106" y="470"/>
                  <a:pt x="239" y="470"/>
                </a:cubicBezTo>
                <a:cubicBezTo>
                  <a:pt x="372" y="470"/>
                  <a:pt x="478" y="364"/>
                  <a:pt x="478" y="231"/>
                </a:cubicBezTo>
                <a:cubicBezTo>
                  <a:pt x="478" y="107"/>
                  <a:pt x="372" y="0"/>
                  <a:pt x="239" y="0"/>
                </a:cubicBezTo>
                <a:close/>
                <a:moveTo>
                  <a:pt x="239" y="426"/>
                </a:moveTo>
                <a:lnTo>
                  <a:pt x="239" y="426"/>
                </a:lnTo>
                <a:cubicBezTo>
                  <a:pt x="133" y="426"/>
                  <a:pt x="44" y="347"/>
                  <a:pt x="44" y="231"/>
                </a:cubicBezTo>
                <a:cubicBezTo>
                  <a:pt x="44" y="125"/>
                  <a:pt x="133" y="37"/>
                  <a:pt x="239" y="37"/>
                </a:cubicBezTo>
                <a:cubicBezTo>
                  <a:pt x="345" y="37"/>
                  <a:pt x="434" y="125"/>
                  <a:pt x="434" y="231"/>
                </a:cubicBezTo>
                <a:cubicBezTo>
                  <a:pt x="434" y="347"/>
                  <a:pt x="345" y="426"/>
                  <a:pt x="239" y="42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9" name="Freeform 115"/>
          <p:cNvSpPr/>
          <p:nvPr/>
        </p:nvSpPr>
        <p:spPr>
          <a:xfrm>
            <a:off x="4573440" y="2817720"/>
            <a:ext cx="212760" cy="208080"/>
          </a:xfrm>
          <a:custGeom>
            <a:avLst/>
            <a:gdLst/>
            <a:ahLst/>
            <a:rect l="l" t="t" r="r" b="b"/>
            <a:pathLst>
              <a:path w="479" h="471">
                <a:moveTo>
                  <a:pt x="240" y="0"/>
                </a:moveTo>
                <a:lnTo>
                  <a:pt x="240" y="0"/>
                </a:lnTo>
                <a:cubicBezTo>
                  <a:pt x="106" y="0"/>
                  <a:pt x="0" y="107"/>
                  <a:pt x="0" y="231"/>
                </a:cubicBezTo>
                <a:cubicBezTo>
                  <a:pt x="0" y="364"/>
                  <a:pt x="106" y="470"/>
                  <a:pt x="240" y="470"/>
                </a:cubicBezTo>
                <a:cubicBezTo>
                  <a:pt x="372" y="470"/>
                  <a:pt x="478" y="364"/>
                  <a:pt x="478" y="231"/>
                </a:cubicBezTo>
                <a:cubicBezTo>
                  <a:pt x="478" y="107"/>
                  <a:pt x="372" y="0"/>
                  <a:pt x="240" y="0"/>
                </a:cubicBezTo>
                <a:close/>
                <a:moveTo>
                  <a:pt x="53" y="169"/>
                </a:moveTo>
                <a:lnTo>
                  <a:pt x="53" y="169"/>
                </a:lnTo>
                <a:cubicBezTo>
                  <a:pt x="133" y="204"/>
                  <a:pt x="133" y="204"/>
                  <a:pt x="133" y="204"/>
                </a:cubicBezTo>
                <a:cubicBezTo>
                  <a:pt x="133" y="213"/>
                  <a:pt x="133" y="222"/>
                  <a:pt x="133" y="240"/>
                </a:cubicBezTo>
                <a:cubicBezTo>
                  <a:pt x="133" y="328"/>
                  <a:pt x="204" y="355"/>
                  <a:pt x="249" y="355"/>
                </a:cubicBezTo>
                <a:cubicBezTo>
                  <a:pt x="275" y="355"/>
                  <a:pt x="293" y="347"/>
                  <a:pt x="310" y="338"/>
                </a:cubicBezTo>
                <a:cubicBezTo>
                  <a:pt x="319" y="338"/>
                  <a:pt x="319" y="328"/>
                  <a:pt x="319" y="328"/>
                </a:cubicBezTo>
                <a:cubicBezTo>
                  <a:pt x="284" y="284"/>
                  <a:pt x="284" y="284"/>
                  <a:pt x="284" y="284"/>
                </a:cubicBezTo>
                <a:lnTo>
                  <a:pt x="284" y="293"/>
                </a:lnTo>
                <a:cubicBezTo>
                  <a:pt x="266" y="302"/>
                  <a:pt x="257" y="302"/>
                  <a:pt x="249" y="302"/>
                </a:cubicBezTo>
                <a:cubicBezTo>
                  <a:pt x="213" y="302"/>
                  <a:pt x="204" y="266"/>
                  <a:pt x="204" y="231"/>
                </a:cubicBezTo>
                <a:cubicBezTo>
                  <a:pt x="408" y="328"/>
                  <a:pt x="408" y="328"/>
                  <a:pt x="408" y="328"/>
                </a:cubicBezTo>
                <a:cubicBezTo>
                  <a:pt x="372" y="391"/>
                  <a:pt x="310" y="426"/>
                  <a:pt x="240" y="426"/>
                </a:cubicBezTo>
                <a:cubicBezTo>
                  <a:pt x="133" y="426"/>
                  <a:pt x="44" y="347"/>
                  <a:pt x="44" y="231"/>
                </a:cubicBezTo>
                <a:cubicBezTo>
                  <a:pt x="44" y="213"/>
                  <a:pt x="44" y="196"/>
                  <a:pt x="53" y="169"/>
                </a:cubicBezTo>
                <a:close/>
                <a:moveTo>
                  <a:pt x="213" y="187"/>
                </a:moveTo>
                <a:lnTo>
                  <a:pt x="213" y="187"/>
                </a:lnTo>
                <a:cubicBezTo>
                  <a:pt x="222" y="178"/>
                  <a:pt x="230" y="160"/>
                  <a:pt x="249" y="160"/>
                </a:cubicBezTo>
                <a:cubicBezTo>
                  <a:pt x="257" y="160"/>
                  <a:pt x="266" y="169"/>
                  <a:pt x="275" y="169"/>
                </a:cubicBezTo>
                <a:lnTo>
                  <a:pt x="284" y="178"/>
                </a:lnTo>
                <a:cubicBezTo>
                  <a:pt x="319" y="134"/>
                  <a:pt x="319" y="134"/>
                  <a:pt x="319" y="134"/>
                </a:cubicBezTo>
                <a:cubicBezTo>
                  <a:pt x="293" y="116"/>
                  <a:pt x="266" y="107"/>
                  <a:pt x="249" y="107"/>
                </a:cubicBezTo>
                <a:cubicBezTo>
                  <a:pt x="204" y="107"/>
                  <a:pt x="169" y="134"/>
                  <a:pt x="151" y="160"/>
                </a:cubicBezTo>
                <a:cubicBezTo>
                  <a:pt x="80" y="125"/>
                  <a:pt x="80" y="125"/>
                  <a:pt x="80" y="125"/>
                </a:cubicBezTo>
                <a:cubicBezTo>
                  <a:pt x="106" y="72"/>
                  <a:pt x="169" y="37"/>
                  <a:pt x="240" y="37"/>
                </a:cubicBezTo>
                <a:cubicBezTo>
                  <a:pt x="346" y="37"/>
                  <a:pt x="434" y="125"/>
                  <a:pt x="434" y="231"/>
                </a:cubicBezTo>
                <a:cubicBezTo>
                  <a:pt x="434" y="249"/>
                  <a:pt x="434" y="266"/>
                  <a:pt x="425" y="284"/>
                </a:cubicBezTo>
                <a:lnTo>
                  <a:pt x="213" y="18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0" name="Freeform 116"/>
          <p:cNvSpPr/>
          <p:nvPr/>
        </p:nvSpPr>
        <p:spPr>
          <a:xfrm>
            <a:off x="5011560" y="2817720"/>
            <a:ext cx="211320" cy="208080"/>
          </a:xfrm>
          <a:custGeom>
            <a:avLst/>
            <a:gdLst/>
            <a:ahLst/>
            <a:rect l="l" t="t" r="r" b="b"/>
            <a:pathLst>
              <a:path w="479" h="471">
                <a:moveTo>
                  <a:pt x="239" y="98"/>
                </a:moveTo>
                <a:lnTo>
                  <a:pt x="239" y="98"/>
                </a:lnTo>
                <a:cubicBezTo>
                  <a:pt x="159" y="98"/>
                  <a:pt x="142" y="169"/>
                  <a:pt x="142" y="231"/>
                </a:cubicBezTo>
                <a:cubicBezTo>
                  <a:pt x="142" y="293"/>
                  <a:pt x="159" y="373"/>
                  <a:pt x="239" y="373"/>
                </a:cubicBezTo>
                <a:cubicBezTo>
                  <a:pt x="318" y="373"/>
                  <a:pt x="336" y="293"/>
                  <a:pt x="336" y="231"/>
                </a:cubicBezTo>
                <a:cubicBezTo>
                  <a:pt x="336" y="169"/>
                  <a:pt x="318" y="98"/>
                  <a:pt x="239" y="98"/>
                </a:cubicBezTo>
                <a:close/>
                <a:moveTo>
                  <a:pt x="195" y="231"/>
                </a:moveTo>
                <a:lnTo>
                  <a:pt x="195" y="231"/>
                </a:lnTo>
                <a:cubicBezTo>
                  <a:pt x="195" y="204"/>
                  <a:pt x="195" y="151"/>
                  <a:pt x="239" y="151"/>
                </a:cubicBezTo>
                <a:lnTo>
                  <a:pt x="248" y="151"/>
                </a:lnTo>
                <a:cubicBezTo>
                  <a:pt x="257" y="151"/>
                  <a:pt x="257" y="160"/>
                  <a:pt x="248" y="169"/>
                </a:cubicBezTo>
                <a:cubicBezTo>
                  <a:pt x="195" y="266"/>
                  <a:pt x="195" y="266"/>
                  <a:pt x="195" y="266"/>
                </a:cubicBezTo>
                <a:cubicBezTo>
                  <a:pt x="195" y="257"/>
                  <a:pt x="195" y="240"/>
                  <a:pt x="195" y="231"/>
                </a:cubicBezTo>
                <a:close/>
                <a:moveTo>
                  <a:pt x="239" y="319"/>
                </a:moveTo>
                <a:lnTo>
                  <a:pt x="239" y="319"/>
                </a:lnTo>
                <a:lnTo>
                  <a:pt x="230" y="319"/>
                </a:lnTo>
                <a:lnTo>
                  <a:pt x="230" y="319"/>
                </a:lnTo>
                <a:lnTo>
                  <a:pt x="230" y="319"/>
                </a:lnTo>
                <a:cubicBezTo>
                  <a:pt x="221" y="311"/>
                  <a:pt x="212" y="311"/>
                  <a:pt x="221" y="293"/>
                </a:cubicBezTo>
                <a:cubicBezTo>
                  <a:pt x="274" y="196"/>
                  <a:pt x="274" y="196"/>
                  <a:pt x="274" y="196"/>
                </a:cubicBezTo>
                <a:cubicBezTo>
                  <a:pt x="283" y="204"/>
                  <a:pt x="283" y="222"/>
                  <a:pt x="283" y="231"/>
                </a:cubicBezTo>
                <a:cubicBezTo>
                  <a:pt x="283" y="266"/>
                  <a:pt x="283" y="319"/>
                  <a:pt x="239" y="319"/>
                </a:cubicBezTo>
                <a:close/>
                <a:moveTo>
                  <a:pt x="239" y="0"/>
                </a:moveTo>
                <a:lnTo>
                  <a:pt x="239" y="0"/>
                </a:lnTo>
                <a:cubicBezTo>
                  <a:pt x="106" y="0"/>
                  <a:pt x="0" y="107"/>
                  <a:pt x="0" y="231"/>
                </a:cubicBezTo>
                <a:cubicBezTo>
                  <a:pt x="0" y="364"/>
                  <a:pt x="106" y="470"/>
                  <a:pt x="239" y="470"/>
                </a:cubicBezTo>
                <a:cubicBezTo>
                  <a:pt x="372" y="470"/>
                  <a:pt x="478" y="364"/>
                  <a:pt x="478" y="231"/>
                </a:cubicBezTo>
                <a:cubicBezTo>
                  <a:pt x="478" y="107"/>
                  <a:pt x="372" y="0"/>
                  <a:pt x="239" y="0"/>
                </a:cubicBezTo>
                <a:close/>
                <a:moveTo>
                  <a:pt x="239" y="426"/>
                </a:moveTo>
                <a:lnTo>
                  <a:pt x="239" y="426"/>
                </a:lnTo>
                <a:cubicBezTo>
                  <a:pt x="132" y="426"/>
                  <a:pt x="44" y="347"/>
                  <a:pt x="44" y="231"/>
                </a:cubicBezTo>
                <a:cubicBezTo>
                  <a:pt x="44" y="125"/>
                  <a:pt x="132" y="37"/>
                  <a:pt x="239" y="37"/>
                </a:cubicBezTo>
                <a:cubicBezTo>
                  <a:pt x="345" y="37"/>
                  <a:pt x="433" y="125"/>
                  <a:pt x="433" y="231"/>
                </a:cubicBezTo>
                <a:cubicBezTo>
                  <a:pt x="433" y="347"/>
                  <a:pt x="345" y="426"/>
                  <a:pt x="239" y="42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1" name="Freeform 117"/>
          <p:cNvSpPr/>
          <p:nvPr/>
        </p:nvSpPr>
        <p:spPr>
          <a:xfrm>
            <a:off x="5448240" y="2817720"/>
            <a:ext cx="212760" cy="208080"/>
          </a:xfrm>
          <a:custGeom>
            <a:avLst/>
            <a:gdLst/>
            <a:ahLst/>
            <a:rect l="l" t="t" r="r" b="b"/>
            <a:pathLst>
              <a:path w="480" h="471">
                <a:moveTo>
                  <a:pt x="336" y="169"/>
                </a:moveTo>
                <a:lnTo>
                  <a:pt x="336" y="169"/>
                </a:lnTo>
                <a:cubicBezTo>
                  <a:pt x="283" y="169"/>
                  <a:pt x="283" y="169"/>
                  <a:pt x="283" y="169"/>
                </a:cubicBezTo>
                <a:cubicBezTo>
                  <a:pt x="283" y="116"/>
                  <a:pt x="283" y="116"/>
                  <a:pt x="283" y="116"/>
                </a:cubicBezTo>
                <a:cubicBezTo>
                  <a:pt x="283" y="107"/>
                  <a:pt x="283" y="107"/>
                  <a:pt x="283" y="107"/>
                </a:cubicBezTo>
                <a:cubicBezTo>
                  <a:pt x="275" y="107"/>
                  <a:pt x="275" y="98"/>
                  <a:pt x="275" y="98"/>
                </a:cubicBezTo>
                <a:cubicBezTo>
                  <a:pt x="142" y="98"/>
                  <a:pt x="142" y="98"/>
                  <a:pt x="142" y="98"/>
                </a:cubicBezTo>
                <a:cubicBezTo>
                  <a:pt x="133" y="98"/>
                  <a:pt x="133" y="107"/>
                  <a:pt x="133" y="107"/>
                </a:cubicBezTo>
                <a:cubicBezTo>
                  <a:pt x="133" y="107"/>
                  <a:pt x="133" y="107"/>
                  <a:pt x="133" y="116"/>
                </a:cubicBezTo>
                <a:cubicBezTo>
                  <a:pt x="133" y="293"/>
                  <a:pt x="133" y="293"/>
                  <a:pt x="133" y="293"/>
                </a:cubicBezTo>
                <a:cubicBezTo>
                  <a:pt x="133" y="293"/>
                  <a:pt x="133" y="293"/>
                  <a:pt x="133" y="302"/>
                </a:cubicBezTo>
                <a:lnTo>
                  <a:pt x="142" y="302"/>
                </a:lnTo>
                <a:cubicBezTo>
                  <a:pt x="195" y="302"/>
                  <a:pt x="195" y="302"/>
                  <a:pt x="195" y="302"/>
                </a:cubicBezTo>
                <a:cubicBezTo>
                  <a:pt x="195" y="355"/>
                  <a:pt x="195" y="355"/>
                  <a:pt x="195" y="355"/>
                </a:cubicBezTo>
                <a:lnTo>
                  <a:pt x="195" y="364"/>
                </a:lnTo>
                <a:cubicBezTo>
                  <a:pt x="204" y="364"/>
                  <a:pt x="204" y="364"/>
                  <a:pt x="204" y="364"/>
                </a:cubicBezTo>
                <a:cubicBezTo>
                  <a:pt x="336" y="364"/>
                  <a:pt x="336" y="364"/>
                  <a:pt x="336" y="364"/>
                </a:cubicBezTo>
                <a:lnTo>
                  <a:pt x="345" y="364"/>
                </a:lnTo>
                <a:lnTo>
                  <a:pt x="345" y="355"/>
                </a:lnTo>
                <a:cubicBezTo>
                  <a:pt x="345" y="178"/>
                  <a:pt x="345" y="178"/>
                  <a:pt x="345" y="178"/>
                </a:cubicBezTo>
                <a:lnTo>
                  <a:pt x="345" y="169"/>
                </a:lnTo>
                <a:lnTo>
                  <a:pt x="336" y="169"/>
                </a:lnTo>
                <a:close/>
                <a:moveTo>
                  <a:pt x="204" y="169"/>
                </a:moveTo>
                <a:lnTo>
                  <a:pt x="204" y="169"/>
                </a:lnTo>
                <a:cubicBezTo>
                  <a:pt x="204" y="169"/>
                  <a:pt x="204" y="169"/>
                  <a:pt x="195" y="169"/>
                </a:cubicBezTo>
                <a:lnTo>
                  <a:pt x="195" y="178"/>
                </a:lnTo>
                <a:cubicBezTo>
                  <a:pt x="195" y="275"/>
                  <a:pt x="195" y="275"/>
                  <a:pt x="195" y="275"/>
                </a:cubicBezTo>
                <a:cubicBezTo>
                  <a:pt x="151" y="275"/>
                  <a:pt x="151" y="275"/>
                  <a:pt x="151" y="275"/>
                </a:cubicBezTo>
                <a:cubicBezTo>
                  <a:pt x="151" y="125"/>
                  <a:pt x="151" y="125"/>
                  <a:pt x="151" y="125"/>
                </a:cubicBezTo>
                <a:cubicBezTo>
                  <a:pt x="257" y="125"/>
                  <a:pt x="257" y="125"/>
                  <a:pt x="257" y="125"/>
                </a:cubicBezTo>
                <a:cubicBezTo>
                  <a:pt x="257" y="169"/>
                  <a:pt x="257" y="169"/>
                  <a:pt x="257" y="169"/>
                </a:cubicBezTo>
                <a:lnTo>
                  <a:pt x="204" y="169"/>
                </a:lnTo>
                <a:close/>
                <a:moveTo>
                  <a:pt x="328" y="338"/>
                </a:moveTo>
                <a:lnTo>
                  <a:pt x="328" y="338"/>
                </a:lnTo>
                <a:cubicBezTo>
                  <a:pt x="222" y="338"/>
                  <a:pt x="222" y="338"/>
                  <a:pt x="222" y="338"/>
                </a:cubicBezTo>
                <a:cubicBezTo>
                  <a:pt x="222" y="196"/>
                  <a:pt x="222" y="196"/>
                  <a:pt x="222" y="196"/>
                </a:cubicBezTo>
                <a:cubicBezTo>
                  <a:pt x="328" y="196"/>
                  <a:pt x="328" y="196"/>
                  <a:pt x="328" y="196"/>
                </a:cubicBezTo>
                <a:lnTo>
                  <a:pt x="328" y="338"/>
                </a:lnTo>
                <a:close/>
                <a:moveTo>
                  <a:pt x="239" y="0"/>
                </a:moveTo>
                <a:lnTo>
                  <a:pt x="239" y="0"/>
                </a:lnTo>
                <a:cubicBezTo>
                  <a:pt x="107" y="0"/>
                  <a:pt x="0" y="107"/>
                  <a:pt x="0" y="231"/>
                </a:cubicBezTo>
                <a:cubicBezTo>
                  <a:pt x="0" y="364"/>
                  <a:pt x="107" y="470"/>
                  <a:pt x="239" y="470"/>
                </a:cubicBezTo>
                <a:cubicBezTo>
                  <a:pt x="372" y="470"/>
                  <a:pt x="479" y="364"/>
                  <a:pt x="479" y="231"/>
                </a:cubicBezTo>
                <a:cubicBezTo>
                  <a:pt x="479" y="107"/>
                  <a:pt x="372" y="0"/>
                  <a:pt x="239" y="0"/>
                </a:cubicBezTo>
                <a:close/>
                <a:moveTo>
                  <a:pt x="239" y="426"/>
                </a:moveTo>
                <a:lnTo>
                  <a:pt x="239" y="426"/>
                </a:lnTo>
                <a:cubicBezTo>
                  <a:pt x="133" y="426"/>
                  <a:pt x="44" y="347"/>
                  <a:pt x="44" y="231"/>
                </a:cubicBezTo>
                <a:cubicBezTo>
                  <a:pt x="44" y="125"/>
                  <a:pt x="133" y="37"/>
                  <a:pt x="239" y="37"/>
                </a:cubicBezTo>
                <a:cubicBezTo>
                  <a:pt x="345" y="37"/>
                  <a:pt x="434" y="125"/>
                  <a:pt x="434" y="231"/>
                </a:cubicBezTo>
                <a:cubicBezTo>
                  <a:pt x="434" y="347"/>
                  <a:pt x="345" y="426"/>
                  <a:pt x="239" y="42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2" name="Freeform 118"/>
          <p:cNvSpPr/>
          <p:nvPr/>
        </p:nvSpPr>
        <p:spPr>
          <a:xfrm>
            <a:off x="5886360" y="2817720"/>
            <a:ext cx="211320" cy="208080"/>
          </a:xfrm>
          <a:custGeom>
            <a:avLst/>
            <a:gdLst/>
            <a:ahLst/>
            <a:rect l="l" t="t" r="r" b="b"/>
            <a:pathLst>
              <a:path w="479" h="471">
                <a:moveTo>
                  <a:pt x="398" y="240"/>
                </a:moveTo>
                <a:lnTo>
                  <a:pt x="398" y="240"/>
                </a:lnTo>
                <a:cubicBezTo>
                  <a:pt x="345" y="222"/>
                  <a:pt x="345" y="222"/>
                  <a:pt x="345" y="222"/>
                </a:cubicBezTo>
                <a:cubicBezTo>
                  <a:pt x="345" y="160"/>
                  <a:pt x="345" y="160"/>
                  <a:pt x="345" y="160"/>
                </a:cubicBezTo>
                <a:cubicBezTo>
                  <a:pt x="203" y="98"/>
                  <a:pt x="203" y="98"/>
                  <a:pt x="203" y="98"/>
                </a:cubicBezTo>
                <a:cubicBezTo>
                  <a:pt x="141" y="125"/>
                  <a:pt x="141" y="125"/>
                  <a:pt x="141" y="125"/>
                </a:cubicBezTo>
                <a:cubicBezTo>
                  <a:pt x="141" y="196"/>
                  <a:pt x="141" y="196"/>
                  <a:pt x="141" y="196"/>
                </a:cubicBezTo>
                <a:lnTo>
                  <a:pt x="141" y="196"/>
                </a:lnTo>
                <a:cubicBezTo>
                  <a:pt x="79" y="222"/>
                  <a:pt x="79" y="222"/>
                  <a:pt x="79" y="222"/>
                </a:cubicBezTo>
                <a:cubicBezTo>
                  <a:pt x="79" y="284"/>
                  <a:pt x="79" y="284"/>
                  <a:pt x="79" y="284"/>
                </a:cubicBezTo>
                <a:cubicBezTo>
                  <a:pt x="141" y="311"/>
                  <a:pt x="141" y="311"/>
                  <a:pt x="141" y="311"/>
                </a:cubicBezTo>
                <a:cubicBezTo>
                  <a:pt x="203" y="284"/>
                  <a:pt x="203" y="284"/>
                  <a:pt x="203" y="284"/>
                </a:cubicBezTo>
                <a:lnTo>
                  <a:pt x="203" y="284"/>
                </a:lnTo>
                <a:cubicBezTo>
                  <a:pt x="328" y="338"/>
                  <a:pt x="328" y="338"/>
                  <a:pt x="328" y="338"/>
                </a:cubicBezTo>
                <a:cubicBezTo>
                  <a:pt x="336" y="338"/>
                  <a:pt x="336" y="338"/>
                  <a:pt x="336" y="338"/>
                </a:cubicBezTo>
                <a:lnTo>
                  <a:pt x="336" y="338"/>
                </a:lnTo>
                <a:cubicBezTo>
                  <a:pt x="398" y="311"/>
                  <a:pt x="398" y="311"/>
                  <a:pt x="398" y="311"/>
                </a:cubicBezTo>
                <a:lnTo>
                  <a:pt x="398" y="311"/>
                </a:lnTo>
                <a:cubicBezTo>
                  <a:pt x="398" y="240"/>
                  <a:pt x="398" y="240"/>
                  <a:pt x="398" y="240"/>
                </a:cubicBezTo>
                <a:close/>
                <a:moveTo>
                  <a:pt x="328" y="319"/>
                </a:moveTo>
                <a:lnTo>
                  <a:pt x="328" y="319"/>
                </a:lnTo>
                <a:lnTo>
                  <a:pt x="328" y="319"/>
                </a:lnTo>
                <a:lnTo>
                  <a:pt x="328" y="319"/>
                </a:lnTo>
                <a:cubicBezTo>
                  <a:pt x="221" y="275"/>
                  <a:pt x="221" y="275"/>
                  <a:pt x="221" y="275"/>
                </a:cubicBezTo>
                <a:cubicBezTo>
                  <a:pt x="221" y="231"/>
                  <a:pt x="221" y="231"/>
                  <a:pt x="221" y="231"/>
                </a:cubicBezTo>
                <a:cubicBezTo>
                  <a:pt x="328" y="275"/>
                  <a:pt x="328" y="275"/>
                  <a:pt x="328" y="275"/>
                </a:cubicBezTo>
                <a:lnTo>
                  <a:pt x="328" y="275"/>
                </a:lnTo>
                <a:lnTo>
                  <a:pt x="328" y="275"/>
                </a:lnTo>
                <a:lnTo>
                  <a:pt x="328" y="319"/>
                </a:lnTo>
                <a:close/>
                <a:moveTo>
                  <a:pt x="336" y="257"/>
                </a:moveTo>
                <a:lnTo>
                  <a:pt x="336" y="257"/>
                </a:lnTo>
                <a:cubicBezTo>
                  <a:pt x="300" y="249"/>
                  <a:pt x="300" y="249"/>
                  <a:pt x="300" y="249"/>
                </a:cubicBezTo>
                <a:cubicBezTo>
                  <a:pt x="336" y="231"/>
                  <a:pt x="336" y="231"/>
                  <a:pt x="336" y="231"/>
                </a:cubicBezTo>
                <a:cubicBezTo>
                  <a:pt x="372" y="249"/>
                  <a:pt x="372" y="249"/>
                  <a:pt x="372" y="249"/>
                </a:cubicBezTo>
                <a:lnTo>
                  <a:pt x="336" y="257"/>
                </a:lnTo>
                <a:close/>
                <a:moveTo>
                  <a:pt x="381" y="302"/>
                </a:moveTo>
                <a:lnTo>
                  <a:pt x="381" y="302"/>
                </a:lnTo>
                <a:cubicBezTo>
                  <a:pt x="345" y="319"/>
                  <a:pt x="345" y="319"/>
                  <a:pt x="345" y="319"/>
                </a:cubicBezTo>
                <a:cubicBezTo>
                  <a:pt x="345" y="275"/>
                  <a:pt x="345" y="275"/>
                  <a:pt x="345" y="275"/>
                </a:cubicBezTo>
                <a:cubicBezTo>
                  <a:pt x="381" y="257"/>
                  <a:pt x="381" y="257"/>
                  <a:pt x="381" y="257"/>
                </a:cubicBezTo>
                <a:lnTo>
                  <a:pt x="381" y="302"/>
                </a:lnTo>
                <a:close/>
                <a:moveTo>
                  <a:pt x="238" y="0"/>
                </a:moveTo>
                <a:lnTo>
                  <a:pt x="238" y="0"/>
                </a:lnTo>
                <a:cubicBezTo>
                  <a:pt x="106" y="0"/>
                  <a:pt x="0" y="107"/>
                  <a:pt x="0" y="231"/>
                </a:cubicBezTo>
                <a:cubicBezTo>
                  <a:pt x="0" y="364"/>
                  <a:pt x="106" y="470"/>
                  <a:pt x="238" y="470"/>
                </a:cubicBezTo>
                <a:cubicBezTo>
                  <a:pt x="372" y="470"/>
                  <a:pt x="478" y="364"/>
                  <a:pt x="478" y="231"/>
                </a:cubicBezTo>
                <a:cubicBezTo>
                  <a:pt x="478" y="107"/>
                  <a:pt x="372" y="0"/>
                  <a:pt x="238" y="0"/>
                </a:cubicBezTo>
                <a:close/>
                <a:moveTo>
                  <a:pt x="238" y="426"/>
                </a:moveTo>
                <a:lnTo>
                  <a:pt x="238" y="426"/>
                </a:lnTo>
                <a:cubicBezTo>
                  <a:pt x="132" y="426"/>
                  <a:pt x="44" y="347"/>
                  <a:pt x="44" y="231"/>
                </a:cubicBezTo>
                <a:cubicBezTo>
                  <a:pt x="44" y="125"/>
                  <a:pt x="132" y="37"/>
                  <a:pt x="238" y="37"/>
                </a:cubicBezTo>
                <a:cubicBezTo>
                  <a:pt x="345" y="37"/>
                  <a:pt x="434" y="125"/>
                  <a:pt x="434" y="231"/>
                </a:cubicBezTo>
                <a:cubicBezTo>
                  <a:pt x="434" y="347"/>
                  <a:pt x="345" y="426"/>
                  <a:pt x="238" y="42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3" name="Freeform 16"/>
          <p:cNvSpPr/>
          <p:nvPr/>
        </p:nvSpPr>
        <p:spPr>
          <a:xfrm>
            <a:off x="2008080" y="1095480"/>
            <a:ext cx="123840" cy="195120"/>
          </a:xfrm>
          <a:custGeom>
            <a:avLst/>
            <a:gdLst/>
            <a:ahLst/>
            <a:rect l="l" t="t" r="r" b="b"/>
            <a:pathLst>
              <a:path w="285" h="452">
                <a:moveTo>
                  <a:pt x="240" y="35"/>
                </a:moveTo>
                <a:lnTo>
                  <a:pt x="240" y="35"/>
                </a:lnTo>
                <a:cubicBezTo>
                  <a:pt x="213" y="8"/>
                  <a:pt x="178" y="0"/>
                  <a:pt x="133" y="0"/>
                </a:cubicBezTo>
                <a:cubicBezTo>
                  <a:pt x="106" y="0"/>
                  <a:pt x="80" y="8"/>
                  <a:pt x="53" y="26"/>
                </a:cubicBezTo>
                <a:cubicBezTo>
                  <a:pt x="18" y="44"/>
                  <a:pt x="0" y="79"/>
                  <a:pt x="0" y="132"/>
                </a:cubicBezTo>
                <a:cubicBezTo>
                  <a:pt x="80" y="132"/>
                  <a:pt x="80" y="132"/>
                  <a:pt x="80" y="132"/>
                </a:cubicBezTo>
                <a:cubicBezTo>
                  <a:pt x="80" y="123"/>
                  <a:pt x="89" y="106"/>
                  <a:pt x="97" y="88"/>
                </a:cubicBezTo>
                <a:cubicBezTo>
                  <a:pt x="106" y="79"/>
                  <a:pt x="115" y="70"/>
                  <a:pt x="142" y="70"/>
                </a:cubicBezTo>
                <a:cubicBezTo>
                  <a:pt x="159" y="70"/>
                  <a:pt x="178" y="79"/>
                  <a:pt x="187" y="88"/>
                </a:cubicBezTo>
                <a:cubicBezTo>
                  <a:pt x="195" y="97"/>
                  <a:pt x="195" y="114"/>
                  <a:pt x="195" y="123"/>
                </a:cubicBezTo>
                <a:cubicBezTo>
                  <a:pt x="195" y="141"/>
                  <a:pt x="195" y="151"/>
                  <a:pt x="187" y="159"/>
                </a:cubicBezTo>
                <a:cubicBezTo>
                  <a:pt x="178" y="167"/>
                  <a:pt x="178" y="167"/>
                  <a:pt x="168" y="176"/>
                </a:cubicBezTo>
                <a:cubicBezTo>
                  <a:pt x="168" y="176"/>
                  <a:pt x="124" y="204"/>
                  <a:pt x="106" y="230"/>
                </a:cubicBezTo>
                <a:cubicBezTo>
                  <a:pt x="97" y="239"/>
                  <a:pt x="89" y="265"/>
                  <a:pt x="89" y="292"/>
                </a:cubicBezTo>
                <a:cubicBezTo>
                  <a:pt x="89" y="292"/>
                  <a:pt x="89" y="301"/>
                  <a:pt x="97" y="301"/>
                </a:cubicBezTo>
                <a:cubicBezTo>
                  <a:pt x="106" y="301"/>
                  <a:pt x="159" y="301"/>
                  <a:pt x="159" y="301"/>
                </a:cubicBezTo>
                <a:cubicBezTo>
                  <a:pt x="168" y="301"/>
                  <a:pt x="168" y="292"/>
                  <a:pt x="168" y="292"/>
                </a:cubicBezTo>
                <a:cubicBezTo>
                  <a:pt x="168" y="283"/>
                  <a:pt x="168" y="274"/>
                  <a:pt x="178" y="265"/>
                </a:cubicBezTo>
                <a:cubicBezTo>
                  <a:pt x="178" y="257"/>
                  <a:pt x="187" y="248"/>
                  <a:pt x="195" y="239"/>
                </a:cubicBezTo>
                <a:cubicBezTo>
                  <a:pt x="222" y="221"/>
                  <a:pt x="222" y="221"/>
                  <a:pt x="222" y="221"/>
                </a:cubicBezTo>
                <a:cubicBezTo>
                  <a:pt x="240" y="204"/>
                  <a:pt x="257" y="195"/>
                  <a:pt x="266" y="186"/>
                </a:cubicBezTo>
                <a:cubicBezTo>
                  <a:pt x="275" y="167"/>
                  <a:pt x="284" y="151"/>
                  <a:pt x="284" y="123"/>
                </a:cubicBezTo>
                <a:cubicBezTo>
                  <a:pt x="284" y="79"/>
                  <a:pt x="275" y="53"/>
                  <a:pt x="240" y="35"/>
                </a:cubicBezTo>
                <a:close/>
                <a:moveTo>
                  <a:pt x="133" y="345"/>
                </a:moveTo>
                <a:lnTo>
                  <a:pt x="133" y="345"/>
                </a:lnTo>
                <a:cubicBezTo>
                  <a:pt x="106" y="345"/>
                  <a:pt x="80" y="363"/>
                  <a:pt x="80" y="398"/>
                </a:cubicBezTo>
                <a:cubicBezTo>
                  <a:pt x="80" y="425"/>
                  <a:pt x="106" y="442"/>
                  <a:pt x="133" y="451"/>
                </a:cubicBezTo>
                <a:cubicBezTo>
                  <a:pt x="159" y="451"/>
                  <a:pt x="187" y="425"/>
                  <a:pt x="187" y="398"/>
                </a:cubicBezTo>
                <a:cubicBezTo>
                  <a:pt x="187" y="372"/>
                  <a:pt x="168" y="345"/>
                  <a:pt x="133" y="34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4" name="Freeform 56"/>
          <p:cNvSpPr/>
          <p:nvPr/>
        </p:nvSpPr>
        <p:spPr>
          <a:xfrm>
            <a:off x="8331120" y="2004840"/>
            <a:ext cx="198360" cy="174960"/>
          </a:xfrm>
          <a:custGeom>
            <a:avLst/>
            <a:gdLst/>
            <a:ahLst/>
            <a:rect l="l" t="t" r="r" b="b"/>
            <a:pathLst>
              <a:path w="462" h="408">
                <a:moveTo>
                  <a:pt x="257" y="0"/>
                </a:moveTo>
                <a:lnTo>
                  <a:pt x="257" y="0"/>
                </a:lnTo>
                <a:cubicBezTo>
                  <a:pt x="150" y="0"/>
                  <a:pt x="62" y="88"/>
                  <a:pt x="62" y="195"/>
                </a:cubicBezTo>
                <a:cubicBezTo>
                  <a:pt x="0" y="195"/>
                  <a:pt x="0" y="195"/>
                  <a:pt x="0" y="195"/>
                </a:cubicBezTo>
                <a:cubicBezTo>
                  <a:pt x="89" y="301"/>
                  <a:pt x="89" y="301"/>
                  <a:pt x="89" y="301"/>
                </a:cubicBezTo>
                <a:cubicBezTo>
                  <a:pt x="177" y="195"/>
                  <a:pt x="177" y="195"/>
                  <a:pt x="177" y="195"/>
                </a:cubicBezTo>
                <a:cubicBezTo>
                  <a:pt x="106" y="195"/>
                  <a:pt x="106" y="195"/>
                  <a:pt x="106" y="195"/>
                </a:cubicBezTo>
                <a:cubicBezTo>
                  <a:pt x="115" y="116"/>
                  <a:pt x="177" y="44"/>
                  <a:pt x="257" y="44"/>
                </a:cubicBezTo>
                <a:cubicBezTo>
                  <a:pt x="346" y="44"/>
                  <a:pt x="416" y="116"/>
                  <a:pt x="416" y="204"/>
                </a:cubicBezTo>
                <a:cubicBezTo>
                  <a:pt x="416" y="283"/>
                  <a:pt x="346" y="354"/>
                  <a:pt x="257" y="354"/>
                </a:cubicBezTo>
                <a:cubicBezTo>
                  <a:pt x="231" y="354"/>
                  <a:pt x="195" y="345"/>
                  <a:pt x="169" y="328"/>
                </a:cubicBezTo>
                <a:cubicBezTo>
                  <a:pt x="133" y="363"/>
                  <a:pt x="133" y="363"/>
                  <a:pt x="133" y="363"/>
                </a:cubicBezTo>
                <a:cubicBezTo>
                  <a:pt x="169" y="390"/>
                  <a:pt x="213" y="407"/>
                  <a:pt x="257" y="407"/>
                </a:cubicBezTo>
                <a:cubicBezTo>
                  <a:pt x="372" y="407"/>
                  <a:pt x="461" y="310"/>
                  <a:pt x="461" y="204"/>
                </a:cubicBezTo>
                <a:cubicBezTo>
                  <a:pt x="461" y="88"/>
                  <a:pt x="372" y="0"/>
                  <a:pt x="257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5" name="Freeform 57"/>
          <p:cNvSpPr/>
          <p:nvPr/>
        </p:nvSpPr>
        <p:spPr>
          <a:xfrm>
            <a:off x="7905600" y="1996920"/>
            <a:ext cx="198720" cy="176400"/>
          </a:xfrm>
          <a:custGeom>
            <a:avLst/>
            <a:gdLst/>
            <a:ahLst/>
            <a:rect l="l" t="t" r="r" b="b"/>
            <a:pathLst>
              <a:path w="461" h="409">
                <a:moveTo>
                  <a:pt x="203" y="0"/>
                </a:moveTo>
                <a:lnTo>
                  <a:pt x="203" y="0"/>
                </a:lnTo>
                <a:cubicBezTo>
                  <a:pt x="310" y="0"/>
                  <a:pt x="398" y="89"/>
                  <a:pt x="398" y="204"/>
                </a:cubicBezTo>
                <a:cubicBezTo>
                  <a:pt x="460" y="204"/>
                  <a:pt x="460" y="204"/>
                  <a:pt x="460" y="204"/>
                </a:cubicBezTo>
                <a:cubicBezTo>
                  <a:pt x="372" y="301"/>
                  <a:pt x="372" y="301"/>
                  <a:pt x="372" y="301"/>
                </a:cubicBezTo>
                <a:cubicBezTo>
                  <a:pt x="284" y="204"/>
                  <a:pt x="284" y="204"/>
                  <a:pt x="284" y="204"/>
                </a:cubicBezTo>
                <a:cubicBezTo>
                  <a:pt x="354" y="204"/>
                  <a:pt x="354" y="204"/>
                  <a:pt x="354" y="204"/>
                </a:cubicBezTo>
                <a:cubicBezTo>
                  <a:pt x="345" y="115"/>
                  <a:pt x="284" y="53"/>
                  <a:pt x="203" y="53"/>
                </a:cubicBezTo>
                <a:cubicBezTo>
                  <a:pt x="115" y="53"/>
                  <a:pt x="44" y="124"/>
                  <a:pt x="44" y="204"/>
                </a:cubicBezTo>
                <a:cubicBezTo>
                  <a:pt x="44" y="293"/>
                  <a:pt x="115" y="363"/>
                  <a:pt x="203" y="363"/>
                </a:cubicBezTo>
                <a:cubicBezTo>
                  <a:pt x="230" y="363"/>
                  <a:pt x="266" y="346"/>
                  <a:pt x="292" y="328"/>
                </a:cubicBezTo>
                <a:cubicBezTo>
                  <a:pt x="328" y="363"/>
                  <a:pt x="328" y="363"/>
                  <a:pt x="328" y="363"/>
                </a:cubicBezTo>
                <a:cubicBezTo>
                  <a:pt x="292" y="390"/>
                  <a:pt x="248" y="408"/>
                  <a:pt x="203" y="408"/>
                </a:cubicBezTo>
                <a:cubicBezTo>
                  <a:pt x="88" y="408"/>
                  <a:pt x="0" y="319"/>
                  <a:pt x="0" y="204"/>
                </a:cubicBezTo>
                <a:cubicBezTo>
                  <a:pt x="0" y="97"/>
                  <a:pt x="88" y="0"/>
                  <a:pt x="203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6" name="Freeform 58"/>
          <p:cNvSpPr/>
          <p:nvPr/>
        </p:nvSpPr>
        <p:spPr>
          <a:xfrm>
            <a:off x="2003400" y="3259080"/>
            <a:ext cx="154080" cy="106560"/>
          </a:xfrm>
          <a:custGeom>
            <a:avLst/>
            <a:gdLst/>
            <a:ahLst/>
            <a:rect l="l" t="t" r="r" b="b"/>
            <a:pathLst>
              <a:path w="355" h="249">
                <a:moveTo>
                  <a:pt x="327" y="107"/>
                </a:moveTo>
                <a:lnTo>
                  <a:pt x="327" y="107"/>
                </a:lnTo>
                <a:cubicBezTo>
                  <a:pt x="26" y="107"/>
                  <a:pt x="26" y="107"/>
                  <a:pt x="26" y="107"/>
                </a:cubicBezTo>
                <a:cubicBezTo>
                  <a:pt x="17" y="107"/>
                  <a:pt x="0" y="116"/>
                  <a:pt x="0" y="125"/>
                </a:cubicBezTo>
                <a:cubicBezTo>
                  <a:pt x="0" y="142"/>
                  <a:pt x="17" y="151"/>
                  <a:pt x="26" y="151"/>
                </a:cubicBezTo>
                <a:cubicBezTo>
                  <a:pt x="327" y="151"/>
                  <a:pt x="327" y="151"/>
                  <a:pt x="327" y="151"/>
                </a:cubicBezTo>
                <a:cubicBezTo>
                  <a:pt x="336" y="151"/>
                  <a:pt x="354" y="142"/>
                  <a:pt x="354" y="125"/>
                </a:cubicBezTo>
                <a:cubicBezTo>
                  <a:pt x="354" y="116"/>
                  <a:pt x="336" y="107"/>
                  <a:pt x="327" y="107"/>
                </a:cubicBezTo>
                <a:close/>
                <a:moveTo>
                  <a:pt x="26" y="54"/>
                </a:moveTo>
                <a:lnTo>
                  <a:pt x="26" y="54"/>
                </a:lnTo>
                <a:cubicBezTo>
                  <a:pt x="327" y="54"/>
                  <a:pt x="327" y="54"/>
                  <a:pt x="327" y="54"/>
                </a:cubicBezTo>
                <a:cubicBezTo>
                  <a:pt x="336" y="54"/>
                  <a:pt x="354" y="44"/>
                  <a:pt x="354" y="27"/>
                </a:cubicBezTo>
                <a:cubicBezTo>
                  <a:pt x="354" y="18"/>
                  <a:pt x="336" y="0"/>
                  <a:pt x="327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17" y="0"/>
                  <a:pt x="0" y="18"/>
                  <a:pt x="0" y="27"/>
                </a:cubicBezTo>
                <a:cubicBezTo>
                  <a:pt x="0" y="44"/>
                  <a:pt x="17" y="54"/>
                  <a:pt x="26" y="54"/>
                </a:cubicBezTo>
                <a:close/>
                <a:moveTo>
                  <a:pt x="327" y="204"/>
                </a:moveTo>
                <a:lnTo>
                  <a:pt x="327" y="204"/>
                </a:lnTo>
                <a:cubicBezTo>
                  <a:pt x="26" y="204"/>
                  <a:pt x="26" y="204"/>
                  <a:pt x="26" y="204"/>
                </a:cubicBezTo>
                <a:cubicBezTo>
                  <a:pt x="17" y="204"/>
                  <a:pt x="0" y="213"/>
                  <a:pt x="0" y="231"/>
                </a:cubicBezTo>
                <a:cubicBezTo>
                  <a:pt x="0" y="239"/>
                  <a:pt x="17" y="248"/>
                  <a:pt x="26" y="248"/>
                </a:cubicBezTo>
                <a:cubicBezTo>
                  <a:pt x="327" y="248"/>
                  <a:pt x="327" y="248"/>
                  <a:pt x="327" y="248"/>
                </a:cubicBezTo>
                <a:cubicBezTo>
                  <a:pt x="336" y="248"/>
                  <a:pt x="354" y="239"/>
                  <a:pt x="354" y="231"/>
                </a:cubicBezTo>
                <a:cubicBezTo>
                  <a:pt x="354" y="213"/>
                  <a:pt x="336" y="204"/>
                  <a:pt x="327" y="20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7" name="Freeform 59"/>
          <p:cNvSpPr/>
          <p:nvPr/>
        </p:nvSpPr>
        <p:spPr>
          <a:xfrm>
            <a:off x="1120680" y="3259080"/>
            <a:ext cx="214560" cy="106560"/>
          </a:xfrm>
          <a:custGeom>
            <a:avLst/>
            <a:gdLst/>
            <a:ahLst/>
            <a:rect l="l" t="t" r="r" b="b"/>
            <a:pathLst>
              <a:path w="497" h="249">
                <a:moveTo>
                  <a:pt x="177" y="107"/>
                </a:moveTo>
                <a:lnTo>
                  <a:pt x="177" y="107"/>
                </a:lnTo>
                <a:cubicBezTo>
                  <a:pt x="26" y="107"/>
                  <a:pt x="26" y="107"/>
                  <a:pt x="26" y="107"/>
                </a:cubicBezTo>
                <a:cubicBezTo>
                  <a:pt x="9" y="107"/>
                  <a:pt x="0" y="116"/>
                  <a:pt x="0" y="125"/>
                </a:cubicBezTo>
                <a:cubicBezTo>
                  <a:pt x="0" y="142"/>
                  <a:pt x="9" y="151"/>
                  <a:pt x="26" y="151"/>
                </a:cubicBezTo>
                <a:cubicBezTo>
                  <a:pt x="177" y="151"/>
                  <a:pt x="177" y="151"/>
                  <a:pt x="177" y="151"/>
                </a:cubicBezTo>
                <a:cubicBezTo>
                  <a:pt x="186" y="151"/>
                  <a:pt x="195" y="142"/>
                  <a:pt x="195" y="125"/>
                </a:cubicBezTo>
                <a:cubicBezTo>
                  <a:pt x="195" y="116"/>
                  <a:pt x="186" y="107"/>
                  <a:pt x="177" y="107"/>
                </a:cubicBezTo>
                <a:close/>
                <a:moveTo>
                  <a:pt x="177" y="204"/>
                </a:moveTo>
                <a:lnTo>
                  <a:pt x="177" y="204"/>
                </a:lnTo>
                <a:cubicBezTo>
                  <a:pt x="26" y="204"/>
                  <a:pt x="26" y="204"/>
                  <a:pt x="26" y="204"/>
                </a:cubicBezTo>
                <a:cubicBezTo>
                  <a:pt x="9" y="204"/>
                  <a:pt x="0" y="213"/>
                  <a:pt x="0" y="231"/>
                </a:cubicBezTo>
                <a:cubicBezTo>
                  <a:pt x="0" y="239"/>
                  <a:pt x="9" y="248"/>
                  <a:pt x="26" y="248"/>
                </a:cubicBezTo>
                <a:cubicBezTo>
                  <a:pt x="177" y="248"/>
                  <a:pt x="177" y="248"/>
                  <a:pt x="177" y="248"/>
                </a:cubicBezTo>
                <a:cubicBezTo>
                  <a:pt x="186" y="248"/>
                  <a:pt x="195" y="239"/>
                  <a:pt x="195" y="231"/>
                </a:cubicBezTo>
                <a:cubicBezTo>
                  <a:pt x="195" y="213"/>
                  <a:pt x="186" y="204"/>
                  <a:pt x="177" y="204"/>
                </a:cubicBezTo>
                <a:close/>
                <a:moveTo>
                  <a:pt x="479" y="107"/>
                </a:moveTo>
                <a:lnTo>
                  <a:pt x="479" y="107"/>
                </a:lnTo>
                <a:cubicBezTo>
                  <a:pt x="398" y="107"/>
                  <a:pt x="398" y="107"/>
                  <a:pt x="398" y="107"/>
                </a:cubicBezTo>
                <a:cubicBezTo>
                  <a:pt x="398" y="18"/>
                  <a:pt x="398" y="18"/>
                  <a:pt x="398" y="18"/>
                </a:cubicBezTo>
                <a:cubicBezTo>
                  <a:pt x="398" y="0"/>
                  <a:pt x="389" y="0"/>
                  <a:pt x="372" y="0"/>
                </a:cubicBezTo>
                <a:cubicBezTo>
                  <a:pt x="354" y="0"/>
                  <a:pt x="345" y="0"/>
                  <a:pt x="345" y="18"/>
                </a:cubicBezTo>
                <a:cubicBezTo>
                  <a:pt x="345" y="107"/>
                  <a:pt x="345" y="107"/>
                  <a:pt x="345" y="107"/>
                </a:cubicBezTo>
                <a:cubicBezTo>
                  <a:pt x="266" y="107"/>
                  <a:pt x="266" y="107"/>
                  <a:pt x="266" y="107"/>
                </a:cubicBezTo>
                <a:cubicBezTo>
                  <a:pt x="248" y="107"/>
                  <a:pt x="248" y="116"/>
                  <a:pt x="248" y="125"/>
                </a:cubicBezTo>
                <a:cubicBezTo>
                  <a:pt x="248" y="142"/>
                  <a:pt x="248" y="151"/>
                  <a:pt x="266" y="151"/>
                </a:cubicBezTo>
                <a:cubicBezTo>
                  <a:pt x="345" y="151"/>
                  <a:pt x="345" y="151"/>
                  <a:pt x="345" y="151"/>
                </a:cubicBezTo>
                <a:cubicBezTo>
                  <a:pt x="345" y="239"/>
                  <a:pt x="345" y="239"/>
                  <a:pt x="345" y="239"/>
                </a:cubicBezTo>
                <a:cubicBezTo>
                  <a:pt x="345" y="248"/>
                  <a:pt x="354" y="248"/>
                  <a:pt x="372" y="248"/>
                </a:cubicBezTo>
                <a:cubicBezTo>
                  <a:pt x="389" y="248"/>
                  <a:pt x="398" y="248"/>
                  <a:pt x="398" y="239"/>
                </a:cubicBezTo>
                <a:cubicBezTo>
                  <a:pt x="398" y="151"/>
                  <a:pt x="398" y="151"/>
                  <a:pt x="398" y="151"/>
                </a:cubicBezTo>
                <a:cubicBezTo>
                  <a:pt x="479" y="151"/>
                  <a:pt x="479" y="151"/>
                  <a:pt x="479" y="151"/>
                </a:cubicBezTo>
                <a:cubicBezTo>
                  <a:pt x="496" y="151"/>
                  <a:pt x="496" y="142"/>
                  <a:pt x="496" y="125"/>
                </a:cubicBezTo>
                <a:cubicBezTo>
                  <a:pt x="496" y="116"/>
                  <a:pt x="496" y="107"/>
                  <a:pt x="479" y="107"/>
                </a:cubicBezTo>
                <a:close/>
                <a:moveTo>
                  <a:pt x="177" y="0"/>
                </a:moveTo>
                <a:lnTo>
                  <a:pt x="177" y="0"/>
                </a:lnTo>
                <a:cubicBezTo>
                  <a:pt x="26" y="0"/>
                  <a:pt x="26" y="0"/>
                  <a:pt x="26" y="0"/>
                </a:cubicBezTo>
                <a:cubicBezTo>
                  <a:pt x="9" y="0"/>
                  <a:pt x="0" y="18"/>
                  <a:pt x="0" y="27"/>
                </a:cubicBezTo>
                <a:cubicBezTo>
                  <a:pt x="0" y="44"/>
                  <a:pt x="9" y="54"/>
                  <a:pt x="26" y="54"/>
                </a:cubicBezTo>
                <a:cubicBezTo>
                  <a:pt x="177" y="54"/>
                  <a:pt x="177" y="54"/>
                  <a:pt x="177" y="54"/>
                </a:cubicBezTo>
                <a:cubicBezTo>
                  <a:pt x="186" y="54"/>
                  <a:pt x="195" y="44"/>
                  <a:pt x="195" y="27"/>
                </a:cubicBezTo>
                <a:cubicBezTo>
                  <a:pt x="195" y="18"/>
                  <a:pt x="186" y="0"/>
                  <a:pt x="177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8" name="Freeform 60"/>
          <p:cNvSpPr/>
          <p:nvPr/>
        </p:nvSpPr>
        <p:spPr>
          <a:xfrm>
            <a:off x="1589040" y="3251160"/>
            <a:ext cx="130320" cy="125280"/>
          </a:xfrm>
          <a:custGeom>
            <a:avLst/>
            <a:gdLst/>
            <a:ahLst/>
            <a:rect l="l" t="t" r="r" b="b"/>
            <a:pathLst>
              <a:path w="303" h="293">
                <a:moveTo>
                  <a:pt x="89" y="0"/>
                </a:moveTo>
                <a:lnTo>
                  <a:pt x="89" y="0"/>
                </a:lnTo>
                <a:cubicBezTo>
                  <a:pt x="45" y="0"/>
                  <a:pt x="45" y="0"/>
                  <a:pt x="45" y="0"/>
                </a:cubicBezTo>
                <a:cubicBezTo>
                  <a:pt x="19" y="0"/>
                  <a:pt x="0" y="8"/>
                  <a:pt x="0" y="35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106"/>
                  <a:pt x="19" y="124"/>
                  <a:pt x="45" y="124"/>
                </a:cubicBezTo>
                <a:cubicBezTo>
                  <a:pt x="89" y="124"/>
                  <a:pt x="89" y="124"/>
                  <a:pt x="89" y="124"/>
                </a:cubicBezTo>
                <a:cubicBezTo>
                  <a:pt x="116" y="124"/>
                  <a:pt x="125" y="106"/>
                  <a:pt x="125" y="80"/>
                </a:cubicBezTo>
                <a:cubicBezTo>
                  <a:pt x="125" y="35"/>
                  <a:pt x="125" y="35"/>
                  <a:pt x="125" y="35"/>
                </a:cubicBezTo>
                <a:cubicBezTo>
                  <a:pt x="125" y="8"/>
                  <a:pt x="116" y="0"/>
                  <a:pt x="89" y="0"/>
                </a:cubicBezTo>
                <a:close/>
                <a:moveTo>
                  <a:pt x="257" y="0"/>
                </a:moveTo>
                <a:lnTo>
                  <a:pt x="257" y="0"/>
                </a:lnTo>
                <a:cubicBezTo>
                  <a:pt x="213" y="0"/>
                  <a:pt x="213" y="0"/>
                  <a:pt x="213" y="0"/>
                </a:cubicBezTo>
                <a:cubicBezTo>
                  <a:pt x="187" y="0"/>
                  <a:pt x="178" y="8"/>
                  <a:pt x="178" y="35"/>
                </a:cubicBezTo>
                <a:cubicBezTo>
                  <a:pt x="178" y="80"/>
                  <a:pt x="178" y="80"/>
                  <a:pt x="178" y="80"/>
                </a:cubicBezTo>
                <a:cubicBezTo>
                  <a:pt x="178" y="106"/>
                  <a:pt x="187" y="124"/>
                  <a:pt x="213" y="124"/>
                </a:cubicBezTo>
                <a:cubicBezTo>
                  <a:pt x="257" y="124"/>
                  <a:pt x="257" y="124"/>
                  <a:pt x="257" y="124"/>
                </a:cubicBezTo>
                <a:cubicBezTo>
                  <a:pt x="284" y="124"/>
                  <a:pt x="302" y="106"/>
                  <a:pt x="302" y="80"/>
                </a:cubicBezTo>
                <a:cubicBezTo>
                  <a:pt x="302" y="35"/>
                  <a:pt x="302" y="35"/>
                  <a:pt x="302" y="35"/>
                </a:cubicBezTo>
                <a:cubicBezTo>
                  <a:pt x="302" y="8"/>
                  <a:pt x="284" y="0"/>
                  <a:pt x="257" y="0"/>
                </a:cubicBezTo>
                <a:close/>
                <a:moveTo>
                  <a:pt x="89" y="168"/>
                </a:moveTo>
                <a:lnTo>
                  <a:pt x="89" y="168"/>
                </a:lnTo>
                <a:cubicBezTo>
                  <a:pt x="45" y="168"/>
                  <a:pt x="45" y="168"/>
                  <a:pt x="45" y="168"/>
                </a:cubicBezTo>
                <a:cubicBezTo>
                  <a:pt x="19" y="168"/>
                  <a:pt x="0" y="186"/>
                  <a:pt x="0" y="212"/>
                </a:cubicBezTo>
                <a:cubicBezTo>
                  <a:pt x="0" y="256"/>
                  <a:pt x="0" y="256"/>
                  <a:pt x="0" y="256"/>
                </a:cubicBezTo>
                <a:cubicBezTo>
                  <a:pt x="0" y="283"/>
                  <a:pt x="19" y="292"/>
                  <a:pt x="45" y="292"/>
                </a:cubicBezTo>
                <a:cubicBezTo>
                  <a:pt x="89" y="292"/>
                  <a:pt x="89" y="292"/>
                  <a:pt x="89" y="292"/>
                </a:cubicBezTo>
                <a:cubicBezTo>
                  <a:pt x="116" y="292"/>
                  <a:pt x="125" y="283"/>
                  <a:pt x="125" y="256"/>
                </a:cubicBezTo>
                <a:cubicBezTo>
                  <a:pt x="125" y="212"/>
                  <a:pt x="125" y="212"/>
                  <a:pt x="125" y="212"/>
                </a:cubicBezTo>
                <a:cubicBezTo>
                  <a:pt x="125" y="186"/>
                  <a:pt x="116" y="168"/>
                  <a:pt x="89" y="168"/>
                </a:cubicBezTo>
                <a:close/>
                <a:moveTo>
                  <a:pt x="257" y="168"/>
                </a:moveTo>
                <a:lnTo>
                  <a:pt x="257" y="168"/>
                </a:lnTo>
                <a:cubicBezTo>
                  <a:pt x="213" y="168"/>
                  <a:pt x="213" y="168"/>
                  <a:pt x="213" y="168"/>
                </a:cubicBezTo>
                <a:cubicBezTo>
                  <a:pt x="187" y="168"/>
                  <a:pt x="178" y="186"/>
                  <a:pt x="178" y="212"/>
                </a:cubicBezTo>
                <a:cubicBezTo>
                  <a:pt x="178" y="256"/>
                  <a:pt x="178" y="256"/>
                  <a:pt x="178" y="256"/>
                </a:cubicBezTo>
                <a:cubicBezTo>
                  <a:pt x="178" y="283"/>
                  <a:pt x="187" y="292"/>
                  <a:pt x="213" y="292"/>
                </a:cubicBezTo>
                <a:cubicBezTo>
                  <a:pt x="257" y="292"/>
                  <a:pt x="257" y="292"/>
                  <a:pt x="257" y="292"/>
                </a:cubicBezTo>
                <a:cubicBezTo>
                  <a:pt x="284" y="292"/>
                  <a:pt x="302" y="283"/>
                  <a:pt x="302" y="256"/>
                </a:cubicBezTo>
                <a:cubicBezTo>
                  <a:pt x="302" y="212"/>
                  <a:pt x="302" y="212"/>
                  <a:pt x="302" y="212"/>
                </a:cubicBezTo>
                <a:cubicBezTo>
                  <a:pt x="302" y="186"/>
                  <a:pt x="284" y="168"/>
                  <a:pt x="257" y="16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9" name="Freeform 98"/>
          <p:cNvSpPr/>
          <p:nvPr/>
        </p:nvSpPr>
        <p:spPr>
          <a:xfrm>
            <a:off x="2392200" y="3243240"/>
            <a:ext cx="182880" cy="103320"/>
          </a:xfrm>
          <a:custGeom>
            <a:avLst/>
            <a:gdLst/>
            <a:ahLst/>
            <a:rect l="l" t="t" r="r" b="b"/>
            <a:pathLst>
              <a:path w="427" h="240">
                <a:moveTo>
                  <a:pt x="97" y="116"/>
                </a:moveTo>
                <a:lnTo>
                  <a:pt x="97" y="116"/>
                </a:lnTo>
                <a:cubicBezTo>
                  <a:pt x="355" y="116"/>
                  <a:pt x="355" y="116"/>
                  <a:pt x="355" y="116"/>
                </a:cubicBezTo>
                <a:cubicBezTo>
                  <a:pt x="355" y="239"/>
                  <a:pt x="355" y="239"/>
                  <a:pt x="355" y="239"/>
                </a:cubicBezTo>
                <a:cubicBezTo>
                  <a:pt x="426" y="239"/>
                  <a:pt x="426" y="239"/>
                  <a:pt x="426" y="239"/>
                </a:cubicBezTo>
                <a:cubicBezTo>
                  <a:pt x="426" y="98"/>
                  <a:pt x="426" y="98"/>
                  <a:pt x="426" y="98"/>
                </a:cubicBezTo>
                <a:cubicBezTo>
                  <a:pt x="426" y="71"/>
                  <a:pt x="400" y="45"/>
                  <a:pt x="372" y="45"/>
                </a:cubicBezTo>
                <a:cubicBezTo>
                  <a:pt x="97" y="45"/>
                  <a:pt x="97" y="45"/>
                  <a:pt x="97" y="45"/>
                </a:cubicBezTo>
                <a:cubicBezTo>
                  <a:pt x="97" y="0"/>
                  <a:pt x="97" y="0"/>
                  <a:pt x="97" y="0"/>
                </a:cubicBezTo>
                <a:cubicBezTo>
                  <a:pt x="0" y="80"/>
                  <a:pt x="0" y="80"/>
                  <a:pt x="0" y="80"/>
                </a:cubicBezTo>
                <a:cubicBezTo>
                  <a:pt x="97" y="160"/>
                  <a:pt x="97" y="160"/>
                  <a:pt x="97" y="160"/>
                </a:cubicBezTo>
                <a:lnTo>
                  <a:pt x="97" y="116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60" name="Freeform 113"/>
          <p:cNvSpPr/>
          <p:nvPr/>
        </p:nvSpPr>
        <p:spPr>
          <a:xfrm>
            <a:off x="725400" y="3259080"/>
            <a:ext cx="154080" cy="106560"/>
          </a:xfrm>
          <a:custGeom>
            <a:avLst/>
            <a:gdLst/>
            <a:ahLst/>
            <a:rect l="l" t="t" r="r" b="b"/>
            <a:pathLst>
              <a:path w="355" h="249">
                <a:moveTo>
                  <a:pt x="53" y="204"/>
                </a:moveTo>
                <a:lnTo>
                  <a:pt x="53" y="204"/>
                </a:lnTo>
                <a:cubicBezTo>
                  <a:pt x="27" y="204"/>
                  <a:pt x="27" y="204"/>
                  <a:pt x="27" y="204"/>
                </a:cubicBezTo>
                <a:cubicBezTo>
                  <a:pt x="18" y="204"/>
                  <a:pt x="0" y="213"/>
                  <a:pt x="0" y="231"/>
                </a:cubicBezTo>
                <a:cubicBezTo>
                  <a:pt x="0" y="239"/>
                  <a:pt x="18" y="248"/>
                  <a:pt x="27" y="248"/>
                </a:cubicBezTo>
                <a:cubicBezTo>
                  <a:pt x="53" y="248"/>
                  <a:pt x="53" y="248"/>
                  <a:pt x="53" y="248"/>
                </a:cubicBezTo>
                <a:cubicBezTo>
                  <a:pt x="71" y="248"/>
                  <a:pt x="80" y="239"/>
                  <a:pt x="80" y="231"/>
                </a:cubicBezTo>
                <a:cubicBezTo>
                  <a:pt x="80" y="213"/>
                  <a:pt x="71" y="204"/>
                  <a:pt x="53" y="204"/>
                </a:cubicBezTo>
                <a:close/>
                <a:moveTo>
                  <a:pt x="53" y="107"/>
                </a:moveTo>
                <a:lnTo>
                  <a:pt x="53" y="107"/>
                </a:lnTo>
                <a:cubicBezTo>
                  <a:pt x="27" y="107"/>
                  <a:pt x="27" y="107"/>
                  <a:pt x="27" y="107"/>
                </a:cubicBezTo>
                <a:cubicBezTo>
                  <a:pt x="18" y="107"/>
                  <a:pt x="0" y="116"/>
                  <a:pt x="0" y="125"/>
                </a:cubicBezTo>
                <a:cubicBezTo>
                  <a:pt x="0" y="142"/>
                  <a:pt x="18" y="151"/>
                  <a:pt x="27" y="151"/>
                </a:cubicBezTo>
                <a:cubicBezTo>
                  <a:pt x="53" y="151"/>
                  <a:pt x="53" y="151"/>
                  <a:pt x="53" y="151"/>
                </a:cubicBezTo>
                <a:cubicBezTo>
                  <a:pt x="71" y="151"/>
                  <a:pt x="80" y="142"/>
                  <a:pt x="80" y="125"/>
                </a:cubicBezTo>
                <a:cubicBezTo>
                  <a:pt x="80" y="116"/>
                  <a:pt x="71" y="107"/>
                  <a:pt x="53" y="107"/>
                </a:cubicBezTo>
                <a:close/>
                <a:moveTo>
                  <a:pt x="53" y="0"/>
                </a:moveTo>
                <a:lnTo>
                  <a:pt x="53" y="0"/>
                </a:lnTo>
                <a:cubicBezTo>
                  <a:pt x="27" y="0"/>
                  <a:pt x="27" y="0"/>
                  <a:pt x="27" y="0"/>
                </a:cubicBezTo>
                <a:cubicBezTo>
                  <a:pt x="18" y="0"/>
                  <a:pt x="0" y="18"/>
                  <a:pt x="0" y="27"/>
                </a:cubicBezTo>
                <a:cubicBezTo>
                  <a:pt x="0" y="44"/>
                  <a:pt x="18" y="54"/>
                  <a:pt x="27" y="54"/>
                </a:cubicBezTo>
                <a:cubicBezTo>
                  <a:pt x="53" y="54"/>
                  <a:pt x="53" y="54"/>
                  <a:pt x="53" y="54"/>
                </a:cubicBezTo>
                <a:cubicBezTo>
                  <a:pt x="71" y="54"/>
                  <a:pt x="80" y="44"/>
                  <a:pt x="80" y="27"/>
                </a:cubicBezTo>
                <a:cubicBezTo>
                  <a:pt x="80" y="18"/>
                  <a:pt x="71" y="0"/>
                  <a:pt x="53" y="0"/>
                </a:cubicBezTo>
                <a:close/>
                <a:moveTo>
                  <a:pt x="151" y="54"/>
                </a:moveTo>
                <a:lnTo>
                  <a:pt x="151" y="54"/>
                </a:lnTo>
                <a:cubicBezTo>
                  <a:pt x="328" y="54"/>
                  <a:pt x="328" y="54"/>
                  <a:pt x="328" y="54"/>
                </a:cubicBezTo>
                <a:cubicBezTo>
                  <a:pt x="337" y="54"/>
                  <a:pt x="354" y="44"/>
                  <a:pt x="354" y="27"/>
                </a:cubicBezTo>
                <a:cubicBezTo>
                  <a:pt x="354" y="18"/>
                  <a:pt x="337" y="0"/>
                  <a:pt x="328" y="0"/>
                </a:cubicBezTo>
                <a:cubicBezTo>
                  <a:pt x="151" y="0"/>
                  <a:pt x="151" y="0"/>
                  <a:pt x="151" y="0"/>
                </a:cubicBezTo>
                <a:cubicBezTo>
                  <a:pt x="142" y="0"/>
                  <a:pt x="124" y="18"/>
                  <a:pt x="124" y="27"/>
                </a:cubicBezTo>
                <a:cubicBezTo>
                  <a:pt x="124" y="44"/>
                  <a:pt x="142" y="54"/>
                  <a:pt x="151" y="54"/>
                </a:cubicBezTo>
                <a:close/>
                <a:moveTo>
                  <a:pt x="328" y="107"/>
                </a:moveTo>
                <a:lnTo>
                  <a:pt x="328" y="107"/>
                </a:lnTo>
                <a:cubicBezTo>
                  <a:pt x="151" y="107"/>
                  <a:pt x="151" y="107"/>
                  <a:pt x="151" y="107"/>
                </a:cubicBezTo>
                <a:cubicBezTo>
                  <a:pt x="142" y="107"/>
                  <a:pt x="124" y="116"/>
                  <a:pt x="124" y="125"/>
                </a:cubicBezTo>
                <a:cubicBezTo>
                  <a:pt x="124" y="142"/>
                  <a:pt x="142" y="151"/>
                  <a:pt x="151" y="151"/>
                </a:cubicBezTo>
                <a:cubicBezTo>
                  <a:pt x="328" y="151"/>
                  <a:pt x="328" y="151"/>
                  <a:pt x="328" y="151"/>
                </a:cubicBezTo>
                <a:cubicBezTo>
                  <a:pt x="337" y="151"/>
                  <a:pt x="354" y="142"/>
                  <a:pt x="354" y="125"/>
                </a:cubicBezTo>
                <a:cubicBezTo>
                  <a:pt x="354" y="116"/>
                  <a:pt x="337" y="107"/>
                  <a:pt x="328" y="107"/>
                </a:cubicBezTo>
                <a:close/>
                <a:moveTo>
                  <a:pt x="328" y="204"/>
                </a:moveTo>
                <a:lnTo>
                  <a:pt x="328" y="204"/>
                </a:lnTo>
                <a:cubicBezTo>
                  <a:pt x="151" y="204"/>
                  <a:pt x="151" y="204"/>
                  <a:pt x="151" y="204"/>
                </a:cubicBezTo>
                <a:cubicBezTo>
                  <a:pt x="142" y="204"/>
                  <a:pt x="124" y="213"/>
                  <a:pt x="124" y="231"/>
                </a:cubicBezTo>
                <a:cubicBezTo>
                  <a:pt x="124" y="239"/>
                  <a:pt x="142" y="248"/>
                  <a:pt x="151" y="248"/>
                </a:cubicBezTo>
                <a:cubicBezTo>
                  <a:pt x="328" y="248"/>
                  <a:pt x="328" y="248"/>
                  <a:pt x="328" y="248"/>
                </a:cubicBezTo>
                <a:cubicBezTo>
                  <a:pt x="337" y="248"/>
                  <a:pt x="354" y="239"/>
                  <a:pt x="354" y="231"/>
                </a:cubicBezTo>
                <a:cubicBezTo>
                  <a:pt x="354" y="213"/>
                  <a:pt x="337" y="204"/>
                  <a:pt x="328" y="20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61" name="Freeform 121"/>
          <p:cNvSpPr/>
          <p:nvPr/>
        </p:nvSpPr>
        <p:spPr>
          <a:xfrm>
            <a:off x="5880240" y="2386080"/>
            <a:ext cx="190440" cy="174600"/>
          </a:xfrm>
          <a:custGeom>
            <a:avLst/>
            <a:gdLst/>
            <a:ahLst/>
            <a:rect l="l" t="t" r="r" b="b"/>
            <a:pathLst>
              <a:path w="444" h="409">
                <a:moveTo>
                  <a:pt x="107" y="310"/>
                </a:moveTo>
                <a:lnTo>
                  <a:pt x="107" y="310"/>
                </a:lnTo>
                <a:cubicBezTo>
                  <a:pt x="54" y="248"/>
                  <a:pt x="54" y="159"/>
                  <a:pt x="115" y="97"/>
                </a:cubicBezTo>
                <a:cubicBezTo>
                  <a:pt x="142" y="71"/>
                  <a:pt x="168" y="62"/>
                  <a:pt x="195" y="53"/>
                </a:cubicBezTo>
                <a:cubicBezTo>
                  <a:pt x="195" y="0"/>
                  <a:pt x="195" y="0"/>
                  <a:pt x="195" y="0"/>
                </a:cubicBezTo>
                <a:cubicBezTo>
                  <a:pt x="151" y="9"/>
                  <a:pt x="115" y="27"/>
                  <a:pt x="80" y="62"/>
                </a:cubicBezTo>
                <a:cubicBezTo>
                  <a:pt x="0" y="142"/>
                  <a:pt x="0" y="266"/>
                  <a:pt x="71" y="346"/>
                </a:cubicBezTo>
                <a:cubicBezTo>
                  <a:pt x="36" y="390"/>
                  <a:pt x="36" y="390"/>
                  <a:pt x="36" y="390"/>
                </a:cubicBezTo>
                <a:cubicBezTo>
                  <a:pt x="168" y="399"/>
                  <a:pt x="168" y="399"/>
                  <a:pt x="168" y="399"/>
                </a:cubicBezTo>
                <a:cubicBezTo>
                  <a:pt x="168" y="257"/>
                  <a:pt x="168" y="257"/>
                  <a:pt x="168" y="257"/>
                </a:cubicBezTo>
                <a:lnTo>
                  <a:pt x="107" y="310"/>
                </a:lnTo>
                <a:close/>
                <a:moveTo>
                  <a:pt x="274" y="18"/>
                </a:moveTo>
                <a:lnTo>
                  <a:pt x="274" y="18"/>
                </a:lnTo>
                <a:cubicBezTo>
                  <a:pt x="274" y="159"/>
                  <a:pt x="274" y="159"/>
                  <a:pt x="274" y="159"/>
                </a:cubicBezTo>
                <a:cubicBezTo>
                  <a:pt x="337" y="97"/>
                  <a:pt x="337" y="97"/>
                  <a:pt x="337" y="97"/>
                </a:cubicBezTo>
                <a:cubicBezTo>
                  <a:pt x="390" y="159"/>
                  <a:pt x="390" y="257"/>
                  <a:pt x="328" y="319"/>
                </a:cubicBezTo>
                <a:cubicBezTo>
                  <a:pt x="311" y="337"/>
                  <a:pt x="274" y="355"/>
                  <a:pt x="248" y="355"/>
                </a:cubicBezTo>
                <a:cubicBezTo>
                  <a:pt x="248" y="408"/>
                  <a:pt x="248" y="408"/>
                  <a:pt x="248" y="408"/>
                </a:cubicBezTo>
                <a:cubicBezTo>
                  <a:pt x="293" y="408"/>
                  <a:pt x="337" y="381"/>
                  <a:pt x="364" y="355"/>
                </a:cubicBezTo>
                <a:cubicBezTo>
                  <a:pt x="443" y="275"/>
                  <a:pt x="443" y="142"/>
                  <a:pt x="372" y="62"/>
                </a:cubicBezTo>
                <a:cubicBezTo>
                  <a:pt x="417" y="18"/>
                  <a:pt x="417" y="18"/>
                  <a:pt x="417" y="18"/>
                </a:cubicBezTo>
                <a:lnTo>
                  <a:pt x="274" y="1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62" name="Freeform 131"/>
          <p:cNvSpPr/>
          <p:nvPr/>
        </p:nvSpPr>
        <p:spPr>
          <a:xfrm>
            <a:off x="7897680" y="2867040"/>
            <a:ext cx="214560" cy="141120"/>
          </a:xfrm>
          <a:custGeom>
            <a:avLst/>
            <a:gdLst/>
            <a:ahLst/>
            <a:rect l="l" t="t" r="r" b="b"/>
            <a:pathLst>
              <a:path w="497" h="329">
                <a:moveTo>
                  <a:pt x="381" y="88"/>
                </a:moveTo>
                <a:lnTo>
                  <a:pt x="381" y="88"/>
                </a:lnTo>
                <a:cubicBezTo>
                  <a:pt x="372" y="88"/>
                  <a:pt x="363" y="88"/>
                  <a:pt x="355" y="97"/>
                </a:cubicBezTo>
                <a:cubicBezTo>
                  <a:pt x="346" y="44"/>
                  <a:pt x="293" y="0"/>
                  <a:pt x="230" y="0"/>
                </a:cubicBezTo>
                <a:cubicBezTo>
                  <a:pt x="159" y="0"/>
                  <a:pt x="97" y="62"/>
                  <a:pt x="97" y="132"/>
                </a:cubicBezTo>
                <a:cubicBezTo>
                  <a:pt x="97" y="132"/>
                  <a:pt x="97" y="141"/>
                  <a:pt x="97" y="150"/>
                </a:cubicBezTo>
                <a:cubicBezTo>
                  <a:pt x="97" y="150"/>
                  <a:pt x="97" y="150"/>
                  <a:pt x="89" y="150"/>
                </a:cubicBezTo>
                <a:cubicBezTo>
                  <a:pt x="44" y="150"/>
                  <a:pt x="0" y="185"/>
                  <a:pt x="0" y="238"/>
                </a:cubicBezTo>
                <a:cubicBezTo>
                  <a:pt x="0" y="283"/>
                  <a:pt x="44" y="328"/>
                  <a:pt x="89" y="328"/>
                </a:cubicBezTo>
                <a:cubicBezTo>
                  <a:pt x="381" y="328"/>
                  <a:pt x="381" y="328"/>
                  <a:pt x="381" y="328"/>
                </a:cubicBezTo>
                <a:cubicBezTo>
                  <a:pt x="443" y="328"/>
                  <a:pt x="496" y="275"/>
                  <a:pt x="496" y="203"/>
                </a:cubicBezTo>
                <a:cubicBezTo>
                  <a:pt x="496" y="141"/>
                  <a:pt x="443" y="88"/>
                  <a:pt x="381" y="8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63" name="Freeform 132"/>
          <p:cNvSpPr/>
          <p:nvPr/>
        </p:nvSpPr>
        <p:spPr>
          <a:xfrm>
            <a:off x="8323200" y="2867040"/>
            <a:ext cx="214200" cy="141120"/>
          </a:xfrm>
          <a:custGeom>
            <a:avLst/>
            <a:gdLst/>
            <a:ahLst/>
            <a:rect l="l" t="t" r="r" b="b"/>
            <a:pathLst>
              <a:path w="498" h="329">
                <a:moveTo>
                  <a:pt x="381" y="88"/>
                </a:moveTo>
                <a:lnTo>
                  <a:pt x="381" y="88"/>
                </a:lnTo>
                <a:cubicBezTo>
                  <a:pt x="372" y="88"/>
                  <a:pt x="364" y="88"/>
                  <a:pt x="355" y="97"/>
                </a:cubicBezTo>
                <a:cubicBezTo>
                  <a:pt x="346" y="44"/>
                  <a:pt x="293" y="0"/>
                  <a:pt x="231" y="0"/>
                </a:cubicBezTo>
                <a:cubicBezTo>
                  <a:pt x="160" y="0"/>
                  <a:pt x="98" y="62"/>
                  <a:pt x="98" y="132"/>
                </a:cubicBezTo>
                <a:cubicBezTo>
                  <a:pt x="98" y="132"/>
                  <a:pt x="98" y="141"/>
                  <a:pt x="98" y="150"/>
                </a:cubicBezTo>
                <a:cubicBezTo>
                  <a:pt x="98" y="150"/>
                  <a:pt x="98" y="150"/>
                  <a:pt x="89" y="150"/>
                </a:cubicBezTo>
                <a:cubicBezTo>
                  <a:pt x="45" y="150"/>
                  <a:pt x="0" y="185"/>
                  <a:pt x="0" y="238"/>
                </a:cubicBezTo>
                <a:cubicBezTo>
                  <a:pt x="0" y="283"/>
                  <a:pt x="45" y="328"/>
                  <a:pt x="89" y="328"/>
                </a:cubicBezTo>
                <a:cubicBezTo>
                  <a:pt x="213" y="328"/>
                  <a:pt x="213" y="328"/>
                  <a:pt x="213" y="328"/>
                </a:cubicBezTo>
                <a:cubicBezTo>
                  <a:pt x="213" y="230"/>
                  <a:pt x="213" y="230"/>
                  <a:pt x="213" y="230"/>
                </a:cubicBezTo>
                <a:cubicBezTo>
                  <a:pt x="160" y="230"/>
                  <a:pt x="160" y="230"/>
                  <a:pt x="160" y="230"/>
                </a:cubicBezTo>
                <a:cubicBezTo>
                  <a:pt x="249" y="115"/>
                  <a:pt x="249" y="115"/>
                  <a:pt x="249" y="115"/>
                </a:cubicBezTo>
                <a:cubicBezTo>
                  <a:pt x="337" y="230"/>
                  <a:pt x="337" y="230"/>
                  <a:pt x="337" y="230"/>
                </a:cubicBezTo>
                <a:cubicBezTo>
                  <a:pt x="284" y="230"/>
                  <a:pt x="284" y="230"/>
                  <a:pt x="284" y="230"/>
                </a:cubicBezTo>
                <a:cubicBezTo>
                  <a:pt x="284" y="328"/>
                  <a:pt x="284" y="328"/>
                  <a:pt x="284" y="328"/>
                </a:cubicBezTo>
                <a:cubicBezTo>
                  <a:pt x="381" y="328"/>
                  <a:pt x="381" y="328"/>
                  <a:pt x="381" y="328"/>
                </a:cubicBezTo>
                <a:cubicBezTo>
                  <a:pt x="443" y="328"/>
                  <a:pt x="497" y="275"/>
                  <a:pt x="497" y="203"/>
                </a:cubicBezTo>
                <a:cubicBezTo>
                  <a:pt x="497" y="141"/>
                  <a:pt x="443" y="88"/>
                  <a:pt x="381" y="8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64" name="Freeform 134"/>
          <p:cNvSpPr/>
          <p:nvPr/>
        </p:nvSpPr>
        <p:spPr>
          <a:xfrm>
            <a:off x="7927920" y="2414520"/>
            <a:ext cx="154080" cy="195480"/>
          </a:xfrm>
          <a:custGeom>
            <a:avLst/>
            <a:gdLst/>
            <a:ahLst/>
            <a:rect l="l" t="t" r="r" b="b"/>
            <a:pathLst>
              <a:path w="355" h="453">
                <a:moveTo>
                  <a:pt x="106" y="248"/>
                </a:moveTo>
                <a:lnTo>
                  <a:pt x="106" y="248"/>
                </a:lnTo>
                <a:cubicBezTo>
                  <a:pt x="248" y="248"/>
                  <a:pt x="248" y="248"/>
                  <a:pt x="248" y="248"/>
                </a:cubicBezTo>
                <a:cubicBezTo>
                  <a:pt x="248" y="204"/>
                  <a:pt x="248" y="204"/>
                  <a:pt x="248" y="204"/>
                </a:cubicBezTo>
                <a:cubicBezTo>
                  <a:pt x="106" y="204"/>
                  <a:pt x="106" y="204"/>
                  <a:pt x="106" y="204"/>
                </a:cubicBezTo>
                <a:lnTo>
                  <a:pt x="106" y="248"/>
                </a:lnTo>
                <a:close/>
                <a:moveTo>
                  <a:pt x="301" y="0"/>
                </a:moveTo>
                <a:lnTo>
                  <a:pt x="301" y="0"/>
                </a:lnTo>
                <a:cubicBezTo>
                  <a:pt x="53" y="0"/>
                  <a:pt x="53" y="0"/>
                  <a:pt x="53" y="0"/>
                </a:cubicBezTo>
                <a:cubicBezTo>
                  <a:pt x="26" y="0"/>
                  <a:pt x="0" y="26"/>
                  <a:pt x="0" y="53"/>
                </a:cubicBezTo>
                <a:cubicBezTo>
                  <a:pt x="0" y="399"/>
                  <a:pt x="0" y="399"/>
                  <a:pt x="0" y="399"/>
                </a:cubicBezTo>
                <a:cubicBezTo>
                  <a:pt x="0" y="425"/>
                  <a:pt x="26" y="452"/>
                  <a:pt x="53" y="452"/>
                </a:cubicBezTo>
                <a:cubicBezTo>
                  <a:pt x="301" y="452"/>
                  <a:pt x="301" y="452"/>
                  <a:pt x="301" y="452"/>
                </a:cubicBezTo>
                <a:cubicBezTo>
                  <a:pt x="328" y="452"/>
                  <a:pt x="354" y="425"/>
                  <a:pt x="354" y="399"/>
                </a:cubicBezTo>
                <a:cubicBezTo>
                  <a:pt x="354" y="53"/>
                  <a:pt x="354" y="53"/>
                  <a:pt x="354" y="53"/>
                </a:cubicBezTo>
                <a:cubicBezTo>
                  <a:pt x="354" y="26"/>
                  <a:pt x="328" y="0"/>
                  <a:pt x="301" y="0"/>
                </a:cubicBezTo>
                <a:close/>
                <a:moveTo>
                  <a:pt x="301" y="399"/>
                </a:moveTo>
                <a:lnTo>
                  <a:pt x="301" y="399"/>
                </a:lnTo>
                <a:cubicBezTo>
                  <a:pt x="53" y="399"/>
                  <a:pt x="53" y="399"/>
                  <a:pt x="53" y="399"/>
                </a:cubicBezTo>
                <a:cubicBezTo>
                  <a:pt x="53" y="53"/>
                  <a:pt x="53" y="53"/>
                  <a:pt x="53" y="53"/>
                </a:cubicBezTo>
                <a:cubicBezTo>
                  <a:pt x="301" y="53"/>
                  <a:pt x="301" y="53"/>
                  <a:pt x="301" y="53"/>
                </a:cubicBezTo>
                <a:lnTo>
                  <a:pt x="301" y="399"/>
                </a:lnTo>
                <a:close/>
                <a:moveTo>
                  <a:pt x="248" y="106"/>
                </a:moveTo>
                <a:lnTo>
                  <a:pt x="248" y="106"/>
                </a:lnTo>
                <a:cubicBezTo>
                  <a:pt x="106" y="106"/>
                  <a:pt x="106" y="106"/>
                  <a:pt x="106" y="106"/>
                </a:cubicBezTo>
                <a:cubicBezTo>
                  <a:pt x="106" y="151"/>
                  <a:pt x="106" y="151"/>
                  <a:pt x="106" y="151"/>
                </a:cubicBezTo>
                <a:cubicBezTo>
                  <a:pt x="248" y="151"/>
                  <a:pt x="248" y="151"/>
                  <a:pt x="248" y="151"/>
                </a:cubicBezTo>
                <a:lnTo>
                  <a:pt x="248" y="106"/>
                </a:lnTo>
                <a:close/>
                <a:moveTo>
                  <a:pt x="248" y="301"/>
                </a:moveTo>
                <a:lnTo>
                  <a:pt x="248" y="301"/>
                </a:lnTo>
                <a:cubicBezTo>
                  <a:pt x="106" y="301"/>
                  <a:pt x="106" y="301"/>
                  <a:pt x="106" y="301"/>
                </a:cubicBezTo>
                <a:cubicBezTo>
                  <a:pt x="106" y="345"/>
                  <a:pt x="106" y="345"/>
                  <a:pt x="106" y="345"/>
                </a:cubicBezTo>
                <a:cubicBezTo>
                  <a:pt x="248" y="345"/>
                  <a:pt x="248" y="345"/>
                  <a:pt x="248" y="345"/>
                </a:cubicBezTo>
                <a:lnTo>
                  <a:pt x="248" y="30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65" name="Freeform 137"/>
          <p:cNvSpPr/>
          <p:nvPr/>
        </p:nvSpPr>
        <p:spPr>
          <a:xfrm>
            <a:off x="1535040" y="1542960"/>
            <a:ext cx="214560" cy="171720"/>
          </a:xfrm>
          <a:custGeom>
            <a:avLst/>
            <a:gdLst/>
            <a:ahLst/>
            <a:rect l="l" t="t" r="r" b="b"/>
            <a:pathLst>
              <a:path w="497" h="400">
                <a:moveTo>
                  <a:pt x="470" y="124"/>
                </a:moveTo>
                <a:lnTo>
                  <a:pt x="470" y="124"/>
                </a:lnTo>
                <a:cubicBezTo>
                  <a:pt x="26" y="124"/>
                  <a:pt x="26" y="124"/>
                  <a:pt x="26" y="124"/>
                </a:cubicBezTo>
                <a:cubicBezTo>
                  <a:pt x="0" y="124"/>
                  <a:pt x="0" y="133"/>
                  <a:pt x="0" y="151"/>
                </a:cubicBezTo>
                <a:cubicBezTo>
                  <a:pt x="18" y="372"/>
                  <a:pt x="18" y="372"/>
                  <a:pt x="18" y="372"/>
                </a:cubicBezTo>
                <a:cubicBezTo>
                  <a:pt x="18" y="381"/>
                  <a:pt x="26" y="399"/>
                  <a:pt x="44" y="399"/>
                </a:cubicBezTo>
                <a:cubicBezTo>
                  <a:pt x="452" y="399"/>
                  <a:pt x="452" y="399"/>
                  <a:pt x="452" y="399"/>
                </a:cubicBezTo>
                <a:cubicBezTo>
                  <a:pt x="470" y="399"/>
                  <a:pt x="470" y="381"/>
                  <a:pt x="479" y="372"/>
                </a:cubicBezTo>
                <a:cubicBezTo>
                  <a:pt x="496" y="151"/>
                  <a:pt x="496" y="151"/>
                  <a:pt x="496" y="151"/>
                </a:cubicBezTo>
                <a:cubicBezTo>
                  <a:pt x="496" y="133"/>
                  <a:pt x="496" y="124"/>
                  <a:pt x="470" y="124"/>
                </a:cubicBezTo>
                <a:close/>
                <a:moveTo>
                  <a:pt x="461" y="71"/>
                </a:moveTo>
                <a:lnTo>
                  <a:pt x="461" y="71"/>
                </a:lnTo>
                <a:cubicBezTo>
                  <a:pt x="452" y="62"/>
                  <a:pt x="443" y="53"/>
                  <a:pt x="426" y="53"/>
                </a:cubicBezTo>
                <a:cubicBezTo>
                  <a:pt x="257" y="53"/>
                  <a:pt x="257" y="53"/>
                  <a:pt x="257" y="53"/>
                </a:cubicBezTo>
                <a:cubicBezTo>
                  <a:pt x="239" y="53"/>
                  <a:pt x="222" y="44"/>
                  <a:pt x="213" y="36"/>
                </a:cubicBezTo>
                <a:cubicBezTo>
                  <a:pt x="204" y="18"/>
                  <a:pt x="204" y="18"/>
                  <a:pt x="204" y="18"/>
                </a:cubicBezTo>
                <a:cubicBezTo>
                  <a:pt x="186" y="8"/>
                  <a:pt x="169" y="0"/>
                  <a:pt x="160" y="0"/>
                </a:cubicBezTo>
                <a:cubicBezTo>
                  <a:pt x="79" y="0"/>
                  <a:pt x="79" y="0"/>
                  <a:pt x="79" y="0"/>
                </a:cubicBezTo>
                <a:cubicBezTo>
                  <a:pt x="62" y="0"/>
                  <a:pt x="53" y="8"/>
                  <a:pt x="44" y="27"/>
                </a:cubicBezTo>
                <a:cubicBezTo>
                  <a:pt x="44" y="89"/>
                  <a:pt x="44" y="89"/>
                  <a:pt x="44" y="89"/>
                </a:cubicBezTo>
                <a:cubicBezTo>
                  <a:pt x="461" y="89"/>
                  <a:pt x="461" y="89"/>
                  <a:pt x="461" y="89"/>
                </a:cubicBezTo>
                <a:lnTo>
                  <a:pt x="461" y="7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66" name="Freeform 139"/>
          <p:cNvSpPr/>
          <p:nvPr/>
        </p:nvSpPr>
        <p:spPr>
          <a:xfrm>
            <a:off x="4184640" y="1519200"/>
            <a:ext cx="214200" cy="171360"/>
          </a:xfrm>
          <a:custGeom>
            <a:avLst/>
            <a:gdLst/>
            <a:ahLst/>
            <a:rect l="l" t="t" r="r" b="b"/>
            <a:pathLst>
              <a:path w="497" h="400">
                <a:moveTo>
                  <a:pt x="416" y="71"/>
                </a:moveTo>
                <a:lnTo>
                  <a:pt x="416" y="71"/>
                </a:lnTo>
                <a:cubicBezTo>
                  <a:pt x="416" y="53"/>
                  <a:pt x="398" y="53"/>
                  <a:pt x="398" y="53"/>
                </a:cubicBezTo>
                <a:cubicBezTo>
                  <a:pt x="97" y="53"/>
                  <a:pt x="97" y="53"/>
                  <a:pt x="97" y="53"/>
                </a:cubicBezTo>
                <a:cubicBezTo>
                  <a:pt x="97" y="53"/>
                  <a:pt x="71" y="53"/>
                  <a:pt x="71" y="71"/>
                </a:cubicBezTo>
                <a:cubicBezTo>
                  <a:pt x="71" y="98"/>
                  <a:pt x="71" y="98"/>
                  <a:pt x="71" y="98"/>
                </a:cubicBezTo>
                <a:cubicBezTo>
                  <a:pt x="416" y="98"/>
                  <a:pt x="416" y="98"/>
                  <a:pt x="416" y="98"/>
                </a:cubicBezTo>
                <a:lnTo>
                  <a:pt x="416" y="71"/>
                </a:lnTo>
                <a:close/>
                <a:moveTo>
                  <a:pt x="345" y="0"/>
                </a:moveTo>
                <a:lnTo>
                  <a:pt x="345" y="0"/>
                </a:lnTo>
                <a:cubicBezTo>
                  <a:pt x="150" y="0"/>
                  <a:pt x="150" y="0"/>
                  <a:pt x="150" y="0"/>
                </a:cubicBezTo>
                <a:cubicBezTo>
                  <a:pt x="150" y="0"/>
                  <a:pt x="124" y="0"/>
                  <a:pt x="124" y="27"/>
                </a:cubicBezTo>
                <a:cubicBezTo>
                  <a:pt x="372" y="27"/>
                  <a:pt x="372" y="27"/>
                  <a:pt x="372" y="27"/>
                </a:cubicBezTo>
                <a:cubicBezTo>
                  <a:pt x="372" y="0"/>
                  <a:pt x="345" y="0"/>
                  <a:pt x="345" y="0"/>
                </a:cubicBezTo>
                <a:close/>
                <a:moveTo>
                  <a:pt x="469" y="98"/>
                </a:moveTo>
                <a:lnTo>
                  <a:pt x="469" y="98"/>
                </a:lnTo>
                <a:cubicBezTo>
                  <a:pt x="451" y="80"/>
                  <a:pt x="451" y="80"/>
                  <a:pt x="451" y="80"/>
                </a:cubicBezTo>
                <a:cubicBezTo>
                  <a:pt x="451" y="124"/>
                  <a:pt x="451" y="124"/>
                  <a:pt x="451" y="124"/>
                </a:cubicBezTo>
                <a:cubicBezTo>
                  <a:pt x="44" y="124"/>
                  <a:pt x="44" y="124"/>
                  <a:pt x="44" y="124"/>
                </a:cubicBezTo>
                <a:cubicBezTo>
                  <a:pt x="44" y="80"/>
                  <a:pt x="44" y="80"/>
                  <a:pt x="44" y="80"/>
                </a:cubicBezTo>
                <a:cubicBezTo>
                  <a:pt x="44" y="80"/>
                  <a:pt x="44" y="80"/>
                  <a:pt x="26" y="98"/>
                </a:cubicBezTo>
                <a:cubicBezTo>
                  <a:pt x="8" y="115"/>
                  <a:pt x="0" y="115"/>
                  <a:pt x="8" y="151"/>
                </a:cubicBezTo>
                <a:cubicBezTo>
                  <a:pt x="8" y="177"/>
                  <a:pt x="44" y="346"/>
                  <a:pt x="44" y="372"/>
                </a:cubicBezTo>
                <a:cubicBezTo>
                  <a:pt x="53" y="399"/>
                  <a:pt x="71" y="399"/>
                  <a:pt x="71" y="399"/>
                </a:cubicBezTo>
                <a:cubicBezTo>
                  <a:pt x="416" y="399"/>
                  <a:pt x="416" y="399"/>
                  <a:pt x="416" y="399"/>
                </a:cubicBezTo>
                <a:cubicBezTo>
                  <a:pt x="416" y="399"/>
                  <a:pt x="443" y="399"/>
                  <a:pt x="451" y="372"/>
                </a:cubicBezTo>
                <a:cubicBezTo>
                  <a:pt x="451" y="346"/>
                  <a:pt x="487" y="177"/>
                  <a:pt x="487" y="151"/>
                </a:cubicBezTo>
                <a:cubicBezTo>
                  <a:pt x="496" y="115"/>
                  <a:pt x="487" y="115"/>
                  <a:pt x="469" y="98"/>
                </a:cubicBezTo>
                <a:close/>
                <a:moveTo>
                  <a:pt x="345" y="230"/>
                </a:moveTo>
                <a:lnTo>
                  <a:pt x="345" y="230"/>
                </a:lnTo>
                <a:cubicBezTo>
                  <a:pt x="345" y="230"/>
                  <a:pt x="345" y="257"/>
                  <a:pt x="319" y="257"/>
                </a:cubicBezTo>
                <a:cubicBezTo>
                  <a:pt x="177" y="257"/>
                  <a:pt x="177" y="257"/>
                  <a:pt x="177" y="257"/>
                </a:cubicBezTo>
                <a:cubicBezTo>
                  <a:pt x="150" y="257"/>
                  <a:pt x="150" y="230"/>
                  <a:pt x="150" y="230"/>
                </a:cubicBezTo>
                <a:cubicBezTo>
                  <a:pt x="150" y="186"/>
                  <a:pt x="150" y="186"/>
                  <a:pt x="150" y="186"/>
                </a:cubicBezTo>
                <a:cubicBezTo>
                  <a:pt x="186" y="186"/>
                  <a:pt x="186" y="186"/>
                  <a:pt x="186" y="186"/>
                </a:cubicBezTo>
                <a:cubicBezTo>
                  <a:pt x="186" y="221"/>
                  <a:pt x="186" y="221"/>
                  <a:pt x="186" y="221"/>
                </a:cubicBezTo>
                <a:cubicBezTo>
                  <a:pt x="309" y="221"/>
                  <a:pt x="309" y="221"/>
                  <a:pt x="309" y="221"/>
                </a:cubicBezTo>
                <a:cubicBezTo>
                  <a:pt x="309" y="186"/>
                  <a:pt x="309" y="186"/>
                  <a:pt x="309" y="186"/>
                </a:cubicBezTo>
                <a:cubicBezTo>
                  <a:pt x="345" y="186"/>
                  <a:pt x="345" y="186"/>
                  <a:pt x="345" y="186"/>
                </a:cubicBezTo>
                <a:lnTo>
                  <a:pt x="345" y="23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67" name="Freeform 142"/>
          <p:cNvSpPr/>
          <p:nvPr/>
        </p:nvSpPr>
        <p:spPr>
          <a:xfrm>
            <a:off x="1062000" y="2779560"/>
            <a:ext cx="160200" cy="206640"/>
          </a:xfrm>
          <a:custGeom>
            <a:avLst/>
            <a:gdLst/>
            <a:ahLst/>
            <a:rect l="l" t="t" r="r" b="b"/>
            <a:pathLst>
              <a:path w="373" h="480">
                <a:moveTo>
                  <a:pt x="18" y="187"/>
                </a:moveTo>
                <a:lnTo>
                  <a:pt x="18" y="187"/>
                </a:lnTo>
                <a:cubicBezTo>
                  <a:pt x="53" y="435"/>
                  <a:pt x="53" y="435"/>
                  <a:pt x="53" y="435"/>
                </a:cubicBezTo>
                <a:cubicBezTo>
                  <a:pt x="53" y="444"/>
                  <a:pt x="106" y="479"/>
                  <a:pt x="186" y="479"/>
                </a:cubicBezTo>
                <a:cubicBezTo>
                  <a:pt x="266" y="479"/>
                  <a:pt x="319" y="444"/>
                  <a:pt x="319" y="435"/>
                </a:cubicBezTo>
                <a:cubicBezTo>
                  <a:pt x="354" y="187"/>
                  <a:pt x="354" y="187"/>
                  <a:pt x="354" y="187"/>
                </a:cubicBezTo>
                <a:cubicBezTo>
                  <a:pt x="310" y="213"/>
                  <a:pt x="247" y="222"/>
                  <a:pt x="186" y="222"/>
                </a:cubicBezTo>
                <a:cubicBezTo>
                  <a:pt x="124" y="222"/>
                  <a:pt x="62" y="213"/>
                  <a:pt x="18" y="187"/>
                </a:cubicBezTo>
                <a:close/>
                <a:moveTo>
                  <a:pt x="266" y="45"/>
                </a:moveTo>
                <a:lnTo>
                  <a:pt x="266" y="45"/>
                </a:lnTo>
                <a:cubicBezTo>
                  <a:pt x="239" y="18"/>
                  <a:pt x="239" y="18"/>
                  <a:pt x="239" y="18"/>
                </a:cubicBezTo>
                <a:cubicBezTo>
                  <a:pt x="239" y="9"/>
                  <a:pt x="231" y="0"/>
                  <a:pt x="212" y="0"/>
                </a:cubicBezTo>
                <a:cubicBezTo>
                  <a:pt x="159" y="0"/>
                  <a:pt x="159" y="0"/>
                  <a:pt x="159" y="0"/>
                </a:cubicBezTo>
                <a:cubicBezTo>
                  <a:pt x="141" y="0"/>
                  <a:pt x="133" y="9"/>
                  <a:pt x="133" y="18"/>
                </a:cubicBezTo>
                <a:cubicBezTo>
                  <a:pt x="106" y="45"/>
                  <a:pt x="106" y="45"/>
                  <a:pt x="106" y="45"/>
                </a:cubicBezTo>
                <a:cubicBezTo>
                  <a:pt x="44" y="53"/>
                  <a:pt x="0" y="81"/>
                  <a:pt x="0" y="107"/>
                </a:cubicBezTo>
                <a:lnTo>
                  <a:pt x="0" y="107"/>
                </a:lnTo>
                <a:cubicBezTo>
                  <a:pt x="0" y="151"/>
                  <a:pt x="80" y="178"/>
                  <a:pt x="186" y="178"/>
                </a:cubicBezTo>
                <a:cubicBezTo>
                  <a:pt x="292" y="178"/>
                  <a:pt x="372" y="151"/>
                  <a:pt x="372" y="107"/>
                </a:cubicBezTo>
                <a:lnTo>
                  <a:pt x="372" y="107"/>
                </a:lnTo>
                <a:cubicBezTo>
                  <a:pt x="372" y="81"/>
                  <a:pt x="328" y="53"/>
                  <a:pt x="266" y="45"/>
                </a:cubicBezTo>
                <a:close/>
                <a:moveTo>
                  <a:pt x="239" y="98"/>
                </a:moveTo>
                <a:lnTo>
                  <a:pt x="239" y="98"/>
                </a:lnTo>
                <a:cubicBezTo>
                  <a:pt x="203" y="63"/>
                  <a:pt x="203" y="63"/>
                  <a:pt x="203" y="63"/>
                </a:cubicBezTo>
                <a:cubicBezTo>
                  <a:pt x="168" y="63"/>
                  <a:pt x="168" y="63"/>
                  <a:pt x="168" y="63"/>
                </a:cubicBezTo>
                <a:cubicBezTo>
                  <a:pt x="133" y="98"/>
                  <a:pt x="133" y="98"/>
                  <a:pt x="133" y="98"/>
                </a:cubicBezTo>
                <a:cubicBezTo>
                  <a:pt x="88" y="98"/>
                  <a:pt x="88" y="98"/>
                  <a:pt x="88" y="98"/>
                </a:cubicBezTo>
                <a:cubicBezTo>
                  <a:pt x="88" y="98"/>
                  <a:pt x="141" y="45"/>
                  <a:pt x="141" y="36"/>
                </a:cubicBezTo>
                <a:cubicBezTo>
                  <a:pt x="150" y="28"/>
                  <a:pt x="150" y="28"/>
                  <a:pt x="159" y="28"/>
                </a:cubicBezTo>
                <a:cubicBezTo>
                  <a:pt x="212" y="28"/>
                  <a:pt x="212" y="28"/>
                  <a:pt x="212" y="28"/>
                </a:cubicBezTo>
                <a:cubicBezTo>
                  <a:pt x="222" y="28"/>
                  <a:pt x="222" y="28"/>
                  <a:pt x="231" y="36"/>
                </a:cubicBezTo>
                <a:cubicBezTo>
                  <a:pt x="231" y="45"/>
                  <a:pt x="284" y="98"/>
                  <a:pt x="284" y="98"/>
                </a:cubicBezTo>
                <a:lnTo>
                  <a:pt x="239" y="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68" name="Freeform 143"/>
          <p:cNvSpPr/>
          <p:nvPr/>
        </p:nvSpPr>
        <p:spPr>
          <a:xfrm>
            <a:off x="1569960" y="3654360"/>
            <a:ext cx="168480" cy="173160"/>
          </a:xfrm>
          <a:custGeom>
            <a:avLst/>
            <a:gdLst/>
            <a:ahLst/>
            <a:rect l="l" t="t" r="r" b="b"/>
            <a:pathLst>
              <a:path w="391" h="400">
                <a:moveTo>
                  <a:pt x="328" y="0"/>
                </a:moveTo>
                <a:lnTo>
                  <a:pt x="328" y="0"/>
                </a:lnTo>
                <a:cubicBezTo>
                  <a:pt x="44" y="0"/>
                  <a:pt x="44" y="0"/>
                  <a:pt x="44" y="0"/>
                </a:cubicBezTo>
                <a:cubicBezTo>
                  <a:pt x="18" y="0"/>
                  <a:pt x="0" y="18"/>
                  <a:pt x="0" y="53"/>
                </a:cubicBezTo>
                <a:cubicBezTo>
                  <a:pt x="0" y="346"/>
                  <a:pt x="0" y="346"/>
                  <a:pt x="0" y="346"/>
                </a:cubicBezTo>
                <a:cubicBezTo>
                  <a:pt x="0" y="372"/>
                  <a:pt x="18" y="399"/>
                  <a:pt x="44" y="399"/>
                </a:cubicBezTo>
                <a:cubicBezTo>
                  <a:pt x="346" y="399"/>
                  <a:pt x="346" y="399"/>
                  <a:pt x="346" y="399"/>
                </a:cubicBezTo>
                <a:cubicBezTo>
                  <a:pt x="373" y="399"/>
                  <a:pt x="390" y="372"/>
                  <a:pt x="390" y="346"/>
                </a:cubicBezTo>
                <a:cubicBezTo>
                  <a:pt x="390" y="80"/>
                  <a:pt x="390" y="80"/>
                  <a:pt x="390" y="80"/>
                </a:cubicBezTo>
                <a:lnTo>
                  <a:pt x="328" y="0"/>
                </a:lnTo>
                <a:close/>
                <a:moveTo>
                  <a:pt x="292" y="151"/>
                </a:moveTo>
                <a:lnTo>
                  <a:pt x="292" y="151"/>
                </a:lnTo>
                <a:cubicBezTo>
                  <a:pt x="292" y="159"/>
                  <a:pt x="284" y="177"/>
                  <a:pt x="266" y="177"/>
                </a:cubicBezTo>
                <a:cubicBezTo>
                  <a:pt x="124" y="177"/>
                  <a:pt x="124" y="177"/>
                  <a:pt x="124" y="177"/>
                </a:cubicBezTo>
                <a:cubicBezTo>
                  <a:pt x="107" y="177"/>
                  <a:pt x="98" y="159"/>
                  <a:pt x="98" y="151"/>
                </a:cubicBezTo>
                <a:cubicBezTo>
                  <a:pt x="98" y="27"/>
                  <a:pt x="98" y="27"/>
                  <a:pt x="98" y="27"/>
                </a:cubicBezTo>
                <a:cubicBezTo>
                  <a:pt x="292" y="27"/>
                  <a:pt x="292" y="27"/>
                  <a:pt x="292" y="27"/>
                </a:cubicBezTo>
                <a:lnTo>
                  <a:pt x="292" y="151"/>
                </a:lnTo>
                <a:close/>
                <a:moveTo>
                  <a:pt x="266" y="53"/>
                </a:moveTo>
                <a:lnTo>
                  <a:pt x="266" y="53"/>
                </a:lnTo>
                <a:cubicBezTo>
                  <a:pt x="222" y="53"/>
                  <a:pt x="222" y="53"/>
                  <a:pt x="222" y="53"/>
                </a:cubicBezTo>
                <a:cubicBezTo>
                  <a:pt x="222" y="151"/>
                  <a:pt x="222" y="151"/>
                  <a:pt x="222" y="151"/>
                </a:cubicBezTo>
                <a:cubicBezTo>
                  <a:pt x="266" y="151"/>
                  <a:pt x="266" y="151"/>
                  <a:pt x="266" y="151"/>
                </a:cubicBezTo>
                <a:lnTo>
                  <a:pt x="266" y="5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69" name="Freeform 147"/>
          <p:cNvSpPr/>
          <p:nvPr/>
        </p:nvSpPr>
        <p:spPr>
          <a:xfrm>
            <a:off x="695160" y="3651120"/>
            <a:ext cx="214560" cy="179640"/>
          </a:xfrm>
          <a:custGeom>
            <a:avLst/>
            <a:gdLst/>
            <a:ahLst/>
            <a:rect l="l" t="t" r="r" b="b"/>
            <a:pathLst>
              <a:path w="498" h="418">
                <a:moveTo>
                  <a:pt x="249" y="0"/>
                </a:moveTo>
                <a:lnTo>
                  <a:pt x="249" y="0"/>
                </a:lnTo>
                <a:cubicBezTo>
                  <a:pt x="115" y="115"/>
                  <a:pt x="115" y="115"/>
                  <a:pt x="115" y="115"/>
                </a:cubicBezTo>
                <a:cubicBezTo>
                  <a:pt x="204" y="115"/>
                  <a:pt x="204" y="115"/>
                  <a:pt x="204" y="115"/>
                </a:cubicBezTo>
                <a:cubicBezTo>
                  <a:pt x="204" y="248"/>
                  <a:pt x="204" y="248"/>
                  <a:pt x="204" y="248"/>
                </a:cubicBezTo>
                <a:cubicBezTo>
                  <a:pt x="293" y="248"/>
                  <a:pt x="293" y="248"/>
                  <a:pt x="293" y="248"/>
                </a:cubicBezTo>
                <a:cubicBezTo>
                  <a:pt x="293" y="115"/>
                  <a:pt x="293" y="115"/>
                  <a:pt x="293" y="115"/>
                </a:cubicBezTo>
                <a:cubicBezTo>
                  <a:pt x="381" y="115"/>
                  <a:pt x="381" y="115"/>
                  <a:pt x="381" y="115"/>
                </a:cubicBezTo>
                <a:lnTo>
                  <a:pt x="249" y="0"/>
                </a:lnTo>
                <a:close/>
                <a:moveTo>
                  <a:pt x="478" y="283"/>
                </a:moveTo>
                <a:lnTo>
                  <a:pt x="478" y="283"/>
                </a:lnTo>
                <a:cubicBezTo>
                  <a:pt x="399" y="230"/>
                  <a:pt x="399" y="230"/>
                  <a:pt x="399" y="230"/>
                </a:cubicBezTo>
                <a:cubicBezTo>
                  <a:pt x="355" y="230"/>
                  <a:pt x="355" y="230"/>
                  <a:pt x="355" y="230"/>
                </a:cubicBezTo>
                <a:cubicBezTo>
                  <a:pt x="434" y="292"/>
                  <a:pt x="434" y="292"/>
                  <a:pt x="434" y="292"/>
                </a:cubicBezTo>
                <a:cubicBezTo>
                  <a:pt x="346" y="292"/>
                  <a:pt x="346" y="292"/>
                  <a:pt x="346" y="292"/>
                </a:cubicBezTo>
                <a:cubicBezTo>
                  <a:pt x="346" y="292"/>
                  <a:pt x="346" y="292"/>
                  <a:pt x="346" y="301"/>
                </a:cubicBezTo>
                <a:cubicBezTo>
                  <a:pt x="319" y="355"/>
                  <a:pt x="319" y="355"/>
                  <a:pt x="319" y="355"/>
                </a:cubicBezTo>
                <a:cubicBezTo>
                  <a:pt x="178" y="355"/>
                  <a:pt x="178" y="355"/>
                  <a:pt x="178" y="355"/>
                </a:cubicBezTo>
                <a:cubicBezTo>
                  <a:pt x="151" y="301"/>
                  <a:pt x="151" y="301"/>
                  <a:pt x="151" y="301"/>
                </a:cubicBezTo>
                <a:cubicBezTo>
                  <a:pt x="151" y="292"/>
                  <a:pt x="151" y="292"/>
                  <a:pt x="151" y="292"/>
                </a:cubicBezTo>
                <a:cubicBezTo>
                  <a:pt x="62" y="292"/>
                  <a:pt x="62" y="292"/>
                  <a:pt x="62" y="292"/>
                </a:cubicBezTo>
                <a:cubicBezTo>
                  <a:pt x="142" y="230"/>
                  <a:pt x="142" y="230"/>
                  <a:pt x="142" y="230"/>
                </a:cubicBezTo>
                <a:cubicBezTo>
                  <a:pt x="98" y="230"/>
                  <a:pt x="98" y="230"/>
                  <a:pt x="98" y="230"/>
                </a:cubicBezTo>
                <a:cubicBezTo>
                  <a:pt x="18" y="283"/>
                  <a:pt x="18" y="283"/>
                  <a:pt x="18" y="283"/>
                </a:cubicBezTo>
                <a:cubicBezTo>
                  <a:pt x="9" y="292"/>
                  <a:pt x="0" y="301"/>
                  <a:pt x="0" y="320"/>
                </a:cubicBezTo>
                <a:cubicBezTo>
                  <a:pt x="18" y="399"/>
                  <a:pt x="18" y="399"/>
                  <a:pt x="18" y="399"/>
                </a:cubicBezTo>
                <a:cubicBezTo>
                  <a:pt x="18" y="408"/>
                  <a:pt x="36" y="417"/>
                  <a:pt x="45" y="417"/>
                </a:cubicBezTo>
                <a:cubicBezTo>
                  <a:pt x="452" y="417"/>
                  <a:pt x="452" y="417"/>
                  <a:pt x="452" y="417"/>
                </a:cubicBezTo>
                <a:cubicBezTo>
                  <a:pt x="461" y="417"/>
                  <a:pt x="478" y="408"/>
                  <a:pt x="478" y="399"/>
                </a:cubicBezTo>
                <a:cubicBezTo>
                  <a:pt x="497" y="320"/>
                  <a:pt x="497" y="320"/>
                  <a:pt x="497" y="320"/>
                </a:cubicBezTo>
                <a:cubicBezTo>
                  <a:pt x="497" y="301"/>
                  <a:pt x="487" y="292"/>
                  <a:pt x="478" y="28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0" name="Freeform 148"/>
          <p:cNvSpPr/>
          <p:nvPr/>
        </p:nvSpPr>
        <p:spPr>
          <a:xfrm>
            <a:off x="1120680" y="3651120"/>
            <a:ext cx="214560" cy="179640"/>
          </a:xfrm>
          <a:custGeom>
            <a:avLst/>
            <a:gdLst/>
            <a:ahLst/>
            <a:rect l="l" t="t" r="r" b="b"/>
            <a:pathLst>
              <a:path w="497" h="418">
                <a:moveTo>
                  <a:pt x="479" y="283"/>
                </a:moveTo>
                <a:lnTo>
                  <a:pt x="479" y="283"/>
                </a:lnTo>
                <a:cubicBezTo>
                  <a:pt x="398" y="230"/>
                  <a:pt x="398" y="230"/>
                  <a:pt x="398" y="230"/>
                </a:cubicBezTo>
                <a:cubicBezTo>
                  <a:pt x="354" y="230"/>
                  <a:pt x="354" y="230"/>
                  <a:pt x="354" y="230"/>
                </a:cubicBezTo>
                <a:cubicBezTo>
                  <a:pt x="434" y="292"/>
                  <a:pt x="434" y="292"/>
                  <a:pt x="434" y="292"/>
                </a:cubicBezTo>
                <a:cubicBezTo>
                  <a:pt x="345" y="292"/>
                  <a:pt x="345" y="292"/>
                  <a:pt x="345" y="292"/>
                </a:cubicBezTo>
                <a:cubicBezTo>
                  <a:pt x="345" y="292"/>
                  <a:pt x="345" y="292"/>
                  <a:pt x="345" y="301"/>
                </a:cubicBezTo>
                <a:cubicBezTo>
                  <a:pt x="319" y="355"/>
                  <a:pt x="319" y="355"/>
                  <a:pt x="319" y="355"/>
                </a:cubicBezTo>
                <a:cubicBezTo>
                  <a:pt x="177" y="355"/>
                  <a:pt x="177" y="355"/>
                  <a:pt x="177" y="355"/>
                </a:cubicBezTo>
                <a:cubicBezTo>
                  <a:pt x="151" y="301"/>
                  <a:pt x="151" y="301"/>
                  <a:pt x="151" y="301"/>
                </a:cubicBezTo>
                <a:cubicBezTo>
                  <a:pt x="151" y="292"/>
                  <a:pt x="151" y="292"/>
                  <a:pt x="151" y="292"/>
                </a:cubicBezTo>
                <a:cubicBezTo>
                  <a:pt x="62" y="292"/>
                  <a:pt x="62" y="292"/>
                  <a:pt x="62" y="292"/>
                </a:cubicBezTo>
                <a:cubicBezTo>
                  <a:pt x="141" y="230"/>
                  <a:pt x="141" y="230"/>
                  <a:pt x="141" y="230"/>
                </a:cubicBezTo>
                <a:cubicBezTo>
                  <a:pt x="97" y="230"/>
                  <a:pt x="97" y="230"/>
                  <a:pt x="97" y="230"/>
                </a:cubicBezTo>
                <a:cubicBezTo>
                  <a:pt x="17" y="283"/>
                  <a:pt x="17" y="283"/>
                  <a:pt x="17" y="283"/>
                </a:cubicBezTo>
                <a:cubicBezTo>
                  <a:pt x="9" y="292"/>
                  <a:pt x="0" y="301"/>
                  <a:pt x="0" y="320"/>
                </a:cubicBezTo>
                <a:cubicBezTo>
                  <a:pt x="17" y="399"/>
                  <a:pt x="17" y="399"/>
                  <a:pt x="17" y="399"/>
                </a:cubicBezTo>
                <a:cubicBezTo>
                  <a:pt x="17" y="408"/>
                  <a:pt x="35" y="417"/>
                  <a:pt x="44" y="417"/>
                </a:cubicBezTo>
                <a:cubicBezTo>
                  <a:pt x="451" y="417"/>
                  <a:pt x="451" y="417"/>
                  <a:pt x="451" y="417"/>
                </a:cubicBezTo>
                <a:cubicBezTo>
                  <a:pt x="460" y="417"/>
                  <a:pt x="479" y="408"/>
                  <a:pt x="479" y="399"/>
                </a:cubicBezTo>
                <a:cubicBezTo>
                  <a:pt x="496" y="320"/>
                  <a:pt x="496" y="320"/>
                  <a:pt x="496" y="320"/>
                </a:cubicBezTo>
                <a:cubicBezTo>
                  <a:pt x="496" y="301"/>
                  <a:pt x="487" y="292"/>
                  <a:pt x="479" y="283"/>
                </a:cubicBezTo>
                <a:close/>
                <a:moveTo>
                  <a:pt x="381" y="124"/>
                </a:moveTo>
                <a:lnTo>
                  <a:pt x="381" y="124"/>
                </a:lnTo>
                <a:cubicBezTo>
                  <a:pt x="292" y="124"/>
                  <a:pt x="292" y="124"/>
                  <a:pt x="292" y="124"/>
                </a:cubicBezTo>
                <a:cubicBezTo>
                  <a:pt x="292" y="0"/>
                  <a:pt x="292" y="0"/>
                  <a:pt x="292" y="0"/>
                </a:cubicBezTo>
                <a:cubicBezTo>
                  <a:pt x="204" y="0"/>
                  <a:pt x="204" y="0"/>
                  <a:pt x="204" y="0"/>
                </a:cubicBezTo>
                <a:cubicBezTo>
                  <a:pt x="204" y="124"/>
                  <a:pt x="204" y="124"/>
                  <a:pt x="204" y="124"/>
                </a:cubicBezTo>
                <a:cubicBezTo>
                  <a:pt x="115" y="124"/>
                  <a:pt x="115" y="124"/>
                  <a:pt x="115" y="124"/>
                </a:cubicBezTo>
                <a:cubicBezTo>
                  <a:pt x="248" y="248"/>
                  <a:pt x="248" y="248"/>
                  <a:pt x="248" y="248"/>
                </a:cubicBezTo>
                <a:lnTo>
                  <a:pt x="381" y="12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1" name="Freeform 152"/>
          <p:cNvSpPr/>
          <p:nvPr/>
        </p:nvSpPr>
        <p:spPr>
          <a:xfrm>
            <a:off x="8353440" y="2414520"/>
            <a:ext cx="154080" cy="195480"/>
          </a:xfrm>
          <a:custGeom>
            <a:avLst/>
            <a:gdLst/>
            <a:ahLst/>
            <a:rect l="l" t="t" r="r" b="b"/>
            <a:pathLst>
              <a:path w="355" h="453">
                <a:moveTo>
                  <a:pt x="301" y="0"/>
                </a:moveTo>
                <a:lnTo>
                  <a:pt x="301" y="0"/>
                </a:lnTo>
                <a:cubicBezTo>
                  <a:pt x="53" y="0"/>
                  <a:pt x="53" y="0"/>
                  <a:pt x="53" y="0"/>
                </a:cubicBezTo>
                <a:cubicBezTo>
                  <a:pt x="27" y="0"/>
                  <a:pt x="0" y="26"/>
                  <a:pt x="0" y="53"/>
                </a:cubicBezTo>
                <a:cubicBezTo>
                  <a:pt x="0" y="399"/>
                  <a:pt x="0" y="399"/>
                  <a:pt x="0" y="399"/>
                </a:cubicBezTo>
                <a:cubicBezTo>
                  <a:pt x="0" y="425"/>
                  <a:pt x="27" y="452"/>
                  <a:pt x="53" y="452"/>
                </a:cubicBezTo>
                <a:cubicBezTo>
                  <a:pt x="301" y="452"/>
                  <a:pt x="301" y="452"/>
                  <a:pt x="301" y="452"/>
                </a:cubicBezTo>
                <a:cubicBezTo>
                  <a:pt x="328" y="452"/>
                  <a:pt x="354" y="425"/>
                  <a:pt x="354" y="399"/>
                </a:cubicBezTo>
                <a:cubicBezTo>
                  <a:pt x="354" y="53"/>
                  <a:pt x="354" y="53"/>
                  <a:pt x="354" y="53"/>
                </a:cubicBezTo>
                <a:cubicBezTo>
                  <a:pt x="354" y="26"/>
                  <a:pt x="328" y="0"/>
                  <a:pt x="301" y="0"/>
                </a:cubicBezTo>
                <a:close/>
                <a:moveTo>
                  <a:pt x="71" y="106"/>
                </a:moveTo>
                <a:lnTo>
                  <a:pt x="71" y="106"/>
                </a:lnTo>
                <a:cubicBezTo>
                  <a:pt x="284" y="106"/>
                  <a:pt x="284" y="106"/>
                  <a:pt x="284" y="106"/>
                </a:cubicBezTo>
                <a:cubicBezTo>
                  <a:pt x="284" y="151"/>
                  <a:pt x="284" y="151"/>
                  <a:pt x="284" y="151"/>
                </a:cubicBezTo>
                <a:cubicBezTo>
                  <a:pt x="71" y="151"/>
                  <a:pt x="71" y="151"/>
                  <a:pt x="71" y="151"/>
                </a:cubicBezTo>
                <a:lnTo>
                  <a:pt x="71" y="106"/>
                </a:lnTo>
                <a:close/>
                <a:moveTo>
                  <a:pt x="284" y="345"/>
                </a:moveTo>
                <a:lnTo>
                  <a:pt x="284" y="345"/>
                </a:lnTo>
                <a:cubicBezTo>
                  <a:pt x="71" y="345"/>
                  <a:pt x="71" y="345"/>
                  <a:pt x="71" y="345"/>
                </a:cubicBezTo>
                <a:cubicBezTo>
                  <a:pt x="71" y="301"/>
                  <a:pt x="71" y="301"/>
                  <a:pt x="71" y="301"/>
                </a:cubicBezTo>
                <a:cubicBezTo>
                  <a:pt x="284" y="301"/>
                  <a:pt x="284" y="301"/>
                  <a:pt x="284" y="301"/>
                </a:cubicBezTo>
                <a:lnTo>
                  <a:pt x="284" y="345"/>
                </a:lnTo>
                <a:close/>
                <a:moveTo>
                  <a:pt x="284" y="248"/>
                </a:moveTo>
                <a:lnTo>
                  <a:pt x="284" y="248"/>
                </a:lnTo>
                <a:cubicBezTo>
                  <a:pt x="71" y="248"/>
                  <a:pt x="71" y="248"/>
                  <a:pt x="71" y="248"/>
                </a:cubicBezTo>
                <a:cubicBezTo>
                  <a:pt x="71" y="204"/>
                  <a:pt x="71" y="204"/>
                  <a:pt x="71" y="204"/>
                </a:cubicBezTo>
                <a:cubicBezTo>
                  <a:pt x="284" y="204"/>
                  <a:pt x="284" y="204"/>
                  <a:pt x="284" y="204"/>
                </a:cubicBezTo>
                <a:lnTo>
                  <a:pt x="284" y="24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2" name="Freeform 153"/>
          <p:cNvSpPr/>
          <p:nvPr/>
        </p:nvSpPr>
        <p:spPr>
          <a:xfrm>
            <a:off x="1984320" y="3657600"/>
            <a:ext cx="190440" cy="162000"/>
          </a:xfrm>
          <a:custGeom>
            <a:avLst/>
            <a:gdLst/>
            <a:ahLst/>
            <a:rect l="l" t="t" r="r" b="b"/>
            <a:pathLst>
              <a:path w="444" h="374">
                <a:moveTo>
                  <a:pt x="434" y="213"/>
                </a:moveTo>
                <a:lnTo>
                  <a:pt x="434" y="213"/>
                </a:lnTo>
                <a:cubicBezTo>
                  <a:pt x="364" y="28"/>
                  <a:pt x="364" y="28"/>
                  <a:pt x="364" y="28"/>
                </a:cubicBezTo>
                <a:cubicBezTo>
                  <a:pt x="355" y="10"/>
                  <a:pt x="337" y="0"/>
                  <a:pt x="319" y="0"/>
                </a:cubicBezTo>
                <a:cubicBezTo>
                  <a:pt x="274" y="0"/>
                  <a:pt x="274" y="0"/>
                  <a:pt x="274" y="0"/>
                </a:cubicBezTo>
                <a:cubicBezTo>
                  <a:pt x="283" y="107"/>
                  <a:pt x="283" y="107"/>
                  <a:pt x="283" y="107"/>
                </a:cubicBezTo>
                <a:cubicBezTo>
                  <a:pt x="346" y="107"/>
                  <a:pt x="346" y="107"/>
                  <a:pt x="346" y="107"/>
                </a:cubicBezTo>
                <a:cubicBezTo>
                  <a:pt x="221" y="213"/>
                  <a:pt x="221" y="213"/>
                  <a:pt x="221" y="213"/>
                </a:cubicBezTo>
                <a:cubicBezTo>
                  <a:pt x="98" y="107"/>
                  <a:pt x="98" y="107"/>
                  <a:pt x="98" y="107"/>
                </a:cubicBezTo>
                <a:cubicBezTo>
                  <a:pt x="160" y="107"/>
                  <a:pt x="160" y="107"/>
                  <a:pt x="160" y="107"/>
                </a:cubicBezTo>
                <a:cubicBezTo>
                  <a:pt x="168" y="0"/>
                  <a:pt x="168" y="0"/>
                  <a:pt x="168" y="0"/>
                </a:cubicBezTo>
                <a:cubicBezTo>
                  <a:pt x="124" y="0"/>
                  <a:pt x="124" y="0"/>
                  <a:pt x="124" y="0"/>
                </a:cubicBezTo>
                <a:cubicBezTo>
                  <a:pt x="107" y="0"/>
                  <a:pt x="89" y="10"/>
                  <a:pt x="89" y="28"/>
                </a:cubicBezTo>
                <a:cubicBezTo>
                  <a:pt x="9" y="213"/>
                  <a:pt x="9" y="213"/>
                  <a:pt x="9" y="213"/>
                </a:cubicBezTo>
                <a:cubicBezTo>
                  <a:pt x="0" y="222"/>
                  <a:pt x="0" y="249"/>
                  <a:pt x="0" y="258"/>
                </a:cubicBezTo>
                <a:cubicBezTo>
                  <a:pt x="18" y="356"/>
                  <a:pt x="18" y="356"/>
                  <a:pt x="18" y="356"/>
                </a:cubicBezTo>
                <a:cubicBezTo>
                  <a:pt x="18" y="364"/>
                  <a:pt x="36" y="373"/>
                  <a:pt x="45" y="373"/>
                </a:cubicBezTo>
                <a:cubicBezTo>
                  <a:pt x="399" y="373"/>
                  <a:pt x="399" y="373"/>
                  <a:pt x="399" y="373"/>
                </a:cubicBezTo>
                <a:cubicBezTo>
                  <a:pt x="408" y="373"/>
                  <a:pt x="426" y="364"/>
                  <a:pt x="426" y="356"/>
                </a:cubicBezTo>
                <a:cubicBezTo>
                  <a:pt x="443" y="258"/>
                  <a:pt x="443" y="258"/>
                  <a:pt x="443" y="258"/>
                </a:cubicBezTo>
                <a:cubicBezTo>
                  <a:pt x="443" y="249"/>
                  <a:pt x="443" y="222"/>
                  <a:pt x="434" y="213"/>
                </a:cubicBezTo>
                <a:close/>
                <a:moveTo>
                  <a:pt x="408" y="275"/>
                </a:moveTo>
                <a:lnTo>
                  <a:pt x="408" y="275"/>
                </a:lnTo>
                <a:cubicBezTo>
                  <a:pt x="399" y="311"/>
                  <a:pt x="399" y="311"/>
                  <a:pt x="399" y="311"/>
                </a:cubicBezTo>
                <a:cubicBezTo>
                  <a:pt x="399" y="329"/>
                  <a:pt x="381" y="338"/>
                  <a:pt x="372" y="338"/>
                </a:cubicBezTo>
                <a:cubicBezTo>
                  <a:pt x="71" y="338"/>
                  <a:pt x="71" y="338"/>
                  <a:pt x="71" y="338"/>
                </a:cubicBezTo>
                <a:cubicBezTo>
                  <a:pt x="62" y="338"/>
                  <a:pt x="45" y="329"/>
                  <a:pt x="45" y="311"/>
                </a:cubicBezTo>
                <a:cubicBezTo>
                  <a:pt x="45" y="275"/>
                  <a:pt x="45" y="275"/>
                  <a:pt x="45" y="275"/>
                </a:cubicBezTo>
                <a:cubicBezTo>
                  <a:pt x="36" y="266"/>
                  <a:pt x="45" y="249"/>
                  <a:pt x="62" y="249"/>
                </a:cubicBezTo>
                <a:cubicBezTo>
                  <a:pt x="381" y="249"/>
                  <a:pt x="381" y="249"/>
                  <a:pt x="381" y="249"/>
                </a:cubicBezTo>
                <a:cubicBezTo>
                  <a:pt x="399" y="249"/>
                  <a:pt x="408" y="266"/>
                  <a:pt x="408" y="27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3" name="Freeform 165"/>
          <p:cNvSpPr/>
          <p:nvPr/>
        </p:nvSpPr>
        <p:spPr>
          <a:xfrm>
            <a:off x="2803680" y="3220920"/>
            <a:ext cx="212400" cy="144720"/>
          </a:xfrm>
          <a:custGeom>
            <a:avLst/>
            <a:gdLst/>
            <a:ahLst/>
            <a:rect l="l" t="t" r="r" b="b"/>
            <a:pathLst>
              <a:path w="497" h="337">
                <a:moveTo>
                  <a:pt x="345" y="53"/>
                </a:moveTo>
                <a:lnTo>
                  <a:pt x="97" y="53"/>
                </a:lnTo>
                <a:lnTo>
                  <a:pt x="97" y="0"/>
                </a:lnTo>
                <a:lnTo>
                  <a:pt x="0" y="88"/>
                </a:lnTo>
                <a:lnTo>
                  <a:pt x="97" y="169"/>
                </a:lnTo>
                <a:lnTo>
                  <a:pt x="97" y="124"/>
                </a:lnTo>
                <a:lnTo>
                  <a:pt x="345" y="124"/>
                </a:lnTo>
                <a:lnTo>
                  <a:pt x="345" y="53"/>
                </a:lnTo>
                <a:close/>
                <a:moveTo>
                  <a:pt x="496" y="257"/>
                </a:moveTo>
                <a:lnTo>
                  <a:pt x="398" y="177"/>
                </a:lnTo>
                <a:lnTo>
                  <a:pt x="398" y="222"/>
                </a:lnTo>
                <a:lnTo>
                  <a:pt x="150" y="222"/>
                </a:lnTo>
                <a:lnTo>
                  <a:pt x="150" y="292"/>
                </a:lnTo>
                <a:lnTo>
                  <a:pt x="398" y="292"/>
                </a:lnTo>
                <a:lnTo>
                  <a:pt x="398" y="336"/>
                </a:lnTo>
                <a:lnTo>
                  <a:pt x="496" y="25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4" name="Freeform 10"/>
          <p:cNvSpPr/>
          <p:nvPr/>
        </p:nvSpPr>
        <p:spPr>
          <a:xfrm>
            <a:off x="7545240" y="1935000"/>
            <a:ext cx="212760" cy="212760"/>
          </a:xfrm>
          <a:custGeom>
            <a:avLst/>
            <a:gdLst/>
            <a:ahLst/>
            <a:rect l="l" t="t" r="r" b="b"/>
            <a:pathLst>
              <a:path w="480" h="479">
                <a:moveTo>
                  <a:pt x="240" y="0"/>
                </a:moveTo>
                <a:lnTo>
                  <a:pt x="240" y="0"/>
                </a:lnTo>
                <a:cubicBezTo>
                  <a:pt x="107" y="0"/>
                  <a:pt x="0" y="106"/>
                  <a:pt x="0" y="239"/>
                </a:cubicBezTo>
                <a:cubicBezTo>
                  <a:pt x="0" y="372"/>
                  <a:pt x="107" y="478"/>
                  <a:pt x="240" y="478"/>
                </a:cubicBezTo>
                <a:cubicBezTo>
                  <a:pt x="372" y="478"/>
                  <a:pt x="479" y="372"/>
                  <a:pt x="479" y="239"/>
                </a:cubicBezTo>
                <a:cubicBezTo>
                  <a:pt x="479" y="106"/>
                  <a:pt x="372" y="0"/>
                  <a:pt x="240" y="0"/>
                </a:cubicBezTo>
                <a:close/>
                <a:moveTo>
                  <a:pt x="364" y="115"/>
                </a:moveTo>
                <a:lnTo>
                  <a:pt x="364" y="115"/>
                </a:lnTo>
                <a:close/>
                <a:moveTo>
                  <a:pt x="62" y="239"/>
                </a:moveTo>
                <a:lnTo>
                  <a:pt x="62" y="239"/>
                </a:lnTo>
                <a:cubicBezTo>
                  <a:pt x="62" y="141"/>
                  <a:pt x="142" y="62"/>
                  <a:pt x="240" y="62"/>
                </a:cubicBezTo>
                <a:cubicBezTo>
                  <a:pt x="284" y="62"/>
                  <a:pt x="319" y="79"/>
                  <a:pt x="355" y="97"/>
                </a:cubicBezTo>
                <a:cubicBezTo>
                  <a:pt x="98" y="354"/>
                  <a:pt x="98" y="354"/>
                  <a:pt x="98" y="354"/>
                </a:cubicBezTo>
                <a:cubicBezTo>
                  <a:pt x="71" y="328"/>
                  <a:pt x="62" y="283"/>
                  <a:pt x="62" y="239"/>
                </a:cubicBezTo>
                <a:close/>
                <a:moveTo>
                  <a:pt x="107" y="372"/>
                </a:moveTo>
                <a:lnTo>
                  <a:pt x="107" y="372"/>
                </a:lnTo>
                <a:close/>
                <a:moveTo>
                  <a:pt x="240" y="425"/>
                </a:moveTo>
                <a:lnTo>
                  <a:pt x="240" y="425"/>
                </a:lnTo>
                <a:cubicBezTo>
                  <a:pt x="195" y="425"/>
                  <a:pt x="160" y="407"/>
                  <a:pt x="124" y="381"/>
                </a:cubicBezTo>
                <a:cubicBezTo>
                  <a:pt x="381" y="124"/>
                  <a:pt x="381" y="124"/>
                  <a:pt x="381" y="124"/>
                </a:cubicBezTo>
                <a:cubicBezTo>
                  <a:pt x="408" y="159"/>
                  <a:pt x="417" y="194"/>
                  <a:pt x="417" y="239"/>
                </a:cubicBezTo>
                <a:cubicBezTo>
                  <a:pt x="417" y="345"/>
                  <a:pt x="337" y="425"/>
                  <a:pt x="240" y="42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5" name="Freeform 14"/>
          <p:cNvSpPr/>
          <p:nvPr/>
        </p:nvSpPr>
        <p:spPr>
          <a:xfrm>
            <a:off x="8315280" y="1039680"/>
            <a:ext cx="185760" cy="185760"/>
          </a:xfrm>
          <a:custGeom>
            <a:avLst/>
            <a:gdLst/>
            <a:ahLst/>
            <a:rect l="l" t="t" r="r" b="b"/>
            <a:pathLst>
              <a:path w="418" h="417">
                <a:moveTo>
                  <a:pt x="204" y="0"/>
                </a:moveTo>
                <a:lnTo>
                  <a:pt x="204" y="0"/>
                </a:lnTo>
                <a:cubicBezTo>
                  <a:pt x="88" y="0"/>
                  <a:pt x="0" y="88"/>
                  <a:pt x="0" y="204"/>
                </a:cubicBezTo>
                <a:cubicBezTo>
                  <a:pt x="0" y="319"/>
                  <a:pt x="88" y="416"/>
                  <a:pt x="204" y="416"/>
                </a:cubicBezTo>
                <a:cubicBezTo>
                  <a:pt x="319" y="416"/>
                  <a:pt x="417" y="319"/>
                  <a:pt x="417" y="204"/>
                </a:cubicBezTo>
                <a:cubicBezTo>
                  <a:pt x="417" y="88"/>
                  <a:pt x="319" y="0"/>
                  <a:pt x="204" y="0"/>
                </a:cubicBezTo>
                <a:close/>
                <a:moveTo>
                  <a:pt x="230" y="230"/>
                </a:moveTo>
                <a:lnTo>
                  <a:pt x="230" y="230"/>
                </a:lnTo>
                <a:cubicBezTo>
                  <a:pt x="230" y="328"/>
                  <a:pt x="230" y="328"/>
                  <a:pt x="230" y="328"/>
                </a:cubicBezTo>
                <a:cubicBezTo>
                  <a:pt x="177" y="328"/>
                  <a:pt x="177" y="328"/>
                  <a:pt x="177" y="328"/>
                </a:cubicBezTo>
                <a:cubicBezTo>
                  <a:pt x="177" y="230"/>
                  <a:pt x="177" y="230"/>
                  <a:pt x="177" y="230"/>
                </a:cubicBezTo>
                <a:cubicBezTo>
                  <a:pt x="79" y="230"/>
                  <a:pt x="79" y="230"/>
                  <a:pt x="79" y="230"/>
                </a:cubicBezTo>
                <a:cubicBezTo>
                  <a:pt x="79" y="177"/>
                  <a:pt x="79" y="177"/>
                  <a:pt x="79" y="177"/>
                </a:cubicBezTo>
                <a:cubicBezTo>
                  <a:pt x="177" y="177"/>
                  <a:pt x="177" y="177"/>
                  <a:pt x="177" y="177"/>
                </a:cubicBezTo>
                <a:cubicBezTo>
                  <a:pt x="177" y="79"/>
                  <a:pt x="177" y="79"/>
                  <a:pt x="177" y="79"/>
                </a:cubicBezTo>
                <a:cubicBezTo>
                  <a:pt x="230" y="79"/>
                  <a:pt x="230" y="79"/>
                  <a:pt x="230" y="79"/>
                </a:cubicBezTo>
                <a:cubicBezTo>
                  <a:pt x="230" y="177"/>
                  <a:pt x="230" y="177"/>
                  <a:pt x="230" y="177"/>
                </a:cubicBezTo>
                <a:cubicBezTo>
                  <a:pt x="327" y="177"/>
                  <a:pt x="327" y="177"/>
                  <a:pt x="327" y="177"/>
                </a:cubicBezTo>
                <a:cubicBezTo>
                  <a:pt x="327" y="230"/>
                  <a:pt x="327" y="230"/>
                  <a:pt x="327" y="230"/>
                </a:cubicBezTo>
                <a:lnTo>
                  <a:pt x="230" y="23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6" name="Freeform 43"/>
          <p:cNvSpPr/>
          <p:nvPr/>
        </p:nvSpPr>
        <p:spPr>
          <a:xfrm>
            <a:off x="7569360" y="1079640"/>
            <a:ext cx="164880" cy="169560"/>
          </a:xfrm>
          <a:custGeom>
            <a:avLst/>
            <a:gdLst/>
            <a:ahLst/>
            <a:rect l="l" t="t" r="r" b="b"/>
            <a:pathLst>
              <a:path w="373" h="382">
                <a:moveTo>
                  <a:pt x="0" y="0"/>
                </a:moveTo>
                <a:lnTo>
                  <a:pt x="0" y="0"/>
                </a:lnTo>
                <a:cubicBezTo>
                  <a:pt x="0" y="62"/>
                  <a:pt x="0" y="62"/>
                  <a:pt x="0" y="62"/>
                </a:cubicBezTo>
                <a:cubicBezTo>
                  <a:pt x="178" y="62"/>
                  <a:pt x="319" y="204"/>
                  <a:pt x="319" y="381"/>
                </a:cubicBezTo>
                <a:cubicBezTo>
                  <a:pt x="372" y="381"/>
                  <a:pt x="372" y="381"/>
                  <a:pt x="372" y="381"/>
                </a:cubicBezTo>
                <a:cubicBezTo>
                  <a:pt x="372" y="168"/>
                  <a:pt x="205" y="0"/>
                  <a:pt x="0" y="0"/>
                </a:cubicBezTo>
                <a:close/>
                <a:moveTo>
                  <a:pt x="0" y="115"/>
                </a:moveTo>
                <a:lnTo>
                  <a:pt x="0" y="115"/>
                </a:lnTo>
                <a:cubicBezTo>
                  <a:pt x="0" y="177"/>
                  <a:pt x="0" y="177"/>
                  <a:pt x="0" y="177"/>
                </a:cubicBezTo>
                <a:cubicBezTo>
                  <a:pt x="107" y="177"/>
                  <a:pt x="196" y="266"/>
                  <a:pt x="196" y="381"/>
                </a:cubicBezTo>
                <a:cubicBezTo>
                  <a:pt x="258" y="381"/>
                  <a:pt x="258" y="381"/>
                  <a:pt x="258" y="381"/>
                </a:cubicBezTo>
                <a:cubicBezTo>
                  <a:pt x="258" y="230"/>
                  <a:pt x="142" y="115"/>
                  <a:pt x="0" y="115"/>
                </a:cubicBezTo>
                <a:close/>
                <a:moveTo>
                  <a:pt x="54" y="266"/>
                </a:moveTo>
                <a:lnTo>
                  <a:pt x="54" y="266"/>
                </a:lnTo>
                <a:cubicBezTo>
                  <a:pt x="27" y="266"/>
                  <a:pt x="0" y="293"/>
                  <a:pt x="0" y="319"/>
                </a:cubicBezTo>
                <a:cubicBezTo>
                  <a:pt x="0" y="355"/>
                  <a:pt x="27" y="381"/>
                  <a:pt x="54" y="381"/>
                </a:cubicBezTo>
                <a:cubicBezTo>
                  <a:pt x="89" y="381"/>
                  <a:pt x="107" y="355"/>
                  <a:pt x="107" y="319"/>
                </a:cubicBezTo>
                <a:cubicBezTo>
                  <a:pt x="107" y="293"/>
                  <a:pt x="89" y="266"/>
                  <a:pt x="54" y="26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7" name="Freeform 95"/>
          <p:cNvSpPr/>
          <p:nvPr/>
        </p:nvSpPr>
        <p:spPr>
          <a:xfrm>
            <a:off x="7548480" y="2389320"/>
            <a:ext cx="206280" cy="182520"/>
          </a:xfrm>
          <a:custGeom>
            <a:avLst/>
            <a:gdLst/>
            <a:ahLst/>
            <a:rect l="l" t="t" r="r" b="b"/>
            <a:pathLst>
              <a:path w="462" h="409">
                <a:moveTo>
                  <a:pt x="257" y="0"/>
                </a:moveTo>
                <a:lnTo>
                  <a:pt x="257" y="0"/>
                </a:lnTo>
                <a:cubicBezTo>
                  <a:pt x="151" y="0"/>
                  <a:pt x="62" y="89"/>
                  <a:pt x="62" y="205"/>
                </a:cubicBezTo>
                <a:cubicBezTo>
                  <a:pt x="0" y="205"/>
                  <a:pt x="0" y="205"/>
                  <a:pt x="0" y="205"/>
                </a:cubicBezTo>
                <a:cubicBezTo>
                  <a:pt x="89" y="302"/>
                  <a:pt x="89" y="302"/>
                  <a:pt x="89" y="302"/>
                </a:cubicBezTo>
                <a:cubicBezTo>
                  <a:pt x="178" y="205"/>
                  <a:pt x="178" y="205"/>
                  <a:pt x="178" y="205"/>
                </a:cubicBezTo>
                <a:cubicBezTo>
                  <a:pt x="106" y="205"/>
                  <a:pt x="106" y="205"/>
                  <a:pt x="106" y="205"/>
                </a:cubicBezTo>
                <a:cubicBezTo>
                  <a:pt x="115" y="124"/>
                  <a:pt x="178" y="53"/>
                  <a:pt x="257" y="53"/>
                </a:cubicBezTo>
                <a:cubicBezTo>
                  <a:pt x="346" y="53"/>
                  <a:pt x="416" y="124"/>
                  <a:pt x="416" y="205"/>
                </a:cubicBezTo>
                <a:cubicBezTo>
                  <a:pt x="416" y="293"/>
                  <a:pt x="346" y="364"/>
                  <a:pt x="257" y="364"/>
                </a:cubicBezTo>
                <a:cubicBezTo>
                  <a:pt x="231" y="364"/>
                  <a:pt x="196" y="346"/>
                  <a:pt x="169" y="328"/>
                </a:cubicBezTo>
                <a:cubicBezTo>
                  <a:pt x="133" y="364"/>
                  <a:pt x="133" y="364"/>
                  <a:pt x="133" y="364"/>
                </a:cubicBezTo>
                <a:cubicBezTo>
                  <a:pt x="169" y="391"/>
                  <a:pt x="213" y="408"/>
                  <a:pt x="257" y="408"/>
                </a:cubicBezTo>
                <a:cubicBezTo>
                  <a:pt x="372" y="408"/>
                  <a:pt x="461" y="319"/>
                  <a:pt x="461" y="205"/>
                </a:cubicBezTo>
                <a:cubicBezTo>
                  <a:pt x="461" y="98"/>
                  <a:pt x="372" y="0"/>
                  <a:pt x="257" y="0"/>
                </a:cubicBezTo>
                <a:close/>
                <a:moveTo>
                  <a:pt x="240" y="98"/>
                </a:moveTo>
                <a:lnTo>
                  <a:pt x="240" y="98"/>
                </a:lnTo>
                <a:cubicBezTo>
                  <a:pt x="240" y="213"/>
                  <a:pt x="240" y="213"/>
                  <a:pt x="240" y="213"/>
                </a:cubicBezTo>
                <a:cubicBezTo>
                  <a:pt x="319" y="293"/>
                  <a:pt x="319" y="293"/>
                  <a:pt x="319" y="293"/>
                </a:cubicBezTo>
                <a:cubicBezTo>
                  <a:pt x="346" y="266"/>
                  <a:pt x="346" y="266"/>
                  <a:pt x="346" y="266"/>
                </a:cubicBezTo>
                <a:cubicBezTo>
                  <a:pt x="275" y="205"/>
                  <a:pt x="275" y="205"/>
                  <a:pt x="275" y="205"/>
                </a:cubicBezTo>
                <a:cubicBezTo>
                  <a:pt x="275" y="98"/>
                  <a:pt x="275" y="98"/>
                  <a:pt x="275" y="98"/>
                </a:cubicBezTo>
                <a:lnTo>
                  <a:pt x="240" y="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8" name="Freeform 125"/>
          <p:cNvSpPr/>
          <p:nvPr/>
        </p:nvSpPr>
        <p:spPr>
          <a:xfrm>
            <a:off x="7553160" y="1503360"/>
            <a:ext cx="196920" cy="201600"/>
          </a:xfrm>
          <a:custGeom>
            <a:avLst/>
            <a:gdLst/>
            <a:ahLst/>
            <a:rect l="l" t="t" r="r" b="b"/>
            <a:pathLst>
              <a:path w="445" h="453">
                <a:moveTo>
                  <a:pt x="399" y="0"/>
                </a:moveTo>
                <a:lnTo>
                  <a:pt x="399" y="0"/>
                </a:lnTo>
                <a:cubicBezTo>
                  <a:pt x="169" y="0"/>
                  <a:pt x="169" y="0"/>
                  <a:pt x="169" y="0"/>
                </a:cubicBezTo>
                <a:cubicBezTo>
                  <a:pt x="142" y="0"/>
                  <a:pt x="124" y="27"/>
                  <a:pt x="124" y="53"/>
                </a:cubicBezTo>
                <a:cubicBezTo>
                  <a:pt x="124" y="124"/>
                  <a:pt x="124" y="124"/>
                  <a:pt x="124" y="124"/>
                </a:cubicBezTo>
                <a:cubicBezTo>
                  <a:pt x="169" y="124"/>
                  <a:pt x="169" y="124"/>
                  <a:pt x="169" y="124"/>
                </a:cubicBezTo>
                <a:cubicBezTo>
                  <a:pt x="169" y="53"/>
                  <a:pt x="169" y="53"/>
                  <a:pt x="169" y="53"/>
                </a:cubicBezTo>
                <a:cubicBezTo>
                  <a:pt x="399" y="53"/>
                  <a:pt x="399" y="53"/>
                  <a:pt x="399" y="53"/>
                </a:cubicBezTo>
                <a:cubicBezTo>
                  <a:pt x="399" y="399"/>
                  <a:pt x="399" y="399"/>
                  <a:pt x="399" y="399"/>
                </a:cubicBezTo>
                <a:cubicBezTo>
                  <a:pt x="169" y="399"/>
                  <a:pt x="169" y="399"/>
                  <a:pt x="169" y="399"/>
                </a:cubicBezTo>
                <a:cubicBezTo>
                  <a:pt x="169" y="346"/>
                  <a:pt x="169" y="346"/>
                  <a:pt x="169" y="346"/>
                </a:cubicBezTo>
                <a:cubicBezTo>
                  <a:pt x="124" y="346"/>
                  <a:pt x="124" y="346"/>
                  <a:pt x="124" y="346"/>
                </a:cubicBezTo>
                <a:cubicBezTo>
                  <a:pt x="124" y="399"/>
                  <a:pt x="124" y="399"/>
                  <a:pt x="124" y="399"/>
                </a:cubicBezTo>
                <a:cubicBezTo>
                  <a:pt x="124" y="425"/>
                  <a:pt x="142" y="452"/>
                  <a:pt x="169" y="452"/>
                </a:cubicBezTo>
                <a:cubicBezTo>
                  <a:pt x="399" y="452"/>
                  <a:pt x="399" y="452"/>
                  <a:pt x="399" y="452"/>
                </a:cubicBezTo>
                <a:cubicBezTo>
                  <a:pt x="425" y="452"/>
                  <a:pt x="444" y="425"/>
                  <a:pt x="444" y="399"/>
                </a:cubicBezTo>
                <a:cubicBezTo>
                  <a:pt x="444" y="53"/>
                  <a:pt x="444" y="53"/>
                  <a:pt x="444" y="53"/>
                </a:cubicBezTo>
                <a:cubicBezTo>
                  <a:pt x="444" y="27"/>
                  <a:pt x="425" y="0"/>
                  <a:pt x="399" y="0"/>
                </a:cubicBezTo>
                <a:close/>
                <a:moveTo>
                  <a:pt x="222" y="337"/>
                </a:moveTo>
                <a:lnTo>
                  <a:pt x="222" y="337"/>
                </a:lnTo>
                <a:cubicBezTo>
                  <a:pt x="319" y="239"/>
                  <a:pt x="319" y="239"/>
                  <a:pt x="319" y="239"/>
                </a:cubicBezTo>
                <a:cubicBezTo>
                  <a:pt x="222" y="142"/>
                  <a:pt x="222" y="142"/>
                  <a:pt x="222" y="142"/>
                </a:cubicBezTo>
                <a:cubicBezTo>
                  <a:pt x="222" y="204"/>
                  <a:pt x="222" y="204"/>
                  <a:pt x="222" y="204"/>
                </a:cubicBezTo>
                <a:cubicBezTo>
                  <a:pt x="0" y="204"/>
                  <a:pt x="0" y="204"/>
                  <a:pt x="0" y="204"/>
                </a:cubicBezTo>
                <a:cubicBezTo>
                  <a:pt x="0" y="275"/>
                  <a:pt x="0" y="275"/>
                  <a:pt x="0" y="275"/>
                </a:cubicBezTo>
                <a:cubicBezTo>
                  <a:pt x="222" y="275"/>
                  <a:pt x="222" y="275"/>
                  <a:pt x="222" y="275"/>
                </a:cubicBezTo>
                <a:lnTo>
                  <a:pt x="222" y="33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9" name="Freeform 128"/>
          <p:cNvSpPr/>
          <p:nvPr/>
        </p:nvSpPr>
        <p:spPr>
          <a:xfrm>
            <a:off x="7105680" y="1060560"/>
            <a:ext cx="212760" cy="209520"/>
          </a:xfrm>
          <a:custGeom>
            <a:avLst/>
            <a:gdLst/>
            <a:ahLst/>
            <a:rect l="l" t="t" r="r" b="b"/>
            <a:pathLst>
              <a:path w="479" h="471">
                <a:moveTo>
                  <a:pt x="115" y="275"/>
                </a:moveTo>
                <a:lnTo>
                  <a:pt x="115" y="275"/>
                </a:lnTo>
                <a:cubicBezTo>
                  <a:pt x="203" y="364"/>
                  <a:pt x="203" y="364"/>
                  <a:pt x="203" y="364"/>
                </a:cubicBezTo>
                <a:cubicBezTo>
                  <a:pt x="363" y="196"/>
                  <a:pt x="363" y="196"/>
                  <a:pt x="363" y="196"/>
                </a:cubicBezTo>
                <a:cubicBezTo>
                  <a:pt x="274" y="107"/>
                  <a:pt x="274" y="107"/>
                  <a:pt x="274" y="107"/>
                </a:cubicBezTo>
                <a:lnTo>
                  <a:pt x="115" y="275"/>
                </a:lnTo>
                <a:close/>
                <a:moveTo>
                  <a:pt x="461" y="151"/>
                </a:moveTo>
                <a:lnTo>
                  <a:pt x="461" y="151"/>
                </a:lnTo>
                <a:cubicBezTo>
                  <a:pt x="425" y="116"/>
                  <a:pt x="425" y="116"/>
                  <a:pt x="425" y="116"/>
                </a:cubicBezTo>
                <a:cubicBezTo>
                  <a:pt x="416" y="116"/>
                  <a:pt x="408" y="116"/>
                  <a:pt x="399" y="116"/>
                </a:cubicBezTo>
                <a:cubicBezTo>
                  <a:pt x="372" y="116"/>
                  <a:pt x="355" y="98"/>
                  <a:pt x="355" y="72"/>
                </a:cubicBezTo>
                <a:cubicBezTo>
                  <a:pt x="355" y="63"/>
                  <a:pt x="355" y="54"/>
                  <a:pt x="363" y="45"/>
                </a:cubicBezTo>
                <a:cubicBezTo>
                  <a:pt x="319" y="9"/>
                  <a:pt x="319" y="9"/>
                  <a:pt x="319" y="9"/>
                </a:cubicBezTo>
                <a:cubicBezTo>
                  <a:pt x="310" y="0"/>
                  <a:pt x="293" y="0"/>
                  <a:pt x="284" y="9"/>
                </a:cubicBezTo>
                <a:cubicBezTo>
                  <a:pt x="9" y="284"/>
                  <a:pt x="9" y="284"/>
                  <a:pt x="9" y="284"/>
                </a:cubicBezTo>
                <a:cubicBezTo>
                  <a:pt x="0" y="293"/>
                  <a:pt x="0" y="311"/>
                  <a:pt x="9" y="319"/>
                </a:cubicBezTo>
                <a:cubicBezTo>
                  <a:pt x="53" y="355"/>
                  <a:pt x="53" y="355"/>
                  <a:pt x="53" y="355"/>
                </a:cubicBezTo>
                <a:cubicBezTo>
                  <a:pt x="53" y="347"/>
                  <a:pt x="62" y="347"/>
                  <a:pt x="71" y="347"/>
                </a:cubicBezTo>
                <a:cubicBezTo>
                  <a:pt x="106" y="347"/>
                  <a:pt x="124" y="373"/>
                  <a:pt x="124" y="400"/>
                </a:cubicBezTo>
                <a:cubicBezTo>
                  <a:pt x="124" y="409"/>
                  <a:pt x="124" y="417"/>
                  <a:pt x="115" y="426"/>
                </a:cubicBezTo>
                <a:cubicBezTo>
                  <a:pt x="159" y="462"/>
                  <a:pt x="159" y="462"/>
                  <a:pt x="159" y="462"/>
                </a:cubicBezTo>
                <a:cubicBezTo>
                  <a:pt x="168" y="470"/>
                  <a:pt x="186" y="470"/>
                  <a:pt x="195" y="462"/>
                </a:cubicBezTo>
                <a:cubicBezTo>
                  <a:pt x="461" y="187"/>
                  <a:pt x="461" y="187"/>
                  <a:pt x="461" y="187"/>
                </a:cubicBezTo>
                <a:cubicBezTo>
                  <a:pt x="478" y="178"/>
                  <a:pt x="478" y="160"/>
                  <a:pt x="461" y="151"/>
                </a:cubicBezTo>
                <a:close/>
                <a:moveTo>
                  <a:pt x="203" y="400"/>
                </a:moveTo>
                <a:lnTo>
                  <a:pt x="203" y="400"/>
                </a:lnTo>
                <a:cubicBezTo>
                  <a:pt x="71" y="275"/>
                  <a:pt x="71" y="275"/>
                  <a:pt x="71" y="275"/>
                </a:cubicBezTo>
                <a:cubicBezTo>
                  <a:pt x="274" y="72"/>
                  <a:pt x="274" y="72"/>
                  <a:pt x="274" y="72"/>
                </a:cubicBezTo>
                <a:cubicBezTo>
                  <a:pt x="399" y="196"/>
                  <a:pt x="399" y="196"/>
                  <a:pt x="399" y="196"/>
                </a:cubicBezTo>
                <a:lnTo>
                  <a:pt x="203" y="4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0" name="Freeform 130"/>
          <p:cNvSpPr/>
          <p:nvPr/>
        </p:nvSpPr>
        <p:spPr>
          <a:xfrm>
            <a:off x="7893000" y="1100160"/>
            <a:ext cx="198360" cy="131760"/>
          </a:xfrm>
          <a:custGeom>
            <a:avLst/>
            <a:gdLst/>
            <a:ahLst/>
            <a:rect l="l" t="t" r="r" b="b"/>
            <a:pathLst>
              <a:path w="445" h="302">
                <a:moveTo>
                  <a:pt x="416" y="0"/>
                </a:moveTo>
                <a:lnTo>
                  <a:pt x="416" y="0"/>
                </a:lnTo>
                <a:cubicBezTo>
                  <a:pt x="195" y="0"/>
                  <a:pt x="195" y="0"/>
                  <a:pt x="195" y="0"/>
                </a:cubicBezTo>
                <a:cubicBezTo>
                  <a:pt x="195" y="123"/>
                  <a:pt x="195" y="123"/>
                  <a:pt x="195" y="123"/>
                </a:cubicBezTo>
                <a:cubicBezTo>
                  <a:pt x="444" y="123"/>
                  <a:pt x="444" y="123"/>
                  <a:pt x="444" y="123"/>
                </a:cubicBezTo>
                <a:cubicBezTo>
                  <a:pt x="444" y="26"/>
                  <a:pt x="444" y="26"/>
                  <a:pt x="444" y="26"/>
                </a:cubicBezTo>
                <a:cubicBezTo>
                  <a:pt x="444" y="17"/>
                  <a:pt x="434" y="0"/>
                  <a:pt x="416" y="0"/>
                </a:cubicBezTo>
                <a:close/>
                <a:moveTo>
                  <a:pt x="0" y="274"/>
                </a:moveTo>
                <a:lnTo>
                  <a:pt x="0" y="274"/>
                </a:lnTo>
                <a:cubicBezTo>
                  <a:pt x="0" y="292"/>
                  <a:pt x="0" y="301"/>
                  <a:pt x="18" y="301"/>
                </a:cubicBezTo>
                <a:cubicBezTo>
                  <a:pt x="151" y="301"/>
                  <a:pt x="151" y="301"/>
                  <a:pt x="151" y="301"/>
                </a:cubicBezTo>
                <a:cubicBezTo>
                  <a:pt x="151" y="176"/>
                  <a:pt x="151" y="176"/>
                  <a:pt x="151" y="176"/>
                </a:cubicBezTo>
                <a:cubicBezTo>
                  <a:pt x="0" y="176"/>
                  <a:pt x="0" y="176"/>
                  <a:pt x="0" y="176"/>
                </a:cubicBezTo>
                <a:lnTo>
                  <a:pt x="0" y="274"/>
                </a:lnTo>
                <a:close/>
                <a:moveTo>
                  <a:pt x="195" y="301"/>
                </a:moveTo>
                <a:lnTo>
                  <a:pt x="195" y="301"/>
                </a:lnTo>
                <a:cubicBezTo>
                  <a:pt x="416" y="301"/>
                  <a:pt x="416" y="301"/>
                  <a:pt x="416" y="301"/>
                </a:cubicBezTo>
                <a:cubicBezTo>
                  <a:pt x="434" y="301"/>
                  <a:pt x="444" y="292"/>
                  <a:pt x="444" y="274"/>
                </a:cubicBezTo>
                <a:cubicBezTo>
                  <a:pt x="444" y="176"/>
                  <a:pt x="444" y="176"/>
                  <a:pt x="444" y="176"/>
                </a:cubicBezTo>
                <a:cubicBezTo>
                  <a:pt x="195" y="176"/>
                  <a:pt x="195" y="176"/>
                  <a:pt x="195" y="176"/>
                </a:cubicBezTo>
                <a:lnTo>
                  <a:pt x="195" y="301"/>
                </a:lnTo>
                <a:close/>
                <a:moveTo>
                  <a:pt x="0" y="26"/>
                </a:moveTo>
                <a:lnTo>
                  <a:pt x="0" y="26"/>
                </a:lnTo>
                <a:cubicBezTo>
                  <a:pt x="0" y="123"/>
                  <a:pt x="0" y="123"/>
                  <a:pt x="0" y="123"/>
                </a:cubicBezTo>
                <a:cubicBezTo>
                  <a:pt x="151" y="123"/>
                  <a:pt x="151" y="123"/>
                  <a:pt x="151" y="123"/>
                </a:cubicBezTo>
                <a:cubicBezTo>
                  <a:pt x="151" y="0"/>
                  <a:pt x="151" y="0"/>
                  <a:pt x="151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0" y="0"/>
                  <a:pt x="0" y="17"/>
                  <a:pt x="0" y="2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1" name="Freeform 138"/>
          <p:cNvSpPr/>
          <p:nvPr/>
        </p:nvSpPr>
        <p:spPr>
          <a:xfrm>
            <a:off x="7105680" y="2844720"/>
            <a:ext cx="212760" cy="152640"/>
          </a:xfrm>
          <a:custGeom>
            <a:avLst/>
            <a:gdLst/>
            <a:ahLst/>
            <a:rect l="l" t="t" r="r" b="b"/>
            <a:pathLst>
              <a:path w="479" h="346">
                <a:moveTo>
                  <a:pt x="478" y="44"/>
                </a:moveTo>
                <a:lnTo>
                  <a:pt x="478" y="44"/>
                </a:lnTo>
                <a:cubicBezTo>
                  <a:pt x="478" y="17"/>
                  <a:pt x="478" y="17"/>
                  <a:pt x="478" y="17"/>
                </a:cubicBezTo>
                <a:cubicBezTo>
                  <a:pt x="478" y="9"/>
                  <a:pt x="469" y="0"/>
                  <a:pt x="461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9" y="0"/>
                  <a:pt x="0" y="9"/>
                  <a:pt x="0" y="17"/>
                </a:cubicBezTo>
                <a:cubicBezTo>
                  <a:pt x="0" y="44"/>
                  <a:pt x="0" y="44"/>
                  <a:pt x="0" y="44"/>
                </a:cubicBezTo>
                <a:cubicBezTo>
                  <a:pt x="44" y="44"/>
                  <a:pt x="44" y="44"/>
                  <a:pt x="44" y="44"/>
                </a:cubicBezTo>
                <a:cubicBezTo>
                  <a:pt x="44" y="97"/>
                  <a:pt x="44" y="97"/>
                  <a:pt x="44" y="97"/>
                </a:cubicBezTo>
                <a:cubicBezTo>
                  <a:pt x="0" y="97"/>
                  <a:pt x="0" y="97"/>
                  <a:pt x="0" y="97"/>
                </a:cubicBezTo>
                <a:cubicBezTo>
                  <a:pt x="0" y="150"/>
                  <a:pt x="0" y="150"/>
                  <a:pt x="0" y="150"/>
                </a:cubicBezTo>
                <a:cubicBezTo>
                  <a:pt x="44" y="150"/>
                  <a:pt x="44" y="150"/>
                  <a:pt x="44" y="150"/>
                </a:cubicBezTo>
                <a:cubicBezTo>
                  <a:pt x="44" y="194"/>
                  <a:pt x="44" y="194"/>
                  <a:pt x="44" y="194"/>
                </a:cubicBezTo>
                <a:cubicBezTo>
                  <a:pt x="0" y="194"/>
                  <a:pt x="0" y="194"/>
                  <a:pt x="0" y="194"/>
                </a:cubicBezTo>
                <a:cubicBezTo>
                  <a:pt x="0" y="247"/>
                  <a:pt x="0" y="247"/>
                  <a:pt x="0" y="247"/>
                </a:cubicBezTo>
                <a:cubicBezTo>
                  <a:pt x="44" y="247"/>
                  <a:pt x="44" y="247"/>
                  <a:pt x="44" y="247"/>
                </a:cubicBezTo>
                <a:cubicBezTo>
                  <a:pt x="44" y="292"/>
                  <a:pt x="44" y="292"/>
                  <a:pt x="44" y="292"/>
                </a:cubicBezTo>
                <a:cubicBezTo>
                  <a:pt x="0" y="292"/>
                  <a:pt x="0" y="292"/>
                  <a:pt x="0" y="292"/>
                </a:cubicBezTo>
                <a:cubicBezTo>
                  <a:pt x="0" y="328"/>
                  <a:pt x="0" y="328"/>
                  <a:pt x="0" y="328"/>
                </a:cubicBezTo>
                <a:cubicBezTo>
                  <a:pt x="0" y="337"/>
                  <a:pt x="9" y="345"/>
                  <a:pt x="18" y="345"/>
                </a:cubicBezTo>
                <a:cubicBezTo>
                  <a:pt x="461" y="345"/>
                  <a:pt x="461" y="345"/>
                  <a:pt x="461" y="345"/>
                </a:cubicBezTo>
                <a:cubicBezTo>
                  <a:pt x="469" y="345"/>
                  <a:pt x="478" y="337"/>
                  <a:pt x="478" y="328"/>
                </a:cubicBezTo>
                <a:cubicBezTo>
                  <a:pt x="478" y="292"/>
                  <a:pt x="478" y="292"/>
                  <a:pt x="478" y="292"/>
                </a:cubicBezTo>
                <a:cubicBezTo>
                  <a:pt x="434" y="292"/>
                  <a:pt x="434" y="292"/>
                  <a:pt x="434" y="292"/>
                </a:cubicBezTo>
                <a:cubicBezTo>
                  <a:pt x="434" y="247"/>
                  <a:pt x="434" y="247"/>
                  <a:pt x="434" y="247"/>
                </a:cubicBezTo>
                <a:cubicBezTo>
                  <a:pt x="478" y="247"/>
                  <a:pt x="478" y="247"/>
                  <a:pt x="478" y="247"/>
                </a:cubicBezTo>
                <a:cubicBezTo>
                  <a:pt x="478" y="194"/>
                  <a:pt x="478" y="194"/>
                  <a:pt x="478" y="194"/>
                </a:cubicBezTo>
                <a:cubicBezTo>
                  <a:pt x="434" y="194"/>
                  <a:pt x="434" y="194"/>
                  <a:pt x="434" y="194"/>
                </a:cubicBezTo>
                <a:cubicBezTo>
                  <a:pt x="434" y="150"/>
                  <a:pt x="434" y="150"/>
                  <a:pt x="434" y="150"/>
                </a:cubicBezTo>
                <a:cubicBezTo>
                  <a:pt x="478" y="150"/>
                  <a:pt x="478" y="150"/>
                  <a:pt x="478" y="150"/>
                </a:cubicBezTo>
                <a:cubicBezTo>
                  <a:pt x="478" y="97"/>
                  <a:pt x="478" y="97"/>
                  <a:pt x="478" y="97"/>
                </a:cubicBezTo>
                <a:cubicBezTo>
                  <a:pt x="434" y="97"/>
                  <a:pt x="434" y="97"/>
                  <a:pt x="434" y="97"/>
                </a:cubicBezTo>
                <a:cubicBezTo>
                  <a:pt x="434" y="44"/>
                  <a:pt x="434" y="44"/>
                  <a:pt x="434" y="44"/>
                </a:cubicBezTo>
                <a:lnTo>
                  <a:pt x="478" y="44"/>
                </a:lnTo>
                <a:close/>
                <a:moveTo>
                  <a:pt x="186" y="247"/>
                </a:moveTo>
                <a:lnTo>
                  <a:pt x="186" y="247"/>
                </a:lnTo>
                <a:cubicBezTo>
                  <a:pt x="186" y="97"/>
                  <a:pt x="186" y="97"/>
                  <a:pt x="186" y="97"/>
                </a:cubicBezTo>
                <a:cubicBezTo>
                  <a:pt x="310" y="168"/>
                  <a:pt x="310" y="168"/>
                  <a:pt x="310" y="168"/>
                </a:cubicBezTo>
                <a:lnTo>
                  <a:pt x="186" y="24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2" name="Freeform 140"/>
          <p:cNvSpPr/>
          <p:nvPr/>
        </p:nvSpPr>
        <p:spPr>
          <a:xfrm>
            <a:off x="7572240" y="2820960"/>
            <a:ext cx="158760" cy="201600"/>
          </a:xfrm>
          <a:custGeom>
            <a:avLst/>
            <a:gdLst/>
            <a:ahLst/>
            <a:rect l="l" t="t" r="r" b="b"/>
            <a:pathLst>
              <a:path w="356" h="453">
                <a:moveTo>
                  <a:pt x="302" y="0"/>
                </a:moveTo>
                <a:lnTo>
                  <a:pt x="302" y="0"/>
                </a:lnTo>
                <a:cubicBezTo>
                  <a:pt x="53" y="0"/>
                  <a:pt x="53" y="0"/>
                  <a:pt x="53" y="0"/>
                </a:cubicBezTo>
                <a:cubicBezTo>
                  <a:pt x="27" y="0"/>
                  <a:pt x="0" y="27"/>
                  <a:pt x="0" y="54"/>
                </a:cubicBezTo>
                <a:cubicBezTo>
                  <a:pt x="0" y="399"/>
                  <a:pt x="0" y="399"/>
                  <a:pt x="0" y="399"/>
                </a:cubicBezTo>
                <a:cubicBezTo>
                  <a:pt x="0" y="426"/>
                  <a:pt x="27" y="452"/>
                  <a:pt x="53" y="452"/>
                </a:cubicBezTo>
                <a:cubicBezTo>
                  <a:pt x="302" y="452"/>
                  <a:pt x="302" y="452"/>
                  <a:pt x="302" y="452"/>
                </a:cubicBezTo>
                <a:cubicBezTo>
                  <a:pt x="328" y="452"/>
                  <a:pt x="355" y="426"/>
                  <a:pt x="355" y="399"/>
                </a:cubicBezTo>
                <a:cubicBezTo>
                  <a:pt x="355" y="54"/>
                  <a:pt x="355" y="54"/>
                  <a:pt x="355" y="54"/>
                </a:cubicBezTo>
                <a:cubicBezTo>
                  <a:pt x="355" y="27"/>
                  <a:pt x="328" y="0"/>
                  <a:pt x="302" y="0"/>
                </a:cubicBezTo>
                <a:close/>
                <a:moveTo>
                  <a:pt x="249" y="239"/>
                </a:moveTo>
                <a:lnTo>
                  <a:pt x="249" y="239"/>
                </a:lnTo>
                <a:cubicBezTo>
                  <a:pt x="240" y="248"/>
                  <a:pt x="240" y="239"/>
                  <a:pt x="240" y="239"/>
                </a:cubicBezTo>
                <a:cubicBezTo>
                  <a:pt x="240" y="222"/>
                  <a:pt x="240" y="186"/>
                  <a:pt x="204" y="178"/>
                </a:cubicBezTo>
                <a:cubicBezTo>
                  <a:pt x="204" y="301"/>
                  <a:pt x="204" y="301"/>
                  <a:pt x="204" y="301"/>
                </a:cubicBezTo>
                <a:cubicBezTo>
                  <a:pt x="204" y="329"/>
                  <a:pt x="196" y="346"/>
                  <a:pt x="160" y="354"/>
                </a:cubicBezTo>
                <a:cubicBezTo>
                  <a:pt x="133" y="364"/>
                  <a:pt x="98" y="354"/>
                  <a:pt x="89" y="338"/>
                </a:cubicBezTo>
                <a:cubicBezTo>
                  <a:pt x="89" y="310"/>
                  <a:pt x="107" y="284"/>
                  <a:pt x="133" y="275"/>
                </a:cubicBezTo>
                <a:cubicBezTo>
                  <a:pt x="143" y="275"/>
                  <a:pt x="160" y="275"/>
                  <a:pt x="178" y="275"/>
                </a:cubicBezTo>
                <a:cubicBezTo>
                  <a:pt x="178" y="98"/>
                  <a:pt x="178" y="98"/>
                  <a:pt x="178" y="98"/>
                </a:cubicBezTo>
                <a:cubicBezTo>
                  <a:pt x="204" y="98"/>
                  <a:pt x="204" y="98"/>
                  <a:pt x="204" y="98"/>
                </a:cubicBezTo>
                <a:cubicBezTo>
                  <a:pt x="204" y="125"/>
                  <a:pt x="293" y="169"/>
                  <a:pt x="249" y="23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3" name="Freeform 150"/>
          <p:cNvSpPr/>
          <p:nvPr/>
        </p:nvSpPr>
        <p:spPr>
          <a:xfrm>
            <a:off x="7113600" y="1503360"/>
            <a:ext cx="196920" cy="201600"/>
          </a:xfrm>
          <a:custGeom>
            <a:avLst/>
            <a:gdLst/>
            <a:ahLst/>
            <a:rect l="l" t="t" r="r" b="b"/>
            <a:pathLst>
              <a:path w="444" h="453">
                <a:moveTo>
                  <a:pt x="247" y="399"/>
                </a:moveTo>
                <a:lnTo>
                  <a:pt x="247" y="399"/>
                </a:lnTo>
                <a:cubicBezTo>
                  <a:pt x="44" y="399"/>
                  <a:pt x="44" y="399"/>
                  <a:pt x="44" y="399"/>
                </a:cubicBezTo>
                <a:cubicBezTo>
                  <a:pt x="44" y="53"/>
                  <a:pt x="44" y="53"/>
                  <a:pt x="44" y="53"/>
                </a:cubicBezTo>
                <a:cubicBezTo>
                  <a:pt x="247" y="53"/>
                  <a:pt x="247" y="53"/>
                  <a:pt x="247" y="53"/>
                </a:cubicBezTo>
                <a:cubicBezTo>
                  <a:pt x="247" y="124"/>
                  <a:pt x="247" y="124"/>
                  <a:pt x="247" y="124"/>
                </a:cubicBezTo>
                <a:cubicBezTo>
                  <a:pt x="292" y="124"/>
                  <a:pt x="292" y="124"/>
                  <a:pt x="292" y="124"/>
                </a:cubicBezTo>
                <a:cubicBezTo>
                  <a:pt x="292" y="53"/>
                  <a:pt x="292" y="53"/>
                  <a:pt x="292" y="53"/>
                </a:cubicBezTo>
                <a:cubicBezTo>
                  <a:pt x="292" y="27"/>
                  <a:pt x="275" y="0"/>
                  <a:pt x="247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18" y="0"/>
                  <a:pt x="0" y="27"/>
                  <a:pt x="0" y="53"/>
                </a:cubicBezTo>
                <a:cubicBezTo>
                  <a:pt x="0" y="399"/>
                  <a:pt x="0" y="399"/>
                  <a:pt x="0" y="399"/>
                </a:cubicBezTo>
                <a:cubicBezTo>
                  <a:pt x="0" y="425"/>
                  <a:pt x="18" y="452"/>
                  <a:pt x="44" y="452"/>
                </a:cubicBezTo>
                <a:cubicBezTo>
                  <a:pt x="247" y="452"/>
                  <a:pt x="247" y="452"/>
                  <a:pt x="247" y="452"/>
                </a:cubicBezTo>
                <a:cubicBezTo>
                  <a:pt x="275" y="452"/>
                  <a:pt x="292" y="425"/>
                  <a:pt x="292" y="399"/>
                </a:cubicBezTo>
                <a:cubicBezTo>
                  <a:pt x="292" y="346"/>
                  <a:pt x="292" y="346"/>
                  <a:pt x="292" y="346"/>
                </a:cubicBezTo>
                <a:cubicBezTo>
                  <a:pt x="247" y="346"/>
                  <a:pt x="247" y="346"/>
                  <a:pt x="247" y="346"/>
                </a:cubicBezTo>
                <a:lnTo>
                  <a:pt x="247" y="399"/>
                </a:lnTo>
                <a:close/>
                <a:moveTo>
                  <a:pt x="443" y="239"/>
                </a:moveTo>
                <a:lnTo>
                  <a:pt x="443" y="239"/>
                </a:lnTo>
                <a:cubicBezTo>
                  <a:pt x="345" y="142"/>
                  <a:pt x="345" y="142"/>
                  <a:pt x="345" y="142"/>
                </a:cubicBezTo>
                <a:cubicBezTo>
                  <a:pt x="345" y="204"/>
                  <a:pt x="345" y="204"/>
                  <a:pt x="345" y="204"/>
                </a:cubicBezTo>
                <a:cubicBezTo>
                  <a:pt x="124" y="204"/>
                  <a:pt x="124" y="204"/>
                  <a:pt x="124" y="204"/>
                </a:cubicBezTo>
                <a:cubicBezTo>
                  <a:pt x="124" y="275"/>
                  <a:pt x="124" y="275"/>
                  <a:pt x="124" y="275"/>
                </a:cubicBezTo>
                <a:cubicBezTo>
                  <a:pt x="345" y="275"/>
                  <a:pt x="345" y="275"/>
                  <a:pt x="345" y="275"/>
                </a:cubicBezTo>
                <a:cubicBezTo>
                  <a:pt x="345" y="337"/>
                  <a:pt x="345" y="337"/>
                  <a:pt x="345" y="337"/>
                </a:cubicBezTo>
                <a:lnTo>
                  <a:pt x="443" y="23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4" name="Freeform 157"/>
          <p:cNvSpPr/>
          <p:nvPr/>
        </p:nvSpPr>
        <p:spPr>
          <a:xfrm>
            <a:off x="7113600" y="2417760"/>
            <a:ext cx="196920" cy="128520"/>
          </a:xfrm>
          <a:custGeom>
            <a:avLst/>
            <a:gdLst/>
            <a:ahLst/>
            <a:rect l="l" t="t" r="r" b="b"/>
            <a:pathLst>
              <a:path w="444" h="293">
                <a:moveTo>
                  <a:pt x="398" y="53"/>
                </a:moveTo>
                <a:lnTo>
                  <a:pt x="398" y="53"/>
                </a:lnTo>
                <a:cubicBezTo>
                  <a:pt x="301" y="53"/>
                  <a:pt x="301" y="53"/>
                  <a:pt x="301" y="53"/>
                </a:cubicBezTo>
                <a:cubicBezTo>
                  <a:pt x="301" y="124"/>
                  <a:pt x="301" y="124"/>
                  <a:pt x="301" y="124"/>
                </a:cubicBezTo>
                <a:cubicBezTo>
                  <a:pt x="372" y="124"/>
                  <a:pt x="372" y="124"/>
                  <a:pt x="372" y="124"/>
                </a:cubicBezTo>
                <a:cubicBezTo>
                  <a:pt x="372" y="221"/>
                  <a:pt x="372" y="221"/>
                  <a:pt x="372" y="221"/>
                </a:cubicBezTo>
                <a:cubicBezTo>
                  <a:pt x="71" y="221"/>
                  <a:pt x="71" y="221"/>
                  <a:pt x="71" y="221"/>
                </a:cubicBezTo>
                <a:cubicBezTo>
                  <a:pt x="71" y="124"/>
                  <a:pt x="71" y="124"/>
                  <a:pt x="71" y="124"/>
                </a:cubicBezTo>
                <a:cubicBezTo>
                  <a:pt x="168" y="124"/>
                  <a:pt x="168" y="124"/>
                  <a:pt x="168" y="124"/>
                </a:cubicBezTo>
                <a:cubicBezTo>
                  <a:pt x="168" y="177"/>
                  <a:pt x="168" y="177"/>
                  <a:pt x="168" y="177"/>
                </a:cubicBezTo>
                <a:cubicBezTo>
                  <a:pt x="275" y="89"/>
                  <a:pt x="275" y="89"/>
                  <a:pt x="275" y="89"/>
                </a:cubicBezTo>
                <a:cubicBezTo>
                  <a:pt x="168" y="0"/>
                  <a:pt x="168" y="0"/>
                  <a:pt x="168" y="0"/>
                </a:cubicBezTo>
                <a:cubicBezTo>
                  <a:pt x="168" y="53"/>
                  <a:pt x="168" y="53"/>
                  <a:pt x="168" y="53"/>
                </a:cubicBezTo>
                <a:cubicBezTo>
                  <a:pt x="44" y="53"/>
                  <a:pt x="44" y="53"/>
                  <a:pt x="44" y="53"/>
                </a:cubicBezTo>
                <a:cubicBezTo>
                  <a:pt x="18" y="53"/>
                  <a:pt x="0" y="71"/>
                  <a:pt x="0" y="97"/>
                </a:cubicBezTo>
                <a:cubicBezTo>
                  <a:pt x="0" y="248"/>
                  <a:pt x="0" y="248"/>
                  <a:pt x="0" y="248"/>
                </a:cubicBezTo>
                <a:cubicBezTo>
                  <a:pt x="0" y="274"/>
                  <a:pt x="18" y="292"/>
                  <a:pt x="44" y="292"/>
                </a:cubicBezTo>
                <a:cubicBezTo>
                  <a:pt x="398" y="292"/>
                  <a:pt x="398" y="292"/>
                  <a:pt x="398" y="292"/>
                </a:cubicBezTo>
                <a:cubicBezTo>
                  <a:pt x="425" y="292"/>
                  <a:pt x="443" y="274"/>
                  <a:pt x="443" y="248"/>
                </a:cubicBezTo>
                <a:cubicBezTo>
                  <a:pt x="443" y="97"/>
                  <a:pt x="443" y="97"/>
                  <a:pt x="443" y="97"/>
                </a:cubicBezTo>
                <a:cubicBezTo>
                  <a:pt x="443" y="71"/>
                  <a:pt x="425" y="53"/>
                  <a:pt x="398" y="5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5" name="Freeform 162"/>
          <p:cNvSpPr/>
          <p:nvPr/>
        </p:nvSpPr>
        <p:spPr>
          <a:xfrm>
            <a:off x="8345520" y="1519200"/>
            <a:ext cx="173160" cy="176400"/>
          </a:xfrm>
          <a:custGeom>
            <a:avLst/>
            <a:gdLst/>
            <a:ahLst/>
            <a:rect l="l" t="t" r="r" b="b"/>
            <a:pathLst>
              <a:path w="391" h="399">
                <a:moveTo>
                  <a:pt x="346" y="0"/>
                </a:moveTo>
                <a:lnTo>
                  <a:pt x="346" y="0"/>
                </a:lnTo>
                <a:cubicBezTo>
                  <a:pt x="44" y="0"/>
                  <a:pt x="44" y="0"/>
                  <a:pt x="44" y="0"/>
                </a:cubicBezTo>
                <a:cubicBezTo>
                  <a:pt x="18" y="0"/>
                  <a:pt x="0" y="17"/>
                  <a:pt x="0" y="53"/>
                </a:cubicBezTo>
                <a:cubicBezTo>
                  <a:pt x="0" y="345"/>
                  <a:pt x="0" y="345"/>
                  <a:pt x="0" y="345"/>
                </a:cubicBezTo>
                <a:cubicBezTo>
                  <a:pt x="0" y="372"/>
                  <a:pt x="18" y="398"/>
                  <a:pt x="44" y="398"/>
                </a:cubicBezTo>
                <a:cubicBezTo>
                  <a:pt x="346" y="398"/>
                  <a:pt x="346" y="398"/>
                  <a:pt x="346" y="398"/>
                </a:cubicBezTo>
                <a:cubicBezTo>
                  <a:pt x="373" y="398"/>
                  <a:pt x="390" y="372"/>
                  <a:pt x="390" y="345"/>
                </a:cubicBezTo>
                <a:cubicBezTo>
                  <a:pt x="390" y="53"/>
                  <a:pt x="390" y="53"/>
                  <a:pt x="390" y="53"/>
                </a:cubicBezTo>
                <a:cubicBezTo>
                  <a:pt x="390" y="17"/>
                  <a:pt x="373" y="0"/>
                  <a:pt x="346" y="0"/>
                </a:cubicBezTo>
                <a:close/>
                <a:moveTo>
                  <a:pt x="319" y="221"/>
                </a:moveTo>
                <a:lnTo>
                  <a:pt x="319" y="221"/>
                </a:lnTo>
                <a:cubicBezTo>
                  <a:pt x="222" y="221"/>
                  <a:pt x="222" y="221"/>
                  <a:pt x="222" y="221"/>
                </a:cubicBezTo>
                <a:cubicBezTo>
                  <a:pt x="222" y="319"/>
                  <a:pt x="222" y="319"/>
                  <a:pt x="222" y="319"/>
                </a:cubicBezTo>
                <a:cubicBezTo>
                  <a:pt x="169" y="319"/>
                  <a:pt x="169" y="319"/>
                  <a:pt x="169" y="319"/>
                </a:cubicBezTo>
                <a:cubicBezTo>
                  <a:pt x="169" y="221"/>
                  <a:pt x="169" y="221"/>
                  <a:pt x="169" y="221"/>
                </a:cubicBezTo>
                <a:cubicBezTo>
                  <a:pt x="71" y="221"/>
                  <a:pt x="71" y="221"/>
                  <a:pt x="71" y="221"/>
                </a:cubicBezTo>
                <a:cubicBezTo>
                  <a:pt x="71" y="177"/>
                  <a:pt x="71" y="177"/>
                  <a:pt x="71" y="177"/>
                </a:cubicBezTo>
                <a:cubicBezTo>
                  <a:pt x="169" y="177"/>
                  <a:pt x="169" y="177"/>
                  <a:pt x="169" y="177"/>
                </a:cubicBezTo>
                <a:cubicBezTo>
                  <a:pt x="169" y="70"/>
                  <a:pt x="169" y="70"/>
                  <a:pt x="169" y="70"/>
                </a:cubicBezTo>
                <a:cubicBezTo>
                  <a:pt x="222" y="70"/>
                  <a:pt x="222" y="70"/>
                  <a:pt x="222" y="70"/>
                </a:cubicBezTo>
                <a:cubicBezTo>
                  <a:pt x="222" y="177"/>
                  <a:pt x="222" y="177"/>
                  <a:pt x="222" y="177"/>
                </a:cubicBezTo>
                <a:cubicBezTo>
                  <a:pt x="319" y="177"/>
                  <a:pt x="319" y="177"/>
                  <a:pt x="319" y="177"/>
                </a:cubicBezTo>
                <a:lnTo>
                  <a:pt x="319" y="22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6" name="Freeform 163"/>
          <p:cNvSpPr/>
          <p:nvPr/>
        </p:nvSpPr>
        <p:spPr>
          <a:xfrm>
            <a:off x="7905600" y="1519200"/>
            <a:ext cx="171720" cy="176400"/>
          </a:xfrm>
          <a:custGeom>
            <a:avLst/>
            <a:gdLst/>
            <a:ahLst/>
            <a:rect l="l" t="t" r="r" b="b"/>
            <a:pathLst>
              <a:path w="390" h="399">
                <a:moveTo>
                  <a:pt x="345" y="0"/>
                </a:moveTo>
                <a:lnTo>
                  <a:pt x="345" y="0"/>
                </a:lnTo>
                <a:cubicBezTo>
                  <a:pt x="44" y="0"/>
                  <a:pt x="44" y="0"/>
                  <a:pt x="44" y="0"/>
                </a:cubicBezTo>
                <a:cubicBezTo>
                  <a:pt x="17" y="0"/>
                  <a:pt x="0" y="17"/>
                  <a:pt x="0" y="53"/>
                </a:cubicBezTo>
                <a:cubicBezTo>
                  <a:pt x="0" y="345"/>
                  <a:pt x="0" y="345"/>
                  <a:pt x="0" y="345"/>
                </a:cubicBezTo>
                <a:cubicBezTo>
                  <a:pt x="0" y="372"/>
                  <a:pt x="17" y="398"/>
                  <a:pt x="44" y="398"/>
                </a:cubicBezTo>
                <a:cubicBezTo>
                  <a:pt x="345" y="398"/>
                  <a:pt x="345" y="398"/>
                  <a:pt x="345" y="398"/>
                </a:cubicBezTo>
                <a:cubicBezTo>
                  <a:pt x="372" y="398"/>
                  <a:pt x="389" y="372"/>
                  <a:pt x="389" y="345"/>
                </a:cubicBezTo>
                <a:cubicBezTo>
                  <a:pt x="389" y="53"/>
                  <a:pt x="389" y="53"/>
                  <a:pt x="389" y="53"/>
                </a:cubicBezTo>
                <a:cubicBezTo>
                  <a:pt x="389" y="17"/>
                  <a:pt x="372" y="0"/>
                  <a:pt x="345" y="0"/>
                </a:cubicBezTo>
                <a:close/>
                <a:moveTo>
                  <a:pt x="319" y="221"/>
                </a:moveTo>
                <a:lnTo>
                  <a:pt x="319" y="221"/>
                </a:lnTo>
                <a:cubicBezTo>
                  <a:pt x="70" y="221"/>
                  <a:pt x="70" y="221"/>
                  <a:pt x="70" y="221"/>
                </a:cubicBezTo>
                <a:cubicBezTo>
                  <a:pt x="70" y="177"/>
                  <a:pt x="70" y="177"/>
                  <a:pt x="70" y="177"/>
                </a:cubicBezTo>
                <a:cubicBezTo>
                  <a:pt x="319" y="177"/>
                  <a:pt x="319" y="177"/>
                  <a:pt x="319" y="177"/>
                </a:cubicBezTo>
                <a:lnTo>
                  <a:pt x="319" y="22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7" name="Freeform 164"/>
          <p:cNvSpPr/>
          <p:nvPr/>
        </p:nvSpPr>
        <p:spPr>
          <a:xfrm>
            <a:off x="7137360" y="1971720"/>
            <a:ext cx="173160" cy="176040"/>
          </a:xfrm>
          <a:custGeom>
            <a:avLst/>
            <a:gdLst/>
            <a:ahLst/>
            <a:rect l="l" t="t" r="r" b="b"/>
            <a:pathLst>
              <a:path w="391" h="399">
                <a:moveTo>
                  <a:pt x="345" y="0"/>
                </a:moveTo>
                <a:lnTo>
                  <a:pt x="345" y="0"/>
                </a:lnTo>
                <a:cubicBezTo>
                  <a:pt x="44" y="0"/>
                  <a:pt x="44" y="0"/>
                  <a:pt x="44" y="0"/>
                </a:cubicBezTo>
                <a:cubicBezTo>
                  <a:pt x="18" y="0"/>
                  <a:pt x="0" y="17"/>
                  <a:pt x="0" y="53"/>
                </a:cubicBezTo>
                <a:cubicBezTo>
                  <a:pt x="0" y="345"/>
                  <a:pt x="0" y="345"/>
                  <a:pt x="0" y="345"/>
                </a:cubicBezTo>
                <a:cubicBezTo>
                  <a:pt x="0" y="372"/>
                  <a:pt x="18" y="398"/>
                  <a:pt x="44" y="398"/>
                </a:cubicBezTo>
                <a:cubicBezTo>
                  <a:pt x="345" y="398"/>
                  <a:pt x="345" y="398"/>
                  <a:pt x="345" y="398"/>
                </a:cubicBezTo>
                <a:cubicBezTo>
                  <a:pt x="372" y="398"/>
                  <a:pt x="390" y="372"/>
                  <a:pt x="390" y="345"/>
                </a:cubicBezTo>
                <a:cubicBezTo>
                  <a:pt x="390" y="53"/>
                  <a:pt x="390" y="53"/>
                  <a:pt x="390" y="53"/>
                </a:cubicBezTo>
                <a:cubicBezTo>
                  <a:pt x="390" y="17"/>
                  <a:pt x="372" y="0"/>
                  <a:pt x="345" y="0"/>
                </a:cubicBezTo>
                <a:close/>
                <a:moveTo>
                  <a:pt x="275" y="319"/>
                </a:moveTo>
                <a:lnTo>
                  <a:pt x="275" y="319"/>
                </a:lnTo>
                <a:cubicBezTo>
                  <a:pt x="194" y="239"/>
                  <a:pt x="194" y="239"/>
                  <a:pt x="194" y="239"/>
                </a:cubicBezTo>
                <a:cubicBezTo>
                  <a:pt x="115" y="319"/>
                  <a:pt x="115" y="319"/>
                  <a:pt x="115" y="319"/>
                </a:cubicBezTo>
                <a:cubicBezTo>
                  <a:pt x="80" y="275"/>
                  <a:pt x="80" y="275"/>
                  <a:pt x="80" y="275"/>
                </a:cubicBezTo>
                <a:cubicBezTo>
                  <a:pt x="150" y="195"/>
                  <a:pt x="150" y="195"/>
                  <a:pt x="150" y="195"/>
                </a:cubicBezTo>
                <a:cubicBezTo>
                  <a:pt x="80" y="124"/>
                  <a:pt x="80" y="124"/>
                  <a:pt x="80" y="124"/>
                </a:cubicBezTo>
                <a:cubicBezTo>
                  <a:pt x="115" y="79"/>
                  <a:pt x="115" y="79"/>
                  <a:pt x="115" y="79"/>
                </a:cubicBezTo>
                <a:cubicBezTo>
                  <a:pt x="194" y="150"/>
                  <a:pt x="194" y="150"/>
                  <a:pt x="194" y="150"/>
                </a:cubicBezTo>
                <a:cubicBezTo>
                  <a:pt x="275" y="79"/>
                  <a:pt x="275" y="79"/>
                  <a:pt x="275" y="79"/>
                </a:cubicBezTo>
                <a:cubicBezTo>
                  <a:pt x="310" y="124"/>
                  <a:pt x="310" y="124"/>
                  <a:pt x="310" y="124"/>
                </a:cubicBezTo>
                <a:cubicBezTo>
                  <a:pt x="239" y="195"/>
                  <a:pt x="239" y="195"/>
                  <a:pt x="239" y="195"/>
                </a:cubicBezTo>
                <a:cubicBezTo>
                  <a:pt x="310" y="275"/>
                  <a:pt x="310" y="275"/>
                  <a:pt x="310" y="275"/>
                </a:cubicBezTo>
                <a:lnTo>
                  <a:pt x="275" y="31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Freeform 7"/>
          <p:cNvSpPr/>
          <p:nvPr/>
        </p:nvSpPr>
        <p:spPr>
          <a:xfrm>
            <a:off x="7684920" y="2716200"/>
            <a:ext cx="250920" cy="246240"/>
          </a:xfrm>
          <a:custGeom>
            <a:avLst/>
            <a:gdLst/>
            <a:ahLst/>
            <a:rect l="l" t="t" r="r" b="b"/>
            <a:pathLst>
              <a:path w="461" h="453">
                <a:moveTo>
                  <a:pt x="275" y="0"/>
                </a:moveTo>
                <a:lnTo>
                  <a:pt x="275" y="0"/>
                </a:lnTo>
                <a:cubicBezTo>
                  <a:pt x="185" y="0"/>
                  <a:pt x="106" y="71"/>
                  <a:pt x="97" y="159"/>
                </a:cubicBezTo>
                <a:cubicBezTo>
                  <a:pt x="44" y="187"/>
                  <a:pt x="0" y="240"/>
                  <a:pt x="0" y="302"/>
                </a:cubicBezTo>
                <a:cubicBezTo>
                  <a:pt x="0" y="390"/>
                  <a:pt x="71" y="452"/>
                  <a:pt x="150" y="452"/>
                </a:cubicBezTo>
                <a:cubicBezTo>
                  <a:pt x="212" y="452"/>
                  <a:pt x="275" y="417"/>
                  <a:pt x="292" y="355"/>
                </a:cubicBezTo>
                <a:cubicBezTo>
                  <a:pt x="390" y="346"/>
                  <a:pt x="460" y="275"/>
                  <a:pt x="460" y="177"/>
                </a:cubicBezTo>
                <a:cubicBezTo>
                  <a:pt x="460" y="80"/>
                  <a:pt x="381" y="0"/>
                  <a:pt x="275" y="0"/>
                </a:cubicBezTo>
                <a:close/>
                <a:moveTo>
                  <a:pt x="150" y="408"/>
                </a:moveTo>
                <a:lnTo>
                  <a:pt x="150" y="408"/>
                </a:lnTo>
                <a:cubicBezTo>
                  <a:pt x="97" y="408"/>
                  <a:pt x="53" y="355"/>
                  <a:pt x="53" y="302"/>
                </a:cubicBezTo>
                <a:cubicBezTo>
                  <a:pt x="53" y="266"/>
                  <a:pt x="71" y="231"/>
                  <a:pt x="106" y="212"/>
                </a:cubicBezTo>
                <a:cubicBezTo>
                  <a:pt x="115" y="284"/>
                  <a:pt x="168" y="337"/>
                  <a:pt x="239" y="355"/>
                </a:cubicBezTo>
                <a:cubicBezTo>
                  <a:pt x="221" y="381"/>
                  <a:pt x="185" y="408"/>
                  <a:pt x="150" y="408"/>
                </a:cubicBezTo>
                <a:close/>
                <a:moveTo>
                  <a:pt x="150" y="204"/>
                </a:moveTo>
                <a:lnTo>
                  <a:pt x="150" y="204"/>
                </a:lnTo>
                <a:cubicBezTo>
                  <a:pt x="212" y="204"/>
                  <a:pt x="248" y="248"/>
                  <a:pt x="256" y="302"/>
                </a:cubicBezTo>
                <a:cubicBezTo>
                  <a:pt x="203" y="293"/>
                  <a:pt x="168" y="248"/>
                  <a:pt x="150" y="204"/>
                </a:cubicBezTo>
                <a:close/>
                <a:moveTo>
                  <a:pt x="301" y="302"/>
                </a:moveTo>
                <a:lnTo>
                  <a:pt x="301" y="302"/>
                </a:lnTo>
                <a:cubicBezTo>
                  <a:pt x="301" y="222"/>
                  <a:pt x="239" y="151"/>
                  <a:pt x="150" y="151"/>
                </a:cubicBezTo>
                <a:cubicBezTo>
                  <a:pt x="168" y="98"/>
                  <a:pt x="221" y="53"/>
                  <a:pt x="275" y="53"/>
                </a:cubicBezTo>
                <a:cubicBezTo>
                  <a:pt x="345" y="53"/>
                  <a:pt x="407" y="106"/>
                  <a:pt x="407" y="177"/>
                </a:cubicBezTo>
                <a:cubicBezTo>
                  <a:pt x="407" y="240"/>
                  <a:pt x="363" y="293"/>
                  <a:pt x="301" y="302"/>
                </a:cubicBezTo>
                <a:close/>
                <a:moveTo>
                  <a:pt x="53" y="106"/>
                </a:moveTo>
                <a:lnTo>
                  <a:pt x="53" y="106"/>
                </a:lnTo>
                <a:cubicBezTo>
                  <a:pt x="79" y="106"/>
                  <a:pt x="106" y="80"/>
                  <a:pt x="106" y="53"/>
                </a:cubicBezTo>
                <a:cubicBezTo>
                  <a:pt x="106" y="27"/>
                  <a:pt x="79" y="0"/>
                  <a:pt x="53" y="0"/>
                </a:cubicBezTo>
                <a:cubicBezTo>
                  <a:pt x="26" y="0"/>
                  <a:pt x="0" y="27"/>
                  <a:pt x="0" y="53"/>
                </a:cubicBezTo>
                <a:cubicBezTo>
                  <a:pt x="0" y="80"/>
                  <a:pt x="26" y="106"/>
                  <a:pt x="53" y="106"/>
                </a:cubicBezTo>
                <a:close/>
                <a:moveTo>
                  <a:pt x="53" y="27"/>
                </a:moveTo>
                <a:lnTo>
                  <a:pt x="53" y="27"/>
                </a:lnTo>
                <a:cubicBezTo>
                  <a:pt x="71" y="27"/>
                  <a:pt x="79" y="36"/>
                  <a:pt x="79" y="53"/>
                </a:cubicBezTo>
                <a:cubicBezTo>
                  <a:pt x="79" y="71"/>
                  <a:pt x="71" y="80"/>
                  <a:pt x="53" y="80"/>
                </a:cubicBezTo>
                <a:cubicBezTo>
                  <a:pt x="35" y="80"/>
                  <a:pt x="26" y="71"/>
                  <a:pt x="26" y="53"/>
                </a:cubicBezTo>
                <a:cubicBezTo>
                  <a:pt x="26" y="36"/>
                  <a:pt x="35" y="27"/>
                  <a:pt x="53" y="2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9" name="Freeform 45"/>
          <p:cNvSpPr/>
          <p:nvPr/>
        </p:nvSpPr>
        <p:spPr>
          <a:xfrm>
            <a:off x="2846520" y="1630440"/>
            <a:ext cx="255600" cy="252360"/>
          </a:xfrm>
          <a:custGeom>
            <a:avLst/>
            <a:gdLst/>
            <a:ahLst/>
            <a:rect l="l" t="t" r="r" b="b"/>
            <a:pathLst>
              <a:path w="470" h="463">
                <a:moveTo>
                  <a:pt x="443" y="143"/>
                </a:moveTo>
                <a:lnTo>
                  <a:pt x="443" y="143"/>
                </a:lnTo>
                <a:cubicBezTo>
                  <a:pt x="416" y="284"/>
                  <a:pt x="275" y="408"/>
                  <a:pt x="239" y="435"/>
                </a:cubicBezTo>
                <a:cubicBezTo>
                  <a:pt x="194" y="462"/>
                  <a:pt x="159" y="417"/>
                  <a:pt x="141" y="391"/>
                </a:cubicBezTo>
                <a:cubicBezTo>
                  <a:pt x="124" y="355"/>
                  <a:pt x="79" y="178"/>
                  <a:pt x="62" y="160"/>
                </a:cubicBezTo>
                <a:cubicBezTo>
                  <a:pt x="53" y="151"/>
                  <a:pt x="18" y="178"/>
                  <a:pt x="18" y="178"/>
                </a:cubicBezTo>
                <a:cubicBezTo>
                  <a:pt x="0" y="151"/>
                  <a:pt x="0" y="151"/>
                  <a:pt x="0" y="151"/>
                </a:cubicBezTo>
                <a:cubicBezTo>
                  <a:pt x="0" y="151"/>
                  <a:pt x="71" y="63"/>
                  <a:pt x="132" y="45"/>
                </a:cubicBezTo>
                <a:cubicBezTo>
                  <a:pt x="194" y="36"/>
                  <a:pt x="194" y="143"/>
                  <a:pt x="203" y="204"/>
                </a:cubicBezTo>
                <a:cubicBezTo>
                  <a:pt x="222" y="266"/>
                  <a:pt x="230" y="293"/>
                  <a:pt x="247" y="293"/>
                </a:cubicBezTo>
                <a:cubicBezTo>
                  <a:pt x="256" y="293"/>
                  <a:pt x="283" y="266"/>
                  <a:pt x="310" y="213"/>
                </a:cubicBezTo>
                <a:cubicBezTo>
                  <a:pt x="328" y="160"/>
                  <a:pt x="301" y="125"/>
                  <a:pt x="256" y="151"/>
                </a:cubicBezTo>
                <a:cubicBezTo>
                  <a:pt x="275" y="27"/>
                  <a:pt x="469" y="0"/>
                  <a:pt x="443" y="14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0" name="Freeform 46"/>
          <p:cNvSpPr/>
          <p:nvPr/>
        </p:nvSpPr>
        <p:spPr>
          <a:xfrm>
            <a:off x="1771560" y="1709640"/>
            <a:ext cx="241560" cy="109800"/>
          </a:xfrm>
          <a:custGeom>
            <a:avLst/>
            <a:gdLst/>
            <a:ahLst/>
            <a:rect l="l" t="t" r="r" b="b"/>
            <a:pathLst>
              <a:path w="444" h="205">
                <a:moveTo>
                  <a:pt x="98" y="204"/>
                </a:moveTo>
                <a:lnTo>
                  <a:pt x="98" y="204"/>
                </a:lnTo>
                <a:cubicBezTo>
                  <a:pt x="45" y="204"/>
                  <a:pt x="0" y="159"/>
                  <a:pt x="0" y="97"/>
                </a:cubicBezTo>
                <a:cubicBezTo>
                  <a:pt x="0" y="44"/>
                  <a:pt x="45" y="0"/>
                  <a:pt x="98" y="0"/>
                </a:cubicBezTo>
                <a:cubicBezTo>
                  <a:pt x="151" y="0"/>
                  <a:pt x="195" y="44"/>
                  <a:pt x="195" y="97"/>
                </a:cubicBezTo>
                <a:cubicBezTo>
                  <a:pt x="195" y="159"/>
                  <a:pt x="151" y="204"/>
                  <a:pt x="98" y="204"/>
                </a:cubicBezTo>
                <a:close/>
                <a:moveTo>
                  <a:pt x="345" y="204"/>
                </a:moveTo>
                <a:lnTo>
                  <a:pt x="345" y="204"/>
                </a:lnTo>
                <a:cubicBezTo>
                  <a:pt x="292" y="204"/>
                  <a:pt x="248" y="159"/>
                  <a:pt x="248" y="97"/>
                </a:cubicBezTo>
                <a:cubicBezTo>
                  <a:pt x="248" y="44"/>
                  <a:pt x="292" y="0"/>
                  <a:pt x="345" y="0"/>
                </a:cubicBezTo>
                <a:cubicBezTo>
                  <a:pt x="399" y="0"/>
                  <a:pt x="443" y="44"/>
                  <a:pt x="443" y="97"/>
                </a:cubicBezTo>
                <a:cubicBezTo>
                  <a:pt x="443" y="159"/>
                  <a:pt x="399" y="204"/>
                  <a:pt x="345" y="20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1" name="Freeform 47"/>
          <p:cNvSpPr/>
          <p:nvPr/>
        </p:nvSpPr>
        <p:spPr>
          <a:xfrm>
            <a:off x="1771560" y="2182680"/>
            <a:ext cx="52560" cy="236520"/>
          </a:xfrm>
          <a:custGeom>
            <a:avLst/>
            <a:gdLst/>
            <a:ahLst/>
            <a:rect l="l" t="t" r="r" b="b"/>
            <a:pathLst>
              <a:path w="99" h="435">
                <a:moveTo>
                  <a:pt x="98" y="44"/>
                </a:moveTo>
                <a:lnTo>
                  <a:pt x="98" y="44"/>
                </a:lnTo>
                <a:cubicBezTo>
                  <a:pt x="98" y="71"/>
                  <a:pt x="80" y="88"/>
                  <a:pt x="45" y="88"/>
                </a:cubicBezTo>
                <a:cubicBezTo>
                  <a:pt x="17" y="88"/>
                  <a:pt x="0" y="71"/>
                  <a:pt x="0" y="44"/>
                </a:cubicBezTo>
                <a:cubicBezTo>
                  <a:pt x="0" y="18"/>
                  <a:pt x="17" y="0"/>
                  <a:pt x="45" y="0"/>
                </a:cubicBezTo>
                <a:cubicBezTo>
                  <a:pt x="80" y="0"/>
                  <a:pt x="98" y="18"/>
                  <a:pt x="98" y="44"/>
                </a:cubicBezTo>
                <a:close/>
                <a:moveTo>
                  <a:pt x="0" y="434"/>
                </a:moveTo>
                <a:lnTo>
                  <a:pt x="0" y="434"/>
                </a:lnTo>
                <a:cubicBezTo>
                  <a:pt x="0" y="132"/>
                  <a:pt x="0" y="132"/>
                  <a:pt x="0" y="132"/>
                </a:cubicBezTo>
                <a:cubicBezTo>
                  <a:pt x="98" y="132"/>
                  <a:pt x="98" y="132"/>
                  <a:pt x="98" y="132"/>
                </a:cubicBezTo>
                <a:cubicBezTo>
                  <a:pt x="98" y="434"/>
                  <a:pt x="98" y="434"/>
                  <a:pt x="98" y="434"/>
                </a:cubicBezTo>
                <a:lnTo>
                  <a:pt x="0" y="43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2" name="Freeform 48"/>
          <p:cNvSpPr/>
          <p:nvPr/>
        </p:nvSpPr>
        <p:spPr>
          <a:xfrm>
            <a:off x="1852560" y="2252520"/>
            <a:ext cx="157320" cy="169920"/>
          </a:xfrm>
          <a:custGeom>
            <a:avLst/>
            <a:gdLst/>
            <a:ahLst/>
            <a:rect l="l" t="t" r="r" b="b"/>
            <a:pathLst>
              <a:path w="293" h="311">
                <a:moveTo>
                  <a:pt x="0" y="106"/>
                </a:moveTo>
                <a:lnTo>
                  <a:pt x="0" y="106"/>
                </a:lnTo>
                <a:cubicBezTo>
                  <a:pt x="0" y="62"/>
                  <a:pt x="0" y="35"/>
                  <a:pt x="0" y="8"/>
                </a:cubicBezTo>
                <a:cubicBezTo>
                  <a:pt x="79" y="8"/>
                  <a:pt x="79" y="8"/>
                  <a:pt x="79" y="8"/>
                </a:cubicBezTo>
                <a:cubicBezTo>
                  <a:pt x="88" y="44"/>
                  <a:pt x="88" y="44"/>
                  <a:pt x="88" y="44"/>
                </a:cubicBezTo>
                <a:lnTo>
                  <a:pt x="88" y="44"/>
                </a:lnTo>
                <a:cubicBezTo>
                  <a:pt x="97" y="26"/>
                  <a:pt x="132" y="0"/>
                  <a:pt x="186" y="0"/>
                </a:cubicBezTo>
                <a:cubicBezTo>
                  <a:pt x="248" y="0"/>
                  <a:pt x="292" y="44"/>
                  <a:pt x="292" y="132"/>
                </a:cubicBezTo>
                <a:cubicBezTo>
                  <a:pt x="292" y="310"/>
                  <a:pt x="292" y="310"/>
                  <a:pt x="292" y="310"/>
                </a:cubicBezTo>
                <a:cubicBezTo>
                  <a:pt x="194" y="310"/>
                  <a:pt x="194" y="310"/>
                  <a:pt x="194" y="310"/>
                </a:cubicBezTo>
                <a:cubicBezTo>
                  <a:pt x="194" y="141"/>
                  <a:pt x="194" y="141"/>
                  <a:pt x="194" y="141"/>
                </a:cubicBezTo>
                <a:cubicBezTo>
                  <a:pt x="194" y="106"/>
                  <a:pt x="186" y="79"/>
                  <a:pt x="150" y="79"/>
                </a:cubicBezTo>
                <a:cubicBezTo>
                  <a:pt x="123" y="79"/>
                  <a:pt x="106" y="97"/>
                  <a:pt x="97" y="115"/>
                </a:cubicBezTo>
                <a:cubicBezTo>
                  <a:pt x="97" y="115"/>
                  <a:pt x="97" y="124"/>
                  <a:pt x="97" y="132"/>
                </a:cubicBezTo>
                <a:cubicBezTo>
                  <a:pt x="97" y="310"/>
                  <a:pt x="97" y="310"/>
                  <a:pt x="97" y="310"/>
                </a:cubicBezTo>
                <a:cubicBezTo>
                  <a:pt x="0" y="310"/>
                  <a:pt x="0" y="310"/>
                  <a:pt x="0" y="310"/>
                </a:cubicBezTo>
                <a:lnTo>
                  <a:pt x="0" y="106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3" name="Freeform 49"/>
          <p:cNvSpPr/>
          <p:nvPr/>
        </p:nvSpPr>
        <p:spPr>
          <a:xfrm>
            <a:off x="2298600" y="2173320"/>
            <a:ext cx="260280" cy="255600"/>
          </a:xfrm>
          <a:custGeom>
            <a:avLst/>
            <a:gdLst/>
            <a:ahLst/>
            <a:rect l="l" t="t" r="r" b="b"/>
            <a:pathLst>
              <a:path w="479" h="471">
                <a:moveTo>
                  <a:pt x="239" y="0"/>
                </a:moveTo>
                <a:lnTo>
                  <a:pt x="239" y="0"/>
                </a:lnTo>
                <a:cubicBezTo>
                  <a:pt x="106" y="0"/>
                  <a:pt x="0" y="107"/>
                  <a:pt x="0" y="231"/>
                </a:cubicBezTo>
                <a:cubicBezTo>
                  <a:pt x="0" y="364"/>
                  <a:pt x="106" y="470"/>
                  <a:pt x="239" y="470"/>
                </a:cubicBezTo>
                <a:cubicBezTo>
                  <a:pt x="372" y="470"/>
                  <a:pt x="478" y="364"/>
                  <a:pt x="478" y="231"/>
                </a:cubicBezTo>
                <a:cubicBezTo>
                  <a:pt x="478" y="107"/>
                  <a:pt x="372" y="0"/>
                  <a:pt x="239" y="0"/>
                </a:cubicBezTo>
                <a:close/>
                <a:moveTo>
                  <a:pt x="177" y="338"/>
                </a:moveTo>
                <a:lnTo>
                  <a:pt x="177" y="338"/>
                </a:lnTo>
                <a:cubicBezTo>
                  <a:pt x="133" y="338"/>
                  <a:pt x="133" y="338"/>
                  <a:pt x="133" y="338"/>
                </a:cubicBezTo>
                <a:cubicBezTo>
                  <a:pt x="133" y="178"/>
                  <a:pt x="133" y="178"/>
                  <a:pt x="133" y="178"/>
                </a:cubicBezTo>
                <a:cubicBezTo>
                  <a:pt x="177" y="178"/>
                  <a:pt x="177" y="178"/>
                  <a:pt x="177" y="178"/>
                </a:cubicBezTo>
                <a:lnTo>
                  <a:pt x="177" y="338"/>
                </a:lnTo>
                <a:close/>
                <a:moveTo>
                  <a:pt x="159" y="160"/>
                </a:moveTo>
                <a:lnTo>
                  <a:pt x="159" y="160"/>
                </a:lnTo>
                <a:cubicBezTo>
                  <a:pt x="141" y="160"/>
                  <a:pt x="133" y="151"/>
                  <a:pt x="133" y="134"/>
                </a:cubicBezTo>
                <a:cubicBezTo>
                  <a:pt x="133" y="125"/>
                  <a:pt x="141" y="107"/>
                  <a:pt x="159" y="107"/>
                </a:cubicBezTo>
                <a:cubicBezTo>
                  <a:pt x="168" y="107"/>
                  <a:pt x="177" y="125"/>
                  <a:pt x="186" y="134"/>
                </a:cubicBezTo>
                <a:cubicBezTo>
                  <a:pt x="186" y="151"/>
                  <a:pt x="168" y="160"/>
                  <a:pt x="159" y="160"/>
                </a:cubicBezTo>
                <a:close/>
                <a:moveTo>
                  <a:pt x="354" y="338"/>
                </a:moveTo>
                <a:lnTo>
                  <a:pt x="354" y="338"/>
                </a:lnTo>
                <a:cubicBezTo>
                  <a:pt x="310" y="338"/>
                  <a:pt x="310" y="338"/>
                  <a:pt x="310" y="338"/>
                </a:cubicBezTo>
                <a:cubicBezTo>
                  <a:pt x="310" y="249"/>
                  <a:pt x="310" y="249"/>
                  <a:pt x="310" y="249"/>
                </a:cubicBezTo>
                <a:cubicBezTo>
                  <a:pt x="310" y="231"/>
                  <a:pt x="300" y="213"/>
                  <a:pt x="284" y="213"/>
                </a:cubicBezTo>
                <a:cubicBezTo>
                  <a:pt x="275" y="213"/>
                  <a:pt x="265" y="222"/>
                  <a:pt x="256" y="231"/>
                </a:cubicBezTo>
                <a:lnTo>
                  <a:pt x="256" y="240"/>
                </a:lnTo>
                <a:cubicBezTo>
                  <a:pt x="256" y="338"/>
                  <a:pt x="256" y="338"/>
                  <a:pt x="256" y="338"/>
                </a:cubicBezTo>
                <a:cubicBezTo>
                  <a:pt x="212" y="338"/>
                  <a:pt x="212" y="338"/>
                  <a:pt x="212" y="338"/>
                </a:cubicBezTo>
                <a:cubicBezTo>
                  <a:pt x="212" y="231"/>
                  <a:pt x="212" y="231"/>
                  <a:pt x="212" y="231"/>
                </a:cubicBezTo>
                <a:cubicBezTo>
                  <a:pt x="212" y="205"/>
                  <a:pt x="212" y="196"/>
                  <a:pt x="203" y="178"/>
                </a:cubicBezTo>
                <a:cubicBezTo>
                  <a:pt x="247" y="178"/>
                  <a:pt x="247" y="178"/>
                  <a:pt x="247" y="178"/>
                </a:cubicBezTo>
                <a:cubicBezTo>
                  <a:pt x="247" y="196"/>
                  <a:pt x="247" y="196"/>
                  <a:pt x="247" y="196"/>
                </a:cubicBezTo>
                <a:cubicBezTo>
                  <a:pt x="256" y="196"/>
                  <a:pt x="256" y="196"/>
                  <a:pt x="256" y="196"/>
                </a:cubicBezTo>
                <a:cubicBezTo>
                  <a:pt x="256" y="187"/>
                  <a:pt x="275" y="178"/>
                  <a:pt x="300" y="178"/>
                </a:cubicBezTo>
                <a:cubicBezTo>
                  <a:pt x="337" y="178"/>
                  <a:pt x="354" y="196"/>
                  <a:pt x="354" y="240"/>
                </a:cubicBezTo>
                <a:lnTo>
                  <a:pt x="354" y="33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4" name="Freeform 50"/>
          <p:cNvSpPr/>
          <p:nvPr/>
        </p:nvSpPr>
        <p:spPr>
          <a:xfrm>
            <a:off x="1224000" y="2716200"/>
            <a:ext cx="260280" cy="246240"/>
          </a:xfrm>
          <a:custGeom>
            <a:avLst/>
            <a:gdLst/>
            <a:ahLst/>
            <a:rect l="l" t="t" r="r" b="b"/>
            <a:pathLst>
              <a:path w="480" h="453">
                <a:moveTo>
                  <a:pt x="142" y="0"/>
                </a:moveTo>
                <a:lnTo>
                  <a:pt x="142" y="0"/>
                </a:lnTo>
                <a:cubicBezTo>
                  <a:pt x="0" y="89"/>
                  <a:pt x="0" y="89"/>
                  <a:pt x="0" y="89"/>
                </a:cubicBezTo>
                <a:cubicBezTo>
                  <a:pt x="98" y="168"/>
                  <a:pt x="98" y="168"/>
                  <a:pt x="98" y="168"/>
                </a:cubicBezTo>
                <a:cubicBezTo>
                  <a:pt x="239" y="80"/>
                  <a:pt x="239" y="80"/>
                  <a:pt x="239" y="80"/>
                </a:cubicBezTo>
                <a:lnTo>
                  <a:pt x="142" y="0"/>
                </a:lnTo>
                <a:close/>
                <a:moveTo>
                  <a:pt x="327" y="372"/>
                </a:moveTo>
                <a:lnTo>
                  <a:pt x="327" y="372"/>
                </a:lnTo>
                <a:cubicBezTo>
                  <a:pt x="319" y="372"/>
                  <a:pt x="319" y="372"/>
                  <a:pt x="319" y="372"/>
                </a:cubicBezTo>
                <a:cubicBezTo>
                  <a:pt x="239" y="310"/>
                  <a:pt x="239" y="310"/>
                  <a:pt x="239" y="310"/>
                </a:cubicBezTo>
                <a:cubicBezTo>
                  <a:pt x="159" y="372"/>
                  <a:pt x="159" y="372"/>
                  <a:pt x="159" y="372"/>
                </a:cubicBezTo>
                <a:cubicBezTo>
                  <a:pt x="159" y="372"/>
                  <a:pt x="159" y="372"/>
                  <a:pt x="151" y="372"/>
                </a:cubicBezTo>
                <a:lnTo>
                  <a:pt x="151" y="372"/>
                </a:lnTo>
                <a:cubicBezTo>
                  <a:pt x="88" y="337"/>
                  <a:pt x="88" y="337"/>
                  <a:pt x="88" y="337"/>
                </a:cubicBezTo>
                <a:cubicBezTo>
                  <a:pt x="88" y="355"/>
                  <a:pt x="88" y="355"/>
                  <a:pt x="88" y="355"/>
                </a:cubicBezTo>
                <a:cubicBezTo>
                  <a:pt x="239" y="452"/>
                  <a:pt x="239" y="452"/>
                  <a:pt x="239" y="452"/>
                </a:cubicBezTo>
                <a:cubicBezTo>
                  <a:pt x="389" y="355"/>
                  <a:pt x="389" y="355"/>
                  <a:pt x="389" y="355"/>
                </a:cubicBezTo>
                <a:cubicBezTo>
                  <a:pt x="389" y="337"/>
                  <a:pt x="389" y="337"/>
                  <a:pt x="389" y="337"/>
                </a:cubicBezTo>
                <a:cubicBezTo>
                  <a:pt x="327" y="372"/>
                  <a:pt x="327" y="372"/>
                  <a:pt x="327" y="372"/>
                </a:cubicBezTo>
                <a:close/>
                <a:moveTo>
                  <a:pt x="479" y="89"/>
                </a:moveTo>
                <a:lnTo>
                  <a:pt x="479" y="89"/>
                </a:lnTo>
                <a:cubicBezTo>
                  <a:pt x="336" y="0"/>
                  <a:pt x="336" y="0"/>
                  <a:pt x="336" y="0"/>
                </a:cubicBezTo>
                <a:cubicBezTo>
                  <a:pt x="239" y="80"/>
                  <a:pt x="239" y="80"/>
                  <a:pt x="239" y="80"/>
                </a:cubicBezTo>
                <a:cubicBezTo>
                  <a:pt x="380" y="168"/>
                  <a:pt x="380" y="168"/>
                  <a:pt x="380" y="168"/>
                </a:cubicBezTo>
                <a:lnTo>
                  <a:pt x="479" y="89"/>
                </a:lnTo>
                <a:close/>
                <a:moveTo>
                  <a:pt x="239" y="257"/>
                </a:moveTo>
                <a:lnTo>
                  <a:pt x="239" y="257"/>
                </a:lnTo>
                <a:cubicBezTo>
                  <a:pt x="327" y="328"/>
                  <a:pt x="327" y="328"/>
                  <a:pt x="327" y="328"/>
                </a:cubicBezTo>
                <a:cubicBezTo>
                  <a:pt x="470" y="240"/>
                  <a:pt x="470" y="240"/>
                  <a:pt x="470" y="240"/>
                </a:cubicBezTo>
                <a:cubicBezTo>
                  <a:pt x="380" y="168"/>
                  <a:pt x="380" y="168"/>
                  <a:pt x="380" y="168"/>
                </a:cubicBezTo>
                <a:lnTo>
                  <a:pt x="239" y="257"/>
                </a:lnTo>
                <a:close/>
                <a:moveTo>
                  <a:pt x="151" y="328"/>
                </a:moveTo>
                <a:lnTo>
                  <a:pt x="151" y="328"/>
                </a:lnTo>
                <a:cubicBezTo>
                  <a:pt x="239" y="257"/>
                  <a:pt x="239" y="257"/>
                  <a:pt x="239" y="257"/>
                </a:cubicBezTo>
                <a:cubicBezTo>
                  <a:pt x="98" y="168"/>
                  <a:pt x="98" y="168"/>
                  <a:pt x="98" y="168"/>
                </a:cubicBezTo>
                <a:cubicBezTo>
                  <a:pt x="8" y="240"/>
                  <a:pt x="8" y="240"/>
                  <a:pt x="8" y="240"/>
                </a:cubicBezTo>
                <a:lnTo>
                  <a:pt x="151" y="32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5" name="Freeform 51"/>
          <p:cNvSpPr/>
          <p:nvPr/>
        </p:nvSpPr>
        <p:spPr>
          <a:xfrm>
            <a:off x="7704000" y="1620720"/>
            <a:ext cx="217800" cy="276480"/>
          </a:xfrm>
          <a:custGeom>
            <a:avLst/>
            <a:gdLst/>
            <a:ahLst/>
            <a:rect l="l" t="t" r="r" b="b"/>
            <a:pathLst>
              <a:path w="400" h="506">
                <a:moveTo>
                  <a:pt x="160" y="336"/>
                </a:moveTo>
                <a:lnTo>
                  <a:pt x="160" y="336"/>
                </a:lnTo>
                <a:cubicBezTo>
                  <a:pt x="150" y="408"/>
                  <a:pt x="133" y="479"/>
                  <a:pt x="89" y="505"/>
                </a:cubicBezTo>
                <a:cubicBezTo>
                  <a:pt x="71" y="408"/>
                  <a:pt x="106" y="327"/>
                  <a:pt x="124" y="248"/>
                </a:cubicBezTo>
                <a:cubicBezTo>
                  <a:pt x="97" y="195"/>
                  <a:pt x="124" y="97"/>
                  <a:pt x="186" y="124"/>
                </a:cubicBezTo>
                <a:cubicBezTo>
                  <a:pt x="257" y="151"/>
                  <a:pt x="124" y="301"/>
                  <a:pt x="213" y="319"/>
                </a:cubicBezTo>
                <a:cubicBezTo>
                  <a:pt x="310" y="336"/>
                  <a:pt x="355" y="151"/>
                  <a:pt x="293" y="97"/>
                </a:cubicBezTo>
                <a:cubicBezTo>
                  <a:pt x="204" y="8"/>
                  <a:pt x="36" y="89"/>
                  <a:pt x="62" y="213"/>
                </a:cubicBezTo>
                <a:cubicBezTo>
                  <a:pt x="62" y="248"/>
                  <a:pt x="97" y="257"/>
                  <a:pt x="71" y="301"/>
                </a:cubicBezTo>
                <a:cubicBezTo>
                  <a:pt x="18" y="283"/>
                  <a:pt x="0" y="239"/>
                  <a:pt x="0" y="186"/>
                </a:cubicBezTo>
                <a:cubicBezTo>
                  <a:pt x="9" y="89"/>
                  <a:pt x="89" y="26"/>
                  <a:pt x="168" y="17"/>
                </a:cubicBezTo>
                <a:cubicBezTo>
                  <a:pt x="275" y="0"/>
                  <a:pt x="372" y="53"/>
                  <a:pt x="390" y="151"/>
                </a:cubicBezTo>
                <a:cubicBezTo>
                  <a:pt x="399" y="257"/>
                  <a:pt x="337" y="380"/>
                  <a:pt x="231" y="372"/>
                </a:cubicBezTo>
                <a:cubicBezTo>
                  <a:pt x="195" y="372"/>
                  <a:pt x="186" y="354"/>
                  <a:pt x="160" y="33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6" name="Freeform 52"/>
          <p:cNvSpPr/>
          <p:nvPr/>
        </p:nvSpPr>
        <p:spPr>
          <a:xfrm>
            <a:off x="8218440" y="1635120"/>
            <a:ext cx="260280" cy="257040"/>
          </a:xfrm>
          <a:custGeom>
            <a:avLst/>
            <a:gdLst/>
            <a:ahLst/>
            <a:rect l="l" t="t" r="r" b="b"/>
            <a:pathLst>
              <a:path w="479" h="471">
                <a:moveTo>
                  <a:pt x="240" y="0"/>
                </a:moveTo>
                <a:lnTo>
                  <a:pt x="240" y="0"/>
                </a:lnTo>
                <a:cubicBezTo>
                  <a:pt x="106" y="0"/>
                  <a:pt x="0" y="107"/>
                  <a:pt x="0" y="231"/>
                </a:cubicBezTo>
                <a:cubicBezTo>
                  <a:pt x="0" y="363"/>
                  <a:pt x="106" y="470"/>
                  <a:pt x="240" y="470"/>
                </a:cubicBezTo>
                <a:cubicBezTo>
                  <a:pt x="372" y="470"/>
                  <a:pt x="478" y="363"/>
                  <a:pt x="478" y="231"/>
                </a:cubicBezTo>
                <a:cubicBezTo>
                  <a:pt x="478" y="107"/>
                  <a:pt x="372" y="0"/>
                  <a:pt x="240" y="0"/>
                </a:cubicBezTo>
                <a:close/>
                <a:moveTo>
                  <a:pt x="257" y="293"/>
                </a:moveTo>
                <a:lnTo>
                  <a:pt x="257" y="293"/>
                </a:lnTo>
                <a:cubicBezTo>
                  <a:pt x="240" y="293"/>
                  <a:pt x="231" y="284"/>
                  <a:pt x="222" y="275"/>
                </a:cubicBezTo>
                <a:cubicBezTo>
                  <a:pt x="213" y="310"/>
                  <a:pt x="204" y="346"/>
                  <a:pt x="186" y="363"/>
                </a:cubicBezTo>
                <a:cubicBezTo>
                  <a:pt x="178" y="310"/>
                  <a:pt x="195" y="266"/>
                  <a:pt x="204" y="231"/>
                </a:cubicBezTo>
                <a:cubicBezTo>
                  <a:pt x="186" y="204"/>
                  <a:pt x="204" y="151"/>
                  <a:pt x="240" y="169"/>
                </a:cubicBezTo>
                <a:cubicBezTo>
                  <a:pt x="275" y="178"/>
                  <a:pt x="204" y="257"/>
                  <a:pt x="249" y="266"/>
                </a:cubicBezTo>
                <a:cubicBezTo>
                  <a:pt x="302" y="275"/>
                  <a:pt x="319" y="178"/>
                  <a:pt x="284" y="151"/>
                </a:cubicBezTo>
                <a:cubicBezTo>
                  <a:pt x="249" y="107"/>
                  <a:pt x="159" y="151"/>
                  <a:pt x="169" y="213"/>
                </a:cubicBezTo>
                <a:cubicBezTo>
                  <a:pt x="178" y="231"/>
                  <a:pt x="186" y="231"/>
                  <a:pt x="178" y="257"/>
                </a:cubicBezTo>
                <a:cubicBezTo>
                  <a:pt x="151" y="248"/>
                  <a:pt x="142" y="222"/>
                  <a:pt x="142" y="195"/>
                </a:cubicBezTo>
                <a:cubicBezTo>
                  <a:pt x="142" y="151"/>
                  <a:pt x="186" y="116"/>
                  <a:pt x="231" y="107"/>
                </a:cubicBezTo>
                <a:cubicBezTo>
                  <a:pt x="284" y="107"/>
                  <a:pt x="328" y="134"/>
                  <a:pt x="337" y="178"/>
                </a:cubicBezTo>
                <a:cubicBezTo>
                  <a:pt x="346" y="231"/>
                  <a:pt x="310" y="293"/>
                  <a:pt x="257" y="29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7" name="Freeform 53"/>
          <p:cNvSpPr/>
          <p:nvPr/>
        </p:nvSpPr>
        <p:spPr>
          <a:xfrm>
            <a:off x="3917880" y="2716200"/>
            <a:ext cx="250920" cy="246240"/>
          </a:xfrm>
          <a:custGeom>
            <a:avLst/>
            <a:gdLst/>
            <a:ahLst/>
            <a:rect l="l" t="t" r="r" b="b"/>
            <a:pathLst>
              <a:path w="462" h="453">
                <a:moveTo>
                  <a:pt x="195" y="0"/>
                </a:moveTo>
                <a:lnTo>
                  <a:pt x="195" y="0"/>
                </a:lnTo>
                <a:cubicBezTo>
                  <a:pt x="79" y="18"/>
                  <a:pt x="0" y="106"/>
                  <a:pt x="0" y="222"/>
                </a:cubicBezTo>
                <a:cubicBezTo>
                  <a:pt x="0" y="284"/>
                  <a:pt x="26" y="328"/>
                  <a:pt x="53" y="372"/>
                </a:cubicBezTo>
                <a:cubicBezTo>
                  <a:pt x="133" y="337"/>
                  <a:pt x="195" y="248"/>
                  <a:pt x="195" y="142"/>
                </a:cubicBezTo>
                <a:lnTo>
                  <a:pt x="195" y="0"/>
                </a:lnTo>
                <a:close/>
                <a:moveTo>
                  <a:pt x="230" y="284"/>
                </a:moveTo>
                <a:lnTo>
                  <a:pt x="230" y="284"/>
                </a:lnTo>
                <a:cubicBezTo>
                  <a:pt x="212" y="337"/>
                  <a:pt x="177" y="390"/>
                  <a:pt x="124" y="425"/>
                </a:cubicBezTo>
                <a:cubicBezTo>
                  <a:pt x="151" y="443"/>
                  <a:pt x="186" y="452"/>
                  <a:pt x="230" y="452"/>
                </a:cubicBezTo>
                <a:cubicBezTo>
                  <a:pt x="265" y="452"/>
                  <a:pt x="310" y="443"/>
                  <a:pt x="336" y="425"/>
                </a:cubicBezTo>
                <a:cubicBezTo>
                  <a:pt x="283" y="390"/>
                  <a:pt x="248" y="337"/>
                  <a:pt x="230" y="284"/>
                </a:cubicBezTo>
                <a:close/>
                <a:moveTo>
                  <a:pt x="265" y="142"/>
                </a:moveTo>
                <a:lnTo>
                  <a:pt x="265" y="142"/>
                </a:lnTo>
                <a:cubicBezTo>
                  <a:pt x="265" y="248"/>
                  <a:pt x="327" y="328"/>
                  <a:pt x="408" y="372"/>
                </a:cubicBezTo>
                <a:cubicBezTo>
                  <a:pt x="434" y="328"/>
                  <a:pt x="461" y="284"/>
                  <a:pt x="461" y="222"/>
                </a:cubicBezTo>
                <a:cubicBezTo>
                  <a:pt x="461" y="106"/>
                  <a:pt x="372" y="18"/>
                  <a:pt x="265" y="0"/>
                </a:cubicBezTo>
                <a:lnTo>
                  <a:pt x="265" y="14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8" name="Freeform 54"/>
          <p:cNvSpPr/>
          <p:nvPr/>
        </p:nvSpPr>
        <p:spPr>
          <a:xfrm>
            <a:off x="6070680" y="2197080"/>
            <a:ext cx="260280" cy="208080"/>
          </a:xfrm>
          <a:custGeom>
            <a:avLst/>
            <a:gdLst/>
            <a:ahLst/>
            <a:rect l="l" t="t" r="r" b="b"/>
            <a:pathLst>
              <a:path w="480" h="382">
                <a:moveTo>
                  <a:pt x="381" y="168"/>
                </a:moveTo>
                <a:lnTo>
                  <a:pt x="381" y="168"/>
                </a:lnTo>
                <a:cubicBezTo>
                  <a:pt x="443" y="151"/>
                  <a:pt x="479" y="89"/>
                  <a:pt x="453" y="80"/>
                </a:cubicBezTo>
                <a:cubicBezTo>
                  <a:pt x="390" y="80"/>
                  <a:pt x="337" y="53"/>
                  <a:pt x="302" y="27"/>
                </a:cubicBezTo>
                <a:cubicBezTo>
                  <a:pt x="293" y="27"/>
                  <a:pt x="293" y="27"/>
                  <a:pt x="284" y="18"/>
                </a:cubicBezTo>
                <a:cubicBezTo>
                  <a:pt x="284" y="160"/>
                  <a:pt x="284" y="160"/>
                  <a:pt x="284" y="160"/>
                </a:cubicBezTo>
                <a:cubicBezTo>
                  <a:pt x="284" y="213"/>
                  <a:pt x="257" y="248"/>
                  <a:pt x="222" y="266"/>
                </a:cubicBezTo>
                <a:cubicBezTo>
                  <a:pt x="178" y="283"/>
                  <a:pt x="124" y="275"/>
                  <a:pt x="106" y="230"/>
                </a:cubicBezTo>
                <a:cubicBezTo>
                  <a:pt x="90" y="195"/>
                  <a:pt x="115" y="142"/>
                  <a:pt x="160" y="115"/>
                </a:cubicBezTo>
                <a:cubicBezTo>
                  <a:pt x="187" y="106"/>
                  <a:pt x="213" y="106"/>
                  <a:pt x="240" y="115"/>
                </a:cubicBezTo>
                <a:cubicBezTo>
                  <a:pt x="240" y="0"/>
                  <a:pt x="240" y="0"/>
                  <a:pt x="240" y="0"/>
                </a:cubicBezTo>
                <a:cubicBezTo>
                  <a:pt x="222" y="0"/>
                  <a:pt x="213" y="0"/>
                  <a:pt x="196" y="0"/>
                </a:cubicBezTo>
                <a:cubicBezTo>
                  <a:pt x="90" y="0"/>
                  <a:pt x="0" y="80"/>
                  <a:pt x="0" y="186"/>
                </a:cubicBezTo>
                <a:cubicBezTo>
                  <a:pt x="0" y="293"/>
                  <a:pt x="90" y="381"/>
                  <a:pt x="196" y="381"/>
                </a:cubicBezTo>
                <a:cubicBezTo>
                  <a:pt x="302" y="381"/>
                  <a:pt x="381" y="293"/>
                  <a:pt x="381" y="186"/>
                </a:cubicBezTo>
                <a:cubicBezTo>
                  <a:pt x="381" y="177"/>
                  <a:pt x="381" y="168"/>
                  <a:pt x="381" y="16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9" name="Freeform 55"/>
          <p:cNvSpPr/>
          <p:nvPr/>
        </p:nvSpPr>
        <p:spPr>
          <a:xfrm>
            <a:off x="6603840" y="2173320"/>
            <a:ext cx="260640" cy="255600"/>
          </a:xfrm>
          <a:custGeom>
            <a:avLst/>
            <a:gdLst/>
            <a:ahLst/>
            <a:rect l="l" t="t" r="r" b="b"/>
            <a:pathLst>
              <a:path w="480" h="471">
                <a:moveTo>
                  <a:pt x="239" y="0"/>
                </a:moveTo>
                <a:lnTo>
                  <a:pt x="239" y="0"/>
                </a:lnTo>
                <a:cubicBezTo>
                  <a:pt x="107" y="0"/>
                  <a:pt x="0" y="107"/>
                  <a:pt x="0" y="231"/>
                </a:cubicBezTo>
                <a:cubicBezTo>
                  <a:pt x="0" y="364"/>
                  <a:pt x="107" y="470"/>
                  <a:pt x="239" y="470"/>
                </a:cubicBezTo>
                <a:cubicBezTo>
                  <a:pt x="372" y="470"/>
                  <a:pt x="479" y="364"/>
                  <a:pt x="479" y="231"/>
                </a:cubicBezTo>
                <a:cubicBezTo>
                  <a:pt x="479" y="107"/>
                  <a:pt x="372" y="0"/>
                  <a:pt x="239" y="0"/>
                </a:cubicBezTo>
                <a:close/>
                <a:moveTo>
                  <a:pt x="328" y="222"/>
                </a:moveTo>
                <a:lnTo>
                  <a:pt x="328" y="222"/>
                </a:lnTo>
                <a:lnTo>
                  <a:pt x="328" y="231"/>
                </a:lnTo>
                <a:cubicBezTo>
                  <a:pt x="328" y="293"/>
                  <a:pt x="283" y="328"/>
                  <a:pt x="230" y="328"/>
                </a:cubicBezTo>
                <a:cubicBezTo>
                  <a:pt x="177" y="328"/>
                  <a:pt x="133" y="293"/>
                  <a:pt x="133" y="231"/>
                </a:cubicBezTo>
                <a:cubicBezTo>
                  <a:pt x="133" y="178"/>
                  <a:pt x="177" y="134"/>
                  <a:pt x="230" y="134"/>
                </a:cubicBezTo>
                <a:cubicBezTo>
                  <a:pt x="239" y="134"/>
                  <a:pt x="248" y="134"/>
                  <a:pt x="248" y="143"/>
                </a:cubicBezTo>
                <a:cubicBezTo>
                  <a:pt x="248" y="196"/>
                  <a:pt x="248" y="196"/>
                  <a:pt x="248" y="196"/>
                </a:cubicBezTo>
                <a:cubicBezTo>
                  <a:pt x="239" y="187"/>
                  <a:pt x="222" y="196"/>
                  <a:pt x="213" y="196"/>
                </a:cubicBezTo>
                <a:cubicBezTo>
                  <a:pt x="186" y="213"/>
                  <a:pt x="177" y="231"/>
                  <a:pt x="186" y="258"/>
                </a:cubicBezTo>
                <a:cubicBezTo>
                  <a:pt x="195" y="275"/>
                  <a:pt x="222" y="284"/>
                  <a:pt x="248" y="275"/>
                </a:cubicBezTo>
                <a:cubicBezTo>
                  <a:pt x="257" y="267"/>
                  <a:pt x="275" y="249"/>
                  <a:pt x="275" y="222"/>
                </a:cubicBezTo>
                <a:cubicBezTo>
                  <a:pt x="275" y="151"/>
                  <a:pt x="275" y="151"/>
                  <a:pt x="275" y="151"/>
                </a:cubicBezTo>
                <a:lnTo>
                  <a:pt x="283" y="151"/>
                </a:lnTo>
                <a:cubicBezTo>
                  <a:pt x="301" y="160"/>
                  <a:pt x="328" y="178"/>
                  <a:pt x="354" y="178"/>
                </a:cubicBezTo>
                <a:cubicBezTo>
                  <a:pt x="372" y="178"/>
                  <a:pt x="354" y="213"/>
                  <a:pt x="328" y="22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0" name="Freeform 56"/>
          <p:cNvSpPr/>
          <p:nvPr/>
        </p:nvSpPr>
        <p:spPr>
          <a:xfrm>
            <a:off x="1790640" y="2716200"/>
            <a:ext cx="222480" cy="246240"/>
          </a:xfrm>
          <a:custGeom>
            <a:avLst/>
            <a:gdLst/>
            <a:ahLst/>
            <a:rect l="l" t="t" r="r" b="b"/>
            <a:pathLst>
              <a:path w="409" h="453">
                <a:moveTo>
                  <a:pt x="364" y="80"/>
                </a:moveTo>
                <a:lnTo>
                  <a:pt x="364" y="80"/>
                </a:lnTo>
                <a:cubicBezTo>
                  <a:pt x="364" y="53"/>
                  <a:pt x="329" y="53"/>
                  <a:pt x="329" y="53"/>
                </a:cubicBezTo>
                <a:cubicBezTo>
                  <a:pt x="222" y="45"/>
                  <a:pt x="222" y="45"/>
                  <a:pt x="222" y="45"/>
                </a:cubicBezTo>
                <a:cubicBezTo>
                  <a:pt x="222" y="45"/>
                  <a:pt x="222" y="18"/>
                  <a:pt x="204" y="9"/>
                </a:cubicBezTo>
                <a:cubicBezTo>
                  <a:pt x="177" y="0"/>
                  <a:pt x="160" y="0"/>
                  <a:pt x="142" y="0"/>
                </a:cubicBezTo>
                <a:cubicBezTo>
                  <a:pt x="124" y="0"/>
                  <a:pt x="124" y="27"/>
                  <a:pt x="124" y="45"/>
                </a:cubicBezTo>
                <a:cubicBezTo>
                  <a:pt x="124" y="62"/>
                  <a:pt x="124" y="89"/>
                  <a:pt x="124" y="98"/>
                </a:cubicBezTo>
                <a:cubicBezTo>
                  <a:pt x="124" y="124"/>
                  <a:pt x="116" y="133"/>
                  <a:pt x="80" y="133"/>
                </a:cubicBezTo>
                <a:cubicBezTo>
                  <a:pt x="27" y="133"/>
                  <a:pt x="27" y="133"/>
                  <a:pt x="27" y="133"/>
                </a:cubicBezTo>
                <a:cubicBezTo>
                  <a:pt x="10" y="133"/>
                  <a:pt x="0" y="133"/>
                  <a:pt x="0" y="151"/>
                </a:cubicBezTo>
                <a:cubicBezTo>
                  <a:pt x="0" y="159"/>
                  <a:pt x="18" y="275"/>
                  <a:pt x="45" y="302"/>
                </a:cubicBezTo>
                <a:cubicBezTo>
                  <a:pt x="63" y="310"/>
                  <a:pt x="151" y="319"/>
                  <a:pt x="169" y="319"/>
                </a:cubicBezTo>
                <a:cubicBezTo>
                  <a:pt x="186" y="319"/>
                  <a:pt x="177" y="266"/>
                  <a:pt x="186" y="266"/>
                </a:cubicBezTo>
                <a:cubicBezTo>
                  <a:pt x="195" y="266"/>
                  <a:pt x="195" y="302"/>
                  <a:pt x="231" y="310"/>
                </a:cubicBezTo>
                <a:cubicBezTo>
                  <a:pt x="257" y="310"/>
                  <a:pt x="302" y="310"/>
                  <a:pt x="302" y="337"/>
                </a:cubicBezTo>
                <a:cubicBezTo>
                  <a:pt x="302" y="363"/>
                  <a:pt x="310" y="399"/>
                  <a:pt x="293" y="399"/>
                </a:cubicBezTo>
                <a:cubicBezTo>
                  <a:pt x="248" y="408"/>
                  <a:pt x="248" y="408"/>
                  <a:pt x="248" y="408"/>
                </a:cubicBezTo>
                <a:cubicBezTo>
                  <a:pt x="213" y="399"/>
                  <a:pt x="222" y="372"/>
                  <a:pt x="239" y="372"/>
                </a:cubicBezTo>
                <a:cubicBezTo>
                  <a:pt x="248" y="372"/>
                  <a:pt x="257" y="372"/>
                  <a:pt x="257" y="372"/>
                </a:cubicBezTo>
                <a:cubicBezTo>
                  <a:pt x="257" y="337"/>
                  <a:pt x="257" y="337"/>
                  <a:pt x="257" y="337"/>
                </a:cubicBezTo>
                <a:cubicBezTo>
                  <a:pt x="257" y="337"/>
                  <a:pt x="195" y="328"/>
                  <a:pt x="186" y="372"/>
                </a:cubicBezTo>
                <a:cubicBezTo>
                  <a:pt x="186" y="417"/>
                  <a:pt x="195" y="434"/>
                  <a:pt x="195" y="434"/>
                </a:cubicBezTo>
                <a:cubicBezTo>
                  <a:pt x="204" y="443"/>
                  <a:pt x="213" y="452"/>
                  <a:pt x="293" y="452"/>
                </a:cubicBezTo>
                <a:cubicBezTo>
                  <a:pt x="408" y="452"/>
                  <a:pt x="364" y="115"/>
                  <a:pt x="364" y="80"/>
                </a:cubicBezTo>
                <a:close/>
                <a:moveTo>
                  <a:pt x="319" y="231"/>
                </a:moveTo>
                <a:lnTo>
                  <a:pt x="319" y="231"/>
                </a:lnTo>
                <a:cubicBezTo>
                  <a:pt x="319" y="240"/>
                  <a:pt x="302" y="222"/>
                  <a:pt x="284" y="222"/>
                </a:cubicBezTo>
                <a:cubicBezTo>
                  <a:pt x="266" y="222"/>
                  <a:pt x="248" y="231"/>
                  <a:pt x="248" y="231"/>
                </a:cubicBezTo>
                <a:cubicBezTo>
                  <a:pt x="239" y="222"/>
                  <a:pt x="248" y="177"/>
                  <a:pt x="284" y="177"/>
                </a:cubicBezTo>
                <a:cubicBezTo>
                  <a:pt x="310" y="177"/>
                  <a:pt x="329" y="231"/>
                  <a:pt x="319" y="23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1" name="Freeform 57"/>
          <p:cNvSpPr/>
          <p:nvPr/>
        </p:nvSpPr>
        <p:spPr>
          <a:xfrm>
            <a:off x="1790640" y="2720880"/>
            <a:ext cx="42840" cy="42840"/>
          </a:xfrm>
          <a:custGeom>
            <a:avLst/>
            <a:gdLst/>
            <a:ahLst/>
            <a:rect l="l" t="t" r="r" b="b"/>
            <a:pathLst>
              <a:path w="81" h="81">
                <a:moveTo>
                  <a:pt x="80" y="71"/>
                </a:moveTo>
                <a:lnTo>
                  <a:pt x="80" y="71"/>
                </a:lnTo>
                <a:cubicBezTo>
                  <a:pt x="80" y="62"/>
                  <a:pt x="80" y="0"/>
                  <a:pt x="80" y="0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80"/>
                  <a:pt x="54" y="80"/>
                  <a:pt x="71" y="80"/>
                </a:cubicBezTo>
                <a:cubicBezTo>
                  <a:pt x="80" y="80"/>
                  <a:pt x="80" y="80"/>
                  <a:pt x="80" y="7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2" name="Freeform 58"/>
          <p:cNvSpPr/>
          <p:nvPr/>
        </p:nvSpPr>
        <p:spPr>
          <a:xfrm>
            <a:off x="3375000" y="1635120"/>
            <a:ext cx="260280" cy="257040"/>
          </a:xfrm>
          <a:custGeom>
            <a:avLst/>
            <a:gdLst/>
            <a:ahLst/>
            <a:rect l="l" t="t" r="r" b="b"/>
            <a:pathLst>
              <a:path w="480" h="471">
                <a:moveTo>
                  <a:pt x="240" y="0"/>
                </a:moveTo>
                <a:lnTo>
                  <a:pt x="240" y="0"/>
                </a:lnTo>
                <a:cubicBezTo>
                  <a:pt x="107" y="0"/>
                  <a:pt x="0" y="107"/>
                  <a:pt x="0" y="231"/>
                </a:cubicBezTo>
                <a:cubicBezTo>
                  <a:pt x="0" y="363"/>
                  <a:pt x="107" y="470"/>
                  <a:pt x="240" y="470"/>
                </a:cubicBezTo>
                <a:cubicBezTo>
                  <a:pt x="372" y="470"/>
                  <a:pt x="479" y="363"/>
                  <a:pt x="479" y="231"/>
                </a:cubicBezTo>
                <a:cubicBezTo>
                  <a:pt x="479" y="107"/>
                  <a:pt x="372" y="0"/>
                  <a:pt x="240" y="0"/>
                </a:cubicBezTo>
                <a:close/>
                <a:moveTo>
                  <a:pt x="346" y="187"/>
                </a:moveTo>
                <a:lnTo>
                  <a:pt x="346" y="187"/>
                </a:lnTo>
                <a:cubicBezTo>
                  <a:pt x="337" y="257"/>
                  <a:pt x="266" y="319"/>
                  <a:pt x="249" y="338"/>
                </a:cubicBezTo>
                <a:cubicBezTo>
                  <a:pt x="222" y="346"/>
                  <a:pt x="205" y="328"/>
                  <a:pt x="195" y="319"/>
                </a:cubicBezTo>
                <a:cubicBezTo>
                  <a:pt x="187" y="301"/>
                  <a:pt x="169" y="204"/>
                  <a:pt x="160" y="195"/>
                </a:cubicBezTo>
                <a:cubicBezTo>
                  <a:pt x="151" y="195"/>
                  <a:pt x="134" y="204"/>
                  <a:pt x="134" y="204"/>
                </a:cubicBezTo>
                <a:cubicBezTo>
                  <a:pt x="124" y="195"/>
                  <a:pt x="124" y="195"/>
                  <a:pt x="124" y="195"/>
                </a:cubicBezTo>
                <a:cubicBezTo>
                  <a:pt x="124" y="195"/>
                  <a:pt x="160" y="151"/>
                  <a:pt x="195" y="142"/>
                </a:cubicBezTo>
                <a:cubicBezTo>
                  <a:pt x="222" y="134"/>
                  <a:pt x="222" y="187"/>
                  <a:pt x="231" y="222"/>
                </a:cubicBezTo>
                <a:cubicBezTo>
                  <a:pt x="240" y="248"/>
                  <a:pt x="240" y="266"/>
                  <a:pt x="249" y="266"/>
                </a:cubicBezTo>
                <a:cubicBezTo>
                  <a:pt x="258" y="266"/>
                  <a:pt x="266" y="248"/>
                  <a:pt x="284" y="222"/>
                </a:cubicBezTo>
                <a:cubicBezTo>
                  <a:pt x="293" y="204"/>
                  <a:pt x="275" y="178"/>
                  <a:pt x="258" y="195"/>
                </a:cubicBezTo>
                <a:cubicBezTo>
                  <a:pt x="266" y="134"/>
                  <a:pt x="364" y="116"/>
                  <a:pt x="346" y="18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3" name="Freeform 59"/>
          <p:cNvSpPr/>
          <p:nvPr/>
        </p:nvSpPr>
        <p:spPr>
          <a:xfrm>
            <a:off x="2298600" y="1635120"/>
            <a:ext cx="260280" cy="257040"/>
          </a:xfrm>
          <a:custGeom>
            <a:avLst/>
            <a:gdLst/>
            <a:ahLst/>
            <a:rect l="l" t="t" r="r" b="b"/>
            <a:pathLst>
              <a:path w="479" h="471">
                <a:moveTo>
                  <a:pt x="239" y="0"/>
                </a:moveTo>
                <a:lnTo>
                  <a:pt x="239" y="0"/>
                </a:lnTo>
                <a:cubicBezTo>
                  <a:pt x="106" y="0"/>
                  <a:pt x="0" y="107"/>
                  <a:pt x="0" y="231"/>
                </a:cubicBezTo>
                <a:cubicBezTo>
                  <a:pt x="0" y="363"/>
                  <a:pt x="106" y="470"/>
                  <a:pt x="239" y="470"/>
                </a:cubicBezTo>
                <a:cubicBezTo>
                  <a:pt x="372" y="470"/>
                  <a:pt x="478" y="363"/>
                  <a:pt x="478" y="231"/>
                </a:cubicBezTo>
                <a:cubicBezTo>
                  <a:pt x="478" y="107"/>
                  <a:pt x="372" y="0"/>
                  <a:pt x="239" y="0"/>
                </a:cubicBezTo>
                <a:close/>
                <a:moveTo>
                  <a:pt x="177" y="284"/>
                </a:moveTo>
                <a:lnTo>
                  <a:pt x="177" y="284"/>
                </a:lnTo>
                <a:cubicBezTo>
                  <a:pt x="150" y="284"/>
                  <a:pt x="124" y="266"/>
                  <a:pt x="124" y="231"/>
                </a:cubicBezTo>
                <a:cubicBezTo>
                  <a:pt x="124" y="204"/>
                  <a:pt x="150" y="187"/>
                  <a:pt x="177" y="187"/>
                </a:cubicBezTo>
                <a:cubicBezTo>
                  <a:pt x="203" y="187"/>
                  <a:pt x="221" y="204"/>
                  <a:pt x="221" y="231"/>
                </a:cubicBezTo>
                <a:cubicBezTo>
                  <a:pt x="221" y="266"/>
                  <a:pt x="203" y="284"/>
                  <a:pt x="177" y="284"/>
                </a:cubicBezTo>
                <a:close/>
                <a:moveTo>
                  <a:pt x="300" y="284"/>
                </a:moveTo>
                <a:lnTo>
                  <a:pt x="300" y="284"/>
                </a:lnTo>
                <a:cubicBezTo>
                  <a:pt x="275" y="284"/>
                  <a:pt x="256" y="266"/>
                  <a:pt x="256" y="231"/>
                </a:cubicBezTo>
                <a:cubicBezTo>
                  <a:pt x="256" y="204"/>
                  <a:pt x="275" y="187"/>
                  <a:pt x="300" y="187"/>
                </a:cubicBezTo>
                <a:cubicBezTo>
                  <a:pt x="328" y="187"/>
                  <a:pt x="354" y="204"/>
                  <a:pt x="354" y="231"/>
                </a:cubicBezTo>
                <a:cubicBezTo>
                  <a:pt x="354" y="266"/>
                  <a:pt x="328" y="284"/>
                  <a:pt x="300" y="28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4" name="Freeform 60"/>
          <p:cNvSpPr/>
          <p:nvPr/>
        </p:nvSpPr>
        <p:spPr>
          <a:xfrm>
            <a:off x="2322360" y="2730600"/>
            <a:ext cx="212760" cy="214200"/>
          </a:xfrm>
          <a:custGeom>
            <a:avLst/>
            <a:gdLst/>
            <a:ahLst/>
            <a:rect l="l" t="t" r="r" b="b"/>
            <a:pathLst>
              <a:path w="391" h="399">
                <a:moveTo>
                  <a:pt x="89" y="160"/>
                </a:moveTo>
                <a:lnTo>
                  <a:pt x="89" y="160"/>
                </a:lnTo>
                <a:cubicBezTo>
                  <a:pt x="89" y="124"/>
                  <a:pt x="97" y="97"/>
                  <a:pt x="133" y="88"/>
                </a:cubicBezTo>
                <a:cubicBezTo>
                  <a:pt x="142" y="88"/>
                  <a:pt x="168" y="88"/>
                  <a:pt x="186" y="88"/>
                </a:cubicBezTo>
                <a:cubicBezTo>
                  <a:pt x="186" y="150"/>
                  <a:pt x="186" y="150"/>
                  <a:pt x="186" y="150"/>
                </a:cubicBezTo>
                <a:lnTo>
                  <a:pt x="186" y="150"/>
                </a:lnTo>
                <a:cubicBezTo>
                  <a:pt x="186" y="160"/>
                  <a:pt x="195" y="160"/>
                  <a:pt x="195" y="160"/>
                </a:cubicBezTo>
                <a:cubicBezTo>
                  <a:pt x="195" y="160"/>
                  <a:pt x="195" y="160"/>
                  <a:pt x="195" y="150"/>
                </a:cubicBezTo>
                <a:cubicBezTo>
                  <a:pt x="354" y="0"/>
                  <a:pt x="354" y="0"/>
                  <a:pt x="354" y="0"/>
                </a:cubicBezTo>
                <a:cubicBezTo>
                  <a:pt x="248" y="0"/>
                  <a:pt x="248" y="0"/>
                  <a:pt x="248" y="0"/>
                </a:cubicBezTo>
                <a:cubicBezTo>
                  <a:pt x="133" y="0"/>
                  <a:pt x="133" y="0"/>
                  <a:pt x="133" y="0"/>
                </a:cubicBezTo>
                <a:cubicBezTo>
                  <a:pt x="44" y="0"/>
                  <a:pt x="0" y="53"/>
                  <a:pt x="0" y="150"/>
                </a:cubicBezTo>
                <a:cubicBezTo>
                  <a:pt x="0" y="354"/>
                  <a:pt x="0" y="354"/>
                  <a:pt x="0" y="354"/>
                </a:cubicBezTo>
                <a:cubicBezTo>
                  <a:pt x="89" y="266"/>
                  <a:pt x="89" y="266"/>
                  <a:pt x="89" y="266"/>
                </a:cubicBezTo>
                <a:lnTo>
                  <a:pt x="89" y="160"/>
                </a:lnTo>
                <a:close/>
                <a:moveTo>
                  <a:pt x="301" y="132"/>
                </a:moveTo>
                <a:lnTo>
                  <a:pt x="301" y="132"/>
                </a:lnTo>
                <a:cubicBezTo>
                  <a:pt x="301" y="239"/>
                  <a:pt x="301" y="239"/>
                  <a:pt x="301" y="239"/>
                </a:cubicBezTo>
                <a:cubicBezTo>
                  <a:pt x="301" y="275"/>
                  <a:pt x="293" y="301"/>
                  <a:pt x="256" y="310"/>
                </a:cubicBezTo>
                <a:cubicBezTo>
                  <a:pt x="248" y="310"/>
                  <a:pt x="221" y="310"/>
                  <a:pt x="203" y="310"/>
                </a:cubicBezTo>
                <a:cubicBezTo>
                  <a:pt x="203" y="248"/>
                  <a:pt x="203" y="248"/>
                  <a:pt x="203" y="248"/>
                </a:cubicBezTo>
                <a:lnTo>
                  <a:pt x="203" y="248"/>
                </a:lnTo>
                <a:cubicBezTo>
                  <a:pt x="203" y="239"/>
                  <a:pt x="195" y="239"/>
                  <a:pt x="195" y="239"/>
                </a:cubicBezTo>
                <a:lnTo>
                  <a:pt x="195" y="239"/>
                </a:lnTo>
                <a:cubicBezTo>
                  <a:pt x="35" y="398"/>
                  <a:pt x="35" y="398"/>
                  <a:pt x="35" y="398"/>
                </a:cubicBezTo>
                <a:cubicBezTo>
                  <a:pt x="142" y="398"/>
                  <a:pt x="142" y="398"/>
                  <a:pt x="142" y="398"/>
                </a:cubicBezTo>
                <a:cubicBezTo>
                  <a:pt x="256" y="398"/>
                  <a:pt x="256" y="398"/>
                  <a:pt x="256" y="398"/>
                </a:cubicBezTo>
                <a:cubicBezTo>
                  <a:pt x="346" y="398"/>
                  <a:pt x="390" y="345"/>
                  <a:pt x="390" y="248"/>
                </a:cubicBezTo>
                <a:cubicBezTo>
                  <a:pt x="390" y="44"/>
                  <a:pt x="390" y="44"/>
                  <a:pt x="390" y="44"/>
                </a:cubicBezTo>
                <a:lnTo>
                  <a:pt x="301" y="13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5" name="Freeform 61"/>
          <p:cNvSpPr/>
          <p:nvPr/>
        </p:nvSpPr>
        <p:spPr>
          <a:xfrm>
            <a:off x="8209080" y="2173320"/>
            <a:ext cx="266760" cy="270000"/>
          </a:xfrm>
          <a:custGeom>
            <a:avLst/>
            <a:gdLst/>
            <a:ahLst/>
            <a:rect l="l" t="t" r="r" b="b"/>
            <a:pathLst>
              <a:path w="496" h="498">
                <a:moveTo>
                  <a:pt x="433" y="311"/>
                </a:moveTo>
                <a:lnTo>
                  <a:pt x="433" y="311"/>
                </a:lnTo>
                <a:cubicBezTo>
                  <a:pt x="416" y="293"/>
                  <a:pt x="389" y="293"/>
                  <a:pt x="372" y="320"/>
                </a:cubicBezTo>
                <a:cubicBezTo>
                  <a:pt x="363" y="338"/>
                  <a:pt x="266" y="453"/>
                  <a:pt x="106" y="409"/>
                </a:cubicBezTo>
                <a:cubicBezTo>
                  <a:pt x="115" y="409"/>
                  <a:pt x="123" y="417"/>
                  <a:pt x="123" y="417"/>
                </a:cubicBezTo>
                <a:cubicBezTo>
                  <a:pt x="230" y="497"/>
                  <a:pt x="372" y="470"/>
                  <a:pt x="442" y="364"/>
                </a:cubicBezTo>
                <a:cubicBezTo>
                  <a:pt x="460" y="347"/>
                  <a:pt x="451" y="320"/>
                  <a:pt x="433" y="311"/>
                </a:cubicBezTo>
                <a:close/>
                <a:moveTo>
                  <a:pt x="132" y="293"/>
                </a:moveTo>
                <a:lnTo>
                  <a:pt x="132" y="293"/>
                </a:lnTo>
                <a:cubicBezTo>
                  <a:pt x="115" y="275"/>
                  <a:pt x="62" y="134"/>
                  <a:pt x="186" y="19"/>
                </a:cubicBezTo>
                <a:cubicBezTo>
                  <a:pt x="176" y="19"/>
                  <a:pt x="168" y="28"/>
                  <a:pt x="159" y="28"/>
                </a:cubicBezTo>
                <a:cubicBezTo>
                  <a:pt x="44" y="81"/>
                  <a:pt x="0" y="213"/>
                  <a:pt x="53" y="328"/>
                </a:cubicBezTo>
                <a:cubicBezTo>
                  <a:pt x="62" y="356"/>
                  <a:pt x="88" y="356"/>
                  <a:pt x="106" y="347"/>
                </a:cubicBezTo>
                <a:cubicBezTo>
                  <a:pt x="123" y="338"/>
                  <a:pt x="141" y="320"/>
                  <a:pt x="132" y="293"/>
                </a:cubicBezTo>
                <a:close/>
                <a:moveTo>
                  <a:pt x="274" y="9"/>
                </a:moveTo>
                <a:lnTo>
                  <a:pt x="274" y="9"/>
                </a:lnTo>
                <a:cubicBezTo>
                  <a:pt x="257" y="0"/>
                  <a:pt x="239" y="19"/>
                  <a:pt x="239" y="45"/>
                </a:cubicBezTo>
                <a:cubicBezTo>
                  <a:pt x="230" y="72"/>
                  <a:pt x="248" y="90"/>
                  <a:pt x="274" y="90"/>
                </a:cubicBezTo>
                <a:cubicBezTo>
                  <a:pt x="292" y="98"/>
                  <a:pt x="442" y="116"/>
                  <a:pt x="478" y="275"/>
                </a:cubicBezTo>
                <a:cubicBezTo>
                  <a:pt x="487" y="267"/>
                  <a:pt x="487" y="267"/>
                  <a:pt x="487" y="258"/>
                </a:cubicBezTo>
                <a:cubicBezTo>
                  <a:pt x="495" y="134"/>
                  <a:pt x="407" y="19"/>
                  <a:pt x="274" y="9"/>
                </a:cubicBezTo>
                <a:close/>
                <a:moveTo>
                  <a:pt x="176" y="249"/>
                </a:moveTo>
                <a:lnTo>
                  <a:pt x="176" y="249"/>
                </a:lnTo>
                <a:cubicBezTo>
                  <a:pt x="176" y="267"/>
                  <a:pt x="176" y="275"/>
                  <a:pt x="176" y="284"/>
                </a:cubicBezTo>
                <a:cubicBezTo>
                  <a:pt x="186" y="284"/>
                  <a:pt x="186" y="275"/>
                  <a:pt x="195" y="267"/>
                </a:cubicBezTo>
                <a:cubicBezTo>
                  <a:pt x="195" y="275"/>
                  <a:pt x="203" y="284"/>
                  <a:pt x="203" y="293"/>
                </a:cubicBezTo>
                <a:lnTo>
                  <a:pt x="195" y="303"/>
                </a:lnTo>
                <a:cubicBezTo>
                  <a:pt x="195" y="311"/>
                  <a:pt x="212" y="320"/>
                  <a:pt x="221" y="320"/>
                </a:cubicBezTo>
                <a:cubicBezTo>
                  <a:pt x="239" y="320"/>
                  <a:pt x="257" y="320"/>
                  <a:pt x="257" y="311"/>
                </a:cubicBezTo>
                <a:lnTo>
                  <a:pt x="257" y="311"/>
                </a:lnTo>
                <a:cubicBezTo>
                  <a:pt x="266" y="320"/>
                  <a:pt x="274" y="320"/>
                  <a:pt x="292" y="320"/>
                </a:cubicBezTo>
                <a:cubicBezTo>
                  <a:pt x="310" y="320"/>
                  <a:pt x="319" y="311"/>
                  <a:pt x="319" y="303"/>
                </a:cubicBezTo>
                <a:cubicBezTo>
                  <a:pt x="319" y="303"/>
                  <a:pt x="319" y="293"/>
                  <a:pt x="310" y="293"/>
                </a:cubicBezTo>
                <a:cubicBezTo>
                  <a:pt x="319" y="284"/>
                  <a:pt x="319" y="275"/>
                  <a:pt x="319" y="267"/>
                </a:cubicBezTo>
                <a:cubicBezTo>
                  <a:pt x="327" y="275"/>
                  <a:pt x="336" y="284"/>
                  <a:pt x="336" y="284"/>
                </a:cubicBezTo>
                <a:cubicBezTo>
                  <a:pt x="345" y="275"/>
                  <a:pt x="345" y="267"/>
                  <a:pt x="336" y="249"/>
                </a:cubicBezTo>
                <a:cubicBezTo>
                  <a:pt x="327" y="240"/>
                  <a:pt x="319" y="231"/>
                  <a:pt x="319" y="222"/>
                </a:cubicBezTo>
                <a:lnTo>
                  <a:pt x="319" y="222"/>
                </a:lnTo>
                <a:cubicBezTo>
                  <a:pt x="319" y="222"/>
                  <a:pt x="319" y="213"/>
                  <a:pt x="310" y="213"/>
                </a:cubicBezTo>
                <a:lnTo>
                  <a:pt x="310" y="213"/>
                </a:lnTo>
                <a:cubicBezTo>
                  <a:pt x="310" y="205"/>
                  <a:pt x="310" y="205"/>
                  <a:pt x="310" y="205"/>
                </a:cubicBezTo>
                <a:cubicBezTo>
                  <a:pt x="310" y="169"/>
                  <a:pt x="292" y="151"/>
                  <a:pt x="257" y="151"/>
                </a:cubicBezTo>
                <a:cubicBezTo>
                  <a:pt x="221" y="151"/>
                  <a:pt x="203" y="169"/>
                  <a:pt x="203" y="205"/>
                </a:cubicBezTo>
                <a:cubicBezTo>
                  <a:pt x="203" y="205"/>
                  <a:pt x="203" y="205"/>
                  <a:pt x="203" y="213"/>
                </a:cubicBezTo>
                <a:lnTo>
                  <a:pt x="203" y="213"/>
                </a:lnTo>
                <a:lnTo>
                  <a:pt x="195" y="222"/>
                </a:lnTo>
                <a:lnTo>
                  <a:pt x="195" y="222"/>
                </a:lnTo>
                <a:cubicBezTo>
                  <a:pt x="195" y="231"/>
                  <a:pt x="186" y="240"/>
                  <a:pt x="176" y="24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6" name="Freeform 62"/>
          <p:cNvSpPr/>
          <p:nvPr/>
        </p:nvSpPr>
        <p:spPr>
          <a:xfrm>
            <a:off x="6594480" y="2701800"/>
            <a:ext cx="279360" cy="265320"/>
          </a:xfrm>
          <a:custGeom>
            <a:avLst/>
            <a:gdLst/>
            <a:ahLst/>
            <a:rect l="l" t="t" r="r" b="b"/>
            <a:pathLst>
              <a:path w="515" h="488">
                <a:moveTo>
                  <a:pt x="248" y="434"/>
                </a:moveTo>
                <a:lnTo>
                  <a:pt x="248" y="434"/>
                </a:lnTo>
                <a:cubicBezTo>
                  <a:pt x="266" y="434"/>
                  <a:pt x="266" y="434"/>
                  <a:pt x="266" y="434"/>
                </a:cubicBezTo>
                <a:cubicBezTo>
                  <a:pt x="266" y="487"/>
                  <a:pt x="266" y="487"/>
                  <a:pt x="266" y="487"/>
                </a:cubicBezTo>
                <a:cubicBezTo>
                  <a:pt x="435" y="469"/>
                  <a:pt x="514" y="310"/>
                  <a:pt x="505" y="194"/>
                </a:cubicBezTo>
                <a:cubicBezTo>
                  <a:pt x="488" y="79"/>
                  <a:pt x="372" y="0"/>
                  <a:pt x="231" y="17"/>
                </a:cubicBezTo>
                <a:cubicBezTo>
                  <a:pt x="97" y="35"/>
                  <a:pt x="0" y="141"/>
                  <a:pt x="9" y="257"/>
                </a:cubicBezTo>
                <a:cubicBezTo>
                  <a:pt x="27" y="354"/>
                  <a:pt x="125" y="434"/>
                  <a:pt x="248" y="434"/>
                </a:cubicBezTo>
                <a:close/>
                <a:moveTo>
                  <a:pt x="399" y="319"/>
                </a:moveTo>
                <a:lnTo>
                  <a:pt x="399" y="319"/>
                </a:lnTo>
                <a:cubicBezTo>
                  <a:pt x="354" y="319"/>
                  <a:pt x="354" y="319"/>
                  <a:pt x="354" y="319"/>
                </a:cubicBezTo>
                <a:cubicBezTo>
                  <a:pt x="354" y="203"/>
                  <a:pt x="354" y="203"/>
                  <a:pt x="354" y="203"/>
                </a:cubicBezTo>
                <a:cubicBezTo>
                  <a:pt x="354" y="194"/>
                  <a:pt x="354" y="185"/>
                  <a:pt x="354" y="185"/>
                </a:cubicBezTo>
                <a:lnTo>
                  <a:pt x="346" y="177"/>
                </a:lnTo>
                <a:cubicBezTo>
                  <a:pt x="346" y="177"/>
                  <a:pt x="346" y="168"/>
                  <a:pt x="337" y="168"/>
                </a:cubicBezTo>
                <a:lnTo>
                  <a:pt x="328" y="168"/>
                </a:lnTo>
                <a:cubicBezTo>
                  <a:pt x="310" y="168"/>
                  <a:pt x="301" y="168"/>
                  <a:pt x="293" y="177"/>
                </a:cubicBezTo>
                <a:cubicBezTo>
                  <a:pt x="284" y="185"/>
                  <a:pt x="284" y="194"/>
                  <a:pt x="284" y="203"/>
                </a:cubicBezTo>
                <a:cubicBezTo>
                  <a:pt x="284" y="319"/>
                  <a:pt x="284" y="319"/>
                  <a:pt x="284" y="319"/>
                </a:cubicBezTo>
                <a:cubicBezTo>
                  <a:pt x="240" y="319"/>
                  <a:pt x="240" y="319"/>
                  <a:pt x="240" y="319"/>
                </a:cubicBezTo>
                <a:cubicBezTo>
                  <a:pt x="240" y="203"/>
                  <a:pt x="240" y="203"/>
                  <a:pt x="240" y="203"/>
                </a:cubicBezTo>
                <a:cubicBezTo>
                  <a:pt x="240" y="194"/>
                  <a:pt x="240" y="185"/>
                  <a:pt x="240" y="185"/>
                </a:cubicBezTo>
                <a:cubicBezTo>
                  <a:pt x="231" y="185"/>
                  <a:pt x="231" y="177"/>
                  <a:pt x="231" y="177"/>
                </a:cubicBezTo>
                <a:cubicBezTo>
                  <a:pt x="231" y="177"/>
                  <a:pt x="231" y="168"/>
                  <a:pt x="222" y="168"/>
                </a:cubicBezTo>
                <a:lnTo>
                  <a:pt x="213" y="168"/>
                </a:lnTo>
                <a:cubicBezTo>
                  <a:pt x="204" y="168"/>
                  <a:pt x="195" y="168"/>
                  <a:pt x="186" y="168"/>
                </a:cubicBezTo>
                <a:cubicBezTo>
                  <a:pt x="186" y="177"/>
                  <a:pt x="178" y="177"/>
                  <a:pt x="178" y="185"/>
                </a:cubicBezTo>
                <a:cubicBezTo>
                  <a:pt x="169" y="185"/>
                  <a:pt x="169" y="194"/>
                  <a:pt x="169" y="194"/>
                </a:cubicBezTo>
                <a:cubicBezTo>
                  <a:pt x="169" y="203"/>
                  <a:pt x="169" y="203"/>
                  <a:pt x="169" y="203"/>
                </a:cubicBezTo>
                <a:cubicBezTo>
                  <a:pt x="169" y="319"/>
                  <a:pt x="169" y="319"/>
                  <a:pt x="169" y="319"/>
                </a:cubicBezTo>
                <a:cubicBezTo>
                  <a:pt x="125" y="319"/>
                  <a:pt x="125" y="319"/>
                  <a:pt x="125" y="319"/>
                </a:cubicBezTo>
                <a:cubicBezTo>
                  <a:pt x="125" y="132"/>
                  <a:pt x="125" y="132"/>
                  <a:pt x="125" y="132"/>
                </a:cubicBezTo>
                <a:cubicBezTo>
                  <a:pt x="169" y="132"/>
                  <a:pt x="169" y="132"/>
                  <a:pt x="169" y="132"/>
                </a:cubicBezTo>
                <a:cubicBezTo>
                  <a:pt x="169" y="150"/>
                  <a:pt x="169" y="150"/>
                  <a:pt x="169" y="150"/>
                </a:cubicBezTo>
                <a:cubicBezTo>
                  <a:pt x="178" y="132"/>
                  <a:pt x="195" y="124"/>
                  <a:pt x="222" y="124"/>
                </a:cubicBezTo>
                <a:cubicBezTo>
                  <a:pt x="231" y="124"/>
                  <a:pt x="240" y="132"/>
                  <a:pt x="257" y="132"/>
                </a:cubicBezTo>
                <a:cubicBezTo>
                  <a:pt x="257" y="141"/>
                  <a:pt x="266" y="141"/>
                  <a:pt x="275" y="150"/>
                </a:cubicBezTo>
                <a:cubicBezTo>
                  <a:pt x="275" y="141"/>
                  <a:pt x="284" y="141"/>
                  <a:pt x="293" y="132"/>
                </a:cubicBezTo>
                <a:cubicBezTo>
                  <a:pt x="301" y="132"/>
                  <a:pt x="319" y="124"/>
                  <a:pt x="328" y="124"/>
                </a:cubicBezTo>
                <a:cubicBezTo>
                  <a:pt x="337" y="124"/>
                  <a:pt x="346" y="132"/>
                  <a:pt x="354" y="132"/>
                </a:cubicBezTo>
                <a:cubicBezTo>
                  <a:pt x="363" y="132"/>
                  <a:pt x="372" y="132"/>
                  <a:pt x="381" y="141"/>
                </a:cubicBezTo>
                <a:cubicBezTo>
                  <a:pt x="381" y="141"/>
                  <a:pt x="390" y="150"/>
                  <a:pt x="390" y="159"/>
                </a:cubicBezTo>
                <a:cubicBezTo>
                  <a:pt x="399" y="168"/>
                  <a:pt x="399" y="177"/>
                  <a:pt x="399" y="185"/>
                </a:cubicBezTo>
                <a:lnTo>
                  <a:pt x="399" y="31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7" name="Freeform 63"/>
          <p:cNvSpPr/>
          <p:nvPr/>
        </p:nvSpPr>
        <p:spPr>
          <a:xfrm>
            <a:off x="2841480" y="2711520"/>
            <a:ext cx="250920" cy="255600"/>
          </a:xfrm>
          <a:custGeom>
            <a:avLst/>
            <a:gdLst/>
            <a:ahLst/>
            <a:rect l="l" t="t" r="r" b="b"/>
            <a:pathLst>
              <a:path w="461" h="471">
                <a:moveTo>
                  <a:pt x="443" y="284"/>
                </a:moveTo>
                <a:lnTo>
                  <a:pt x="443" y="284"/>
                </a:lnTo>
                <a:cubicBezTo>
                  <a:pt x="452" y="266"/>
                  <a:pt x="452" y="257"/>
                  <a:pt x="452" y="240"/>
                </a:cubicBezTo>
                <a:cubicBezTo>
                  <a:pt x="452" y="115"/>
                  <a:pt x="354" y="9"/>
                  <a:pt x="231" y="9"/>
                </a:cubicBezTo>
                <a:cubicBezTo>
                  <a:pt x="221" y="9"/>
                  <a:pt x="203" y="18"/>
                  <a:pt x="194" y="18"/>
                </a:cubicBezTo>
                <a:cubicBezTo>
                  <a:pt x="177" y="0"/>
                  <a:pt x="150" y="0"/>
                  <a:pt x="124" y="0"/>
                </a:cubicBezTo>
                <a:cubicBezTo>
                  <a:pt x="62" y="0"/>
                  <a:pt x="0" y="54"/>
                  <a:pt x="0" y="124"/>
                </a:cubicBezTo>
                <a:cubicBezTo>
                  <a:pt x="0" y="151"/>
                  <a:pt x="9" y="168"/>
                  <a:pt x="18" y="196"/>
                </a:cubicBezTo>
                <a:cubicBezTo>
                  <a:pt x="18" y="204"/>
                  <a:pt x="18" y="221"/>
                  <a:pt x="18" y="240"/>
                </a:cubicBezTo>
                <a:cubicBezTo>
                  <a:pt x="18" y="364"/>
                  <a:pt x="115" y="461"/>
                  <a:pt x="231" y="461"/>
                </a:cubicBezTo>
                <a:cubicBezTo>
                  <a:pt x="248" y="461"/>
                  <a:pt x="256" y="461"/>
                  <a:pt x="275" y="461"/>
                </a:cubicBezTo>
                <a:cubicBezTo>
                  <a:pt x="292" y="470"/>
                  <a:pt x="310" y="470"/>
                  <a:pt x="328" y="470"/>
                </a:cubicBezTo>
                <a:cubicBezTo>
                  <a:pt x="399" y="470"/>
                  <a:pt x="460" y="417"/>
                  <a:pt x="460" y="346"/>
                </a:cubicBezTo>
                <a:cubicBezTo>
                  <a:pt x="460" y="319"/>
                  <a:pt x="452" y="302"/>
                  <a:pt x="443" y="284"/>
                </a:cubicBezTo>
                <a:close/>
                <a:moveTo>
                  <a:pt x="346" y="346"/>
                </a:moveTo>
                <a:lnTo>
                  <a:pt x="346" y="346"/>
                </a:lnTo>
                <a:cubicBezTo>
                  <a:pt x="337" y="355"/>
                  <a:pt x="319" y="372"/>
                  <a:pt x="301" y="381"/>
                </a:cubicBezTo>
                <a:cubicBezTo>
                  <a:pt x="284" y="390"/>
                  <a:pt x="256" y="390"/>
                  <a:pt x="231" y="390"/>
                </a:cubicBezTo>
                <a:cubicBezTo>
                  <a:pt x="203" y="390"/>
                  <a:pt x="177" y="381"/>
                  <a:pt x="150" y="372"/>
                </a:cubicBezTo>
                <a:cubicBezTo>
                  <a:pt x="141" y="364"/>
                  <a:pt x="124" y="355"/>
                  <a:pt x="115" y="337"/>
                </a:cubicBezTo>
                <a:cubicBezTo>
                  <a:pt x="106" y="328"/>
                  <a:pt x="106" y="311"/>
                  <a:pt x="106" y="302"/>
                </a:cubicBezTo>
                <a:cubicBezTo>
                  <a:pt x="106" y="293"/>
                  <a:pt x="106" y="284"/>
                  <a:pt x="115" y="284"/>
                </a:cubicBezTo>
                <a:cubicBezTo>
                  <a:pt x="115" y="275"/>
                  <a:pt x="124" y="275"/>
                  <a:pt x="133" y="275"/>
                </a:cubicBezTo>
                <a:cubicBezTo>
                  <a:pt x="141" y="275"/>
                  <a:pt x="150" y="275"/>
                  <a:pt x="150" y="275"/>
                </a:cubicBezTo>
                <a:cubicBezTo>
                  <a:pt x="159" y="284"/>
                  <a:pt x="168" y="293"/>
                  <a:pt x="168" y="293"/>
                </a:cubicBezTo>
                <a:cubicBezTo>
                  <a:pt x="168" y="311"/>
                  <a:pt x="177" y="311"/>
                  <a:pt x="177" y="319"/>
                </a:cubicBezTo>
                <a:cubicBezTo>
                  <a:pt x="186" y="328"/>
                  <a:pt x="194" y="328"/>
                  <a:pt x="194" y="337"/>
                </a:cubicBezTo>
                <a:cubicBezTo>
                  <a:pt x="203" y="337"/>
                  <a:pt x="212" y="337"/>
                  <a:pt x="231" y="337"/>
                </a:cubicBezTo>
                <a:cubicBezTo>
                  <a:pt x="248" y="337"/>
                  <a:pt x="265" y="337"/>
                  <a:pt x="275" y="328"/>
                </a:cubicBezTo>
                <a:cubicBezTo>
                  <a:pt x="284" y="319"/>
                  <a:pt x="292" y="311"/>
                  <a:pt x="292" y="302"/>
                </a:cubicBezTo>
                <a:cubicBezTo>
                  <a:pt x="292" y="293"/>
                  <a:pt x="284" y="284"/>
                  <a:pt x="284" y="275"/>
                </a:cubicBezTo>
                <a:cubicBezTo>
                  <a:pt x="275" y="275"/>
                  <a:pt x="265" y="266"/>
                  <a:pt x="256" y="266"/>
                </a:cubicBezTo>
                <a:cubicBezTo>
                  <a:pt x="248" y="266"/>
                  <a:pt x="239" y="257"/>
                  <a:pt x="221" y="257"/>
                </a:cubicBezTo>
                <a:cubicBezTo>
                  <a:pt x="194" y="249"/>
                  <a:pt x="177" y="249"/>
                  <a:pt x="159" y="240"/>
                </a:cubicBezTo>
                <a:cubicBezTo>
                  <a:pt x="141" y="231"/>
                  <a:pt x="133" y="221"/>
                  <a:pt x="124" y="213"/>
                </a:cubicBezTo>
                <a:cubicBezTo>
                  <a:pt x="115" y="196"/>
                  <a:pt x="106" y="186"/>
                  <a:pt x="106" y="168"/>
                </a:cubicBezTo>
                <a:cubicBezTo>
                  <a:pt x="106" y="151"/>
                  <a:pt x="115" y="133"/>
                  <a:pt x="124" y="115"/>
                </a:cubicBezTo>
                <a:cubicBezTo>
                  <a:pt x="133" y="107"/>
                  <a:pt x="150" y="98"/>
                  <a:pt x="168" y="89"/>
                </a:cubicBezTo>
                <a:cubicBezTo>
                  <a:pt x="186" y="80"/>
                  <a:pt x="203" y="80"/>
                  <a:pt x="231" y="80"/>
                </a:cubicBezTo>
                <a:cubicBezTo>
                  <a:pt x="248" y="80"/>
                  <a:pt x="265" y="80"/>
                  <a:pt x="284" y="89"/>
                </a:cubicBezTo>
                <a:cubicBezTo>
                  <a:pt x="292" y="89"/>
                  <a:pt x="310" y="98"/>
                  <a:pt x="319" y="107"/>
                </a:cubicBezTo>
                <a:cubicBezTo>
                  <a:pt x="328" y="115"/>
                  <a:pt x="337" y="124"/>
                  <a:pt x="337" y="133"/>
                </a:cubicBezTo>
                <a:cubicBezTo>
                  <a:pt x="346" y="142"/>
                  <a:pt x="346" y="142"/>
                  <a:pt x="346" y="151"/>
                </a:cubicBezTo>
                <a:cubicBezTo>
                  <a:pt x="346" y="160"/>
                  <a:pt x="346" y="168"/>
                  <a:pt x="337" y="177"/>
                </a:cubicBezTo>
                <a:cubicBezTo>
                  <a:pt x="328" y="186"/>
                  <a:pt x="319" y="186"/>
                  <a:pt x="310" y="186"/>
                </a:cubicBezTo>
                <a:cubicBezTo>
                  <a:pt x="310" y="186"/>
                  <a:pt x="301" y="186"/>
                  <a:pt x="292" y="177"/>
                </a:cubicBezTo>
                <a:cubicBezTo>
                  <a:pt x="292" y="177"/>
                  <a:pt x="284" y="168"/>
                  <a:pt x="284" y="160"/>
                </a:cubicBezTo>
                <a:cubicBezTo>
                  <a:pt x="275" y="151"/>
                  <a:pt x="275" y="142"/>
                  <a:pt x="265" y="133"/>
                </a:cubicBezTo>
                <a:cubicBezTo>
                  <a:pt x="256" y="133"/>
                  <a:pt x="239" y="124"/>
                  <a:pt x="231" y="124"/>
                </a:cubicBezTo>
                <a:cubicBezTo>
                  <a:pt x="212" y="124"/>
                  <a:pt x="194" y="133"/>
                  <a:pt x="186" y="142"/>
                </a:cubicBezTo>
                <a:cubicBezTo>
                  <a:pt x="177" y="142"/>
                  <a:pt x="177" y="151"/>
                  <a:pt x="177" y="160"/>
                </a:cubicBezTo>
                <a:cubicBezTo>
                  <a:pt x="177" y="168"/>
                  <a:pt x="177" y="168"/>
                  <a:pt x="177" y="168"/>
                </a:cubicBezTo>
                <a:cubicBezTo>
                  <a:pt x="186" y="177"/>
                  <a:pt x="186" y="177"/>
                  <a:pt x="194" y="186"/>
                </a:cubicBezTo>
                <a:cubicBezTo>
                  <a:pt x="194" y="186"/>
                  <a:pt x="203" y="186"/>
                  <a:pt x="212" y="186"/>
                </a:cubicBezTo>
                <a:cubicBezTo>
                  <a:pt x="212" y="196"/>
                  <a:pt x="231" y="196"/>
                  <a:pt x="239" y="196"/>
                </a:cubicBezTo>
                <a:cubicBezTo>
                  <a:pt x="256" y="204"/>
                  <a:pt x="275" y="204"/>
                  <a:pt x="292" y="213"/>
                </a:cubicBezTo>
                <a:cubicBezTo>
                  <a:pt x="301" y="213"/>
                  <a:pt x="319" y="221"/>
                  <a:pt x="328" y="231"/>
                </a:cubicBezTo>
                <a:cubicBezTo>
                  <a:pt x="337" y="231"/>
                  <a:pt x="346" y="240"/>
                  <a:pt x="354" y="257"/>
                </a:cubicBezTo>
                <a:cubicBezTo>
                  <a:pt x="354" y="266"/>
                  <a:pt x="363" y="275"/>
                  <a:pt x="363" y="293"/>
                </a:cubicBezTo>
                <a:cubicBezTo>
                  <a:pt x="363" y="311"/>
                  <a:pt x="354" y="328"/>
                  <a:pt x="346" y="34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8" name="Freeform 64"/>
          <p:cNvSpPr/>
          <p:nvPr/>
        </p:nvSpPr>
        <p:spPr>
          <a:xfrm>
            <a:off x="5533920" y="2716200"/>
            <a:ext cx="250920" cy="246240"/>
          </a:xfrm>
          <a:custGeom>
            <a:avLst/>
            <a:gdLst/>
            <a:ahLst/>
            <a:rect l="l" t="t" r="r" b="b"/>
            <a:pathLst>
              <a:path w="461" h="453">
                <a:moveTo>
                  <a:pt x="124" y="27"/>
                </a:moveTo>
                <a:lnTo>
                  <a:pt x="124" y="27"/>
                </a:lnTo>
                <a:cubicBezTo>
                  <a:pt x="53" y="62"/>
                  <a:pt x="0" y="142"/>
                  <a:pt x="0" y="222"/>
                </a:cubicBezTo>
                <a:cubicBezTo>
                  <a:pt x="0" y="240"/>
                  <a:pt x="0" y="257"/>
                  <a:pt x="9" y="275"/>
                </a:cubicBezTo>
                <a:cubicBezTo>
                  <a:pt x="204" y="98"/>
                  <a:pt x="204" y="98"/>
                  <a:pt x="204" y="98"/>
                </a:cubicBezTo>
                <a:cubicBezTo>
                  <a:pt x="186" y="71"/>
                  <a:pt x="124" y="27"/>
                  <a:pt x="124" y="27"/>
                </a:cubicBezTo>
                <a:close/>
                <a:moveTo>
                  <a:pt x="328" y="18"/>
                </a:moveTo>
                <a:lnTo>
                  <a:pt x="328" y="18"/>
                </a:lnTo>
                <a:cubicBezTo>
                  <a:pt x="293" y="0"/>
                  <a:pt x="266" y="0"/>
                  <a:pt x="231" y="0"/>
                </a:cubicBezTo>
                <a:cubicBezTo>
                  <a:pt x="204" y="0"/>
                  <a:pt x="186" y="0"/>
                  <a:pt x="160" y="9"/>
                </a:cubicBezTo>
                <a:cubicBezTo>
                  <a:pt x="328" y="159"/>
                  <a:pt x="328" y="159"/>
                  <a:pt x="328" y="159"/>
                </a:cubicBezTo>
                <a:lnTo>
                  <a:pt x="328" y="18"/>
                </a:lnTo>
                <a:close/>
                <a:moveTo>
                  <a:pt x="363" y="36"/>
                </a:moveTo>
                <a:lnTo>
                  <a:pt x="363" y="36"/>
                </a:lnTo>
                <a:cubicBezTo>
                  <a:pt x="363" y="302"/>
                  <a:pt x="363" y="302"/>
                  <a:pt x="363" y="302"/>
                </a:cubicBezTo>
                <a:cubicBezTo>
                  <a:pt x="443" y="302"/>
                  <a:pt x="443" y="302"/>
                  <a:pt x="443" y="302"/>
                </a:cubicBezTo>
                <a:cubicBezTo>
                  <a:pt x="452" y="275"/>
                  <a:pt x="460" y="248"/>
                  <a:pt x="460" y="222"/>
                </a:cubicBezTo>
                <a:cubicBezTo>
                  <a:pt x="460" y="151"/>
                  <a:pt x="416" y="80"/>
                  <a:pt x="363" y="36"/>
                </a:cubicBezTo>
                <a:close/>
                <a:moveTo>
                  <a:pt x="18" y="310"/>
                </a:moveTo>
                <a:lnTo>
                  <a:pt x="18" y="310"/>
                </a:lnTo>
                <a:cubicBezTo>
                  <a:pt x="35" y="355"/>
                  <a:pt x="62" y="390"/>
                  <a:pt x="106" y="417"/>
                </a:cubicBezTo>
                <a:cubicBezTo>
                  <a:pt x="106" y="231"/>
                  <a:pt x="106" y="231"/>
                  <a:pt x="106" y="231"/>
                </a:cubicBezTo>
                <a:cubicBezTo>
                  <a:pt x="53" y="284"/>
                  <a:pt x="53" y="284"/>
                  <a:pt x="53" y="284"/>
                </a:cubicBezTo>
                <a:cubicBezTo>
                  <a:pt x="35" y="293"/>
                  <a:pt x="18" y="310"/>
                  <a:pt x="18" y="310"/>
                </a:cubicBezTo>
                <a:close/>
                <a:moveTo>
                  <a:pt x="133" y="434"/>
                </a:moveTo>
                <a:lnTo>
                  <a:pt x="133" y="434"/>
                </a:lnTo>
                <a:cubicBezTo>
                  <a:pt x="160" y="443"/>
                  <a:pt x="186" y="452"/>
                  <a:pt x="213" y="452"/>
                </a:cubicBezTo>
                <a:cubicBezTo>
                  <a:pt x="248" y="452"/>
                  <a:pt x="248" y="452"/>
                  <a:pt x="248" y="452"/>
                </a:cubicBezTo>
                <a:cubicBezTo>
                  <a:pt x="328" y="443"/>
                  <a:pt x="390" y="399"/>
                  <a:pt x="434" y="337"/>
                </a:cubicBezTo>
                <a:cubicBezTo>
                  <a:pt x="133" y="337"/>
                  <a:pt x="133" y="337"/>
                  <a:pt x="133" y="337"/>
                </a:cubicBezTo>
                <a:lnTo>
                  <a:pt x="133" y="43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9" name="Freeform 65"/>
          <p:cNvSpPr/>
          <p:nvPr/>
        </p:nvSpPr>
        <p:spPr>
          <a:xfrm>
            <a:off x="4986360" y="2225520"/>
            <a:ext cx="270000" cy="150840"/>
          </a:xfrm>
          <a:custGeom>
            <a:avLst/>
            <a:gdLst/>
            <a:ahLst/>
            <a:rect l="l" t="t" r="r" b="b"/>
            <a:pathLst>
              <a:path w="497" h="276">
                <a:moveTo>
                  <a:pt x="195" y="205"/>
                </a:moveTo>
                <a:lnTo>
                  <a:pt x="195" y="205"/>
                </a:lnTo>
                <a:cubicBezTo>
                  <a:pt x="186" y="213"/>
                  <a:pt x="168" y="230"/>
                  <a:pt x="133" y="230"/>
                </a:cubicBezTo>
                <a:cubicBezTo>
                  <a:pt x="89" y="230"/>
                  <a:pt x="53" y="195"/>
                  <a:pt x="53" y="142"/>
                </a:cubicBezTo>
                <a:cubicBezTo>
                  <a:pt x="53" y="71"/>
                  <a:pt x="97" y="45"/>
                  <a:pt x="133" y="45"/>
                </a:cubicBezTo>
                <a:cubicBezTo>
                  <a:pt x="186" y="45"/>
                  <a:pt x="195" y="80"/>
                  <a:pt x="212" y="115"/>
                </a:cubicBezTo>
                <a:cubicBezTo>
                  <a:pt x="230" y="177"/>
                  <a:pt x="230" y="177"/>
                  <a:pt x="230" y="177"/>
                </a:cubicBezTo>
                <a:cubicBezTo>
                  <a:pt x="248" y="230"/>
                  <a:pt x="284" y="275"/>
                  <a:pt x="381" y="275"/>
                </a:cubicBezTo>
                <a:cubicBezTo>
                  <a:pt x="452" y="275"/>
                  <a:pt x="496" y="258"/>
                  <a:pt x="496" y="195"/>
                </a:cubicBezTo>
                <a:cubicBezTo>
                  <a:pt x="496" y="151"/>
                  <a:pt x="469" y="124"/>
                  <a:pt x="425" y="115"/>
                </a:cubicBezTo>
                <a:cubicBezTo>
                  <a:pt x="381" y="107"/>
                  <a:pt x="381" y="107"/>
                  <a:pt x="381" y="107"/>
                </a:cubicBezTo>
                <a:cubicBezTo>
                  <a:pt x="363" y="98"/>
                  <a:pt x="354" y="89"/>
                  <a:pt x="354" y="71"/>
                </a:cubicBezTo>
                <a:cubicBezTo>
                  <a:pt x="354" y="53"/>
                  <a:pt x="363" y="45"/>
                  <a:pt x="390" y="45"/>
                </a:cubicBezTo>
                <a:cubicBezTo>
                  <a:pt x="416" y="45"/>
                  <a:pt x="434" y="53"/>
                  <a:pt x="434" y="80"/>
                </a:cubicBezTo>
                <a:cubicBezTo>
                  <a:pt x="496" y="71"/>
                  <a:pt x="496" y="71"/>
                  <a:pt x="496" y="71"/>
                </a:cubicBezTo>
                <a:cubicBezTo>
                  <a:pt x="487" y="18"/>
                  <a:pt x="452" y="0"/>
                  <a:pt x="399" y="0"/>
                </a:cubicBezTo>
                <a:cubicBezTo>
                  <a:pt x="346" y="0"/>
                  <a:pt x="293" y="18"/>
                  <a:pt x="293" y="80"/>
                </a:cubicBezTo>
                <a:cubicBezTo>
                  <a:pt x="293" y="115"/>
                  <a:pt x="309" y="142"/>
                  <a:pt x="363" y="151"/>
                </a:cubicBezTo>
                <a:cubicBezTo>
                  <a:pt x="399" y="160"/>
                  <a:pt x="399" y="160"/>
                  <a:pt x="399" y="160"/>
                </a:cubicBezTo>
                <a:cubicBezTo>
                  <a:pt x="425" y="169"/>
                  <a:pt x="434" y="186"/>
                  <a:pt x="434" y="195"/>
                </a:cubicBezTo>
                <a:cubicBezTo>
                  <a:pt x="434" y="222"/>
                  <a:pt x="416" y="230"/>
                  <a:pt x="381" y="230"/>
                </a:cubicBezTo>
                <a:cubicBezTo>
                  <a:pt x="319" y="230"/>
                  <a:pt x="293" y="195"/>
                  <a:pt x="284" y="160"/>
                </a:cubicBezTo>
                <a:cubicBezTo>
                  <a:pt x="256" y="98"/>
                  <a:pt x="256" y="98"/>
                  <a:pt x="256" y="98"/>
                </a:cubicBezTo>
                <a:cubicBezTo>
                  <a:pt x="239" y="27"/>
                  <a:pt x="212" y="0"/>
                  <a:pt x="133" y="0"/>
                </a:cubicBezTo>
                <a:cubicBezTo>
                  <a:pt x="62" y="0"/>
                  <a:pt x="0" y="53"/>
                  <a:pt x="0" y="142"/>
                </a:cubicBezTo>
                <a:cubicBezTo>
                  <a:pt x="0" y="230"/>
                  <a:pt x="62" y="275"/>
                  <a:pt x="133" y="275"/>
                </a:cubicBezTo>
                <a:cubicBezTo>
                  <a:pt x="177" y="275"/>
                  <a:pt x="203" y="258"/>
                  <a:pt x="212" y="249"/>
                </a:cubicBezTo>
                <a:lnTo>
                  <a:pt x="195" y="205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0" name="Freeform 66"/>
          <p:cNvSpPr/>
          <p:nvPr/>
        </p:nvSpPr>
        <p:spPr>
          <a:xfrm>
            <a:off x="5529240" y="2173320"/>
            <a:ext cx="260280" cy="255600"/>
          </a:xfrm>
          <a:custGeom>
            <a:avLst/>
            <a:gdLst/>
            <a:ahLst/>
            <a:rect l="l" t="t" r="r" b="b"/>
            <a:pathLst>
              <a:path w="479" h="471">
                <a:moveTo>
                  <a:pt x="240" y="0"/>
                </a:moveTo>
                <a:lnTo>
                  <a:pt x="240" y="0"/>
                </a:lnTo>
                <a:cubicBezTo>
                  <a:pt x="106" y="0"/>
                  <a:pt x="0" y="107"/>
                  <a:pt x="0" y="231"/>
                </a:cubicBezTo>
                <a:cubicBezTo>
                  <a:pt x="0" y="364"/>
                  <a:pt x="106" y="470"/>
                  <a:pt x="240" y="470"/>
                </a:cubicBezTo>
                <a:cubicBezTo>
                  <a:pt x="372" y="470"/>
                  <a:pt x="478" y="364"/>
                  <a:pt x="478" y="231"/>
                </a:cubicBezTo>
                <a:cubicBezTo>
                  <a:pt x="478" y="107"/>
                  <a:pt x="372" y="0"/>
                  <a:pt x="240" y="0"/>
                </a:cubicBezTo>
                <a:close/>
                <a:moveTo>
                  <a:pt x="302" y="303"/>
                </a:moveTo>
                <a:lnTo>
                  <a:pt x="302" y="303"/>
                </a:lnTo>
                <a:cubicBezTo>
                  <a:pt x="257" y="303"/>
                  <a:pt x="240" y="284"/>
                  <a:pt x="230" y="258"/>
                </a:cubicBezTo>
                <a:cubicBezTo>
                  <a:pt x="222" y="222"/>
                  <a:pt x="222" y="222"/>
                  <a:pt x="222" y="222"/>
                </a:cubicBezTo>
                <a:cubicBezTo>
                  <a:pt x="213" y="205"/>
                  <a:pt x="204" y="187"/>
                  <a:pt x="186" y="187"/>
                </a:cubicBezTo>
                <a:cubicBezTo>
                  <a:pt x="169" y="187"/>
                  <a:pt x="142" y="205"/>
                  <a:pt x="142" y="240"/>
                </a:cubicBezTo>
                <a:cubicBezTo>
                  <a:pt x="142" y="267"/>
                  <a:pt x="159" y="284"/>
                  <a:pt x="177" y="284"/>
                </a:cubicBezTo>
                <a:cubicBezTo>
                  <a:pt x="195" y="284"/>
                  <a:pt x="204" y="275"/>
                  <a:pt x="213" y="267"/>
                </a:cubicBezTo>
                <a:cubicBezTo>
                  <a:pt x="222" y="293"/>
                  <a:pt x="222" y="293"/>
                  <a:pt x="222" y="293"/>
                </a:cubicBezTo>
                <a:cubicBezTo>
                  <a:pt x="213" y="293"/>
                  <a:pt x="204" y="303"/>
                  <a:pt x="177" y="303"/>
                </a:cubicBezTo>
                <a:cubicBezTo>
                  <a:pt x="151" y="303"/>
                  <a:pt x="115" y="284"/>
                  <a:pt x="115" y="240"/>
                </a:cubicBezTo>
                <a:cubicBezTo>
                  <a:pt x="115" y="196"/>
                  <a:pt x="151" y="160"/>
                  <a:pt x="177" y="160"/>
                </a:cubicBezTo>
                <a:cubicBezTo>
                  <a:pt x="222" y="160"/>
                  <a:pt x="230" y="178"/>
                  <a:pt x="249" y="213"/>
                </a:cubicBezTo>
                <a:cubicBezTo>
                  <a:pt x="257" y="249"/>
                  <a:pt x="257" y="249"/>
                  <a:pt x="257" y="249"/>
                </a:cubicBezTo>
                <a:cubicBezTo>
                  <a:pt x="266" y="267"/>
                  <a:pt x="275" y="284"/>
                  <a:pt x="310" y="284"/>
                </a:cubicBezTo>
                <a:cubicBezTo>
                  <a:pt x="328" y="284"/>
                  <a:pt x="337" y="275"/>
                  <a:pt x="337" y="267"/>
                </a:cubicBezTo>
                <a:cubicBezTo>
                  <a:pt x="337" y="258"/>
                  <a:pt x="328" y="249"/>
                  <a:pt x="319" y="249"/>
                </a:cubicBezTo>
                <a:cubicBezTo>
                  <a:pt x="293" y="240"/>
                  <a:pt x="293" y="240"/>
                  <a:pt x="293" y="240"/>
                </a:cubicBezTo>
                <a:cubicBezTo>
                  <a:pt x="275" y="240"/>
                  <a:pt x="266" y="222"/>
                  <a:pt x="266" y="205"/>
                </a:cubicBezTo>
                <a:cubicBezTo>
                  <a:pt x="266" y="178"/>
                  <a:pt x="293" y="160"/>
                  <a:pt x="319" y="160"/>
                </a:cubicBezTo>
                <a:cubicBezTo>
                  <a:pt x="346" y="160"/>
                  <a:pt x="363" y="178"/>
                  <a:pt x="363" y="205"/>
                </a:cubicBezTo>
                <a:cubicBezTo>
                  <a:pt x="337" y="205"/>
                  <a:pt x="337" y="205"/>
                  <a:pt x="337" y="205"/>
                </a:cubicBezTo>
                <a:cubicBezTo>
                  <a:pt x="337" y="196"/>
                  <a:pt x="328" y="187"/>
                  <a:pt x="310" y="187"/>
                </a:cubicBezTo>
                <a:cubicBezTo>
                  <a:pt x="302" y="187"/>
                  <a:pt x="293" y="196"/>
                  <a:pt x="293" y="205"/>
                </a:cubicBezTo>
                <a:cubicBezTo>
                  <a:pt x="293" y="213"/>
                  <a:pt x="293" y="213"/>
                  <a:pt x="310" y="222"/>
                </a:cubicBezTo>
                <a:cubicBezTo>
                  <a:pt x="328" y="222"/>
                  <a:pt x="328" y="222"/>
                  <a:pt x="328" y="222"/>
                </a:cubicBezTo>
                <a:cubicBezTo>
                  <a:pt x="355" y="231"/>
                  <a:pt x="363" y="240"/>
                  <a:pt x="363" y="267"/>
                </a:cubicBezTo>
                <a:cubicBezTo>
                  <a:pt x="363" y="293"/>
                  <a:pt x="337" y="303"/>
                  <a:pt x="302" y="30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1" name="Freeform 67"/>
          <p:cNvSpPr/>
          <p:nvPr/>
        </p:nvSpPr>
        <p:spPr>
          <a:xfrm>
            <a:off x="3908520" y="2197080"/>
            <a:ext cx="269640" cy="208080"/>
          </a:xfrm>
          <a:custGeom>
            <a:avLst/>
            <a:gdLst/>
            <a:ahLst/>
            <a:rect l="l" t="t" r="r" b="b"/>
            <a:pathLst>
              <a:path w="497" h="382">
                <a:moveTo>
                  <a:pt x="275" y="142"/>
                </a:moveTo>
                <a:lnTo>
                  <a:pt x="275" y="142"/>
                </a:lnTo>
                <a:cubicBezTo>
                  <a:pt x="310" y="160"/>
                  <a:pt x="310" y="160"/>
                  <a:pt x="310" y="160"/>
                </a:cubicBezTo>
                <a:cubicBezTo>
                  <a:pt x="354" y="142"/>
                  <a:pt x="354" y="142"/>
                  <a:pt x="354" y="142"/>
                </a:cubicBezTo>
                <a:cubicBezTo>
                  <a:pt x="354" y="115"/>
                  <a:pt x="354" y="115"/>
                  <a:pt x="354" y="115"/>
                </a:cubicBezTo>
                <a:cubicBezTo>
                  <a:pt x="354" y="53"/>
                  <a:pt x="310" y="0"/>
                  <a:pt x="248" y="0"/>
                </a:cubicBezTo>
                <a:cubicBezTo>
                  <a:pt x="186" y="0"/>
                  <a:pt x="132" y="53"/>
                  <a:pt x="132" y="115"/>
                </a:cubicBezTo>
                <a:cubicBezTo>
                  <a:pt x="132" y="266"/>
                  <a:pt x="132" y="266"/>
                  <a:pt x="132" y="266"/>
                </a:cubicBezTo>
                <a:cubicBezTo>
                  <a:pt x="132" y="283"/>
                  <a:pt x="124" y="293"/>
                  <a:pt x="107" y="293"/>
                </a:cubicBezTo>
                <a:cubicBezTo>
                  <a:pt x="97" y="293"/>
                  <a:pt x="88" y="283"/>
                  <a:pt x="88" y="266"/>
                </a:cubicBezTo>
                <a:cubicBezTo>
                  <a:pt x="88" y="204"/>
                  <a:pt x="88" y="204"/>
                  <a:pt x="88" y="204"/>
                </a:cubicBezTo>
                <a:cubicBezTo>
                  <a:pt x="0" y="204"/>
                  <a:pt x="0" y="204"/>
                  <a:pt x="0" y="204"/>
                </a:cubicBezTo>
                <a:cubicBezTo>
                  <a:pt x="0" y="266"/>
                  <a:pt x="0" y="266"/>
                  <a:pt x="0" y="266"/>
                </a:cubicBezTo>
                <a:cubicBezTo>
                  <a:pt x="0" y="328"/>
                  <a:pt x="53" y="381"/>
                  <a:pt x="107" y="381"/>
                </a:cubicBezTo>
                <a:cubicBezTo>
                  <a:pt x="169" y="381"/>
                  <a:pt x="222" y="328"/>
                  <a:pt x="222" y="266"/>
                </a:cubicBezTo>
                <a:cubicBezTo>
                  <a:pt x="222" y="115"/>
                  <a:pt x="222" y="115"/>
                  <a:pt x="222" y="115"/>
                </a:cubicBezTo>
                <a:cubicBezTo>
                  <a:pt x="222" y="98"/>
                  <a:pt x="230" y="89"/>
                  <a:pt x="248" y="89"/>
                </a:cubicBezTo>
                <a:cubicBezTo>
                  <a:pt x="266" y="89"/>
                  <a:pt x="275" y="98"/>
                  <a:pt x="275" y="115"/>
                </a:cubicBezTo>
                <a:lnTo>
                  <a:pt x="275" y="142"/>
                </a:lnTo>
                <a:close/>
                <a:moveTo>
                  <a:pt x="407" y="204"/>
                </a:moveTo>
                <a:lnTo>
                  <a:pt x="407" y="204"/>
                </a:lnTo>
                <a:cubicBezTo>
                  <a:pt x="407" y="266"/>
                  <a:pt x="407" y="266"/>
                  <a:pt x="407" y="266"/>
                </a:cubicBezTo>
                <a:cubicBezTo>
                  <a:pt x="407" y="283"/>
                  <a:pt x="399" y="293"/>
                  <a:pt x="381" y="293"/>
                </a:cubicBezTo>
                <a:cubicBezTo>
                  <a:pt x="372" y="293"/>
                  <a:pt x="354" y="283"/>
                  <a:pt x="354" y="266"/>
                </a:cubicBezTo>
                <a:cubicBezTo>
                  <a:pt x="354" y="204"/>
                  <a:pt x="354" y="204"/>
                  <a:pt x="354" y="204"/>
                </a:cubicBezTo>
                <a:cubicBezTo>
                  <a:pt x="310" y="222"/>
                  <a:pt x="310" y="222"/>
                  <a:pt x="310" y="222"/>
                </a:cubicBezTo>
                <a:cubicBezTo>
                  <a:pt x="275" y="204"/>
                  <a:pt x="275" y="204"/>
                  <a:pt x="275" y="204"/>
                </a:cubicBezTo>
                <a:cubicBezTo>
                  <a:pt x="275" y="266"/>
                  <a:pt x="275" y="266"/>
                  <a:pt x="275" y="266"/>
                </a:cubicBezTo>
                <a:cubicBezTo>
                  <a:pt x="275" y="328"/>
                  <a:pt x="328" y="381"/>
                  <a:pt x="381" y="381"/>
                </a:cubicBezTo>
                <a:cubicBezTo>
                  <a:pt x="443" y="381"/>
                  <a:pt x="496" y="328"/>
                  <a:pt x="496" y="266"/>
                </a:cubicBezTo>
                <a:cubicBezTo>
                  <a:pt x="496" y="204"/>
                  <a:pt x="496" y="204"/>
                  <a:pt x="496" y="204"/>
                </a:cubicBezTo>
                <a:lnTo>
                  <a:pt x="407" y="20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2" name="Freeform 68"/>
          <p:cNvSpPr/>
          <p:nvPr/>
        </p:nvSpPr>
        <p:spPr>
          <a:xfrm>
            <a:off x="2841480" y="2178000"/>
            <a:ext cx="250920" cy="246240"/>
          </a:xfrm>
          <a:custGeom>
            <a:avLst/>
            <a:gdLst/>
            <a:ahLst/>
            <a:rect l="l" t="t" r="r" b="b"/>
            <a:pathLst>
              <a:path w="461" h="454">
                <a:moveTo>
                  <a:pt x="221" y="160"/>
                </a:moveTo>
                <a:lnTo>
                  <a:pt x="221" y="160"/>
                </a:lnTo>
                <a:cubicBezTo>
                  <a:pt x="186" y="98"/>
                  <a:pt x="150" y="54"/>
                  <a:pt x="150" y="54"/>
                </a:cubicBezTo>
                <a:cubicBezTo>
                  <a:pt x="88" y="72"/>
                  <a:pt x="53" y="125"/>
                  <a:pt x="35" y="187"/>
                </a:cubicBezTo>
                <a:cubicBezTo>
                  <a:pt x="44" y="187"/>
                  <a:pt x="124" y="187"/>
                  <a:pt x="221" y="160"/>
                </a:cubicBezTo>
                <a:close/>
                <a:moveTo>
                  <a:pt x="239" y="231"/>
                </a:moveTo>
                <a:lnTo>
                  <a:pt x="239" y="231"/>
                </a:lnTo>
                <a:cubicBezTo>
                  <a:pt x="248" y="222"/>
                  <a:pt x="248" y="222"/>
                  <a:pt x="248" y="222"/>
                </a:cubicBezTo>
                <a:cubicBezTo>
                  <a:pt x="248" y="213"/>
                  <a:pt x="239" y="204"/>
                  <a:pt x="239" y="196"/>
                </a:cubicBezTo>
                <a:cubicBezTo>
                  <a:pt x="133" y="222"/>
                  <a:pt x="35" y="222"/>
                  <a:pt x="35" y="222"/>
                </a:cubicBezTo>
                <a:lnTo>
                  <a:pt x="35" y="222"/>
                </a:lnTo>
                <a:cubicBezTo>
                  <a:pt x="35" y="275"/>
                  <a:pt x="53" y="319"/>
                  <a:pt x="88" y="355"/>
                </a:cubicBezTo>
                <a:lnTo>
                  <a:pt x="88" y="355"/>
                </a:lnTo>
                <a:cubicBezTo>
                  <a:pt x="88" y="355"/>
                  <a:pt x="141" y="258"/>
                  <a:pt x="239" y="231"/>
                </a:cubicBezTo>
                <a:close/>
                <a:moveTo>
                  <a:pt x="106" y="382"/>
                </a:moveTo>
                <a:lnTo>
                  <a:pt x="106" y="382"/>
                </a:lnTo>
                <a:lnTo>
                  <a:pt x="106" y="382"/>
                </a:lnTo>
                <a:cubicBezTo>
                  <a:pt x="106" y="382"/>
                  <a:pt x="106" y="382"/>
                  <a:pt x="106" y="373"/>
                </a:cubicBezTo>
                <a:cubicBezTo>
                  <a:pt x="106" y="382"/>
                  <a:pt x="106" y="382"/>
                  <a:pt x="106" y="382"/>
                </a:cubicBezTo>
                <a:close/>
                <a:moveTo>
                  <a:pt x="186" y="36"/>
                </a:moveTo>
                <a:lnTo>
                  <a:pt x="186" y="36"/>
                </a:lnTo>
                <a:close/>
                <a:moveTo>
                  <a:pt x="354" y="81"/>
                </a:moveTo>
                <a:lnTo>
                  <a:pt x="354" y="81"/>
                </a:lnTo>
                <a:cubicBezTo>
                  <a:pt x="328" y="45"/>
                  <a:pt x="284" y="28"/>
                  <a:pt x="231" y="28"/>
                </a:cubicBezTo>
                <a:cubicBezTo>
                  <a:pt x="212" y="28"/>
                  <a:pt x="194" y="36"/>
                  <a:pt x="186" y="36"/>
                </a:cubicBezTo>
                <a:cubicBezTo>
                  <a:pt x="186" y="36"/>
                  <a:pt x="221" y="89"/>
                  <a:pt x="256" y="151"/>
                </a:cubicBezTo>
                <a:cubicBezTo>
                  <a:pt x="328" y="125"/>
                  <a:pt x="354" y="81"/>
                  <a:pt x="354" y="81"/>
                </a:cubicBezTo>
                <a:close/>
                <a:moveTo>
                  <a:pt x="231" y="453"/>
                </a:moveTo>
                <a:lnTo>
                  <a:pt x="231" y="453"/>
                </a:lnTo>
                <a:cubicBezTo>
                  <a:pt x="106" y="453"/>
                  <a:pt x="0" y="355"/>
                  <a:pt x="0" y="222"/>
                </a:cubicBezTo>
                <a:cubicBezTo>
                  <a:pt x="0" y="98"/>
                  <a:pt x="106" y="0"/>
                  <a:pt x="231" y="0"/>
                </a:cubicBezTo>
                <a:cubicBezTo>
                  <a:pt x="354" y="0"/>
                  <a:pt x="460" y="98"/>
                  <a:pt x="460" y="222"/>
                </a:cubicBezTo>
                <a:cubicBezTo>
                  <a:pt x="460" y="355"/>
                  <a:pt x="354" y="453"/>
                  <a:pt x="231" y="453"/>
                </a:cubicBezTo>
                <a:close/>
                <a:moveTo>
                  <a:pt x="265" y="258"/>
                </a:moveTo>
                <a:lnTo>
                  <a:pt x="265" y="258"/>
                </a:lnTo>
                <a:cubicBezTo>
                  <a:pt x="150" y="302"/>
                  <a:pt x="115" y="382"/>
                  <a:pt x="106" y="382"/>
                </a:cubicBezTo>
                <a:cubicBezTo>
                  <a:pt x="141" y="408"/>
                  <a:pt x="186" y="417"/>
                  <a:pt x="231" y="417"/>
                </a:cubicBezTo>
                <a:cubicBezTo>
                  <a:pt x="256" y="417"/>
                  <a:pt x="284" y="417"/>
                  <a:pt x="310" y="408"/>
                </a:cubicBezTo>
                <a:cubicBezTo>
                  <a:pt x="301" y="391"/>
                  <a:pt x="292" y="329"/>
                  <a:pt x="265" y="258"/>
                </a:cubicBezTo>
                <a:close/>
                <a:moveTo>
                  <a:pt x="275" y="178"/>
                </a:moveTo>
                <a:lnTo>
                  <a:pt x="275" y="178"/>
                </a:lnTo>
                <a:cubicBezTo>
                  <a:pt x="275" y="187"/>
                  <a:pt x="284" y="196"/>
                  <a:pt x="284" y="204"/>
                </a:cubicBezTo>
                <a:cubicBezTo>
                  <a:pt x="284" y="213"/>
                  <a:pt x="284" y="213"/>
                  <a:pt x="292" y="213"/>
                </a:cubicBezTo>
                <a:cubicBezTo>
                  <a:pt x="354" y="213"/>
                  <a:pt x="425" y="222"/>
                  <a:pt x="425" y="222"/>
                </a:cubicBezTo>
                <a:cubicBezTo>
                  <a:pt x="425" y="178"/>
                  <a:pt x="407" y="134"/>
                  <a:pt x="381" y="98"/>
                </a:cubicBezTo>
                <a:cubicBezTo>
                  <a:pt x="381" y="107"/>
                  <a:pt x="346" y="151"/>
                  <a:pt x="275" y="178"/>
                </a:cubicBezTo>
                <a:close/>
                <a:moveTo>
                  <a:pt x="301" y="249"/>
                </a:moveTo>
                <a:lnTo>
                  <a:pt x="301" y="249"/>
                </a:lnTo>
                <a:cubicBezTo>
                  <a:pt x="328" y="319"/>
                  <a:pt x="337" y="373"/>
                  <a:pt x="337" y="391"/>
                </a:cubicBezTo>
                <a:cubicBezTo>
                  <a:pt x="381" y="355"/>
                  <a:pt x="416" y="311"/>
                  <a:pt x="425" y="258"/>
                </a:cubicBezTo>
                <a:cubicBezTo>
                  <a:pt x="416" y="258"/>
                  <a:pt x="363" y="240"/>
                  <a:pt x="301" y="24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3" name="Freeform 69"/>
          <p:cNvSpPr/>
          <p:nvPr/>
        </p:nvSpPr>
        <p:spPr>
          <a:xfrm>
            <a:off x="7137360" y="2749680"/>
            <a:ext cx="279360" cy="183960"/>
          </a:xfrm>
          <a:custGeom>
            <a:avLst/>
            <a:gdLst/>
            <a:ahLst/>
            <a:rect l="l" t="t" r="r" b="b"/>
            <a:pathLst>
              <a:path w="514" h="338">
                <a:moveTo>
                  <a:pt x="203" y="142"/>
                </a:moveTo>
                <a:lnTo>
                  <a:pt x="203" y="142"/>
                </a:lnTo>
                <a:cubicBezTo>
                  <a:pt x="203" y="142"/>
                  <a:pt x="247" y="142"/>
                  <a:pt x="247" y="89"/>
                </a:cubicBezTo>
                <a:cubicBezTo>
                  <a:pt x="247" y="27"/>
                  <a:pt x="212" y="0"/>
                  <a:pt x="159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19"/>
                  <a:pt x="0" y="319"/>
                  <a:pt x="0" y="319"/>
                </a:cubicBezTo>
                <a:cubicBezTo>
                  <a:pt x="159" y="319"/>
                  <a:pt x="159" y="319"/>
                  <a:pt x="159" y="319"/>
                </a:cubicBezTo>
                <a:cubicBezTo>
                  <a:pt x="159" y="319"/>
                  <a:pt x="256" y="328"/>
                  <a:pt x="256" y="222"/>
                </a:cubicBezTo>
                <a:cubicBezTo>
                  <a:pt x="256" y="222"/>
                  <a:pt x="265" y="142"/>
                  <a:pt x="203" y="142"/>
                </a:cubicBezTo>
                <a:close/>
                <a:moveTo>
                  <a:pt x="71" y="53"/>
                </a:moveTo>
                <a:lnTo>
                  <a:pt x="71" y="53"/>
                </a:lnTo>
                <a:cubicBezTo>
                  <a:pt x="159" y="53"/>
                  <a:pt x="159" y="53"/>
                  <a:pt x="159" y="53"/>
                </a:cubicBezTo>
                <a:cubicBezTo>
                  <a:pt x="159" y="53"/>
                  <a:pt x="186" y="53"/>
                  <a:pt x="186" y="89"/>
                </a:cubicBezTo>
                <a:cubicBezTo>
                  <a:pt x="186" y="125"/>
                  <a:pt x="168" y="125"/>
                  <a:pt x="150" y="125"/>
                </a:cubicBezTo>
                <a:cubicBezTo>
                  <a:pt x="71" y="125"/>
                  <a:pt x="71" y="125"/>
                  <a:pt x="71" y="125"/>
                </a:cubicBezTo>
                <a:lnTo>
                  <a:pt x="71" y="53"/>
                </a:lnTo>
                <a:close/>
                <a:moveTo>
                  <a:pt x="159" y="266"/>
                </a:moveTo>
                <a:lnTo>
                  <a:pt x="159" y="266"/>
                </a:lnTo>
                <a:cubicBezTo>
                  <a:pt x="71" y="266"/>
                  <a:pt x="71" y="266"/>
                  <a:pt x="71" y="266"/>
                </a:cubicBezTo>
                <a:cubicBezTo>
                  <a:pt x="71" y="178"/>
                  <a:pt x="71" y="178"/>
                  <a:pt x="71" y="178"/>
                </a:cubicBezTo>
                <a:cubicBezTo>
                  <a:pt x="159" y="178"/>
                  <a:pt x="159" y="178"/>
                  <a:pt x="159" y="178"/>
                </a:cubicBezTo>
                <a:cubicBezTo>
                  <a:pt x="159" y="178"/>
                  <a:pt x="194" y="178"/>
                  <a:pt x="194" y="222"/>
                </a:cubicBezTo>
                <a:cubicBezTo>
                  <a:pt x="194" y="257"/>
                  <a:pt x="168" y="266"/>
                  <a:pt x="159" y="266"/>
                </a:cubicBezTo>
                <a:close/>
                <a:moveTo>
                  <a:pt x="390" y="80"/>
                </a:moveTo>
                <a:lnTo>
                  <a:pt x="390" y="80"/>
                </a:lnTo>
                <a:cubicBezTo>
                  <a:pt x="265" y="80"/>
                  <a:pt x="265" y="204"/>
                  <a:pt x="265" y="204"/>
                </a:cubicBezTo>
                <a:cubicBezTo>
                  <a:pt x="265" y="204"/>
                  <a:pt x="265" y="328"/>
                  <a:pt x="390" y="328"/>
                </a:cubicBezTo>
                <a:cubicBezTo>
                  <a:pt x="390" y="328"/>
                  <a:pt x="496" y="337"/>
                  <a:pt x="496" y="240"/>
                </a:cubicBezTo>
                <a:cubicBezTo>
                  <a:pt x="443" y="240"/>
                  <a:pt x="443" y="240"/>
                  <a:pt x="443" y="240"/>
                </a:cubicBezTo>
                <a:cubicBezTo>
                  <a:pt x="443" y="240"/>
                  <a:pt x="443" y="275"/>
                  <a:pt x="390" y="275"/>
                </a:cubicBezTo>
                <a:cubicBezTo>
                  <a:pt x="390" y="275"/>
                  <a:pt x="337" y="284"/>
                  <a:pt x="337" y="222"/>
                </a:cubicBezTo>
                <a:cubicBezTo>
                  <a:pt x="496" y="222"/>
                  <a:pt x="496" y="222"/>
                  <a:pt x="496" y="222"/>
                </a:cubicBezTo>
                <a:cubicBezTo>
                  <a:pt x="496" y="222"/>
                  <a:pt x="513" y="80"/>
                  <a:pt x="390" y="80"/>
                </a:cubicBezTo>
                <a:close/>
                <a:moveTo>
                  <a:pt x="434" y="178"/>
                </a:moveTo>
                <a:lnTo>
                  <a:pt x="434" y="178"/>
                </a:lnTo>
                <a:cubicBezTo>
                  <a:pt x="337" y="178"/>
                  <a:pt x="337" y="178"/>
                  <a:pt x="337" y="178"/>
                </a:cubicBezTo>
                <a:cubicBezTo>
                  <a:pt x="337" y="178"/>
                  <a:pt x="345" y="125"/>
                  <a:pt x="390" y="125"/>
                </a:cubicBezTo>
                <a:cubicBezTo>
                  <a:pt x="434" y="125"/>
                  <a:pt x="434" y="178"/>
                  <a:pt x="434" y="178"/>
                </a:cubicBezTo>
                <a:close/>
                <a:moveTo>
                  <a:pt x="452" y="18"/>
                </a:moveTo>
                <a:lnTo>
                  <a:pt x="452" y="18"/>
                </a:lnTo>
                <a:cubicBezTo>
                  <a:pt x="319" y="18"/>
                  <a:pt x="319" y="18"/>
                  <a:pt x="319" y="18"/>
                </a:cubicBezTo>
                <a:cubicBezTo>
                  <a:pt x="319" y="62"/>
                  <a:pt x="319" y="62"/>
                  <a:pt x="319" y="62"/>
                </a:cubicBezTo>
                <a:cubicBezTo>
                  <a:pt x="452" y="62"/>
                  <a:pt x="452" y="62"/>
                  <a:pt x="452" y="62"/>
                </a:cubicBezTo>
                <a:lnTo>
                  <a:pt x="452" y="1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4" name="Freeform 70"/>
          <p:cNvSpPr/>
          <p:nvPr/>
        </p:nvSpPr>
        <p:spPr>
          <a:xfrm>
            <a:off x="738360" y="2178000"/>
            <a:ext cx="152280" cy="246240"/>
          </a:xfrm>
          <a:custGeom>
            <a:avLst/>
            <a:gdLst/>
            <a:ahLst/>
            <a:rect l="l" t="t" r="r" b="b"/>
            <a:pathLst>
              <a:path w="284" h="454">
                <a:moveTo>
                  <a:pt x="283" y="426"/>
                </a:moveTo>
                <a:lnTo>
                  <a:pt x="283" y="426"/>
                </a:lnTo>
                <a:cubicBezTo>
                  <a:pt x="257" y="435"/>
                  <a:pt x="239" y="444"/>
                  <a:pt x="230" y="453"/>
                </a:cubicBezTo>
                <a:cubicBezTo>
                  <a:pt x="213" y="453"/>
                  <a:pt x="195" y="453"/>
                  <a:pt x="177" y="453"/>
                </a:cubicBezTo>
                <a:cubicBezTo>
                  <a:pt x="160" y="453"/>
                  <a:pt x="142" y="453"/>
                  <a:pt x="124" y="444"/>
                </a:cubicBezTo>
                <a:cubicBezTo>
                  <a:pt x="106" y="444"/>
                  <a:pt x="88" y="435"/>
                  <a:pt x="80" y="426"/>
                </a:cubicBezTo>
                <a:cubicBezTo>
                  <a:pt x="71" y="417"/>
                  <a:pt x="61" y="400"/>
                  <a:pt x="61" y="391"/>
                </a:cubicBezTo>
                <a:cubicBezTo>
                  <a:pt x="53" y="382"/>
                  <a:pt x="53" y="364"/>
                  <a:pt x="53" y="347"/>
                </a:cubicBezTo>
                <a:cubicBezTo>
                  <a:pt x="53" y="187"/>
                  <a:pt x="53" y="187"/>
                  <a:pt x="53" y="187"/>
                </a:cubicBezTo>
                <a:cubicBezTo>
                  <a:pt x="0" y="187"/>
                  <a:pt x="0" y="187"/>
                  <a:pt x="0" y="187"/>
                </a:cubicBezTo>
                <a:cubicBezTo>
                  <a:pt x="0" y="116"/>
                  <a:pt x="0" y="116"/>
                  <a:pt x="0" y="116"/>
                </a:cubicBezTo>
                <a:cubicBezTo>
                  <a:pt x="17" y="116"/>
                  <a:pt x="35" y="107"/>
                  <a:pt x="44" y="98"/>
                </a:cubicBezTo>
                <a:cubicBezTo>
                  <a:pt x="61" y="81"/>
                  <a:pt x="71" y="72"/>
                  <a:pt x="80" y="54"/>
                </a:cubicBezTo>
                <a:cubicBezTo>
                  <a:pt x="88" y="36"/>
                  <a:pt x="88" y="19"/>
                  <a:pt x="97" y="0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116"/>
                  <a:pt x="160" y="116"/>
                  <a:pt x="160" y="116"/>
                </a:cubicBezTo>
                <a:cubicBezTo>
                  <a:pt x="266" y="116"/>
                  <a:pt x="266" y="116"/>
                  <a:pt x="266" y="116"/>
                </a:cubicBezTo>
                <a:cubicBezTo>
                  <a:pt x="266" y="187"/>
                  <a:pt x="266" y="187"/>
                  <a:pt x="266" y="187"/>
                </a:cubicBezTo>
                <a:cubicBezTo>
                  <a:pt x="160" y="187"/>
                  <a:pt x="160" y="187"/>
                  <a:pt x="160" y="187"/>
                </a:cubicBezTo>
                <a:cubicBezTo>
                  <a:pt x="160" y="302"/>
                  <a:pt x="160" y="302"/>
                  <a:pt x="160" y="302"/>
                </a:cubicBezTo>
                <a:cubicBezTo>
                  <a:pt x="160" y="329"/>
                  <a:pt x="160" y="347"/>
                  <a:pt x="160" y="355"/>
                </a:cubicBezTo>
                <a:cubicBezTo>
                  <a:pt x="168" y="364"/>
                  <a:pt x="168" y="364"/>
                  <a:pt x="177" y="373"/>
                </a:cubicBezTo>
                <a:cubicBezTo>
                  <a:pt x="186" y="373"/>
                  <a:pt x="195" y="382"/>
                  <a:pt x="213" y="382"/>
                </a:cubicBezTo>
                <a:cubicBezTo>
                  <a:pt x="230" y="382"/>
                  <a:pt x="257" y="373"/>
                  <a:pt x="283" y="355"/>
                </a:cubicBezTo>
                <a:lnTo>
                  <a:pt x="283" y="426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5" name="Freeform 71"/>
          <p:cNvSpPr/>
          <p:nvPr/>
        </p:nvSpPr>
        <p:spPr>
          <a:xfrm>
            <a:off x="1224000" y="2173320"/>
            <a:ext cx="260280" cy="255600"/>
          </a:xfrm>
          <a:custGeom>
            <a:avLst/>
            <a:gdLst/>
            <a:ahLst/>
            <a:rect l="l" t="t" r="r" b="b"/>
            <a:pathLst>
              <a:path w="480" h="471">
                <a:moveTo>
                  <a:pt x="239" y="0"/>
                </a:moveTo>
                <a:lnTo>
                  <a:pt x="239" y="0"/>
                </a:lnTo>
                <a:cubicBezTo>
                  <a:pt x="107" y="0"/>
                  <a:pt x="0" y="107"/>
                  <a:pt x="0" y="231"/>
                </a:cubicBezTo>
                <a:cubicBezTo>
                  <a:pt x="0" y="364"/>
                  <a:pt x="107" y="470"/>
                  <a:pt x="239" y="470"/>
                </a:cubicBezTo>
                <a:cubicBezTo>
                  <a:pt x="372" y="470"/>
                  <a:pt x="479" y="364"/>
                  <a:pt x="479" y="231"/>
                </a:cubicBezTo>
                <a:cubicBezTo>
                  <a:pt x="479" y="107"/>
                  <a:pt x="372" y="0"/>
                  <a:pt x="239" y="0"/>
                </a:cubicBezTo>
                <a:close/>
                <a:moveTo>
                  <a:pt x="301" y="338"/>
                </a:moveTo>
                <a:lnTo>
                  <a:pt x="301" y="338"/>
                </a:lnTo>
                <a:cubicBezTo>
                  <a:pt x="292" y="347"/>
                  <a:pt x="283" y="347"/>
                  <a:pt x="274" y="347"/>
                </a:cubicBezTo>
                <a:cubicBezTo>
                  <a:pt x="266" y="347"/>
                  <a:pt x="257" y="347"/>
                  <a:pt x="248" y="347"/>
                </a:cubicBezTo>
                <a:cubicBezTo>
                  <a:pt x="239" y="347"/>
                  <a:pt x="230" y="347"/>
                  <a:pt x="221" y="347"/>
                </a:cubicBezTo>
                <a:cubicBezTo>
                  <a:pt x="213" y="347"/>
                  <a:pt x="204" y="338"/>
                  <a:pt x="204" y="338"/>
                </a:cubicBezTo>
                <a:cubicBezTo>
                  <a:pt x="195" y="328"/>
                  <a:pt x="195" y="328"/>
                  <a:pt x="186" y="320"/>
                </a:cubicBezTo>
                <a:cubicBezTo>
                  <a:pt x="186" y="311"/>
                  <a:pt x="186" y="303"/>
                  <a:pt x="186" y="293"/>
                </a:cubicBezTo>
                <a:cubicBezTo>
                  <a:pt x="186" y="213"/>
                  <a:pt x="186" y="213"/>
                  <a:pt x="186" y="213"/>
                </a:cubicBezTo>
                <a:cubicBezTo>
                  <a:pt x="159" y="213"/>
                  <a:pt x="159" y="213"/>
                  <a:pt x="159" y="213"/>
                </a:cubicBezTo>
                <a:cubicBezTo>
                  <a:pt x="159" y="178"/>
                  <a:pt x="159" y="178"/>
                  <a:pt x="159" y="178"/>
                </a:cubicBezTo>
                <a:cubicBezTo>
                  <a:pt x="168" y="178"/>
                  <a:pt x="177" y="178"/>
                  <a:pt x="186" y="169"/>
                </a:cubicBezTo>
                <a:cubicBezTo>
                  <a:pt x="195" y="160"/>
                  <a:pt x="195" y="160"/>
                  <a:pt x="204" y="151"/>
                </a:cubicBezTo>
                <a:cubicBezTo>
                  <a:pt x="204" y="143"/>
                  <a:pt x="204" y="134"/>
                  <a:pt x="213" y="116"/>
                </a:cubicBezTo>
                <a:cubicBezTo>
                  <a:pt x="239" y="116"/>
                  <a:pt x="239" y="116"/>
                  <a:pt x="239" y="116"/>
                </a:cubicBezTo>
                <a:cubicBezTo>
                  <a:pt x="239" y="178"/>
                  <a:pt x="239" y="178"/>
                  <a:pt x="239" y="178"/>
                </a:cubicBezTo>
                <a:cubicBezTo>
                  <a:pt x="292" y="178"/>
                  <a:pt x="292" y="178"/>
                  <a:pt x="292" y="178"/>
                </a:cubicBezTo>
                <a:cubicBezTo>
                  <a:pt x="292" y="213"/>
                  <a:pt x="292" y="213"/>
                  <a:pt x="292" y="213"/>
                </a:cubicBezTo>
                <a:cubicBezTo>
                  <a:pt x="239" y="213"/>
                  <a:pt x="239" y="213"/>
                  <a:pt x="239" y="213"/>
                </a:cubicBezTo>
                <a:cubicBezTo>
                  <a:pt x="239" y="275"/>
                  <a:pt x="239" y="275"/>
                  <a:pt x="239" y="275"/>
                </a:cubicBezTo>
                <a:cubicBezTo>
                  <a:pt x="239" y="284"/>
                  <a:pt x="239" y="293"/>
                  <a:pt x="239" y="303"/>
                </a:cubicBezTo>
                <a:cubicBezTo>
                  <a:pt x="248" y="303"/>
                  <a:pt x="248" y="303"/>
                  <a:pt x="248" y="311"/>
                </a:cubicBezTo>
                <a:cubicBezTo>
                  <a:pt x="257" y="311"/>
                  <a:pt x="266" y="311"/>
                  <a:pt x="266" y="311"/>
                </a:cubicBezTo>
                <a:cubicBezTo>
                  <a:pt x="283" y="311"/>
                  <a:pt x="292" y="311"/>
                  <a:pt x="301" y="303"/>
                </a:cubicBezTo>
                <a:lnTo>
                  <a:pt x="301" y="33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6" name="Freeform 72"/>
          <p:cNvSpPr/>
          <p:nvPr/>
        </p:nvSpPr>
        <p:spPr>
          <a:xfrm>
            <a:off x="690480" y="1660680"/>
            <a:ext cx="250920" cy="206280"/>
          </a:xfrm>
          <a:custGeom>
            <a:avLst/>
            <a:gdLst/>
            <a:ahLst/>
            <a:rect l="l" t="t" r="r" b="b"/>
            <a:pathLst>
              <a:path w="462" h="383">
                <a:moveTo>
                  <a:pt x="310" y="222"/>
                </a:moveTo>
                <a:lnTo>
                  <a:pt x="310" y="222"/>
                </a:lnTo>
                <a:cubicBezTo>
                  <a:pt x="293" y="222"/>
                  <a:pt x="275" y="240"/>
                  <a:pt x="275" y="266"/>
                </a:cubicBezTo>
                <a:cubicBezTo>
                  <a:pt x="275" y="294"/>
                  <a:pt x="293" y="310"/>
                  <a:pt x="310" y="310"/>
                </a:cubicBezTo>
                <a:cubicBezTo>
                  <a:pt x="328" y="310"/>
                  <a:pt x="337" y="294"/>
                  <a:pt x="337" y="266"/>
                </a:cubicBezTo>
                <a:cubicBezTo>
                  <a:pt x="337" y="240"/>
                  <a:pt x="328" y="222"/>
                  <a:pt x="310" y="222"/>
                </a:cubicBezTo>
                <a:close/>
                <a:moveTo>
                  <a:pt x="416" y="107"/>
                </a:moveTo>
                <a:lnTo>
                  <a:pt x="416" y="107"/>
                </a:lnTo>
                <a:cubicBezTo>
                  <a:pt x="425" y="98"/>
                  <a:pt x="425" y="45"/>
                  <a:pt x="408" y="0"/>
                </a:cubicBezTo>
                <a:cubicBezTo>
                  <a:pt x="408" y="0"/>
                  <a:pt x="363" y="0"/>
                  <a:pt x="293" y="45"/>
                </a:cubicBezTo>
                <a:cubicBezTo>
                  <a:pt x="275" y="45"/>
                  <a:pt x="257" y="45"/>
                  <a:pt x="231" y="45"/>
                </a:cubicBezTo>
                <a:cubicBezTo>
                  <a:pt x="204" y="45"/>
                  <a:pt x="177" y="45"/>
                  <a:pt x="169" y="45"/>
                </a:cubicBezTo>
                <a:cubicBezTo>
                  <a:pt x="97" y="0"/>
                  <a:pt x="53" y="0"/>
                  <a:pt x="53" y="0"/>
                </a:cubicBezTo>
                <a:cubicBezTo>
                  <a:pt x="36" y="45"/>
                  <a:pt x="36" y="98"/>
                  <a:pt x="36" y="107"/>
                </a:cubicBezTo>
                <a:cubicBezTo>
                  <a:pt x="18" y="134"/>
                  <a:pt x="0" y="160"/>
                  <a:pt x="0" y="204"/>
                </a:cubicBezTo>
                <a:cubicBezTo>
                  <a:pt x="0" y="382"/>
                  <a:pt x="150" y="382"/>
                  <a:pt x="186" y="382"/>
                </a:cubicBezTo>
                <a:cubicBezTo>
                  <a:pt x="195" y="382"/>
                  <a:pt x="213" y="382"/>
                  <a:pt x="231" y="382"/>
                </a:cubicBezTo>
                <a:cubicBezTo>
                  <a:pt x="249" y="382"/>
                  <a:pt x="266" y="382"/>
                  <a:pt x="275" y="382"/>
                </a:cubicBezTo>
                <a:cubicBezTo>
                  <a:pt x="310" y="382"/>
                  <a:pt x="461" y="382"/>
                  <a:pt x="461" y="204"/>
                </a:cubicBezTo>
                <a:cubicBezTo>
                  <a:pt x="461" y="160"/>
                  <a:pt x="443" y="134"/>
                  <a:pt x="416" y="107"/>
                </a:cubicBezTo>
                <a:close/>
                <a:moveTo>
                  <a:pt x="231" y="364"/>
                </a:moveTo>
                <a:lnTo>
                  <a:pt x="231" y="364"/>
                </a:lnTo>
                <a:lnTo>
                  <a:pt x="231" y="364"/>
                </a:lnTo>
                <a:cubicBezTo>
                  <a:pt x="133" y="364"/>
                  <a:pt x="62" y="355"/>
                  <a:pt x="62" y="257"/>
                </a:cubicBezTo>
                <a:cubicBezTo>
                  <a:pt x="62" y="240"/>
                  <a:pt x="71" y="213"/>
                  <a:pt x="89" y="204"/>
                </a:cubicBezTo>
                <a:cubicBezTo>
                  <a:pt x="115" y="169"/>
                  <a:pt x="169" y="187"/>
                  <a:pt x="231" y="187"/>
                </a:cubicBezTo>
                <a:lnTo>
                  <a:pt x="231" y="187"/>
                </a:lnTo>
                <a:lnTo>
                  <a:pt x="231" y="187"/>
                </a:lnTo>
                <a:cubicBezTo>
                  <a:pt x="293" y="187"/>
                  <a:pt x="337" y="169"/>
                  <a:pt x="372" y="204"/>
                </a:cubicBezTo>
                <a:cubicBezTo>
                  <a:pt x="390" y="213"/>
                  <a:pt x="399" y="240"/>
                  <a:pt x="399" y="257"/>
                </a:cubicBezTo>
                <a:cubicBezTo>
                  <a:pt x="399" y="355"/>
                  <a:pt x="328" y="364"/>
                  <a:pt x="231" y="364"/>
                </a:cubicBezTo>
                <a:close/>
                <a:moveTo>
                  <a:pt x="150" y="222"/>
                </a:moveTo>
                <a:lnTo>
                  <a:pt x="150" y="222"/>
                </a:lnTo>
                <a:cubicBezTo>
                  <a:pt x="133" y="222"/>
                  <a:pt x="115" y="240"/>
                  <a:pt x="115" y="266"/>
                </a:cubicBezTo>
                <a:cubicBezTo>
                  <a:pt x="115" y="294"/>
                  <a:pt x="133" y="310"/>
                  <a:pt x="150" y="310"/>
                </a:cubicBezTo>
                <a:cubicBezTo>
                  <a:pt x="169" y="310"/>
                  <a:pt x="186" y="294"/>
                  <a:pt x="186" y="266"/>
                </a:cubicBezTo>
                <a:cubicBezTo>
                  <a:pt x="186" y="240"/>
                  <a:pt x="169" y="222"/>
                  <a:pt x="150" y="22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7" name="Freeform 73"/>
          <p:cNvSpPr/>
          <p:nvPr/>
        </p:nvSpPr>
        <p:spPr>
          <a:xfrm>
            <a:off x="1224000" y="1635120"/>
            <a:ext cx="260280" cy="257040"/>
          </a:xfrm>
          <a:custGeom>
            <a:avLst/>
            <a:gdLst/>
            <a:ahLst/>
            <a:rect l="l" t="t" r="r" b="b"/>
            <a:pathLst>
              <a:path w="480" h="471">
                <a:moveTo>
                  <a:pt x="239" y="231"/>
                </a:moveTo>
                <a:lnTo>
                  <a:pt x="239" y="231"/>
                </a:lnTo>
                <a:lnTo>
                  <a:pt x="239" y="231"/>
                </a:lnTo>
                <a:lnTo>
                  <a:pt x="239" y="231"/>
                </a:lnTo>
                <a:cubicBezTo>
                  <a:pt x="213" y="231"/>
                  <a:pt x="186" y="222"/>
                  <a:pt x="168" y="240"/>
                </a:cubicBezTo>
                <a:cubicBezTo>
                  <a:pt x="159" y="248"/>
                  <a:pt x="151" y="257"/>
                  <a:pt x="151" y="266"/>
                </a:cubicBezTo>
                <a:cubicBezTo>
                  <a:pt x="151" y="319"/>
                  <a:pt x="195" y="319"/>
                  <a:pt x="239" y="319"/>
                </a:cubicBezTo>
                <a:lnTo>
                  <a:pt x="239" y="319"/>
                </a:lnTo>
                <a:cubicBezTo>
                  <a:pt x="283" y="319"/>
                  <a:pt x="319" y="319"/>
                  <a:pt x="319" y="266"/>
                </a:cubicBezTo>
                <a:cubicBezTo>
                  <a:pt x="319" y="257"/>
                  <a:pt x="319" y="248"/>
                  <a:pt x="310" y="240"/>
                </a:cubicBezTo>
                <a:cubicBezTo>
                  <a:pt x="292" y="222"/>
                  <a:pt x="266" y="231"/>
                  <a:pt x="239" y="231"/>
                </a:cubicBezTo>
                <a:close/>
                <a:moveTo>
                  <a:pt x="195" y="293"/>
                </a:moveTo>
                <a:lnTo>
                  <a:pt x="195" y="293"/>
                </a:lnTo>
                <a:cubicBezTo>
                  <a:pt x="186" y="293"/>
                  <a:pt x="186" y="284"/>
                  <a:pt x="186" y="275"/>
                </a:cubicBezTo>
                <a:cubicBezTo>
                  <a:pt x="186" y="257"/>
                  <a:pt x="186" y="248"/>
                  <a:pt x="195" y="248"/>
                </a:cubicBezTo>
                <a:cubicBezTo>
                  <a:pt x="204" y="248"/>
                  <a:pt x="213" y="257"/>
                  <a:pt x="213" y="275"/>
                </a:cubicBezTo>
                <a:cubicBezTo>
                  <a:pt x="213" y="284"/>
                  <a:pt x="204" y="293"/>
                  <a:pt x="195" y="293"/>
                </a:cubicBezTo>
                <a:close/>
                <a:moveTo>
                  <a:pt x="274" y="293"/>
                </a:moveTo>
                <a:lnTo>
                  <a:pt x="274" y="293"/>
                </a:lnTo>
                <a:cubicBezTo>
                  <a:pt x="266" y="293"/>
                  <a:pt x="266" y="284"/>
                  <a:pt x="266" y="275"/>
                </a:cubicBezTo>
                <a:cubicBezTo>
                  <a:pt x="266" y="257"/>
                  <a:pt x="266" y="248"/>
                  <a:pt x="274" y="248"/>
                </a:cubicBezTo>
                <a:cubicBezTo>
                  <a:pt x="283" y="248"/>
                  <a:pt x="292" y="257"/>
                  <a:pt x="292" y="275"/>
                </a:cubicBezTo>
                <a:cubicBezTo>
                  <a:pt x="292" y="284"/>
                  <a:pt x="283" y="293"/>
                  <a:pt x="274" y="293"/>
                </a:cubicBezTo>
                <a:close/>
                <a:moveTo>
                  <a:pt x="239" y="0"/>
                </a:moveTo>
                <a:lnTo>
                  <a:pt x="239" y="0"/>
                </a:lnTo>
                <a:cubicBezTo>
                  <a:pt x="107" y="0"/>
                  <a:pt x="0" y="107"/>
                  <a:pt x="0" y="231"/>
                </a:cubicBezTo>
                <a:cubicBezTo>
                  <a:pt x="0" y="363"/>
                  <a:pt x="107" y="470"/>
                  <a:pt x="239" y="470"/>
                </a:cubicBezTo>
                <a:cubicBezTo>
                  <a:pt x="372" y="470"/>
                  <a:pt x="479" y="363"/>
                  <a:pt x="479" y="231"/>
                </a:cubicBezTo>
                <a:cubicBezTo>
                  <a:pt x="479" y="107"/>
                  <a:pt x="372" y="0"/>
                  <a:pt x="239" y="0"/>
                </a:cubicBezTo>
                <a:close/>
                <a:moveTo>
                  <a:pt x="257" y="328"/>
                </a:moveTo>
                <a:lnTo>
                  <a:pt x="257" y="328"/>
                </a:lnTo>
                <a:cubicBezTo>
                  <a:pt x="257" y="328"/>
                  <a:pt x="248" y="328"/>
                  <a:pt x="239" y="328"/>
                </a:cubicBezTo>
                <a:cubicBezTo>
                  <a:pt x="230" y="328"/>
                  <a:pt x="221" y="328"/>
                  <a:pt x="213" y="328"/>
                </a:cubicBezTo>
                <a:cubicBezTo>
                  <a:pt x="195" y="328"/>
                  <a:pt x="123" y="328"/>
                  <a:pt x="123" y="240"/>
                </a:cubicBezTo>
                <a:cubicBezTo>
                  <a:pt x="123" y="222"/>
                  <a:pt x="133" y="204"/>
                  <a:pt x="142" y="195"/>
                </a:cubicBezTo>
                <a:cubicBezTo>
                  <a:pt x="142" y="187"/>
                  <a:pt x="142" y="160"/>
                  <a:pt x="151" y="134"/>
                </a:cubicBezTo>
                <a:cubicBezTo>
                  <a:pt x="151" y="134"/>
                  <a:pt x="168" y="142"/>
                  <a:pt x="204" y="160"/>
                </a:cubicBezTo>
                <a:cubicBezTo>
                  <a:pt x="213" y="160"/>
                  <a:pt x="230" y="160"/>
                  <a:pt x="239" y="160"/>
                </a:cubicBezTo>
                <a:cubicBezTo>
                  <a:pt x="248" y="160"/>
                  <a:pt x="266" y="160"/>
                  <a:pt x="266" y="160"/>
                </a:cubicBezTo>
                <a:cubicBezTo>
                  <a:pt x="301" y="142"/>
                  <a:pt x="327" y="134"/>
                  <a:pt x="327" y="134"/>
                </a:cubicBezTo>
                <a:cubicBezTo>
                  <a:pt x="336" y="160"/>
                  <a:pt x="336" y="187"/>
                  <a:pt x="336" y="195"/>
                </a:cubicBezTo>
                <a:cubicBezTo>
                  <a:pt x="345" y="204"/>
                  <a:pt x="354" y="222"/>
                  <a:pt x="354" y="240"/>
                </a:cubicBezTo>
                <a:cubicBezTo>
                  <a:pt x="354" y="328"/>
                  <a:pt x="274" y="328"/>
                  <a:pt x="257" y="32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8" name="Freeform 74"/>
          <p:cNvSpPr/>
          <p:nvPr/>
        </p:nvSpPr>
        <p:spPr>
          <a:xfrm>
            <a:off x="6613560" y="1644480"/>
            <a:ext cx="241200" cy="238320"/>
          </a:xfrm>
          <a:custGeom>
            <a:avLst/>
            <a:gdLst/>
            <a:ahLst/>
            <a:rect l="l" t="t" r="r" b="b"/>
            <a:pathLst>
              <a:path w="445" h="436">
                <a:moveTo>
                  <a:pt x="27" y="107"/>
                </a:moveTo>
                <a:lnTo>
                  <a:pt x="27" y="107"/>
                </a:lnTo>
                <a:cubicBezTo>
                  <a:pt x="27" y="142"/>
                  <a:pt x="36" y="169"/>
                  <a:pt x="62" y="186"/>
                </a:cubicBezTo>
                <a:cubicBezTo>
                  <a:pt x="81" y="195"/>
                  <a:pt x="107" y="204"/>
                  <a:pt x="116" y="204"/>
                </a:cubicBezTo>
                <a:lnTo>
                  <a:pt x="125" y="204"/>
                </a:lnTo>
                <a:cubicBezTo>
                  <a:pt x="125" y="204"/>
                  <a:pt x="116" y="222"/>
                  <a:pt x="134" y="248"/>
                </a:cubicBezTo>
                <a:lnTo>
                  <a:pt x="134" y="248"/>
                </a:lnTo>
                <a:cubicBezTo>
                  <a:pt x="107" y="248"/>
                  <a:pt x="0" y="257"/>
                  <a:pt x="0" y="345"/>
                </a:cubicBezTo>
                <a:cubicBezTo>
                  <a:pt x="0" y="435"/>
                  <a:pt x="98" y="435"/>
                  <a:pt x="116" y="435"/>
                </a:cubicBezTo>
                <a:lnTo>
                  <a:pt x="116" y="435"/>
                </a:lnTo>
                <a:cubicBezTo>
                  <a:pt x="116" y="435"/>
                  <a:pt x="116" y="435"/>
                  <a:pt x="125" y="435"/>
                </a:cubicBezTo>
                <a:cubicBezTo>
                  <a:pt x="134" y="435"/>
                  <a:pt x="169" y="435"/>
                  <a:pt x="196" y="417"/>
                </a:cubicBezTo>
                <a:cubicBezTo>
                  <a:pt x="231" y="399"/>
                  <a:pt x="249" y="364"/>
                  <a:pt x="249" y="320"/>
                </a:cubicBezTo>
                <a:cubicBezTo>
                  <a:pt x="249" y="275"/>
                  <a:pt x="222" y="248"/>
                  <a:pt x="205" y="230"/>
                </a:cubicBezTo>
                <a:cubicBezTo>
                  <a:pt x="187" y="222"/>
                  <a:pt x="178" y="213"/>
                  <a:pt x="178" y="204"/>
                </a:cubicBezTo>
                <a:cubicBezTo>
                  <a:pt x="178" y="195"/>
                  <a:pt x="187" y="186"/>
                  <a:pt x="196" y="177"/>
                </a:cubicBezTo>
                <a:cubicBezTo>
                  <a:pt x="213" y="160"/>
                  <a:pt x="231" y="142"/>
                  <a:pt x="231" y="98"/>
                </a:cubicBezTo>
                <a:cubicBezTo>
                  <a:pt x="231" y="62"/>
                  <a:pt x="222" y="36"/>
                  <a:pt x="196" y="18"/>
                </a:cubicBezTo>
                <a:lnTo>
                  <a:pt x="213" y="18"/>
                </a:lnTo>
                <a:cubicBezTo>
                  <a:pt x="231" y="18"/>
                  <a:pt x="249" y="9"/>
                  <a:pt x="249" y="0"/>
                </a:cubicBezTo>
                <a:lnTo>
                  <a:pt x="249" y="0"/>
                </a:lnTo>
                <a:cubicBezTo>
                  <a:pt x="143" y="0"/>
                  <a:pt x="143" y="0"/>
                  <a:pt x="143" y="0"/>
                </a:cubicBezTo>
                <a:cubicBezTo>
                  <a:pt x="134" y="0"/>
                  <a:pt x="27" y="0"/>
                  <a:pt x="27" y="107"/>
                </a:cubicBezTo>
                <a:close/>
                <a:moveTo>
                  <a:pt x="205" y="328"/>
                </a:moveTo>
                <a:lnTo>
                  <a:pt x="205" y="328"/>
                </a:lnTo>
                <a:cubicBezTo>
                  <a:pt x="213" y="364"/>
                  <a:pt x="178" y="390"/>
                  <a:pt x="134" y="390"/>
                </a:cubicBezTo>
                <a:cubicBezTo>
                  <a:pt x="90" y="399"/>
                  <a:pt x="54" y="381"/>
                  <a:pt x="54" y="345"/>
                </a:cubicBezTo>
                <a:cubicBezTo>
                  <a:pt x="45" y="328"/>
                  <a:pt x="54" y="310"/>
                  <a:pt x="71" y="292"/>
                </a:cubicBezTo>
                <a:cubicBezTo>
                  <a:pt x="90" y="283"/>
                  <a:pt x="107" y="275"/>
                  <a:pt x="125" y="275"/>
                </a:cubicBezTo>
                <a:cubicBezTo>
                  <a:pt x="134" y="275"/>
                  <a:pt x="134" y="275"/>
                  <a:pt x="134" y="275"/>
                </a:cubicBezTo>
                <a:cubicBezTo>
                  <a:pt x="178" y="275"/>
                  <a:pt x="205" y="301"/>
                  <a:pt x="205" y="328"/>
                </a:cubicBezTo>
                <a:close/>
                <a:moveTo>
                  <a:pt x="178" y="80"/>
                </a:moveTo>
                <a:lnTo>
                  <a:pt x="178" y="80"/>
                </a:lnTo>
                <a:cubicBezTo>
                  <a:pt x="187" y="124"/>
                  <a:pt x="169" y="160"/>
                  <a:pt x="143" y="169"/>
                </a:cubicBezTo>
                <a:cubicBezTo>
                  <a:pt x="143" y="169"/>
                  <a:pt x="143" y="169"/>
                  <a:pt x="134" y="169"/>
                </a:cubicBezTo>
                <a:cubicBezTo>
                  <a:pt x="107" y="169"/>
                  <a:pt x="90" y="151"/>
                  <a:pt x="81" y="116"/>
                </a:cubicBezTo>
                <a:cubicBezTo>
                  <a:pt x="71" y="98"/>
                  <a:pt x="71" y="80"/>
                  <a:pt x="81" y="62"/>
                </a:cubicBezTo>
                <a:cubicBezTo>
                  <a:pt x="81" y="45"/>
                  <a:pt x="98" y="36"/>
                  <a:pt x="107" y="26"/>
                </a:cubicBezTo>
                <a:lnTo>
                  <a:pt x="116" y="26"/>
                </a:lnTo>
                <a:cubicBezTo>
                  <a:pt x="151" y="26"/>
                  <a:pt x="169" y="45"/>
                  <a:pt x="178" y="80"/>
                </a:cubicBezTo>
                <a:close/>
                <a:moveTo>
                  <a:pt x="373" y="169"/>
                </a:moveTo>
                <a:lnTo>
                  <a:pt x="373" y="169"/>
                </a:lnTo>
                <a:cubicBezTo>
                  <a:pt x="373" y="98"/>
                  <a:pt x="373" y="98"/>
                  <a:pt x="373" y="98"/>
                </a:cubicBezTo>
                <a:cubicBezTo>
                  <a:pt x="319" y="98"/>
                  <a:pt x="319" y="98"/>
                  <a:pt x="319" y="98"/>
                </a:cubicBezTo>
                <a:cubicBezTo>
                  <a:pt x="319" y="169"/>
                  <a:pt x="319" y="169"/>
                  <a:pt x="319" y="169"/>
                </a:cubicBezTo>
                <a:cubicBezTo>
                  <a:pt x="249" y="169"/>
                  <a:pt x="249" y="169"/>
                  <a:pt x="249" y="169"/>
                </a:cubicBezTo>
                <a:cubicBezTo>
                  <a:pt x="249" y="213"/>
                  <a:pt x="249" y="213"/>
                  <a:pt x="249" y="213"/>
                </a:cubicBezTo>
                <a:cubicBezTo>
                  <a:pt x="319" y="213"/>
                  <a:pt x="319" y="213"/>
                  <a:pt x="319" y="213"/>
                </a:cubicBezTo>
                <a:cubicBezTo>
                  <a:pt x="319" y="292"/>
                  <a:pt x="319" y="292"/>
                  <a:pt x="319" y="292"/>
                </a:cubicBezTo>
                <a:cubicBezTo>
                  <a:pt x="373" y="292"/>
                  <a:pt x="373" y="292"/>
                  <a:pt x="373" y="292"/>
                </a:cubicBezTo>
                <a:cubicBezTo>
                  <a:pt x="373" y="213"/>
                  <a:pt x="373" y="213"/>
                  <a:pt x="373" y="213"/>
                </a:cubicBezTo>
                <a:cubicBezTo>
                  <a:pt x="444" y="213"/>
                  <a:pt x="444" y="213"/>
                  <a:pt x="444" y="213"/>
                </a:cubicBezTo>
                <a:cubicBezTo>
                  <a:pt x="444" y="169"/>
                  <a:pt x="444" y="169"/>
                  <a:pt x="444" y="169"/>
                </a:cubicBezTo>
                <a:lnTo>
                  <a:pt x="373" y="16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9" name="Freeform 75"/>
          <p:cNvSpPr/>
          <p:nvPr/>
        </p:nvSpPr>
        <p:spPr>
          <a:xfrm>
            <a:off x="5052960" y="1639800"/>
            <a:ext cx="133560" cy="247680"/>
          </a:xfrm>
          <a:custGeom>
            <a:avLst/>
            <a:gdLst/>
            <a:ahLst/>
            <a:rect l="l" t="t" r="r" b="b"/>
            <a:pathLst>
              <a:path w="249" h="453">
                <a:moveTo>
                  <a:pt x="248" y="80"/>
                </a:moveTo>
                <a:lnTo>
                  <a:pt x="248" y="80"/>
                </a:lnTo>
                <a:cubicBezTo>
                  <a:pt x="177" y="80"/>
                  <a:pt x="177" y="80"/>
                  <a:pt x="177" y="80"/>
                </a:cubicBezTo>
                <a:cubicBezTo>
                  <a:pt x="169" y="80"/>
                  <a:pt x="160" y="89"/>
                  <a:pt x="160" y="107"/>
                </a:cubicBezTo>
                <a:cubicBezTo>
                  <a:pt x="160" y="160"/>
                  <a:pt x="160" y="160"/>
                  <a:pt x="160" y="160"/>
                </a:cubicBezTo>
                <a:cubicBezTo>
                  <a:pt x="248" y="160"/>
                  <a:pt x="248" y="160"/>
                  <a:pt x="248" y="160"/>
                </a:cubicBezTo>
                <a:cubicBezTo>
                  <a:pt x="248" y="231"/>
                  <a:pt x="248" y="231"/>
                  <a:pt x="248" y="231"/>
                </a:cubicBezTo>
                <a:cubicBezTo>
                  <a:pt x="160" y="231"/>
                  <a:pt x="160" y="231"/>
                  <a:pt x="160" y="231"/>
                </a:cubicBezTo>
                <a:cubicBezTo>
                  <a:pt x="160" y="452"/>
                  <a:pt x="160" y="452"/>
                  <a:pt x="160" y="452"/>
                </a:cubicBezTo>
                <a:cubicBezTo>
                  <a:pt x="79" y="452"/>
                  <a:pt x="79" y="452"/>
                  <a:pt x="79" y="452"/>
                </a:cubicBezTo>
                <a:cubicBezTo>
                  <a:pt x="79" y="231"/>
                  <a:pt x="79" y="231"/>
                  <a:pt x="79" y="231"/>
                </a:cubicBezTo>
                <a:cubicBezTo>
                  <a:pt x="0" y="231"/>
                  <a:pt x="0" y="231"/>
                  <a:pt x="0" y="231"/>
                </a:cubicBezTo>
                <a:cubicBezTo>
                  <a:pt x="0" y="160"/>
                  <a:pt x="0" y="160"/>
                  <a:pt x="0" y="160"/>
                </a:cubicBezTo>
                <a:cubicBezTo>
                  <a:pt x="79" y="160"/>
                  <a:pt x="79" y="160"/>
                  <a:pt x="79" y="160"/>
                </a:cubicBezTo>
                <a:cubicBezTo>
                  <a:pt x="79" y="116"/>
                  <a:pt x="79" y="116"/>
                  <a:pt x="79" y="116"/>
                </a:cubicBezTo>
                <a:cubicBezTo>
                  <a:pt x="79" y="54"/>
                  <a:pt x="115" y="0"/>
                  <a:pt x="177" y="0"/>
                </a:cubicBezTo>
                <a:cubicBezTo>
                  <a:pt x="248" y="0"/>
                  <a:pt x="248" y="0"/>
                  <a:pt x="248" y="0"/>
                </a:cubicBezTo>
                <a:lnTo>
                  <a:pt x="248" y="80"/>
                </a:ln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0" name="Freeform 76"/>
          <p:cNvSpPr/>
          <p:nvPr/>
        </p:nvSpPr>
        <p:spPr>
          <a:xfrm>
            <a:off x="4449600" y="2173320"/>
            <a:ext cx="262080" cy="255600"/>
          </a:xfrm>
          <a:custGeom>
            <a:avLst/>
            <a:gdLst/>
            <a:ahLst/>
            <a:rect l="l" t="t" r="r" b="b"/>
            <a:pathLst>
              <a:path w="480" h="471">
                <a:moveTo>
                  <a:pt x="239" y="0"/>
                </a:moveTo>
                <a:lnTo>
                  <a:pt x="239" y="0"/>
                </a:lnTo>
                <a:cubicBezTo>
                  <a:pt x="107" y="0"/>
                  <a:pt x="0" y="107"/>
                  <a:pt x="0" y="231"/>
                </a:cubicBezTo>
                <a:cubicBezTo>
                  <a:pt x="0" y="364"/>
                  <a:pt x="107" y="470"/>
                  <a:pt x="239" y="470"/>
                </a:cubicBezTo>
                <a:cubicBezTo>
                  <a:pt x="372" y="470"/>
                  <a:pt x="479" y="364"/>
                  <a:pt x="479" y="231"/>
                </a:cubicBezTo>
                <a:cubicBezTo>
                  <a:pt x="479" y="107"/>
                  <a:pt x="372" y="0"/>
                  <a:pt x="239" y="0"/>
                </a:cubicBezTo>
                <a:close/>
                <a:moveTo>
                  <a:pt x="239" y="178"/>
                </a:moveTo>
                <a:lnTo>
                  <a:pt x="239" y="178"/>
                </a:lnTo>
                <a:cubicBezTo>
                  <a:pt x="231" y="178"/>
                  <a:pt x="231" y="187"/>
                  <a:pt x="231" y="196"/>
                </a:cubicBezTo>
                <a:cubicBezTo>
                  <a:pt x="231" y="275"/>
                  <a:pt x="231" y="275"/>
                  <a:pt x="231" y="275"/>
                </a:cubicBezTo>
                <a:cubicBezTo>
                  <a:pt x="231" y="303"/>
                  <a:pt x="204" y="328"/>
                  <a:pt x="169" y="328"/>
                </a:cubicBezTo>
                <a:cubicBezTo>
                  <a:pt x="142" y="328"/>
                  <a:pt x="116" y="303"/>
                  <a:pt x="116" y="275"/>
                </a:cubicBezTo>
                <a:cubicBezTo>
                  <a:pt x="116" y="240"/>
                  <a:pt x="116" y="240"/>
                  <a:pt x="116" y="240"/>
                </a:cubicBezTo>
                <a:cubicBezTo>
                  <a:pt x="160" y="240"/>
                  <a:pt x="160" y="240"/>
                  <a:pt x="160" y="240"/>
                </a:cubicBezTo>
                <a:cubicBezTo>
                  <a:pt x="160" y="275"/>
                  <a:pt x="160" y="275"/>
                  <a:pt x="160" y="275"/>
                </a:cubicBezTo>
                <a:cubicBezTo>
                  <a:pt x="160" y="275"/>
                  <a:pt x="160" y="284"/>
                  <a:pt x="169" y="284"/>
                </a:cubicBezTo>
                <a:cubicBezTo>
                  <a:pt x="178" y="284"/>
                  <a:pt x="186" y="275"/>
                  <a:pt x="186" y="275"/>
                </a:cubicBezTo>
                <a:cubicBezTo>
                  <a:pt x="186" y="196"/>
                  <a:pt x="186" y="196"/>
                  <a:pt x="186" y="196"/>
                </a:cubicBezTo>
                <a:cubicBezTo>
                  <a:pt x="186" y="160"/>
                  <a:pt x="213" y="134"/>
                  <a:pt x="239" y="134"/>
                </a:cubicBezTo>
                <a:cubicBezTo>
                  <a:pt x="275" y="134"/>
                  <a:pt x="292" y="160"/>
                  <a:pt x="292" y="196"/>
                </a:cubicBezTo>
                <a:cubicBezTo>
                  <a:pt x="292" y="205"/>
                  <a:pt x="292" y="205"/>
                  <a:pt x="292" y="205"/>
                </a:cubicBezTo>
                <a:cubicBezTo>
                  <a:pt x="266" y="213"/>
                  <a:pt x="266" y="213"/>
                  <a:pt x="266" y="213"/>
                </a:cubicBezTo>
                <a:cubicBezTo>
                  <a:pt x="257" y="205"/>
                  <a:pt x="257" y="205"/>
                  <a:pt x="257" y="205"/>
                </a:cubicBezTo>
                <a:cubicBezTo>
                  <a:pt x="257" y="196"/>
                  <a:pt x="257" y="196"/>
                  <a:pt x="257" y="196"/>
                </a:cubicBezTo>
                <a:cubicBezTo>
                  <a:pt x="257" y="187"/>
                  <a:pt x="248" y="178"/>
                  <a:pt x="239" y="178"/>
                </a:cubicBezTo>
                <a:close/>
                <a:moveTo>
                  <a:pt x="364" y="275"/>
                </a:moveTo>
                <a:lnTo>
                  <a:pt x="364" y="275"/>
                </a:lnTo>
                <a:cubicBezTo>
                  <a:pt x="364" y="303"/>
                  <a:pt x="337" y="328"/>
                  <a:pt x="311" y="328"/>
                </a:cubicBezTo>
                <a:cubicBezTo>
                  <a:pt x="275" y="328"/>
                  <a:pt x="257" y="303"/>
                  <a:pt x="257" y="275"/>
                </a:cubicBezTo>
                <a:cubicBezTo>
                  <a:pt x="257" y="240"/>
                  <a:pt x="257" y="240"/>
                  <a:pt x="257" y="240"/>
                </a:cubicBezTo>
                <a:cubicBezTo>
                  <a:pt x="266" y="249"/>
                  <a:pt x="266" y="249"/>
                  <a:pt x="266" y="249"/>
                </a:cubicBezTo>
                <a:cubicBezTo>
                  <a:pt x="292" y="240"/>
                  <a:pt x="292" y="240"/>
                  <a:pt x="292" y="240"/>
                </a:cubicBezTo>
                <a:cubicBezTo>
                  <a:pt x="292" y="275"/>
                  <a:pt x="292" y="275"/>
                  <a:pt x="292" y="275"/>
                </a:cubicBezTo>
                <a:cubicBezTo>
                  <a:pt x="292" y="275"/>
                  <a:pt x="301" y="284"/>
                  <a:pt x="311" y="284"/>
                </a:cubicBezTo>
                <a:cubicBezTo>
                  <a:pt x="319" y="284"/>
                  <a:pt x="319" y="275"/>
                  <a:pt x="319" y="275"/>
                </a:cubicBezTo>
                <a:cubicBezTo>
                  <a:pt x="319" y="240"/>
                  <a:pt x="319" y="240"/>
                  <a:pt x="319" y="240"/>
                </a:cubicBezTo>
                <a:cubicBezTo>
                  <a:pt x="364" y="240"/>
                  <a:pt x="364" y="240"/>
                  <a:pt x="364" y="240"/>
                </a:cubicBezTo>
                <a:lnTo>
                  <a:pt x="364" y="27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1" name="Freeform 77"/>
          <p:cNvSpPr/>
          <p:nvPr/>
        </p:nvSpPr>
        <p:spPr>
          <a:xfrm>
            <a:off x="3375000" y="2173320"/>
            <a:ext cx="260280" cy="255600"/>
          </a:xfrm>
          <a:custGeom>
            <a:avLst/>
            <a:gdLst/>
            <a:ahLst/>
            <a:rect l="l" t="t" r="r" b="b"/>
            <a:pathLst>
              <a:path w="480" h="471">
                <a:moveTo>
                  <a:pt x="249" y="231"/>
                </a:moveTo>
                <a:lnTo>
                  <a:pt x="249" y="231"/>
                </a:lnTo>
                <a:lnTo>
                  <a:pt x="249" y="231"/>
                </a:lnTo>
                <a:lnTo>
                  <a:pt x="240" y="222"/>
                </a:lnTo>
                <a:cubicBezTo>
                  <a:pt x="195" y="231"/>
                  <a:pt x="151" y="231"/>
                  <a:pt x="142" y="231"/>
                </a:cubicBezTo>
                <a:lnTo>
                  <a:pt x="142" y="231"/>
                </a:lnTo>
                <a:cubicBezTo>
                  <a:pt x="142" y="258"/>
                  <a:pt x="151" y="284"/>
                  <a:pt x="169" y="303"/>
                </a:cubicBezTo>
                <a:cubicBezTo>
                  <a:pt x="169" y="293"/>
                  <a:pt x="195" y="249"/>
                  <a:pt x="249" y="231"/>
                </a:cubicBezTo>
                <a:close/>
                <a:moveTo>
                  <a:pt x="302" y="160"/>
                </a:moveTo>
                <a:lnTo>
                  <a:pt x="302" y="160"/>
                </a:lnTo>
                <a:cubicBezTo>
                  <a:pt x="284" y="143"/>
                  <a:pt x="266" y="134"/>
                  <a:pt x="240" y="134"/>
                </a:cubicBezTo>
                <a:cubicBezTo>
                  <a:pt x="231" y="134"/>
                  <a:pt x="222" y="143"/>
                  <a:pt x="222" y="143"/>
                </a:cubicBezTo>
                <a:cubicBezTo>
                  <a:pt x="222" y="143"/>
                  <a:pt x="240" y="169"/>
                  <a:pt x="258" y="196"/>
                </a:cubicBezTo>
                <a:cubicBezTo>
                  <a:pt x="284" y="187"/>
                  <a:pt x="302" y="169"/>
                  <a:pt x="302" y="160"/>
                </a:cubicBezTo>
                <a:close/>
                <a:moveTo>
                  <a:pt x="178" y="311"/>
                </a:moveTo>
                <a:lnTo>
                  <a:pt x="178" y="311"/>
                </a:lnTo>
                <a:cubicBezTo>
                  <a:pt x="195" y="328"/>
                  <a:pt x="222" y="328"/>
                  <a:pt x="240" y="328"/>
                </a:cubicBezTo>
                <a:cubicBezTo>
                  <a:pt x="249" y="328"/>
                  <a:pt x="266" y="328"/>
                  <a:pt x="275" y="328"/>
                </a:cubicBezTo>
                <a:cubicBezTo>
                  <a:pt x="275" y="311"/>
                  <a:pt x="266" y="284"/>
                  <a:pt x="258" y="249"/>
                </a:cubicBezTo>
                <a:cubicBezTo>
                  <a:pt x="205" y="267"/>
                  <a:pt x="187" y="303"/>
                  <a:pt x="178" y="311"/>
                </a:cubicBezTo>
                <a:close/>
                <a:moveTo>
                  <a:pt x="231" y="205"/>
                </a:moveTo>
                <a:lnTo>
                  <a:pt x="231" y="205"/>
                </a:lnTo>
                <a:cubicBezTo>
                  <a:pt x="213" y="178"/>
                  <a:pt x="205" y="151"/>
                  <a:pt x="195" y="151"/>
                </a:cubicBezTo>
                <a:cubicBezTo>
                  <a:pt x="169" y="160"/>
                  <a:pt x="151" y="187"/>
                  <a:pt x="142" y="213"/>
                </a:cubicBezTo>
                <a:lnTo>
                  <a:pt x="142" y="213"/>
                </a:lnTo>
                <a:cubicBezTo>
                  <a:pt x="151" y="213"/>
                  <a:pt x="187" y="213"/>
                  <a:pt x="231" y="205"/>
                </a:cubicBezTo>
                <a:close/>
                <a:moveTo>
                  <a:pt x="275" y="249"/>
                </a:moveTo>
                <a:lnTo>
                  <a:pt x="275" y="249"/>
                </a:lnTo>
                <a:cubicBezTo>
                  <a:pt x="284" y="275"/>
                  <a:pt x="293" y="303"/>
                  <a:pt x="293" y="311"/>
                </a:cubicBezTo>
                <a:cubicBezTo>
                  <a:pt x="319" y="303"/>
                  <a:pt x="328" y="275"/>
                  <a:pt x="337" y="249"/>
                </a:cubicBezTo>
                <a:cubicBezTo>
                  <a:pt x="328" y="249"/>
                  <a:pt x="319" y="249"/>
                  <a:pt x="293" y="249"/>
                </a:cubicBezTo>
                <a:cubicBezTo>
                  <a:pt x="293" y="249"/>
                  <a:pt x="284" y="249"/>
                  <a:pt x="275" y="249"/>
                </a:cubicBezTo>
                <a:close/>
                <a:moveTo>
                  <a:pt x="240" y="0"/>
                </a:moveTo>
                <a:lnTo>
                  <a:pt x="240" y="0"/>
                </a:lnTo>
                <a:cubicBezTo>
                  <a:pt x="107" y="0"/>
                  <a:pt x="0" y="107"/>
                  <a:pt x="0" y="231"/>
                </a:cubicBezTo>
                <a:cubicBezTo>
                  <a:pt x="0" y="364"/>
                  <a:pt x="107" y="470"/>
                  <a:pt x="240" y="470"/>
                </a:cubicBezTo>
                <a:cubicBezTo>
                  <a:pt x="372" y="470"/>
                  <a:pt x="479" y="364"/>
                  <a:pt x="479" y="231"/>
                </a:cubicBezTo>
                <a:cubicBezTo>
                  <a:pt x="479" y="107"/>
                  <a:pt x="372" y="0"/>
                  <a:pt x="240" y="0"/>
                </a:cubicBezTo>
                <a:close/>
                <a:moveTo>
                  <a:pt x="240" y="356"/>
                </a:moveTo>
                <a:lnTo>
                  <a:pt x="240" y="356"/>
                </a:lnTo>
                <a:cubicBezTo>
                  <a:pt x="178" y="356"/>
                  <a:pt x="124" y="303"/>
                  <a:pt x="124" y="231"/>
                </a:cubicBezTo>
                <a:cubicBezTo>
                  <a:pt x="124" y="169"/>
                  <a:pt x="178" y="116"/>
                  <a:pt x="240" y="116"/>
                </a:cubicBezTo>
                <a:cubicBezTo>
                  <a:pt x="302" y="116"/>
                  <a:pt x="355" y="169"/>
                  <a:pt x="355" y="231"/>
                </a:cubicBezTo>
                <a:cubicBezTo>
                  <a:pt x="355" y="303"/>
                  <a:pt x="302" y="356"/>
                  <a:pt x="240" y="356"/>
                </a:cubicBezTo>
                <a:close/>
                <a:moveTo>
                  <a:pt x="266" y="213"/>
                </a:moveTo>
                <a:lnTo>
                  <a:pt x="266" y="213"/>
                </a:lnTo>
                <a:lnTo>
                  <a:pt x="266" y="222"/>
                </a:lnTo>
                <a:lnTo>
                  <a:pt x="266" y="231"/>
                </a:lnTo>
                <a:cubicBezTo>
                  <a:pt x="275" y="231"/>
                  <a:pt x="284" y="231"/>
                  <a:pt x="293" y="231"/>
                </a:cubicBezTo>
                <a:cubicBezTo>
                  <a:pt x="311" y="231"/>
                  <a:pt x="328" y="231"/>
                  <a:pt x="337" y="231"/>
                </a:cubicBezTo>
                <a:cubicBezTo>
                  <a:pt x="337" y="213"/>
                  <a:pt x="328" y="187"/>
                  <a:pt x="319" y="178"/>
                </a:cubicBezTo>
                <a:cubicBezTo>
                  <a:pt x="311" y="178"/>
                  <a:pt x="293" y="196"/>
                  <a:pt x="266" y="21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2" name="Freeform 78"/>
          <p:cNvSpPr/>
          <p:nvPr/>
        </p:nvSpPr>
        <p:spPr>
          <a:xfrm>
            <a:off x="7142040" y="1635120"/>
            <a:ext cx="260640" cy="257040"/>
          </a:xfrm>
          <a:custGeom>
            <a:avLst/>
            <a:gdLst/>
            <a:ahLst/>
            <a:rect l="l" t="t" r="r" b="b"/>
            <a:pathLst>
              <a:path w="479" h="471">
                <a:moveTo>
                  <a:pt x="212" y="169"/>
                </a:moveTo>
                <a:lnTo>
                  <a:pt x="212" y="169"/>
                </a:lnTo>
                <a:cubicBezTo>
                  <a:pt x="212" y="142"/>
                  <a:pt x="203" y="142"/>
                  <a:pt x="185" y="142"/>
                </a:cubicBezTo>
                <a:cubicBezTo>
                  <a:pt x="185" y="142"/>
                  <a:pt x="185" y="142"/>
                  <a:pt x="177" y="142"/>
                </a:cubicBezTo>
                <a:cubicBezTo>
                  <a:pt x="177" y="142"/>
                  <a:pt x="168" y="151"/>
                  <a:pt x="168" y="160"/>
                </a:cubicBezTo>
                <a:cubicBezTo>
                  <a:pt x="159" y="160"/>
                  <a:pt x="159" y="169"/>
                  <a:pt x="168" y="187"/>
                </a:cubicBezTo>
                <a:cubicBezTo>
                  <a:pt x="168" y="195"/>
                  <a:pt x="185" y="213"/>
                  <a:pt x="194" y="213"/>
                </a:cubicBezTo>
                <a:cubicBezTo>
                  <a:pt x="194" y="213"/>
                  <a:pt x="194" y="213"/>
                  <a:pt x="203" y="213"/>
                </a:cubicBezTo>
                <a:cubicBezTo>
                  <a:pt x="212" y="204"/>
                  <a:pt x="221" y="187"/>
                  <a:pt x="212" y="169"/>
                </a:cubicBezTo>
                <a:close/>
                <a:moveTo>
                  <a:pt x="238" y="0"/>
                </a:moveTo>
                <a:lnTo>
                  <a:pt x="238" y="0"/>
                </a:lnTo>
                <a:cubicBezTo>
                  <a:pt x="106" y="0"/>
                  <a:pt x="0" y="107"/>
                  <a:pt x="0" y="231"/>
                </a:cubicBezTo>
                <a:cubicBezTo>
                  <a:pt x="0" y="363"/>
                  <a:pt x="106" y="470"/>
                  <a:pt x="238" y="470"/>
                </a:cubicBezTo>
                <a:cubicBezTo>
                  <a:pt x="372" y="470"/>
                  <a:pt x="478" y="363"/>
                  <a:pt x="478" y="231"/>
                </a:cubicBezTo>
                <a:cubicBezTo>
                  <a:pt x="478" y="107"/>
                  <a:pt x="372" y="0"/>
                  <a:pt x="238" y="0"/>
                </a:cubicBezTo>
                <a:close/>
                <a:moveTo>
                  <a:pt x="221" y="338"/>
                </a:moveTo>
                <a:lnTo>
                  <a:pt x="221" y="338"/>
                </a:lnTo>
                <a:cubicBezTo>
                  <a:pt x="212" y="346"/>
                  <a:pt x="194" y="346"/>
                  <a:pt x="185" y="346"/>
                </a:cubicBezTo>
                <a:lnTo>
                  <a:pt x="185" y="346"/>
                </a:lnTo>
                <a:lnTo>
                  <a:pt x="185" y="346"/>
                </a:lnTo>
                <a:cubicBezTo>
                  <a:pt x="177" y="346"/>
                  <a:pt x="124" y="346"/>
                  <a:pt x="124" y="301"/>
                </a:cubicBezTo>
                <a:cubicBezTo>
                  <a:pt x="124" y="257"/>
                  <a:pt x="177" y="248"/>
                  <a:pt x="194" y="248"/>
                </a:cubicBezTo>
                <a:lnTo>
                  <a:pt x="194" y="248"/>
                </a:lnTo>
                <a:cubicBezTo>
                  <a:pt x="185" y="240"/>
                  <a:pt x="185" y="231"/>
                  <a:pt x="185" y="231"/>
                </a:cubicBezTo>
                <a:lnTo>
                  <a:pt x="185" y="231"/>
                </a:lnTo>
                <a:cubicBezTo>
                  <a:pt x="177" y="231"/>
                  <a:pt x="168" y="222"/>
                  <a:pt x="159" y="222"/>
                </a:cubicBezTo>
                <a:cubicBezTo>
                  <a:pt x="141" y="213"/>
                  <a:pt x="141" y="195"/>
                  <a:pt x="141" y="178"/>
                </a:cubicBezTo>
                <a:cubicBezTo>
                  <a:pt x="141" y="125"/>
                  <a:pt x="194" y="125"/>
                  <a:pt x="194" y="125"/>
                </a:cubicBezTo>
                <a:cubicBezTo>
                  <a:pt x="256" y="125"/>
                  <a:pt x="256" y="125"/>
                  <a:pt x="256" y="125"/>
                </a:cubicBezTo>
                <a:lnTo>
                  <a:pt x="256" y="125"/>
                </a:lnTo>
                <a:cubicBezTo>
                  <a:pt x="256" y="134"/>
                  <a:pt x="238" y="134"/>
                  <a:pt x="238" y="134"/>
                </a:cubicBezTo>
                <a:cubicBezTo>
                  <a:pt x="230" y="134"/>
                  <a:pt x="230" y="134"/>
                  <a:pt x="221" y="134"/>
                </a:cubicBezTo>
                <a:cubicBezTo>
                  <a:pt x="238" y="142"/>
                  <a:pt x="238" y="160"/>
                  <a:pt x="238" y="178"/>
                </a:cubicBezTo>
                <a:cubicBezTo>
                  <a:pt x="238" y="195"/>
                  <a:pt x="230" y="204"/>
                  <a:pt x="230" y="213"/>
                </a:cubicBezTo>
                <a:cubicBezTo>
                  <a:pt x="221" y="222"/>
                  <a:pt x="212" y="222"/>
                  <a:pt x="212" y="231"/>
                </a:cubicBezTo>
                <a:cubicBezTo>
                  <a:pt x="212" y="231"/>
                  <a:pt x="221" y="240"/>
                  <a:pt x="230" y="240"/>
                </a:cubicBezTo>
                <a:cubicBezTo>
                  <a:pt x="238" y="248"/>
                  <a:pt x="256" y="266"/>
                  <a:pt x="256" y="284"/>
                </a:cubicBezTo>
                <a:cubicBezTo>
                  <a:pt x="256" y="310"/>
                  <a:pt x="247" y="328"/>
                  <a:pt x="221" y="338"/>
                </a:cubicBezTo>
                <a:close/>
                <a:moveTo>
                  <a:pt x="354" y="231"/>
                </a:moveTo>
                <a:lnTo>
                  <a:pt x="354" y="231"/>
                </a:lnTo>
                <a:cubicBezTo>
                  <a:pt x="310" y="231"/>
                  <a:pt x="310" y="231"/>
                  <a:pt x="310" y="231"/>
                </a:cubicBezTo>
                <a:cubicBezTo>
                  <a:pt x="310" y="275"/>
                  <a:pt x="310" y="275"/>
                  <a:pt x="310" y="275"/>
                </a:cubicBezTo>
                <a:cubicBezTo>
                  <a:pt x="291" y="275"/>
                  <a:pt x="291" y="275"/>
                  <a:pt x="291" y="275"/>
                </a:cubicBezTo>
                <a:cubicBezTo>
                  <a:pt x="291" y="231"/>
                  <a:pt x="291" y="231"/>
                  <a:pt x="291" y="231"/>
                </a:cubicBezTo>
                <a:cubicBezTo>
                  <a:pt x="256" y="231"/>
                  <a:pt x="256" y="231"/>
                  <a:pt x="256" y="231"/>
                </a:cubicBezTo>
                <a:cubicBezTo>
                  <a:pt x="256" y="213"/>
                  <a:pt x="256" y="213"/>
                  <a:pt x="256" y="213"/>
                </a:cubicBezTo>
                <a:cubicBezTo>
                  <a:pt x="291" y="213"/>
                  <a:pt x="291" y="213"/>
                  <a:pt x="291" y="213"/>
                </a:cubicBezTo>
                <a:cubicBezTo>
                  <a:pt x="291" y="169"/>
                  <a:pt x="291" y="169"/>
                  <a:pt x="291" y="169"/>
                </a:cubicBezTo>
                <a:cubicBezTo>
                  <a:pt x="310" y="169"/>
                  <a:pt x="310" y="169"/>
                  <a:pt x="310" y="169"/>
                </a:cubicBezTo>
                <a:cubicBezTo>
                  <a:pt x="310" y="213"/>
                  <a:pt x="310" y="213"/>
                  <a:pt x="310" y="213"/>
                </a:cubicBezTo>
                <a:cubicBezTo>
                  <a:pt x="354" y="213"/>
                  <a:pt x="354" y="213"/>
                  <a:pt x="354" y="213"/>
                </a:cubicBezTo>
                <a:lnTo>
                  <a:pt x="354" y="231"/>
                </a:lnTo>
                <a:close/>
                <a:moveTo>
                  <a:pt x="194" y="266"/>
                </a:moveTo>
                <a:lnTo>
                  <a:pt x="194" y="266"/>
                </a:lnTo>
                <a:lnTo>
                  <a:pt x="194" y="266"/>
                </a:lnTo>
                <a:cubicBezTo>
                  <a:pt x="177" y="266"/>
                  <a:pt x="168" y="266"/>
                  <a:pt x="159" y="275"/>
                </a:cubicBezTo>
                <a:cubicBezTo>
                  <a:pt x="159" y="284"/>
                  <a:pt x="150" y="293"/>
                  <a:pt x="150" y="301"/>
                </a:cubicBezTo>
                <a:cubicBezTo>
                  <a:pt x="150" y="319"/>
                  <a:pt x="168" y="328"/>
                  <a:pt x="194" y="328"/>
                </a:cubicBezTo>
                <a:cubicBezTo>
                  <a:pt x="221" y="319"/>
                  <a:pt x="230" y="310"/>
                  <a:pt x="230" y="293"/>
                </a:cubicBezTo>
                <a:cubicBezTo>
                  <a:pt x="230" y="275"/>
                  <a:pt x="212" y="266"/>
                  <a:pt x="194" y="26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3" name="Freeform 79"/>
          <p:cNvSpPr/>
          <p:nvPr/>
        </p:nvSpPr>
        <p:spPr>
          <a:xfrm>
            <a:off x="5529240" y="1635120"/>
            <a:ext cx="260280" cy="257040"/>
          </a:xfrm>
          <a:custGeom>
            <a:avLst/>
            <a:gdLst/>
            <a:ahLst/>
            <a:rect l="l" t="t" r="r" b="b"/>
            <a:pathLst>
              <a:path w="479" h="471">
                <a:moveTo>
                  <a:pt x="240" y="0"/>
                </a:moveTo>
                <a:lnTo>
                  <a:pt x="240" y="0"/>
                </a:lnTo>
                <a:cubicBezTo>
                  <a:pt x="106" y="0"/>
                  <a:pt x="0" y="107"/>
                  <a:pt x="0" y="231"/>
                </a:cubicBezTo>
                <a:cubicBezTo>
                  <a:pt x="0" y="363"/>
                  <a:pt x="106" y="470"/>
                  <a:pt x="240" y="470"/>
                </a:cubicBezTo>
                <a:cubicBezTo>
                  <a:pt x="372" y="470"/>
                  <a:pt x="478" y="363"/>
                  <a:pt x="478" y="231"/>
                </a:cubicBezTo>
                <a:cubicBezTo>
                  <a:pt x="478" y="107"/>
                  <a:pt x="372" y="0"/>
                  <a:pt x="240" y="0"/>
                </a:cubicBezTo>
                <a:close/>
                <a:moveTo>
                  <a:pt x="293" y="160"/>
                </a:moveTo>
                <a:lnTo>
                  <a:pt x="293" y="160"/>
                </a:lnTo>
                <a:cubicBezTo>
                  <a:pt x="257" y="160"/>
                  <a:pt x="257" y="160"/>
                  <a:pt x="257" y="160"/>
                </a:cubicBezTo>
                <a:cubicBezTo>
                  <a:pt x="257" y="160"/>
                  <a:pt x="249" y="169"/>
                  <a:pt x="249" y="178"/>
                </a:cubicBezTo>
                <a:cubicBezTo>
                  <a:pt x="249" y="195"/>
                  <a:pt x="249" y="195"/>
                  <a:pt x="249" y="195"/>
                </a:cubicBezTo>
                <a:cubicBezTo>
                  <a:pt x="293" y="195"/>
                  <a:pt x="293" y="195"/>
                  <a:pt x="293" y="195"/>
                </a:cubicBezTo>
                <a:cubicBezTo>
                  <a:pt x="293" y="240"/>
                  <a:pt x="293" y="240"/>
                  <a:pt x="293" y="240"/>
                </a:cubicBezTo>
                <a:cubicBezTo>
                  <a:pt x="249" y="240"/>
                  <a:pt x="249" y="240"/>
                  <a:pt x="249" y="240"/>
                </a:cubicBezTo>
                <a:cubicBezTo>
                  <a:pt x="249" y="346"/>
                  <a:pt x="249" y="346"/>
                  <a:pt x="249" y="346"/>
                </a:cubicBezTo>
                <a:cubicBezTo>
                  <a:pt x="213" y="346"/>
                  <a:pt x="213" y="346"/>
                  <a:pt x="213" y="346"/>
                </a:cubicBezTo>
                <a:cubicBezTo>
                  <a:pt x="213" y="240"/>
                  <a:pt x="213" y="240"/>
                  <a:pt x="213" y="240"/>
                </a:cubicBezTo>
                <a:cubicBezTo>
                  <a:pt x="169" y="240"/>
                  <a:pt x="169" y="240"/>
                  <a:pt x="169" y="240"/>
                </a:cubicBezTo>
                <a:cubicBezTo>
                  <a:pt x="169" y="195"/>
                  <a:pt x="169" y="195"/>
                  <a:pt x="169" y="195"/>
                </a:cubicBezTo>
                <a:cubicBezTo>
                  <a:pt x="213" y="195"/>
                  <a:pt x="213" y="195"/>
                  <a:pt x="213" y="195"/>
                </a:cubicBezTo>
                <a:cubicBezTo>
                  <a:pt x="213" y="178"/>
                  <a:pt x="213" y="178"/>
                  <a:pt x="213" y="178"/>
                </a:cubicBezTo>
                <a:cubicBezTo>
                  <a:pt x="213" y="151"/>
                  <a:pt x="230" y="125"/>
                  <a:pt x="257" y="125"/>
                </a:cubicBezTo>
                <a:cubicBezTo>
                  <a:pt x="293" y="125"/>
                  <a:pt x="293" y="125"/>
                  <a:pt x="293" y="125"/>
                </a:cubicBezTo>
                <a:lnTo>
                  <a:pt x="293" y="16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4" name="Freeform 80"/>
          <p:cNvSpPr/>
          <p:nvPr/>
        </p:nvSpPr>
        <p:spPr>
          <a:xfrm>
            <a:off x="7151760" y="2182680"/>
            <a:ext cx="241200" cy="236520"/>
          </a:xfrm>
          <a:custGeom>
            <a:avLst/>
            <a:gdLst/>
            <a:ahLst/>
            <a:rect l="l" t="t" r="r" b="b"/>
            <a:pathLst>
              <a:path w="444" h="435">
                <a:moveTo>
                  <a:pt x="221" y="0"/>
                </a:moveTo>
                <a:lnTo>
                  <a:pt x="221" y="0"/>
                </a:lnTo>
                <a:cubicBezTo>
                  <a:pt x="98" y="0"/>
                  <a:pt x="0" y="97"/>
                  <a:pt x="0" y="212"/>
                </a:cubicBezTo>
                <a:cubicBezTo>
                  <a:pt x="0" y="274"/>
                  <a:pt x="27" y="319"/>
                  <a:pt x="62" y="363"/>
                </a:cubicBezTo>
                <a:cubicBezTo>
                  <a:pt x="89" y="328"/>
                  <a:pt x="142" y="309"/>
                  <a:pt x="195" y="309"/>
                </a:cubicBezTo>
                <a:cubicBezTo>
                  <a:pt x="258" y="309"/>
                  <a:pt x="319" y="345"/>
                  <a:pt x="346" y="398"/>
                </a:cubicBezTo>
                <a:cubicBezTo>
                  <a:pt x="408" y="354"/>
                  <a:pt x="443" y="292"/>
                  <a:pt x="443" y="212"/>
                </a:cubicBezTo>
                <a:cubicBezTo>
                  <a:pt x="443" y="97"/>
                  <a:pt x="346" y="0"/>
                  <a:pt x="221" y="0"/>
                </a:cubicBezTo>
                <a:close/>
                <a:moveTo>
                  <a:pt x="328" y="292"/>
                </a:moveTo>
                <a:lnTo>
                  <a:pt x="328" y="292"/>
                </a:lnTo>
                <a:cubicBezTo>
                  <a:pt x="328" y="301"/>
                  <a:pt x="319" y="301"/>
                  <a:pt x="311" y="301"/>
                </a:cubicBezTo>
                <a:cubicBezTo>
                  <a:pt x="258" y="265"/>
                  <a:pt x="195" y="256"/>
                  <a:pt x="124" y="274"/>
                </a:cubicBezTo>
                <a:cubicBezTo>
                  <a:pt x="115" y="284"/>
                  <a:pt x="107" y="274"/>
                  <a:pt x="107" y="265"/>
                </a:cubicBezTo>
                <a:cubicBezTo>
                  <a:pt x="107" y="256"/>
                  <a:pt x="107" y="256"/>
                  <a:pt x="115" y="248"/>
                </a:cubicBezTo>
                <a:cubicBezTo>
                  <a:pt x="195" y="230"/>
                  <a:pt x="266" y="239"/>
                  <a:pt x="328" y="274"/>
                </a:cubicBezTo>
                <a:cubicBezTo>
                  <a:pt x="328" y="284"/>
                  <a:pt x="337" y="284"/>
                  <a:pt x="328" y="292"/>
                </a:cubicBezTo>
                <a:close/>
                <a:moveTo>
                  <a:pt x="355" y="230"/>
                </a:moveTo>
                <a:lnTo>
                  <a:pt x="355" y="230"/>
                </a:lnTo>
                <a:cubicBezTo>
                  <a:pt x="355" y="239"/>
                  <a:pt x="337" y="239"/>
                  <a:pt x="337" y="239"/>
                </a:cubicBezTo>
                <a:cubicBezTo>
                  <a:pt x="274" y="203"/>
                  <a:pt x="186" y="194"/>
                  <a:pt x="115" y="212"/>
                </a:cubicBezTo>
                <a:cubicBezTo>
                  <a:pt x="107" y="212"/>
                  <a:pt x="98" y="212"/>
                  <a:pt x="98" y="203"/>
                </a:cubicBezTo>
                <a:cubicBezTo>
                  <a:pt x="98" y="194"/>
                  <a:pt x="98" y="186"/>
                  <a:pt x="107" y="177"/>
                </a:cubicBezTo>
                <a:cubicBezTo>
                  <a:pt x="186" y="159"/>
                  <a:pt x="283" y="168"/>
                  <a:pt x="346" y="212"/>
                </a:cubicBezTo>
                <a:cubicBezTo>
                  <a:pt x="355" y="212"/>
                  <a:pt x="364" y="221"/>
                  <a:pt x="355" y="230"/>
                </a:cubicBezTo>
                <a:close/>
                <a:moveTo>
                  <a:pt x="355" y="168"/>
                </a:moveTo>
                <a:lnTo>
                  <a:pt x="355" y="168"/>
                </a:lnTo>
                <a:cubicBezTo>
                  <a:pt x="293" y="124"/>
                  <a:pt x="177" y="124"/>
                  <a:pt x="107" y="141"/>
                </a:cubicBezTo>
                <a:cubicBezTo>
                  <a:pt x="98" y="150"/>
                  <a:pt x="89" y="141"/>
                  <a:pt x="80" y="132"/>
                </a:cubicBezTo>
                <a:cubicBezTo>
                  <a:pt x="80" y="115"/>
                  <a:pt x="89" y="106"/>
                  <a:pt x="98" y="106"/>
                </a:cubicBezTo>
                <a:cubicBezTo>
                  <a:pt x="168" y="79"/>
                  <a:pt x="302" y="88"/>
                  <a:pt x="381" y="132"/>
                </a:cubicBezTo>
                <a:cubicBezTo>
                  <a:pt x="390" y="141"/>
                  <a:pt x="390" y="150"/>
                  <a:pt x="381" y="159"/>
                </a:cubicBezTo>
                <a:cubicBezTo>
                  <a:pt x="381" y="168"/>
                  <a:pt x="364" y="177"/>
                  <a:pt x="355" y="168"/>
                </a:cubicBezTo>
                <a:close/>
                <a:moveTo>
                  <a:pt x="195" y="372"/>
                </a:moveTo>
                <a:lnTo>
                  <a:pt x="195" y="372"/>
                </a:lnTo>
                <a:cubicBezTo>
                  <a:pt x="160" y="372"/>
                  <a:pt x="133" y="381"/>
                  <a:pt x="115" y="407"/>
                </a:cubicBezTo>
                <a:cubicBezTo>
                  <a:pt x="151" y="425"/>
                  <a:pt x="186" y="434"/>
                  <a:pt x="221" y="434"/>
                </a:cubicBezTo>
                <a:cubicBezTo>
                  <a:pt x="239" y="434"/>
                  <a:pt x="258" y="434"/>
                  <a:pt x="274" y="425"/>
                </a:cubicBezTo>
                <a:cubicBezTo>
                  <a:pt x="258" y="390"/>
                  <a:pt x="230" y="372"/>
                  <a:pt x="195" y="37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5" name="Freeform 81"/>
          <p:cNvSpPr/>
          <p:nvPr/>
        </p:nvSpPr>
        <p:spPr>
          <a:xfrm>
            <a:off x="7680240" y="2173320"/>
            <a:ext cx="260280" cy="255600"/>
          </a:xfrm>
          <a:custGeom>
            <a:avLst/>
            <a:gdLst/>
            <a:ahLst/>
            <a:rect l="l" t="t" r="r" b="b"/>
            <a:pathLst>
              <a:path w="479" h="471">
                <a:moveTo>
                  <a:pt x="239" y="0"/>
                </a:moveTo>
                <a:lnTo>
                  <a:pt x="239" y="0"/>
                </a:lnTo>
                <a:cubicBezTo>
                  <a:pt x="106" y="0"/>
                  <a:pt x="0" y="107"/>
                  <a:pt x="0" y="231"/>
                </a:cubicBezTo>
                <a:cubicBezTo>
                  <a:pt x="0" y="293"/>
                  <a:pt x="27" y="347"/>
                  <a:pt x="62" y="391"/>
                </a:cubicBezTo>
                <a:cubicBezTo>
                  <a:pt x="97" y="356"/>
                  <a:pt x="150" y="338"/>
                  <a:pt x="204" y="338"/>
                </a:cubicBezTo>
                <a:cubicBezTo>
                  <a:pt x="284" y="338"/>
                  <a:pt x="346" y="373"/>
                  <a:pt x="372" y="435"/>
                </a:cubicBezTo>
                <a:cubicBezTo>
                  <a:pt x="434" y="391"/>
                  <a:pt x="478" y="320"/>
                  <a:pt x="478" y="231"/>
                </a:cubicBezTo>
                <a:cubicBezTo>
                  <a:pt x="478" y="107"/>
                  <a:pt x="372" y="0"/>
                  <a:pt x="239" y="0"/>
                </a:cubicBezTo>
                <a:close/>
                <a:moveTo>
                  <a:pt x="354" y="320"/>
                </a:moveTo>
                <a:lnTo>
                  <a:pt x="354" y="320"/>
                </a:lnTo>
                <a:cubicBezTo>
                  <a:pt x="354" y="328"/>
                  <a:pt x="346" y="328"/>
                  <a:pt x="337" y="328"/>
                </a:cubicBezTo>
                <a:cubicBezTo>
                  <a:pt x="284" y="293"/>
                  <a:pt x="212" y="284"/>
                  <a:pt x="133" y="303"/>
                </a:cubicBezTo>
                <a:cubicBezTo>
                  <a:pt x="124" y="303"/>
                  <a:pt x="115" y="303"/>
                  <a:pt x="115" y="293"/>
                </a:cubicBezTo>
                <a:cubicBezTo>
                  <a:pt x="115" y="284"/>
                  <a:pt x="115" y="275"/>
                  <a:pt x="124" y="275"/>
                </a:cubicBezTo>
                <a:cubicBezTo>
                  <a:pt x="212" y="249"/>
                  <a:pt x="293" y="258"/>
                  <a:pt x="354" y="303"/>
                </a:cubicBezTo>
                <a:cubicBezTo>
                  <a:pt x="354" y="303"/>
                  <a:pt x="363" y="311"/>
                  <a:pt x="354" y="320"/>
                </a:cubicBezTo>
                <a:close/>
                <a:moveTo>
                  <a:pt x="381" y="249"/>
                </a:moveTo>
                <a:lnTo>
                  <a:pt x="381" y="249"/>
                </a:lnTo>
                <a:cubicBezTo>
                  <a:pt x="381" y="258"/>
                  <a:pt x="372" y="267"/>
                  <a:pt x="363" y="258"/>
                </a:cubicBezTo>
                <a:cubicBezTo>
                  <a:pt x="301" y="222"/>
                  <a:pt x="204" y="205"/>
                  <a:pt x="124" y="231"/>
                </a:cubicBezTo>
                <a:cubicBezTo>
                  <a:pt x="115" y="231"/>
                  <a:pt x="106" y="231"/>
                  <a:pt x="106" y="222"/>
                </a:cubicBezTo>
                <a:cubicBezTo>
                  <a:pt x="97" y="205"/>
                  <a:pt x="106" y="196"/>
                  <a:pt x="115" y="196"/>
                </a:cubicBezTo>
                <a:cubicBezTo>
                  <a:pt x="204" y="169"/>
                  <a:pt x="310" y="187"/>
                  <a:pt x="381" y="231"/>
                </a:cubicBezTo>
                <a:cubicBezTo>
                  <a:pt x="390" y="231"/>
                  <a:pt x="390" y="240"/>
                  <a:pt x="381" y="249"/>
                </a:cubicBezTo>
                <a:close/>
                <a:moveTo>
                  <a:pt x="390" y="178"/>
                </a:moveTo>
                <a:lnTo>
                  <a:pt x="390" y="178"/>
                </a:lnTo>
                <a:cubicBezTo>
                  <a:pt x="310" y="134"/>
                  <a:pt x="186" y="134"/>
                  <a:pt x="115" y="151"/>
                </a:cubicBezTo>
                <a:cubicBezTo>
                  <a:pt x="106" y="160"/>
                  <a:pt x="88" y="151"/>
                  <a:pt x="88" y="143"/>
                </a:cubicBezTo>
                <a:cubicBezTo>
                  <a:pt x="80" y="125"/>
                  <a:pt x="88" y="116"/>
                  <a:pt x="106" y="116"/>
                </a:cubicBezTo>
                <a:cubicBezTo>
                  <a:pt x="186" y="90"/>
                  <a:pt x="319" y="90"/>
                  <a:pt x="407" y="143"/>
                </a:cubicBezTo>
                <a:cubicBezTo>
                  <a:pt x="416" y="151"/>
                  <a:pt x="425" y="160"/>
                  <a:pt x="416" y="178"/>
                </a:cubicBezTo>
                <a:cubicBezTo>
                  <a:pt x="407" y="187"/>
                  <a:pt x="399" y="187"/>
                  <a:pt x="390" y="178"/>
                </a:cubicBezTo>
                <a:close/>
                <a:moveTo>
                  <a:pt x="204" y="409"/>
                </a:moveTo>
                <a:lnTo>
                  <a:pt x="204" y="409"/>
                </a:lnTo>
                <a:cubicBezTo>
                  <a:pt x="177" y="409"/>
                  <a:pt x="141" y="417"/>
                  <a:pt x="124" y="444"/>
                </a:cubicBezTo>
                <a:cubicBezTo>
                  <a:pt x="159" y="462"/>
                  <a:pt x="194" y="470"/>
                  <a:pt x="239" y="470"/>
                </a:cubicBezTo>
                <a:cubicBezTo>
                  <a:pt x="257" y="470"/>
                  <a:pt x="284" y="470"/>
                  <a:pt x="301" y="462"/>
                </a:cubicBezTo>
                <a:cubicBezTo>
                  <a:pt x="284" y="426"/>
                  <a:pt x="248" y="409"/>
                  <a:pt x="204" y="40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6" name="Freeform 82"/>
          <p:cNvSpPr/>
          <p:nvPr/>
        </p:nvSpPr>
        <p:spPr>
          <a:xfrm>
            <a:off x="5005440" y="2720880"/>
            <a:ext cx="231840" cy="236520"/>
          </a:xfrm>
          <a:custGeom>
            <a:avLst/>
            <a:gdLst/>
            <a:ahLst/>
            <a:rect l="l" t="t" r="r" b="b"/>
            <a:pathLst>
              <a:path w="426" h="435">
                <a:moveTo>
                  <a:pt x="380" y="89"/>
                </a:moveTo>
                <a:lnTo>
                  <a:pt x="380" y="89"/>
                </a:lnTo>
                <a:cubicBezTo>
                  <a:pt x="389" y="97"/>
                  <a:pt x="389" y="115"/>
                  <a:pt x="389" y="133"/>
                </a:cubicBezTo>
                <a:cubicBezTo>
                  <a:pt x="389" y="178"/>
                  <a:pt x="372" y="213"/>
                  <a:pt x="336" y="239"/>
                </a:cubicBezTo>
                <a:cubicBezTo>
                  <a:pt x="301" y="266"/>
                  <a:pt x="248" y="284"/>
                  <a:pt x="185" y="284"/>
                </a:cubicBezTo>
                <a:cubicBezTo>
                  <a:pt x="167" y="284"/>
                  <a:pt x="167" y="284"/>
                  <a:pt x="167" y="284"/>
                </a:cubicBezTo>
                <a:cubicBezTo>
                  <a:pt x="159" y="284"/>
                  <a:pt x="150" y="293"/>
                  <a:pt x="141" y="301"/>
                </a:cubicBezTo>
                <a:cubicBezTo>
                  <a:pt x="123" y="381"/>
                  <a:pt x="123" y="381"/>
                  <a:pt x="123" y="381"/>
                </a:cubicBezTo>
                <a:cubicBezTo>
                  <a:pt x="123" y="390"/>
                  <a:pt x="114" y="399"/>
                  <a:pt x="106" y="399"/>
                </a:cubicBezTo>
                <a:cubicBezTo>
                  <a:pt x="70" y="399"/>
                  <a:pt x="70" y="399"/>
                  <a:pt x="70" y="399"/>
                </a:cubicBezTo>
                <a:cubicBezTo>
                  <a:pt x="61" y="408"/>
                  <a:pt x="61" y="408"/>
                  <a:pt x="61" y="408"/>
                </a:cubicBezTo>
                <a:cubicBezTo>
                  <a:pt x="61" y="416"/>
                  <a:pt x="70" y="434"/>
                  <a:pt x="79" y="434"/>
                </a:cubicBezTo>
                <a:cubicBezTo>
                  <a:pt x="132" y="434"/>
                  <a:pt x="132" y="434"/>
                  <a:pt x="132" y="434"/>
                </a:cubicBezTo>
                <a:cubicBezTo>
                  <a:pt x="150" y="434"/>
                  <a:pt x="159" y="416"/>
                  <a:pt x="159" y="408"/>
                </a:cubicBezTo>
                <a:cubicBezTo>
                  <a:pt x="176" y="328"/>
                  <a:pt x="176" y="328"/>
                  <a:pt x="176" y="328"/>
                </a:cubicBezTo>
                <a:cubicBezTo>
                  <a:pt x="185" y="319"/>
                  <a:pt x="194" y="310"/>
                  <a:pt x="203" y="310"/>
                </a:cubicBezTo>
                <a:cubicBezTo>
                  <a:pt x="220" y="310"/>
                  <a:pt x="220" y="310"/>
                  <a:pt x="220" y="310"/>
                </a:cubicBezTo>
                <a:cubicBezTo>
                  <a:pt x="283" y="310"/>
                  <a:pt x="336" y="301"/>
                  <a:pt x="372" y="275"/>
                </a:cubicBezTo>
                <a:cubicBezTo>
                  <a:pt x="407" y="248"/>
                  <a:pt x="425" y="213"/>
                  <a:pt x="425" y="168"/>
                </a:cubicBezTo>
                <a:cubicBezTo>
                  <a:pt x="425" y="150"/>
                  <a:pt x="425" y="133"/>
                  <a:pt x="416" y="124"/>
                </a:cubicBezTo>
                <a:cubicBezTo>
                  <a:pt x="407" y="106"/>
                  <a:pt x="398" y="97"/>
                  <a:pt x="389" y="89"/>
                </a:cubicBezTo>
                <a:cubicBezTo>
                  <a:pt x="380" y="89"/>
                  <a:pt x="380" y="89"/>
                  <a:pt x="380" y="89"/>
                </a:cubicBezTo>
                <a:close/>
                <a:moveTo>
                  <a:pt x="97" y="346"/>
                </a:moveTo>
                <a:lnTo>
                  <a:pt x="97" y="346"/>
                </a:lnTo>
                <a:cubicBezTo>
                  <a:pt x="114" y="266"/>
                  <a:pt x="114" y="266"/>
                  <a:pt x="114" y="266"/>
                </a:cubicBezTo>
                <a:cubicBezTo>
                  <a:pt x="114" y="257"/>
                  <a:pt x="123" y="248"/>
                  <a:pt x="141" y="248"/>
                </a:cubicBezTo>
                <a:cubicBezTo>
                  <a:pt x="150" y="248"/>
                  <a:pt x="150" y="248"/>
                  <a:pt x="150" y="248"/>
                </a:cubicBezTo>
                <a:cubicBezTo>
                  <a:pt x="220" y="248"/>
                  <a:pt x="265" y="231"/>
                  <a:pt x="301" y="203"/>
                </a:cubicBezTo>
                <a:cubicBezTo>
                  <a:pt x="345" y="178"/>
                  <a:pt x="363" y="142"/>
                  <a:pt x="363" y="106"/>
                </a:cubicBezTo>
                <a:cubicBezTo>
                  <a:pt x="363" y="80"/>
                  <a:pt x="354" y="71"/>
                  <a:pt x="345" y="53"/>
                </a:cubicBezTo>
                <a:cubicBezTo>
                  <a:pt x="345" y="44"/>
                  <a:pt x="336" y="36"/>
                  <a:pt x="318" y="27"/>
                </a:cubicBezTo>
                <a:cubicBezTo>
                  <a:pt x="310" y="18"/>
                  <a:pt x="292" y="9"/>
                  <a:pt x="273" y="9"/>
                </a:cubicBezTo>
                <a:cubicBezTo>
                  <a:pt x="257" y="9"/>
                  <a:pt x="238" y="0"/>
                  <a:pt x="212" y="0"/>
                </a:cubicBezTo>
                <a:cubicBezTo>
                  <a:pt x="97" y="0"/>
                  <a:pt x="97" y="0"/>
                  <a:pt x="97" y="0"/>
                </a:cubicBezTo>
                <a:cubicBezTo>
                  <a:pt x="88" y="0"/>
                  <a:pt x="79" y="9"/>
                  <a:pt x="70" y="27"/>
                </a:cubicBezTo>
                <a:cubicBezTo>
                  <a:pt x="0" y="346"/>
                  <a:pt x="0" y="346"/>
                  <a:pt x="0" y="346"/>
                </a:cubicBezTo>
                <a:cubicBezTo>
                  <a:pt x="0" y="354"/>
                  <a:pt x="0" y="363"/>
                  <a:pt x="17" y="363"/>
                </a:cubicBezTo>
                <a:cubicBezTo>
                  <a:pt x="70" y="363"/>
                  <a:pt x="70" y="363"/>
                  <a:pt x="70" y="363"/>
                </a:cubicBezTo>
                <a:cubicBezTo>
                  <a:pt x="79" y="363"/>
                  <a:pt x="88" y="354"/>
                  <a:pt x="97" y="346"/>
                </a:cubicBezTo>
                <a:close/>
                <a:moveTo>
                  <a:pt x="141" y="159"/>
                </a:moveTo>
                <a:lnTo>
                  <a:pt x="141" y="159"/>
                </a:lnTo>
                <a:cubicBezTo>
                  <a:pt x="150" y="89"/>
                  <a:pt x="150" y="89"/>
                  <a:pt x="150" y="89"/>
                </a:cubicBezTo>
                <a:cubicBezTo>
                  <a:pt x="159" y="80"/>
                  <a:pt x="167" y="71"/>
                  <a:pt x="176" y="71"/>
                </a:cubicBezTo>
                <a:cubicBezTo>
                  <a:pt x="194" y="71"/>
                  <a:pt x="194" y="71"/>
                  <a:pt x="194" y="71"/>
                </a:cubicBezTo>
                <a:cubicBezTo>
                  <a:pt x="220" y="71"/>
                  <a:pt x="229" y="71"/>
                  <a:pt x="238" y="80"/>
                </a:cubicBezTo>
                <a:cubicBezTo>
                  <a:pt x="257" y="89"/>
                  <a:pt x="257" y="97"/>
                  <a:pt x="257" y="115"/>
                </a:cubicBezTo>
                <a:cubicBezTo>
                  <a:pt x="257" y="133"/>
                  <a:pt x="248" y="150"/>
                  <a:pt x="229" y="159"/>
                </a:cubicBezTo>
                <a:cubicBezTo>
                  <a:pt x="220" y="168"/>
                  <a:pt x="194" y="178"/>
                  <a:pt x="167" y="178"/>
                </a:cubicBezTo>
                <a:cubicBezTo>
                  <a:pt x="150" y="178"/>
                  <a:pt x="150" y="178"/>
                  <a:pt x="150" y="178"/>
                </a:cubicBezTo>
                <a:cubicBezTo>
                  <a:pt x="141" y="178"/>
                  <a:pt x="132" y="168"/>
                  <a:pt x="141" y="15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7" name="Freeform 83"/>
          <p:cNvSpPr/>
          <p:nvPr/>
        </p:nvSpPr>
        <p:spPr>
          <a:xfrm>
            <a:off x="6060960" y="2778120"/>
            <a:ext cx="270000" cy="122400"/>
          </a:xfrm>
          <a:custGeom>
            <a:avLst/>
            <a:gdLst/>
            <a:ahLst/>
            <a:rect l="l" t="t" r="r" b="b"/>
            <a:pathLst>
              <a:path w="497" h="223">
                <a:moveTo>
                  <a:pt x="17" y="195"/>
                </a:moveTo>
                <a:lnTo>
                  <a:pt x="17" y="195"/>
                </a:lnTo>
                <a:cubicBezTo>
                  <a:pt x="26" y="160"/>
                  <a:pt x="26" y="160"/>
                  <a:pt x="26" y="160"/>
                </a:cubicBezTo>
                <a:cubicBezTo>
                  <a:pt x="17" y="125"/>
                  <a:pt x="17" y="125"/>
                  <a:pt x="17" y="125"/>
                </a:cubicBezTo>
                <a:cubicBezTo>
                  <a:pt x="17" y="125"/>
                  <a:pt x="17" y="125"/>
                  <a:pt x="9" y="125"/>
                </a:cubicBezTo>
                <a:lnTo>
                  <a:pt x="9" y="125"/>
                </a:lnTo>
                <a:cubicBezTo>
                  <a:pt x="0" y="160"/>
                  <a:pt x="0" y="160"/>
                  <a:pt x="0" y="160"/>
                </a:cubicBezTo>
                <a:cubicBezTo>
                  <a:pt x="9" y="195"/>
                  <a:pt x="9" y="195"/>
                  <a:pt x="9" y="195"/>
                </a:cubicBezTo>
                <a:lnTo>
                  <a:pt x="9" y="195"/>
                </a:lnTo>
                <a:cubicBezTo>
                  <a:pt x="17" y="195"/>
                  <a:pt x="17" y="195"/>
                  <a:pt x="17" y="195"/>
                </a:cubicBezTo>
                <a:close/>
                <a:moveTo>
                  <a:pt x="70" y="213"/>
                </a:moveTo>
                <a:lnTo>
                  <a:pt x="70" y="213"/>
                </a:lnTo>
                <a:cubicBezTo>
                  <a:pt x="70" y="160"/>
                  <a:pt x="70" y="160"/>
                  <a:pt x="70" y="160"/>
                </a:cubicBezTo>
                <a:cubicBezTo>
                  <a:pt x="70" y="80"/>
                  <a:pt x="70" y="80"/>
                  <a:pt x="70" y="80"/>
                </a:cubicBezTo>
                <a:lnTo>
                  <a:pt x="62" y="72"/>
                </a:lnTo>
                <a:lnTo>
                  <a:pt x="53" y="80"/>
                </a:lnTo>
                <a:cubicBezTo>
                  <a:pt x="53" y="160"/>
                  <a:pt x="53" y="160"/>
                  <a:pt x="53" y="160"/>
                </a:cubicBezTo>
                <a:cubicBezTo>
                  <a:pt x="53" y="213"/>
                  <a:pt x="53" y="213"/>
                  <a:pt x="53" y="213"/>
                </a:cubicBezTo>
                <a:cubicBezTo>
                  <a:pt x="53" y="222"/>
                  <a:pt x="62" y="222"/>
                  <a:pt x="62" y="222"/>
                </a:cubicBezTo>
                <a:cubicBezTo>
                  <a:pt x="62" y="222"/>
                  <a:pt x="70" y="222"/>
                  <a:pt x="70" y="213"/>
                </a:cubicBezTo>
                <a:close/>
                <a:moveTo>
                  <a:pt x="115" y="213"/>
                </a:moveTo>
                <a:lnTo>
                  <a:pt x="115" y="213"/>
                </a:lnTo>
                <a:cubicBezTo>
                  <a:pt x="123" y="160"/>
                  <a:pt x="123" y="160"/>
                  <a:pt x="123" y="160"/>
                </a:cubicBezTo>
                <a:cubicBezTo>
                  <a:pt x="115" y="53"/>
                  <a:pt x="115" y="53"/>
                  <a:pt x="115" y="53"/>
                </a:cubicBezTo>
                <a:cubicBezTo>
                  <a:pt x="115" y="44"/>
                  <a:pt x="115" y="44"/>
                  <a:pt x="115" y="44"/>
                </a:cubicBezTo>
                <a:cubicBezTo>
                  <a:pt x="107" y="44"/>
                  <a:pt x="107" y="44"/>
                  <a:pt x="107" y="53"/>
                </a:cubicBezTo>
                <a:cubicBezTo>
                  <a:pt x="97" y="160"/>
                  <a:pt x="97" y="160"/>
                  <a:pt x="97" y="160"/>
                </a:cubicBezTo>
                <a:cubicBezTo>
                  <a:pt x="107" y="213"/>
                  <a:pt x="107" y="213"/>
                  <a:pt x="107" y="213"/>
                </a:cubicBezTo>
                <a:cubicBezTo>
                  <a:pt x="107" y="213"/>
                  <a:pt x="107" y="222"/>
                  <a:pt x="115" y="222"/>
                </a:cubicBezTo>
                <a:lnTo>
                  <a:pt x="115" y="213"/>
                </a:lnTo>
                <a:close/>
                <a:moveTo>
                  <a:pt x="168" y="213"/>
                </a:moveTo>
                <a:lnTo>
                  <a:pt x="168" y="213"/>
                </a:lnTo>
                <a:cubicBezTo>
                  <a:pt x="177" y="160"/>
                  <a:pt x="177" y="160"/>
                  <a:pt x="177" y="160"/>
                </a:cubicBezTo>
                <a:cubicBezTo>
                  <a:pt x="168" y="53"/>
                  <a:pt x="168" y="53"/>
                  <a:pt x="168" y="53"/>
                </a:cubicBezTo>
                <a:cubicBezTo>
                  <a:pt x="168" y="44"/>
                  <a:pt x="168" y="44"/>
                  <a:pt x="160" y="44"/>
                </a:cubicBezTo>
                <a:cubicBezTo>
                  <a:pt x="160" y="44"/>
                  <a:pt x="151" y="44"/>
                  <a:pt x="151" y="53"/>
                </a:cubicBezTo>
                <a:cubicBezTo>
                  <a:pt x="151" y="160"/>
                  <a:pt x="151" y="160"/>
                  <a:pt x="151" y="160"/>
                </a:cubicBezTo>
                <a:cubicBezTo>
                  <a:pt x="151" y="213"/>
                  <a:pt x="151" y="213"/>
                  <a:pt x="151" y="213"/>
                </a:cubicBezTo>
                <a:lnTo>
                  <a:pt x="160" y="222"/>
                </a:lnTo>
                <a:cubicBezTo>
                  <a:pt x="168" y="222"/>
                  <a:pt x="168" y="213"/>
                  <a:pt x="168" y="213"/>
                </a:cubicBezTo>
                <a:close/>
                <a:moveTo>
                  <a:pt x="221" y="213"/>
                </a:moveTo>
                <a:lnTo>
                  <a:pt x="221" y="213"/>
                </a:lnTo>
                <a:cubicBezTo>
                  <a:pt x="221" y="160"/>
                  <a:pt x="221" y="160"/>
                  <a:pt x="221" y="160"/>
                </a:cubicBezTo>
                <a:cubicBezTo>
                  <a:pt x="221" y="36"/>
                  <a:pt x="221" y="36"/>
                  <a:pt x="221" y="36"/>
                </a:cubicBezTo>
                <a:cubicBezTo>
                  <a:pt x="221" y="27"/>
                  <a:pt x="213" y="27"/>
                  <a:pt x="213" y="27"/>
                </a:cubicBezTo>
                <a:cubicBezTo>
                  <a:pt x="204" y="27"/>
                  <a:pt x="204" y="27"/>
                  <a:pt x="204" y="36"/>
                </a:cubicBezTo>
                <a:cubicBezTo>
                  <a:pt x="195" y="160"/>
                  <a:pt x="195" y="160"/>
                  <a:pt x="195" y="160"/>
                </a:cubicBezTo>
                <a:lnTo>
                  <a:pt x="204" y="213"/>
                </a:lnTo>
                <a:cubicBezTo>
                  <a:pt x="204" y="213"/>
                  <a:pt x="204" y="222"/>
                  <a:pt x="213" y="222"/>
                </a:cubicBezTo>
                <a:lnTo>
                  <a:pt x="221" y="213"/>
                </a:lnTo>
                <a:close/>
                <a:moveTo>
                  <a:pt x="257" y="222"/>
                </a:moveTo>
                <a:lnTo>
                  <a:pt x="257" y="222"/>
                </a:lnTo>
                <a:lnTo>
                  <a:pt x="434" y="222"/>
                </a:lnTo>
                <a:cubicBezTo>
                  <a:pt x="470" y="222"/>
                  <a:pt x="496" y="195"/>
                  <a:pt x="496" y="160"/>
                </a:cubicBezTo>
                <a:cubicBezTo>
                  <a:pt x="496" y="125"/>
                  <a:pt x="470" y="97"/>
                  <a:pt x="434" y="97"/>
                </a:cubicBezTo>
                <a:cubicBezTo>
                  <a:pt x="425" y="97"/>
                  <a:pt x="416" y="97"/>
                  <a:pt x="407" y="97"/>
                </a:cubicBezTo>
                <a:cubicBezTo>
                  <a:pt x="398" y="44"/>
                  <a:pt x="354" y="0"/>
                  <a:pt x="292" y="0"/>
                </a:cubicBezTo>
                <a:cubicBezTo>
                  <a:pt x="283" y="0"/>
                  <a:pt x="266" y="0"/>
                  <a:pt x="257" y="9"/>
                </a:cubicBezTo>
                <a:cubicBezTo>
                  <a:pt x="248" y="9"/>
                  <a:pt x="248" y="9"/>
                  <a:pt x="248" y="18"/>
                </a:cubicBezTo>
                <a:cubicBezTo>
                  <a:pt x="248" y="213"/>
                  <a:pt x="248" y="213"/>
                  <a:pt x="248" y="213"/>
                </a:cubicBezTo>
                <a:cubicBezTo>
                  <a:pt x="248" y="213"/>
                  <a:pt x="248" y="222"/>
                  <a:pt x="257" y="22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8" name="Freeform 84"/>
          <p:cNvSpPr/>
          <p:nvPr/>
        </p:nvSpPr>
        <p:spPr>
          <a:xfrm>
            <a:off x="8218440" y="2711520"/>
            <a:ext cx="260280" cy="255600"/>
          </a:xfrm>
          <a:custGeom>
            <a:avLst/>
            <a:gdLst/>
            <a:ahLst/>
            <a:rect l="l" t="t" r="r" b="b"/>
            <a:pathLst>
              <a:path w="479" h="471">
                <a:moveTo>
                  <a:pt x="266" y="257"/>
                </a:moveTo>
                <a:lnTo>
                  <a:pt x="266" y="257"/>
                </a:lnTo>
                <a:cubicBezTo>
                  <a:pt x="257" y="257"/>
                  <a:pt x="249" y="257"/>
                  <a:pt x="240" y="257"/>
                </a:cubicBezTo>
                <a:cubicBezTo>
                  <a:pt x="213" y="257"/>
                  <a:pt x="213" y="257"/>
                  <a:pt x="213" y="257"/>
                </a:cubicBezTo>
                <a:cubicBezTo>
                  <a:pt x="213" y="311"/>
                  <a:pt x="213" y="311"/>
                  <a:pt x="213" y="311"/>
                </a:cubicBezTo>
                <a:cubicBezTo>
                  <a:pt x="240" y="311"/>
                  <a:pt x="240" y="311"/>
                  <a:pt x="240" y="311"/>
                </a:cubicBezTo>
                <a:cubicBezTo>
                  <a:pt x="249" y="311"/>
                  <a:pt x="257" y="311"/>
                  <a:pt x="266" y="311"/>
                </a:cubicBezTo>
                <a:cubicBezTo>
                  <a:pt x="275" y="302"/>
                  <a:pt x="275" y="293"/>
                  <a:pt x="275" y="284"/>
                </a:cubicBezTo>
                <a:cubicBezTo>
                  <a:pt x="275" y="275"/>
                  <a:pt x="275" y="266"/>
                  <a:pt x="266" y="257"/>
                </a:cubicBezTo>
                <a:close/>
                <a:moveTo>
                  <a:pt x="257" y="213"/>
                </a:moveTo>
                <a:lnTo>
                  <a:pt x="257" y="213"/>
                </a:lnTo>
                <a:cubicBezTo>
                  <a:pt x="257" y="204"/>
                  <a:pt x="266" y="196"/>
                  <a:pt x="266" y="186"/>
                </a:cubicBezTo>
                <a:cubicBezTo>
                  <a:pt x="266" y="177"/>
                  <a:pt x="257" y="168"/>
                  <a:pt x="257" y="168"/>
                </a:cubicBezTo>
                <a:cubicBezTo>
                  <a:pt x="249" y="160"/>
                  <a:pt x="231" y="160"/>
                  <a:pt x="222" y="160"/>
                </a:cubicBezTo>
                <a:cubicBezTo>
                  <a:pt x="213" y="160"/>
                  <a:pt x="213" y="160"/>
                  <a:pt x="213" y="160"/>
                </a:cubicBezTo>
                <a:cubicBezTo>
                  <a:pt x="213" y="213"/>
                  <a:pt x="213" y="213"/>
                  <a:pt x="213" y="213"/>
                </a:cubicBezTo>
                <a:cubicBezTo>
                  <a:pt x="231" y="213"/>
                  <a:pt x="231" y="213"/>
                  <a:pt x="231" y="213"/>
                </a:cubicBezTo>
                <a:cubicBezTo>
                  <a:pt x="240" y="213"/>
                  <a:pt x="249" y="213"/>
                  <a:pt x="257" y="213"/>
                </a:cubicBezTo>
                <a:close/>
                <a:moveTo>
                  <a:pt x="390" y="0"/>
                </a:moveTo>
                <a:lnTo>
                  <a:pt x="390" y="0"/>
                </a:lnTo>
                <a:cubicBezTo>
                  <a:pt x="89" y="0"/>
                  <a:pt x="89" y="0"/>
                  <a:pt x="89" y="0"/>
                </a:cubicBezTo>
                <a:cubicBezTo>
                  <a:pt x="36" y="0"/>
                  <a:pt x="0" y="36"/>
                  <a:pt x="0" y="80"/>
                </a:cubicBezTo>
                <a:cubicBezTo>
                  <a:pt x="0" y="390"/>
                  <a:pt x="0" y="390"/>
                  <a:pt x="0" y="390"/>
                </a:cubicBezTo>
                <a:cubicBezTo>
                  <a:pt x="0" y="434"/>
                  <a:pt x="36" y="470"/>
                  <a:pt x="89" y="470"/>
                </a:cubicBezTo>
                <a:cubicBezTo>
                  <a:pt x="390" y="470"/>
                  <a:pt x="390" y="470"/>
                  <a:pt x="390" y="470"/>
                </a:cubicBezTo>
                <a:cubicBezTo>
                  <a:pt x="443" y="470"/>
                  <a:pt x="478" y="434"/>
                  <a:pt x="478" y="390"/>
                </a:cubicBezTo>
                <a:cubicBezTo>
                  <a:pt x="478" y="80"/>
                  <a:pt x="478" y="80"/>
                  <a:pt x="478" y="80"/>
                </a:cubicBezTo>
                <a:cubicBezTo>
                  <a:pt x="478" y="36"/>
                  <a:pt x="443" y="0"/>
                  <a:pt x="390" y="0"/>
                </a:cubicBezTo>
                <a:close/>
                <a:moveTo>
                  <a:pt x="249" y="355"/>
                </a:moveTo>
                <a:lnTo>
                  <a:pt x="249" y="355"/>
                </a:lnTo>
                <a:cubicBezTo>
                  <a:pt x="159" y="355"/>
                  <a:pt x="159" y="355"/>
                  <a:pt x="159" y="355"/>
                </a:cubicBezTo>
                <a:cubicBezTo>
                  <a:pt x="159" y="124"/>
                  <a:pt x="159" y="124"/>
                  <a:pt x="159" y="124"/>
                </a:cubicBezTo>
                <a:cubicBezTo>
                  <a:pt x="266" y="124"/>
                  <a:pt x="266" y="124"/>
                  <a:pt x="266" y="124"/>
                </a:cubicBezTo>
                <a:cubicBezTo>
                  <a:pt x="293" y="124"/>
                  <a:pt x="319" y="142"/>
                  <a:pt x="319" y="177"/>
                </a:cubicBezTo>
                <a:cubicBezTo>
                  <a:pt x="319" y="204"/>
                  <a:pt x="310" y="221"/>
                  <a:pt x="284" y="221"/>
                </a:cubicBezTo>
                <a:cubicBezTo>
                  <a:pt x="284" y="231"/>
                  <a:pt x="284" y="231"/>
                  <a:pt x="284" y="231"/>
                </a:cubicBezTo>
                <a:cubicBezTo>
                  <a:pt x="319" y="231"/>
                  <a:pt x="337" y="249"/>
                  <a:pt x="337" y="284"/>
                </a:cubicBezTo>
                <a:cubicBezTo>
                  <a:pt x="337" y="319"/>
                  <a:pt x="310" y="355"/>
                  <a:pt x="249" y="3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9" name="Freeform 85"/>
          <p:cNvSpPr/>
          <p:nvPr/>
        </p:nvSpPr>
        <p:spPr>
          <a:xfrm>
            <a:off x="3917880" y="1660680"/>
            <a:ext cx="250920" cy="201600"/>
          </a:xfrm>
          <a:custGeom>
            <a:avLst/>
            <a:gdLst/>
            <a:ahLst/>
            <a:rect l="l" t="t" r="r" b="b"/>
            <a:pathLst>
              <a:path w="462" h="374">
                <a:moveTo>
                  <a:pt x="461" y="45"/>
                </a:moveTo>
                <a:lnTo>
                  <a:pt x="461" y="45"/>
                </a:lnTo>
                <a:cubicBezTo>
                  <a:pt x="443" y="54"/>
                  <a:pt x="425" y="63"/>
                  <a:pt x="408" y="63"/>
                </a:cubicBezTo>
                <a:cubicBezTo>
                  <a:pt x="425" y="54"/>
                  <a:pt x="443" y="36"/>
                  <a:pt x="443" y="10"/>
                </a:cubicBezTo>
                <a:cubicBezTo>
                  <a:pt x="425" y="19"/>
                  <a:pt x="408" y="27"/>
                  <a:pt x="389" y="36"/>
                </a:cubicBezTo>
                <a:cubicBezTo>
                  <a:pt x="372" y="19"/>
                  <a:pt x="345" y="0"/>
                  <a:pt x="319" y="0"/>
                </a:cubicBezTo>
                <a:cubicBezTo>
                  <a:pt x="265" y="0"/>
                  <a:pt x="221" y="45"/>
                  <a:pt x="221" y="98"/>
                </a:cubicBezTo>
                <a:cubicBezTo>
                  <a:pt x="221" y="107"/>
                  <a:pt x="221" y="116"/>
                  <a:pt x="230" y="116"/>
                </a:cubicBezTo>
                <a:cubicBezTo>
                  <a:pt x="151" y="116"/>
                  <a:pt x="79" y="81"/>
                  <a:pt x="35" y="19"/>
                </a:cubicBezTo>
                <a:cubicBezTo>
                  <a:pt x="26" y="36"/>
                  <a:pt x="17" y="54"/>
                  <a:pt x="17" y="72"/>
                </a:cubicBezTo>
                <a:cubicBezTo>
                  <a:pt x="17" y="98"/>
                  <a:pt x="35" y="134"/>
                  <a:pt x="61" y="151"/>
                </a:cubicBezTo>
                <a:cubicBezTo>
                  <a:pt x="44" y="143"/>
                  <a:pt x="35" y="143"/>
                  <a:pt x="17" y="134"/>
                </a:cubicBezTo>
                <a:lnTo>
                  <a:pt x="17" y="134"/>
                </a:lnTo>
                <a:cubicBezTo>
                  <a:pt x="17" y="178"/>
                  <a:pt x="53" y="222"/>
                  <a:pt x="98" y="231"/>
                </a:cubicBezTo>
                <a:cubicBezTo>
                  <a:pt x="89" y="231"/>
                  <a:pt x="79" y="231"/>
                  <a:pt x="70" y="231"/>
                </a:cubicBezTo>
                <a:cubicBezTo>
                  <a:pt x="61" y="231"/>
                  <a:pt x="61" y="231"/>
                  <a:pt x="53" y="231"/>
                </a:cubicBezTo>
                <a:cubicBezTo>
                  <a:pt x="61" y="266"/>
                  <a:pt x="98" y="294"/>
                  <a:pt x="142" y="294"/>
                </a:cubicBezTo>
                <a:cubicBezTo>
                  <a:pt x="106" y="319"/>
                  <a:pt x="70" y="338"/>
                  <a:pt x="26" y="338"/>
                </a:cubicBezTo>
                <a:cubicBezTo>
                  <a:pt x="17" y="338"/>
                  <a:pt x="8" y="338"/>
                  <a:pt x="0" y="338"/>
                </a:cubicBezTo>
                <a:cubicBezTo>
                  <a:pt x="44" y="364"/>
                  <a:pt x="89" y="373"/>
                  <a:pt x="142" y="373"/>
                </a:cubicBezTo>
                <a:cubicBezTo>
                  <a:pt x="319" y="373"/>
                  <a:pt x="408" y="231"/>
                  <a:pt x="408" y="107"/>
                </a:cubicBezTo>
                <a:lnTo>
                  <a:pt x="408" y="98"/>
                </a:lnTo>
                <a:cubicBezTo>
                  <a:pt x="434" y="81"/>
                  <a:pt x="443" y="72"/>
                  <a:pt x="461" y="4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30" name="Freeform 86"/>
          <p:cNvSpPr/>
          <p:nvPr/>
        </p:nvSpPr>
        <p:spPr>
          <a:xfrm>
            <a:off x="4449600" y="1635120"/>
            <a:ext cx="262080" cy="257040"/>
          </a:xfrm>
          <a:custGeom>
            <a:avLst/>
            <a:gdLst/>
            <a:ahLst/>
            <a:rect l="l" t="t" r="r" b="b"/>
            <a:pathLst>
              <a:path w="480" h="471">
                <a:moveTo>
                  <a:pt x="239" y="0"/>
                </a:moveTo>
                <a:lnTo>
                  <a:pt x="239" y="0"/>
                </a:lnTo>
                <a:cubicBezTo>
                  <a:pt x="107" y="0"/>
                  <a:pt x="0" y="107"/>
                  <a:pt x="0" y="231"/>
                </a:cubicBezTo>
                <a:cubicBezTo>
                  <a:pt x="0" y="363"/>
                  <a:pt x="107" y="470"/>
                  <a:pt x="239" y="470"/>
                </a:cubicBezTo>
                <a:cubicBezTo>
                  <a:pt x="372" y="470"/>
                  <a:pt x="479" y="363"/>
                  <a:pt x="479" y="231"/>
                </a:cubicBezTo>
                <a:cubicBezTo>
                  <a:pt x="479" y="107"/>
                  <a:pt x="372" y="0"/>
                  <a:pt x="239" y="0"/>
                </a:cubicBezTo>
                <a:close/>
                <a:moveTo>
                  <a:pt x="337" y="195"/>
                </a:moveTo>
                <a:lnTo>
                  <a:pt x="337" y="195"/>
                </a:lnTo>
                <a:lnTo>
                  <a:pt x="337" y="195"/>
                </a:lnTo>
                <a:cubicBezTo>
                  <a:pt x="337" y="257"/>
                  <a:pt x="292" y="328"/>
                  <a:pt x="204" y="328"/>
                </a:cubicBezTo>
                <a:cubicBezTo>
                  <a:pt x="178" y="328"/>
                  <a:pt x="151" y="319"/>
                  <a:pt x="133" y="310"/>
                </a:cubicBezTo>
                <a:lnTo>
                  <a:pt x="142" y="310"/>
                </a:lnTo>
                <a:cubicBezTo>
                  <a:pt x="160" y="310"/>
                  <a:pt x="186" y="301"/>
                  <a:pt x="204" y="293"/>
                </a:cubicBezTo>
                <a:cubicBezTo>
                  <a:pt x="178" y="293"/>
                  <a:pt x="160" y="275"/>
                  <a:pt x="160" y="257"/>
                </a:cubicBezTo>
                <a:cubicBezTo>
                  <a:pt x="160" y="257"/>
                  <a:pt x="160" y="257"/>
                  <a:pt x="169" y="257"/>
                </a:cubicBezTo>
                <a:lnTo>
                  <a:pt x="178" y="257"/>
                </a:lnTo>
                <a:cubicBezTo>
                  <a:pt x="160" y="248"/>
                  <a:pt x="142" y="231"/>
                  <a:pt x="142" y="213"/>
                </a:cubicBezTo>
                <a:lnTo>
                  <a:pt x="142" y="213"/>
                </a:lnTo>
                <a:cubicBezTo>
                  <a:pt x="142" y="213"/>
                  <a:pt x="151" y="213"/>
                  <a:pt x="160" y="213"/>
                </a:cubicBezTo>
                <a:cubicBezTo>
                  <a:pt x="151" y="204"/>
                  <a:pt x="142" y="195"/>
                  <a:pt x="142" y="178"/>
                </a:cubicBezTo>
                <a:cubicBezTo>
                  <a:pt x="142" y="169"/>
                  <a:pt x="142" y="160"/>
                  <a:pt x="151" y="151"/>
                </a:cubicBezTo>
                <a:cubicBezTo>
                  <a:pt x="169" y="178"/>
                  <a:pt x="204" y="204"/>
                  <a:pt x="239" y="204"/>
                </a:cubicBezTo>
                <a:cubicBezTo>
                  <a:pt x="239" y="195"/>
                  <a:pt x="239" y="195"/>
                  <a:pt x="239" y="195"/>
                </a:cubicBezTo>
                <a:cubicBezTo>
                  <a:pt x="239" y="169"/>
                  <a:pt x="266" y="142"/>
                  <a:pt x="292" y="142"/>
                </a:cubicBezTo>
                <a:cubicBezTo>
                  <a:pt x="301" y="142"/>
                  <a:pt x="319" y="151"/>
                  <a:pt x="319" y="160"/>
                </a:cubicBezTo>
                <a:cubicBezTo>
                  <a:pt x="337" y="160"/>
                  <a:pt x="346" y="151"/>
                  <a:pt x="355" y="151"/>
                </a:cubicBezTo>
                <a:cubicBezTo>
                  <a:pt x="346" y="160"/>
                  <a:pt x="346" y="169"/>
                  <a:pt x="337" y="178"/>
                </a:cubicBezTo>
                <a:cubicBezTo>
                  <a:pt x="346" y="178"/>
                  <a:pt x="355" y="169"/>
                  <a:pt x="364" y="169"/>
                </a:cubicBezTo>
                <a:cubicBezTo>
                  <a:pt x="355" y="178"/>
                  <a:pt x="346" y="187"/>
                  <a:pt x="337" y="19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31" name="Freeform 87"/>
          <p:cNvSpPr/>
          <p:nvPr/>
        </p:nvSpPr>
        <p:spPr>
          <a:xfrm>
            <a:off x="700200" y="2720880"/>
            <a:ext cx="231840" cy="236520"/>
          </a:xfrm>
          <a:custGeom>
            <a:avLst/>
            <a:gdLst/>
            <a:ahLst/>
            <a:rect l="l" t="t" r="r" b="b"/>
            <a:pathLst>
              <a:path w="426" h="435">
                <a:moveTo>
                  <a:pt x="345" y="213"/>
                </a:moveTo>
                <a:lnTo>
                  <a:pt x="345" y="213"/>
                </a:lnTo>
                <a:cubicBezTo>
                  <a:pt x="345" y="284"/>
                  <a:pt x="284" y="346"/>
                  <a:pt x="213" y="346"/>
                </a:cubicBezTo>
                <a:cubicBezTo>
                  <a:pt x="142" y="346"/>
                  <a:pt x="79" y="284"/>
                  <a:pt x="79" y="213"/>
                </a:cubicBezTo>
                <a:cubicBezTo>
                  <a:pt x="79" y="203"/>
                  <a:pt x="88" y="203"/>
                  <a:pt x="88" y="195"/>
                </a:cubicBezTo>
                <a:cubicBezTo>
                  <a:pt x="0" y="195"/>
                  <a:pt x="0" y="195"/>
                  <a:pt x="0" y="195"/>
                </a:cubicBezTo>
                <a:cubicBezTo>
                  <a:pt x="0" y="363"/>
                  <a:pt x="0" y="363"/>
                  <a:pt x="0" y="363"/>
                </a:cubicBezTo>
                <a:cubicBezTo>
                  <a:pt x="0" y="399"/>
                  <a:pt x="26" y="434"/>
                  <a:pt x="62" y="434"/>
                </a:cubicBezTo>
                <a:cubicBezTo>
                  <a:pt x="363" y="434"/>
                  <a:pt x="363" y="434"/>
                  <a:pt x="363" y="434"/>
                </a:cubicBezTo>
                <a:cubicBezTo>
                  <a:pt x="398" y="434"/>
                  <a:pt x="425" y="399"/>
                  <a:pt x="425" y="363"/>
                </a:cubicBezTo>
                <a:cubicBezTo>
                  <a:pt x="425" y="195"/>
                  <a:pt x="425" y="195"/>
                  <a:pt x="425" y="195"/>
                </a:cubicBezTo>
                <a:cubicBezTo>
                  <a:pt x="337" y="195"/>
                  <a:pt x="337" y="195"/>
                  <a:pt x="337" y="195"/>
                </a:cubicBezTo>
                <a:cubicBezTo>
                  <a:pt x="337" y="203"/>
                  <a:pt x="345" y="203"/>
                  <a:pt x="345" y="213"/>
                </a:cubicBezTo>
                <a:close/>
                <a:moveTo>
                  <a:pt x="363" y="0"/>
                </a:moveTo>
                <a:lnTo>
                  <a:pt x="363" y="0"/>
                </a:lnTo>
                <a:cubicBezTo>
                  <a:pt x="62" y="0"/>
                  <a:pt x="62" y="0"/>
                  <a:pt x="62" y="0"/>
                </a:cubicBezTo>
                <a:cubicBezTo>
                  <a:pt x="26" y="0"/>
                  <a:pt x="0" y="36"/>
                  <a:pt x="0" y="71"/>
                </a:cubicBezTo>
                <a:cubicBezTo>
                  <a:pt x="0" y="142"/>
                  <a:pt x="0" y="142"/>
                  <a:pt x="0" y="142"/>
                </a:cubicBezTo>
                <a:cubicBezTo>
                  <a:pt x="106" y="142"/>
                  <a:pt x="106" y="142"/>
                  <a:pt x="106" y="142"/>
                </a:cubicBezTo>
                <a:cubicBezTo>
                  <a:pt x="132" y="106"/>
                  <a:pt x="168" y="89"/>
                  <a:pt x="213" y="89"/>
                </a:cubicBezTo>
                <a:cubicBezTo>
                  <a:pt x="257" y="89"/>
                  <a:pt x="292" y="106"/>
                  <a:pt x="319" y="142"/>
                </a:cubicBezTo>
                <a:cubicBezTo>
                  <a:pt x="425" y="142"/>
                  <a:pt x="425" y="142"/>
                  <a:pt x="425" y="142"/>
                </a:cubicBezTo>
                <a:cubicBezTo>
                  <a:pt x="425" y="71"/>
                  <a:pt x="425" y="71"/>
                  <a:pt x="425" y="71"/>
                </a:cubicBezTo>
                <a:cubicBezTo>
                  <a:pt x="425" y="36"/>
                  <a:pt x="398" y="0"/>
                  <a:pt x="363" y="0"/>
                </a:cubicBezTo>
                <a:close/>
                <a:moveTo>
                  <a:pt x="390" y="89"/>
                </a:moveTo>
                <a:lnTo>
                  <a:pt x="390" y="89"/>
                </a:lnTo>
                <a:cubicBezTo>
                  <a:pt x="390" y="89"/>
                  <a:pt x="390" y="97"/>
                  <a:pt x="381" y="97"/>
                </a:cubicBezTo>
                <a:cubicBezTo>
                  <a:pt x="345" y="97"/>
                  <a:pt x="345" y="97"/>
                  <a:pt x="345" y="97"/>
                </a:cubicBezTo>
                <a:cubicBezTo>
                  <a:pt x="337" y="97"/>
                  <a:pt x="328" y="89"/>
                  <a:pt x="328" y="89"/>
                </a:cubicBezTo>
                <a:cubicBezTo>
                  <a:pt x="328" y="53"/>
                  <a:pt x="328" y="53"/>
                  <a:pt x="328" y="53"/>
                </a:cubicBezTo>
                <a:cubicBezTo>
                  <a:pt x="328" y="44"/>
                  <a:pt x="337" y="36"/>
                  <a:pt x="345" y="36"/>
                </a:cubicBezTo>
                <a:cubicBezTo>
                  <a:pt x="381" y="36"/>
                  <a:pt x="381" y="36"/>
                  <a:pt x="381" y="36"/>
                </a:cubicBezTo>
                <a:cubicBezTo>
                  <a:pt x="390" y="36"/>
                  <a:pt x="390" y="44"/>
                  <a:pt x="390" y="53"/>
                </a:cubicBezTo>
                <a:lnTo>
                  <a:pt x="390" y="89"/>
                </a:lnTo>
                <a:close/>
                <a:moveTo>
                  <a:pt x="292" y="213"/>
                </a:moveTo>
                <a:lnTo>
                  <a:pt x="292" y="213"/>
                </a:lnTo>
                <a:cubicBezTo>
                  <a:pt x="292" y="168"/>
                  <a:pt x="257" y="133"/>
                  <a:pt x="213" y="133"/>
                </a:cubicBezTo>
                <a:cubicBezTo>
                  <a:pt x="168" y="133"/>
                  <a:pt x="132" y="168"/>
                  <a:pt x="132" y="213"/>
                </a:cubicBezTo>
                <a:cubicBezTo>
                  <a:pt x="132" y="257"/>
                  <a:pt x="168" y="293"/>
                  <a:pt x="213" y="293"/>
                </a:cubicBezTo>
                <a:cubicBezTo>
                  <a:pt x="257" y="293"/>
                  <a:pt x="292" y="257"/>
                  <a:pt x="292" y="21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32" name="Freeform 106"/>
          <p:cNvSpPr/>
          <p:nvPr/>
        </p:nvSpPr>
        <p:spPr>
          <a:xfrm>
            <a:off x="6080040" y="1649520"/>
            <a:ext cx="231840" cy="233280"/>
          </a:xfrm>
          <a:custGeom>
            <a:avLst/>
            <a:gdLst/>
            <a:ahLst/>
            <a:rect l="l" t="t" r="r" b="b"/>
            <a:pathLst>
              <a:path w="426" h="427">
                <a:moveTo>
                  <a:pt x="372" y="0"/>
                </a:moveTo>
                <a:lnTo>
                  <a:pt x="372" y="0"/>
                </a:lnTo>
                <a:cubicBezTo>
                  <a:pt x="53" y="0"/>
                  <a:pt x="53" y="0"/>
                  <a:pt x="53" y="0"/>
                </a:cubicBezTo>
                <a:cubicBezTo>
                  <a:pt x="27" y="0"/>
                  <a:pt x="0" y="27"/>
                  <a:pt x="0" y="53"/>
                </a:cubicBezTo>
                <a:cubicBezTo>
                  <a:pt x="0" y="372"/>
                  <a:pt x="0" y="372"/>
                  <a:pt x="0" y="372"/>
                </a:cubicBezTo>
                <a:cubicBezTo>
                  <a:pt x="0" y="399"/>
                  <a:pt x="27" y="426"/>
                  <a:pt x="53" y="426"/>
                </a:cubicBezTo>
                <a:cubicBezTo>
                  <a:pt x="213" y="426"/>
                  <a:pt x="213" y="426"/>
                  <a:pt x="213" y="426"/>
                </a:cubicBezTo>
                <a:cubicBezTo>
                  <a:pt x="213" y="274"/>
                  <a:pt x="213" y="274"/>
                  <a:pt x="213" y="274"/>
                </a:cubicBezTo>
                <a:cubicBezTo>
                  <a:pt x="160" y="274"/>
                  <a:pt x="160" y="274"/>
                  <a:pt x="160" y="274"/>
                </a:cubicBezTo>
                <a:cubicBezTo>
                  <a:pt x="160" y="204"/>
                  <a:pt x="160" y="204"/>
                  <a:pt x="160" y="204"/>
                </a:cubicBezTo>
                <a:cubicBezTo>
                  <a:pt x="213" y="204"/>
                  <a:pt x="213" y="204"/>
                  <a:pt x="213" y="204"/>
                </a:cubicBezTo>
                <a:cubicBezTo>
                  <a:pt x="213" y="168"/>
                  <a:pt x="213" y="168"/>
                  <a:pt x="213" y="168"/>
                </a:cubicBezTo>
                <a:cubicBezTo>
                  <a:pt x="213" y="124"/>
                  <a:pt x="257" y="80"/>
                  <a:pt x="301" y="80"/>
                </a:cubicBezTo>
                <a:cubicBezTo>
                  <a:pt x="346" y="80"/>
                  <a:pt x="346" y="80"/>
                  <a:pt x="346" y="80"/>
                </a:cubicBezTo>
                <a:cubicBezTo>
                  <a:pt x="346" y="160"/>
                  <a:pt x="346" y="160"/>
                  <a:pt x="346" y="160"/>
                </a:cubicBezTo>
                <a:cubicBezTo>
                  <a:pt x="310" y="160"/>
                  <a:pt x="310" y="160"/>
                  <a:pt x="310" y="160"/>
                </a:cubicBezTo>
                <a:cubicBezTo>
                  <a:pt x="292" y="160"/>
                  <a:pt x="292" y="160"/>
                  <a:pt x="292" y="168"/>
                </a:cubicBezTo>
                <a:cubicBezTo>
                  <a:pt x="292" y="204"/>
                  <a:pt x="292" y="204"/>
                  <a:pt x="292" y="204"/>
                </a:cubicBezTo>
                <a:cubicBezTo>
                  <a:pt x="346" y="204"/>
                  <a:pt x="346" y="204"/>
                  <a:pt x="346" y="204"/>
                </a:cubicBezTo>
                <a:cubicBezTo>
                  <a:pt x="346" y="274"/>
                  <a:pt x="346" y="274"/>
                  <a:pt x="346" y="274"/>
                </a:cubicBezTo>
                <a:cubicBezTo>
                  <a:pt x="292" y="274"/>
                  <a:pt x="292" y="274"/>
                  <a:pt x="292" y="274"/>
                </a:cubicBezTo>
                <a:cubicBezTo>
                  <a:pt x="292" y="426"/>
                  <a:pt x="292" y="426"/>
                  <a:pt x="292" y="426"/>
                </a:cubicBezTo>
                <a:cubicBezTo>
                  <a:pt x="372" y="426"/>
                  <a:pt x="372" y="426"/>
                  <a:pt x="372" y="426"/>
                </a:cubicBezTo>
                <a:cubicBezTo>
                  <a:pt x="399" y="426"/>
                  <a:pt x="425" y="399"/>
                  <a:pt x="425" y="372"/>
                </a:cubicBezTo>
                <a:cubicBezTo>
                  <a:pt x="425" y="53"/>
                  <a:pt x="425" y="53"/>
                  <a:pt x="425" y="53"/>
                </a:cubicBezTo>
                <a:cubicBezTo>
                  <a:pt x="425" y="27"/>
                  <a:pt x="399" y="0"/>
                  <a:pt x="372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33" name="Freeform 119"/>
          <p:cNvSpPr/>
          <p:nvPr/>
        </p:nvSpPr>
        <p:spPr>
          <a:xfrm>
            <a:off x="3375000" y="2711520"/>
            <a:ext cx="260280" cy="255600"/>
          </a:xfrm>
          <a:custGeom>
            <a:avLst/>
            <a:gdLst/>
            <a:ahLst/>
            <a:rect l="l" t="t" r="r" b="b"/>
            <a:pathLst>
              <a:path w="480" h="471">
                <a:moveTo>
                  <a:pt x="293" y="231"/>
                </a:moveTo>
                <a:lnTo>
                  <a:pt x="293" y="231"/>
                </a:lnTo>
                <a:cubicBezTo>
                  <a:pt x="284" y="231"/>
                  <a:pt x="284" y="221"/>
                  <a:pt x="275" y="221"/>
                </a:cubicBezTo>
                <a:cubicBezTo>
                  <a:pt x="266" y="221"/>
                  <a:pt x="258" y="213"/>
                  <a:pt x="249" y="213"/>
                </a:cubicBezTo>
                <a:cubicBezTo>
                  <a:pt x="240" y="213"/>
                  <a:pt x="231" y="213"/>
                  <a:pt x="231" y="213"/>
                </a:cubicBezTo>
                <a:cubicBezTo>
                  <a:pt x="222" y="204"/>
                  <a:pt x="222" y="204"/>
                  <a:pt x="222" y="204"/>
                </a:cubicBezTo>
                <a:cubicBezTo>
                  <a:pt x="213" y="204"/>
                  <a:pt x="213" y="204"/>
                  <a:pt x="213" y="204"/>
                </a:cubicBezTo>
                <a:cubicBezTo>
                  <a:pt x="213" y="196"/>
                  <a:pt x="213" y="196"/>
                  <a:pt x="213" y="196"/>
                </a:cubicBezTo>
                <a:cubicBezTo>
                  <a:pt x="213" y="186"/>
                  <a:pt x="213" y="186"/>
                  <a:pt x="213" y="177"/>
                </a:cubicBezTo>
                <a:cubicBezTo>
                  <a:pt x="222" y="177"/>
                  <a:pt x="231" y="177"/>
                  <a:pt x="240" y="177"/>
                </a:cubicBezTo>
                <a:cubicBezTo>
                  <a:pt x="249" y="177"/>
                  <a:pt x="258" y="177"/>
                  <a:pt x="258" y="177"/>
                </a:cubicBezTo>
                <a:cubicBezTo>
                  <a:pt x="266" y="186"/>
                  <a:pt x="266" y="186"/>
                  <a:pt x="266" y="196"/>
                </a:cubicBezTo>
                <a:cubicBezTo>
                  <a:pt x="275" y="196"/>
                  <a:pt x="275" y="204"/>
                  <a:pt x="275" y="204"/>
                </a:cubicBezTo>
                <a:lnTo>
                  <a:pt x="284" y="204"/>
                </a:lnTo>
                <a:cubicBezTo>
                  <a:pt x="293" y="204"/>
                  <a:pt x="293" y="204"/>
                  <a:pt x="302" y="204"/>
                </a:cubicBezTo>
                <a:cubicBezTo>
                  <a:pt x="302" y="196"/>
                  <a:pt x="302" y="196"/>
                  <a:pt x="302" y="186"/>
                </a:cubicBezTo>
                <a:lnTo>
                  <a:pt x="302" y="177"/>
                </a:lnTo>
                <a:cubicBezTo>
                  <a:pt x="302" y="168"/>
                  <a:pt x="293" y="168"/>
                  <a:pt x="293" y="160"/>
                </a:cubicBezTo>
                <a:cubicBezTo>
                  <a:pt x="284" y="160"/>
                  <a:pt x="275" y="151"/>
                  <a:pt x="266" y="151"/>
                </a:cubicBezTo>
                <a:cubicBezTo>
                  <a:pt x="258" y="151"/>
                  <a:pt x="249" y="151"/>
                  <a:pt x="240" y="151"/>
                </a:cubicBezTo>
                <a:cubicBezTo>
                  <a:pt x="222" y="151"/>
                  <a:pt x="213" y="151"/>
                  <a:pt x="205" y="151"/>
                </a:cubicBezTo>
                <a:cubicBezTo>
                  <a:pt x="195" y="160"/>
                  <a:pt x="187" y="160"/>
                  <a:pt x="178" y="168"/>
                </a:cubicBezTo>
                <a:cubicBezTo>
                  <a:pt x="178" y="177"/>
                  <a:pt x="169" y="186"/>
                  <a:pt x="169" y="196"/>
                </a:cubicBezTo>
                <a:cubicBezTo>
                  <a:pt x="169" y="204"/>
                  <a:pt x="178" y="213"/>
                  <a:pt x="178" y="221"/>
                </a:cubicBezTo>
                <a:cubicBezTo>
                  <a:pt x="187" y="231"/>
                  <a:pt x="195" y="231"/>
                  <a:pt x="205" y="240"/>
                </a:cubicBezTo>
                <a:cubicBezTo>
                  <a:pt x="213" y="240"/>
                  <a:pt x="222" y="240"/>
                  <a:pt x="231" y="249"/>
                </a:cubicBezTo>
                <a:cubicBezTo>
                  <a:pt x="240" y="249"/>
                  <a:pt x="249" y="249"/>
                  <a:pt x="258" y="249"/>
                </a:cubicBezTo>
                <a:cubicBezTo>
                  <a:pt x="258" y="257"/>
                  <a:pt x="266" y="257"/>
                  <a:pt x="266" y="257"/>
                </a:cubicBezTo>
                <a:cubicBezTo>
                  <a:pt x="275" y="266"/>
                  <a:pt x="275" y="266"/>
                  <a:pt x="275" y="275"/>
                </a:cubicBezTo>
                <a:lnTo>
                  <a:pt x="266" y="284"/>
                </a:lnTo>
                <a:cubicBezTo>
                  <a:pt x="258" y="293"/>
                  <a:pt x="249" y="293"/>
                  <a:pt x="240" y="293"/>
                </a:cubicBezTo>
                <a:cubicBezTo>
                  <a:pt x="231" y="293"/>
                  <a:pt x="222" y="293"/>
                  <a:pt x="222" y="293"/>
                </a:cubicBezTo>
                <a:cubicBezTo>
                  <a:pt x="213" y="284"/>
                  <a:pt x="213" y="284"/>
                  <a:pt x="213" y="284"/>
                </a:cubicBezTo>
                <a:cubicBezTo>
                  <a:pt x="213" y="275"/>
                  <a:pt x="205" y="275"/>
                  <a:pt x="205" y="266"/>
                </a:cubicBezTo>
                <a:cubicBezTo>
                  <a:pt x="205" y="266"/>
                  <a:pt x="205" y="257"/>
                  <a:pt x="195" y="257"/>
                </a:cubicBezTo>
                <a:lnTo>
                  <a:pt x="187" y="257"/>
                </a:lnTo>
                <a:cubicBezTo>
                  <a:pt x="178" y="257"/>
                  <a:pt x="178" y="257"/>
                  <a:pt x="178" y="257"/>
                </a:cubicBezTo>
                <a:cubicBezTo>
                  <a:pt x="169" y="266"/>
                  <a:pt x="169" y="266"/>
                  <a:pt x="169" y="275"/>
                </a:cubicBezTo>
                <a:cubicBezTo>
                  <a:pt x="169" y="275"/>
                  <a:pt x="169" y="284"/>
                  <a:pt x="178" y="293"/>
                </a:cubicBezTo>
                <a:cubicBezTo>
                  <a:pt x="178" y="302"/>
                  <a:pt x="187" y="311"/>
                  <a:pt x="195" y="311"/>
                </a:cubicBezTo>
                <a:cubicBezTo>
                  <a:pt x="205" y="319"/>
                  <a:pt x="222" y="319"/>
                  <a:pt x="240" y="319"/>
                </a:cubicBezTo>
                <a:cubicBezTo>
                  <a:pt x="258" y="319"/>
                  <a:pt x="266" y="319"/>
                  <a:pt x="275" y="319"/>
                </a:cubicBezTo>
                <a:cubicBezTo>
                  <a:pt x="293" y="311"/>
                  <a:pt x="302" y="302"/>
                  <a:pt x="302" y="293"/>
                </a:cubicBezTo>
                <a:cubicBezTo>
                  <a:pt x="311" y="284"/>
                  <a:pt x="311" y="275"/>
                  <a:pt x="311" y="266"/>
                </a:cubicBezTo>
                <a:cubicBezTo>
                  <a:pt x="311" y="257"/>
                  <a:pt x="311" y="249"/>
                  <a:pt x="311" y="249"/>
                </a:cubicBezTo>
                <a:cubicBezTo>
                  <a:pt x="302" y="240"/>
                  <a:pt x="302" y="231"/>
                  <a:pt x="293" y="231"/>
                </a:cubicBezTo>
                <a:close/>
                <a:moveTo>
                  <a:pt x="240" y="0"/>
                </a:moveTo>
                <a:lnTo>
                  <a:pt x="240" y="0"/>
                </a:lnTo>
                <a:cubicBezTo>
                  <a:pt x="107" y="0"/>
                  <a:pt x="0" y="107"/>
                  <a:pt x="0" y="231"/>
                </a:cubicBezTo>
                <a:cubicBezTo>
                  <a:pt x="0" y="364"/>
                  <a:pt x="107" y="470"/>
                  <a:pt x="240" y="470"/>
                </a:cubicBezTo>
                <a:cubicBezTo>
                  <a:pt x="372" y="470"/>
                  <a:pt x="479" y="364"/>
                  <a:pt x="479" y="231"/>
                </a:cubicBezTo>
                <a:cubicBezTo>
                  <a:pt x="479" y="107"/>
                  <a:pt x="372" y="0"/>
                  <a:pt x="240" y="0"/>
                </a:cubicBezTo>
                <a:close/>
                <a:moveTo>
                  <a:pt x="293" y="364"/>
                </a:moveTo>
                <a:lnTo>
                  <a:pt x="293" y="364"/>
                </a:lnTo>
                <a:cubicBezTo>
                  <a:pt x="284" y="364"/>
                  <a:pt x="275" y="364"/>
                  <a:pt x="266" y="364"/>
                </a:cubicBezTo>
                <a:cubicBezTo>
                  <a:pt x="258" y="364"/>
                  <a:pt x="249" y="364"/>
                  <a:pt x="240" y="364"/>
                </a:cubicBezTo>
                <a:cubicBezTo>
                  <a:pt x="178" y="364"/>
                  <a:pt x="115" y="302"/>
                  <a:pt x="115" y="240"/>
                </a:cubicBezTo>
                <a:cubicBezTo>
                  <a:pt x="115" y="231"/>
                  <a:pt x="115" y="221"/>
                  <a:pt x="124" y="213"/>
                </a:cubicBezTo>
                <a:cubicBezTo>
                  <a:pt x="115" y="204"/>
                  <a:pt x="115" y="186"/>
                  <a:pt x="115" y="177"/>
                </a:cubicBezTo>
                <a:cubicBezTo>
                  <a:pt x="115" y="133"/>
                  <a:pt x="142" y="98"/>
                  <a:pt x="187" y="98"/>
                </a:cubicBezTo>
                <a:cubicBezTo>
                  <a:pt x="195" y="98"/>
                  <a:pt x="213" y="107"/>
                  <a:pt x="222" y="115"/>
                </a:cubicBezTo>
                <a:cubicBezTo>
                  <a:pt x="231" y="107"/>
                  <a:pt x="231" y="107"/>
                  <a:pt x="240" y="107"/>
                </a:cubicBezTo>
                <a:cubicBezTo>
                  <a:pt x="311" y="107"/>
                  <a:pt x="364" y="168"/>
                  <a:pt x="364" y="240"/>
                </a:cubicBezTo>
                <a:cubicBezTo>
                  <a:pt x="364" y="249"/>
                  <a:pt x="364" y="257"/>
                  <a:pt x="364" y="266"/>
                </a:cubicBezTo>
                <a:cubicBezTo>
                  <a:pt x="364" y="275"/>
                  <a:pt x="364" y="284"/>
                  <a:pt x="364" y="293"/>
                </a:cubicBezTo>
                <a:cubicBezTo>
                  <a:pt x="364" y="337"/>
                  <a:pt x="337" y="364"/>
                  <a:pt x="293" y="36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34" name="Freeform 120"/>
          <p:cNvSpPr/>
          <p:nvPr/>
        </p:nvSpPr>
        <p:spPr>
          <a:xfrm>
            <a:off x="4448160" y="2720880"/>
            <a:ext cx="270000" cy="236520"/>
          </a:xfrm>
          <a:custGeom>
            <a:avLst/>
            <a:gdLst/>
            <a:ahLst/>
            <a:rect l="l" t="t" r="r" b="b"/>
            <a:pathLst>
              <a:path w="497" h="435">
                <a:moveTo>
                  <a:pt x="363" y="222"/>
                </a:moveTo>
                <a:lnTo>
                  <a:pt x="363" y="222"/>
                </a:lnTo>
                <a:cubicBezTo>
                  <a:pt x="354" y="213"/>
                  <a:pt x="354" y="213"/>
                  <a:pt x="354" y="203"/>
                </a:cubicBezTo>
                <a:cubicBezTo>
                  <a:pt x="363" y="186"/>
                  <a:pt x="363" y="168"/>
                  <a:pt x="354" y="159"/>
                </a:cubicBezTo>
                <a:cubicBezTo>
                  <a:pt x="336" y="133"/>
                  <a:pt x="300" y="133"/>
                  <a:pt x="247" y="159"/>
                </a:cubicBezTo>
                <a:cubicBezTo>
                  <a:pt x="247" y="159"/>
                  <a:pt x="230" y="159"/>
                  <a:pt x="239" y="150"/>
                </a:cubicBezTo>
                <a:cubicBezTo>
                  <a:pt x="247" y="124"/>
                  <a:pt x="239" y="106"/>
                  <a:pt x="230" y="89"/>
                </a:cubicBezTo>
                <a:cubicBezTo>
                  <a:pt x="203" y="62"/>
                  <a:pt x="132" y="97"/>
                  <a:pt x="71" y="159"/>
                </a:cubicBezTo>
                <a:cubicBezTo>
                  <a:pt x="26" y="203"/>
                  <a:pt x="0" y="248"/>
                  <a:pt x="0" y="293"/>
                </a:cubicBezTo>
                <a:cubicBezTo>
                  <a:pt x="0" y="372"/>
                  <a:pt x="106" y="434"/>
                  <a:pt x="203" y="434"/>
                </a:cubicBezTo>
                <a:cubicBezTo>
                  <a:pt x="336" y="434"/>
                  <a:pt x="425" y="346"/>
                  <a:pt x="425" y="284"/>
                </a:cubicBezTo>
                <a:cubicBezTo>
                  <a:pt x="425" y="248"/>
                  <a:pt x="390" y="231"/>
                  <a:pt x="363" y="222"/>
                </a:cubicBezTo>
                <a:close/>
                <a:moveTo>
                  <a:pt x="203" y="390"/>
                </a:moveTo>
                <a:lnTo>
                  <a:pt x="203" y="390"/>
                </a:lnTo>
                <a:cubicBezTo>
                  <a:pt x="124" y="399"/>
                  <a:pt x="53" y="363"/>
                  <a:pt x="53" y="310"/>
                </a:cubicBezTo>
                <a:cubicBezTo>
                  <a:pt x="44" y="257"/>
                  <a:pt x="106" y="213"/>
                  <a:pt x="186" y="203"/>
                </a:cubicBezTo>
                <a:cubicBezTo>
                  <a:pt x="265" y="195"/>
                  <a:pt x="336" y="231"/>
                  <a:pt x="336" y="284"/>
                </a:cubicBezTo>
                <a:cubicBezTo>
                  <a:pt x="345" y="337"/>
                  <a:pt x="283" y="381"/>
                  <a:pt x="203" y="390"/>
                </a:cubicBezTo>
                <a:close/>
                <a:moveTo>
                  <a:pt x="496" y="150"/>
                </a:moveTo>
                <a:lnTo>
                  <a:pt x="496" y="150"/>
                </a:lnTo>
                <a:cubicBezTo>
                  <a:pt x="496" y="71"/>
                  <a:pt x="425" y="0"/>
                  <a:pt x="345" y="0"/>
                </a:cubicBezTo>
                <a:cubicBezTo>
                  <a:pt x="336" y="0"/>
                  <a:pt x="327" y="9"/>
                  <a:pt x="327" y="18"/>
                </a:cubicBezTo>
                <a:cubicBezTo>
                  <a:pt x="327" y="27"/>
                  <a:pt x="336" y="36"/>
                  <a:pt x="345" y="36"/>
                </a:cubicBezTo>
                <a:cubicBezTo>
                  <a:pt x="407" y="36"/>
                  <a:pt x="460" y="89"/>
                  <a:pt x="460" y="150"/>
                </a:cubicBezTo>
                <a:cubicBezTo>
                  <a:pt x="460" y="159"/>
                  <a:pt x="469" y="168"/>
                  <a:pt x="478" y="168"/>
                </a:cubicBezTo>
                <a:cubicBezTo>
                  <a:pt x="487" y="168"/>
                  <a:pt x="496" y="159"/>
                  <a:pt x="496" y="150"/>
                </a:cubicBezTo>
                <a:close/>
                <a:moveTo>
                  <a:pt x="425" y="150"/>
                </a:moveTo>
                <a:lnTo>
                  <a:pt x="425" y="150"/>
                </a:lnTo>
                <a:cubicBezTo>
                  <a:pt x="416" y="106"/>
                  <a:pt x="390" y="80"/>
                  <a:pt x="345" y="71"/>
                </a:cubicBezTo>
                <a:cubicBezTo>
                  <a:pt x="336" y="71"/>
                  <a:pt x="327" y="80"/>
                  <a:pt x="327" y="89"/>
                </a:cubicBezTo>
                <a:cubicBezTo>
                  <a:pt x="327" y="97"/>
                  <a:pt x="327" y="106"/>
                  <a:pt x="345" y="106"/>
                </a:cubicBezTo>
                <a:cubicBezTo>
                  <a:pt x="363" y="115"/>
                  <a:pt x="390" y="133"/>
                  <a:pt x="390" y="159"/>
                </a:cubicBezTo>
                <a:cubicBezTo>
                  <a:pt x="390" y="168"/>
                  <a:pt x="398" y="168"/>
                  <a:pt x="416" y="168"/>
                </a:cubicBezTo>
                <a:cubicBezTo>
                  <a:pt x="425" y="168"/>
                  <a:pt x="425" y="159"/>
                  <a:pt x="425" y="150"/>
                </a:cubicBezTo>
                <a:close/>
                <a:moveTo>
                  <a:pt x="159" y="257"/>
                </a:moveTo>
                <a:lnTo>
                  <a:pt x="159" y="257"/>
                </a:lnTo>
                <a:cubicBezTo>
                  <a:pt x="132" y="257"/>
                  <a:pt x="106" y="284"/>
                  <a:pt x="115" y="310"/>
                </a:cubicBezTo>
                <a:cubicBezTo>
                  <a:pt x="124" y="337"/>
                  <a:pt x="150" y="354"/>
                  <a:pt x="186" y="354"/>
                </a:cubicBezTo>
                <a:cubicBezTo>
                  <a:pt x="212" y="346"/>
                  <a:pt x="239" y="319"/>
                  <a:pt x="230" y="293"/>
                </a:cubicBezTo>
                <a:cubicBezTo>
                  <a:pt x="221" y="266"/>
                  <a:pt x="194" y="248"/>
                  <a:pt x="159" y="25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35" name="Freeform 121"/>
          <p:cNvSpPr/>
          <p:nvPr/>
        </p:nvSpPr>
        <p:spPr>
          <a:xfrm>
            <a:off x="685800" y="3284640"/>
            <a:ext cx="179280" cy="226800"/>
          </a:xfrm>
          <a:custGeom>
            <a:avLst/>
            <a:gdLst/>
            <a:ahLst/>
            <a:rect l="l" t="t" r="r" b="b"/>
            <a:pathLst>
              <a:path w="329" h="418">
                <a:moveTo>
                  <a:pt x="213" y="213"/>
                </a:moveTo>
                <a:lnTo>
                  <a:pt x="213" y="213"/>
                </a:lnTo>
                <a:cubicBezTo>
                  <a:pt x="151" y="186"/>
                  <a:pt x="98" y="151"/>
                  <a:pt x="98" y="88"/>
                </a:cubicBezTo>
                <a:cubicBezTo>
                  <a:pt x="98" y="61"/>
                  <a:pt x="98" y="26"/>
                  <a:pt x="124" y="0"/>
                </a:cubicBezTo>
                <a:cubicBezTo>
                  <a:pt x="36" y="26"/>
                  <a:pt x="36" y="26"/>
                  <a:pt x="36" y="26"/>
                </a:cubicBezTo>
                <a:cubicBezTo>
                  <a:pt x="18" y="26"/>
                  <a:pt x="0" y="44"/>
                  <a:pt x="9" y="61"/>
                </a:cubicBezTo>
                <a:cubicBezTo>
                  <a:pt x="80" y="389"/>
                  <a:pt x="80" y="389"/>
                  <a:pt x="80" y="389"/>
                </a:cubicBezTo>
                <a:cubicBezTo>
                  <a:pt x="89" y="407"/>
                  <a:pt x="106" y="417"/>
                  <a:pt x="124" y="407"/>
                </a:cubicBezTo>
                <a:cubicBezTo>
                  <a:pt x="169" y="398"/>
                  <a:pt x="169" y="398"/>
                  <a:pt x="169" y="398"/>
                </a:cubicBezTo>
                <a:cubicBezTo>
                  <a:pt x="151" y="398"/>
                  <a:pt x="124" y="389"/>
                  <a:pt x="98" y="372"/>
                </a:cubicBezTo>
                <a:cubicBezTo>
                  <a:pt x="133" y="292"/>
                  <a:pt x="133" y="292"/>
                  <a:pt x="133" y="292"/>
                </a:cubicBezTo>
                <a:cubicBezTo>
                  <a:pt x="133" y="292"/>
                  <a:pt x="178" y="327"/>
                  <a:pt x="240" y="327"/>
                </a:cubicBezTo>
                <a:cubicBezTo>
                  <a:pt x="302" y="327"/>
                  <a:pt x="328" y="257"/>
                  <a:pt x="213" y="21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36" name="Freeform 122"/>
          <p:cNvSpPr/>
          <p:nvPr/>
        </p:nvSpPr>
        <p:spPr>
          <a:xfrm>
            <a:off x="771480" y="3255840"/>
            <a:ext cx="174600" cy="222480"/>
          </a:xfrm>
          <a:custGeom>
            <a:avLst/>
            <a:gdLst/>
            <a:ahLst/>
            <a:rect l="l" t="t" r="r" b="b"/>
            <a:pathLst>
              <a:path w="320" h="408">
                <a:moveTo>
                  <a:pt x="311" y="345"/>
                </a:moveTo>
                <a:lnTo>
                  <a:pt x="311" y="345"/>
                </a:lnTo>
                <a:cubicBezTo>
                  <a:pt x="240" y="26"/>
                  <a:pt x="240" y="26"/>
                  <a:pt x="240" y="26"/>
                </a:cubicBezTo>
                <a:cubicBezTo>
                  <a:pt x="231" y="8"/>
                  <a:pt x="213" y="0"/>
                  <a:pt x="196" y="0"/>
                </a:cubicBezTo>
                <a:cubicBezTo>
                  <a:pt x="125" y="17"/>
                  <a:pt x="125" y="17"/>
                  <a:pt x="125" y="17"/>
                </a:cubicBezTo>
                <a:cubicBezTo>
                  <a:pt x="143" y="17"/>
                  <a:pt x="178" y="26"/>
                  <a:pt x="213" y="44"/>
                </a:cubicBezTo>
                <a:cubicBezTo>
                  <a:pt x="187" y="123"/>
                  <a:pt x="187" y="123"/>
                  <a:pt x="187" y="123"/>
                </a:cubicBezTo>
                <a:cubicBezTo>
                  <a:pt x="187" y="123"/>
                  <a:pt x="160" y="97"/>
                  <a:pt x="99" y="97"/>
                </a:cubicBezTo>
                <a:cubicBezTo>
                  <a:pt x="36" y="88"/>
                  <a:pt x="0" y="159"/>
                  <a:pt x="125" y="195"/>
                </a:cubicBezTo>
                <a:cubicBezTo>
                  <a:pt x="213" y="230"/>
                  <a:pt x="240" y="283"/>
                  <a:pt x="240" y="336"/>
                </a:cubicBezTo>
                <a:cubicBezTo>
                  <a:pt x="240" y="363"/>
                  <a:pt x="231" y="389"/>
                  <a:pt x="222" y="407"/>
                </a:cubicBezTo>
                <a:cubicBezTo>
                  <a:pt x="284" y="389"/>
                  <a:pt x="284" y="389"/>
                  <a:pt x="284" y="389"/>
                </a:cubicBezTo>
                <a:cubicBezTo>
                  <a:pt x="302" y="380"/>
                  <a:pt x="319" y="363"/>
                  <a:pt x="311" y="34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4200" rIns="34200" tIns="16920" bIns="16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7" name="Group 153" descr=""/>
          <p:cNvPicPr/>
          <p:nvPr/>
        </p:nvPicPr>
        <p:blipFill>
          <a:blip r:embed="rId1"/>
          <a:stretch/>
        </p:blipFill>
        <p:spPr>
          <a:xfrm>
            <a:off x="426960" y="963720"/>
            <a:ext cx="401760" cy="401400"/>
          </a:xfrm>
          <a:prstGeom prst="rect">
            <a:avLst/>
          </a:prstGeom>
          <a:ln w="0">
            <a:noFill/>
          </a:ln>
        </p:spPr>
      </p:pic>
      <p:pic>
        <p:nvPicPr>
          <p:cNvPr id="1338" name="Group 157" descr=""/>
          <p:cNvPicPr/>
          <p:nvPr/>
        </p:nvPicPr>
        <p:blipFill>
          <a:blip r:embed="rId2"/>
          <a:stretch/>
        </p:blipFill>
        <p:spPr>
          <a:xfrm>
            <a:off x="1200240" y="969840"/>
            <a:ext cx="299880" cy="401760"/>
          </a:xfrm>
          <a:prstGeom prst="rect">
            <a:avLst/>
          </a:prstGeom>
          <a:ln w="0">
            <a:noFill/>
          </a:ln>
        </p:spPr>
      </p:pic>
      <p:sp>
        <p:nvSpPr>
          <p:cNvPr id="1339" name="Freeform 11"/>
          <p:cNvSpPr/>
          <p:nvPr/>
        </p:nvSpPr>
        <p:spPr>
          <a:xfrm>
            <a:off x="3433680" y="2674800"/>
            <a:ext cx="351000" cy="401760"/>
          </a:xfrm>
          <a:custGeom>
            <a:avLst/>
            <a:gdLst/>
            <a:ahLst/>
            <a:rect l="l" t="t" r="r" b="b"/>
            <a:pathLst>
              <a:path w="108" h="123">
                <a:moveTo>
                  <a:pt x="101" y="19"/>
                </a:moveTo>
                <a:cubicBezTo>
                  <a:pt x="96" y="5"/>
                  <a:pt x="96" y="5"/>
                  <a:pt x="96" y="5"/>
                </a:cubicBezTo>
                <a:cubicBezTo>
                  <a:pt x="95" y="2"/>
                  <a:pt x="92" y="0"/>
                  <a:pt x="89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16" y="0"/>
                  <a:pt x="13" y="2"/>
                  <a:pt x="12" y="5"/>
                </a:cubicBezTo>
                <a:cubicBezTo>
                  <a:pt x="8" y="19"/>
                  <a:pt x="8" y="19"/>
                  <a:pt x="8" y="19"/>
                </a:cubicBezTo>
                <a:cubicBezTo>
                  <a:pt x="4" y="20"/>
                  <a:pt x="0" y="23"/>
                  <a:pt x="0" y="27"/>
                </a:cubicBezTo>
                <a:cubicBezTo>
                  <a:pt x="0" y="39"/>
                  <a:pt x="0" y="39"/>
                  <a:pt x="0" y="39"/>
                </a:cubicBezTo>
                <a:cubicBezTo>
                  <a:pt x="0" y="43"/>
                  <a:pt x="4" y="46"/>
                  <a:pt x="8" y="46"/>
                </a:cubicBezTo>
                <a:cubicBezTo>
                  <a:pt x="12" y="46"/>
                  <a:pt x="12" y="46"/>
                  <a:pt x="12" y="46"/>
                </a:cubicBezTo>
                <a:cubicBezTo>
                  <a:pt x="12" y="47"/>
                  <a:pt x="12" y="47"/>
                  <a:pt x="12" y="47"/>
                </a:cubicBezTo>
                <a:cubicBezTo>
                  <a:pt x="20" y="116"/>
                  <a:pt x="20" y="116"/>
                  <a:pt x="20" y="116"/>
                </a:cubicBezTo>
                <a:cubicBezTo>
                  <a:pt x="20" y="120"/>
                  <a:pt x="23" y="123"/>
                  <a:pt x="27" y="123"/>
                </a:cubicBezTo>
                <a:cubicBezTo>
                  <a:pt x="81" y="123"/>
                  <a:pt x="81" y="123"/>
                  <a:pt x="81" y="123"/>
                </a:cubicBezTo>
                <a:cubicBezTo>
                  <a:pt x="85" y="123"/>
                  <a:pt x="88" y="120"/>
                  <a:pt x="89" y="116"/>
                </a:cubicBezTo>
                <a:cubicBezTo>
                  <a:pt x="96" y="47"/>
                  <a:pt x="96" y="47"/>
                  <a:pt x="96" y="47"/>
                </a:cubicBezTo>
                <a:cubicBezTo>
                  <a:pt x="96" y="46"/>
                  <a:pt x="96" y="46"/>
                  <a:pt x="96" y="46"/>
                </a:cubicBezTo>
                <a:cubicBezTo>
                  <a:pt x="100" y="46"/>
                  <a:pt x="100" y="46"/>
                  <a:pt x="100" y="46"/>
                </a:cubicBezTo>
                <a:cubicBezTo>
                  <a:pt x="104" y="46"/>
                  <a:pt x="108" y="43"/>
                  <a:pt x="108" y="39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3"/>
                  <a:pt x="105" y="20"/>
                  <a:pt x="101" y="19"/>
                </a:cubicBezTo>
                <a:close/>
                <a:moveTo>
                  <a:pt x="20" y="8"/>
                </a:moveTo>
                <a:cubicBezTo>
                  <a:pt x="89" y="8"/>
                  <a:pt x="89" y="8"/>
                  <a:pt x="89" y="8"/>
                </a:cubicBezTo>
                <a:cubicBezTo>
                  <a:pt x="92" y="19"/>
                  <a:pt x="92" y="19"/>
                  <a:pt x="92" y="19"/>
                </a:cubicBezTo>
                <a:cubicBezTo>
                  <a:pt x="16" y="19"/>
                  <a:pt x="16" y="19"/>
                  <a:pt x="16" y="19"/>
                </a:cubicBezTo>
                <a:lnTo>
                  <a:pt x="20" y="8"/>
                </a:lnTo>
                <a:close/>
                <a:moveTo>
                  <a:pt x="81" y="115"/>
                </a:moveTo>
                <a:cubicBezTo>
                  <a:pt x="27" y="115"/>
                  <a:pt x="27" y="115"/>
                  <a:pt x="27" y="115"/>
                </a:cubicBezTo>
                <a:cubicBezTo>
                  <a:pt x="26" y="104"/>
                  <a:pt x="26" y="104"/>
                  <a:pt x="26" y="104"/>
                </a:cubicBezTo>
                <a:cubicBezTo>
                  <a:pt x="82" y="104"/>
                  <a:pt x="82" y="104"/>
                  <a:pt x="82" y="104"/>
                </a:cubicBezTo>
                <a:lnTo>
                  <a:pt x="81" y="115"/>
                </a:lnTo>
                <a:close/>
                <a:moveTo>
                  <a:pt x="83" y="100"/>
                </a:moveTo>
                <a:cubicBezTo>
                  <a:pt x="26" y="100"/>
                  <a:pt x="26" y="100"/>
                  <a:pt x="26" y="100"/>
                </a:cubicBezTo>
                <a:cubicBezTo>
                  <a:pt x="21" y="62"/>
                  <a:pt x="21" y="62"/>
                  <a:pt x="21" y="62"/>
                </a:cubicBezTo>
                <a:cubicBezTo>
                  <a:pt x="87" y="62"/>
                  <a:pt x="87" y="62"/>
                  <a:pt x="87" y="62"/>
                </a:cubicBezTo>
                <a:lnTo>
                  <a:pt x="83" y="100"/>
                </a:lnTo>
                <a:close/>
                <a:moveTo>
                  <a:pt x="87" y="58"/>
                </a:moveTo>
                <a:cubicBezTo>
                  <a:pt x="21" y="58"/>
                  <a:pt x="21" y="58"/>
                  <a:pt x="21" y="58"/>
                </a:cubicBezTo>
                <a:cubicBezTo>
                  <a:pt x="20" y="46"/>
                  <a:pt x="20" y="46"/>
                  <a:pt x="20" y="46"/>
                </a:cubicBezTo>
                <a:cubicBezTo>
                  <a:pt x="89" y="46"/>
                  <a:pt x="89" y="46"/>
                  <a:pt x="89" y="46"/>
                </a:cubicBezTo>
                <a:lnTo>
                  <a:pt x="87" y="58"/>
                </a:lnTo>
                <a:close/>
                <a:moveTo>
                  <a:pt x="100" y="39"/>
                </a:moveTo>
                <a:cubicBezTo>
                  <a:pt x="8" y="39"/>
                  <a:pt x="8" y="39"/>
                  <a:pt x="8" y="39"/>
                </a:cubicBezTo>
                <a:cubicBezTo>
                  <a:pt x="8" y="27"/>
                  <a:pt x="8" y="27"/>
                  <a:pt x="8" y="27"/>
                </a:cubicBezTo>
                <a:cubicBezTo>
                  <a:pt x="100" y="27"/>
                  <a:pt x="100" y="27"/>
                  <a:pt x="100" y="27"/>
                </a:cubicBezTo>
                <a:lnTo>
                  <a:pt x="100" y="39"/>
                </a:lnTo>
                <a:close/>
                <a:moveTo>
                  <a:pt x="100" y="39"/>
                </a:moveTo>
                <a:cubicBezTo>
                  <a:pt x="100" y="39"/>
                  <a:pt x="100" y="39"/>
                  <a:pt x="100" y="39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340" name="Group 160" descr=""/>
          <p:cNvPicPr/>
          <p:nvPr/>
        </p:nvPicPr>
        <p:blipFill>
          <a:blip r:embed="rId3"/>
          <a:stretch/>
        </p:blipFill>
        <p:spPr>
          <a:xfrm>
            <a:off x="1865160" y="963720"/>
            <a:ext cx="281160" cy="401400"/>
          </a:xfrm>
          <a:prstGeom prst="rect">
            <a:avLst/>
          </a:prstGeom>
          <a:ln w="0">
            <a:noFill/>
          </a:ln>
        </p:spPr>
      </p:pic>
      <p:pic>
        <p:nvPicPr>
          <p:cNvPr id="1341" name="Group 162" descr=""/>
          <p:cNvPicPr/>
          <p:nvPr/>
        </p:nvPicPr>
        <p:blipFill>
          <a:blip r:embed="rId4"/>
          <a:stretch/>
        </p:blipFill>
        <p:spPr>
          <a:xfrm>
            <a:off x="2523960" y="981000"/>
            <a:ext cx="401760" cy="371520"/>
          </a:xfrm>
          <a:prstGeom prst="rect">
            <a:avLst/>
          </a:prstGeom>
          <a:ln w="0">
            <a:noFill/>
          </a:ln>
        </p:spPr>
      </p:pic>
      <p:pic>
        <p:nvPicPr>
          <p:cNvPr id="1342" name="Group 166" descr=""/>
          <p:cNvPicPr/>
          <p:nvPr/>
        </p:nvPicPr>
        <p:blipFill>
          <a:blip r:embed="rId5"/>
          <a:stretch/>
        </p:blipFill>
        <p:spPr>
          <a:xfrm>
            <a:off x="3292560" y="969840"/>
            <a:ext cx="395280" cy="401760"/>
          </a:xfrm>
          <a:prstGeom prst="rect">
            <a:avLst/>
          </a:prstGeom>
          <a:ln w="0">
            <a:noFill/>
          </a:ln>
        </p:spPr>
      </p:pic>
      <p:sp>
        <p:nvSpPr>
          <p:cNvPr id="1343" name="Freeform 36"/>
          <p:cNvSpPr/>
          <p:nvPr/>
        </p:nvSpPr>
        <p:spPr>
          <a:xfrm>
            <a:off x="3232080" y="3693960"/>
            <a:ext cx="420840" cy="385920"/>
          </a:xfrm>
          <a:custGeom>
            <a:avLst/>
            <a:gdLst/>
            <a:ahLst/>
            <a:rect l="l" t="t" r="r" b="b"/>
            <a:pathLst>
              <a:path w="129" h="118">
                <a:moveTo>
                  <a:pt x="116" y="14"/>
                </a:moveTo>
                <a:cubicBezTo>
                  <a:pt x="102" y="0"/>
                  <a:pt x="80" y="0"/>
                  <a:pt x="67" y="14"/>
                </a:cubicBezTo>
                <a:cubicBezTo>
                  <a:pt x="11" y="69"/>
                  <a:pt x="11" y="69"/>
                  <a:pt x="11" y="69"/>
                </a:cubicBezTo>
                <a:cubicBezTo>
                  <a:pt x="0" y="80"/>
                  <a:pt x="0" y="97"/>
                  <a:pt x="11" y="107"/>
                </a:cubicBezTo>
                <a:cubicBezTo>
                  <a:pt x="21" y="118"/>
                  <a:pt x="38" y="118"/>
                  <a:pt x="49" y="107"/>
                </a:cubicBezTo>
                <a:cubicBezTo>
                  <a:pt x="105" y="52"/>
                  <a:pt x="105" y="52"/>
                  <a:pt x="105" y="52"/>
                </a:cubicBezTo>
                <a:cubicBezTo>
                  <a:pt x="112" y="44"/>
                  <a:pt x="112" y="32"/>
                  <a:pt x="105" y="25"/>
                </a:cubicBezTo>
                <a:cubicBezTo>
                  <a:pt x="97" y="17"/>
                  <a:pt x="85" y="17"/>
                  <a:pt x="78" y="25"/>
                </a:cubicBezTo>
                <a:cubicBezTo>
                  <a:pt x="36" y="67"/>
                  <a:pt x="36" y="67"/>
                  <a:pt x="36" y="67"/>
                </a:cubicBezTo>
                <a:cubicBezTo>
                  <a:pt x="34" y="68"/>
                  <a:pt x="34" y="71"/>
                  <a:pt x="36" y="72"/>
                </a:cubicBezTo>
                <a:cubicBezTo>
                  <a:pt x="37" y="74"/>
                  <a:pt x="39" y="74"/>
                  <a:pt x="41" y="72"/>
                </a:cubicBezTo>
                <a:cubicBezTo>
                  <a:pt x="83" y="30"/>
                  <a:pt x="83" y="30"/>
                  <a:pt x="83" y="30"/>
                </a:cubicBezTo>
                <a:cubicBezTo>
                  <a:pt x="88" y="26"/>
                  <a:pt x="95" y="26"/>
                  <a:pt x="99" y="30"/>
                </a:cubicBezTo>
                <a:cubicBezTo>
                  <a:pt x="104" y="35"/>
                  <a:pt x="104" y="42"/>
                  <a:pt x="99" y="46"/>
                </a:cubicBezTo>
                <a:cubicBezTo>
                  <a:pt x="43" y="102"/>
                  <a:pt x="43" y="102"/>
                  <a:pt x="43" y="102"/>
                </a:cubicBezTo>
                <a:cubicBezTo>
                  <a:pt x="36" y="109"/>
                  <a:pt x="24" y="109"/>
                  <a:pt x="16" y="102"/>
                </a:cubicBezTo>
                <a:cubicBezTo>
                  <a:pt x="9" y="94"/>
                  <a:pt x="9" y="82"/>
                  <a:pt x="16" y="75"/>
                </a:cubicBezTo>
                <a:cubicBezTo>
                  <a:pt x="72" y="20"/>
                  <a:pt x="72" y="20"/>
                  <a:pt x="72" y="20"/>
                </a:cubicBezTo>
                <a:cubicBezTo>
                  <a:pt x="82" y="9"/>
                  <a:pt x="99" y="9"/>
                  <a:pt x="110" y="20"/>
                </a:cubicBezTo>
                <a:cubicBezTo>
                  <a:pt x="120" y="30"/>
                  <a:pt x="120" y="47"/>
                  <a:pt x="110" y="58"/>
                </a:cubicBezTo>
                <a:cubicBezTo>
                  <a:pt x="68" y="99"/>
                  <a:pt x="68" y="99"/>
                  <a:pt x="68" y="99"/>
                </a:cubicBezTo>
                <a:cubicBezTo>
                  <a:pt x="67" y="101"/>
                  <a:pt x="67" y="103"/>
                  <a:pt x="68" y="105"/>
                </a:cubicBezTo>
                <a:cubicBezTo>
                  <a:pt x="70" y="106"/>
                  <a:pt x="72" y="106"/>
                  <a:pt x="73" y="105"/>
                </a:cubicBezTo>
                <a:cubicBezTo>
                  <a:pt x="116" y="63"/>
                  <a:pt x="116" y="63"/>
                  <a:pt x="116" y="63"/>
                </a:cubicBezTo>
                <a:cubicBezTo>
                  <a:pt x="129" y="49"/>
                  <a:pt x="129" y="27"/>
                  <a:pt x="116" y="14"/>
                </a:cubicBezTo>
                <a:close/>
                <a:moveTo>
                  <a:pt x="116" y="14"/>
                </a:moveTo>
                <a:cubicBezTo>
                  <a:pt x="116" y="14"/>
                  <a:pt x="116" y="14"/>
                  <a:pt x="116" y="1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4" name="Freeform 37"/>
          <p:cNvSpPr/>
          <p:nvPr/>
        </p:nvSpPr>
        <p:spPr>
          <a:xfrm>
            <a:off x="4059360" y="966960"/>
            <a:ext cx="274680" cy="401400"/>
          </a:xfrm>
          <a:custGeom>
            <a:avLst/>
            <a:gdLst/>
            <a:ahLst/>
            <a:rect l="l" t="t" r="r" b="b"/>
            <a:pathLst>
              <a:path w="85" h="123">
                <a:moveTo>
                  <a:pt x="38" y="109"/>
                </a:moveTo>
                <a:cubicBezTo>
                  <a:pt x="38" y="108"/>
                  <a:pt x="39" y="107"/>
                  <a:pt x="40" y="107"/>
                </a:cubicBezTo>
                <a:cubicBezTo>
                  <a:pt x="44" y="107"/>
                  <a:pt x="44" y="107"/>
                  <a:pt x="44" y="107"/>
                </a:cubicBezTo>
                <a:cubicBezTo>
                  <a:pt x="45" y="107"/>
                  <a:pt x="46" y="108"/>
                  <a:pt x="46" y="109"/>
                </a:cubicBezTo>
                <a:cubicBezTo>
                  <a:pt x="46" y="110"/>
                  <a:pt x="45" y="111"/>
                  <a:pt x="44" y="111"/>
                </a:cubicBezTo>
                <a:cubicBezTo>
                  <a:pt x="40" y="111"/>
                  <a:pt x="40" y="111"/>
                  <a:pt x="40" y="111"/>
                </a:cubicBezTo>
                <a:cubicBezTo>
                  <a:pt x="39" y="111"/>
                  <a:pt x="38" y="110"/>
                  <a:pt x="38" y="109"/>
                </a:cubicBezTo>
                <a:close/>
                <a:moveTo>
                  <a:pt x="48" y="12"/>
                </a:moveTo>
                <a:cubicBezTo>
                  <a:pt x="37" y="12"/>
                  <a:pt x="37" y="12"/>
                  <a:pt x="37" y="12"/>
                </a:cubicBezTo>
                <a:cubicBezTo>
                  <a:pt x="36" y="12"/>
                  <a:pt x="35" y="12"/>
                  <a:pt x="35" y="14"/>
                </a:cubicBezTo>
                <a:cubicBezTo>
                  <a:pt x="35" y="15"/>
                  <a:pt x="36" y="15"/>
                  <a:pt x="37" y="15"/>
                </a:cubicBezTo>
                <a:cubicBezTo>
                  <a:pt x="48" y="15"/>
                  <a:pt x="48" y="15"/>
                  <a:pt x="48" y="15"/>
                </a:cubicBezTo>
                <a:cubicBezTo>
                  <a:pt x="49" y="15"/>
                  <a:pt x="50" y="15"/>
                  <a:pt x="50" y="14"/>
                </a:cubicBezTo>
                <a:cubicBezTo>
                  <a:pt x="50" y="12"/>
                  <a:pt x="49" y="12"/>
                  <a:pt x="48" y="12"/>
                </a:cubicBezTo>
                <a:close/>
                <a:moveTo>
                  <a:pt x="85" y="12"/>
                </a:moveTo>
                <a:cubicBezTo>
                  <a:pt x="85" y="111"/>
                  <a:pt x="85" y="111"/>
                  <a:pt x="85" y="111"/>
                </a:cubicBezTo>
                <a:cubicBezTo>
                  <a:pt x="85" y="118"/>
                  <a:pt x="79" y="123"/>
                  <a:pt x="73" y="123"/>
                </a:cubicBezTo>
                <a:cubicBezTo>
                  <a:pt x="12" y="123"/>
                  <a:pt x="12" y="123"/>
                  <a:pt x="12" y="123"/>
                </a:cubicBezTo>
                <a:cubicBezTo>
                  <a:pt x="5" y="123"/>
                  <a:pt x="0" y="118"/>
                  <a:pt x="0" y="111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79" y="0"/>
                  <a:pt x="85" y="5"/>
                  <a:pt x="85" y="12"/>
                </a:cubicBezTo>
                <a:close/>
                <a:moveTo>
                  <a:pt x="77" y="104"/>
                </a:moveTo>
                <a:cubicBezTo>
                  <a:pt x="8" y="104"/>
                  <a:pt x="8" y="104"/>
                  <a:pt x="8" y="104"/>
                </a:cubicBezTo>
                <a:cubicBezTo>
                  <a:pt x="8" y="111"/>
                  <a:pt x="8" y="111"/>
                  <a:pt x="8" y="111"/>
                </a:cubicBezTo>
                <a:cubicBezTo>
                  <a:pt x="8" y="113"/>
                  <a:pt x="10" y="115"/>
                  <a:pt x="12" y="115"/>
                </a:cubicBezTo>
                <a:cubicBezTo>
                  <a:pt x="73" y="115"/>
                  <a:pt x="73" y="115"/>
                  <a:pt x="73" y="115"/>
                </a:cubicBezTo>
                <a:cubicBezTo>
                  <a:pt x="75" y="115"/>
                  <a:pt x="77" y="113"/>
                  <a:pt x="77" y="111"/>
                </a:cubicBezTo>
                <a:lnTo>
                  <a:pt x="77" y="104"/>
                </a:lnTo>
                <a:close/>
                <a:moveTo>
                  <a:pt x="77" y="23"/>
                </a:moveTo>
                <a:cubicBezTo>
                  <a:pt x="8" y="23"/>
                  <a:pt x="8" y="23"/>
                  <a:pt x="8" y="23"/>
                </a:cubicBezTo>
                <a:cubicBezTo>
                  <a:pt x="8" y="100"/>
                  <a:pt x="8" y="100"/>
                  <a:pt x="8" y="100"/>
                </a:cubicBezTo>
                <a:cubicBezTo>
                  <a:pt x="77" y="100"/>
                  <a:pt x="77" y="100"/>
                  <a:pt x="77" y="100"/>
                </a:cubicBezTo>
                <a:lnTo>
                  <a:pt x="77" y="23"/>
                </a:lnTo>
                <a:close/>
                <a:moveTo>
                  <a:pt x="77" y="12"/>
                </a:moveTo>
                <a:cubicBezTo>
                  <a:pt x="77" y="9"/>
                  <a:pt x="75" y="8"/>
                  <a:pt x="73" y="8"/>
                </a:cubicBezTo>
                <a:cubicBezTo>
                  <a:pt x="12" y="8"/>
                  <a:pt x="12" y="8"/>
                  <a:pt x="12" y="8"/>
                </a:cubicBezTo>
                <a:cubicBezTo>
                  <a:pt x="10" y="8"/>
                  <a:pt x="8" y="9"/>
                  <a:pt x="8" y="12"/>
                </a:cubicBezTo>
                <a:cubicBezTo>
                  <a:pt x="8" y="19"/>
                  <a:pt x="8" y="19"/>
                  <a:pt x="8" y="19"/>
                </a:cubicBezTo>
                <a:cubicBezTo>
                  <a:pt x="77" y="19"/>
                  <a:pt x="77" y="19"/>
                  <a:pt x="77" y="19"/>
                </a:cubicBezTo>
                <a:lnTo>
                  <a:pt x="77" y="12"/>
                </a:lnTo>
                <a:close/>
                <a:moveTo>
                  <a:pt x="77" y="12"/>
                </a:moveTo>
                <a:cubicBezTo>
                  <a:pt x="77" y="12"/>
                  <a:pt x="77" y="12"/>
                  <a:pt x="77" y="1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345" name="Group 171" descr=""/>
          <p:cNvPicPr/>
          <p:nvPr/>
        </p:nvPicPr>
        <p:blipFill>
          <a:blip r:embed="rId6"/>
          <a:stretch/>
        </p:blipFill>
        <p:spPr>
          <a:xfrm>
            <a:off x="4705200" y="969840"/>
            <a:ext cx="268560" cy="401760"/>
          </a:xfrm>
          <a:prstGeom prst="rect">
            <a:avLst/>
          </a:prstGeom>
          <a:ln w="0">
            <a:noFill/>
          </a:ln>
        </p:spPr>
      </p:pic>
      <p:sp>
        <p:nvSpPr>
          <p:cNvPr id="1346" name="Freeform 47"/>
          <p:cNvSpPr/>
          <p:nvPr/>
        </p:nvSpPr>
        <p:spPr>
          <a:xfrm>
            <a:off x="5345280" y="1022400"/>
            <a:ext cx="401400" cy="291960"/>
          </a:xfrm>
          <a:custGeom>
            <a:avLst/>
            <a:gdLst/>
            <a:ahLst/>
            <a:rect l="l" t="t" r="r" b="b"/>
            <a:pathLst>
              <a:path w="123" h="89">
                <a:moveTo>
                  <a:pt x="100" y="32"/>
                </a:moveTo>
                <a:cubicBezTo>
                  <a:pt x="98" y="14"/>
                  <a:pt x="83" y="0"/>
                  <a:pt x="65" y="0"/>
                </a:cubicBezTo>
                <a:cubicBezTo>
                  <a:pt x="51" y="0"/>
                  <a:pt x="40" y="9"/>
                  <a:pt x="34" y="20"/>
                </a:cubicBezTo>
                <a:cubicBezTo>
                  <a:pt x="32" y="20"/>
                  <a:pt x="31" y="20"/>
                  <a:pt x="29" y="20"/>
                </a:cubicBezTo>
                <a:cubicBezTo>
                  <a:pt x="19" y="20"/>
                  <a:pt x="12" y="27"/>
                  <a:pt x="12" y="37"/>
                </a:cubicBezTo>
                <a:cubicBezTo>
                  <a:pt x="12" y="39"/>
                  <a:pt x="12" y="40"/>
                  <a:pt x="13" y="42"/>
                </a:cubicBezTo>
                <a:cubicBezTo>
                  <a:pt x="5" y="47"/>
                  <a:pt x="0" y="54"/>
                  <a:pt x="0" y="64"/>
                </a:cubicBezTo>
                <a:cubicBezTo>
                  <a:pt x="0" y="77"/>
                  <a:pt x="11" y="89"/>
                  <a:pt x="25" y="89"/>
                </a:cubicBezTo>
                <a:cubicBezTo>
                  <a:pt x="94" y="89"/>
                  <a:pt x="94" y="89"/>
                  <a:pt x="94" y="89"/>
                </a:cubicBezTo>
                <a:cubicBezTo>
                  <a:pt x="110" y="89"/>
                  <a:pt x="123" y="76"/>
                  <a:pt x="123" y="60"/>
                </a:cubicBezTo>
                <a:cubicBezTo>
                  <a:pt x="123" y="46"/>
                  <a:pt x="113" y="34"/>
                  <a:pt x="100" y="32"/>
                </a:cubicBezTo>
                <a:close/>
                <a:moveTo>
                  <a:pt x="94" y="81"/>
                </a:moveTo>
                <a:cubicBezTo>
                  <a:pt x="94" y="81"/>
                  <a:pt x="94" y="81"/>
                  <a:pt x="94" y="81"/>
                </a:cubicBezTo>
                <a:cubicBezTo>
                  <a:pt x="25" y="81"/>
                  <a:pt x="25" y="81"/>
                  <a:pt x="25" y="81"/>
                </a:cubicBezTo>
                <a:cubicBezTo>
                  <a:pt x="16" y="81"/>
                  <a:pt x="8" y="73"/>
                  <a:pt x="8" y="64"/>
                </a:cubicBezTo>
                <a:cubicBezTo>
                  <a:pt x="8" y="58"/>
                  <a:pt x="11" y="52"/>
                  <a:pt x="16" y="49"/>
                </a:cubicBezTo>
                <a:cubicBezTo>
                  <a:pt x="22" y="46"/>
                  <a:pt x="22" y="45"/>
                  <a:pt x="20" y="40"/>
                </a:cubicBezTo>
                <a:cubicBezTo>
                  <a:pt x="20" y="39"/>
                  <a:pt x="19" y="38"/>
                  <a:pt x="19" y="37"/>
                </a:cubicBezTo>
                <a:cubicBezTo>
                  <a:pt x="19" y="32"/>
                  <a:pt x="24" y="27"/>
                  <a:pt x="29" y="27"/>
                </a:cubicBezTo>
                <a:cubicBezTo>
                  <a:pt x="29" y="27"/>
                  <a:pt x="31" y="27"/>
                  <a:pt x="34" y="28"/>
                </a:cubicBezTo>
                <a:cubicBezTo>
                  <a:pt x="39" y="30"/>
                  <a:pt x="39" y="28"/>
                  <a:pt x="41" y="24"/>
                </a:cubicBezTo>
                <a:cubicBezTo>
                  <a:pt x="46" y="14"/>
                  <a:pt x="55" y="8"/>
                  <a:pt x="65" y="8"/>
                </a:cubicBezTo>
                <a:cubicBezTo>
                  <a:pt x="79" y="8"/>
                  <a:pt x="91" y="18"/>
                  <a:pt x="92" y="32"/>
                </a:cubicBezTo>
                <a:cubicBezTo>
                  <a:pt x="92" y="38"/>
                  <a:pt x="92" y="38"/>
                  <a:pt x="98" y="39"/>
                </a:cubicBezTo>
                <a:cubicBezTo>
                  <a:pt x="108" y="41"/>
                  <a:pt x="115" y="50"/>
                  <a:pt x="115" y="60"/>
                </a:cubicBezTo>
                <a:cubicBezTo>
                  <a:pt x="115" y="71"/>
                  <a:pt x="106" y="81"/>
                  <a:pt x="94" y="81"/>
                </a:cubicBezTo>
                <a:close/>
                <a:moveTo>
                  <a:pt x="94" y="81"/>
                </a:moveTo>
                <a:cubicBezTo>
                  <a:pt x="94" y="81"/>
                  <a:pt x="94" y="81"/>
                  <a:pt x="94" y="8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7" name="Freeform 48"/>
          <p:cNvSpPr/>
          <p:nvPr/>
        </p:nvSpPr>
        <p:spPr>
          <a:xfrm>
            <a:off x="6114960" y="993600"/>
            <a:ext cx="401760" cy="347760"/>
          </a:xfrm>
          <a:custGeom>
            <a:avLst/>
            <a:gdLst/>
            <a:ahLst/>
            <a:rect l="l" t="t" r="r" b="b"/>
            <a:pathLst>
              <a:path w="123" h="107">
                <a:moveTo>
                  <a:pt x="123" y="100"/>
                </a:moveTo>
                <a:cubicBezTo>
                  <a:pt x="123" y="104"/>
                  <a:pt x="119" y="107"/>
                  <a:pt x="115" y="107"/>
                </a:cubicBezTo>
                <a:cubicBezTo>
                  <a:pt x="111" y="107"/>
                  <a:pt x="107" y="104"/>
                  <a:pt x="107" y="100"/>
                </a:cubicBezTo>
                <a:cubicBezTo>
                  <a:pt x="107" y="95"/>
                  <a:pt x="111" y="84"/>
                  <a:pt x="115" y="84"/>
                </a:cubicBezTo>
                <a:cubicBezTo>
                  <a:pt x="119" y="84"/>
                  <a:pt x="123" y="95"/>
                  <a:pt x="123" y="100"/>
                </a:cubicBezTo>
                <a:close/>
                <a:moveTo>
                  <a:pt x="111" y="42"/>
                </a:moveTo>
                <a:cubicBezTo>
                  <a:pt x="111" y="77"/>
                  <a:pt x="111" y="77"/>
                  <a:pt x="111" y="77"/>
                </a:cubicBezTo>
                <a:cubicBezTo>
                  <a:pt x="111" y="79"/>
                  <a:pt x="113" y="80"/>
                  <a:pt x="115" y="80"/>
                </a:cubicBezTo>
                <a:cubicBezTo>
                  <a:pt x="117" y="80"/>
                  <a:pt x="119" y="79"/>
                  <a:pt x="119" y="77"/>
                </a:cubicBezTo>
                <a:cubicBezTo>
                  <a:pt x="119" y="42"/>
                  <a:pt x="119" y="42"/>
                  <a:pt x="119" y="42"/>
                </a:cubicBezTo>
                <a:cubicBezTo>
                  <a:pt x="119" y="40"/>
                  <a:pt x="117" y="38"/>
                  <a:pt x="115" y="38"/>
                </a:cubicBezTo>
                <a:cubicBezTo>
                  <a:pt x="113" y="38"/>
                  <a:pt x="111" y="40"/>
                  <a:pt x="111" y="42"/>
                </a:cubicBezTo>
                <a:close/>
                <a:moveTo>
                  <a:pt x="114" y="34"/>
                </a:moveTo>
                <a:cubicBezTo>
                  <a:pt x="104" y="36"/>
                  <a:pt x="104" y="36"/>
                  <a:pt x="104" y="36"/>
                </a:cubicBezTo>
                <a:cubicBezTo>
                  <a:pt x="104" y="69"/>
                  <a:pt x="104" y="69"/>
                  <a:pt x="104" y="69"/>
                </a:cubicBezTo>
                <a:cubicBezTo>
                  <a:pt x="104" y="79"/>
                  <a:pt x="92" y="88"/>
                  <a:pt x="61" y="88"/>
                </a:cubicBezTo>
                <a:cubicBezTo>
                  <a:pt x="31" y="88"/>
                  <a:pt x="19" y="79"/>
                  <a:pt x="19" y="69"/>
                </a:cubicBezTo>
                <a:cubicBezTo>
                  <a:pt x="19" y="36"/>
                  <a:pt x="19" y="36"/>
                  <a:pt x="19" y="36"/>
                </a:cubicBezTo>
                <a:cubicBezTo>
                  <a:pt x="9" y="34"/>
                  <a:pt x="9" y="34"/>
                  <a:pt x="9" y="34"/>
                </a:cubicBezTo>
                <a:cubicBezTo>
                  <a:pt x="4" y="33"/>
                  <a:pt x="0" y="28"/>
                  <a:pt x="0" y="23"/>
                </a:cubicBezTo>
                <a:cubicBezTo>
                  <a:pt x="0" y="17"/>
                  <a:pt x="4" y="13"/>
                  <a:pt x="9" y="12"/>
                </a:cubicBezTo>
                <a:cubicBezTo>
                  <a:pt x="59" y="0"/>
                  <a:pt x="59" y="0"/>
                  <a:pt x="59" y="0"/>
                </a:cubicBezTo>
                <a:cubicBezTo>
                  <a:pt x="60" y="0"/>
                  <a:pt x="61" y="0"/>
                  <a:pt x="61" y="0"/>
                </a:cubicBezTo>
                <a:cubicBezTo>
                  <a:pt x="62" y="0"/>
                  <a:pt x="63" y="0"/>
                  <a:pt x="64" y="0"/>
                </a:cubicBezTo>
                <a:cubicBezTo>
                  <a:pt x="114" y="12"/>
                  <a:pt x="114" y="12"/>
                  <a:pt x="114" y="12"/>
                </a:cubicBezTo>
                <a:cubicBezTo>
                  <a:pt x="119" y="13"/>
                  <a:pt x="123" y="17"/>
                  <a:pt x="123" y="23"/>
                </a:cubicBezTo>
                <a:cubicBezTo>
                  <a:pt x="123" y="28"/>
                  <a:pt x="119" y="33"/>
                  <a:pt x="114" y="34"/>
                </a:cubicBezTo>
                <a:close/>
                <a:moveTo>
                  <a:pt x="96" y="38"/>
                </a:moveTo>
                <a:cubicBezTo>
                  <a:pt x="64" y="46"/>
                  <a:pt x="64" y="46"/>
                  <a:pt x="64" y="46"/>
                </a:cubicBezTo>
                <a:cubicBezTo>
                  <a:pt x="63" y="46"/>
                  <a:pt x="62" y="46"/>
                  <a:pt x="61" y="46"/>
                </a:cubicBezTo>
                <a:cubicBezTo>
                  <a:pt x="61" y="46"/>
                  <a:pt x="60" y="46"/>
                  <a:pt x="59" y="46"/>
                </a:cubicBezTo>
                <a:cubicBezTo>
                  <a:pt x="27" y="38"/>
                  <a:pt x="27" y="38"/>
                  <a:pt x="27" y="38"/>
                </a:cubicBezTo>
                <a:cubicBezTo>
                  <a:pt x="27" y="69"/>
                  <a:pt x="27" y="69"/>
                  <a:pt x="27" y="69"/>
                </a:cubicBezTo>
                <a:cubicBezTo>
                  <a:pt x="27" y="73"/>
                  <a:pt x="38" y="80"/>
                  <a:pt x="61" y="80"/>
                </a:cubicBezTo>
                <a:cubicBezTo>
                  <a:pt x="84" y="80"/>
                  <a:pt x="96" y="73"/>
                  <a:pt x="96" y="69"/>
                </a:cubicBezTo>
                <a:lnTo>
                  <a:pt x="96" y="38"/>
                </a:lnTo>
                <a:close/>
                <a:moveTo>
                  <a:pt x="112" y="27"/>
                </a:moveTo>
                <a:cubicBezTo>
                  <a:pt x="114" y="26"/>
                  <a:pt x="115" y="25"/>
                  <a:pt x="115" y="23"/>
                </a:cubicBezTo>
                <a:cubicBezTo>
                  <a:pt x="115" y="21"/>
                  <a:pt x="114" y="19"/>
                  <a:pt x="112" y="19"/>
                </a:cubicBezTo>
                <a:cubicBezTo>
                  <a:pt x="62" y="8"/>
                  <a:pt x="62" y="8"/>
                  <a:pt x="62" y="8"/>
                </a:cubicBezTo>
                <a:cubicBezTo>
                  <a:pt x="61" y="7"/>
                  <a:pt x="61" y="7"/>
                  <a:pt x="61" y="7"/>
                </a:cubicBezTo>
                <a:cubicBezTo>
                  <a:pt x="61" y="8"/>
                  <a:pt x="61" y="8"/>
                  <a:pt x="61" y="8"/>
                </a:cubicBezTo>
                <a:cubicBezTo>
                  <a:pt x="11" y="19"/>
                  <a:pt x="11" y="19"/>
                  <a:pt x="11" y="19"/>
                </a:cubicBezTo>
                <a:cubicBezTo>
                  <a:pt x="9" y="19"/>
                  <a:pt x="8" y="21"/>
                  <a:pt x="8" y="23"/>
                </a:cubicBezTo>
                <a:cubicBezTo>
                  <a:pt x="8" y="25"/>
                  <a:pt x="9" y="26"/>
                  <a:pt x="11" y="27"/>
                </a:cubicBezTo>
                <a:cubicBezTo>
                  <a:pt x="61" y="38"/>
                  <a:pt x="61" y="38"/>
                  <a:pt x="61" y="38"/>
                </a:cubicBezTo>
                <a:cubicBezTo>
                  <a:pt x="61" y="38"/>
                  <a:pt x="61" y="38"/>
                  <a:pt x="61" y="38"/>
                </a:cubicBezTo>
                <a:cubicBezTo>
                  <a:pt x="62" y="38"/>
                  <a:pt x="62" y="38"/>
                  <a:pt x="62" y="38"/>
                </a:cubicBezTo>
                <a:lnTo>
                  <a:pt x="112" y="27"/>
                </a:lnTo>
                <a:close/>
                <a:moveTo>
                  <a:pt x="112" y="27"/>
                </a:moveTo>
                <a:cubicBezTo>
                  <a:pt x="112" y="27"/>
                  <a:pt x="112" y="27"/>
                  <a:pt x="112" y="2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8" name="Freeform 49"/>
          <p:cNvSpPr/>
          <p:nvPr/>
        </p:nvSpPr>
        <p:spPr>
          <a:xfrm>
            <a:off x="6885000" y="979560"/>
            <a:ext cx="374760" cy="372960"/>
          </a:xfrm>
          <a:custGeom>
            <a:avLst/>
            <a:gdLst/>
            <a:ahLst/>
            <a:rect l="l" t="t" r="r" b="b"/>
            <a:pathLst>
              <a:path w="115" h="114">
                <a:moveTo>
                  <a:pt x="111" y="101"/>
                </a:moveTo>
                <a:cubicBezTo>
                  <a:pt x="110" y="101"/>
                  <a:pt x="97" y="92"/>
                  <a:pt x="78" y="88"/>
                </a:cubicBezTo>
                <a:cubicBezTo>
                  <a:pt x="85" y="79"/>
                  <a:pt x="90" y="67"/>
                  <a:pt x="92" y="59"/>
                </a:cubicBezTo>
                <a:cubicBezTo>
                  <a:pt x="94" y="48"/>
                  <a:pt x="93" y="26"/>
                  <a:pt x="83" y="12"/>
                </a:cubicBezTo>
                <a:cubicBezTo>
                  <a:pt x="76" y="4"/>
                  <a:pt x="68" y="0"/>
                  <a:pt x="57" y="0"/>
                </a:cubicBezTo>
                <a:cubicBezTo>
                  <a:pt x="47" y="0"/>
                  <a:pt x="38" y="4"/>
                  <a:pt x="32" y="12"/>
                </a:cubicBezTo>
                <a:cubicBezTo>
                  <a:pt x="21" y="26"/>
                  <a:pt x="20" y="48"/>
                  <a:pt x="23" y="59"/>
                </a:cubicBezTo>
                <a:cubicBezTo>
                  <a:pt x="25" y="67"/>
                  <a:pt x="29" y="79"/>
                  <a:pt x="36" y="88"/>
                </a:cubicBezTo>
                <a:cubicBezTo>
                  <a:pt x="17" y="92"/>
                  <a:pt x="4" y="101"/>
                  <a:pt x="3" y="101"/>
                </a:cubicBezTo>
                <a:cubicBezTo>
                  <a:pt x="1" y="103"/>
                  <a:pt x="0" y="106"/>
                  <a:pt x="1" y="109"/>
                </a:cubicBezTo>
                <a:cubicBezTo>
                  <a:pt x="1" y="112"/>
                  <a:pt x="4" y="114"/>
                  <a:pt x="7" y="114"/>
                </a:cubicBezTo>
                <a:cubicBezTo>
                  <a:pt x="107" y="114"/>
                  <a:pt x="107" y="114"/>
                  <a:pt x="107" y="114"/>
                </a:cubicBezTo>
                <a:cubicBezTo>
                  <a:pt x="110" y="114"/>
                  <a:pt x="113" y="112"/>
                  <a:pt x="114" y="109"/>
                </a:cubicBezTo>
                <a:cubicBezTo>
                  <a:pt x="115" y="106"/>
                  <a:pt x="114" y="103"/>
                  <a:pt x="111" y="101"/>
                </a:cubicBezTo>
                <a:close/>
                <a:moveTo>
                  <a:pt x="29" y="38"/>
                </a:moveTo>
                <a:cubicBezTo>
                  <a:pt x="31" y="23"/>
                  <a:pt x="40" y="7"/>
                  <a:pt x="57" y="7"/>
                </a:cubicBezTo>
                <a:cubicBezTo>
                  <a:pt x="75" y="7"/>
                  <a:pt x="83" y="23"/>
                  <a:pt x="85" y="38"/>
                </a:cubicBezTo>
                <a:cubicBezTo>
                  <a:pt x="87" y="54"/>
                  <a:pt x="82" y="71"/>
                  <a:pt x="72" y="83"/>
                </a:cubicBezTo>
                <a:cubicBezTo>
                  <a:pt x="71" y="85"/>
                  <a:pt x="71" y="85"/>
                  <a:pt x="71" y="85"/>
                </a:cubicBezTo>
                <a:cubicBezTo>
                  <a:pt x="63" y="95"/>
                  <a:pt x="52" y="95"/>
                  <a:pt x="43" y="85"/>
                </a:cubicBezTo>
                <a:cubicBezTo>
                  <a:pt x="42" y="83"/>
                  <a:pt x="42" y="83"/>
                  <a:pt x="42" y="83"/>
                </a:cubicBezTo>
                <a:cubicBezTo>
                  <a:pt x="32" y="71"/>
                  <a:pt x="27" y="54"/>
                  <a:pt x="29" y="38"/>
                </a:cubicBezTo>
                <a:close/>
                <a:moveTo>
                  <a:pt x="7" y="107"/>
                </a:moveTo>
                <a:cubicBezTo>
                  <a:pt x="8" y="107"/>
                  <a:pt x="20" y="99"/>
                  <a:pt x="38" y="95"/>
                </a:cubicBezTo>
                <a:cubicBezTo>
                  <a:pt x="47" y="93"/>
                  <a:pt x="47" y="93"/>
                  <a:pt x="47" y="93"/>
                </a:cubicBezTo>
                <a:cubicBezTo>
                  <a:pt x="50" y="95"/>
                  <a:pt x="53" y="96"/>
                  <a:pt x="57" y="96"/>
                </a:cubicBezTo>
                <a:cubicBezTo>
                  <a:pt x="61" y="96"/>
                  <a:pt x="65" y="95"/>
                  <a:pt x="68" y="93"/>
                </a:cubicBezTo>
                <a:cubicBezTo>
                  <a:pt x="77" y="95"/>
                  <a:pt x="77" y="95"/>
                  <a:pt x="77" y="95"/>
                </a:cubicBezTo>
                <a:cubicBezTo>
                  <a:pt x="94" y="99"/>
                  <a:pt x="107" y="106"/>
                  <a:pt x="107" y="107"/>
                </a:cubicBezTo>
                <a:lnTo>
                  <a:pt x="7" y="107"/>
                </a:lnTo>
                <a:close/>
                <a:moveTo>
                  <a:pt x="7" y="107"/>
                </a:moveTo>
                <a:cubicBezTo>
                  <a:pt x="7" y="107"/>
                  <a:pt x="7" y="107"/>
                  <a:pt x="7" y="10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9" name="Freeform 50"/>
          <p:cNvSpPr/>
          <p:nvPr/>
        </p:nvSpPr>
        <p:spPr>
          <a:xfrm>
            <a:off x="7629480" y="974880"/>
            <a:ext cx="403200" cy="385560"/>
          </a:xfrm>
          <a:custGeom>
            <a:avLst/>
            <a:gdLst/>
            <a:ahLst/>
            <a:rect l="l" t="t" r="r" b="b"/>
            <a:pathLst>
              <a:path w="124" h="118">
                <a:moveTo>
                  <a:pt x="122" y="44"/>
                </a:moveTo>
                <a:cubicBezTo>
                  <a:pt x="121" y="41"/>
                  <a:pt x="119" y="39"/>
                  <a:pt x="115" y="38"/>
                </a:cubicBezTo>
                <a:cubicBezTo>
                  <a:pt x="83" y="33"/>
                  <a:pt x="83" y="33"/>
                  <a:pt x="83" y="33"/>
                </a:cubicBezTo>
                <a:cubicBezTo>
                  <a:pt x="70" y="5"/>
                  <a:pt x="70" y="5"/>
                  <a:pt x="70" y="5"/>
                </a:cubicBezTo>
                <a:cubicBezTo>
                  <a:pt x="68" y="1"/>
                  <a:pt x="65" y="0"/>
                  <a:pt x="62" y="0"/>
                </a:cubicBezTo>
                <a:cubicBezTo>
                  <a:pt x="58" y="0"/>
                  <a:pt x="55" y="1"/>
                  <a:pt x="54" y="5"/>
                </a:cubicBezTo>
                <a:cubicBezTo>
                  <a:pt x="40" y="33"/>
                  <a:pt x="40" y="33"/>
                  <a:pt x="40" y="33"/>
                </a:cubicBezTo>
                <a:cubicBezTo>
                  <a:pt x="8" y="38"/>
                  <a:pt x="8" y="38"/>
                  <a:pt x="8" y="38"/>
                </a:cubicBezTo>
                <a:cubicBezTo>
                  <a:pt x="4" y="39"/>
                  <a:pt x="2" y="41"/>
                  <a:pt x="1" y="44"/>
                </a:cubicBezTo>
                <a:cubicBezTo>
                  <a:pt x="0" y="47"/>
                  <a:pt x="0" y="50"/>
                  <a:pt x="3" y="53"/>
                </a:cubicBezTo>
                <a:cubicBezTo>
                  <a:pt x="26" y="76"/>
                  <a:pt x="26" y="76"/>
                  <a:pt x="26" y="76"/>
                </a:cubicBezTo>
                <a:cubicBezTo>
                  <a:pt x="21" y="108"/>
                  <a:pt x="21" y="108"/>
                  <a:pt x="21" y="108"/>
                </a:cubicBezTo>
                <a:cubicBezTo>
                  <a:pt x="20" y="112"/>
                  <a:pt x="22" y="115"/>
                  <a:pt x="24" y="117"/>
                </a:cubicBezTo>
                <a:cubicBezTo>
                  <a:pt x="26" y="118"/>
                  <a:pt x="28" y="118"/>
                  <a:pt x="29" y="118"/>
                </a:cubicBezTo>
                <a:cubicBezTo>
                  <a:pt x="31" y="118"/>
                  <a:pt x="32" y="118"/>
                  <a:pt x="34" y="117"/>
                </a:cubicBezTo>
                <a:cubicBezTo>
                  <a:pt x="62" y="102"/>
                  <a:pt x="62" y="102"/>
                  <a:pt x="62" y="102"/>
                </a:cubicBezTo>
                <a:cubicBezTo>
                  <a:pt x="89" y="117"/>
                  <a:pt x="89" y="117"/>
                  <a:pt x="89" y="117"/>
                </a:cubicBezTo>
                <a:cubicBezTo>
                  <a:pt x="91" y="118"/>
                  <a:pt x="92" y="118"/>
                  <a:pt x="94" y="118"/>
                </a:cubicBezTo>
                <a:cubicBezTo>
                  <a:pt x="96" y="118"/>
                  <a:pt x="97" y="118"/>
                  <a:pt x="99" y="117"/>
                </a:cubicBezTo>
                <a:cubicBezTo>
                  <a:pt x="102" y="115"/>
                  <a:pt x="103" y="112"/>
                  <a:pt x="102" y="108"/>
                </a:cubicBezTo>
                <a:cubicBezTo>
                  <a:pt x="97" y="76"/>
                  <a:pt x="97" y="76"/>
                  <a:pt x="97" y="76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23" y="50"/>
                  <a:pt x="124" y="47"/>
                  <a:pt x="122" y="44"/>
                </a:cubicBezTo>
                <a:close/>
                <a:moveTo>
                  <a:pt x="91" y="70"/>
                </a:moveTo>
                <a:cubicBezTo>
                  <a:pt x="89" y="72"/>
                  <a:pt x="88" y="75"/>
                  <a:pt x="88" y="77"/>
                </a:cubicBezTo>
                <a:cubicBezTo>
                  <a:pt x="94" y="110"/>
                  <a:pt x="94" y="110"/>
                  <a:pt x="94" y="110"/>
                </a:cubicBezTo>
                <a:cubicBezTo>
                  <a:pt x="66" y="95"/>
                  <a:pt x="66" y="95"/>
                  <a:pt x="66" y="95"/>
                </a:cubicBezTo>
                <a:cubicBezTo>
                  <a:pt x="65" y="94"/>
                  <a:pt x="63" y="94"/>
                  <a:pt x="62" y="94"/>
                </a:cubicBezTo>
                <a:cubicBezTo>
                  <a:pt x="60" y="94"/>
                  <a:pt x="59" y="94"/>
                  <a:pt x="57" y="95"/>
                </a:cubicBezTo>
                <a:cubicBezTo>
                  <a:pt x="29" y="110"/>
                  <a:pt x="29" y="110"/>
                  <a:pt x="29" y="110"/>
                </a:cubicBezTo>
                <a:cubicBezTo>
                  <a:pt x="35" y="77"/>
                  <a:pt x="35" y="77"/>
                  <a:pt x="35" y="77"/>
                </a:cubicBezTo>
                <a:cubicBezTo>
                  <a:pt x="35" y="75"/>
                  <a:pt x="34" y="72"/>
                  <a:pt x="32" y="70"/>
                </a:cubicBezTo>
                <a:cubicBezTo>
                  <a:pt x="9" y="47"/>
                  <a:pt x="9" y="47"/>
                  <a:pt x="9" y="47"/>
                </a:cubicBezTo>
                <a:cubicBezTo>
                  <a:pt x="41" y="42"/>
                  <a:pt x="41" y="42"/>
                  <a:pt x="41" y="42"/>
                </a:cubicBezTo>
                <a:cubicBezTo>
                  <a:pt x="44" y="41"/>
                  <a:pt x="46" y="40"/>
                  <a:pt x="48" y="37"/>
                </a:cubicBezTo>
                <a:cubicBezTo>
                  <a:pt x="62" y="8"/>
                  <a:pt x="62" y="8"/>
                  <a:pt x="62" y="8"/>
                </a:cubicBezTo>
                <a:cubicBezTo>
                  <a:pt x="75" y="37"/>
                  <a:pt x="75" y="37"/>
                  <a:pt x="75" y="37"/>
                </a:cubicBezTo>
                <a:cubicBezTo>
                  <a:pt x="77" y="40"/>
                  <a:pt x="79" y="41"/>
                  <a:pt x="82" y="42"/>
                </a:cubicBezTo>
                <a:cubicBezTo>
                  <a:pt x="114" y="47"/>
                  <a:pt x="114" y="47"/>
                  <a:pt x="114" y="47"/>
                </a:cubicBezTo>
                <a:lnTo>
                  <a:pt x="91" y="70"/>
                </a:lnTo>
                <a:close/>
                <a:moveTo>
                  <a:pt x="91" y="70"/>
                </a:moveTo>
                <a:cubicBezTo>
                  <a:pt x="91" y="70"/>
                  <a:pt x="91" y="70"/>
                  <a:pt x="91" y="7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350" name="Group 175" descr=""/>
          <p:cNvPicPr/>
          <p:nvPr/>
        </p:nvPicPr>
        <p:blipFill>
          <a:blip r:embed="rId7"/>
          <a:stretch/>
        </p:blipFill>
        <p:spPr>
          <a:xfrm>
            <a:off x="8400960" y="993600"/>
            <a:ext cx="401760" cy="347760"/>
          </a:xfrm>
          <a:prstGeom prst="rect">
            <a:avLst/>
          </a:prstGeom>
          <a:ln w="0">
            <a:noFill/>
          </a:ln>
        </p:spPr>
      </p:pic>
      <p:sp>
        <p:nvSpPr>
          <p:cNvPr id="1351" name="Freeform 53"/>
          <p:cNvSpPr/>
          <p:nvPr/>
        </p:nvSpPr>
        <p:spPr>
          <a:xfrm>
            <a:off x="7758000" y="3693960"/>
            <a:ext cx="349200" cy="401760"/>
          </a:xfrm>
          <a:custGeom>
            <a:avLst/>
            <a:gdLst/>
            <a:ahLst/>
            <a:rect l="l" t="t" r="r" b="b"/>
            <a:pathLst>
              <a:path w="107" h="123">
                <a:moveTo>
                  <a:pt x="53" y="0"/>
                </a:moveTo>
                <a:cubicBezTo>
                  <a:pt x="27" y="0"/>
                  <a:pt x="0" y="8"/>
                  <a:pt x="0" y="25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115"/>
                  <a:pt x="27" y="123"/>
                  <a:pt x="53" y="123"/>
                </a:cubicBezTo>
                <a:cubicBezTo>
                  <a:pt x="79" y="123"/>
                  <a:pt x="107" y="115"/>
                  <a:pt x="107" y="98"/>
                </a:cubicBezTo>
                <a:cubicBezTo>
                  <a:pt x="107" y="25"/>
                  <a:pt x="107" y="25"/>
                  <a:pt x="107" y="25"/>
                </a:cubicBezTo>
                <a:cubicBezTo>
                  <a:pt x="107" y="8"/>
                  <a:pt x="79" y="0"/>
                  <a:pt x="53" y="0"/>
                </a:cubicBezTo>
                <a:close/>
                <a:moveTo>
                  <a:pt x="99" y="98"/>
                </a:moveTo>
                <a:cubicBezTo>
                  <a:pt x="99" y="107"/>
                  <a:pt x="79" y="115"/>
                  <a:pt x="53" y="115"/>
                </a:cubicBezTo>
                <a:cubicBezTo>
                  <a:pt x="28" y="115"/>
                  <a:pt x="7" y="107"/>
                  <a:pt x="7" y="98"/>
                </a:cubicBezTo>
                <a:cubicBezTo>
                  <a:pt x="7" y="83"/>
                  <a:pt x="7" y="83"/>
                  <a:pt x="7" y="83"/>
                </a:cubicBezTo>
                <a:cubicBezTo>
                  <a:pt x="15" y="92"/>
                  <a:pt x="34" y="96"/>
                  <a:pt x="53" y="96"/>
                </a:cubicBezTo>
                <a:cubicBezTo>
                  <a:pt x="72" y="96"/>
                  <a:pt x="91" y="92"/>
                  <a:pt x="99" y="83"/>
                </a:cubicBezTo>
                <a:lnTo>
                  <a:pt x="99" y="98"/>
                </a:lnTo>
                <a:close/>
                <a:moveTo>
                  <a:pt x="99" y="75"/>
                </a:moveTo>
                <a:cubicBezTo>
                  <a:pt x="99" y="75"/>
                  <a:pt x="99" y="75"/>
                  <a:pt x="99" y="75"/>
                </a:cubicBezTo>
                <a:cubicBezTo>
                  <a:pt x="99" y="75"/>
                  <a:pt x="99" y="75"/>
                  <a:pt x="99" y="75"/>
                </a:cubicBezTo>
                <a:cubicBezTo>
                  <a:pt x="99" y="84"/>
                  <a:pt x="79" y="92"/>
                  <a:pt x="53" y="92"/>
                </a:cubicBezTo>
                <a:cubicBezTo>
                  <a:pt x="28" y="92"/>
                  <a:pt x="7" y="84"/>
                  <a:pt x="7" y="75"/>
                </a:cubicBezTo>
                <a:cubicBezTo>
                  <a:pt x="7" y="75"/>
                  <a:pt x="7" y="75"/>
                  <a:pt x="7" y="75"/>
                </a:cubicBezTo>
                <a:cubicBezTo>
                  <a:pt x="7" y="60"/>
                  <a:pt x="7" y="60"/>
                  <a:pt x="7" y="60"/>
                </a:cubicBezTo>
                <a:cubicBezTo>
                  <a:pt x="15" y="69"/>
                  <a:pt x="34" y="73"/>
                  <a:pt x="53" y="73"/>
                </a:cubicBezTo>
                <a:cubicBezTo>
                  <a:pt x="72" y="73"/>
                  <a:pt x="91" y="69"/>
                  <a:pt x="99" y="60"/>
                </a:cubicBezTo>
                <a:lnTo>
                  <a:pt x="99" y="75"/>
                </a:lnTo>
                <a:close/>
                <a:moveTo>
                  <a:pt x="99" y="52"/>
                </a:moveTo>
                <a:cubicBezTo>
                  <a:pt x="99" y="52"/>
                  <a:pt x="99" y="52"/>
                  <a:pt x="99" y="52"/>
                </a:cubicBezTo>
                <a:cubicBezTo>
                  <a:pt x="99" y="52"/>
                  <a:pt x="99" y="52"/>
                  <a:pt x="99" y="52"/>
                </a:cubicBezTo>
                <a:cubicBezTo>
                  <a:pt x="99" y="61"/>
                  <a:pt x="79" y="69"/>
                  <a:pt x="53" y="69"/>
                </a:cubicBezTo>
                <a:cubicBezTo>
                  <a:pt x="28" y="69"/>
                  <a:pt x="7" y="61"/>
                  <a:pt x="7" y="52"/>
                </a:cubicBezTo>
                <a:cubicBezTo>
                  <a:pt x="7" y="52"/>
                  <a:pt x="7" y="52"/>
                  <a:pt x="7" y="52"/>
                </a:cubicBezTo>
                <a:cubicBezTo>
                  <a:pt x="7" y="39"/>
                  <a:pt x="7" y="39"/>
                  <a:pt x="7" y="39"/>
                </a:cubicBezTo>
                <a:cubicBezTo>
                  <a:pt x="17" y="46"/>
                  <a:pt x="36" y="50"/>
                  <a:pt x="53" y="50"/>
                </a:cubicBezTo>
                <a:cubicBezTo>
                  <a:pt x="71" y="50"/>
                  <a:pt x="89" y="46"/>
                  <a:pt x="99" y="39"/>
                </a:cubicBezTo>
                <a:lnTo>
                  <a:pt x="99" y="52"/>
                </a:lnTo>
                <a:close/>
                <a:moveTo>
                  <a:pt x="53" y="42"/>
                </a:moveTo>
                <a:cubicBezTo>
                  <a:pt x="28" y="42"/>
                  <a:pt x="7" y="34"/>
                  <a:pt x="7" y="25"/>
                </a:cubicBezTo>
                <a:cubicBezTo>
                  <a:pt x="7" y="15"/>
                  <a:pt x="28" y="8"/>
                  <a:pt x="53" y="8"/>
                </a:cubicBezTo>
                <a:cubicBezTo>
                  <a:pt x="79" y="8"/>
                  <a:pt x="99" y="15"/>
                  <a:pt x="99" y="25"/>
                </a:cubicBezTo>
                <a:cubicBezTo>
                  <a:pt x="99" y="34"/>
                  <a:pt x="79" y="42"/>
                  <a:pt x="53" y="42"/>
                </a:cubicBezTo>
                <a:close/>
                <a:moveTo>
                  <a:pt x="53" y="42"/>
                </a:moveTo>
                <a:cubicBezTo>
                  <a:pt x="53" y="42"/>
                  <a:pt x="53" y="42"/>
                  <a:pt x="53" y="4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352" name="Group 178" descr=""/>
          <p:cNvPicPr/>
          <p:nvPr/>
        </p:nvPicPr>
        <p:blipFill>
          <a:blip r:embed="rId8"/>
          <a:stretch/>
        </p:blipFill>
        <p:spPr>
          <a:xfrm>
            <a:off x="7437600" y="3859200"/>
            <a:ext cx="29880" cy="176400"/>
          </a:xfrm>
          <a:prstGeom prst="rect">
            <a:avLst/>
          </a:prstGeom>
          <a:ln w="0">
            <a:noFill/>
          </a:ln>
        </p:spPr>
      </p:pic>
      <p:pic>
        <p:nvPicPr>
          <p:cNvPr id="1353" name="Group 181" descr=""/>
          <p:cNvPicPr/>
          <p:nvPr/>
        </p:nvPicPr>
        <p:blipFill>
          <a:blip r:embed="rId9"/>
          <a:stretch/>
        </p:blipFill>
        <p:spPr>
          <a:xfrm>
            <a:off x="6035760" y="3713040"/>
            <a:ext cx="407880" cy="358920"/>
          </a:xfrm>
          <a:prstGeom prst="rect">
            <a:avLst/>
          </a:prstGeom>
          <a:ln w="0">
            <a:noFill/>
          </a:ln>
        </p:spPr>
      </p:pic>
      <p:pic>
        <p:nvPicPr>
          <p:cNvPr id="1354" name="Group 154" descr=""/>
          <p:cNvPicPr/>
          <p:nvPr/>
        </p:nvPicPr>
        <p:blipFill>
          <a:blip r:embed="rId10"/>
          <a:stretch/>
        </p:blipFill>
        <p:spPr>
          <a:xfrm>
            <a:off x="463680" y="1755720"/>
            <a:ext cx="395280" cy="378000"/>
          </a:xfrm>
          <a:prstGeom prst="rect">
            <a:avLst/>
          </a:prstGeom>
          <a:ln w="0">
            <a:noFill/>
          </a:ln>
        </p:spPr>
      </p:pic>
      <p:pic>
        <p:nvPicPr>
          <p:cNvPr id="1355" name="Group 158" descr=""/>
          <p:cNvPicPr/>
          <p:nvPr/>
        </p:nvPicPr>
        <p:blipFill>
          <a:blip r:embed="rId11"/>
          <a:stretch/>
        </p:blipFill>
        <p:spPr>
          <a:xfrm>
            <a:off x="1189080" y="1743120"/>
            <a:ext cx="401760" cy="403200"/>
          </a:xfrm>
          <a:prstGeom prst="rect">
            <a:avLst/>
          </a:prstGeom>
          <a:ln w="0">
            <a:noFill/>
          </a:ln>
        </p:spPr>
      </p:pic>
      <p:sp>
        <p:nvSpPr>
          <p:cNvPr id="1356" name="Freeform 72"/>
          <p:cNvSpPr/>
          <p:nvPr/>
        </p:nvSpPr>
        <p:spPr>
          <a:xfrm>
            <a:off x="1920960" y="1741320"/>
            <a:ext cx="401400" cy="401760"/>
          </a:xfrm>
          <a:custGeom>
            <a:avLst/>
            <a:gdLst/>
            <a:ahLst/>
            <a:rect l="l" t="t" r="r" b="b"/>
            <a:pathLst>
              <a:path w="123" h="123">
                <a:moveTo>
                  <a:pt x="121" y="1"/>
                </a:moveTo>
                <a:cubicBezTo>
                  <a:pt x="120" y="0"/>
                  <a:pt x="119" y="0"/>
                  <a:pt x="119" y="0"/>
                </a:cubicBezTo>
                <a:cubicBezTo>
                  <a:pt x="118" y="0"/>
                  <a:pt x="117" y="0"/>
                  <a:pt x="117" y="1"/>
                </a:cubicBezTo>
                <a:cubicBezTo>
                  <a:pt x="2" y="77"/>
                  <a:pt x="2" y="77"/>
                  <a:pt x="2" y="77"/>
                </a:cubicBezTo>
                <a:cubicBezTo>
                  <a:pt x="0" y="78"/>
                  <a:pt x="0" y="79"/>
                  <a:pt x="0" y="81"/>
                </a:cubicBezTo>
                <a:cubicBezTo>
                  <a:pt x="0" y="82"/>
                  <a:pt x="1" y="83"/>
                  <a:pt x="2" y="84"/>
                </a:cubicBezTo>
                <a:cubicBezTo>
                  <a:pt x="32" y="96"/>
                  <a:pt x="32" y="96"/>
                  <a:pt x="32" y="96"/>
                </a:cubicBezTo>
                <a:cubicBezTo>
                  <a:pt x="46" y="121"/>
                  <a:pt x="46" y="121"/>
                  <a:pt x="46" y="121"/>
                </a:cubicBezTo>
                <a:cubicBezTo>
                  <a:pt x="47" y="122"/>
                  <a:pt x="48" y="123"/>
                  <a:pt x="50" y="123"/>
                </a:cubicBezTo>
                <a:cubicBezTo>
                  <a:pt x="50" y="123"/>
                  <a:pt x="50" y="123"/>
                  <a:pt x="50" y="123"/>
                </a:cubicBezTo>
                <a:cubicBezTo>
                  <a:pt x="51" y="123"/>
                  <a:pt x="52" y="122"/>
                  <a:pt x="53" y="121"/>
                </a:cubicBezTo>
                <a:cubicBezTo>
                  <a:pt x="61" y="107"/>
                  <a:pt x="61" y="107"/>
                  <a:pt x="61" y="107"/>
                </a:cubicBezTo>
                <a:cubicBezTo>
                  <a:pt x="98" y="122"/>
                  <a:pt x="98" y="122"/>
                  <a:pt x="98" y="122"/>
                </a:cubicBezTo>
                <a:cubicBezTo>
                  <a:pt x="99" y="123"/>
                  <a:pt x="99" y="123"/>
                  <a:pt x="100" y="123"/>
                </a:cubicBezTo>
                <a:cubicBezTo>
                  <a:pt x="100" y="123"/>
                  <a:pt x="101" y="122"/>
                  <a:pt x="101" y="122"/>
                </a:cubicBezTo>
                <a:cubicBezTo>
                  <a:pt x="102" y="122"/>
                  <a:pt x="103" y="121"/>
                  <a:pt x="103" y="119"/>
                </a:cubicBezTo>
                <a:cubicBezTo>
                  <a:pt x="123" y="4"/>
                  <a:pt x="123" y="4"/>
                  <a:pt x="123" y="4"/>
                </a:cubicBezTo>
                <a:cubicBezTo>
                  <a:pt x="123" y="3"/>
                  <a:pt x="122" y="1"/>
                  <a:pt x="121" y="1"/>
                </a:cubicBezTo>
                <a:close/>
                <a:moveTo>
                  <a:pt x="12" y="80"/>
                </a:moveTo>
                <a:cubicBezTo>
                  <a:pt x="101" y="20"/>
                  <a:pt x="101" y="20"/>
                  <a:pt x="101" y="20"/>
                </a:cubicBezTo>
                <a:cubicBezTo>
                  <a:pt x="36" y="89"/>
                  <a:pt x="36" y="89"/>
                  <a:pt x="36" y="89"/>
                </a:cubicBezTo>
                <a:cubicBezTo>
                  <a:pt x="36" y="89"/>
                  <a:pt x="35" y="89"/>
                  <a:pt x="35" y="89"/>
                </a:cubicBezTo>
                <a:lnTo>
                  <a:pt x="12" y="80"/>
                </a:lnTo>
                <a:close/>
                <a:moveTo>
                  <a:pt x="39" y="92"/>
                </a:moveTo>
                <a:cubicBezTo>
                  <a:pt x="39" y="92"/>
                  <a:pt x="39" y="92"/>
                  <a:pt x="39" y="92"/>
                </a:cubicBezTo>
                <a:cubicBezTo>
                  <a:pt x="112" y="14"/>
                  <a:pt x="112" y="14"/>
                  <a:pt x="112" y="14"/>
                </a:cubicBezTo>
                <a:cubicBezTo>
                  <a:pt x="50" y="111"/>
                  <a:pt x="50" y="111"/>
                  <a:pt x="50" y="111"/>
                </a:cubicBezTo>
                <a:lnTo>
                  <a:pt x="39" y="92"/>
                </a:lnTo>
                <a:close/>
                <a:moveTo>
                  <a:pt x="97" y="113"/>
                </a:moveTo>
                <a:cubicBezTo>
                  <a:pt x="64" y="100"/>
                  <a:pt x="64" y="100"/>
                  <a:pt x="64" y="100"/>
                </a:cubicBezTo>
                <a:cubicBezTo>
                  <a:pt x="63" y="100"/>
                  <a:pt x="62" y="100"/>
                  <a:pt x="61" y="100"/>
                </a:cubicBezTo>
                <a:cubicBezTo>
                  <a:pt x="112" y="22"/>
                  <a:pt x="112" y="22"/>
                  <a:pt x="112" y="22"/>
                </a:cubicBezTo>
                <a:lnTo>
                  <a:pt x="97" y="113"/>
                </a:lnTo>
                <a:close/>
                <a:moveTo>
                  <a:pt x="97" y="113"/>
                </a:moveTo>
                <a:cubicBezTo>
                  <a:pt x="97" y="113"/>
                  <a:pt x="97" y="113"/>
                  <a:pt x="97" y="11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357" name="Group 163" descr=""/>
          <p:cNvPicPr/>
          <p:nvPr/>
        </p:nvPicPr>
        <p:blipFill>
          <a:blip r:embed="rId12"/>
          <a:stretch/>
        </p:blipFill>
        <p:spPr>
          <a:xfrm>
            <a:off x="2651040" y="1743120"/>
            <a:ext cx="378000" cy="403200"/>
          </a:xfrm>
          <a:prstGeom prst="rect">
            <a:avLst/>
          </a:prstGeom>
          <a:ln w="0">
            <a:noFill/>
          </a:ln>
        </p:spPr>
      </p:pic>
      <p:pic>
        <p:nvPicPr>
          <p:cNvPr id="1358" name="Group 167" descr=""/>
          <p:cNvPicPr/>
          <p:nvPr/>
        </p:nvPicPr>
        <p:blipFill>
          <a:blip r:embed="rId13"/>
          <a:stretch/>
        </p:blipFill>
        <p:spPr>
          <a:xfrm>
            <a:off x="3359160" y="1743120"/>
            <a:ext cx="395280" cy="403200"/>
          </a:xfrm>
          <a:prstGeom prst="rect">
            <a:avLst/>
          </a:prstGeom>
          <a:ln w="0">
            <a:noFill/>
          </a:ln>
        </p:spPr>
      </p:pic>
      <p:pic>
        <p:nvPicPr>
          <p:cNvPr id="1359" name="Group 168" descr=""/>
          <p:cNvPicPr/>
          <p:nvPr/>
        </p:nvPicPr>
        <p:blipFill>
          <a:blip r:embed="rId14"/>
          <a:stretch/>
        </p:blipFill>
        <p:spPr>
          <a:xfrm>
            <a:off x="4084560" y="1743120"/>
            <a:ext cx="274680" cy="403200"/>
          </a:xfrm>
          <a:prstGeom prst="rect">
            <a:avLst/>
          </a:prstGeom>
          <a:ln w="0">
            <a:noFill/>
          </a:ln>
        </p:spPr>
      </p:pic>
      <p:sp>
        <p:nvSpPr>
          <p:cNvPr id="1360" name="Freeform 80"/>
          <p:cNvSpPr/>
          <p:nvPr/>
        </p:nvSpPr>
        <p:spPr>
          <a:xfrm>
            <a:off x="4689360" y="1765440"/>
            <a:ext cx="403200" cy="347400"/>
          </a:xfrm>
          <a:custGeom>
            <a:avLst/>
            <a:gdLst/>
            <a:ahLst/>
            <a:rect l="l" t="t" r="r" b="b"/>
            <a:pathLst>
              <a:path w="124" h="107">
                <a:moveTo>
                  <a:pt x="120" y="17"/>
                </a:moveTo>
                <a:cubicBezTo>
                  <a:pt x="101" y="2"/>
                  <a:pt x="101" y="2"/>
                  <a:pt x="101" y="2"/>
                </a:cubicBezTo>
                <a:cubicBezTo>
                  <a:pt x="100" y="1"/>
                  <a:pt x="98" y="0"/>
                  <a:pt x="97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6" y="0"/>
                  <a:pt x="24" y="1"/>
                  <a:pt x="23" y="2"/>
                </a:cubicBezTo>
                <a:cubicBezTo>
                  <a:pt x="4" y="17"/>
                  <a:pt x="4" y="17"/>
                  <a:pt x="4" y="17"/>
                </a:cubicBezTo>
                <a:cubicBezTo>
                  <a:pt x="1" y="19"/>
                  <a:pt x="0" y="22"/>
                  <a:pt x="1" y="26"/>
                </a:cubicBezTo>
                <a:cubicBezTo>
                  <a:pt x="9" y="49"/>
                  <a:pt x="9" y="49"/>
                  <a:pt x="9" y="49"/>
                </a:cubicBezTo>
                <a:cubicBezTo>
                  <a:pt x="9" y="51"/>
                  <a:pt x="11" y="53"/>
                  <a:pt x="13" y="53"/>
                </a:cubicBezTo>
                <a:cubicBezTo>
                  <a:pt x="14" y="54"/>
                  <a:pt x="15" y="54"/>
                  <a:pt x="16" y="54"/>
                </a:cubicBezTo>
                <a:cubicBezTo>
                  <a:pt x="17" y="54"/>
                  <a:pt x="19" y="53"/>
                  <a:pt x="20" y="53"/>
                </a:cubicBezTo>
                <a:cubicBezTo>
                  <a:pt x="20" y="100"/>
                  <a:pt x="20" y="100"/>
                  <a:pt x="20" y="100"/>
                </a:cubicBezTo>
                <a:cubicBezTo>
                  <a:pt x="20" y="104"/>
                  <a:pt x="23" y="107"/>
                  <a:pt x="27" y="107"/>
                </a:cubicBezTo>
                <a:cubicBezTo>
                  <a:pt x="97" y="107"/>
                  <a:pt x="97" y="107"/>
                  <a:pt x="97" y="107"/>
                </a:cubicBezTo>
                <a:cubicBezTo>
                  <a:pt x="101" y="107"/>
                  <a:pt x="104" y="104"/>
                  <a:pt x="104" y="100"/>
                </a:cubicBezTo>
                <a:cubicBezTo>
                  <a:pt x="104" y="53"/>
                  <a:pt x="104" y="53"/>
                  <a:pt x="104" y="53"/>
                </a:cubicBezTo>
                <a:cubicBezTo>
                  <a:pt x="105" y="53"/>
                  <a:pt x="107" y="54"/>
                  <a:pt x="108" y="54"/>
                </a:cubicBezTo>
                <a:cubicBezTo>
                  <a:pt x="109" y="54"/>
                  <a:pt x="110" y="54"/>
                  <a:pt x="111" y="53"/>
                </a:cubicBezTo>
                <a:cubicBezTo>
                  <a:pt x="113" y="53"/>
                  <a:pt x="115" y="51"/>
                  <a:pt x="115" y="49"/>
                </a:cubicBezTo>
                <a:cubicBezTo>
                  <a:pt x="123" y="26"/>
                  <a:pt x="123" y="26"/>
                  <a:pt x="123" y="26"/>
                </a:cubicBezTo>
                <a:cubicBezTo>
                  <a:pt x="124" y="22"/>
                  <a:pt x="123" y="19"/>
                  <a:pt x="120" y="17"/>
                </a:cubicBezTo>
                <a:close/>
                <a:moveTo>
                  <a:pt x="76" y="8"/>
                </a:moveTo>
                <a:cubicBezTo>
                  <a:pt x="74" y="12"/>
                  <a:pt x="69" y="15"/>
                  <a:pt x="62" y="15"/>
                </a:cubicBezTo>
                <a:cubicBezTo>
                  <a:pt x="55" y="15"/>
                  <a:pt x="50" y="12"/>
                  <a:pt x="48" y="8"/>
                </a:cubicBezTo>
                <a:lnTo>
                  <a:pt x="76" y="8"/>
                </a:lnTo>
                <a:close/>
                <a:moveTo>
                  <a:pt x="108" y="46"/>
                </a:moveTo>
                <a:cubicBezTo>
                  <a:pt x="97" y="38"/>
                  <a:pt x="97" y="38"/>
                  <a:pt x="97" y="38"/>
                </a:cubicBezTo>
                <a:cubicBezTo>
                  <a:pt x="97" y="100"/>
                  <a:pt x="97" y="100"/>
                  <a:pt x="97" y="100"/>
                </a:cubicBezTo>
                <a:cubicBezTo>
                  <a:pt x="27" y="100"/>
                  <a:pt x="27" y="100"/>
                  <a:pt x="27" y="100"/>
                </a:cubicBezTo>
                <a:cubicBezTo>
                  <a:pt x="27" y="38"/>
                  <a:pt x="27" y="38"/>
                  <a:pt x="27" y="38"/>
                </a:cubicBezTo>
                <a:cubicBezTo>
                  <a:pt x="16" y="46"/>
                  <a:pt x="16" y="46"/>
                  <a:pt x="16" y="46"/>
                </a:cubicBezTo>
                <a:cubicBezTo>
                  <a:pt x="8" y="23"/>
                  <a:pt x="8" y="23"/>
                  <a:pt x="8" y="23"/>
                </a:cubicBezTo>
                <a:cubicBezTo>
                  <a:pt x="27" y="8"/>
                  <a:pt x="27" y="8"/>
                  <a:pt x="27" y="8"/>
                </a:cubicBezTo>
                <a:cubicBezTo>
                  <a:pt x="44" y="8"/>
                  <a:pt x="44" y="8"/>
                  <a:pt x="44" y="8"/>
                </a:cubicBezTo>
                <a:cubicBezTo>
                  <a:pt x="46" y="14"/>
                  <a:pt x="53" y="19"/>
                  <a:pt x="62" y="19"/>
                </a:cubicBezTo>
                <a:cubicBezTo>
                  <a:pt x="71" y="19"/>
                  <a:pt x="78" y="14"/>
                  <a:pt x="80" y="8"/>
                </a:cubicBezTo>
                <a:cubicBezTo>
                  <a:pt x="97" y="8"/>
                  <a:pt x="97" y="8"/>
                  <a:pt x="97" y="8"/>
                </a:cubicBezTo>
                <a:cubicBezTo>
                  <a:pt x="116" y="23"/>
                  <a:pt x="116" y="23"/>
                  <a:pt x="116" y="23"/>
                </a:cubicBezTo>
                <a:lnTo>
                  <a:pt x="108" y="46"/>
                </a:lnTo>
                <a:close/>
                <a:moveTo>
                  <a:pt x="108" y="46"/>
                </a:moveTo>
                <a:cubicBezTo>
                  <a:pt x="108" y="46"/>
                  <a:pt x="108" y="46"/>
                  <a:pt x="108" y="4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361" name="Group 174" descr=""/>
          <p:cNvPicPr/>
          <p:nvPr/>
        </p:nvPicPr>
        <p:blipFill>
          <a:blip r:embed="rId15"/>
          <a:stretch/>
        </p:blipFill>
        <p:spPr>
          <a:xfrm>
            <a:off x="5450040" y="1736640"/>
            <a:ext cx="401400" cy="409680"/>
          </a:xfrm>
          <a:prstGeom prst="rect">
            <a:avLst/>
          </a:prstGeom>
          <a:ln w="0">
            <a:noFill/>
          </a:ln>
        </p:spPr>
      </p:pic>
      <p:sp>
        <p:nvSpPr>
          <p:cNvPr id="1362" name="Freeform 90"/>
          <p:cNvSpPr/>
          <p:nvPr/>
        </p:nvSpPr>
        <p:spPr>
          <a:xfrm>
            <a:off x="6205680" y="1744560"/>
            <a:ext cx="401400" cy="401760"/>
          </a:xfrm>
          <a:custGeom>
            <a:avLst/>
            <a:gdLst/>
            <a:ahLst/>
            <a:rect l="l" t="t" r="r" b="b"/>
            <a:pathLst>
              <a:path w="123" h="123">
                <a:moveTo>
                  <a:pt x="96" y="0"/>
                </a:moveTo>
                <a:cubicBezTo>
                  <a:pt x="88" y="0"/>
                  <a:pt x="82" y="5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1" y="26"/>
                  <a:pt x="61" y="34"/>
                  <a:pt x="51" y="34"/>
                </a:cubicBezTo>
                <a:cubicBezTo>
                  <a:pt x="15" y="34"/>
                  <a:pt x="15" y="34"/>
                  <a:pt x="15" y="34"/>
                </a:cubicBezTo>
                <a:cubicBezTo>
                  <a:pt x="7" y="34"/>
                  <a:pt x="0" y="43"/>
                  <a:pt x="0" y="54"/>
                </a:cubicBezTo>
                <a:cubicBezTo>
                  <a:pt x="0" y="64"/>
                  <a:pt x="7" y="73"/>
                  <a:pt x="15" y="73"/>
                </a:cubicBezTo>
                <a:cubicBezTo>
                  <a:pt x="20" y="73"/>
                  <a:pt x="23" y="76"/>
                  <a:pt x="23" y="80"/>
                </a:cubicBezTo>
                <a:cubicBezTo>
                  <a:pt x="23" y="115"/>
                  <a:pt x="23" y="115"/>
                  <a:pt x="23" y="115"/>
                </a:cubicBezTo>
                <a:cubicBezTo>
                  <a:pt x="23" y="119"/>
                  <a:pt x="26" y="123"/>
                  <a:pt x="31" y="123"/>
                </a:cubicBezTo>
                <a:cubicBezTo>
                  <a:pt x="46" y="123"/>
                  <a:pt x="46" y="123"/>
                  <a:pt x="46" y="123"/>
                </a:cubicBezTo>
                <a:cubicBezTo>
                  <a:pt x="50" y="123"/>
                  <a:pt x="54" y="119"/>
                  <a:pt x="54" y="115"/>
                </a:cubicBezTo>
                <a:cubicBezTo>
                  <a:pt x="54" y="111"/>
                  <a:pt x="54" y="111"/>
                  <a:pt x="54" y="111"/>
                </a:cubicBezTo>
                <a:cubicBezTo>
                  <a:pt x="54" y="107"/>
                  <a:pt x="50" y="106"/>
                  <a:pt x="50" y="103"/>
                </a:cubicBezTo>
                <a:cubicBezTo>
                  <a:pt x="50" y="77"/>
                  <a:pt x="50" y="77"/>
                  <a:pt x="50" y="77"/>
                </a:cubicBezTo>
                <a:cubicBezTo>
                  <a:pt x="50" y="76"/>
                  <a:pt x="50" y="76"/>
                  <a:pt x="50" y="76"/>
                </a:cubicBezTo>
                <a:cubicBezTo>
                  <a:pt x="50" y="76"/>
                  <a:pt x="50" y="75"/>
                  <a:pt x="50" y="75"/>
                </a:cubicBezTo>
                <a:cubicBezTo>
                  <a:pt x="50" y="75"/>
                  <a:pt x="51" y="75"/>
                  <a:pt x="51" y="74"/>
                </a:cubicBezTo>
                <a:cubicBezTo>
                  <a:pt x="51" y="74"/>
                  <a:pt x="51" y="74"/>
                  <a:pt x="52" y="73"/>
                </a:cubicBezTo>
                <a:cubicBezTo>
                  <a:pt x="52" y="73"/>
                  <a:pt x="52" y="73"/>
                  <a:pt x="52" y="73"/>
                </a:cubicBezTo>
                <a:cubicBezTo>
                  <a:pt x="52" y="73"/>
                  <a:pt x="52" y="73"/>
                  <a:pt x="52" y="73"/>
                </a:cubicBezTo>
                <a:cubicBezTo>
                  <a:pt x="52" y="73"/>
                  <a:pt x="53" y="73"/>
                  <a:pt x="53" y="73"/>
                </a:cubicBezTo>
                <a:cubicBezTo>
                  <a:pt x="63" y="74"/>
                  <a:pt x="71" y="82"/>
                  <a:pt x="77" y="94"/>
                </a:cubicBezTo>
                <a:cubicBezTo>
                  <a:pt x="77" y="94"/>
                  <a:pt x="77" y="94"/>
                  <a:pt x="77" y="94"/>
                </a:cubicBezTo>
                <a:cubicBezTo>
                  <a:pt x="82" y="102"/>
                  <a:pt x="88" y="107"/>
                  <a:pt x="96" y="107"/>
                </a:cubicBezTo>
                <a:cubicBezTo>
                  <a:pt x="114" y="107"/>
                  <a:pt x="123" y="80"/>
                  <a:pt x="123" y="54"/>
                </a:cubicBezTo>
                <a:cubicBezTo>
                  <a:pt x="123" y="27"/>
                  <a:pt x="114" y="0"/>
                  <a:pt x="96" y="0"/>
                </a:cubicBezTo>
                <a:close/>
                <a:moveTo>
                  <a:pt x="77" y="54"/>
                </a:moveTo>
                <a:cubicBezTo>
                  <a:pt x="77" y="50"/>
                  <a:pt x="77" y="46"/>
                  <a:pt x="77" y="42"/>
                </a:cubicBezTo>
                <a:cubicBezTo>
                  <a:pt x="88" y="42"/>
                  <a:pt x="88" y="42"/>
                  <a:pt x="88" y="42"/>
                </a:cubicBezTo>
                <a:cubicBezTo>
                  <a:pt x="92" y="42"/>
                  <a:pt x="96" y="47"/>
                  <a:pt x="96" y="54"/>
                </a:cubicBezTo>
                <a:cubicBezTo>
                  <a:pt x="96" y="60"/>
                  <a:pt x="92" y="65"/>
                  <a:pt x="88" y="65"/>
                </a:cubicBezTo>
                <a:cubicBezTo>
                  <a:pt x="77" y="65"/>
                  <a:pt x="77" y="65"/>
                  <a:pt x="77" y="65"/>
                </a:cubicBezTo>
                <a:cubicBezTo>
                  <a:pt x="77" y="61"/>
                  <a:pt x="77" y="58"/>
                  <a:pt x="77" y="54"/>
                </a:cubicBezTo>
                <a:close/>
                <a:moveTo>
                  <a:pt x="8" y="54"/>
                </a:moveTo>
                <a:cubicBezTo>
                  <a:pt x="8" y="47"/>
                  <a:pt x="11" y="42"/>
                  <a:pt x="15" y="42"/>
                </a:cubicBezTo>
                <a:cubicBezTo>
                  <a:pt x="42" y="42"/>
                  <a:pt x="42" y="42"/>
                  <a:pt x="42" y="42"/>
                </a:cubicBezTo>
                <a:cubicBezTo>
                  <a:pt x="40" y="45"/>
                  <a:pt x="38" y="49"/>
                  <a:pt x="38" y="54"/>
                </a:cubicBezTo>
                <a:cubicBezTo>
                  <a:pt x="38" y="58"/>
                  <a:pt x="40" y="62"/>
                  <a:pt x="42" y="65"/>
                </a:cubicBezTo>
                <a:cubicBezTo>
                  <a:pt x="15" y="65"/>
                  <a:pt x="15" y="65"/>
                  <a:pt x="15" y="65"/>
                </a:cubicBezTo>
                <a:cubicBezTo>
                  <a:pt x="11" y="65"/>
                  <a:pt x="8" y="60"/>
                  <a:pt x="8" y="54"/>
                </a:cubicBezTo>
                <a:close/>
                <a:moveTo>
                  <a:pt x="46" y="115"/>
                </a:moveTo>
                <a:cubicBezTo>
                  <a:pt x="31" y="115"/>
                  <a:pt x="31" y="115"/>
                  <a:pt x="31" y="115"/>
                </a:cubicBezTo>
                <a:cubicBezTo>
                  <a:pt x="31" y="80"/>
                  <a:pt x="31" y="80"/>
                  <a:pt x="31" y="80"/>
                </a:cubicBezTo>
                <a:cubicBezTo>
                  <a:pt x="31" y="78"/>
                  <a:pt x="30" y="75"/>
                  <a:pt x="29" y="73"/>
                </a:cubicBezTo>
                <a:cubicBezTo>
                  <a:pt x="31" y="73"/>
                  <a:pt x="31" y="73"/>
                  <a:pt x="31" y="73"/>
                </a:cubicBezTo>
                <a:cubicBezTo>
                  <a:pt x="31" y="73"/>
                  <a:pt x="31" y="73"/>
                  <a:pt x="31" y="73"/>
                </a:cubicBezTo>
                <a:cubicBezTo>
                  <a:pt x="43" y="73"/>
                  <a:pt x="43" y="73"/>
                  <a:pt x="43" y="73"/>
                </a:cubicBezTo>
                <a:cubicBezTo>
                  <a:pt x="42" y="74"/>
                  <a:pt x="42" y="75"/>
                  <a:pt x="42" y="77"/>
                </a:cubicBezTo>
                <a:cubicBezTo>
                  <a:pt x="42" y="103"/>
                  <a:pt x="42" y="103"/>
                  <a:pt x="42" y="103"/>
                </a:cubicBezTo>
                <a:cubicBezTo>
                  <a:pt x="42" y="107"/>
                  <a:pt x="44" y="110"/>
                  <a:pt x="46" y="111"/>
                </a:cubicBezTo>
                <a:cubicBezTo>
                  <a:pt x="46" y="111"/>
                  <a:pt x="46" y="111"/>
                  <a:pt x="46" y="112"/>
                </a:cubicBezTo>
                <a:lnTo>
                  <a:pt x="46" y="115"/>
                </a:lnTo>
                <a:close/>
                <a:moveTo>
                  <a:pt x="51" y="65"/>
                </a:moveTo>
                <a:cubicBezTo>
                  <a:pt x="50" y="65"/>
                  <a:pt x="50" y="65"/>
                  <a:pt x="50" y="65"/>
                </a:cubicBezTo>
                <a:cubicBezTo>
                  <a:pt x="50" y="65"/>
                  <a:pt x="50" y="65"/>
                  <a:pt x="50" y="65"/>
                </a:cubicBezTo>
                <a:cubicBezTo>
                  <a:pt x="46" y="65"/>
                  <a:pt x="42" y="60"/>
                  <a:pt x="42" y="54"/>
                </a:cubicBezTo>
                <a:cubicBezTo>
                  <a:pt x="42" y="47"/>
                  <a:pt x="46" y="42"/>
                  <a:pt x="50" y="42"/>
                </a:cubicBezTo>
                <a:cubicBezTo>
                  <a:pt x="51" y="42"/>
                  <a:pt x="51" y="42"/>
                  <a:pt x="51" y="42"/>
                </a:cubicBezTo>
                <a:cubicBezTo>
                  <a:pt x="58" y="42"/>
                  <a:pt x="65" y="39"/>
                  <a:pt x="71" y="34"/>
                </a:cubicBezTo>
                <a:cubicBezTo>
                  <a:pt x="70" y="40"/>
                  <a:pt x="69" y="47"/>
                  <a:pt x="69" y="54"/>
                </a:cubicBezTo>
                <a:cubicBezTo>
                  <a:pt x="69" y="60"/>
                  <a:pt x="70" y="67"/>
                  <a:pt x="71" y="73"/>
                </a:cubicBezTo>
                <a:cubicBezTo>
                  <a:pt x="65" y="68"/>
                  <a:pt x="58" y="65"/>
                  <a:pt x="51" y="65"/>
                </a:cubicBezTo>
                <a:close/>
                <a:moveTo>
                  <a:pt x="96" y="100"/>
                </a:moveTo>
                <a:cubicBezTo>
                  <a:pt x="88" y="100"/>
                  <a:pt x="82" y="89"/>
                  <a:pt x="79" y="73"/>
                </a:cubicBezTo>
                <a:cubicBezTo>
                  <a:pt x="88" y="73"/>
                  <a:pt x="88" y="73"/>
                  <a:pt x="88" y="73"/>
                </a:cubicBezTo>
                <a:cubicBezTo>
                  <a:pt x="97" y="73"/>
                  <a:pt x="104" y="64"/>
                  <a:pt x="104" y="54"/>
                </a:cubicBezTo>
                <a:cubicBezTo>
                  <a:pt x="104" y="43"/>
                  <a:pt x="97" y="34"/>
                  <a:pt x="88" y="34"/>
                </a:cubicBezTo>
                <a:cubicBezTo>
                  <a:pt x="79" y="34"/>
                  <a:pt x="79" y="34"/>
                  <a:pt x="79" y="34"/>
                </a:cubicBezTo>
                <a:cubicBezTo>
                  <a:pt x="82" y="19"/>
                  <a:pt x="88" y="8"/>
                  <a:pt x="96" y="8"/>
                </a:cubicBezTo>
                <a:cubicBezTo>
                  <a:pt x="107" y="8"/>
                  <a:pt x="115" y="28"/>
                  <a:pt x="115" y="54"/>
                </a:cubicBezTo>
                <a:cubicBezTo>
                  <a:pt x="115" y="79"/>
                  <a:pt x="107" y="100"/>
                  <a:pt x="96" y="100"/>
                </a:cubicBezTo>
                <a:close/>
                <a:moveTo>
                  <a:pt x="96" y="100"/>
                </a:moveTo>
                <a:cubicBezTo>
                  <a:pt x="96" y="100"/>
                  <a:pt x="96" y="100"/>
                  <a:pt x="96" y="1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63" name="Freeform 91"/>
          <p:cNvSpPr/>
          <p:nvPr/>
        </p:nvSpPr>
        <p:spPr>
          <a:xfrm>
            <a:off x="6935760" y="1806480"/>
            <a:ext cx="401760" cy="274680"/>
          </a:xfrm>
          <a:custGeom>
            <a:avLst/>
            <a:gdLst/>
            <a:ahLst/>
            <a:rect l="l" t="t" r="r" b="b"/>
            <a:pathLst>
              <a:path w="123" h="84">
                <a:moveTo>
                  <a:pt x="115" y="4"/>
                </a:moveTo>
                <a:cubicBezTo>
                  <a:pt x="112" y="4"/>
                  <a:pt x="112" y="4"/>
                  <a:pt x="112" y="4"/>
                </a:cubicBezTo>
                <a:cubicBezTo>
                  <a:pt x="110" y="4"/>
                  <a:pt x="108" y="5"/>
                  <a:pt x="107" y="6"/>
                </a:cubicBezTo>
                <a:cubicBezTo>
                  <a:pt x="96" y="16"/>
                  <a:pt x="96" y="16"/>
                  <a:pt x="96" y="16"/>
                </a:cubicBezTo>
                <a:cubicBezTo>
                  <a:pt x="96" y="12"/>
                  <a:pt x="96" y="12"/>
                  <a:pt x="96" y="12"/>
                </a:cubicBezTo>
                <a:cubicBezTo>
                  <a:pt x="96" y="5"/>
                  <a:pt x="91" y="0"/>
                  <a:pt x="85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" y="0"/>
                  <a:pt x="0" y="5"/>
                  <a:pt x="0" y="12"/>
                </a:cubicBezTo>
                <a:cubicBezTo>
                  <a:pt x="0" y="73"/>
                  <a:pt x="0" y="73"/>
                  <a:pt x="0" y="73"/>
                </a:cubicBezTo>
                <a:cubicBezTo>
                  <a:pt x="0" y="79"/>
                  <a:pt x="6" y="84"/>
                  <a:pt x="12" y="84"/>
                </a:cubicBezTo>
                <a:cubicBezTo>
                  <a:pt x="85" y="84"/>
                  <a:pt x="85" y="84"/>
                  <a:pt x="85" y="84"/>
                </a:cubicBezTo>
                <a:cubicBezTo>
                  <a:pt x="91" y="84"/>
                  <a:pt x="96" y="79"/>
                  <a:pt x="96" y="73"/>
                </a:cubicBezTo>
                <a:cubicBezTo>
                  <a:pt x="96" y="68"/>
                  <a:pt x="96" y="68"/>
                  <a:pt x="96" y="68"/>
                </a:cubicBezTo>
                <a:cubicBezTo>
                  <a:pt x="107" y="78"/>
                  <a:pt x="107" y="78"/>
                  <a:pt x="107" y="78"/>
                </a:cubicBezTo>
                <a:cubicBezTo>
                  <a:pt x="108" y="80"/>
                  <a:pt x="110" y="81"/>
                  <a:pt x="112" y="81"/>
                </a:cubicBezTo>
                <a:cubicBezTo>
                  <a:pt x="115" y="81"/>
                  <a:pt x="115" y="81"/>
                  <a:pt x="115" y="81"/>
                </a:cubicBezTo>
                <a:cubicBezTo>
                  <a:pt x="120" y="81"/>
                  <a:pt x="123" y="77"/>
                  <a:pt x="123" y="73"/>
                </a:cubicBezTo>
                <a:cubicBezTo>
                  <a:pt x="123" y="12"/>
                  <a:pt x="123" y="12"/>
                  <a:pt x="123" y="12"/>
                </a:cubicBezTo>
                <a:cubicBezTo>
                  <a:pt x="123" y="7"/>
                  <a:pt x="120" y="4"/>
                  <a:pt x="115" y="4"/>
                </a:cubicBezTo>
                <a:close/>
                <a:moveTo>
                  <a:pt x="12" y="77"/>
                </a:moveTo>
                <a:cubicBezTo>
                  <a:pt x="10" y="77"/>
                  <a:pt x="8" y="75"/>
                  <a:pt x="8" y="73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9"/>
                  <a:pt x="10" y="8"/>
                  <a:pt x="12" y="8"/>
                </a:cubicBezTo>
                <a:cubicBezTo>
                  <a:pt x="85" y="8"/>
                  <a:pt x="85" y="8"/>
                  <a:pt x="85" y="8"/>
                </a:cubicBezTo>
                <a:cubicBezTo>
                  <a:pt x="87" y="8"/>
                  <a:pt x="89" y="9"/>
                  <a:pt x="89" y="12"/>
                </a:cubicBezTo>
                <a:cubicBezTo>
                  <a:pt x="89" y="73"/>
                  <a:pt x="89" y="73"/>
                  <a:pt x="89" y="73"/>
                </a:cubicBezTo>
                <a:cubicBezTo>
                  <a:pt x="89" y="75"/>
                  <a:pt x="87" y="77"/>
                  <a:pt x="85" y="77"/>
                </a:cubicBezTo>
                <a:lnTo>
                  <a:pt x="12" y="77"/>
                </a:lnTo>
                <a:close/>
                <a:moveTo>
                  <a:pt x="115" y="73"/>
                </a:moveTo>
                <a:cubicBezTo>
                  <a:pt x="112" y="73"/>
                  <a:pt x="112" y="73"/>
                  <a:pt x="112" y="73"/>
                </a:cubicBezTo>
                <a:cubicBezTo>
                  <a:pt x="96" y="58"/>
                  <a:pt x="96" y="58"/>
                  <a:pt x="96" y="58"/>
                </a:cubicBezTo>
                <a:cubicBezTo>
                  <a:pt x="96" y="58"/>
                  <a:pt x="96" y="58"/>
                  <a:pt x="96" y="58"/>
                </a:cubicBezTo>
                <a:cubicBezTo>
                  <a:pt x="92" y="54"/>
                  <a:pt x="92" y="54"/>
                  <a:pt x="92" y="54"/>
                </a:cubicBezTo>
                <a:cubicBezTo>
                  <a:pt x="92" y="31"/>
                  <a:pt x="92" y="31"/>
                  <a:pt x="92" y="31"/>
                </a:cubicBezTo>
                <a:cubicBezTo>
                  <a:pt x="112" y="12"/>
                  <a:pt x="112" y="12"/>
                  <a:pt x="112" y="12"/>
                </a:cubicBezTo>
                <a:cubicBezTo>
                  <a:pt x="115" y="12"/>
                  <a:pt x="115" y="12"/>
                  <a:pt x="115" y="12"/>
                </a:cubicBezTo>
                <a:lnTo>
                  <a:pt x="115" y="73"/>
                </a:lnTo>
                <a:close/>
                <a:moveTo>
                  <a:pt x="115" y="73"/>
                </a:moveTo>
                <a:cubicBezTo>
                  <a:pt x="115" y="73"/>
                  <a:pt x="115" y="73"/>
                  <a:pt x="115" y="7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64" name="Freeform 92"/>
          <p:cNvSpPr/>
          <p:nvPr/>
        </p:nvSpPr>
        <p:spPr>
          <a:xfrm>
            <a:off x="7667640" y="1792440"/>
            <a:ext cx="399960" cy="301320"/>
          </a:xfrm>
          <a:custGeom>
            <a:avLst/>
            <a:gdLst/>
            <a:ahLst/>
            <a:rect l="l" t="t" r="r" b="b"/>
            <a:pathLst>
              <a:path w="123" h="92">
                <a:moveTo>
                  <a:pt x="120" y="22"/>
                </a:moveTo>
                <a:cubicBezTo>
                  <a:pt x="101" y="2"/>
                  <a:pt x="101" y="2"/>
                  <a:pt x="101" y="2"/>
                </a:cubicBezTo>
                <a:cubicBezTo>
                  <a:pt x="100" y="1"/>
                  <a:pt x="98" y="0"/>
                  <a:pt x="96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5" y="0"/>
                  <a:pt x="23" y="1"/>
                  <a:pt x="22" y="2"/>
                </a:cubicBezTo>
                <a:cubicBezTo>
                  <a:pt x="2" y="22"/>
                  <a:pt x="2" y="22"/>
                  <a:pt x="2" y="22"/>
                </a:cubicBezTo>
                <a:cubicBezTo>
                  <a:pt x="1" y="23"/>
                  <a:pt x="0" y="25"/>
                  <a:pt x="0" y="27"/>
                </a:cubicBezTo>
                <a:cubicBezTo>
                  <a:pt x="0" y="29"/>
                  <a:pt x="1" y="31"/>
                  <a:pt x="2" y="32"/>
                </a:cubicBezTo>
                <a:cubicBezTo>
                  <a:pt x="56" y="90"/>
                  <a:pt x="56" y="90"/>
                  <a:pt x="56" y="90"/>
                </a:cubicBezTo>
                <a:cubicBezTo>
                  <a:pt x="57" y="91"/>
                  <a:pt x="59" y="92"/>
                  <a:pt x="61" y="92"/>
                </a:cubicBezTo>
                <a:cubicBezTo>
                  <a:pt x="64" y="92"/>
                  <a:pt x="66" y="91"/>
                  <a:pt x="67" y="90"/>
                </a:cubicBezTo>
                <a:cubicBezTo>
                  <a:pt x="121" y="32"/>
                  <a:pt x="121" y="32"/>
                  <a:pt x="121" y="32"/>
                </a:cubicBezTo>
                <a:cubicBezTo>
                  <a:pt x="122" y="31"/>
                  <a:pt x="123" y="29"/>
                  <a:pt x="123" y="27"/>
                </a:cubicBezTo>
                <a:cubicBezTo>
                  <a:pt x="123" y="25"/>
                  <a:pt x="122" y="23"/>
                  <a:pt x="120" y="22"/>
                </a:cubicBezTo>
                <a:close/>
                <a:moveTo>
                  <a:pt x="93" y="8"/>
                </a:moveTo>
                <a:cubicBezTo>
                  <a:pt x="86" y="14"/>
                  <a:pt x="86" y="14"/>
                  <a:pt x="86" y="14"/>
                </a:cubicBezTo>
                <a:cubicBezTo>
                  <a:pt x="79" y="8"/>
                  <a:pt x="79" y="8"/>
                  <a:pt x="79" y="8"/>
                </a:cubicBezTo>
                <a:lnTo>
                  <a:pt x="93" y="8"/>
                </a:lnTo>
                <a:close/>
                <a:moveTo>
                  <a:pt x="93" y="27"/>
                </a:moveTo>
                <a:cubicBezTo>
                  <a:pt x="76" y="27"/>
                  <a:pt x="76" y="27"/>
                  <a:pt x="76" y="27"/>
                </a:cubicBezTo>
                <a:cubicBezTo>
                  <a:pt x="85" y="19"/>
                  <a:pt x="85" y="19"/>
                  <a:pt x="85" y="19"/>
                </a:cubicBezTo>
                <a:lnTo>
                  <a:pt x="93" y="27"/>
                </a:lnTo>
                <a:close/>
                <a:moveTo>
                  <a:pt x="83" y="16"/>
                </a:moveTo>
                <a:cubicBezTo>
                  <a:pt x="73" y="25"/>
                  <a:pt x="73" y="25"/>
                  <a:pt x="73" y="25"/>
                </a:cubicBezTo>
                <a:cubicBezTo>
                  <a:pt x="64" y="17"/>
                  <a:pt x="64" y="17"/>
                  <a:pt x="64" y="17"/>
                </a:cubicBezTo>
                <a:cubicBezTo>
                  <a:pt x="75" y="9"/>
                  <a:pt x="75" y="9"/>
                  <a:pt x="75" y="9"/>
                </a:cubicBezTo>
                <a:lnTo>
                  <a:pt x="83" y="16"/>
                </a:lnTo>
                <a:close/>
                <a:moveTo>
                  <a:pt x="70" y="27"/>
                </a:moveTo>
                <a:cubicBezTo>
                  <a:pt x="53" y="27"/>
                  <a:pt x="53" y="27"/>
                  <a:pt x="53" y="27"/>
                </a:cubicBezTo>
                <a:cubicBezTo>
                  <a:pt x="61" y="20"/>
                  <a:pt x="61" y="20"/>
                  <a:pt x="61" y="20"/>
                </a:cubicBezTo>
                <a:lnTo>
                  <a:pt x="70" y="27"/>
                </a:lnTo>
                <a:close/>
                <a:moveTo>
                  <a:pt x="70" y="8"/>
                </a:moveTo>
                <a:cubicBezTo>
                  <a:pt x="61" y="15"/>
                  <a:pt x="61" y="15"/>
                  <a:pt x="61" y="15"/>
                </a:cubicBezTo>
                <a:cubicBezTo>
                  <a:pt x="53" y="8"/>
                  <a:pt x="53" y="8"/>
                  <a:pt x="53" y="8"/>
                </a:cubicBezTo>
                <a:lnTo>
                  <a:pt x="70" y="8"/>
                </a:lnTo>
                <a:close/>
                <a:moveTo>
                  <a:pt x="58" y="17"/>
                </a:moveTo>
                <a:cubicBezTo>
                  <a:pt x="50" y="25"/>
                  <a:pt x="50" y="25"/>
                  <a:pt x="50" y="25"/>
                </a:cubicBezTo>
                <a:cubicBezTo>
                  <a:pt x="40" y="16"/>
                  <a:pt x="40" y="16"/>
                  <a:pt x="40" y="16"/>
                </a:cubicBezTo>
                <a:cubicBezTo>
                  <a:pt x="48" y="9"/>
                  <a:pt x="48" y="9"/>
                  <a:pt x="48" y="9"/>
                </a:cubicBezTo>
                <a:lnTo>
                  <a:pt x="58" y="17"/>
                </a:lnTo>
                <a:close/>
                <a:moveTo>
                  <a:pt x="47" y="27"/>
                </a:moveTo>
                <a:cubicBezTo>
                  <a:pt x="30" y="27"/>
                  <a:pt x="30" y="27"/>
                  <a:pt x="30" y="27"/>
                </a:cubicBezTo>
                <a:cubicBezTo>
                  <a:pt x="37" y="19"/>
                  <a:pt x="37" y="19"/>
                  <a:pt x="37" y="19"/>
                </a:cubicBezTo>
                <a:lnTo>
                  <a:pt x="47" y="27"/>
                </a:lnTo>
                <a:close/>
                <a:moveTo>
                  <a:pt x="43" y="8"/>
                </a:moveTo>
                <a:cubicBezTo>
                  <a:pt x="37" y="14"/>
                  <a:pt x="37" y="14"/>
                  <a:pt x="37" y="14"/>
                </a:cubicBezTo>
                <a:cubicBezTo>
                  <a:pt x="30" y="8"/>
                  <a:pt x="30" y="8"/>
                  <a:pt x="30" y="8"/>
                </a:cubicBezTo>
                <a:lnTo>
                  <a:pt x="43" y="8"/>
                </a:lnTo>
                <a:close/>
                <a:moveTo>
                  <a:pt x="26" y="9"/>
                </a:moveTo>
                <a:cubicBezTo>
                  <a:pt x="34" y="17"/>
                  <a:pt x="34" y="17"/>
                  <a:pt x="34" y="17"/>
                </a:cubicBezTo>
                <a:cubicBezTo>
                  <a:pt x="24" y="27"/>
                  <a:pt x="24" y="27"/>
                  <a:pt x="24" y="27"/>
                </a:cubicBezTo>
                <a:cubicBezTo>
                  <a:pt x="8" y="27"/>
                  <a:pt x="8" y="27"/>
                  <a:pt x="8" y="27"/>
                </a:cubicBezTo>
                <a:lnTo>
                  <a:pt x="26" y="9"/>
                </a:lnTo>
                <a:close/>
                <a:moveTo>
                  <a:pt x="11" y="31"/>
                </a:moveTo>
                <a:cubicBezTo>
                  <a:pt x="25" y="31"/>
                  <a:pt x="25" y="31"/>
                  <a:pt x="25" y="31"/>
                </a:cubicBezTo>
                <a:cubicBezTo>
                  <a:pt x="49" y="71"/>
                  <a:pt x="49" y="71"/>
                  <a:pt x="49" y="71"/>
                </a:cubicBezTo>
                <a:lnTo>
                  <a:pt x="11" y="31"/>
                </a:lnTo>
                <a:close/>
                <a:moveTo>
                  <a:pt x="29" y="31"/>
                </a:moveTo>
                <a:cubicBezTo>
                  <a:pt x="48" y="31"/>
                  <a:pt x="48" y="31"/>
                  <a:pt x="48" y="31"/>
                </a:cubicBezTo>
                <a:cubicBezTo>
                  <a:pt x="57" y="78"/>
                  <a:pt x="57" y="78"/>
                  <a:pt x="57" y="78"/>
                </a:cubicBezTo>
                <a:lnTo>
                  <a:pt x="29" y="31"/>
                </a:lnTo>
                <a:close/>
                <a:moveTo>
                  <a:pt x="52" y="31"/>
                </a:moveTo>
                <a:cubicBezTo>
                  <a:pt x="71" y="31"/>
                  <a:pt x="71" y="31"/>
                  <a:pt x="71" y="31"/>
                </a:cubicBezTo>
                <a:cubicBezTo>
                  <a:pt x="61" y="79"/>
                  <a:pt x="61" y="79"/>
                  <a:pt x="61" y="79"/>
                </a:cubicBezTo>
                <a:lnTo>
                  <a:pt x="52" y="31"/>
                </a:lnTo>
                <a:close/>
                <a:moveTo>
                  <a:pt x="65" y="78"/>
                </a:moveTo>
                <a:cubicBezTo>
                  <a:pt x="75" y="31"/>
                  <a:pt x="75" y="31"/>
                  <a:pt x="75" y="31"/>
                </a:cubicBezTo>
                <a:cubicBezTo>
                  <a:pt x="94" y="31"/>
                  <a:pt x="94" y="31"/>
                  <a:pt x="94" y="31"/>
                </a:cubicBezTo>
                <a:lnTo>
                  <a:pt x="65" y="78"/>
                </a:lnTo>
                <a:close/>
                <a:moveTo>
                  <a:pt x="74" y="71"/>
                </a:moveTo>
                <a:cubicBezTo>
                  <a:pt x="98" y="31"/>
                  <a:pt x="98" y="31"/>
                  <a:pt x="98" y="31"/>
                </a:cubicBezTo>
                <a:cubicBezTo>
                  <a:pt x="112" y="31"/>
                  <a:pt x="112" y="31"/>
                  <a:pt x="112" y="31"/>
                </a:cubicBezTo>
                <a:lnTo>
                  <a:pt x="74" y="71"/>
                </a:lnTo>
                <a:close/>
                <a:moveTo>
                  <a:pt x="99" y="27"/>
                </a:moveTo>
                <a:cubicBezTo>
                  <a:pt x="88" y="17"/>
                  <a:pt x="88" y="17"/>
                  <a:pt x="88" y="17"/>
                </a:cubicBezTo>
                <a:cubicBezTo>
                  <a:pt x="97" y="9"/>
                  <a:pt x="97" y="9"/>
                  <a:pt x="97" y="9"/>
                </a:cubicBezTo>
                <a:cubicBezTo>
                  <a:pt x="115" y="27"/>
                  <a:pt x="115" y="27"/>
                  <a:pt x="115" y="27"/>
                </a:cubicBezTo>
                <a:lnTo>
                  <a:pt x="99" y="27"/>
                </a:lnTo>
                <a:close/>
                <a:moveTo>
                  <a:pt x="99" y="27"/>
                </a:moveTo>
                <a:cubicBezTo>
                  <a:pt x="99" y="27"/>
                  <a:pt x="99" y="27"/>
                  <a:pt x="99" y="2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365" name="Group 176" descr=""/>
          <p:cNvPicPr/>
          <p:nvPr/>
        </p:nvPicPr>
        <p:blipFill>
          <a:blip r:embed="rId16"/>
          <a:stretch/>
        </p:blipFill>
        <p:spPr>
          <a:xfrm>
            <a:off x="8400960" y="1743120"/>
            <a:ext cx="395280" cy="403200"/>
          </a:xfrm>
          <a:prstGeom prst="rect">
            <a:avLst/>
          </a:prstGeom>
          <a:ln w="0">
            <a:noFill/>
          </a:ln>
        </p:spPr>
      </p:pic>
      <p:pic>
        <p:nvPicPr>
          <p:cNvPr id="1366" name="Group 177" descr=""/>
          <p:cNvPicPr/>
          <p:nvPr/>
        </p:nvPicPr>
        <p:blipFill>
          <a:blip r:embed="rId17"/>
          <a:stretch/>
        </p:blipFill>
        <p:spPr>
          <a:xfrm>
            <a:off x="8400960" y="3693960"/>
            <a:ext cx="401760" cy="401760"/>
          </a:xfrm>
          <a:prstGeom prst="rect">
            <a:avLst/>
          </a:prstGeom>
          <a:ln w="0">
            <a:noFill/>
          </a:ln>
        </p:spPr>
      </p:pic>
      <p:sp>
        <p:nvSpPr>
          <p:cNvPr id="1367" name="Freeform 101"/>
          <p:cNvSpPr/>
          <p:nvPr/>
        </p:nvSpPr>
        <p:spPr>
          <a:xfrm>
            <a:off x="5334120" y="3691080"/>
            <a:ext cx="401400" cy="403200"/>
          </a:xfrm>
          <a:custGeom>
            <a:avLst/>
            <a:gdLst/>
            <a:ahLst/>
            <a:rect l="l" t="t" r="r" b="b"/>
            <a:pathLst>
              <a:path w="123" h="123">
                <a:moveTo>
                  <a:pt x="120" y="2"/>
                </a:moveTo>
                <a:cubicBezTo>
                  <a:pt x="119" y="1"/>
                  <a:pt x="117" y="0"/>
                  <a:pt x="115" y="0"/>
                </a:cubicBezTo>
                <a:cubicBezTo>
                  <a:pt x="114" y="0"/>
                  <a:pt x="114" y="0"/>
                  <a:pt x="114" y="0"/>
                </a:cubicBezTo>
                <a:cubicBezTo>
                  <a:pt x="49" y="12"/>
                  <a:pt x="49" y="12"/>
                  <a:pt x="49" y="12"/>
                </a:cubicBezTo>
                <a:cubicBezTo>
                  <a:pt x="45" y="12"/>
                  <a:pt x="43" y="15"/>
                  <a:pt x="43" y="19"/>
                </a:cubicBezTo>
                <a:cubicBezTo>
                  <a:pt x="43" y="85"/>
                  <a:pt x="43" y="85"/>
                  <a:pt x="43" y="85"/>
                </a:cubicBezTo>
                <a:cubicBezTo>
                  <a:pt x="39" y="82"/>
                  <a:pt x="34" y="81"/>
                  <a:pt x="28" y="81"/>
                </a:cubicBezTo>
                <a:cubicBezTo>
                  <a:pt x="25" y="81"/>
                  <a:pt x="22" y="81"/>
                  <a:pt x="18" y="82"/>
                </a:cubicBezTo>
                <a:cubicBezTo>
                  <a:pt x="11" y="85"/>
                  <a:pt x="5" y="89"/>
                  <a:pt x="2" y="96"/>
                </a:cubicBezTo>
                <a:cubicBezTo>
                  <a:pt x="0" y="100"/>
                  <a:pt x="0" y="105"/>
                  <a:pt x="2" y="110"/>
                </a:cubicBezTo>
                <a:cubicBezTo>
                  <a:pt x="4" y="118"/>
                  <a:pt x="13" y="123"/>
                  <a:pt x="23" y="123"/>
                </a:cubicBezTo>
                <a:cubicBezTo>
                  <a:pt x="26" y="123"/>
                  <a:pt x="29" y="122"/>
                  <a:pt x="32" y="121"/>
                </a:cubicBezTo>
                <a:cubicBezTo>
                  <a:pt x="40" y="119"/>
                  <a:pt x="45" y="114"/>
                  <a:pt x="48" y="108"/>
                </a:cubicBezTo>
                <a:cubicBezTo>
                  <a:pt x="50" y="105"/>
                  <a:pt x="50" y="102"/>
                  <a:pt x="50" y="100"/>
                </a:cubicBezTo>
                <a:cubicBezTo>
                  <a:pt x="50" y="100"/>
                  <a:pt x="50" y="100"/>
                  <a:pt x="50" y="100"/>
                </a:cubicBezTo>
                <a:cubicBezTo>
                  <a:pt x="50" y="38"/>
                  <a:pt x="50" y="38"/>
                  <a:pt x="50" y="38"/>
                </a:cubicBezTo>
                <a:cubicBezTo>
                  <a:pt x="52" y="38"/>
                  <a:pt x="52" y="38"/>
                  <a:pt x="52" y="38"/>
                </a:cubicBezTo>
                <a:cubicBezTo>
                  <a:pt x="115" y="27"/>
                  <a:pt x="115" y="27"/>
                  <a:pt x="115" y="27"/>
                </a:cubicBezTo>
                <a:cubicBezTo>
                  <a:pt x="115" y="74"/>
                  <a:pt x="115" y="74"/>
                  <a:pt x="115" y="74"/>
                </a:cubicBezTo>
                <a:cubicBezTo>
                  <a:pt x="112" y="71"/>
                  <a:pt x="107" y="69"/>
                  <a:pt x="101" y="69"/>
                </a:cubicBezTo>
                <a:cubicBezTo>
                  <a:pt x="98" y="69"/>
                  <a:pt x="94" y="70"/>
                  <a:pt x="91" y="71"/>
                </a:cubicBezTo>
                <a:cubicBezTo>
                  <a:pt x="84" y="73"/>
                  <a:pt x="78" y="78"/>
                  <a:pt x="75" y="84"/>
                </a:cubicBezTo>
                <a:cubicBezTo>
                  <a:pt x="73" y="89"/>
                  <a:pt x="73" y="94"/>
                  <a:pt x="74" y="98"/>
                </a:cubicBezTo>
                <a:cubicBezTo>
                  <a:pt x="77" y="106"/>
                  <a:pt x="86" y="111"/>
                  <a:pt x="96" y="111"/>
                </a:cubicBezTo>
                <a:cubicBezTo>
                  <a:pt x="99" y="111"/>
                  <a:pt x="102" y="111"/>
                  <a:pt x="105" y="110"/>
                </a:cubicBezTo>
                <a:cubicBezTo>
                  <a:pt x="112" y="107"/>
                  <a:pt x="118" y="102"/>
                  <a:pt x="121" y="96"/>
                </a:cubicBezTo>
                <a:cubicBezTo>
                  <a:pt x="122" y="94"/>
                  <a:pt x="123" y="91"/>
                  <a:pt x="123" y="88"/>
                </a:cubicBezTo>
                <a:cubicBezTo>
                  <a:pt x="123" y="88"/>
                  <a:pt x="123" y="88"/>
                  <a:pt x="123" y="88"/>
                </a:cubicBezTo>
                <a:cubicBezTo>
                  <a:pt x="123" y="8"/>
                  <a:pt x="123" y="8"/>
                  <a:pt x="123" y="8"/>
                </a:cubicBezTo>
                <a:cubicBezTo>
                  <a:pt x="123" y="5"/>
                  <a:pt x="122" y="3"/>
                  <a:pt x="120" y="2"/>
                </a:cubicBezTo>
                <a:close/>
                <a:moveTo>
                  <a:pt x="30" y="114"/>
                </a:moveTo>
                <a:cubicBezTo>
                  <a:pt x="21" y="117"/>
                  <a:pt x="11" y="114"/>
                  <a:pt x="9" y="107"/>
                </a:cubicBezTo>
                <a:cubicBezTo>
                  <a:pt x="6" y="100"/>
                  <a:pt x="12" y="93"/>
                  <a:pt x="21" y="89"/>
                </a:cubicBezTo>
                <a:cubicBezTo>
                  <a:pt x="30" y="86"/>
                  <a:pt x="39" y="89"/>
                  <a:pt x="42" y="96"/>
                </a:cubicBezTo>
                <a:cubicBezTo>
                  <a:pt x="44" y="103"/>
                  <a:pt x="39" y="111"/>
                  <a:pt x="30" y="114"/>
                </a:cubicBezTo>
                <a:close/>
                <a:moveTo>
                  <a:pt x="115" y="19"/>
                </a:moveTo>
                <a:cubicBezTo>
                  <a:pt x="50" y="31"/>
                  <a:pt x="50" y="31"/>
                  <a:pt x="50" y="31"/>
                </a:cubicBezTo>
                <a:cubicBezTo>
                  <a:pt x="50" y="19"/>
                  <a:pt x="50" y="19"/>
                  <a:pt x="50" y="19"/>
                </a:cubicBezTo>
                <a:cubicBezTo>
                  <a:pt x="115" y="8"/>
                  <a:pt x="115" y="8"/>
                  <a:pt x="115" y="8"/>
                </a:cubicBezTo>
                <a:lnTo>
                  <a:pt x="115" y="19"/>
                </a:lnTo>
                <a:close/>
                <a:moveTo>
                  <a:pt x="103" y="102"/>
                </a:moveTo>
                <a:cubicBezTo>
                  <a:pt x="93" y="105"/>
                  <a:pt x="84" y="102"/>
                  <a:pt x="81" y="96"/>
                </a:cubicBezTo>
                <a:cubicBezTo>
                  <a:pt x="79" y="89"/>
                  <a:pt x="84" y="81"/>
                  <a:pt x="93" y="78"/>
                </a:cubicBezTo>
                <a:cubicBezTo>
                  <a:pt x="103" y="75"/>
                  <a:pt x="112" y="78"/>
                  <a:pt x="115" y="85"/>
                </a:cubicBezTo>
                <a:cubicBezTo>
                  <a:pt x="117" y="91"/>
                  <a:pt x="112" y="99"/>
                  <a:pt x="103" y="102"/>
                </a:cubicBezTo>
                <a:close/>
                <a:moveTo>
                  <a:pt x="103" y="102"/>
                </a:moveTo>
                <a:cubicBezTo>
                  <a:pt x="103" y="102"/>
                  <a:pt x="103" y="102"/>
                  <a:pt x="103" y="10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368" name="Group 165" descr=""/>
          <p:cNvPicPr/>
          <p:nvPr/>
        </p:nvPicPr>
        <p:blipFill>
          <a:blip r:embed="rId18"/>
          <a:stretch/>
        </p:blipFill>
        <p:spPr>
          <a:xfrm>
            <a:off x="2535120" y="3693960"/>
            <a:ext cx="403200" cy="401760"/>
          </a:xfrm>
          <a:prstGeom prst="rect">
            <a:avLst/>
          </a:prstGeom>
          <a:ln w="0">
            <a:noFill/>
          </a:ln>
        </p:spPr>
      </p:pic>
      <p:pic>
        <p:nvPicPr>
          <p:cNvPr id="1369" name="Group 170" descr=""/>
          <p:cNvPicPr/>
          <p:nvPr/>
        </p:nvPicPr>
        <p:blipFill>
          <a:blip r:embed="rId19"/>
          <a:stretch/>
        </p:blipFill>
        <p:spPr>
          <a:xfrm>
            <a:off x="3949560" y="3693960"/>
            <a:ext cx="397080" cy="401760"/>
          </a:xfrm>
          <a:prstGeom prst="rect">
            <a:avLst/>
          </a:prstGeom>
          <a:ln w="0">
            <a:noFill/>
          </a:ln>
        </p:spPr>
      </p:pic>
      <p:pic>
        <p:nvPicPr>
          <p:cNvPr id="1370" name="Group 155" descr=""/>
          <p:cNvPicPr/>
          <p:nvPr/>
        </p:nvPicPr>
        <p:blipFill>
          <a:blip r:embed="rId20"/>
          <a:stretch/>
        </p:blipFill>
        <p:spPr>
          <a:xfrm>
            <a:off x="463680" y="2676600"/>
            <a:ext cx="395280" cy="401400"/>
          </a:xfrm>
          <a:prstGeom prst="rect">
            <a:avLst/>
          </a:prstGeom>
          <a:ln w="0">
            <a:noFill/>
          </a:ln>
        </p:spPr>
      </p:pic>
      <p:pic>
        <p:nvPicPr>
          <p:cNvPr id="1371" name="Group 159" descr=""/>
          <p:cNvPicPr/>
          <p:nvPr/>
        </p:nvPicPr>
        <p:blipFill>
          <a:blip r:embed="rId21"/>
          <a:stretch/>
        </p:blipFill>
        <p:spPr>
          <a:xfrm>
            <a:off x="1200240" y="2670120"/>
            <a:ext cx="403200" cy="401760"/>
          </a:xfrm>
          <a:prstGeom prst="rect">
            <a:avLst/>
          </a:prstGeom>
          <a:ln w="0">
            <a:noFill/>
          </a:ln>
        </p:spPr>
      </p:pic>
      <p:pic>
        <p:nvPicPr>
          <p:cNvPr id="1372" name="Group 161" descr=""/>
          <p:cNvPicPr/>
          <p:nvPr/>
        </p:nvPicPr>
        <p:blipFill>
          <a:blip r:embed="rId22"/>
          <a:stretch/>
        </p:blipFill>
        <p:spPr>
          <a:xfrm>
            <a:off x="1944720" y="2730600"/>
            <a:ext cx="396720" cy="298440"/>
          </a:xfrm>
          <a:prstGeom prst="rect">
            <a:avLst/>
          </a:prstGeom>
          <a:ln w="0">
            <a:noFill/>
          </a:ln>
        </p:spPr>
      </p:pic>
      <p:pic>
        <p:nvPicPr>
          <p:cNvPr id="1373" name="Group 164" descr=""/>
          <p:cNvPicPr/>
          <p:nvPr/>
        </p:nvPicPr>
        <p:blipFill>
          <a:blip r:embed="rId23"/>
          <a:stretch/>
        </p:blipFill>
        <p:spPr>
          <a:xfrm>
            <a:off x="2682720" y="2682720"/>
            <a:ext cx="401760" cy="389160"/>
          </a:xfrm>
          <a:prstGeom prst="rect">
            <a:avLst/>
          </a:prstGeom>
          <a:ln w="0">
            <a:noFill/>
          </a:ln>
        </p:spPr>
      </p:pic>
      <p:pic>
        <p:nvPicPr>
          <p:cNvPr id="1374" name="Group 169" descr=""/>
          <p:cNvPicPr/>
          <p:nvPr/>
        </p:nvPicPr>
        <p:blipFill>
          <a:blip r:embed="rId24"/>
          <a:stretch/>
        </p:blipFill>
        <p:spPr>
          <a:xfrm>
            <a:off x="4121280" y="2676600"/>
            <a:ext cx="353880" cy="401400"/>
          </a:xfrm>
          <a:prstGeom prst="rect">
            <a:avLst/>
          </a:prstGeom>
          <a:ln w="0">
            <a:noFill/>
          </a:ln>
        </p:spPr>
      </p:pic>
      <p:pic>
        <p:nvPicPr>
          <p:cNvPr id="1375" name="Group 172" descr=""/>
          <p:cNvPicPr/>
          <p:nvPr/>
        </p:nvPicPr>
        <p:blipFill>
          <a:blip r:embed="rId25"/>
          <a:stretch/>
        </p:blipFill>
        <p:spPr>
          <a:xfrm>
            <a:off x="4809960" y="2706840"/>
            <a:ext cx="401760" cy="341280"/>
          </a:xfrm>
          <a:prstGeom prst="rect">
            <a:avLst/>
          </a:prstGeom>
          <a:ln w="0">
            <a:noFill/>
          </a:ln>
        </p:spPr>
      </p:pic>
      <p:sp>
        <p:nvSpPr>
          <p:cNvPr id="1376" name="Freeform 131"/>
          <p:cNvSpPr/>
          <p:nvPr/>
        </p:nvSpPr>
        <p:spPr>
          <a:xfrm>
            <a:off x="5548320" y="2687760"/>
            <a:ext cx="401760" cy="377640"/>
          </a:xfrm>
          <a:custGeom>
            <a:avLst/>
            <a:gdLst/>
            <a:ahLst/>
            <a:rect l="l" t="t" r="r" b="b"/>
            <a:pathLst>
              <a:path w="123" h="115">
                <a:moveTo>
                  <a:pt x="111" y="0"/>
                </a:moveTo>
                <a:cubicBezTo>
                  <a:pt x="12" y="0"/>
                  <a:pt x="12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88"/>
                  <a:pt x="0" y="88"/>
                  <a:pt x="0" y="88"/>
                </a:cubicBezTo>
                <a:cubicBezTo>
                  <a:pt x="0" y="95"/>
                  <a:pt x="5" y="100"/>
                  <a:pt x="12" y="100"/>
                </a:cubicBezTo>
                <a:cubicBezTo>
                  <a:pt x="50" y="100"/>
                  <a:pt x="50" y="100"/>
                  <a:pt x="50" y="100"/>
                </a:cubicBezTo>
                <a:cubicBezTo>
                  <a:pt x="50" y="104"/>
                  <a:pt x="50" y="104"/>
                  <a:pt x="50" y="104"/>
                </a:cubicBezTo>
                <a:cubicBezTo>
                  <a:pt x="26" y="108"/>
                  <a:pt x="26" y="108"/>
                  <a:pt x="26" y="108"/>
                </a:cubicBezTo>
                <a:cubicBezTo>
                  <a:pt x="24" y="108"/>
                  <a:pt x="23" y="109"/>
                  <a:pt x="23" y="111"/>
                </a:cubicBezTo>
                <a:cubicBezTo>
                  <a:pt x="23" y="113"/>
                  <a:pt x="25" y="115"/>
                  <a:pt x="27" y="115"/>
                </a:cubicBezTo>
                <a:cubicBezTo>
                  <a:pt x="96" y="115"/>
                  <a:pt x="96" y="115"/>
                  <a:pt x="96" y="115"/>
                </a:cubicBezTo>
                <a:cubicBezTo>
                  <a:pt x="98" y="115"/>
                  <a:pt x="100" y="113"/>
                  <a:pt x="100" y="111"/>
                </a:cubicBezTo>
                <a:cubicBezTo>
                  <a:pt x="100" y="109"/>
                  <a:pt x="99" y="108"/>
                  <a:pt x="97" y="108"/>
                </a:cubicBezTo>
                <a:cubicBezTo>
                  <a:pt x="73" y="104"/>
                  <a:pt x="73" y="104"/>
                  <a:pt x="73" y="104"/>
                </a:cubicBezTo>
                <a:cubicBezTo>
                  <a:pt x="73" y="100"/>
                  <a:pt x="73" y="100"/>
                  <a:pt x="73" y="100"/>
                </a:cubicBezTo>
                <a:cubicBezTo>
                  <a:pt x="111" y="100"/>
                  <a:pt x="111" y="100"/>
                  <a:pt x="111" y="100"/>
                </a:cubicBezTo>
                <a:cubicBezTo>
                  <a:pt x="118" y="100"/>
                  <a:pt x="123" y="95"/>
                  <a:pt x="123" y="88"/>
                </a:cubicBezTo>
                <a:cubicBezTo>
                  <a:pt x="123" y="12"/>
                  <a:pt x="123" y="12"/>
                  <a:pt x="123" y="12"/>
                </a:cubicBezTo>
                <a:cubicBezTo>
                  <a:pt x="123" y="5"/>
                  <a:pt x="118" y="0"/>
                  <a:pt x="111" y="0"/>
                </a:cubicBezTo>
                <a:close/>
                <a:moveTo>
                  <a:pt x="115" y="88"/>
                </a:moveTo>
                <a:cubicBezTo>
                  <a:pt x="115" y="90"/>
                  <a:pt x="114" y="92"/>
                  <a:pt x="111" y="92"/>
                </a:cubicBezTo>
                <a:cubicBezTo>
                  <a:pt x="12" y="92"/>
                  <a:pt x="12" y="92"/>
                  <a:pt x="12" y="92"/>
                </a:cubicBezTo>
                <a:cubicBezTo>
                  <a:pt x="10" y="92"/>
                  <a:pt x="8" y="90"/>
                  <a:pt x="8" y="88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9"/>
                  <a:pt x="10" y="8"/>
                  <a:pt x="12" y="8"/>
                </a:cubicBezTo>
                <a:cubicBezTo>
                  <a:pt x="111" y="8"/>
                  <a:pt x="111" y="8"/>
                  <a:pt x="111" y="8"/>
                </a:cubicBezTo>
                <a:cubicBezTo>
                  <a:pt x="114" y="8"/>
                  <a:pt x="115" y="9"/>
                  <a:pt x="115" y="12"/>
                </a:cubicBezTo>
                <a:lnTo>
                  <a:pt x="115" y="88"/>
                </a:lnTo>
                <a:close/>
                <a:moveTo>
                  <a:pt x="104" y="15"/>
                </a:moveTo>
                <a:cubicBezTo>
                  <a:pt x="19" y="15"/>
                  <a:pt x="19" y="15"/>
                  <a:pt x="19" y="15"/>
                </a:cubicBezTo>
                <a:cubicBezTo>
                  <a:pt x="17" y="15"/>
                  <a:pt x="16" y="17"/>
                  <a:pt x="16" y="19"/>
                </a:cubicBezTo>
                <a:cubicBezTo>
                  <a:pt x="16" y="73"/>
                  <a:pt x="16" y="73"/>
                  <a:pt x="16" y="73"/>
                </a:cubicBezTo>
                <a:cubicBezTo>
                  <a:pt x="16" y="75"/>
                  <a:pt x="17" y="77"/>
                  <a:pt x="19" y="77"/>
                </a:cubicBezTo>
                <a:cubicBezTo>
                  <a:pt x="104" y="77"/>
                  <a:pt x="104" y="77"/>
                  <a:pt x="104" y="77"/>
                </a:cubicBezTo>
                <a:cubicBezTo>
                  <a:pt x="106" y="77"/>
                  <a:pt x="108" y="75"/>
                  <a:pt x="108" y="73"/>
                </a:cubicBezTo>
                <a:cubicBezTo>
                  <a:pt x="108" y="19"/>
                  <a:pt x="108" y="19"/>
                  <a:pt x="108" y="19"/>
                </a:cubicBezTo>
                <a:cubicBezTo>
                  <a:pt x="108" y="17"/>
                  <a:pt x="106" y="15"/>
                  <a:pt x="104" y="15"/>
                </a:cubicBezTo>
                <a:close/>
                <a:moveTo>
                  <a:pt x="104" y="73"/>
                </a:moveTo>
                <a:cubicBezTo>
                  <a:pt x="19" y="73"/>
                  <a:pt x="19" y="73"/>
                  <a:pt x="19" y="73"/>
                </a:cubicBezTo>
                <a:cubicBezTo>
                  <a:pt x="19" y="19"/>
                  <a:pt x="19" y="19"/>
                  <a:pt x="19" y="19"/>
                </a:cubicBezTo>
                <a:cubicBezTo>
                  <a:pt x="104" y="19"/>
                  <a:pt x="104" y="19"/>
                  <a:pt x="104" y="19"/>
                </a:cubicBezTo>
                <a:lnTo>
                  <a:pt x="104" y="73"/>
                </a:lnTo>
                <a:close/>
                <a:moveTo>
                  <a:pt x="104" y="73"/>
                </a:moveTo>
                <a:cubicBezTo>
                  <a:pt x="104" y="73"/>
                  <a:pt x="104" y="73"/>
                  <a:pt x="104" y="7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377" name="Group 180" descr=""/>
          <p:cNvPicPr/>
          <p:nvPr/>
        </p:nvPicPr>
        <p:blipFill>
          <a:blip r:embed="rId26"/>
          <a:stretch/>
        </p:blipFill>
        <p:spPr>
          <a:xfrm>
            <a:off x="6284880" y="2687760"/>
            <a:ext cx="401760" cy="379440"/>
          </a:xfrm>
          <a:prstGeom prst="rect">
            <a:avLst/>
          </a:prstGeom>
          <a:ln w="0">
            <a:noFill/>
          </a:ln>
        </p:spPr>
      </p:pic>
      <p:pic>
        <p:nvPicPr>
          <p:cNvPr id="1378" name="Group 179" descr=""/>
          <p:cNvPicPr/>
          <p:nvPr/>
        </p:nvPicPr>
        <p:blipFill>
          <a:blip r:embed="rId27"/>
          <a:stretch/>
        </p:blipFill>
        <p:spPr>
          <a:xfrm>
            <a:off x="7029360" y="2676600"/>
            <a:ext cx="298440" cy="401400"/>
          </a:xfrm>
          <a:prstGeom prst="rect">
            <a:avLst/>
          </a:prstGeom>
          <a:ln w="0">
            <a:noFill/>
          </a:ln>
        </p:spPr>
      </p:pic>
      <p:sp>
        <p:nvSpPr>
          <p:cNvPr id="1379" name="Freeform 143"/>
          <p:cNvSpPr/>
          <p:nvPr/>
        </p:nvSpPr>
        <p:spPr>
          <a:xfrm>
            <a:off x="7662960" y="2744640"/>
            <a:ext cx="399960" cy="263520"/>
          </a:xfrm>
          <a:custGeom>
            <a:avLst/>
            <a:gdLst/>
            <a:ahLst/>
            <a:rect l="l" t="t" r="r" b="b"/>
            <a:pathLst>
              <a:path w="123" h="81">
                <a:moveTo>
                  <a:pt x="107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7"/>
                  <a:pt x="0" y="16"/>
                </a:cubicBezTo>
                <a:cubicBezTo>
                  <a:pt x="0" y="65"/>
                  <a:pt x="0" y="65"/>
                  <a:pt x="0" y="65"/>
                </a:cubicBezTo>
                <a:cubicBezTo>
                  <a:pt x="0" y="74"/>
                  <a:pt x="7" y="81"/>
                  <a:pt x="15" y="81"/>
                </a:cubicBezTo>
                <a:cubicBezTo>
                  <a:pt x="107" y="81"/>
                  <a:pt x="107" y="81"/>
                  <a:pt x="107" y="81"/>
                </a:cubicBezTo>
                <a:cubicBezTo>
                  <a:pt x="116" y="81"/>
                  <a:pt x="123" y="74"/>
                  <a:pt x="123" y="65"/>
                </a:cubicBezTo>
                <a:cubicBezTo>
                  <a:pt x="123" y="16"/>
                  <a:pt x="123" y="16"/>
                  <a:pt x="123" y="16"/>
                </a:cubicBezTo>
                <a:cubicBezTo>
                  <a:pt x="123" y="7"/>
                  <a:pt x="116" y="0"/>
                  <a:pt x="107" y="0"/>
                </a:cubicBezTo>
                <a:close/>
                <a:moveTo>
                  <a:pt x="8" y="20"/>
                </a:moveTo>
                <a:cubicBezTo>
                  <a:pt x="34" y="41"/>
                  <a:pt x="34" y="41"/>
                  <a:pt x="34" y="41"/>
                </a:cubicBezTo>
                <a:cubicBezTo>
                  <a:pt x="8" y="61"/>
                  <a:pt x="8" y="61"/>
                  <a:pt x="8" y="61"/>
                </a:cubicBezTo>
                <a:lnTo>
                  <a:pt x="8" y="20"/>
                </a:lnTo>
                <a:close/>
                <a:moveTo>
                  <a:pt x="115" y="65"/>
                </a:moveTo>
                <a:cubicBezTo>
                  <a:pt x="115" y="70"/>
                  <a:pt x="112" y="73"/>
                  <a:pt x="107" y="73"/>
                </a:cubicBezTo>
                <a:cubicBezTo>
                  <a:pt x="15" y="73"/>
                  <a:pt x="15" y="73"/>
                  <a:pt x="15" y="73"/>
                </a:cubicBezTo>
                <a:cubicBezTo>
                  <a:pt x="11" y="73"/>
                  <a:pt x="8" y="70"/>
                  <a:pt x="8" y="65"/>
                </a:cubicBezTo>
                <a:cubicBezTo>
                  <a:pt x="38" y="43"/>
                  <a:pt x="38" y="43"/>
                  <a:pt x="38" y="43"/>
                </a:cubicBezTo>
                <a:cubicBezTo>
                  <a:pt x="54" y="56"/>
                  <a:pt x="54" y="56"/>
                  <a:pt x="54" y="56"/>
                </a:cubicBezTo>
                <a:cubicBezTo>
                  <a:pt x="56" y="57"/>
                  <a:pt x="59" y="58"/>
                  <a:pt x="61" y="58"/>
                </a:cubicBezTo>
                <a:cubicBezTo>
                  <a:pt x="64" y="58"/>
                  <a:pt x="66" y="57"/>
                  <a:pt x="68" y="56"/>
                </a:cubicBezTo>
                <a:cubicBezTo>
                  <a:pt x="85" y="43"/>
                  <a:pt x="85" y="43"/>
                  <a:pt x="85" y="43"/>
                </a:cubicBezTo>
                <a:lnTo>
                  <a:pt x="115" y="65"/>
                </a:lnTo>
                <a:close/>
                <a:moveTo>
                  <a:pt x="115" y="61"/>
                </a:moveTo>
                <a:cubicBezTo>
                  <a:pt x="88" y="41"/>
                  <a:pt x="88" y="41"/>
                  <a:pt x="88" y="41"/>
                </a:cubicBezTo>
                <a:cubicBezTo>
                  <a:pt x="115" y="20"/>
                  <a:pt x="115" y="20"/>
                  <a:pt x="115" y="20"/>
                </a:cubicBezTo>
                <a:lnTo>
                  <a:pt x="115" y="61"/>
                </a:lnTo>
                <a:close/>
                <a:moveTo>
                  <a:pt x="66" y="52"/>
                </a:moveTo>
                <a:cubicBezTo>
                  <a:pt x="65" y="53"/>
                  <a:pt x="63" y="54"/>
                  <a:pt x="61" y="54"/>
                </a:cubicBezTo>
                <a:cubicBezTo>
                  <a:pt x="60" y="54"/>
                  <a:pt x="58" y="53"/>
                  <a:pt x="57" y="52"/>
                </a:cubicBezTo>
                <a:cubicBezTo>
                  <a:pt x="41" y="41"/>
                  <a:pt x="41" y="41"/>
                  <a:pt x="41" y="41"/>
                </a:cubicBezTo>
                <a:cubicBezTo>
                  <a:pt x="38" y="38"/>
                  <a:pt x="38" y="38"/>
                  <a:pt x="38" y="38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1"/>
                  <a:pt x="11" y="8"/>
                  <a:pt x="15" y="8"/>
                </a:cubicBezTo>
                <a:cubicBezTo>
                  <a:pt x="107" y="8"/>
                  <a:pt x="107" y="8"/>
                  <a:pt x="107" y="8"/>
                </a:cubicBezTo>
                <a:cubicBezTo>
                  <a:pt x="112" y="8"/>
                  <a:pt x="115" y="11"/>
                  <a:pt x="115" y="16"/>
                </a:cubicBezTo>
                <a:lnTo>
                  <a:pt x="66" y="52"/>
                </a:lnTo>
                <a:close/>
                <a:moveTo>
                  <a:pt x="66" y="52"/>
                </a:moveTo>
                <a:cubicBezTo>
                  <a:pt x="66" y="52"/>
                  <a:pt x="66" y="52"/>
                  <a:pt x="66" y="5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80" name="Freeform 144"/>
          <p:cNvSpPr/>
          <p:nvPr/>
        </p:nvSpPr>
        <p:spPr>
          <a:xfrm>
            <a:off x="8400960" y="2671920"/>
            <a:ext cx="409680" cy="401400"/>
          </a:xfrm>
          <a:custGeom>
            <a:avLst/>
            <a:gdLst/>
            <a:ahLst/>
            <a:rect l="l" t="t" r="r" b="b"/>
            <a:pathLst>
              <a:path w="126" h="123">
                <a:moveTo>
                  <a:pt x="112" y="10"/>
                </a:moveTo>
                <a:cubicBezTo>
                  <a:pt x="106" y="4"/>
                  <a:pt x="98" y="0"/>
                  <a:pt x="90" y="0"/>
                </a:cubicBezTo>
                <a:cubicBezTo>
                  <a:pt x="83" y="0"/>
                  <a:pt x="76" y="3"/>
                  <a:pt x="72" y="7"/>
                </a:cubicBezTo>
                <a:cubicBezTo>
                  <a:pt x="53" y="26"/>
                  <a:pt x="53" y="26"/>
                  <a:pt x="53" y="26"/>
                </a:cubicBezTo>
                <a:cubicBezTo>
                  <a:pt x="53" y="26"/>
                  <a:pt x="53" y="26"/>
                  <a:pt x="53" y="26"/>
                </a:cubicBezTo>
                <a:cubicBezTo>
                  <a:pt x="53" y="26"/>
                  <a:pt x="53" y="26"/>
                  <a:pt x="53" y="26"/>
                </a:cubicBezTo>
                <a:cubicBezTo>
                  <a:pt x="53" y="26"/>
                  <a:pt x="53" y="26"/>
                  <a:pt x="53" y="26"/>
                </a:cubicBezTo>
                <a:cubicBezTo>
                  <a:pt x="13" y="66"/>
                  <a:pt x="13" y="66"/>
                  <a:pt x="13" y="66"/>
                </a:cubicBezTo>
                <a:cubicBezTo>
                  <a:pt x="11" y="68"/>
                  <a:pt x="10" y="70"/>
                  <a:pt x="9" y="73"/>
                </a:cubicBezTo>
                <a:cubicBezTo>
                  <a:pt x="0" y="106"/>
                  <a:pt x="0" y="106"/>
                  <a:pt x="0" y="106"/>
                </a:cubicBezTo>
                <a:cubicBezTo>
                  <a:pt x="0" y="106"/>
                  <a:pt x="0" y="108"/>
                  <a:pt x="0" y="110"/>
                </a:cubicBezTo>
                <a:cubicBezTo>
                  <a:pt x="0" y="117"/>
                  <a:pt x="6" y="123"/>
                  <a:pt x="13" y="123"/>
                </a:cubicBezTo>
                <a:cubicBezTo>
                  <a:pt x="15" y="123"/>
                  <a:pt x="17" y="122"/>
                  <a:pt x="18" y="122"/>
                </a:cubicBezTo>
                <a:cubicBezTo>
                  <a:pt x="50" y="114"/>
                  <a:pt x="50" y="114"/>
                  <a:pt x="50" y="114"/>
                </a:cubicBezTo>
                <a:cubicBezTo>
                  <a:pt x="52" y="113"/>
                  <a:pt x="55" y="112"/>
                  <a:pt x="57" y="110"/>
                </a:cubicBezTo>
                <a:cubicBezTo>
                  <a:pt x="115" y="51"/>
                  <a:pt x="115" y="51"/>
                  <a:pt x="115" y="51"/>
                </a:cubicBezTo>
                <a:cubicBezTo>
                  <a:pt x="126" y="40"/>
                  <a:pt x="125" y="22"/>
                  <a:pt x="112" y="10"/>
                </a:cubicBezTo>
                <a:close/>
                <a:moveTo>
                  <a:pt x="61" y="91"/>
                </a:moveTo>
                <a:cubicBezTo>
                  <a:pt x="61" y="88"/>
                  <a:pt x="60" y="85"/>
                  <a:pt x="58" y="81"/>
                </a:cubicBezTo>
                <a:cubicBezTo>
                  <a:pt x="95" y="45"/>
                  <a:pt x="95" y="45"/>
                  <a:pt x="95" y="45"/>
                </a:cubicBezTo>
                <a:cubicBezTo>
                  <a:pt x="97" y="52"/>
                  <a:pt x="96" y="59"/>
                  <a:pt x="91" y="64"/>
                </a:cubicBezTo>
                <a:cubicBezTo>
                  <a:pt x="91" y="64"/>
                  <a:pt x="91" y="64"/>
                  <a:pt x="91" y="64"/>
                </a:cubicBezTo>
                <a:cubicBezTo>
                  <a:pt x="91" y="64"/>
                  <a:pt x="91" y="64"/>
                  <a:pt x="91" y="64"/>
                </a:cubicBezTo>
                <a:cubicBezTo>
                  <a:pt x="61" y="94"/>
                  <a:pt x="61" y="94"/>
                  <a:pt x="61" y="94"/>
                </a:cubicBezTo>
                <a:cubicBezTo>
                  <a:pt x="61" y="93"/>
                  <a:pt x="61" y="92"/>
                  <a:pt x="61" y="91"/>
                </a:cubicBezTo>
                <a:close/>
                <a:moveTo>
                  <a:pt x="56" y="78"/>
                </a:moveTo>
                <a:cubicBezTo>
                  <a:pt x="55" y="76"/>
                  <a:pt x="53" y="73"/>
                  <a:pt x="51" y="71"/>
                </a:cubicBezTo>
                <a:cubicBezTo>
                  <a:pt x="49" y="69"/>
                  <a:pt x="46" y="67"/>
                  <a:pt x="43" y="66"/>
                </a:cubicBezTo>
                <a:cubicBezTo>
                  <a:pt x="80" y="29"/>
                  <a:pt x="80" y="29"/>
                  <a:pt x="80" y="29"/>
                </a:cubicBezTo>
                <a:cubicBezTo>
                  <a:pt x="83" y="30"/>
                  <a:pt x="86" y="32"/>
                  <a:pt x="88" y="34"/>
                </a:cubicBezTo>
                <a:cubicBezTo>
                  <a:pt x="90" y="37"/>
                  <a:pt x="92" y="39"/>
                  <a:pt x="93" y="41"/>
                </a:cubicBezTo>
                <a:lnTo>
                  <a:pt x="56" y="78"/>
                </a:lnTo>
                <a:close/>
                <a:moveTo>
                  <a:pt x="40" y="64"/>
                </a:moveTo>
                <a:cubicBezTo>
                  <a:pt x="36" y="62"/>
                  <a:pt x="33" y="61"/>
                  <a:pt x="29" y="61"/>
                </a:cubicBezTo>
                <a:cubicBezTo>
                  <a:pt x="58" y="32"/>
                  <a:pt x="58" y="32"/>
                  <a:pt x="58" y="32"/>
                </a:cubicBezTo>
                <a:cubicBezTo>
                  <a:pt x="63" y="27"/>
                  <a:pt x="69" y="26"/>
                  <a:pt x="76" y="28"/>
                </a:cubicBezTo>
                <a:lnTo>
                  <a:pt x="40" y="64"/>
                </a:lnTo>
                <a:close/>
                <a:moveTo>
                  <a:pt x="16" y="115"/>
                </a:moveTo>
                <a:cubicBezTo>
                  <a:pt x="15" y="115"/>
                  <a:pt x="14" y="115"/>
                  <a:pt x="13" y="115"/>
                </a:cubicBezTo>
                <a:cubicBezTo>
                  <a:pt x="10" y="115"/>
                  <a:pt x="7" y="113"/>
                  <a:pt x="7" y="110"/>
                </a:cubicBezTo>
                <a:cubicBezTo>
                  <a:pt x="7" y="109"/>
                  <a:pt x="8" y="108"/>
                  <a:pt x="8" y="107"/>
                </a:cubicBezTo>
                <a:cubicBezTo>
                  <a:pt x="12" y="93"/>
                  <a:pt x="12" y="93"/>
                  <a:pt x="12" y="93"/>
                </a:cubicBezTo>
                <a:cubicBezTo>
                  <a:pt x="16" y="93"/>
                  <a:pt x="21" y="94"/>
                  <a:pt x="25" y="98"/>
                </a:cubicBezTo>
                <a:cubicBezTo>
                  <a:pt x="28" y="102"/>
                  <a:pt x="30" y="107"/>
                  <a:pt x="30" y="111"/>
                </a:cubicBezTo>
                <a:lnTo>
                  <a:pt x="16" y="115"/>
                </a:lnTo>
                <a:close/>
                <a:moveTo>
                  <a:pt x="34" y="110"/>
                </a:moveTo>
                <a:cubicBezTo>
                  <a:pt x="34" y="105"/>
                  <a:pt x="31" y="100"/>
                  <a:pt x="27" y="95"/>
                </a:cubicBezTo>
                <a:cubicBezTo>
                  <a:pt x="23" y="91"/>
                  <a:pt x="18" y="89"/>
                  <a:pt x="13" y="89"/>
                </a:cubicBezTo>
                <a:cubicBezTo>
                  <a:pt x="17" y="75"/>
                  <a:pt x="17" y="75"/>
                  <a:pt x="17" y="75"/>
                </a:cubicBezTo>
                <a:cubicBezTo>
                  <a:pt x="17" y="74"/>
                  <a:pt x="17" y="73"/>
                  <a:pt x="18" y="72"/>
                </a:cubicBezTo>
                <a:cubicBezTo>
                  <a:pt x="26" y="67"/>
                  <a:pt x="38" y="68"/>
                  <a:pt x="46" y="77"/>
                </a:cubicBezTo>
                <a:cubicBezTo>
                  <a:pt x="55" y="85"/>
                  <a:pt x="56" y="98"/>
                  <a:pt x="49" y="106"/>
                </a:cubicBezTo>
                <a:cubicBezTo>
                  <a:pt x="49" y="106"/>
                  <a:pt x="48" y="106"/>
                  <a:pt x="48" y="106"/>
                </a:cubicBezTo>
                <a:lnTo>
                  <a:pt x="34" y="110"/>
                </a:lnTo>
                <a:close/>
                <a:moveTo>
                  <a:pt x="110" y="45"/>
                </a:moveTo>
                <a:cubicBezTo>
                  <a:pt x="103" y="52"/>
                  <a:pt x="103" y="52"/>
                  <a:pt x="103" y="52"/>
                </a:cubicBezTo>
                <a:cubicBezTo>
                  <a:pt x="103" y="51"/>
                  <a:pt x="103" y="50"/>
                  <a:pt x="103" y="49"/>
                </a:cubicBezTo>
                <a:cubicBezTo>
                  <a:pt x="103" y="42"/>
                  <a:pt x="99" y="35"/>
                  <a:pt x="93" y="29"/>
                </a:cubicBezTo>
                <a:cubicBezTo>
                  <a:pt x="87" y="23"/>
                  <a:pt x="79" y="19"/>
                  <a:pt x="71" y="19"/>
                </a:cubicBezTo>
                <a:cubicBezTo>
                  <a:pt x="77" y="13"/>
                  <a:pt x="77" y="13"/>
                  <a:pt x="77" y="13"/>
                </a:cubicBezTo>
                <a:cubicBezTo>
                  <a:pt x="80" y="10"/>
                  <a:pt x="85" y="8"/>
                  <a:pt x="90" y="8"/>
                </a:cubicBezTo>
                <a:cubicBezTo>
                  <a:pt x="96" y="8"/>
                  <a:pt x="102" y="11"/>
                  <a:pt x="107" y="16"/>
                </a:cubicBezTo>
                <a:cubicBezTo>
                  <a:pt x="112" y="20"/>
                  <a:pt x="114" y="26"/>
                  <a:pt x="115" y="32"/>
                </a:cubicBezTo>
                <a:cubicBezTo>
                  <a:pt x="115" y="37"/>
                  <a:pt x="113" y="42"/>
                  <a:pt x="110" y="45"/>
                </a:cubicBezTo>
                <a:close/>
                <a:moveTo>
                  <a:pt x="110" y="45"/>
                </a:moveTo>
                <a:cubicBezTo>
                  <a:pt x="110" y="45"/>
                  <a:pt x="110" y="45"/>
                  <a:pt x="110" y="4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381" name="Group 182" descr=""/>
          <p:cNvPicPr/>
          <p:nvPr/>
        </p:nvPicPr>
        <p:blipFill>
          <a:blip r:embed="rId28"/>
          <a:stretch/>
        </p:blipFill>
        <p:spPr>
          <a:xfrm>
            <a:off x="6748560" y="3767040"/>
            <a:ext cx="395280" cy="250920"/>
          </a:xfrm>
          <a:prstGeom prst="rect">
            <a:avLst/>
          </a:prstGeom>
          <a:ln w="0">
            <a:noFill/>
          </a:ln>
        </p:spPr>
      </p:pic>
      <p:pic>
        <p:nvPicPr>
          <p:cNvPr id="1382" name="Group 173" descr=""/>
          <p:cNvPicPr/>
          <p:nvPr/>
        </p:nvPicPr>
        <p:blipFill>
          <a:blip r:embed="rId29"/>
          <a:stretch/>
        </p:blipFill>
        <p:spPr>
          <a:xfrm>
            <a:off x="4638600" y="3730680"/>
            <a:ext cx="403200" cy="323640"/>
          </a:xfrm>
          <a:prstGeom prst="rect">
            <a:avLst/>
          </a:prstGeom>
          <a:ln w="0">
            <a:noFill/>
          </a:ln>
        </p:spPr>
      </p:pic>
      <p:pic>
        <p:nvPicPr>
          <p:cNvPr id="1383" name="Group 156" descr=""/>
          <p:cNvPicPr/>
          <p:nvPr/>
        </p:nvPicPr>
        <p:blipFill>
          <a:blip r:embed="rId30"/>
          <a:stretch/>
        </p:blipFill>
        <p:spPr>
          <a:xfrm>
            <a:off x="463680" y="3718080"/>
            <a:ext cx="395280" cy="353880"/>
          </a:xfrm>
          <a:prstGeom prst="rect">
            <a:avLst/>
          </a:prstGeom>
          <a:ln w="0">
            <a:noFill/>
          </a:ln>
        </p:spPr>
      </p:pic>
      <p:sp>
        <p:nvSpPr>
          <p:cNvPr id="1384" name="Freeform 152"/>
          <p:cNvSpPr/>
          <p:nvPr/>
        </p:nvSpPr>
        <p:spPr>
          <a:xfrm>
            <a:off x="1155600" y="3736800"/>
            <a:ext cx="409680" cy="314640"/>
          </a:xfrm>
          <a:custGeom>
            <a:avLst/>
            <a:gdLst/>
            <a:ahLst/>
            <a:rect l="l" t="t" r="r" b="b"/>
            <a:pathLst>
              <a:path w="126" h="96">
                <a:moveTo>
                  <a:pt x="120" y="9"/>
                </a:moveTo>
                <a:cubicBezTo>
                  <a:pt x="119" y="6"/>
                  <a:pt x="116" y="4"/>
                  <a:pt x="113" y="3"/>
                </a:cubicBezTo>
                <a:cubicBezTo>
                  <a:pt x="97" y="1"/>
                  <a:pt x="80" y="0"/>
                  <a:pt x="63" y="0"/>
                </a:cubicBezTo>
                <a:cubicBezTo>
                  <a:pt x="46" y="0"/>
                  <a:pt x="29" y="1"/>
                  <a:pt x="12" y="3"/>
                </a:cubicBezTo>
                <a:cubicBezTo>
                  <a:pt x="9" y="4"/>
                  <a:pt x="7" y="6"/>
                  <a:pt x="6" y="9"/>
                </a:cubicBezTo>
                <a:cubicBezTo>
                  <a:pt x="0" y="34"/>
                  <a:pt x="0" y="59"/>
                  <a:pt x="6" y="84"/>
                </a:cubicBezTo>
                <a:cubicBezTo>
                  <a:pt x="7" y="87"/>
                  <a:pt x="9" y="89"/>
                  <a:pt x="12" y="89"/>
                </a:cubicBezTo>
                <a:cubicBezTo>
                  <a:pt x="21" y="90"/>
                  <a:pt x="29" y="91"/>
                  <a:pt x="37" y="92"/>
                </a:cubicBezTo>
                <a:cubicBezTo>
                  <a:pt x="36" y="92"/>
                  <a:pt x="36" y="92"/>
                  <a:pt x="36" y="92"/>
                </a:cubicBezTo>
                <a:cubicBezTo>
                  <a:pt x="36" y="95"/>
                  <a:pt x="48" y="96"/>
                  <a:pt x="63" y="96"/>
                </a:cubicBezTo>
                <a:cubicBezTo>
                  <a:pt x="78" y="96"/>
                  <a:pt x="90" y="95"/>
                  <a:pt x="90" y="92"/>
                </a:cubicBezTo>
                <a:cubicBezTo>
                  <a:pt x="90" y="92"/>
                  <a:pt x="89" y="92"/>
                  <a:pt x="89" y="92"/>
                </a:cubicBezTo>
                <a:cubicBezTo>
                  <a:pt x="97" y="91"/>
                  <a:pt x="105" y="90"/>
                  <a:pt x="113" y="89"/>
                </a:cubicBezTo>
                <a:cubicBezTo>
                  <a:pt x="116" y="89"/>
                  <a:pt x="119" y="87"/>
                  <a:pt x="120" y="84"/>
                </a:cubicBezTo>
                <a:cubicBezTo>
                  <a:pt x="126" y="59"/>
                  <a:pt x="126" y="34"/>
                  <a:pt x="120" y="9"/>
                </a:cubicBezTo>
                <a:close/>
                <a:moveTo>
                  <a:pt x="112" y="82"/>
                </a:moveTo>
                <a:cubicBezTo>
                  <a:pt x="79" y="86"/>
                  <a:pt x="46" y="86"/>
                  <a:pt x="13" y="82"/>
                </a:cubicBezTo>
                <a:cubicBezTo>
                  <a:pt x="8" y="58"/>
                  <a:pt x="8" y="35"/>
                  <a:pt x="13" y="11"/>
                </a:cubicBezTo>
                <a:cubicBezTo>
                  <a:pt x="46" y="7"/>
                  <a:pt x="79" y="7"/>
                  <a:pt x="112" y="11"/>
                </a:cubicBezTo>
                <a:cubicBezTo>
                  <a:pt x="118" y="35"/>
                  <a:pt x="118" y="58"/>
                  <a:pt x="112" y="82"/>
                </a:cubicBezTo>
                <a:close/>
                <a:moveTo>
                  <a:pt x="55" y="32"/>
                </a:moveTo>
                <a:cubicBezTo>
                  <a:pt x="55" y="33"/>
                  <a:pt x="54" y="34"/>
                  <a:pt x="53" y="34"/>
                </a:cubicBezTo>
                <a:cubicBezTo>
                  <a:pt x="39" y="35"/>
                  <a:pt x="39" y="35"/>
                  <a:pt x="39" y="35"/>
                </a:cubicBezTo>
                <a:cubicBezTo>
                  <a:pt x="38" y="35"/>
                  <a:pt x="37" y="36"/>
                  <a:pt x="37" y="37"/>
                </a:cubicBezTo>
                <a:cubicBezTo>
                  <a:pt x="36" y="45"/>
                  <a:pt x="36" y="45"/>
                  <a:pt x="36" y="45"/>
                </a:cubicBezTo>
                <a:cubicBezTo>
                  <a:pt x="36" y="46"/>
                  <a:pt x="35" y="46"/>
                  <a:pt x="34" y="46"/>
                </a:cubicBezTo>
                <a:cubicBezTo>
                  <a:pt x="33" y="46"/>
                  <a:pt x="32" y="46"/>
                  <a:pt x="32" y="45"/>
                </a:cubicBezTo>
                <a:cubicBezTo>
                  <a:pt x="34" y="34"/>
                  <a:pt x="34" y="34"/>
                  <a:pt x="34" y="34"/>
                </a:cubicBezTo>
                <a:cubicBezTo>
                  <a:pt x="34" y="33"/>
                  <a:pt x="35" y="32"/>
                  <a:pt x="36" y="32"/>
                </a:cubicBezTo>
                <a:cubicBezTo>
                  <a:pt x="53" y="30"/>
                  <a:pt x="53" y="30"/>
                  <a:pt x="53" y="30"/>
                </a:cubicBezTo>
                <a:cubicBezTo>
                  <a:pt x="54" y="30"/>
                  <a:pt x="55" y="31"/>
                  <a:pt x="55" y="32"/>
                </a:cubicBezTo>
                <a:close/>
                <a:moveTo>
                  <a:pt x="103" y="31"/>
                </a:moveTo>
                <a:cubicBezTo>
                  <a:pt x="106" y="31"/>
                  <a:pt x="109" y="29"/>
                  <a:pt x="109" y="25"/>
                </a:cubicBezTo>
                <a:cubicBezTo>
                  <a:pt x="109" y="22"/>
                  <a:pt x="106" y="20"/>
                  <a:pt x="103" y="20"/>
                </a:cubicBezTo>
                <a:cubicBezTo>
                  <a:pt x="100" y="20"/>
                  <a:pt x="97" y="22"/>
                  <a:pt x="97" y="25"/>
                </a:cubicBezTo>
                <a:cubicBezTo>
                  <a:pt x="97" y="29"/>
                  <a:pt x="100" y="31"/>
                  <a:pt x="103" y="31"/>
                </a:cubicBezTo>
                <a:close/>
                <a:moveTo>
                  <a:pt x="103" y="23"/>
                </a:moveTo>
                <a:cubicBezTo>
                  <a:pt x="104" y="23"/>
                  <a:pt x="105" y="24"/>
                  <a:pt x="105" y="25"/>
                </a:cubicBezTo>
                <a:cubicBezTo>
                  <a:pt x="105" y="26"/>
                  <a:pt x="104" y="27"/>
                  <a:pt x="103" y="27"/>
                </a:cubicBezTo>
                <a:cubicBezTo>
                  <a:pt x="102" y="27"/>
                  <a:pt x="101" y="26"/>
                  <a:pt x="101" y="25"/>
                </a:cubicBezTo>
                <a:cubicBezTo>
                  <a:pt x="101" y="24"/>
                  <a:pt x="102" y="23"/>
                  <a:pt x="103" y="23"/>
                </a:cubicBezTo>
                <a:close/>
                <a:moveTo>
                  <a:pt x="113" y="60"/>
                </a:moveTo>
                <a:cubicBezTo>
                  <a:pt x="113" y="61"/>
                  <a:pt x="112" y="62"/>
                  <a:pt x="111" y="62"/>
                </a:cubicBezTo>
                <a:cubicBezTo>
                  <a:pt x="99" y="62"/>
                  <a:pt x="99" y="62"/>
                  <a:pt x="99" y="62"/>
                </a:cubicBezTo>
                <a:cubicBezTo>
                  <a:pt x="98" y="62"/>
                  <a:pt x="97" y="61"/>
                  <a:pt x="97" y="60"/>
                </a:cubicBezTo>
                <a:cubicBezTo>
                  <a:pt x="97" y="59"/>
                  <a:pt x="98" y="58"/>
                  <a:pt x="99" y="58"/>
                </a:cubicBezTo>
                <a:cubicBezTo>
                  <a:pt x="111" y="58"/>
                  <a:pt x="111" y="58"/>
                  <a:pt x="111" y="58"/>
                </a:cubicBezTo>
                <a:cubicBezTo>
                  <a:pt x="112" y="58"/>
                  <a:pt x="113" y="59"/>
                  <a:pt x="113" y="60"/>
                </a:cubicBezTo>
                <a:close/>
                <a:moveTo>
                  <a:pt x="113" y="48"/>
                </a:moveTo>
                <a:cubicBezTo>
                  <a:pt x="113" y="49"/>
                  <a:pt x="112" y="50"/>
                  <a:pt x="111" y="50"/>
                </a:cubicBezTo>
                <a:cubicBezTo>
                  <a:pt x="99" y="50"/>
                  <a:pt x="99" y="50"/>
                  <a:pt x="99" y="50"/>
                </a:cubicBezTo>
                <a:cubicBezTo>
                  <a:pt x="98" y="50"/>
                  <a:pt x="97" y="49"/>
                  <a:pt x="97" y="48"/>
                </a:cubicBezTo>
                <a:cubicBezTo>
                  <a:pt x="97" y="47"/>
                  <a:pt x="98" y="46"/>
                  <a:pt x="99" y="46"/>
                </a:cubicBezTo>
                <a:cubicBezTo>
                  <a:pt x="111" y="46"/>
                  <a:pt x="111" y="46"/>
                  <a:pt x="111" y="46"/>
                </a:cubicBezTo>
                <a:cubicBezTo>
                  <a:pt x="112" y="46"/>
                  <a:pt x="113" y="47"/>
                  <a:pt x="113" y="48"/>
                </a:cubicBezTo>
                <a:close/>
                <a:moveTo>
                  <a:pt x="109" y="71"/>
                </a:moveTo>
                <a:cubicBezTo>
                  <a:pt x="109" y="72"/>
                  <a:pt x="108" y="73"/>
                  <a:pt x="107" y="73"/>
                </a:cubicBezTo>
                <a:cubicBezTo>
                  <a:pt x="96" y="73"/>
                  <a:pt x="96" y="73"/>
                  <a:pt x="96" y="73"/>
                </a:cubicBezTo>
                <a:cubicBezTo>
                  <a:pt x="94" y="73"/>
                  <a:pt x="94" y="72"/>
                  <a:pt x="94" y="71"/>
                </a:cubicBezTo>
                <a:cubicBezTo>
                  <a:pt x="94" y="70"/>
                  <a:pt x="94" y="69"/>
                  <a:pt x="96" y="69"/>
                </a:cubicBezTo>
                <a:cubicBezTo>
                  <a:pt x="107" y="69"/>
                  <a:pt x="107" y="69"/>
                  <a:pt x="107" y="69"/>
                </a:cubicBezTo>
                <a:cubicBezTo>
                  <a:pt x="108" y="69"/>
                  <a:pt x="109" y="70"/>
                  <a:pt x="109" y="71"/>
                </a:cubicBezTo>
                <a:close/>
                <a:moveTo>
                  <a:pt x="87" y="18"/>
                </a:moveTo>
                <a:cubicBezTo>
                  <a:pt x="76" y="16"/>
                  <a:pt x="66" y="15"/>
                  <a:pt x="55" y="15"/>
                </a:cubicBezTo>
                <a:cubicBezTo>
                  <a:pt x="45" y="15"/>
                  <a:pt x="34" y="16"/>
                  <a:pt x="24" y="18"/>
                </a:cubicBezTo>
                <a:cubicBezTo>
                  <a:pt x="23" y="18"/>
                  <a:pt x="21" y="19"/>
                  <a:pt x="21" y="21"/>
                </a:cubicBezTo>
                <a:cubicBezTo>
                  <a:pt x="16" y="37"/>
                  <a:pt x="16" y="55"/>
                  <a:pt x="21" y="71"/>
                </a:cubicBezTo>
                <a:cubicBezTo>
                  <a:pt x="21" y="73"/>
                  <a:pt x="23" y="74"/>
                  <a:pt x="24" y="74"/>
                </a:cubicBezTo>
                <a:cubicBezTo>
                  <a:pt x="34" y="76"/>
                  <a:pt x="45" y="77"/>
                  <a:pt x="55" y="77"/>
                </a:cubicBezTo>
                <a:cubicBezTo>
                  <a:pt x="66" y="77"/>
                  <a:pt x="76" y="76"/>
                  <a:pt x="87" y="74"/>
                </a:cubicBezTo>
                <a:cubicBezTo>
                  <a:pt x="88" y="74"/>
                  <a:pt x="89" y="73"/>
                  <a:pt x="89" y="71"/>
                </a:cubicBezTo>
                <a:cubicBezTo>
                  <a:pt x="95" y="55"/>
                  <a:pt x="95" y="37"/>
                  <a:pt x="89" y="21"/>
                </a:cubicBezTo>
                <a:cubicBezTo>
                  <a:pt x="89" y="19"/>
                  <a:pt x="88" y="18"/>
                  <a:pt x="87" y="18"/>
                </a:cubicBezTo>
                <a:close/>
                <a:moveTo>
                  <a:pt x="86" y="70"/>
                </a:moveTo>
                <a:cubicBezTo>
                  <a:pt x="65" y="74"/>
                  <a:pt x="45" y="74"/>
                  <a:pt x="25" y="70"/>
                </a:cubicBezTo>
                <a:cubicBezTo>
                  <a:pt x="19" y="54"/>
                  <a:pt x="19" y="38"/>
                  <a:pt x="25" y="22"/>
                </a:cubicBezTo>
                <a:cubicBezTo>
                  <a:pt x="45" y="18"/>
                  <a:pt x="65" y="18"/>
                  <a:pt x="86" y="22"/>
                </a:cubicBezTo>
                <a:cubicBezTo>
                  <a:pt x="91" y="38"/>
                  <a:pt x="91" y="54"/>
                  <a:pt x="86" y="70"/>
                </a:cubicBezTo>
                <a:close/>
                <a:moveTo>
                  <a:pt x="86" y="70"/>
                </a:moveTo>
                <a:cubicBezTo>
                  <a:pt x="86" y="70"/>
                  <a:pt x="86" y="70"/>
                  <a:pt x="86" y="7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85" name="Freeform 153"/>
          <p:cNvSpPr/>
          <p:nvPr/>
        </p:nvSpPr>
        <p:spPr>
          <a:xfrm>
            <a:off x="1859040" y="3701880"/>
            <a:ext cx="384120" cy="389160"/>
          </a:xfrm>
          <a:custGeom>
            <a:avLst/>
            <a:gdLst/>
            <a:ahLst/>
            <a:rect l="l" t="t" r="r" b="b"/>
            <a:pathLst>
              <a:path w="118" h="119">
                <a:moveTo>
                  <a:pt x="59" y="0"/>
                </a:moveTo>
                <a:cubicBezTo>
                  <a:pt x="26" y="0"/>
                  <a:pt x="0" y="27"/>
                  <a:pt x="0" y="59"/>
                </a:cubicBezTo>
                <a:cubicBezTo>
                  <a:pt x="0" y="92"/>
                  <a:pt x="26" y="119"/>
                  <a:pt x="59" y="119"/>
                </a:cubicBezTo>
                <a:cubicBezTo>
                  <a:pt x="92" y="119"/>
                  <a:pt x="118" y="92"/>
                  <a:pt x="118" y="59"/>
                </a:cubicBezTo>
                <a:cubicBezTo>
                  <a:pt x="118" y="27"/>
                  <a:pt x="92" y="0"/>
                  <a:pt x="59" y="0"/>
                </a:cubicBezTo>
                <a:close/>
                <a:moveTo>
                  <a:pt x="111" y="57"/>
                </a:moveTo>
                <a:cubicBezTo>
                  <a:pt x="88" y="57"/>
                  <a:pt x="88" y="57"/>
                  <a:pt x="88" y="57"/>
                </a:cubicBezTo>
                <a:cubicBezTo>
                  <a:pt x="87" y="49"/>
                  <a:pt x="86" y="41"/>
                  <a:pt x="83" y="33"/>
                </a:cubicBezTo>
                <a:cubicBezTo>
                  <a:pt x="88" y="31"/>
                  <a:pt x="93" y="28"/>
                  <a:pt x="98" y="25"/>
                </a:cubicBezTo>
                <a:cubicBezTo>
                  <a:pt x="105" y="34"/>
                  <a:pt x="110" y="45"/>
                  <a:pt x="111" y="57"/>
                </a:cubicBezTo>
                <a:close/>
                <a:moveTo>
                  <a:pt x="57" y="111"/>
                </a:moveTo>
                <a:cubicBezTo>
                  <a:pt x="50" y="106"/>
                  <a:pt x="45" y="99"/>
                  <a:pt x="41" y="91"/>
                </a:cubicBezTo>
                <a:cubicBezTo>
                  <a:pt x="46" y="89"/>
                  <a:pt x="52" y="88"/>
                  <a:pt x="57" y="88"/>
                </a:cubicBezTo>
                <a:cubicBezTo>
                  <a:pt x="57" y="111"/>
                  <a:pt x="57" y="111"/>
                  <a:pt x="57" y="111"/>
                </a:cubicBezTo>
                <a:cubicBezTo>
                  <a:pt x="57" y="111"/>
                  <a:pt x="57" y="111"/>
                  <a:pt x="57" y="111"/>
                </a:cubicBezTo>
                <a:close/>
                <a:moveTo>
                  <a:pt x="61" y="8"/>
                </a:moveTo>
                <a:cubicBezTo>
                  <a:pt x="68" y="14"/>
                  <a:pt x="74" y="22"/>
                  <a:pt x="78" y="31"/>
                </a:cubicBezTo>
                <a:cubicBezTo>
                  <a:pt x="73" y="33"/>
                  <a:pt x="67" y="34"/>
                  <a:pt x="61" y="34"/>
                </a:cubicBezTo>
                <a:cubicBezTo>
                  <a:pt x="61" y="8"/>
                  <a:pt x="61" y="8"/>
                  <a:pt x="61" y="8"/>
                </a:cubicBezTo>
                <a:cubicBezTo>
                  <a:pt x="61" y="8"/>
                  <a:pt x="61" y="8"/>
                  <a:pt x="61" y="8"/>
                </a:cubicBezTo>
                <a:close/>
                <a:moveTo>
                  <a:pt x="67" y="8"/>
                </a:moveTo>
                <a:cubicBezTo>
                  <a:pt x="78" y="10"/>
                  <a:pt x="88" y="15"/>
                  <a:pt x="95" y="22"/>
                </a:cubicBezTo>
                <a:cubicBezTo>
                  <a:pt x="91" y="25"/>
                  <a:pt x="87" y="28"/>
                  <a:pt x="82" y="30"/>
                </a:cubicBezTo>
                <a:cubicBezTo>
                  <a:pt x="78" y="22"/>
                  <a:pt x="73" y="14"/>
                  <a:pt x="67" y="8"/>
                </a:cubicBezTo>
                <a:close/>
                <a:moveTo>
                  <a:pt x="57" y="8"/>
                </a:moveTo>
                <a:cubicBezTo>
                  <a:pt x="57" y="34"/>
                  <a:pt x="57" y="34"/>
                  <a:pt x="57" y="34"/>
                </a:cubicBezTo>
                <a:cubicBezTo>
                  <a:pt x="51" y="34"/>
                  <a:pt x="45" y="33"/>
                  <a:pt x="40" y="31"/>
                </a:cubicBezTo>
                <a:cubicBezTo>
                  <a:pt x="44" y="22"/>
                  <a:pt x="50" y="14"/>
                  <a:pt x="57" y="8"/>
                </a:cubicBezTo>
                <a:cubicBezTo>
                  <a:pt x="57" y="8"/>
                  <a:pt x="57" y="8"/>
                  <a:pt x="57" y="8"/>
                </a:cubicBezTo>
                <a:close/>
                <a:moveTo>
                  <a:pt x="36" y="30"/>
                </a:moveTo>
                <a:cubicBezTo>
                  <a:pt x="31" y="28"/>
                  <a:pt x="27" y="25"/>
                  <a:pt x="23" y="22"/>
                </a:cubicBezTo>
                <a:cubicBezTo>
                  <a:pt x="30" y="15"/>
                  <a:pt x="40" y="10"/>
                  <a:pt x="50" y="8"/>
                </a:cubicBezTo>
                <a:cubicBezTo>
                  <a:pt x="45" y="14"/>
                  <a:pt x="40" y="22"/>
                  <a:pt x="36" y="30"/>
                </a:cubicBezTo>
                <a:close/>
                <a:moveTo>
                  <a:pt x="38" y="35"/>
                </a:moveTo>
                <a:cubicBezTo>
                  <a:pt x="44" y="37"/>
                  <a:pt x="50" y="38"/>
                  <a:pt x="57" y="38"/>
                </a:cubicBezTo>
                <a:cubicBezTo>
                  <a:pt x="57" y="57"/>
                  <a:pt x="57" y="57"/>
                  <a:pt x="57" y="57"/>
                </a:cubicBezTo>
                <a:cubicBezTo>
                  <a:pt x="34" y="57"/>
                  <a:pt x="34" y="57"/>
                  <a:pt x="34" y="57"/>
                </a:cubicBezTo>
                <a:cubicBezTo>
                  <a:pt x="34" y="49"/>
                  <a:pt x="36" y="42"/>
                  <a:pt x="38" y="35"/>
                </a:cubicBezTo>
                <a:close/>
                <a:moveTo>
                  <a:pt x="57" y="61"/>
                </a:moveTo>
                <a:cubicBezTo>
                  <a:pt x="57" y="84"/>
                  <a:pt x="57" y="84"/>
                  <a:pt x="57" y="84"/>
                </a:cubicBezTo>
                <a:cubicBezTo>
                  <a:pt x="51" y="85"/>
                  <a:pt x="45" y="86"/>
                  <a:pt x="40" y="87"/>
                </a:cubicBezTo>
                <a:cubicBezTo>
                  <a:pt x="36" y="79"/>
                  <a:pt x="34" y="71"/>
                  <a:pt x="34" y="61"/>
                </a:cubicBezTo>
                <a:lnTo>
                  <a:pt x="57" y="61"/>
                </a:lnTo>
                <a:close/>
                <a:moveTo>
                  <a:pt x="50" y="110"/>
                </a:moveTo>
                <a:cubicBezTo>
                  <a:pt x="41" y="109"/>
                  <a:pt x="32" y="105"/>
                  <a:pt x="25" y="99"/>
                </a:cubicBezTo>
                <a:cubicBezTo>
                  <a:pt x="29" y="96"/>
                  <a:pt x="33" y="94"/>
                  <a:pt x="38" y="92"/>
                </a:cubicBezTo>
                <a:cubicBezTo>
                  <a:pt x="41" y="99"/>
                  <a:pt x="45" y="105"/>
                  <a:pt x="50" y="110"/>
                </a:cubicBezTo>
                <a:close/>
                <a:moveTo>
                  <a:pt x="61" y="111"/>
                </a:moveTo>
                <a:cubicBezTo>
                  <a:pt x="61" y="88"/>
                  <a:pt x="61" y="88"/>
                  <a:pt x="61" y="88"/>
                </a:cubicBezTo>
                <a:cubicBezTo>
                  <a:pt x="66" y="88"/>
                  <a:pt x="72" y="89"/>
                  <a:pt x="77" y="91"/>
                </a:cubicBezTo>
                <a:cubicBezTo>
                  <a:pt x="73" y="99"/>
                  <a:pt x="67" y="106"/>
                  <a:pt x="61" y="111"/>
                </a:cubicBezTo>
                <a:cubicBezTo>
                  <a:pt x="61" y="111"/>
                  <a:pt x="61" y="111"/>
                  <a:pt x="61" y="111"/>
                </a:cubicBezTo>
                <a:close/>
                <a:moveTo>
                  <a:pt x="80" y="92"/>
                </a:moveTo>
                <a:cubicBezTo>
                  <a:pt x="85" y="94"/>
                  <a:pt x="89" y="96"/>
                  <a:pt x="93" y="99"/>
                </a:cubicBezTo>
                <a:cubicBezTo>
                  <a:pt x="86" y="105"/>
                  <a:pt x="77" y="109"/>
                  <a:pt x="67" y="110"/>
                </a:cubicBezTo>
                <a:cubicBezTo>
                  <a:pt x="73" y="105"/>
                  <a:pt x="77" y="99"/>
                  <a:pt x="80" y="92"/>
                </a:cubicBezTo>
                <a:close/>
                <a:moveTo>
                  <a:pt x="78" y="87"/>
                </a:moveTo>
                <a:cubicBezTo>
                  <a:pt x="73" y="86"/>
                  <a:pt x="67" y="85"/>
                  <a:pt x="61" y="84"/>
                </a:cubicBezTo>
                <a:cubicBezTo>
                  <a:pt x="61" y="61"/>
                  <a:pt x="61" y="61"/>
                  <a:pt x="61" y="61"/>
                </a:cubicBezTo>
                <a:cubicBezTo>
                  <a:pt x="84" y="61"/>
                  <a:pt x="84" y="61"/>
                  <a:pt x="84" y="61"/>
                </a:cubicBezTo>
                <a:cubicBezTo>
                  <a:pt x="84" y="71"/>
                  <a:pt x="82" y="79"/>
                  <a:pt x="78" y="87"/>
                </a:cubicBezTo>
                <a:close/>
                <a:moveTo>
                  <a:pt x="61" y="57"/>
                </a:moveTo>
                <a:cubicBezTo>
                  <a:pt x="61" y="38"/>
                  <a:pt x="61" y="38"/>
                  <a:pt x="61" y="38"/>
                </a:cubicBezTo>
                <a:cubicBezTo>
                  <a:pt x="67" y="38"/>
                  <a:pt x="74" y="37"/>
                  <a:pt x="80" y="35"/>
                </a:cubicBezTo>
                <a:cubicBezTo>
                  <a:pt x="82" y="42"/>
                  <a:pt x="84" y="49"/>
                  <a:pt x="84" y="57"/>
                </a:cubicBezTo>
                <a:lnTo>
                  <a:pt x="61" y="57"/>
                </a:lnTo>
                <a:close/>
                <a:moveTo>
                  <a:pt x="20" y="25"/>
                </a:moveTo>
                <a:cubicBezTo>
                  <a:pt x="25" y="28"/>
                  <a:pt x="30" y="31"/>
                  <a:pt x="35" y="33"/>
                </a:cubicBezTo>
                <a:cubicBezTo>
                  <a:pt x="32" y="41"/>
                  <a:pt x="30" y="49"/>
                  <a:pt x="30" y="57"/>
                </a:cubicBezTo>
                <a:cubicBezTo>
                  <a:pt x="7" y="57"/>
                  <a:pt x="7" y="57"/>
                  <a:pt x="7" y="57"/>
                </a:cubicBezTo>
                <a:cubicBezTo>
                  <a:pt x="8" y="45"/>
                  <a:pt x="13" y="34"/>
                  <a:pt x="20" y="25"/>
                </a:cubicBezTo>
                <a:close/>
                <a:moveTo>
                  <a:pt x="7" y="61"/>
                </a:moveTo>
                <a:cubicBezTo>
                  <a:pt x="30" y="61"/>
                  <a:pt x="30" y="61"/>
                  <a:pt x="30" y="61"/>
                </a:cubicBezTo>
                <a:cubicBezTo>
                  <a:pt x="31" y="71"/>
                  <a:pt x="33" y="80"/>
                  <a:pt x="36" y="89"/>
                </a:cubicBezTo>
                <a:cubicBezTo>
                  <a:pt x="31" y="91"/>
                  <a:pt x="27" y="93"/>
                  <a:pt x="22" y="96"/>
                </a:cubicBezTo>
                <a:cubicBezTo>
                  <a:pt x="13" y="87"/>
                  <a:pt x="8" y="75"/>
                  <a:pt x="7" y="61"/>
                </a:cubicBezTo>
                <a:close/>
                <a:moveTo>
                  <a:pt x="95" y="96"/>
                </a:moveTo>
                <a:cubicBezTo>
                  <a:pt x="91" y="93"/>
                  <a:pt x="87" y="91"/>
                  <a:pt x="82" y="89"/>
                </a:cubicBezTo>
                <a:cubicBezTo>
                  <a:pt x="85" y="80"/>
                  <a:pt x="87" y="71"/>
                  <a:pt x="88" y="61"/>
                </a:cubicBezTo>
                <a:cubicBezTo>
                  <a:pt x="111" y="61"/>
                  <a:pt x="111" y="61"/>
                  <a:pt x="111" y="61"/>
                </a:cubicBezTo>
                <a:cubicBezTo>
                  <a:pt x="110" y="75"/>
                  <a:pt x="104" y="87"/>
                  <a:pt x="95" y="96"/>
                </a:cubicBezTo>
                <a:close/>
                <a:moveTo>
                  <a:pt x="95" y="96"/>
                </a:moveTo>
                <a:cubicBezTo>
                  <a:pt x="95" y="96"/>
                  <a:pt x="95" y="96"/>
                  <a:pt x="95" y="9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Freeform 5"/>
          <p:cNvSpPr/>
          <p:nvPr/>
        </p:nvSpPr>
        <p:spPr>
          <a:xfrm>
            <a:off x="76320" y="455760"/>
            <a:ext cx="188640" cy="188640"/>
          </a:xfrm>
          <a:custGeom>
            <a:avLst/>
            <a:gdLst/>
            <a:ahLst/>
            <a:rect l="l" t="t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27" y="8"/>
                </a:moveTo>
                <a:cubicBezTo>
                  <a:pt x="16" y="8"/>
                  <a:pt x="8" y="16"/>
                  <a:pt x="8" y="27"/>
                </a:cubicBezTo>
                <a:cubicBezTo>
                  <a:pt x="8" y="38"/>
                  <a:pt x="16" y="47"/>
                  <a:pt x="27" y="47"/>
                </a:cubicBezTo>
                <a:lnTo>
                  <a:pt x="27" y="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87" name="Freeform 6"/>
          <p:cNvSpPr/>
          <p:nvPr/>
        </p:nvSpPr>
        <p:spPr>
          <a:xfrm>
            <a:off x="495360" y="455760"/>
            <a:ext cx="218880" cy="171360"/>
          </a:xfrm>
          <a:custGeom>
            <a:avLst/>
            <a:gdLst/>
            <a:ahLst/>
            <a:rect l="l" t="t" r="r" b="b"/>
            <a:pathLst>
              <a:path w="64" h="50">
                <a:moveTo>
                  <a:pt x="64" y="48"/>
                </a:moveTo>
                <a:cubicBezTo>
                  <a:pt x="64" y="49"/>
                  <a:pt x="63" y="50"/>
                  <a:pt x="61" y="50"/>
                </a:cubicBezTo>
                <a:cubicBezTo>
                  <a:pt x="2" y="50"/>
                  <a:pt x="2" y="50"/>
                  <a:pt x="2" y="50"/>
                </a:cubicBezTo>
                <a:cubicBezTo>
                  <a:pt x="1" y="50"/>
                  <a:pt x="0" y="49"/>
                  <a:pt x="0" y="48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2"/>
                  <a:pt x="1" y="41"/>
                  <a:pt x="2" y="41"/>
                </a:cubicBezTo>
                <a:cubicBezTo>
                  <a:pt x="61" y="41"/>
                  <a:pt x="61" y="41"/>
                  <a:pt x="61" y="41"/>
                </a:cubicBezTo>
                <a:cubicBezTo>
                  <a:pt x="63" y="41"/>
                  <a:pt x="64" y="42"/>
                  <a:pt x="64" y="43"/>
                </a:cubicBezTo>
                <a:lnTo>
                  <a:pt x="64" y="48"/>
                </a:lnTo>
                <a:close/>
                <a:moveTo>
                  <a:pt x="59" y="20"/>
                </a:moveTo>
                <a:cubicBezTo>
                  <a:pt x="59" y="22"/>
                  <a:pt x="58" y="23"/>
                  <a:pt x="57" y="23"/>
                </a:cubicBezTo>
                <a:cubicBezTo>
                  <a:pt x="7" y="23"/>
                  <a:pt x="7" y="23"/>
                  <a:pt x="7" y="23"/>
                </a:cubicBezTo>
                <a:cubicBezTo>
                  <a:pt x="5" y="23"/>
                  <a:pt x="4" y="22"/>
                  <a:pt x="4" y="20"/>
                </a:cubicBezTo>
                <a:cubicBezTo>
                  <a:pt x="4" y="16"/>
                  <a:pt x="4" y="16"/>
                  <a:pt x="4" y="16"/>
                </a:cubicBezTo>
                <a:cubicBezTo>
                  <a:pt x="4" y="14"/>
                  <a:pt x="5" y="13"/>
                  <a:pt x="7" y="13"/>
                </a:cubicBezTo>
                <a:cubicBezTo>
                  <a:pt x="57" y="13"/>
                  <a:pt x="57" y="13"/>
                  <a:pt x="57" y="13"/>
                </a:cubicBezTo>
                <a:cubicBezTo>
                  <a:pt x="58" y="13"/>
                  <a:pt x="59" y="14"/>
                  <a:pt x="59" y="16"/>
                </a:cubicBezTo>
                <a:lnTo>
                  <a:pt x="59" y="20"/>
                </a:lnTo>
                <a:close/>
                <a:moveTo>
                  <a:pt x="50" y="34"/>
                </a:moveTo>
                <a:cubicBezTo>
                  <a:pt x="50" y="35"/>
                  <a:pt x="49" y="36"/>
                  <a:pt x="48" y="36"/>
                </a:cubicBezTo>
                <a:cubicBezTo>
                  <a:pt x="16" y="36"/>
                  <a:pt x="16" y="36"/>
                  <a:pt x="16" y="36"/>
                </a:cubicBezTo>
                <a:cubicBezTo>
                  <a:pt x="15" y="36"/>
                  <a:pt x="13" y="35"/>
                  <a:pt x="13" y="34"/>
                </a:cubicBezTo>
                <a:cubicBezTo>
                  <a:pt x="13" y="29"/>
                  <a:pt x="13" y="29"/>
                  <a:pt x="13" y="29"/>
                </a:cubicBezTo>
                <a:cubicBezTo>
                  <a:pt x="13" y="28"/>
                  <a:pt x="15" y="27"/>
                  <a:pt x="16" y="27"/>
                </a:cubicBezTo>
                <a:cubicBezTo>
                  <a:pt x="48" y="27"/>
                  <a:pt x="48" y="27"/>
                  <a:pt x="48" y="27"/>
                </a:cubicBezTo>
                <a:cubicBezTo>
                  <a:pt x="49" y="27"/>
                  <a:pt x="50" y="28"/>
                  <a:pt x="50" y="29"/>
                </a:cubicBezTo>
                <a:lnTo>
                  <a:pt x="50" y="34"/>
                </a:lnTo>
                <a:close/>
                <a:moveTo>
                  <a:pt x="45" y="7"/>
                </a:moveTo>
                <a:cubicBezTo>
                  <a:pt x="45" y="8"/>
                  <a:pt x="44" y="9"/>
                  <a:pt x="43" y="9"/>
                </a:cubicBezTo>
                <a:cubicBezTo>
                  <a:pt x="20" y="9"/>
                  <a:pt x="20" y="9"/>
                  <a:pt x="20" y="9"/>
                </a:cubicBezTo>
                <a:cubicBezTo>
                  <a:pt x="19" y="9"/>
                  <a:pt x="18" y="8"/>
                  <a:pt x="18" y="7"/>
                </a:cubicBezTo>
                <a:cubicBezTo>
                  <a:pt x="18" y="2"/>
                  <a:pt x="18" y="2"/>
                  <a:pt x="18" y="2"/>
                </a:cubicBezTo>
                <a:cubicBezTo>
                  <a:pt x="18" y="1"/>
                  <a:pt x="19" y="0"/>
                  <a:pt x="20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4" y="0"/>
                  <a:pt x="45" y="1"/>
                  <a:pt x="45" y="2"/>
                </a:cubicBezTo>
                <a:lnTo>
                  <a:pt x="45" y="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88" name="Freeform 7"/>
          <p:cNvSpPr/>
          <p:nvPr/>
        </p:nvSpPr>
        <p:spPr>
          <a:xfrm>
            <a:off x="988920" y="455760"/>
            <a:ext cx="220680" cy="171360"/>
          </a:xfrm>
          <a:custGeom>
            <a:avLst/>
            <a:gdLst/>
            <a:ahLst/>
            <a:rect l="l" t="t" r="r" b="b"/>
            <a:pathLst>
              <a:path w="64" h="50">
                <a:moveTo>
                  <a:pt x="45" y="7"/>
                </a:moveTo>
                <a:cubicBezTo>
                  <a:pt x="45" y="8"/>
                  <a:pt x="44" y="9"/>
                  <a:pt x="43" y="9"/>
                </a:cubicBezTo>
                <a:cubicBezTo>
                  <a:pt x="2" y="9"/>
                  <a:pt x="2" y="9"/>
                  <a:pt x="2" y="9"/>
                </a:cubicBezTo>
                <a:cubicBezTo>
                  <a:pt x="1" y="9"/>
                  <a:pt x="0" y="8"/>
                  <a:pt x="0" y="7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4" y="0"/>
                  <a:pt x="45" y="1"/>
                  <a:pt x="45" y="2"/>
                </a:cubicBezTo>
                <a:lnTo>
                  <a:pt x="45" y="7"/>
                </a:lnTo>
                <a:close/>
                <a:moveTo>
                  <a:pt x="59" y="20"/>
                </a:moveTo>
                <a:cubicBezTo>
                  <a:pt x="59" y="22"/>
                  <a:pt x="58" y="23"/>
                  <a:pt x="57" y="23"/>
                </a:cubicBezTo>
                <a:cubicBezTo>
                  <a:pt x="2" y="23"/>
                  <a:pt x="2" y="23"/>
                  <a:pt x="2" y="23"/>
                </a:cubicBezTo>
                <a:cubicBezTo>
                  <a:pt x="1" y="23"/>
                  <a:pt x="0" y="22"/>
                  <a:pt x="0" y="20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4"/>
                  <a:pt x="1" y="13"/>
                  <a:pt x="2" y="13"/>
                </a:cubicBezTo>
                <a:cubicBezTo>
                  <a:pt x="57" y="13"/>
                  <a:pt x="57" y="13"/>
                  <a:pt x="57" y="13"/>
                </a:cubicBezTo>
                <a:cubicBezTo>
                  <a:pt x="58" y="13"/>
                  <a:pt x="59" y="14"/>
                  <a:pt x="59" y="16"/>
                </a:cubicBezTo>
                <a:lnTo>
                  <a:pt x="59" y="20"/>
                </a:lnTo>
                <a:close/>
                <a:moveTo>
                  <a:pt x="50" y="34"/>
                </a:moveTo>
                <a:cubicBezTo>
                  <a:pt x="50" y="35"/>
                  <a:pt x="49" y="36"/>
                  <a:pt x="48" y="36"/>
                </a:cubicBezTo>
                <a:cubicBezTo>
                  <a:pt x="2" y="36"/>
                  <a:pt x="2" y="36"/>
                  <a:pt x="2" y="36"/>
                </a:cubicBezTo>
                <a:cubicBezTo>
                  <a:pt x="1" y="36"/>
                  <a:pt x="0" y="35"/>
                  <a:pt x="0" y="34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28"/>
                  <a:pt x="1" y="27"/>
                  <a:pt x="2" y="27"/>
                </a:cubicBezTo>
                <a:cubicBezTo>
                  <a:pt x="48" y="27"/>
                  <a:pt x="48" y="27"/>
                  <a:pt x="48" y="27"/>
                </a:cubicBezTo>
                <a:cubicBezTo>
                  <a:pt x="49" y="27"/>
                  <a:pt x="50" y="28"/>
                  <a:pt x="50" y="29"/>
                </a:cubicBezTo>
                <a:lnTo>
                  <a:pt x="50" y="34"/>
                </a:lnTo>
                <a:close/>
                <a:moveTo>
                  <a:pt x="64" y="48"/>
                </a:moveTo>
                <a:cubicBezTo>
                  <a:pt x="64" y="49"/>
                  <a:pt x="63" y="50"/>
                  <a:pt x="61" y="50"/>
                </a:cubicBezTo>
                <a:cubicBezTo>
                  <a:pt x="2" y="50"/>
                  <a:pt x="2" y="50"/>
                  <a:pt x="2" y="50"/>
                </a:cubicBezTo>
                <a:cubicBezTo>
                  <a:pt x="1" y="50"/>
                  <a:pt x="0" y="49"/>
                  <a:pt x="0" y="48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2"/>
                  <a:pt x="1" y="41"/>
                  <a:pt x="2" y="41"/>
                </a:cubicBezTo>
                <a:cubicBezTo>
                  <a:pt x="61" y="41"/>
                  <a:pt x="61" y="41"/>
                  <a:pt x="61" y="41"/>
                </a:cubicBezTo>
                <a:cubicBezTo>
                  <a:pt x="63" y="41"/>
                  <a:pt x="64" y="42"/>
                  <a:pt x="64" y="43"/>
                </a:cubicBezTo>
                <a:lnTo>
                  <a:pt x="64" y="4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89" name="Freeform 8"/>
          <p:cNvSpPr/>
          <p:nvPr/>
        </p:nvSpPr>
        <p:spPr>
          <a:xfrm>
            <a:off x="1490760" y="455760"/>
            <a:ext cx="226800" cy="188640"/>
          </a:xfrm>
          <a:custGeom>
            <a:avLst/>
            <a:gdLst/>
            <a:ahLst/>
            <a:rect l="l" t="t" r="r" b="b"/>
            <a:pathLst>
              <a:path w="66" h="55">
                <a:moveTo>
                  <a:pt x="66" y="43"/>
                </a:moveTo>
                <a:cubicBezTo>
                  <a:pt x="66" y="44"/>
                  <a:pt x="65" y="45"/>
                  <a:pt x="64" y="45"/>
                </a:cubicBezTo>
                <a:cubicBezTo>
                  <a:pt x="57" y="45"/>
                  <a:pt x="57" y="45"/>
                  <a:pt x="57" y="45"/>
                </a:cubicBezTo>
                <a:cubicBezTo>
                  <a:pt x="57" y="50"/>
                  <a:pt x="53" y="55"/>
                  <a:pt x="48" y="55"/>
                </a:cubicBezTo>
                <a:cubicBezTo>
                  <a:pt x="43" y="55"/>
                  <a:pt x="39" y="50"/>
                  <a:pt x="39" y="45"/>
                </a:cubicBezTo>
                <a:cubicBezTo>
                  <a:pt x="25" y="45"/>
                  <a:pt x="25" y="45"/>
                  <a:pt x="25" y="45"/>
                </a:cubicBezTo>
                <a:cubicBezTo>
                  <a:pt x="25" y="50"/>
                  <a:pt x="21" y="55"/>
                  <a:pt x="16" y="55"/>
                </a:cubicBezTo>
                <a:cubicBezTo>
                  <a:pt x="11" y="55"/>
                  <a:pt x="7" y="50"/>
                  <a:pt x="7" y="45"/>
                </a:cubicBezTo>
                <a:cubicBezTo>
                  <a:pt x="2" y="45"/>
                  <a:pt x="2" y="45"/>
                  <a:pt x="2" y="45"/>
                </a:cubicBezTo>
                <a:cubicBezTo>
                  <a:pt x="1" y="45"/>
                  <a:pt x="0" y="44"/>
                  <a:pt x="0" y="43"/>
                </a:cubicBezTo>
                <a:cubicBezTo>
                  <a:pt x="0" y="42"/>
                  <a:pt x="1" y="41"/>
                  <a:pt x="2" y="41"/>
                </a:cubicBezTo>
                <a:cubicBezTo>
                  <a:pt x="2" y="26"/>
                  <a:pt x="2" y="26"/>
                  <a:pt x="2" y="26"/>
                </a:cubicBezTo>
                <a:cubicBezTo>
                  <a:pt x="2" y="25"/>
                  <a:pt x="3" y="23"/>
                  <a:pt x="4" y="22"/>
                </a:cubicBezTo>
                <a:cubicBezTo>
                  <a:pt x="11" y="15"/>
                  <a:pt x="11" y="15"/>
                  <a:pt x="11" y="15"/>
                </a:cubicBezTo>
                <a:cubicBezTo>
                  <a:pt x="12" y="14"/>
                  <a:pt x="14" y="13"/>
                  <a:pt x="15" y="13"/>
                </a:cubicBezTo>
                <a:cubicBezTo>
                  <a:pt x="21" y="13"/>
                  <a:pt x="21" y="13"/>
                  <a:pt x="21" y="13"/>
                </a:cubicBezTo>
                <a:cubicBezTo>
                  <a:pt x="21" y="2"/>
                  <a:pt x="21" y="2"/>
                  <a:pt x="21" y="2"/>
                </a:cubicBezTo>
                <a:cubicBezTo>
                  <a:pt x="21" y="1"/>
                  <a:pt x="22" y="0"/>
                  <a:pt x="23" y="0"/>
                </a:cubicBezTo>
                <a:cubicBezTo>
                  <a:pt x="64" y="0"/>
                  <a:pt x="64" y="0"/>
                  <a:pt x="64" y="0"/>
                </a:cubicBezTo>
                <a:cubicBezTo>
                  <a:pt x="65" y="0"/>
                  <a:pt x="66" y="1"/>
                  <a:pt x="66" y="2"/>
                </a:cubicBezTo>
                <a:lnTo>
                  <a:pt x="66" y="43"/>
                </a:lnTo>
                <a:close/>
                <a:moveTo>
                  <a:pt x="21" y="27"/>
                </a:moveTo>
                <a:cubicBezTo>
                  <a:pt x="21" y="18"/>
                  <a:pt x="21" y="18"/>
                  <a:pt x="21" y="18"/>
                </a:cubicBezTo>
                <a:cubicBezTo>
                  <a:pt x="15" y="18"/>
                  <a:pt x="15" y="18"/>
                  <a:pt x="15" y="18"/>
                </a:cubicBezTo>
                <a:cubicBezTo>
                  <a:pt x="15" y="18"/>
                  <a:pt x="14" y="18"/>
                  <a:pt x="14" y="18"/>
                </a:cubicBezTo>
                <a:cubicBezTo>
                  <a:pt x="7" y="25"/>
                  <a:pt x="7" y="25"/>
                  <a:pt x="7" y="25"/>
                </a:cubicBezTo>
                <a:cubicBezTo>
                  <a:pt x="7" y="25"/>
                  <a:pt x="7" y="26"/>
                  <a:pt x="7" y="26"/>
                </a:cubicBezTo>
                <a:cubicBezTo>
                  <a:pt x="7" y="27"/>
                  <a:pt x="7" y="27"/>
                  <a:pt x="7" y="27"/>
                </a:cubicBezTo>
                <a:lnTo>
                  <a:pt x="21" y="27"/>
                </a:lnTo>
                <a:close/>
                <a:moveTo>
                  <a:pt x="16" y="41"/>
                </a:moveTo>
                <a:cubicBezTo>
                  <a:pt x="14" y="41"/>
                  <a:pt x="11" y="43"/>
                  <a:pt x="11" y="45"/>
                </a:cubicBezTo>
                <a:cubicBezTo>
                  <a:pt x="11" y="48"/>
                  <a:pt x="14" y="50"/>
                  <a:pt x="16" y="50"/>
                </a:cubicBezTo>
                <a:cubicBezTo>
                  <a:pt x="19" y="50"/>
                  <a:pt x="21" y="48"/>
                  <a:pt x="21" y="45"/>
                </a:cubicBezTo>
                <a:cubicBezTo>
                  <a:pt x="21" y="43"/>
                  <a:pt x="19" y="41"/>
                  <a:pt x="16" y="41"/>
                </a:cubicBezTo>
                <a:close/>
                <a:moveTo>
                  <a:pt x="57" y="15"/>
                </a:moveTo>
                <a:cubicBezTo>
                  <a:pt x="57" y="14"/>
                  <a:pt x="57" y="13"/>
                  <a:pt x="56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5"/>
                  <a:pt x="48" y="5"/>
                  <a:pt x="48" y="5"/>
                </a:cubicBezTo>
                <a:cubicBezTo>
                  <a:pt x="48" y="5"/>
                  <a:pt x="48" y="4"/>
                  <a:pt x="47" y="4"/>
                </a:cubicBezTo>
                <a:cubicBezTo>
                  <a:pt x="40" y="4"/>
                  <a:pt x="40" y="4"/>
                  <a:pt x="40" y="4"/>
                </a:cubicBezTo>
                <a:cubicBezTo>
                  <a:pt x="39" y="4"/>
                  <a:pt x="39" y="5"/>
                  <a:pt x="39" y="5"/>
                </a:cubicBezTo>
                <a:cubicBezTo>
                  <a:pt x="39" y="13"/>
                  <a:pt x="39" y="13"/>
                  <a:pt x="39" y="13"/>
                </a:cubicBezTo>
                <a:cubicBezTo>
                  <a:pt x="31" y="13"/>
                  <a:pt x="31" y="13"/>
                  <a:pt x="31" y="13"/>
                </a:cubicBezTo>
                <a:cubicBezTo>
                  <a:pt x="30" y="13"/>
                  <a:pt x="30" y="14"/>
                  <a:pt x="30" y="15"/>
                </a:cubicBezTo>
                <a:cubicBezTo>
                  <a:pt x="30" y="21"/>
                  <a:pt x="30" y="21"/>
                  <a:pt x="30" y="21"/>
                </a:cubicBezTo>
                <a:cubicBezTo>
                  <a:pt x="30" y="22"/>
                  <a:pt x="30" y="23"/>
                  <a:pt x="31" y="23"/>
                </a:cubicBezTo>
                <a:cubicBezTo>
                  <a:pt x="39" y="23"/>
                  <a:pt x="39" y="23"/>
                  <a:pt x="39" y="23"/>
                </a:cubicBezTo>
                <a:cubicBezTo>
                  <a:pt x="39" y="31"/>
                  <a:pt x="39" y="31"/>
                  <a:pt x="39" y="31"/>
                </a:cubicBezTo>
                <a:cubicBezTo>
                  <a:pt x="39" y="31"/>
                  <a:pt x="39" y="32"/>
                  <a:pt x="40" y="32"/>
                </a:cubicBezTo>
                <a:cubicBezTo>
                  <a:pt x="47" y="32"/>
                  <a:pt x="47" y="32"/>
                  <a:pt x="47" y="32"/>
                </a:cubicBezTo>
                <a:cubicBezTo>
                  <a:pt x="48" y="32"/>
                  <a:pt x="48" y="31"/>
                  <a:pt x="48" y="31"/>
                </a:cubicBezTo>
                <a:cubicBezTo>
                  <a:pt x="48" y="23"/>
                  <a:pt x="48" y="23"/>
                  <a:pt x="48" y="23"/>
                </a:cubicBezTo>
                <a:cubicBezTo>
                  <a:pt x="56" y="23"/>
                  <a:pt x="56" y="23"/>
                  <a:pt x="56" y="23"/>
                </a:cubicBezTo>
                <a:cubicBezTo>
                  <a:pt x="57" y="23"/>
                  <a:pt x="57" y="22"/>
                  <a:pt x="57" y="21"/>
                </a:cubicBezTo>
                <a:lnTo>
                  <a:pt x="57" y="15"/>
                </a:lnTo>
                <a:close/>
                <a:moveTo>
                  <a:pt x="48" y="41"/>
                </a:moveTo>
                <a:cubicBezTo>
                  <a:pt x="45" y="41"/>
                  <a:pt x="43" y="43"/>
                  <a:pt x="43" y="45"/>
                </a:cubicBezTo>
                <a:cubicBezTo>
                  <a:pt x="43" y="48"/>
                  <a:pt x="45" y="50"/>
                  <a:pt x="48" y="50"/>
                </a:cubicBezTo>
                <a:cubicBezTo>
                  <a:pt x="51" y="50"/>
                  <a:pt x="53" y="48"/>
                  <a:pt x="53" y="45"/>
                </a:cubicBezTo>
                <a:cubicBezTo>
                  <a:pt x="53" y="43"/>
                  <a:pt x="51" y="41"/>
                  <a:pt x="48" y="4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0" name="Freeform 9"/>
          <p:cNvSpPr/>
          <p:nvPr/>
        </p:nvSpPr>
        <p:spPr>
          <a:xfrm>
            <a:off x="1989000" y="487440"/>
            <a:ext cx="120960" cy="119160"/>
          </a:xfrm>
          <a:custGeom>
            <a:avLst/>
            <a:gdLst/>
            <a:ahLst/>
            <a:rect l="l" t="t" r="r" b="b"/>
            <a:pathLst>
              <a:path w="35" h="35">
                <a:moveTo>
                  <a:pt x="35" y="4"/>
                </a:moveTo>
                <a:cubicBezTo>
                  <a:pt x="18" y="21"/>
                  <a:pt x="18" y="21"/>
                  <a:pt x="18" y="21"/>
                </a:cubicBezTo>
                <a:cubicBezTo>
                  <a:pt x="18" y="21"/>
                  <a:pt x="18" y="21"/>
                  <a:pt x="17" y="21"/>
                </a:cubicBezTo>
                <a:cubicBezTo>
                  <a:pt x="17" y="21"/>
                  <a:pt x="17" y="21"/>
                  <a:pt x="17" y="21"/>
                </a:cubicBezTo>
                <a:cubicBezTo>
                  <a:pt x="0" y="4"/>
                  <a:pt x="0" y="4"/>
                  <a:pt x="0" y="4"/>
                </a:cubicBezTo>
                <a:cubicBezTo>
                  <a:pt x="0" y="4"/>
                  <a:pt x="0" y="4"/>
                  <a:pt x="0" y="3"/>
                </a:cubicBezTo>
                <a:cubicBezTo>
                  <a:pt x="0" y="3"/>
                  <a:pt x="0" y="3"/>
                  <a:pt x="0" y="2"/>
                </a:cubicBezTo>
                <a:cubicBezTo>
                  <a:pt x="2" y="1"/>
                  <a:pt x="2" y="1"/>
                  <a:pt x="2" y="1"/>
                </a:cubicBezTo>
                <a:cubicBezTo>
                  <a:pt x="2" y="0"/>
                  <a:pt x="2" y="0"/>
                  <a:pt x="2" y="0"/>
                </a:cubicBezTo>
                <a:cubicBezTo>
                  <a:pt x="3" y="0"/>
                  <a:pt x="3" y="0"/>
                  <a:pt x="3" y="1"/>
                </a:cubicBezTo>
                <a:cubicBezTo>
                  <a:pt x="17" y="15"/>
                  <a:pt x="17" y="15"/>
                  <a:pt x="17" y="15"/>
                </a:cubicBezTo>
                <a:cubicBezTo>
                  <a:pt x="31" y="1"/>
                  <a:pt x="31" y="1"/>
                  <a:pt x="31" y="1"/>
                </a:cubicBezTo>
                <a:cubicBezTo>
                  <a:pt x="32" y="0"/>
                  <a:pt x="32" y="0"/>
                  <a:pt x="32" y="0"/>
                </a:cubicBezTo>
                <a:cubicBezTo>
                  <a:pt x="32" y="0"/>
                  <a:pt x="33" y="0"/>
                  <a:pt x="33" y="1"/>
                </a:cubicBezTo>
                <a:cubicBezTo>
                  <a:pt x="35" y="2"/>
                  <a:pt x="35" y="2"/>
                  <a:pt x="35" y="2"/>
                </a:cubicBezTo>
                <a:cubicBezTo>
                  <a:pt x="35" y="3"/>
                  <a:pt x="35" y="3"/>
                  <a:pt x="35" y="3"/>
                </a:cubicBezTo>
                <a:cubicBezTo>
                  <a:pt x="35" y="4"/>
                  <a:pt x="35" y="4"/>
                  <a:pt x="35" y="4"/>
                </a:cubicBezTo>
                <a:close/>
                <a:moveTo>
                  <a:pt x="35" y="18"/>
                </a:moveTo>
                <a:cubicBezTo>
                  <a:pt x="18" y="34"/>
                  <a:pt x="18" y="34"/>
                  <a:pt x="18" y="34"/>
                </a:cubicBezTo>
                <a:cubicBezTo>
                  <a:pt x="18" y="35"/>
                  <a:pt x="18" y="35"/>
                  <a:pt x="17" y="35"/>
                </a:cubicBezTo>
                <a:cubicBezTo>
                  <a:pt x="17" y="35"/>
                  <a:pt x="17" y="35"/>
                  <a:pt x="17" y="34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18"/>
                  <a:pt x="0" y="17"/>
                  <a:pt x="0" y="17"/>
                </a:cubicBezTo>
                <a:cubicBezTo>
                  <a:pt x="0" y="17"/>
                  <a:pt x="0" y="16"/>
                  <a:pt x="0" y="16"/>
                </a:cubicBezTo>
                <a:cubicBezTo>
                  <a:pt x="2" y="14"/>
                  <a:pt x="2" y="14"/>
                  <a:pt x="2" y="14"/>
                </a:cubicBezTo>
                <a:cubicBezTo>
                  <a:pt x="2" y="14"/>
                  <a:pt x="2" y="14"/>
                  <a:pt x="2" y="14"/>
                </a:cubicBezTo>
                <a:cubicBezTo>
                  <a:pt x="3" y="14"/>
                  <a:pt x="3" y="14"/>
                  <a:pt x="3" y="14"/>
                </a:cubicBezTo>
                <a:cubicBezTo>
                  <a:pt x="17" y="28"/>
                  <a:pt x="17" y="28"/>
                  <a:pt x="17" y="28"/>
                </a:cubicBezTo>
                <a:cubicBezTo>
                  <a:pt x="31" y="14"/>
                  <a:pt x="31" y="14"/>
                  <a:pt x="31" y="14"/>
                </a:cubicBezTo>
                <a:cubicBezTo>
                  <a:pt x="32" y="14"/>
                  <a:pt x="32" y="14"/>
                  <a:pt x="32" y="14"/>
                </a:cubicBezTo>
                <a:cubicBezTo>
                  <a:pt x="32" y="14"/>
                  <a:pt x="33" y="14"/>
                  <a:pt x="33" y="14"/>
                </a:cubicBezTo>
                <a:cubicBezTo>
                  <a:pt x="35" y="16"/>
                  <a:pt x="35" y="16"/>
                  <a:pt x="35" y="16"/>
                </a:cubicBezTo>
                <a:cubicBezTo>
                  <a:pt x="35" y="16"/>
                  <a:pt x="35" y="17"/>
                  <a:pt x="35" y="17"/>
                </a:cubicBezTo>
                <a:cubicBezTo>
                  <a:pt x="35" y="17"/>
                  <a:pt x="35" y="18"/>
                  <a:pt x="35" y="1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1" name="Freeform 10"/>
          <p:cNvSpPr/>
          <p:nvPr/>
        </p:nvSpPr>
        <p:spPr>
          <a:xfrm>
            <a:off x="2475000" y="496800"/>
            <a:ext cx="118800" cy="120600"/>
          </a:xfrm>
          <a:custGeom>
            <a:avLst/>
            <a:gdLst/>
            <a:ahLst/>
            <a:rect l="l" t="t" r="r" b="b"/>
            <a:pathLst>
              <a:path w="35" h="35">
                <a:moveTo>
                  <a:pt x="21" y="18"/>
                </a:moveTo>
                <a:cubicBezTo>
                  <a:pt x="4" y="35"/>
                  <a:pt x="4" y="35"/>
                  <a:pt x="4" y="35"/>
                </a:cubicBezTo>
                <a:cubicBezTo>
                  <a:pt x="4" y="35"/>
                  <a:pt x="3" y="35"/>
                  <a:pt x="3" y="35"/>
                </a:cubicBezTo>
                <a:cubicBezTo>
                  <a:pt x="3" y="35"/>
                  <a:pt x="3" y="35"/>
                  <a:pt x="2" y="35"/>
                </a:cubicBezTo>
                <a:cubicBezTo>
                  <a:pt x="1" y="33"/>
                  <a:pt x="1" y="33"/>
                  <a:pt x="1" y="33"/>
                </a:cubicBezTo>
                <a:cubicBezTo>
                  <a:pt x="0" y="33"/>
                  <a:pt x="0" y="33"/>
                  <a:pt x="0" y="32"/>
                </a:cubicBezTo>
                <a:cubicBezTo>
                  <a:pt x="0" y="32"/>
                  <a:pt x="0" y="32"/>
                  <a:pt x="1" y="31"/>
                </a:cubicBezTo>
                <a:cubicBezTo>
                  <a:pt x="15" y="17"/>
                  <a:pt x="15" y="17"/>
                  <a:pt x="15" y="17"/>
                </a:cubicBezTo>
                <a:cubicBezTo>
                  <a:pt x="1" y="3"/>
                  <a:pt x="1" y="3"/>
                  <a:pt x="1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2"/>
                  <a:pt x="0" y="2"/>
                  <a:pt x="1" y="2"/>
                </a:cubicBezTo>
                <a:cubicBezTo>
                  <a:pt x="2" y="0"/>
                  <a:pt x="2" y="0"/>
                  <a:pt x="2" y="0"/>
                </a:cubicBezTo>
                <a:cubicBezTo>
                  <a:pt x="3" y="0"/>
                  <a:pt x="3" y="0"/>
                  <a:pt x="3" y="0"/>
                </a:cubicBezTo>
                <a:cubicBezTo>
                  <a:pt x="3" y="0"/>
                  <a:pt x="4" y="0"/>
                  <a:pt x="4" y="0"/>
                </a:cubicBezTo>
                <a:cubicBezTo>
                  <a:pt x="21" y="17"/>
                  <a:pt x="21" y="17"/>
                  <a:pt x="21" y="17"/>
                </a:cubicBezTo>
                <a:cubicBezTo>
                  <a:pt x="21" y="17"/>
                  <a:pt x="21" y="17"/>
                  <a:pt x="21" y="17"/>
                </a:cubicBezTo>
                <a:cubicBezTo>
                  <a:pt x="21" y="18"/>
                  <a:pt x="21" y="18"/>
                  <a:pt x="21" y="18"/>
                </a:cubicBezTo>
                <a:close/>
                <a:moveTo>
                  <a:pt x="34" y="18"/>
                </a:moveTo>
                <a:cubicBezTo>
                  <a:pt x="18" y="35"/>
                  <a:pt x="18" y="35"/>
                  <a:pt x="18" y="35"/>
                </a:cubicBezTo>
                <a:cubicBezTo>
                  <a:pt x="18" y="35"/>
                  <a:pt x="17" y="35"/>
                  <a:pt x="17" y="35"/>
                </a:cubicBezTo>
                <a:cubicBezTo>
                  <a:pt x="17" y="35"/>
                  <a:pt x="16" y="35"/>
                  <a:pt x="16" y="35"/>
                </a:cubicBezTo>
                <a:cubicBezTo>
                  <a:pt x="14" y="33"/>
                  <a:pt x="14" y="33"/>
                  <a:pt x="14" y="33"/>
                </a:cubicBezTo>
                <a:cubicBezTo>
                  <a:pt x="14" y="33"/>
                  <a:pt x="14" y="33"/>
                  <a:pt x="14" y="32"/>
                </a:cubicBezTo>
                <a:cubicBezTo>
                  <a:pt x="14" y="32"/>
                  <a:pt x="14" y="32"/>
                  <a:pt x="14" y="31"/>
                </a:cubicBezTo>
                <a:cubicBezTo>
                  <a:pt x="28" y="17"/>
                  <a:pt x="28" y="17"/>
                  <a:pt x="28" y="17"/>
                </a:cubicBezTo>
                <a:cubicBezTo>
                  <a:pt x="14" y="3"/>
                  <a:pt x="14" y="3"/>
                  <a:pt x="14" y="3"/>
                </a:cubicBezTo>
                <a:cubicBezTo>
                  <a:pt x="14" y="3"/>
                  <a:pt x="14" y="3"/>
                  <a:pt x="14" y="3"/>
                </a:cubicBezTo>
                <a:cubicBezTo>
                  <a:pt x="14" y="2"/>
                  <a:pt x="14" y="2"/>
                  <a:pt x="14" y="2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0"/>
                  <a:pt x="17" y="0"/>
                  <a:pt x="17" y="0"/>
                </a:cubicBezTo>
                <a:cubicBezTo>
                  <a:pt x="17" y="0"/>
                  <a:pt x="18" y="0"/>
                  <a:pt x="18" y="0"/>
                </a:cubicBezTo>
                <a:cubicBezTo>
                  <a:pt x="34" y="17"/>
                  <a:pt x="34" y="17"/>
                  <a:pt x="34" y="17"/>
                </a:cubicBezTo>
                <a:cubicBezTo>
                  <a:pt x="35" y="17"/>
                  <a:pt x="35" y="17"/>
                  <a:pt x="35" y="17"/>
                </a:cubicBezTo>
                <a:cubicBezTo>
                  <a:pt x="35" y="18"/>
                  <a:pt x="35" y="18"/>
                  <a:pt x="34" y="1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2" name="Freeform 11"/>
          <p:cNvSpPr/>
          <p:nvPr/>
        </p:nvSpPr>
        <p:spPr>
          <a:xfrm>
            <a:off x="2979720" y="517680"/>
            <a:ext cx="119160" cy="72720"/>
          </a:xfrm>
          <a:custGeom>
            <a:avLst/>
            <a:gdLst/>
            <a:ahLst/>
            <a:rect l="l" t="t" r="r" b="b"/>
            <a:pathLst>
              <a:path w="35" h="21">
                <a:moveTo>
                  <a:pt x="35" y="4"/>
                </a:moveTo>
                <a:cubicBezTo>
                  <a:pt x="18" y="21"/>
                  <a:pt x="18" y="21"/>
                  <a:pt x="18" y="21"/>
                </a:cubicBezTo>
                <a:cubicBezTo>
                  <a:pt x="18" y="21"/>
                  <a:pt x="18" y="21"/>
                  <a:pt x="17" y="21"/>
                </a:cubicBezTo>
                <a:cubicBezTo>
                  <a:pt x="17" y="21"/>
                  <a:pt x="17" y="21"/>
                  <a:pt x="17" y="21"/>
                </a:cubicBezTo>
                <a:cubicBezTo>
                  <a:pt x="0" y="4"/>
                  <a:pt x="0" y="4"/>
                  <a:pt x="0" y="4"/>
                </a:cubicBezTo>
                <a:cubicBezTo>
                  <a:pt x="0" y="4"/>
                  <a:pt x="0" y="4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2" y="1"/>
                  <a:pt x="2" y="1"/>
                  <a:pt x="2" y="1"/>
                </a:cubicBezTo>
                <a:cubicBezTo>
                  <a:pt x="2" y="1"/>
                  <a:pt x="2" y="0"/>
                  <a:pt x="2" y="0"/>
                </a:cubicBezTo>
                <a:cubicBezTo>
                  <a:pt x="3" y="0"/>
                  <a:pt x="3" y="1"/>
                  <a:pt x="3" y="1"/>
                </a:cubicBezTo>
                <a:cubicBezTo>
                  <a:pt x="17" y="15"/>
                  <a:pt x="17" y="15"/>
                  <a:pt x="17" y="15"/>
                </a:cubicBezTo>
                <a:cubicBezTo>
                  <a:pt x="31" y="1"/>
                  <a:pt x="31" y="1"/>
                  <a:pt x="31" y="1"/>
                </a:cubicBezTo>
                <a:cubicBezTo>
                  <a:pt x="32" y="1"/>
                  <a:pt x="32" y="0"/>
                  <a:pt x="32" y="0"/>
                </a:cubicBezTo>
                <a:cubicBezTo>
                  <a:pt x="32" y="0"/>
                  <a:pt x="33" y="1"/>
                  <a:pt x="33" y="1"/>
                </a:cubicBezTo>
                <a:cubicBezTo>
                  <a:pt x="35" y="3"/>
                  <a:pt x="35" y="3"/>
                  <a:pt x="35" y="3"/>
                </a:cubicBezTo>
                <a:cubicBezTo>
                  <a:pt x="35" y="3"/>
                  <a:pt x="35" y="3"/>
                  <a:pt x="35" y="3"/>
                </a:cubicBezTo>
                <a:cubicBezTo>
                  <a:pt x="35" y="4"/>
                  <a:pt x="35" y="4"/>
                  <a:pt x="35" y="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5920" bIns="259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3" name="Freeform 12"/>
          <p:cNvSpPr/>
          <p:nvPr/>
        </p:nvSpPr>
        <p:spPr>
          <a:xfrm>
            <a:off x="3463920" y="496800"/>
            <a:ext cx="71280" cy="120600"/>
          </a:xfrm>
          <a:custGeom>
            <a:avLst/>
            <a:gdLst/>
            <a:ahLst/>
            <a:rect l="l" t="t" r="r" b="b"/>
            <a:pathLst>
              <a:path w="21" h="35">
                <a:moveTo>
                  <a:pt x="21" y="18"/>
                </a:moveTo>
                <a:cubicBezTo>
                  <a:pt x="4" y="35"/>
                  <a:pt x="4" y="35"/>
                  <a:pt x="4" y="35"/>
                </a:cubicBezTo>
                <a:cubicBezTo>
                  <a:pt x="4" y="35"/>
                  <a:pt x="3" y="35"/>
                  <a:pt x="3" y="35"/>
                </a:cubicBezTo>
                <a:cubicBezTo>
                  <a:pt x="3" y="35"/>
                  <a:pt x="3" y="35"/>
                  <a:pt x="2" y="35"/>
                </a:cubicBezTo>
                <a:cubicBezTo>
                  <a:pt x="1" y="33"/>
                  <a:pt x="1" y="33"/>
                  <a:pt x="1" y="33"/>
                </a:cubicBezTo>
                <a:cubicBezTo>
                  <a:pt x="0" y="33"/>
                  <a:pt x="0" y="33"/>
                  <a:pt x="0" y="32"/>
                </a:cubicBezTo>
                <a:cubicBezTo>
                  <a:pt x="0" y="32"/>
                  <a:pt x="0" y="32"/>
                  <a:pt x="1" y="31"/>
                </a:cubicBezTo>
                <a:cubicBezTo>
                  <a:pt x="15" y="17"/>
                  <a:pt x="15" y="17"/>
                  <a:pt x="15" y="17"/>
                </a:cubicBezTo>
                <a:cubicBezTo>
                  <a:pt x="1" y="3"/>
                  <a:pt x="1" y="3"/>
                  <a:pt x="1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2"/>
                  <a:pt x="0" y="2"/>
                  <a:pt x="1" y="2"/>
                </a:cubicBezTo>
                <a:cubicBezTo>
                  <a:pt x="2" y="0"/>
                  <a:pt x="2" y="0"/>
                  <a:pt x="2" y="0"/>
                </a:cubicBezTo>
                <a:cubicBezTo>
                  <a:pt x="3" y="0"/>
                  <a:pt x="3" y="0"/>
                  <a:pt x="3" y="0"/>
                </a:cubicBezTo>
                <a:cubicBezTo>
                  <a:pt x="3" y="0"/>
                  <a:pt x="4" y="0"/>
                  <a:pt x="4" y="0"/>
                </a:cubicBezTo>
                <a:cubicBezTo>
                  <a:pt x="21" y="17"/>
                  <a:pt x="21" y="17"/>
                  <a:pt x="21" y="17"/>
                </a:cubicBezTo>
                <a:cubicBezTo>
                  <a:pt x="21" y="17"/>
                  <a:pt x="21" y="17"/>
                  <a:pt x="21" y="17"/>
                </a:cubicBezTo>
                <a:cubicBezTo>
                  <a:pt x="21" y="18"/>
                  <a:pt x="21" y="18"/>
                  <a:pt x="21" y="1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4" name="Freeform 13"/>
          <p:cNvSpPr/>
          <p:nvPr/>
        </p:nvSpPr>
        <p:spPr>
          <a:xfrm>
            <a:off x="3959280" y="455760"/>
            <a:ext cx="250920" cy="188640"/>
          </a:xfrm>
          <a:custGeom>
            <a:avLst/>
            <a:gdLst/>
            <a:ahLst/>
            <a:rect l="l" t="t" r="r" b="b"/>
            <a:pathLst>
              <a:path w="158" h="119">
                <a:moveTo>
                  <a:pt x="158" y="119"/>
                </a:moveTo>
                <a:lnTo>
                  <a:pt x="0" y="119"/>
                </a:lnTo>
                <a:lnTo>
                  <a:pt x="0" y="0"/>
                </a:lnTo>
                <a:lnTo>
                  <a:pt x="8" y="0"/>
                </a:lnTo>
                <a:lnTo>
                  <a:pt x="8" y="108"/>
                </a:lnTo>
                <a:lnTo>
                  <a:pt x="158" y="108"/>
                </a:lnTo>
                <a:lnTo>
                  <a:pt x="158" y="119"/>
                </a:lnTo>
                <a:close/>
                <a:moveTo>
                  <a:pt x="147" y="98"/>
                </a:moveTo>
                <a:lnTo>
                  <a:pt x="19" y="98"/>
                </a:lnTo>
                <a:lnTo>
                  <a:pt x="19" y="54"/>
                </a:lnTo>
                <a:lnTo>
                  <a:pt x="54" y="9"/>
                </a:lnTo>
                <a:lnTo>
                  <a:pt x="97" y="54"/>
                </a:lnTo>
                <a:lnTo>
                  <a:pt x="127" y="28"/>
                </a:lnTo>
                <a:lnTo>
                  <a:pt x="147" y="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5" name="Freeform 14"/>
          <p:cNvSpPr/>
          <p:nvPr/>
        </p:nvSpPr>
        <p:spPr>
          <a:xfrm>
            <a:off x="4452840" y="455760"/>
            <a:ext cx="189000" cy="188640"/>
          </a:xfrm>
          <a:custGeom>
            <a:avLst/>
            <a:gdLst/>
            <a:ahLst/>
            <a:rect l="l" t="t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5"/>
                </a:moveTo>
                <a:cubicBezTo>
                  <a:pt x="45" y="24"/>
                  <a:pt x="44" y="23"/>
                  <a:pt x="43" y="23"/>
                </a:cubicBezTo>
                <a:cubicBezTo>
                  <a:pt x="25" y="23"/>
                  <a:pt x="25" y="23"/>
                  <a:pt x="25" y="23"/>
                </a:cubicBezTo>
                <a:cubicBezTo>
                  <a:pt x="32" y="16"/>
                  <a:pt x="32" y="16"/>
                  <a:pt x="32" y="16"/>
                </a:cubicBezTo>
                <a:cubicBezTo>
                  <a:pt x="32" y="15"/>
                  <a:pt x="33" y="15"/>
                  <a:pt x="33" y="14"/>
                </a:cubicBezTo>
                <a:cubicBezTo>
                  <a:pt x="33" y="14"/>
                  <a:pt x="32" y="13"/>
                  <a:pt x="32" y="13"/>
                </a:cubicBezTo>
                <a:cubicBezTo>
                  <a:pt x="29" y="9"/>
                  <a:pt x="29" y="9"/>
                  <a:pt x="29" y="9"/>
                </a:cubicBezTo>
                <a:cubicBezTo>
                  <a:pt x="28" y="9"/>
                  <a:pt x="28" y="9"/>
                  <a:pt x="27" y="9"/>
                </a:cubicBezTo>
                <a:cubicBezTo>
                  <a:pt x="27" y="9"/>
                  <a:pt x="26" y="9"/>
                  <a:pt x="26" y="9"/>
                </a:cubicBezTo>
                <a:cubicBezTo>
                  <a:pt x="13" y="22"/>
                  <a:pt x="13" y="22"/>
                  <a:pt x="13" y="22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6"/>
                  <a:pt x="9" y="27"/>
                  <a:pt x="9" y="27"/>
                </a:cubicBezTo>
                <a:cubicBezTo>
                  <a:pt x="9" y="28"/>
                  <a:pt x="9" y="28"/>
                  <a:pt x="9" y="29"/>
                </a:cubicBezTo>
                <a:cubicBezTo>
                  <a:pt x="13" y="32"/>
                  <a:pt x="13" y="32"/>
                  <a:pt x="13" y="32"/>
                </a:cubicBezTo>
                <a:cubicBezTo>
                  <a:pt x="26" y="45"/>
                  <a:pt x="26" y="45"/>
                  <a:pt x="26" y="45"/>
                </a:cubicBezTo>
                <a:cubicBezTo>
                  <a:pt x="26" y="45"/>
                  <a:pt x="27" y="46"/>
                  <a:pt x="27" y="46"/>
                </a:cubicBezTo>
                <a:cubicBezTo>
                  <a:pt x="28" y="46"/>
                  <a:pt x="28" y="45"/>
                  <a:pt x="29" y="45"/>
                </a:cubicBezTo>
                <a:cubicBezTo>
                  <a:pt x="32" y="42"/>
                  <a:pt x="32" y="42"/>
                  <a:pt x="32" y="42"/>
                </a:cubicBezTo>
                <a:cubicBezTo>
                  <a:pt x="32" y="41"/>
                  <a:pt x="33" y="41"/>
                  <a:pt x="33" y="40"/>
                </a:cubicBezTo>
                <a:cubicBezTo>
                  <a:pt x="33" y="39"/>
                  <a:pt x="32" y="39"/>
                  <a:pt x="32" y="38"/>
                </a:cubicBezTo>
                <a:cubicBezTo>
                  <a:pt x="25" y="32"/>
                  <a:pt x="25" y="32"/>
                  <a:pt x="25" y="32"/>
                </a:cubicBezTo>
                <a:cubicBezTo>
                  <a:pt x="43" y="32"/>
                  <a:pt x="43" y="32"/>
                  <a:pt x="43" y="32"/>
                </a:cubicBezTo>
                <a:cubicBezTo>
                  <a:pt x="44" y="32"/>
                  <a:pt x="45" y="31"/>
                  <a:pt x="45" y="29"/>
                </a:cubicBezTo>
                <a:lnTo>
                  <a:pt x="45" y="2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6" name="Freeform 15"/>
          <p:cNvSpPr/>
          <p:nvPr/>
        </p:nvSpPr>
        <p:spPr>
          <a:xfrm>
            <a:off x="4948200" y="455760"/>
            <a:ext cx="189000" cy="188640"/>
          </a:xfrm>
          <a:custGeom>
            <a:avLst/>
            <a:gdLst/>
            <a:ahLst/>
            <a:rect l="l" t="t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27" y="8"/>
                </a:moveTo>
                <a:cubicBezTo>
                  <a:pt x="16" y="8"/>
                  <a:pt x="8" y="16"/>
                  <a:pt x="8" y="27"/>
                </a:cubicBezTo>
                <a:cubicBezTo>
                  <a:pt x="8" y="38"/>
                  <a:pt x="16" y="47"/>
                  <a:pt x="27" y="47"/>
                </a:cubicBezTo>
                <a:cubicBezTo>
                  <a:pt x="38" y="47"/>
                  <a:pt x="47" y="38"/>
                  <a:pt x="47" y="27"/>
                </a:cubicBezTo>
                <a:cubicBezTo>
                  <a:pt x="47" y="16"/>
                  <a:pt x="38" y="8"/>
                  <a:pt x="27" y="8"/>
                </a:cubicBezTo>
                <a:close/>
                <a:moveTo>
                  <a:pt x="41" y="31"/>
                </a:moveTo>
                <a:cubicBezTo>
                  <a:pt x="41" y="31"/>
                  <a:pt x="40" y="32"/>
                  <a:pt x="40" y="32"/>
                </a:cubicBezTo>
                <a:cubicBezTo>
                  <a:pt x="27" y="32"/>
                  <a:pt x="27" y="32"/>
                  <a:pt x="27" y="32"/>
                </a:cubicBezTo>
                <a:cubicBezTo>
                  <a:pt x="27" y="39"/>
                  <a:pt x="27" y="39"/>
                  <a:pt x="27" y="39"/>
                </a:cubicBezTo>
                <a:cubicBezTo>
                  <a:pt x="27" y="39"/>
                  <a:pt x="27" y="40"/>
                  <a:pt x="26" y="40"/>
                </a:cubicBezTo>
                <a:cubicBezTo>
                  <a:pt x="26" y="40"/>
                  <a:pt x="25" y="40"/>
                  <a:pt x="25" y="39"/>
                </a:cubicBezTo>
                <a:cubicBezTo>
                  <a:pt x="14" y="28"/>
                  <a:pt x="14" y="28"/>
                  <a:pt x="14" y="28"/>
                </a:cubicBezTo>
                <a:cubicBezTo>
                  <a:pt x="14" y="28"/>
                  <a:pt x="13" y="27"/>
                  <a:pt x="13" y="27"/>
                </a:cubicBezTo>
                <a:cubicBezTo>
                  <a:pt x="13" y="27"/>
                  <a:pt x="14" y="27"/>
                  <a:pt x="14" y="26"/>
                </a:cubicBezTo>
                <a:cubicBezTo>
                  <a:pt x="25" y="15"/>
                  <a:pt x="25" y="15"/>
                  <a:pt x="25" y="15"/>
                </a:cubicBezTo>
                <a:cubicBezTo>
                  <a:pt x="25" y="15"/>
                  <a:pt x="26" y="15"/>
                  <a:pt x="26" y="15"/>
                </a:cubicBezTo>
                <a:cubicBezTo>
                  <a:pt x="27" y="15"/>
                  <a:pt x="27" y="15"/>
                  <a:pt x="27" y="16"/>
                </a:cubicBezTo>
                <a:cubicBezTo>
                  <a:pt x="27" y="23"/>
                  <a:pt x="27" y="23"/>
                  <a:pt x="27" y="23"/>
                </a:cubicBezTo>
                <a:cubicBezTo>
                  <a:pt x="40" y="23"/>
                  <a:pt x="40" y="23"/>
                  <a:pt x="40" y="23"/>
                </a:cubicBezTo>
                <a:cubicBezTo>
                  <a:pt x="40" y="23"/>
                  <a:pt x="41" y="23"/>
                  <a:pt x="41" y="24"/>
                </a:cubicBezTo>
                <a:lnTo>
                  <a:pt x="41" y="3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7" name="Freeform 16"/>
          <p:cNvSpPr/>
          <p:nvPr/>
        </p:nvSpPr>
        <p:spPr>
          <a:xfrm>
            <a:off x="5443560" y="455760"/>
            <a:ext cx="189000" cy="188640"/>
          </a:xfrm>
          <a:custGeom>
            <a:avLst/>
            <a:gdLst/>
            <a:ahLst/>
            <a:rect l="l" t="t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8" y="27"/>
                </a:moveTo>
                <a:cubicBezTo>
                  <a:pt x="8" y="38"/>
                  <a:pt x="16" y="47"/>
                  <a:pt x="27" y="47"/>
                </a:cubicBezTo>
                <a:cubicBezTo>
                  <a:pt x="38" y="47"/>
                  <a:pt x="47" y="38"/>
                  <a:pt x="47" y="27"/>
                </a:cubicBezTo>
                <a:cubicBezTo>
                  <a:pt x="47" y="16"/>
                  <a:pt x="38" y="8"/>
                  <a:pt x="27" y="8"/>
                </a:cubicBezTo>
                <a:cubicBezTo>
                  <a:pt x="16" y="8"/>
                  <a:pt x="8" y="16"/>
                  <a:pt x="8" y="27"/>
                </a:cubicBezTo>
                <a:close/>
                <a:moveTo>
                  <a:pt x="39" y="27"/>
                </a:moveTo>
                <a:cubicBezTo>
                  <a:pt x="32" y="27"/>
                  <a:pt x="32" y="27"/>
                  <a:pt x="32" y="27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40"/>
                  <a:pt x="31" y="41"/>
                  <a:pt x="31" y="41"/>
                </a:cubicBezTo>
                <a:cubicBezTo>
                  <a:pt x="24" y="41"/>
                  <a:pt x="24" y="41"/>
                  <a:pt x="24" y="41"/>
                </a:cubicBezTo>
                <a:cubicBezTo>
                  <a:pt x="23" y="41"/>
                  <a:pt x="23" y="40"/>
                  <a:pt x="23" y="40"/>
                </a:cubicBezTo>
                <a:cubicBezTo>
                  <a:pt x="23" y="27"/>
                  <a:pt x="23" y="27"/>
                  <a:pt x="23" y="27"/>
                </a:cubicBezTo>
                <a:cubicBezTo>
                  <a:pt x="16" y="27"/>
                  <a:pt x="16" y="27"/>
                  <a:pt x="16" y="27"/>
                </a:cubicBezTo>
                <a:cubicBezTo>
                  <a:pt x="15" y="27"/>
                  <a:pt x="15" y="27"/>
                  <a:pt x="15" y="26"/>
                </a:cubicBezTo>
                <a:cubicBezTo>
                  <a:pt x="15" y="26"/>
                  <a:pt x="15" y="25"/>
                  <a:pt x="15" y="25"/>
                </a:cubicBezTo>
                <a:cubicBezTo>
                  <a:pt x="26" y="14"/>
                  <a:pt x="26" y="14"/>
                  <a:pt x="26" y="14"/>
                </a:cubicBezTo>
                <a:cubicBezTo>
                  <a:pt x="27" y="14"/>
                  <a:pt x="27" y="13"/>
                  <a:pt x="27" y="13"/>
                </a:cubicBezTo>
                <a:cubicBezTo>
                  <a:pt x="27" y="13"/>
                  <a:pt x="28" y="14"/>
                  <a:pt x="28" y="14"/>
                </a:cubicBezTo>
                <a:cubicBezTo>
                  <a:pt x="39" y="25"/>
                  <a:pt x="39" y="25"/>
                  <a:pt x="39" y="25"/>
                </a:cubicBezTo>
                <a:cubicBezTo>
                  <a:pt x="40" y="26"/>
                  <a:pt x="40" y="26"/>
                  <a:pt x="40" y="26"/>
                </a:cubicBezTo>
                <a:cubicBezTo>
                  <a:pt x="40" y="27"/>
                  <a:pt x="39" y="27"/>
                  <a:pt x="39" y="2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8" name="Freeform 17"/>
          <p:cNvSpPr/>
          <p:nvPr/>
        </p:nvSpPr>
        <p:spPr>
          <a:xfrm>
            <a:off x="5937120" y="455760"/>
            <a:ext cx="189000" cy="188640"/>
          </a:xfrm>
          <a:custGeom>
            <a:avLst/>
            <a:gdLst/>
            <a:ahLst/>
            <a:rect l="l" t="t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6"/>
                </a:moveTo>
                <a:cubicBezTo>
                  <a:pt x="32" y="13"/>
                  <a:pt x="32" y="13"/>
                  <a:pt x="32" y="13"/>
                </a:cubicBezTo>
                <a:cubicBezTo>
                  <a:pt x="29" y="9"/>
                  <a:pt x="29" y="9"/>
                  <a:pt x="29" y="9"/>
                </a:cubicBezTo>
                <a:cubicBezTo>
                  <a:pt x="28" y="9"/>
                  <a:pt x="28" y="9"/>
                  <a:pt x="27" y="9"/>
                </a:cubicBezTo>
                <a:cubicBezTo>
                  <a:pt x="27" y="9"/>
                  <a:pt x="26" y="9"/>
                  <a:pt x="26" y="9"/>
                </a:cubicBezTo>
                <a:cubicBezTo>
                  <a:pt x="22" y="13"/>
                  <a:pt x="22" y="13"/>
                  <a:pt x="22" y="1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6"/>
                  <a:pt x="9" y="27"/>
                  <a:pt x="9" y="27"/>
                </a:cubicBezTo>
                <a:cubicBezTo>
                  <a:pt x="9" y="28"/>
                  <a:pt x="9" y="28"/>
                  <a:pt x="9" y="29"/>
                </a:cubicBezTo>
                <a:cubicBezTo>
                  <a:pt x="13" y="32"/>
                  <a:pt x="13" y="32"/>
                  <a:pt x="13" y="32"/>
                </a:cubicBezTo>
                <a:cubicBezTo>
                  <a:pt x="13" y="32"/>
                  <a:pt x="14" y="33"/>
                  <a:pt x="14" y="33"/>
                </a:cubicBezTo>
                <a:cubicBezTo>
                  <a:pt x="15" y="33"/>
                  <a:pt x="15" y="32"/>
                  <a:pt x="16" y="32"/>
                </a:cubicBezTo>
                <a:cubicBezTo>
                  <a:pt x="23" y="25"/>
                  <a:pt x="23" y="25"/>
                  <a:pt x="23" y="25"/>
                </a:cubicBezTo>
                <a:cubicBezTo>
                  <a:pt x="23" y="43"/>
                  <a:pt x="23" y="43"/>
                  <a:pt x="23" y="43"/>
                </a:cubicBezTo>
                <a:cubicBezTo>
                  <a:pt x="23" y="44"/>
                  <a:pt x="24" y="45"/>
                  <a:pt x="25" y="45"/>
                </a:cubicBezTo>
                <a:cubicBezTo>
                  <a:pt x="29" y="45"/>
                  <a:pt x="29" y="45"/>
                  <a:pt x="29" y="45"/>
                </a:cubicBezTo>
                <a:cubicBezTo>
                  <a:pt x="31" y="45"/>
                  <a:pt x="32" y="44"/>
                  <a:pt x="32" y="43"/>
                </a:cubicBezTo>
                <a:cubicBezTo>
                  <a:pt x="32" y="25"/>
                  <a:pt x="32" y="25"/>
                  <a:pt x="32" y="25"/>
                </a:cubicBezTo>
                <a:cubicBezTo>
                  <a:pt x="39" y="32"/>
                  <a:pt x="39" y="32"/>
                  <a:pt x="39" y="32"/>
                </a:cubicBezTo>
                <a:cubicBezTo>
                  <a:pt x="39" y="32"/>
                  <a:pt x="40" y="33"/>
                  <a:pt x="40" y="33"/>
                </a:cubicBezTo>
                <a:cubicBezTo>
                  <a:pt x="41" y="33"/>
                  <a:pt x="41" y="32"/>
                  <a:pt x="42" y="32"/>
                </a:cubicBezTo>
                <a:cubicBezTo>
                  <a:pt x="45" y="29"/>
                  <a:pt x="45" y="29"/>
                  <a:pt x="45" y="29"/>
                </a:cubicBezTo>
                <a:cubicBezTo>
                  <a:pt x="45" y="28"/>
                  <a:pt x="46" y="28"/>
                  <a:pt x="46" y="27"/>
                </a:cubicBezTo>
                <a:cubicBezTo>
                  <a:pt x="46" y="27"/>
                  <a:pt x="45" y="26"/>
                  <a:pt x="45" y="2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9" name="Freeform 18"/>
          <p:cNvSpPr/>
          <p:nvPr/>
        </p:nvSpPr>
        <p:spPr>
          <a:xfrm>
            <a:off x="6438960" y="461880"/>
            <a:ext cx="182520" cy="190440"/>
          </a:xfrm>
          <a:custGeom>
            <a:avLst/>
            <a:gdLst/>
            <a:ahLst/>
            <a:rect l="l" t="t" r="r" b="b"/>
            <a:pathLst>
              <a:path w="53" h="55">
                <a:moveTo>
                  <a:pt x="53" y="30"/>
                </a:moveTo>
                <a:cubicBezTo>
                  <a:pt x="53" y="32"/>
                  <a:pt x="51" y="34"/>
                  <a:pt x="48" y="34"/>
                </a:cubicBezTo>
                <a:cubicBezTo>
                  <a:pt x="23" y="34"/>
                  <a:pt x="23" y="34"/>
                  <a:pt x="23" y="34"/>
                </a:cubicBezTo>
                <a:cubicBezTo>
                  <a:pt x="34" y="45"/>
                  <a:pt x="34" y="45"/>
                  <a:pt x="34" y="45"/>
                </a:cubicBezTo>
                <a:cubicBezTo>
                  <a:pt x="35" y="46"/>
                  <a:pt x="35" y="47"/>
                  <a:pt x="35" y="48"/>
                </a:cubicBezTo>
                <a:cubicBezTo>
                  <a:pt x="35" y="49"/>
                  <a:pt x="35" y="50"/>
                  <a:pt x="34" y="51"/>
                </a:cubicBezTo>
                <a:cubicBezTo>
                  <a:pt x="31" y="54"/>
                  <a:pt x="31" y="54"/>
                  <a:pt x="31" y="54"/>
                </a:cubicBezTo>
                <a:cubicBezTo>
                  <a:pt x="30" y="55"/>
                  <a:pt x="29" y="55"/>
                  <a:pt x="28" y="55"/>
                </a:cubicBezTo>
                <a:cubicBezTo>
                  <a:pt x="27" y="55"/>
                  <a:pt x="25" y="55"/>
                  <a:pt x="25" y="54"/>
                </a:cubicBezTo>
                <a:cubicBezTo>
                  <a:pt x="1" y="31"/>
                  <a:pt x="1" y="31"/>
                  <a:pt x="1" y="31"/>
                </a:cubicBezTo>
                <a:cubicBezTo>
                  <a:pt x="1" y="30"/>
                  <a:pt x="0" y="29"/>
                  <a:pt x="0" y="27"/>
                </a:cubicBezTo>
                <a:cubicBezTo>
                  <a:pt x="0" y="26"/>
                  <a:pt x="1" y="25"/>
                  <a:pt x="1" y="24"/>
                </a:cubicBezTo>
                <a:cubicBezTo>
                  <a:pt x="25" y="1"/>
                  <a:pt x="25" y="1"/>
                  <a:pt x="25" y="1"/>
                </a:cubicBezTo>
                <a:cubicBezTo>
                  <a:pt x="25" y="0"/>
                  <a:pt x="27" y="0"/>
                  <a:pt x="28" y="0"/>
                </a:cubicBezTo>
                <a:cubicBezTo>
                  <a:pt x="29" y="0"/>
                  <a:pt x="30" y="0"/>
                  <a:pt x="31" y="1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6"/>
                  <a:pt x="35" y="7"/>
                </a:cubicBezTo>
                <a:cubicBezTo>
                  <a:pt x="35" y="8"/>
                  <a:pt x="35" y="9"/>
                  <a:pt x="34" y="10"/>
                </a:cubicBezTo>
                <a:cubicBezTo>
                  <a:pt x="23" y="21"/>
                  <a:pt x="23" y="21"/>
                  <a:pt x="23" y="21"/>
                </a:cubicBezTo>
                <a:cubicBezTo>
                  <a:pt x="48" y="21"/>
                  <a:pt x="48" y="21"/>
                  <a:pt x="48" y="21"/>
                </a:cubicBezTo>
                <a:cubicBezTo>
                  <a:pt x="51" y="21"/>
                  <a:pt x="53" y="23"/>
                  <a:pt x="53" y="25"/>
                </a:cubicBezTo>
                <a:lnTo>
                  <a:pt x="53" y="3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0" name="Freeform 19"/>
          <p:cNvSpPr/>
          <p:nvPr/>
        </p:nvSpPr>
        <p:spPr>
          <a:xfrm>
            <a:off x="6934320" y="461880"/>
            <a:ext cx="188640" cy="182520"/>
          </a:xfrm>
          <a:custGeom>
            <a:avLst/>
            <a:gdLst/>
            <a:ahLst/>
            <a:rect l="l" t="t" r="r" b="b"/>
            <a:pathLst>
              <a:path w="55" h="53">
                <a:moveTo>
                  <a:pt x="54" y="31"/>
                </a:moveTo>
                <a:cubicBezTo>
                  <a:pt x="51" y="34"/>
                  <a:pt x="51" y="34"/>
                  <a:pt x="51" y="34"/>
                </a:cubicBezTo>
                <a:cubicBezTo>
                  <a:pt x="50" y="35"/>
                  <a:pt x="49" y="35"/>
                  <a:pt x="48" y="35"/>
                </a:cubicBezTo>
                <a:cubicBezTo>
                  <a:pt x="47" y="35"/>
                  <a:pt x="46" y="35"/>
                  <a:pt x="45" y="34"/>
                </a:cubicBezTo>
                <a:cubicBezTo>
                  <a:pt x="34" y="23"/>
                  <a:pt x="34" y="23"/>
                  <a:pt x="34" y="23"/>
                </a:cubicBezTo>
                <a:cubicBezTo>
                  <a:pt x="34" y="48"/>
                  <a:pt x="34" y="48"/>
                  <a:pt x="34" y="48"/>
                </a:cubicBezTo>
                <a:cubicBezTo>
                  <a:pt x="34" y="51"/>
                  <a:pt x="32" y="53"/>
                  <a:pt x="30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3" y="53"/>
                  <a:pt x="21" y="51"/>
                  <a:pt x="21" y="48"/>
                </a:cubicBezTo>
                <a:cubicBezTo>
                  <a:pt x="21" y="23"/>
                  <a:pt x="21" y="23"/>
                  <a:pt x="21" y="23"/>
                </a:cubicBezTo>
                <a:cubicBezTo>
                  <a:pt x="10" y="34"/>
                  <a:pt x="10" y="34"/>
                  <a:pt x="10" y="34"/>
                </a:cubicBezTo>
                <a:cubicBezTo>
                  <a:pt x="9" y="35"/>
                  <a:pt x="8" y="35"/>
                  <a:pt x="7" y="35"/>
                </a:cubicBezTo>
                <a:cubicBezTo>
                  <a:pt x="6" y="35"/>
                  <a:pt x="5" y="35"/>
                  <a:pt x="4" y="34"/>
                </a:cubicBezTo>
                <a:cubicBezTo>
                  <a:pt x="1" y="31"/>
                  <a:pt x="1" y="31"/>
                  <a:pt x="1" y="31"/>
                </a:cubicBezTo>
                <a:cubicBezTo>
                  <a:pt x="0" y="30"/>
                  <a:pt x="0" y="29"/>
                  <a:pt x="0" y="28"/>
                </a:cubicBezTo>
                <a:cubicBezTo>
                  <a:pt x="0" y="27"/>
                  <a:pt x="0" y="25"/>
                  <a:pt x="1" y="25"/>
                </a:cubicBezTo>
                <a:cubicBezTo>
                  <a:pt x="24" y="1"/>
                  <a:pt x="24" y="1"/>
                  <a:pt x="24" y="1"/>
                </a:cubicBezTo>
                <a:cubicBezTo>
                  <a:pt x="25" y="0"/>
                  <a:pt x="26" y="0"/>
                  <a:pt x="27" y="0"/>
                </a:cubicBezTo>
                <a:cubicBezTo>
                  <a:pt x="29" y="0"/>
                  <a:pt x="30" y="0"/>
                  <a:pt x="31" y="1"/>
                </a:cubicBezTo>
                <a:cubicBezTo>
                  <a:pt x="54" y="25"/>
                  <a:pt x="54" y="25"/>
                  <a:pt x="54" y="25"/>
                </a:cubicBezTo>
                <a:cubicBezTo>
                  <a:pt x="55" y="25"/>
                  <a:pt x="55" y="27"/>
                  <a:pt x="55" y="28"/>
                </a:cubicBezTo>
                <a:cubicBezTo>
                  <a:pt x="55" y="29"/>
                  <a:pt x="55" y="30"/>
                  <a:pt x="54" y="3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1" name="Freeform 20"/>
          <p:cNvSpPr/>
          <p:nvPr/>
        </p:nvSpPr>
        <p:spPr>
          <a:xfrm>
            <a:off x="7423200" y="455760"/>
            <a:ext cx="189000" cy="188640"/>
          </a:xfrm>
          <a:custGeom>
            <a:avLst/>
            <a:gdLst/>
            <a:ahLst/>
            <a:rect l="l" t="t" r="r" b="b"/>
            <a:pathLst>
              <a:path w="55" h="55">
                <a:moveTo>
                  <a:pt x="33" y="27"/>
                </a:moveTo>
                <a:cubicBezTo>
                  <a:pt x="46" y="40"/>
                  <a:pt x="46" y="40"/>
                  <a:pt x="46" y="40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4"/>
                  <a:pt x="52" y="34"/>
                  <a:pt x="53" y="34"/>
                </a:cubicBezTo>
                <a:cubicBezTo>
                  <a:pt x="54" y="35"/>
                  <a:pt x="55" y="35"/>
                  <a:pt x="55" y="36"/>
                </a:cubicBezTo>
                <a:cubicBezTo>
                  <a:pt x="55" y="52"/>
                  <a:pt x="55" y="52"/>
                  <a:pt x="55" y="52"/>
                </a:cubicBezTo>
                <a:cubicBezTo>
                  <a:pt x="55" y="54"/>
                  <a:pt x="54" y="55"/>
                  <a:pt x="52" y="55"/>
                </a:cubicBezTo>
                <a:cubicBezTo>
                  <a:pt x="36" y="55"/>
                  <a:pt x="36" y="55"/>
                  <a:pt x="36" y="55"/>
                </a:cubicBezTo>
                <a:cubicBezTo>
                  <a:pt x="35" y="55"/>
                  <a:pt x="35" y="54"/>
                  <a:pt x="34" y="53"/>
                </a:cubicBezTo>
                <a:cubicBezTo>
                  <a:pt x="34" y="52"/>
                  <a:pt x="34" y="51"/>
                  <a:pt x="35" y="51"/>
                </a:cubicBezTo>
                <a:cubicBezTo>
                  <a:pt x="40" y="46"/>
                  <a:pt x="40" y="46"/>
                  <a:pt x="40" y="46"/>
                </a:cubicBezTo>
                <a:cubicBezTo>
                  <a:pt x="27" y="33"/>
                  <a:pt x="27" y="33"/>
                  <a:pt x="27" y="33"/>
                </a:cubicBezTo>
                <a:cubicBezTo>
                  <a:pt x="15" y="46"/>
                  <a:pt x="15" y="46"/>
                  <a:pt x="15" y="46"/>
                </a:cubicBezTo>
                <a:cubicBezTo>
                  <a:pt x="20" y="51"/>
                  <a:pt x="20" y="51"/>
                  <a:pt x="20" y="51"/>
                </a:cubicBezTo>
                <a:cubicBezTo>
                  <a:pt x="20" y="51"/>
                  <a:pt x="21" y="52"/>
                  <a:pt x="20" y="53"/>
                </a:cubicBezTo>
                <a:cubicBezTo>
                  <a:pt x="20" y="54"/>
                  <a:pt x="19" y="55"/>
                  <a:pt x="18" y="55"/>
                </a:cubicBezTo>
                <a:cubicBezTo>
                  <a:pt x="2" y="55"/>
                  <a:pt x="2" y="55"/>
                  <a:pt x="2" y="55"/>
                </a:cubicBezTo>
                <a:cubicBezTo>
                  <a:pt x="1" y="55"/>
                  <a:pt x="0" y="54"/>
                  <a:pt x="0" y="52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35"/>
                  <a:pt x="0" y="35"/>
                  <a:pt x="1" y="34"/>
                </a:cubicBezTo>
                <a:cubicBezTo>
                  <a:pt x="2" y="34"/>
                  <a:pt x="3" y="34"/>
                  <a:pt x="4" y="35"/>
                </a:cubicBezTo>
                <a:cubicBezTo>
                  <a:pt x="9" y="40"/>
                  <a:pt x="9" y="40"/>
                  <a:pt x="9" y="40"/>
                </a:cubicBezTo>
                <a:cubicBezTo>
                  <a:pt x="21" y="27"/>
                  <a:pt x="21" y="27"/>
                  <a:pt x="21" y="27"/>
                </a:cubicBezTo>
                <a:cubicBezTo>
                  <a:pt x="9" y="14"/>
                  <a:pt x="9" y="14"/>
                  <a:pt x="9" y="14"/>
                </a:cubicBezTo>
                <a:cubicBezTo>
                  <a:pt x="4" y="20"/>
                  <a:pt x="4" y="20"/>
                  <a:pt x="4" y="20"/>
                </a:cubicBezTo>
                <a:cubicBezTo>
                  <a:pt x="3" y="20"/>
                  <a:pt x="3" y="20"/>
                  <a:pt x="2" y="20"/>
                </a:cubicBezTo>
                <a:cubicBezTo>
                  <a:pt x="2" y="20"/>
                  <a:pt x="1" y="20"/>
                  <a:pt x="1" y="20"/>
                </a:cubicBezTo>
                <a:cubicBezTo>
                  <a:pt x="0" y="20"/>
                  <a:pt x="0" y="19"/>
                  <a:pt x="0" y="18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9" y="0"/>
                  <a:pt x="20" y="0"/>
                  <a:pt x="20" y="1"/>
                </a:cubicBezTo>
                <a:cubicBezTo>
                  <a:pt x="21" y="2"/>
                  <a:pt x="20" y="3"/>
                  <a:pt x="20" y="4"/>
                </a:cubicBezTo>
                <a:cubicBezTo>
                  <a:pt x="15" y="9"/>
                  <a:pt x="15" y="9"/>
                  <a:pt x="15" y="9"/>
                </a:cubicBezTo>
                <a:cubicBezTo>
                  <a:pt x="27" y="21"/>
                  <a:pt x="27" y="21"/>
                  <a:pt x="27" y="21"/>
                </a:cubicBezTo>
                <a:cubicBezTo>
                  <a:pt x="40" y="9"/>
                  <a:pt x="40" y="9"/>
                  <a:pt x="40" y="9"/>
                </a:cubicBezTo>
                <a:cubicBezTo>
                  <a:pt x="35" y="4"/>
                  <a:pt x="35" y="4"/>
                  <a:pt x="35" y="4"/>
                </a:cubicBezTo>
                <a:cubicBezTo>
                  <a:pt x="34" y="3"/>
                  <a:pt x="34" y="2"/>
                  <a:pt x="34" y="1"/>
                </a:cubicBezTo>
                <a:cubicBezTo>
                  <a:pt x="35" y="0"/>
                  <a:pt x="35" y="0"/>
                  <a:pt x="36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54" y="0"/>
                  <a:pt x="55" y="1"/>
                  <a:pt x="55" y="2"/>
                </a:cubicBezTo>
                <a:cubicBezTo>
                  <a:pt x="55" y="18"/>
                  <a:pt x="55" y="18"/>
                  <a:pt x="55" y="18"/>
                </a:cubicBezTo>
                <a:cubicBezTo>
                  <a:pt x="55" y="19"/>
                  <a:pt x="54" y="20"/>
                  <a:pt x="53" y="20"/>
                </a:cubicBezTo>
                <a:cubicBezTo>
                  <a:pt x="53" y="20"/>
                  <a:pt x="53" y="20"/>
                  <a:pt x="52" y="20"/>
                </a:cubicBezTo>
                <a:cubicBezTo>
                  <a:pt x="52" y="20"/>
                  <a:pt x="51" y="20"/>
                  <a:pt x="51" y="20"/>
                </a:cubicBezTo>
                <a:cubicBezTo>
                  <a:pt x="46" y="14"/>
                  <a:pt x="46" y="14"/>
                  <a:pt x="46" y="14"/>
                </a:cubicBezTo>
                <a:lnTo>
                  <a:pt x="33" y="2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2" name="Freeform 21"/>
          <p:cNvSpPr/>
          <p:nvPr/>
        </p:nvSpPr>
        <p:spPr>
          <a:xfrm>
            <a:off x="7924680" y="438120"/>
            <a:ext cx="77760" cy="220680"/>
          </a:xfrm>
          <a:custGeom>
            <a:avLst/>
            <a:gdLst/>
            <a:ahLst/>
            <a:rect l="l" t="t" r="r" b="b"/>
            <a:pathLst>
              <a:path w="23" h="64">
                <a:moveTo>
                  <a:pt x="21" y="14"/>
                </a:moveTo>
                <a:cubicBezTo>
                  <a:pt x="16" y="14"/>
                  <a:pt x="16" y="14"/>
                  <a:pt x="16" y="14"/>
                </a:cubicBezTo>
                <a:cubicBezTo>
                  <a:pt x="16" y="50"/>
                  <a:pt x="16" y="50"/>
                  <a:pt x="16" y="50"/>
                </a:cubicBezTo>
                <a:cubicBezTo>
                  <a:pt x="21" y="50"/>
                  <a:pt x="21" y="50"/>
                  <a:pt x="21" y="50"/>
                </a:cubicBezTo>
                <a:cubicBezTo>
                  <a:pt x="22" y="50"/>
                  <a:pt x="23" y="51"/>
                  <a:pt x="23" y="53"/>
                </a:cubicBezTo>
                <a:cubicBezTo>
                  <a:pt x="23" y="53"/>
                  <a:pt x="23" y="54"/>
                  <a:pt x="22" y="54"/>
                </a:cubicBezTo>
                <a:cubicBezTo>
                  <a:pt x="13" y="63"/>
                  <a:pt x="13" y="63"/>
                  <a:pt x="13" y="63"/>
                </a:cubicBezTo>
                <a:cubicBezTo>
                  <a:pt x="13" y="64"/>
                  <a:pt x="12" y="64"/>
                  <a:pt x="11" y="64"/>
                </a:cubicBezTo>
                <a:cubicBezTo>
                  <a:pt x="11" y="64"/>
                  <a:pt x="10" y="64"/>
                  <a:pt x="10" y="63"/>
                </a:cubicBezTo>
                <a:cubicBezTo>
                  <a:pt x="1" y="54"/>
                  <a:pt x="1" y="54"/>
                  <a:pt x="1" y="54"/>
                </a:cubicBezTo>
                <a:cubicBezTo>
                  <a:pt x="0" y="54"/>
                  <a:pt x="0" y="53"/>
                  <a:pt x="0" y="53"/>
                </a:cubicBezTo>
                <a:cubicBezTo>
                  <a:pt x="0" y="51"/>
                  <a:pt x="1" y="50"/>
                  <a:pt x="2" y="50"/>
                </a:cubicBezTo>
                <a:cubicBezTo>
                  <a:pt x="7" y="50"/>
                  <a:pt x="7" y="50"/>
                  <a:pt x="7" y="50"/>
                </a:cubicBezTo>
                <a:cubicBezTo>
                  <a:pt x="7" y="14"/>
                  <a:pt x="7" y="14"/>
                  <a:pt x="7" y="14"/>
                </a:cubicBezTo>
                <a:cubicBezTo>
                  <a:pt x="2" y="14"/>
                  <a:pt x="2" y="14"/>
                  <a:pt x="2" y="14"/>
                </a:cubicBezTo>
                <a:cubicBezTo>
                  <a:pt x="1" y="14"/>
                  <a:pt x="0" y="13"/>
                  <a:pt x="0" y="12"/>
                </a:cubicBezTo>
                <a:cubicBezTo>
                  <a:pt x="0" y="11"/>
                  <a:pt x="0" y="10"/>
                  <a:pt x="1" y="10"/>
                </a:cubicBezTo>
                <a:cubicBezTo>
                  <a:pt x="10" y="1"/>
                  <a:pt x="10" y="1"/>
                  <a:pt x="10" y="1"/>
                </a:cubicBezTo>
                <a:cubicBezTo>
                  <a:pt x="10" y="0"/>
                  <a:pt x="11" y="0"/>
                  <a:pt x="11" y="0"/>
                </a:cubicBezTo>
                <a:cubicBezTo>
                  <a:pt x="12" y="0"/>
                  <a:pt x="13" y="0"/>
                  <a:pt x="13" y="1"/>
                </a:cubicBezTo>
                <a:cubicBezTo>
                  <a:pt x="22" y="10"/>
                  <a:pt x="22" y="10"/>
                  <a:pt x="22" y="10"/>
                </a:cubicBezTo>
                <a:cubicBezTo>
                  <a:pt x="23" y="10"/>
                  <a:pt x="23" y="11"/>
                  <a:pt x="23" y="12"/>
                </a:cubicBezTo>
                <a:cubicBezTo>
                  <a:pt x="23" y="13"/>
                  <a:pt x="22" y="14"/>
                  <a:pt x="21" y="1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3" name="Freeform 22"/>
          <p:cNvSpPr/>
          <p:nvPr/>
        </p:nvSpPr>
        <p:spPr>
          <a:xfrm>
            <a:off x="8426520" y="452520"/>
            <a:ext cx="189000" cy="191880"/>
          </a:xfrm>
          <a:custGeom>
            <a:avLst/>
            <a:gdLst/>
            <a:ahLst/>
            <a:rect l="l" t="t" r="r" b="b"/>
            <a:pathLst>
              <a:path w="55" h="56">
                <a:moveTo>
                  <a:pt x="55" y="2"/>
                </a:moveTo>
                <a:cubicBezTo>
                  <a:pt x="55" y="54"/>
                  <a:pt x="55" y="54"/>
                  <a:pt x="55" y="54"/>
                </a:cubicBezTo>
                <a:cubicBezTo>
                  <a:pt x="55" y="56"/>
                  <a:pt x="54" y="56"/>
                  <a:pt x="54" y="55"/>
                </a:cubicBezTo>
                <a:cubicBezTo>
                  <a:pt x="28" y="30"/>
                  <a:pt x="28" y="30"/>
                  <a:pt x="28" y="30"/>
                </a:cubicBezTo>
                <a:cubicBezTo>
                  <a:pt x="28" y="30"/>
                  <a:pt x="28" y="29"/>
                  <a:pt x="28" y="29"/>
                </a:cubicBezTo>
                <a:cubicBezTo>
                  <a:pt x="28" y="54"/>
                  <a:pt x="28" y="54"/>
                  <a:pt x="28" y="54"/>
                </a:cubicBezTo>
                <a:cubicBezTo>
                  <a:pt x="28" y="56"/>
                  <a:pt x="27" y="56"/>
                  <a:pt x="26" y="55"/>
                </a:cubicBezTo>
                <a:cubicBezTo>
                  <a:pt x="1" y="30"/>
                  <a:pt x="1" y="30"/>
                  <a:pt x="1" y="30"/>
                </a:cubicBezTo>
                <a:cubicBezTo>
                  <a:pt x="0" y="29"/>
                  <a:pt x="0" y="27"/>
                  <a:pt x="1" y="27"/>
                </a:cubicBezTo>
                <a:cubicBezTo>
                  <a:pt x="26" y="1"/>
                  <a:pt x="26" y="1"/>
                  <a:pt x="26" y="1"/>
                </a:cubicBezTo>
                <a:cubicBezTo>
                  <a:pt x="27" y="0"/>
                  <a:pt x="28" y="1"/>
                  <a:pt x="28" y="2"/>
                </a:cubicBezTo>
                <a:cubicBezTo>
                  <a:pt x="28" y="27"/>
                  <a:pt x="28" y="27"/>
                  <a:pt x="28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54" y="1"/>
                  <a:pt x="54" y="1"/>
                  <a:pt x="54" y="1"/>
                </a:cubicBezTo>
                <a:cubicBezTo>
                  <a:pt x="54" y="0"/>
                  <a:pt x="55" y="1"/>
                  <a:pt x="55" y="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4" name="Freeform 23"/>
          <p:cNvSpPr/>
          <p:nvPr/>
        </p:nvSpPr>
        <p:spPr>
          <a:xfrm>
            <a:off x="8866080" y="438120"/>
            <a:ext cx="233640" cy="220680"/>
          </a:xfrm>
          <a:custGeom>
            <a:avLst/>
            <a:gdLst/>
            <a:ahLst/>
            <a:rect l="l" t="t" r="r" b="b"/>
            <a:pathLst>
              <a:path w="68" h="64">
                <a:moveTo>
                  <a:pt x="68" y="14"/>
                </a:moveTo>
                <a:cubicBezTo>
                  <a:pt x="68" y="18"/>
                  <a:pt x="68" y="18"/>
                  <a:pt x="68" y="18"/>
                </a:cubicBezTo>
                <a:cubicBezTo>
                  <a:pt x="64" y="18"/>
                  <a:pt x="64" y="18"/>
                  <a:pt x="64" y="18"/>
                </a:cubicBezTo>
                <a:cubicBezTo>
                  <a:pt x="64" y="20"/>
                  <a:pt x="63" y="21"/>
                  <a:pt x="61" y="21"/>
                </a:cubicBezTo>
                <a:cubicBezTo>
                  <a:pt x="7" y="21"/>
                  <a:pt x="7" y="21"/>
                  <a:pt x="7" y="21"/>
                </a:cubicBezTo>
                <a:cubicBezTo>
                  <a:pt x="5" y="21"/>
                  <a:pt x="4" y="20"/>
                  <a:pt x="4" y="18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14"/>
                  <a:pt x="0" y="14"/>
                  <a:pt x="0" y="14"/>
                </a:cubicBezTo>
                <a:cubicBezTo>
                  <a:pt x="34" y="0"/>
                  <a:pt x="34" y="0"/>
                  <a:pt x="34" y="0"/>
                </a:cubicBezTo>
                <a:lnTo>
                  <a:pt x="68" y="14"/>
                </a:lnTo>
                <a:close/>
                <a:moveTo>
                  <a:pt x="68" y="60"/>
                </a:moveTo>
                <a:cubicBezTo>
                  <a:pt x="68" y="64"/>
                  <a:pt x="68" y="64"/>
                  <a:pt x="68" y="64"/>
                </a:cubicBezTo>
                <a:cubicBezTo>
                  <a:pt x="0" y="64"/>
                  <a:pt x="0" y="64"/>
                  <a:pt x="0" y="64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58"/>
                  <a:pt x="1" y="57"/>
                  <a:pt x="2" y="57"/>
                </a:cubicBezTo>
                <a:cubicBezTo>
                  <a:pt x="66" y="57"/>
                  <a:pt x="66" y="57"/>
                  <a:pt x="66" y="57"/>
                </a:cubicBezTo>
                <a:cubicBezTo>
                  <a:pt x="67" y="57"/>
                  <a:pt x="68" y="58"/>
                  <a:pt x="68" y="60"/>
                </a:cubicBezTo>
                <a:close/>
                <a:moveTo>
                  <a:pt x="18" y="23"/>
                </a:moveTo>
                <a:cubicBezTo>
                  <a:pt x="18" y="50"/>
                  <a:pt x="18" y="50"/>
                  <a:pt x="18" y="50"/>
                </a:cubicBezTo>
                <a:cubicBezTo>
                  <a:pt x="23" y="50"/>
                  <a:pt x="23" y="50"/>
                  <a:pt x="23" y="50"/>
                </a:cubicBezTo>
                <a:cubicBezTo>
                  <a:pt x="23" y="23"/>
                  <a:pt x="23" y="23"/>
                  <a:pt x="23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50"/>
                  <a:pt x="32" y="50"/>
                  <a:pt x="32" y="50"/>
                </a:cubicBezTo>
                <a:cubicBezTo>
                  <a:pt x="36" y="50"/>
                  <a:pt x="36" y="50"/>
                  <a:pt x="36" y="50"/>
                </a:cubicBezTo>
                <a:cubicBezTo>
                  <a:pt x="36" y="23"/>
                  <a:pt x="36" y="23"/>
                  <a:pt x="36" y="2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50"/>
                  <a:pt x="45" y="50"/>
                  <a:pt x="45" y="50"/>
                </a:cubicBezTo>
                <a:cubicBezTo>
                  <a:pt x="50" y="50"/>
                  <a:pt x="50" y="50"/>
                  <a:pt x="50" y="50"/>
                </a:cubicBezTo>
                <a:cubicBezTo>
                  <a:pt x="50" y="23"/>
                  <a:pt x="50" y="23"/>
                  <a:pt x="50" y="23"/>
                </a:cubicBezTo>
                <a:cubicBezTo>
                  <a:pt x="59" y="23"/>
                  <a:pt x="59" y="23"/>
                  <a:pt x="59" y="23"/>
                </a:cubicBezTo>
                <a:cubicBezTo>
                  <a:pt x="59" y="50"/>
                  <a:pt x="59" y="50"/>
                  <a:pt x="59" y="50"/>
                </a:cubicBezTo>
                <a:cubicBezTo>
                  <a:pt x="61" y="50"/>
                  <a:pt x="61" y="50"/>
                  <a:pt x="61" y="50"/>
                </a:cubicBezTo>
                <a:cubicBezTo>
                  <a:pt x="63" y="50"/>
                  <a:pt x="64" y="51"/>
                  <a:pt x="64" y="53"/>
                </a:cubicBezTo>
                <a:cubicBezTo>
                  <a:pt x="64" y="55"/>
                  <a:pt x="64" y="55"/>
                  <a:pt x="64" y="55"/>
                </a:cubicBezTo>
                <a:cubicBezTo>
                  <a:pt x="4" y="55"/>
                  <a:pt x="4" y="55"/>
                  <a:pt x="4" y="55"/>
                </a:cubicBezTo>
                <a:cubicBezTo>
                  <a:pt x="4" y="53"/>
                  <a:pt x="4" y="53"/>
                  <a:pt x="4" y="53"/>
                </a:cubicBezTo>
                <a:cubicBezTo>
                  <a:pt x="4" y="51"/>
                  <a:pt x="5" y="50"/>
                  <a:pt x="7" y="50"/>
                </a:cubicBezTo>
                <a:cubicBezTo>
                  <a:pt x="9" y="50"/>
                  <a:pt x="9" y="50"/>
                  <a:pt x="9" y="50"/>
                </a:cubicBezTo>
                <a:cubicBezTo>
                  <a:pt x="9" y="23"/>
                  <a:pt x="9" y="23"/>
                  <a:pt x="9" y="23"/>
                </a:cubicBezTo>
                <a:lnTo>
                  <a:pt x="18" y="2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5" name="Freeform 24"/>
          <p:cNvSpPr/>
          <p:nvPr/>
        </p:nvSpPr>
        <p:spPr>
          <a:xfrm>
            <a:off x="82440" y="825480"/>
            <a:ext cx="203400" cy="220680"/>
          </a:xfrm>
          <a:custGeom>
            <a:avLst/>
            <a:gdLst/>
            <a:ahLst/>
            <a:rect l="l" t="t" r="r" b="b"/>
            <a:pathLst>
              <a:path w="59" h="64">
                <a:moveTo>
                  <a:pt x="55" y="55"/>
                </a:moveTo>
                <a:cubicBezTo>
                  <a:pt x="39" y="55"/>
                  <a:pt x="39" y="55"/>
                  <a:pt x="39" y="55"/>
                </a:cubicBezTo>
                <a:cubicBezTo>
                  <a:pt x="39" y="60"/>
                  <a:pt x="35" y="64"/>
                  <a:pt x="30" y="64"/>
                </a:cubicBezTo>
                <a:cubicBezTo>
                  <a:pt x="25" y="64"/>
                  <a:pt x="21" y="60"/>
                  <a:pt x="21" y="55"/>
                </a:cubicBezTo>
                <a:cubicBezTo>
                  <a:pt x="5" y="55"/>
                  <a:pt x="5" y="55"/>
                  <a:pt x="5" y="55"/>
                </a:cubicBezTo>
                <a:cubicBezTo>
                  <a:pt x="2" y="55"/>
                  <a:pt x="0" y="53"/>
                  <a:pt x="0" y="50"/>
                </a:cubicBezTo>
                <a:cubicBezTo>
                  <a:pt x="5" y="46"/>
                  <a:pt x="11" y="38"/>
                  <a:pt x="11" y="20"/>
                </a:cubicBezTo>
                <a:cubicBezTo>
                  <a:pt x="11" y="13"/>
                  <a:pt x="17" y="6"/>
                  <a:pt x="27" y="5"/>
                </a:cubicBezTo>
                <a:cubicBezTo>
                  <a:pt x="26" y="4"/>
                  <a:pt x="26" y="4"/>
                  <a:pt x="26" y="3"/>
                </a:cubicBezTo>
                <a:cubicBezTo>
                  <a:pt x="26" y="1"/>
                  <a:pt x="28" y="0"/>
                  <a:pt x="30" y="0"/>
                </a:cubicBezTo>
                <a:cubicBezTo>
                  <a:pt x="32" y="0"/>
                  <a:pt x="33" y="1"/>
                  <a:pt x="33" y="3"/>
                </a:cubicBezTo>
                <a:cubicBezTo>
                  <a:pt x="33" y="4"/>
                  <a:pt x="33" y="4"/>
                  <a:pt x="33" y="5"/>
                </a:cubicBezTo>
                <a:cubicBezTo>
                  <a:pt x="42" y="6"/>
                  <a:pt x="48" y="13"/>
                  <a:pt x="48" y="20"/>
                </a:cubicBezTo>
                <a:cubicBezTo>
                  <a:pt x="48" y="38"/>
                  <a:pt x="54" y="46"/>
                  <a:pt x="59" y="50"/>
                </a:cubicBezTo>
                <a:cubicBezTo>
                  <a:pt x="59" y="53"/>
                  <a:pt x="57" y="55"/>
                  <a:pt x="55" y="55"/>
                </a:cubicBezTo>
                <a:close/>
                <a:moveTo>
                  <a:pt x="30" y="60"/>
                </a:moveTo>
                <a:cubicBezTo>
                  <a:pt x="27" y="60"/>
                  <a:pt x="25" y="57"/>
                  <a:pt x="25" y="55"/>
                </a:cubicBezTo>
                <a:cubicBezTo>
                  <a:pt x="25" y="54"/>
                  <a:pt x="24" y="54"/>
                  <a:pt x="24" y="54"/>
                </a:cubicBezTo>
                <a:cubicBezTo>
                  <a:pt x="24" y="54"/>
                  <a:pt x="23" y="54"/>
                  <a:pt x="23" y="55"/>
                </a:cubicBezTo>
                <a:cubicBezTo>
                  <a:pt x="23" y="58"/>
                  <a:pt x="26" y="61"/>
                  <a:pt x="30" y="61"/>
                </a:cubicBezTo>
                <a:cubicBezTo>
                  <a:pt x="30" y="61"/>
                  <a:pt x="30" y="61"/>
                  <a:pt x="30" y="60"/>
                </a:cubicBezTo>
                <a:cubicBezTo>
                  <a:pt x="30" y="60"/>
                  <a:pt x="30" y="60"/>
                  <a:pt x="30" y="6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6" name="Freeform 25"/>
          <p:cNvSpPr/>
          <p:nvPr/>
        </p:nvSpPr>
        <p:spPr>
          <a:xfrm>
            <a:off x="495360" y="825480"/>
            <a:ext cx="247680" cy="220680"/>
          </a:xfrm>
          <a:custGeom>
            <a:avLst/>
            <a:gdLst/>
            <a:ahLst/>
            <a:rect l="l" t="t" r="r" b="b"/>
            <a:pathLst>
              <a:path w="72" h="64">
                <a:moveTo>
                  <a:pt x="72" y="5"/>
                </a:moveTo>
                <a:cubicBezTo>
                  <a:pt x="5" y="63"/>
                  <a:pt x="5" y="63"/>
                  <a:pt x="5" y="63"/>
                </a:cubicBezTo>
                <a:cubicBezTo>
                  <a:pt x="5" y="64"/>
                  <a:pt x="4" y="64"/>
                  <a:pt x="4" y="63"/>
                </a:cubicBezTo>
                <a:cubicBezTo>
                  <a:pt x="1" y="60"/>
                  <a:pt x="1" y="60"/>
                  <a:pt x="1" y="60"/>
                </a:cubicBezTo>
                <a:cubicBezTo>
                  <a:pt x="0" y="59"/>
                  <a:pt x="0" y="59"/>
                  <a:pt x="1" y="58"/>
                </a:cubicBezTo>
                <a:cubicBezTo>
                  <a:pt x="7" y="52"/>
                  <a:pt x="7" y="52"/>
                  <a:pt x="7" y="52"/>
                </a:cubicBezTo>
                <a:cubicBezTo>
                  <a:pt x="7" y="52"/>
                  <a:pt x="7" y="51"/>
                  <a:pt x="7" y="50"/>
                </a:cubicBezTo>
                <a:cubicBezTo>
                  <a:pt x="12" y="46"/>
                  <a:pt x="18" y="38"/>
                  <a:pt x="18" y="20"/>
                </a:cubicBezTo>
                <a:cubicBezTo>
                  <a:pt x="18" y="13"/>
                  <a:pt x="24" y="6"/>
                  <a:pt x="33" y="5"/>
                </a:cubicBezTo>
                <a:cubicBezTo>
                  <a:pt x="33" y="4"/>
                  <a:pt x="33" y="4"/>
                  <a:pt x="33" y="3"/>
                </a:cubicBezTo>
                <a:cubicBezTo>
                  <a:pt x="33" y="1"/>
                  <a:pt x="34" y="0"/>
                  <a:pt x="36" y="0"/>
                </a:cubicBezTo>
                <a:cubicBezTo>
                  <a:pt x="38" y="0"/>
                  <a:pt x="40" y="1"/>
                  <a:pt x="40" y="3"/>
                </a:cubicBezTo>
                <a:cubicBezTo>
                  <a:pt x="40" y="4"/>
                  <a:pt x="40" y="4"/>
                  <a:pt x="39" y="5"/>
                </a:cubicBezTo>
                <a:cubicBezTo>
                  <a:pt x="46" y="5"/>
                  <a:pt x="50" y="9"/>
                  <a:pt x="53" y="13"/>
                </a:cubicBezTo>
                <a:cubicBezTo>
                  <a:pt x="67" y="0"/>
                  <a:pt x="67" y="0"/>
                  <a:pt x="67" y="0"/>
                </a:cubicBezTo>
                <a:cubicBezTo>
                  <a:pt x="68" y="0"/>
                  <a:pt x="69" y="0"/>
                  <a:pt x="69" y="0"/>
                </a:cubicBezTo>
                <a:cubicBezTo>
                  <a:pt x="72" y="4"/>
                  <a:pt x="72" y="4"/>
                  <a:pt x="72" y="4"/>
                </a:cubicBezTo>
                <a:cubicBezTo>
                  <a:pt x="72" y="4"/>
                  <a:pt x="72" y="5"/>
                  <a:pt x="72" y="5"/>
                </a:cubicBezTo>
                <a:close/>
                <a:moveTo>
                  <a:pt x="66" y="50"/>
                </a:moveTo>
                <a:cubicBezTo>
                  <a:pt x="66" y="53"/>
                  <a:pt x="64" y="55"/>
                  <a:pt x="61" y="55"/>
                </a:cubicBezTo>
                <a:cubicBezTo>
                  <a:pt x="45" y="55"/>
                  <a:pt x="45" y="55"/>
                  <a:pt x="45" y="55"/>
                </a:cubicBezTo>
                <a:cubicBezTo>
                  <a:pt x="45" y="60"/>
                  <a:pt x="41" y="64"/>
                  <a:pt x="36" y="64"/>
                </a:cubicBezTo>
                <a:cubicBezTo>
                  <a:pt x="31" y="64"/>
                  <a:pt x="27" y="60"/>
                  <a:pt x="27" y="55"/>
                </a:cubicBezTo>
                <a:cubicBezTo>
                  <a:pt x="55" y="30"/>
                  <a:pt x="55" y="30"/>
                  <a:pt x="55" y="30"/>
                </a:cubicBezTo>
                <a:cubicBezTo>
                  <a:pt x="57" y="41"/>
                  <a:pt x="62" y="47"/>
                  <a:pt x="66" y="50"/>
                </a:cubicBezTo>
                <a:close/>
                <a:moveTo>
                  <a:pt x="37" y="60"/>
                </a:moveTo>
                <a:cubicBezTo>
                  <a:pt x="37" y="60"/>
                  <a:pt x="37" y="60"/>
                  <a:pt x="36" y="60"/>
                </a:cubicBezTo>
                <a:cubicBezTo>
                  <a:pt x="34" y="60"/>
                  <a:pt x="31" y="57"/>
                  <a:pt x="31" y="55"/>
                </a:cubicBezTo>
                <a:cubicBezTo>
                  <a:pt x="31" y="54"/>
                  <a:pt x="31" y="54"/>
                  <a:pt x="31" y="54"/>
                </a:cubicBezTo>
                <a:cubicBezTo>
                  <a:pt x="30" y="54"/>
                  <a:pt x="30" y="54"/>
                  <a:pt x="30" y="55"/>
                </a:cubicBezTo>
                <a:cubicBezTo>
                  <a:pt x="30" y="58"/>
                  <a:pt x="33" y="61"/>
                  <a:pt x="36" y="61"/>
                </a:cubicBezTo>
                <a:cubicBezTo>
                  <a:pt x="37" y="61"/>
                  <a:pt x="37" y="61"/>
                  <a:pt x="37" y="6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7" name="Freeform 26"/>
          <p:cNvSpPr/>
          <p:nvPr/>
        </p:nvSpPr>
        <p:spPr>
          <a:xfrm>
            <a:off x="988920" y="855720"/>
            <a:ext cx="282600" cy="158760"/>
          </a:xfrm>
          <a:custGeom>
            <a:avLst/>
            <a:gdLst/>
            <a:ahLst/>
            <a:rect l="l" t="t" r="r" b="b"/>
            <a:pathLst>
              <a:path w="82" h="46">
                <a:moveTo>
                  <a:pt x="66" y="46"/>
                </a:moveTo>
                <a:cubicBezTo>
                  <a:pt x="57" y="46"/>
                  <a:pt x="50" y="38"/>
                  <a:pt x="50" y="30"/>
                </a:cubicBezTo>
                <a:cubicBezTo>
                  <a:pt x="50" y="25"/>
                  <a:pt x="52" y="21"/>
                  <a:pt x="55" y="18"/>
                </a:cubicBezTo>
                <a:cubicBezTo>
                  <a:pt x="53" y="14"/>
                  <a:pt x="53" y="14"/>
                  <a:pt x="53" y="14"/>
                </a:cubicBezTo>
                <a:cubicBezTo>
                  <a:pt x="40" y="31"/>
                  <a:pt x="40" y="31"/>
                  <a:pt x="40" y="31"/>
                </a:cubicBezTo>
                <a:cubicBezTo>
                  <a:pt x="40" y="32"/>
                  <a:pt x="39" y="32"/>
                  <a:pt x="39" y="32"/>
                </a:cubicBezTo>
                <a:cubicBezTo>
                  <a:pt x="32" y="32"/>
                  <a:pt x="32" y="32"/>
                  <a:pt x="32" y="32"/>
                </a:cubicBezTo>
                <a:cubicBezTo>
                  <a:pt x="30" y="40"/>
                  <a:pt x="24" y="46"/>
                  <a:pt x="16" y="46"/>
                </a:cubicBezTo>
                <a:cubicBezTo>
                  <a:pt x="7" y="46"/>
                  <a:pt x="0" y="38"/>
                  <a:pt x="0" y="30"/>
                </a:cubicBezTo>
                <a:cubicBezTo>
                  <a:pt x="0" y="21"/>
                  <a:pt x="7" y="14"/>
                  <a:pt x="16" y="14"/>
                </a:cubicBezTo>
                <a:cubicBezTo>
                  <a:pt x="19" y="14"/>
                  <a:pt x="21" y="14"/>
                  <a:pt x="23" y="16"/>
                </a:cubicBezTo>
                <a:cubicBezTo>
                  <a:pt x="28" y="9"/>
                  <a:pt x="28" y="9"/>
                  <a:pt x="28" y="9"/>
                </a:cubicBezTo>
                <a:cubicBezTo>
                  <a:pt x="20" y="9"/>
                  <a:pt x="20" y="9"/>
                  <a:pt x="20" y="9"/>
                </a:cubicBezTo>
                <a:cubicBezTo>
                  <a:pt x="19" y="9"/>
                  <a:pt x="18" y="8"/>
                  <a:pt x="18" y="7"/>
                </a:cubicBezTo>
                <a:cubicBezTo>
                  <a:pt x="18" y="6"/>
                  <a:pt x="19" y="4"/>
                  <a:pt x="20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4" y="9"/>
                  <a:pt x="34" y="9"/>
                  <a:pt x="34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47" y="4"/>
                  <a:pt x="47" y="4"/>
                  <a:pt x="47" y="4"/>
                </a:cubicBezTo>
                <a:cubicBezTo>
                  <a:pt x="39" y="4"/>
                  <a:pt x="39" y="4"/>
                  <a:pt x="39" y="4"/>
                </a:cubicBezTo>
                <a:cubicBezTo>
                  <a:pt x="37" y="4"/>
                  <a:pt x="36" y="3"/>
                  <a:pt x="36" y="2"/>
                </a:cubicBezTo>
                <a:cubicBezTo>
                  <a:pt x="36" y="1"/>
                  <a:pt x="37" y="0"/>
                  <a:pt x="39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48" y="0"/>
                  <a:pt x="49" y="0"/>
                  <a:pt x="50" y="1"/>
                </a:cubicBezTo>
                <a:cubicBezTo>
                  <a:pt x="59" y="15"/>
                  <a:pt x="59" y="15"/>
                  <a:pt x="59" y="15"/>
                </a:cubicBezTo>
                <a:cubicBezTo>
                  <a:pt x="61" y="14"/>
                  <a:pt x="64" y="14"/>
                  <a:pt x="66" y="14"/>
                </a:cubicBezTo>
                <a:cubicBezTo>
                  <a:pt x="75" y="14"/>
                  <a:pt x="82" y="21"/>
                  <a:pt x="82" y="30"/>
                </a:cubicBezTo>
                <a:cubicBezTo>
                  <a:pt x="82" y="38"/>
                  <a:pt x="75" y="46"/>
                  <a:pt x="66" y="46"/>
                </a:cubicBezTo>
                <a:close/>
                <a:moveTo>
                  <a:pt x="16" y="32"/>
                </a:moveTo>
                <a:cubicBezTo>
                  <a:pt x="14" y="32"/>
                  <a:pt x="13" y="30"/>
                  <a:pt x="14" y="28"/>
                </a:cubicBezTo>
                <a:cubicBezTo>
                  <a:pt x="21" y="19"/>
                  <a:pt x="21" y="19"/>
                  <a:pt x="21" y="19"/>
                </a:cubicBezTo>
                <a:cubicBezTo>
                  <a:pt x="19" y="19"/>
                  <a:pt x="18" y="18"/>
                  <a:pt x="16" y="18"/>
                </a:cubicBezTo>
                <a:cubicBezTo>
                  <a:pt x="9" y="18"/>
                  <a:pt x="4" y="23"/>
                  <a:pt x="4" y="30"/>
                </a:cubicBezTo>
                <a:cubicBezTo>
                  <a:pt x="4" y="36"/>
                  <a:pt x="9" y="41"/>
                  <a:pt x="16" y="41"/>
                </a:cubicBezTo>
                <a:cubicBezTo>
                  <a:pt x="21" y="41"/>
                  <a:pt x="26" y="37"/>
                  <a:pt x="27" y="32"/>
                </a:cubicBezTo>
                <a:lnTo>
                  <a:pt x="16" y="32"/>
                </a:lnTo>
                <a:close/>
                <a:moveTo>
                  <a:pt x="27" y="27"/>
                </a:moveTo>
                <a:cubicBezTo>
                  <a:pt x="27" y="25"/>
                  <a:pt x="26" y="23"/>
                  <a:pt x="24" y="22"/>
                </a:cubicBezTo>
                <a:cubicBezTo>
                  <a:pt x="20" y="27"/>
                  <a:pt x="20" y="27"/>
                  <a:pt x="20" y="27"/>
                </a:cubicBezTo>
                <a:lnTo>
                  <a:pt x="27" y="27"/>
                </a:lnTo>
                <a:close/>
                <a:moveTo>
                  <a:pt x="48" y="14"/>
                </a:moveTo>
                <a:cubicBezTo>
                  <a:pt x="31" y="14"/>
                  <a:pt x="31" y="14"/>
                  <a:pt x="31" y="14"/>
                </a:cubicBezTo>
                <a:cubicBezTo>
                  <a:pt x="27" y="18"/>
                  <a:pt x="27" y="18"/>
                  <a:pt x="27" y="18"/>
                </a:cubicBezTo>
                <a:cubicBezTo>
                  <a:pt x="29" y="21"/>
                  <a:pt x="31" y="24"/>
                  <a:pt x="32" y="27"/>
                </a:cubicBezTo>
                <a:cubicBezTo>
                  <a:pt x="37" y="27"/>
                  <a:pt x="37" y="27"/>
                  <a:pt x="37" y="27"/>
                </a:cubicBezTo>
                <a:lnTo>
                  <a:pt x="48" y="14"/>
                </a:lnTo>
                <a:close/>
                <a:moveTo>
                  <a:pt x="66" y="18"/>
                </a:moveTo>
                <a:cubicBezTo>
                  <a:pt x="64" y="18"/>
                  <a:pt x="63" y="19"/>
                  <a:pt x="62" y="19"/>
                </a:cubicBezTo>
                <a:cubicBezTo>
                  <a:pt x="68" y="28"/>
                  <a:pt x="68" y="28"/>
                  <a:pt x="68" y="28"/>
                </a:cubicBezTo>
                <a:cubicBezTo>
                  <a:pt x="69" y="29"/>
                  <a:pt x="68" y="31"/>
                  <a:pt x="67" y="31"/>
                </a:cubicBezTo>
                <a:cubicBezTo>
                  <a:pt x="67" y="32"/>
                  <a:pt x="66" y="32"/>
                  <a:pt x="66" y="32"/>
                </a:cubicBezTo>
                <a:cubicBezTo>
                  <a:pt x="65" y="32"/>
                  <a:pt x="65" y="32"/>
                  <a:pt x="64" y="31"/>
                </a:cubicBezTo>
                <a:cubicBezTo>
                  <a:pt x="58" y="22"/>
                  <a:pt x="58" y="22"/>
                  <a:pt x="58" y="22"/>
                </a:cubicBezTo>
                <a:cubicBezTo>
                  <a:pt x="56" y="24"/>
                  <a:pt x="55" y="26"/>
                  <a:pt x="55" y="30"/>
                </a:cubicBezTo>
                <a:cubicBezTo>
                  <a:pt x="55" y="36"/>
                  <a:pt x="60" y="41"/>
                  <a:pt x="66" y="41"/>
                </a:cubicBezTo>
                <a:cubicBezTo>
                  <a:pt x="72" y="41"/>
                  <a:pt x="77" y="36"/>
                  <a:pt x="77" y="30"/>
                </a:cubicBezTo>
                <a:cubicBezTo>
                  <a:pt x="77" y="23"/>
                  <a:pt x="72" y="18"/>
                  <a:pt x="66" y="1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8" name="Freeform 27"/>
          <p:cNvSpPr/>
          <p:nvPr/>
        </p:nvSpPr>
        <p:spPr>
          <a:xfrm>
            <a:off x="1484280" y="825480"/>
            <a:ext cx="220680" cy="220680"/>
          </a:xfrm>
          <a:custGeom>
            <a:avLst/>
            <a:gdLst/>
            <a:ahLst/>
            <a:rect l="l" t="t" r="r" b="b"/>
            <a:pathLst>
              <a:path w="64" h="64">
                <a:moveTo>
                  <a:pt x="64" y="45"/>
                </a:moveTo>
                <a:cubicBezTo>
                  <a:pt x="62" y="45"/>
                  <a:pt x="61" y="45"/>
                  <a:pt x="60" y="44"/>
                </a:cubicBezTo>
                <a:cubicBezTo>
                  <a:pt x="58" y="42"/>
                  <a:pt x="57" y="41"/>
                  <a:pt x="53" y="41"/>
                </a:cubicBezTo>
                <a:cubicBezTo>
                  <a:pt x="50" y="41"/>
                  <a:pt x="48" y="42"/>
                  <a:pt x="46" y="44"/>
                </a:cubicBezTo>
                <a:cubicBezTo>
                  <a:pt x="45" y="45"/>
                  <a:pt x="44" y="45"/>
                  <a:pt x="42" y="45"/>
                </a:cubicBezTo>
                <a:cubicBezTo>
                  <a:pt x="41" y="45"/>
                  <a:pt x="40" y="45"/>
                  <a:pt x="39" y="44"/>
                </a:cubicBezTo>
                <a:cubicBezTo>
                  <a:pt x="37" y="42"/>
                  <a:pt x="35" y="41"/>
                  <a:pt x="32" y="41"/>
                </a:cubicBezTo>
                <a:cubicBezTo>
                  <a:pt x="28" y="41"/>
                  <a:pt x="26" y="42"/>
                  <a:pt x="25" y="44"/>
                </a:cubicBezTo>
                <a:cubicBezTo>
                  <a:pt x="24" y="45"/>
                  <a:pt x="23" y="45"/>
                  <a:pt x="21" y="45"/>
                </a:cubicBezTo>
                <a:cubicBezTo>
                  <a:pt x="19" y="45"/>
                  <a:pt x="18" y="45"/>
                  <a:pt x="17" y="44"/>
                </a:cubicBezTo>
                <a:cubicBezTo>
                  <a:pt x="16" y="42"/>
                  <a:pt x="14" y="41"/>
                  <a:pt x="10" y="41"/>
                </a:cubicBezTo>
                <a:cubicBezTo>
                  <a:pt x="7" y="41"/>
                  <a:pt x="5" y="42"/>
                  <a:pt x="4" y="44"/>
                </a:cubicBezTo>
                <a:cubicBezTo>
                  <a:pt x="2" y="45"/>
                  <a:pt x="2" y="45"/>
                  <a:pt x="0" y="45"/>
                </a:cubicBezTo>
                <a:cubicBezTo>
                  <a:pt x="0" y="39"/>
                  <a:pt x="0" y="39"/>
                  <a:pt x="0" y="39"/>
                </a:cubicBezTo>
                <a:cubicBezTo>
                  <a:pt x="0" y="35"/>
                  <a:pt x="3" y="32"/>
                  <a:pt x="7" y="32"/>
                </a:cubicBezTo>
                <a:cubicBezTo>
                  <a:pt x="9" y="32"/>
                  <a:pt x="9" y="32"/>
                  <a:pt x="9" y="32"/>
                </a:cubicBezTo>
                <a:cubicBezTo>
                  <a:pt x="9" y="16"/>
                  <a:pt x="9" y="16"/>
                  <a:pt x="9" y="16"/>
                </a:cubicBezTo>
                <a:cubicBezTo>
                  <a:pt x="18" y="16"/>
                  <a:pt x="18" y="16"/>
                  <a:pt x="18" y="16"/>
                </a:cubicBezTo>
                <a:cubicBezTo>
                  <a:pt x="18" y="32"/>
                  <a:pt x="18" y="32"/>
                  <a:pt x="18" y="32"/>
                </a:cubicBezTo>
                <a:cubicBezTo>
                  <a:pt x="27" y="32"/>
                  <a:pt x="27" y="32"/>
                  <a:pt x="27" y="32"/>
                </a:cubicBezTo>
                <a:cubicBezTo>
                  <a:pt x="27" y="16"/>
                  <a:pt x="27" y="16"/>
                  <a:pt x="27" y="16"/>
                </a:cubicBezTo>
                <a:cubicBezTo>
                  <a:pt x="36" y="16"/>
                  <a:pt x="36" y="16"/>
                  <a:pt x="36" y="16"/>
                </a:cubicBezTo>
                <a:cubicBezTo>
                  <a:pt x="36" y="32"/>
                  <a:pt x="36" y="32"/>
                  <a:pt x="36" y="32"/>
                </a:cubicBezTo>
                <a:cubicBezTo>
                  <a:pt x="45" y="32"/>
                  <a:pt x="45" y="32"/>
                  <a:pt x="45" y="32"/>
                </a:cubicBezTo>
                <a:cubicBezTo>
                  <a:pt x="45" y="16"/>
                  <a:pt x="45" y="16"/>
                  <a:pt x="45" y="16"/>
                </a:cubicBezTo>
                <a:cubicBezTo>
                  <a:pt x="55" y="16"/>
                  <a:pt x="55" y="16"/>
                  <a:pt x="55" y="16"/>
                </a:cubicBezTo>
                <a:cubicBezTo>
                  <a:pt x="55" y="32"/>
                  <a:pt x="55" y="32"/>
                  <a:pt x="55" y="32"/>
                </a:cubicBezTo>
                <a:cubicBezTo>
                  <a:pt x="57" y="32"/>
                  <a:pt x="57" y="32"/>
                  <a:pt x="57" y="32"/>
                </a:cubicBezTo>
                <a:cubicBezTo>
                  <a:pt x="61" y="32"/>
                  <a:pt x="64" y="35"/>
                  <a:pt x="64" y="39"/>
                </a:cubicBezTo>
                <a:lnTo>
                  <a:pt x="64" y="45"/>
                </a:lnTo>
                <a:close/>
                <a:moveTo>
                  <a:pt x="64" y="64"/>
                </a:moveTo>
                <a:cubicBezTo>
                  <a:pt x="0" y="64"/>
                  <a:pt x="0" y="64"/>
                  <a:pt x="0" y="64"/>
                </a:cubicBezTo>
                <a:cubicBezTo>
                  <a:pt x="0" y="50"/>
                  <a:pt x="0" y="50"/>
                  <a:pt x="0" y="50"/>
                </a:cubicBezTo>
                <a:cubicBezTo>
                  <a:pt x="3" y="50"/>
                  <a:pt x="5" y="48"/>
                  <a:pt x="7" y="47"/>
                </a:cubicBezTo>
                <a:cubicBezTo>
                  <a:pt x="8" y="46"/>
                  <a:pt x="9" y="45"/>
                  <a:pt x="10" y="45"/>
                </a:cubicBezTo>
                <a:cubicBezTo>
                  <a:pt x="12" y="45"/>
                  <a:pt x="13" y="46"/>
                  <a:pt x="14" y="47"/>
                </a:cubicBezTo>
                <a:cubicBezTo>
                  <a:pt x="16" y="48"/>
                  <a:pt x="18" y="50"/>
                  <a:pt x="21" y="50"/>
                </a:cubicBezTo>
                <a:cubicBezTo>
                  <a:pt x="25" y="50"/>
                  <a:pt x="26" y="48"/>
                  <a:pt x="28" y="47"/>
                </a:cubicBezTo>
                <a:cubicBezTo>
                  <a:pt x="29" y="46"/>
                  <a:pt x="30" y="45"/>
                  <a:pt x="32" y="45"/>
                </a:cubicBezTo>
                <a:cubicBezTo>
                  <a:pt x="34" y="45"/>
                  <a:pt x="34" y="46"/>
                  <a:pt x="36" y="47"/>
                </a:cubicBezTo>
                <a:cubicBezTo>
                  <a:pt x="37" y="48"/>
                  <a:pt x="39" y="50"/>
                  <a:pt x="42" y="50"/>
                </a:cubicBezTo>
                <a:cubicBezTo>
                  <a:pt x="46" y="50"/>
                  <a:pt x="48" y="48"/>
                  <a:pt x="49" y="47"/>
                </a:cubicBezTo>
                <a:cubicBezTo>
                  <a:pt x="50" y="46"/>
                  <a:pt x="51" y="45"/>
                  <a:pt x="53" y="45"/>
                </a:cubicBezTo>
                <a:cubicBezTo>
                  <a:pt x="55" y="45"/>
                  <a:pt x="56" y="46"/>
                  <a:pt x="57" y="47"/>
                </a:cubicBezTo>
                <a:cubicBezTo>
                  <a:pt x="58" y="48"/>
                  <a:pt x="60" y="50"/>
                  <a:pt x="64" y="50"/>
                </a:cubicBezTo>
                <a:lnTo>
                  <a:pt x="64" y="64"/>
                </a:lnTo>
                <a:close/>
                <a:moveTo>
                  <a:pt x="13" y="13"/>
                </a:moveTo>
                <a:cubicBezTo>
                  <a:pt x="11" y="13"/>
                  <a:pt x="9" y="11"/>
                  <a:pt x="9" y="9"/>
                </a:cubicBezTo>
                <a:cubicBezTo>
                  <a:pt x="9" y="4"/>
                  <a:pt x="13" y="6"/>
                  <a:pt x="13" y="0"/>
                </a:cubicBezTo>
                <a:cubicBezTo>
                  <a:pt x="15" y="0"/>
                  <a:pt x="18" y="4"/>
                  <a:pt x="18" y="8"/>
                </a:cubicBezTo>
                <a:cubicBezTo>
                  <a:pt x="18" y="12"/>
                  <a:pt x="16" y="13"/>
                  <a:pt x="13" y="13"/>
                </a:cubicBezTo>
                <a:close/>
                <a:moveTo>
                  <a:pt x="32" y="13"/>
                </a:moveTo>
                <a:cubicBezTo>
                  <a:pt x="29" y="13"/>
                  <a:pt x="27" y="11"/>
                  <a:pt x="27" y="9"/>
                </a:cubicBezTo>
                <a:cubicBezTo>
                  <a:pt x="27" y="4"/>
                  <a:pt x="32" y="6"/>
                  <a:pt x="32" y="0"/>
                </a:cubicBezTo>
                <a:cubicBezTo>
                  <a:pt x="33" y="0"/>
                  <a:pt x="36" y="4"/>
                  <a:pt x="36" y="8"/>
                </a:cubicBezTo>
                <a:cubicBezTo>
                  <a:pt x="36" y="12"/>
                  <a:pt x="34" y="13"/>
                  <a:pt x="32" y="13"/>
                </a:cubicBezTo>
                <a:close/>
                <a:moveTo>
                  <a:pt x="50" y="13"/>
                </a:moveTo>
                <a:cubicBezTo>
                  <a:pt x="47" y="13"/>
                  <a:pt x="45" y="11"/>
                  <a:pt x="45" y="9"/>
                </a:cubicBezTo>
                <a:cubicBezTo>
                  <a:pt x="45" y="4"/>
                  <a:pt x="50" y="6"/>
                  <a:pt x="50" y="0"/>
                </a:cubicBezTo>
                <a:cubicBezTo>
                  <a:pt x="52" y="0"/>
                  <a:pt x="55" y="4"/>
                  <a:pt x="55" y="8"/>
                </a:cubicBezTo>
                <a:cubicBezTo>
                  <a:pt x="55" y="12"/>
                  <a:pt x="53" y="13"/>
                  <a:pt x="50" y="1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9" name="Freeform 28"/>
          <p:cNvSpPr/>
          <p:nvPr/>
        </p:nvSpPr>
        <p:spPr>
          <a:xfrm>
            <a:off x="1979640" y="839880"/>
            <a:ext cx="189000" cy="189000"/>
          </a:xfrm>
          <a:custGeom>
            <a:avLst/>
            <a:gdLst/>
            <a:ahLst/>
            <a:rect l="l" t="t" r="r" b="b"/>
            <a:pathLst>
              <a:path w="55" h="55">
                <a:moveTo>
                  <a:pt x="55" y="45"/>
                </a:moveTo>
                <a:cubicBezTo>
                  <a:pt x="55" y="51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1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1"/>
                </a:cubicBezTo>
                <a:lnTo>
                  <a:pt x="55" y="45"/>
                </a:lnTo>
                <a:close/>
                <a:moveTo>
                  <a:pt x="45" y="12"/>
                </a:moveTo>
                <a:cubicBezTo>
                  <a:pt x="44" y="10"/>
                  <a:pt x="41" y="9"/>
                  <a:pt x="39" y="8"/>
                </a:cubicBezTo>
                <a:cubicBezTo>
                  <a:pt x="34" y="7"/>
                  <a:pt x="28" y="7"/>
                  <a:pt x="22" y="7"/>
                </a:cubicBezTo>
                <a:cubicBezTo>
                  <a:pt x="19" y="7"/>
                  <a:pt x="16" y="8"/>
                  <a:pt x="14" y="9"/>
                </a:cubicBezTo>
                <a:cubicBezTo>
                  <a:pt x="12" y="9"/>
                  <a:pt x="9" y="10"/>
                  <a:pt x="9" y="13"/>
                </a:cubicBezTo>
                <a:cubicBezTo>
                  <a:pt x="10" y="18"/>
                  <a:pt x="11" y="23"/>
                  <a:pt x="12" y="29"/>
                </a:cubicBezTo>
                <a:cubicBezTo>
                  <a:pt x="12" y="30"/>
                  <a:pt x="12" y="32"/>
                  <a:pt x="13" y="33"/>
                </a:cubicBezTo>
                <a:cubicBezTo>
                  <a:pt x="16" y="35"/>
                  <a:pt x="20" y="36"/>
                  <a:pt x="23" y="37"/>
                </a:cubicBezTo>
                <a:cubicBezTo>
                  <a:pt x="29" y="37"/>
                  <a:pt x="34" y="37"/>
                  <a:pt x="39" y="34"/>
                </a:cubicBezTo>
                <a:cubicBezTo>
                  <a:pt x="40" y="34"/>
                  <a:pt x="42" y="33"/>
                  <a:pt x="42" y="31"/>
                </a:cubicBezTo>
                <a:cubicBezTo>
                  <a:pt x="43" y="25"/>
                  <a:pt x="44" y="20"/>
                  <a:pt x="45" y="14"/>
                </a:cubicBezTo>
                <a:cubicBezTo>
                  <a:pt x="45" y="13"/>
                  <a:pt x="45" y="12"/>
                  <a:pt x="45" y="12"/>
                </a:cubicBezTo>
                <a:close/>
                <a:moveTo>
                  <a:pt x="40" y="36"/>
                </a:moveTo>
                <a:cubicBezTo>
                  <a:pt x="33" y="41"/>
                  <a:pt x="22" y="41"/>
                  <a:pt x="14" y="36"/>
                </a:cubicBezTo>
                <a:cubicBezTo>
                  <a:pt x="14" y="36"/>
                  <a:pt x="14" y="36"/>
                  <a:pt x="14" y="36"/>
                </a:cubicBezTo>
                <a:cubicBezTo>
                  <a:pt x="14" y="37"/>
                  <a:pt x="14" y="37"/>
                  <a:pt x="14" y="37"/>
                </a:cubicBezTo>
                <a:cubicBezTo>
                  <a:pt x="14" y="39"/>
                  <a:pt x="14" y="42"/>
                  <a:pt x="15" y="44"/>
                </a:cubicBezTo>
                <a:cubicBezTo>
                  <a:pt x="16" y="47"/>
                  <a:pt x="20" y="48"/>
                  <a:pt x="22" y="48"/>
                </a:cubicBezTo>
                <a:cubicBezTo>
                  <a:pt x="27" y="49"/>
                  <a:pt x="33" y="49"/>
                  <a:pt x="38" y="46"/>
                </a:cubicBezTo>
                <a:cubicBezTo>
                  <a:pt x="40" y="45"/>
                  <a:pt x="40" y="41"/>
                  <a:pt x="41" y="39"/>
                </a:cubicBezTo>
                <a:cubicBezTo>
                  <a:pt x="41" y="38"/>
                  <a:pt x="41" y="37"/>
                  <a:pt x="40" y="36"/>
                </a:cubicBezTo>
                <a:close/>
                <a:moveTo>
                  <a:pt x="33" y="14"/>
                </a:moveTo>
                <a:cubicBezTo>
                  <a:pt x="29" y="15"/>
                  <a:pt x="25" y="15"/>
                  <a:pt x="21" y="14"/>
                </a:cubicBezTo>
                <a:cubicBezTo>
                  <a:pt x="19" y="14"/>
                  <a:pt x="17" y="14"/>
                  <a:pt x="15" y="12"/>
                </a:cubicBezTo>
                <a:cubicBezTo>
                  <a:pt x="16" y="11"/>
                  <a:pt x="18" y="11"/>
                  <a:pt x="20" y="10"/>
                </a:cubicBezTo>
                <a:cubicBezTo>
                  <a:pt x="25" y="9"/>
                  <a:pt x="29" y="10"/>
                  <a:pt x="34" y="10"/>
                </a:cubicBezTo>
                <a:cubicBezTo>
                  <a:pt x="36" y="11"/>
                  <a:pt x="38" y="11"/>
                  <a:pt x="39" y="12"/>
                </a:cubicBezTo>
                <a:cubicBezTo>
                  <a:pt x="37" y="14"/>
                  <a:pt x="35" y="14"/>
                  <a:pt x="33" y="14"/>
                </a:cubicBezTo>
                <a:close/>
                <a:moveTo>
                  <a:pt x="28" y="33"/>
                </a:moveTo>
                <a:cubicBezTo>
                  <a:pt x="25" y="33"/>
                  <a:pt x="22" y="30"/>
                  <a:pt x="21" y="27"/>
                </a:cubicBezTo>
                <a:cubicBezTo>
                  <a:pt x="21" y="25"/>
                  <a:pt x="23" y="23"/>
                  <a:pt x="25" y="22"/>
                </a:cubicBezTo>
                <a:cubicBezTo>
                  <a:pt x="28" y="20"/>
                  <a:pt x="32" y="23"/>
                  <a:pt x="33" y="26"/>
                </a:cubicBezTo>
                <a:cubicBezTo>
                  <a:pt x="33" y="29"/>
                  <a:pt x="31" y="32"/>
                  <a:pt x="28" y="33"/>
                </a:cubicBezTo>
                <a:close/>
                <a:moveTo>
                  <a:pt x="26" y="24"/>
                </a:moveTo>
                <a:cubicBezTo>
                  <a:pt x="24" y="25"/>
                  <a:pt x="24" y="29"/>
                  <a:pt x="26" y="30"/>
                </a:cubicBezTo>
                <a:cubicBezTo>
                  <a:pt x="28" y="31"/>
                  <a:pt x="30" y="29"/>
                  <a:pt x="30" y="27"/>
                </a:cubicBezTo>
                <a:cubicBezTo>
                  <a:pt x="30" y="25"/>
                  <a:pt x="28" y="23"/>
                  <a:pt x="26" y="2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10" name="Freeform 29"/>
          <p:cNvSpPr/>
          <p:nvPr/>
        </p:nvSpPr>
        <p:spPr>
          <a:xfrm>
            <a:off x="2475000" y="825480"/>
            <a:ext cx="218880" cy="220680"/>
          </a:xfrm>
          <a:custGeom>
            <a:avLst/>
            <a:gdLst/>
            <a:ahLst/>
            <a:rect l="l" t="t" r="r" b="b"/>
            <a:pathLst>
              <a:path w="64" h="64">
                <a:moveTo>
                  <a:pt x="55" y="10"/>
                </a:moveTo>
                <a:cubicBezTo>
                  <a:pt x="47" y="18"/>
                  <a:pt x="47" y="18"/>
                  <a:pt x="47" y="18"/>
                </a:cubicBezTo>
                <a:cubicBezTo>
                  <a:pt x="49" y="21"/>
                  <a:pt x="49" y="21"/>
                  <a:pt x="49" y="21"/>
                </a:cubicBezTo>
                <a:cubicBezTo>
                  <a:pt x="50" y="22"/>
                  <a:pt x="50" y="23"/>
                  <a:pt x="49" y="24"/>
                </a:cubicBezTo>
                <a:cubicBezTo>
                  <a:pt x="47" y="26"/>
                  <a:pt x="47" y="26"/>
                  <a:pt x="47" y="26"/>
                </a:cubicBezTo>
                <a:cubicBezTo>
                  <a:pt x="49" y="30"/>
                  <a:pt x="50" y="34"/>
                  <a:pt x="50" y="39"/>
                </a:cubicBezTo>
                <a:cubicBezTo>
                  <a:pt x="50" y="52"/>
                  <a:pt x="39" y="64"/>
                  <a:pt x="25" y="64"/>
                </a:cubicBezTo>
                <a:cubicBezTo>
                  <a:pt x="11" y="64"/>
                  <a:pt x="0" y="52"/>
                  <a:pt x="0" y="39"/>
                </a:cubicBezTo>
                <a:cubicBezTo>
                  <a:pt x="0" y="25"/>
                  <a:pt x="11" y="13"/>
                  <a:pt x="25" y="13"/>
                </a:cubicBezTo>
                <a:cubicBezTo>
                  <a:pt x="29" y="13"/>
                  <a:pt x="34" y="15"/>
                  <a:pt x="37" y="17"/>
                </a:cubicBezTo>
                <a:cubicBezTo>
                  <a:pt x="39" y="14"/>
                  <a:pt x="39" y="14"/>
                  <a:pt x="39" y="14"/>
                </a:cubicBezTo>
                <a:cubicBezTo>
                  <a:pt x="40" y="13"/>
                  <a:pt x="42" y="13"/>
                  <a:pt x="43" y="14"/>
                </a:cubicBezTo>
                <a:cubicBezTo>
                  <a:pt x="45" y="17"/>
                  <a:pt x="45" y="17"/>
                  <a:pt x="45" y="17"/>
                </a:cubicBezTo>
                <a:cubicBezTo>
                  <a:pt x="54" y="8"/>
                  <a:pt x="54" y="8"/>
                  <a:pt x="54" y="8"/>
                </a:cubicBezTo>
                <a:lnTo>
                  <a:pt x="55" y="10"/>
                </a:lnTo>
                <a:close/>
                <a:moveTo>
                  <a:pt x="17" y="20"/>
                </a:moveTo>
                <a:cubicBezTo>
                  <a:pt x="12" y="22"/>
                  <a:pt x="8" y="26"/>
                  <a:pt x="6" y="31"/>
                </a:cubicBezTo>
                <a:cubicBezTo>
                  <a:pt x="5" y="32"/>
                  <a:pt x="6" y="33"/>
                  <a:pt x="7" y="34"/>
                </a:cubicBezTo>
                <a:cubicBezTo>
                  <a:pt x="7" y="34"/>
                  <a:pt x="8" y="34"/>
                  <a:pt x="8" y="34"/>
                </a:cubicBezTo>
                <a:cubicBezTo>
                  <a:pt x="9" y="34"/>
                  <a:pt x="10" y="33"/>
                  <a:pt x="10" y="33"/>
                </a:cubicBezTo>
                <a:cubicBezTo>
                  <a:pt x="12" y="29"/>
                  <a:pt x="15" y="25"/>
                  <a:pt x="19" y="24"/>
                </a:cubicBezTo>
                <a:cubicBezTo>
                  <a:pt x="20" y="23"/>
                  <a:pt x="21" y="22"/>
                  <a:pt x="20" y="21"/>
                </a:cubicBezTo>
                <a:cubicBezTo>
                  <a:pt x="20" y="20"/>
                  <a:pt x="18" y="19"/>
                  <a:pt x="17" y="20"/>
                </a:cubicBezTo>
                <a:close/>
                <a:moveTo>
                  <a:pt x="53" y="6"/>
                </a:moveTo>
                <a:cubicBezTo>
                  <a:pt x="53" y="6"/>
                  <a:pt x="53" y="6"/>
                  <a:pt x="52" y="6"/>
                </a:cubicBezTo>
                <a:cubicBezTo>
                  <a:pt x="49" y="3"/>
                  <a:pt x="49" y="3"/>
                  <a:pt x="49" y="3"/>
                </a:cubicBezTo>
                <a:cubicBezTo>
                  <a:pt x="49" y="2"/>
                  <a:pt x="49" y="2"/>
                  <a:pt x="49" y="1"/>
                </a:cubicBezTo>
                <a:cubicBezTo>
                  <a:pt x="50" y="1"/>
                  <a:pt x="50" y="1"/>
                  <a:pt x="51" y="1"/>
                </a:cubicBezTo>
                <a:cubicBezTo>
                  <a:pt x="54" y="4"/>
                  <a:pt x="54" y="4"/>
                  <a:pt x="54" y="4"/>
                </a:cubicBezTo>
                <a:cubicBezTo>
                  <a:pt x="55" y="5"/>
                  <a:pt x="55" y="6"/>
                  <a:pt x="54" y="6"/>
                </a:cubicBezTo>
                <a:cubicBezTo>
                  <a:pt x="54" y="6"/>
                  <a:pt x="54" y="6"/>
                  <a:pt x="53" y="6"/>
                </a:cubicBezTo>
                <a:close/>
                <a:moveTo>
                  <a:pt x="57" y="4"/>
                </a:moveTo>
                <a:cubicBezTo>
                  <a:pt x="57" y="5"/>
                  <a:pt x="56" y="5"/>
                  <a:pt x="56" y="5"/>
                </a:cubicBezTo>
                <a:cubicBezTo>
                  <a:pt x="55" y="5"/>
                  <a:pt x="55" y="5"/>
                  <a:pt x="55" y="4"/>
                </a:cubicBezTo>
                <a:cubicBezTo>
                  <a:pt x="55" y="1"/>
                  <a:pt x="55" y="1"/>
                  <a:pt x="55" y="1"/>
                </a:cubicBezTo>
                <a:cubicBezTo>
                  <a:pt x="55" y="0"/>
                  <a:pt x="55" y="0"/>
                  <a:pt x="56" y="0"/>
                </a:cubicBezTo>
                <a:cubicBezTo>
                  <a:pt x="56" y="0"/>
                  <a:pt x="57" y="0"/>
                  <a:pt x="57" y="1"/>
                </a:cubicBezTo>
                <a:lnTo>
                  <a:pt x="57" y="4"/>
                </a:lnTo>
                <a:close/>
                <a:moveTo>
                  <a:pt x="59" y="6"/>
                </a:moveTo>
                <a:cubicBezTo>
                  <a:pt x="59" y="6"/>
                  <a:pt x="59" y="6"/>
                  <a:pt x="58" y="6"/>
                </a:cubicBezTo>
                <a:cubicBezTo>
                  <a:pt x="58" y="6"/>
                  <a:pt x="58" y="6"/>
                  <a:pt x="57" y="6"/>
                </a:cubicBezTo>
                <a:cubicBezTo>
                  <a:pt x="57" y="6"/>
                  <a:pt x="57" y="5"/>
                  <a:pt x="57" y="4"/>
                </a:cubicBezTo>
                <a:cubicBezTo>
                  <a:pt x="61" y="1"/>
                  <a:pt x="61" y="1"/>
                  <a:pt x="61" y="1"/>
                </a:cubicBezTo>
                <a:cubicBezTo>
                  <a:pt x="61" y="1"/>
                  <a:pt x="62" y="1"/>
                  <a:pt x="62" y="1"/>
                </a:cubicBezTo>
                <a:cubicBezTo>
                  <a:pt x="63" y="2"/>
                  <a:pt x="63" y="2"/>
                  <a:pt x="62" y="3"/>
                </a:cubicBezTo>
                <a:lnTo>
                  <a:pt x="59" y="6"/>
                </a:lnTo>
                <a:close/>
                <a:moveTo>
                  <a:pt x="61" y="15"/>
                </a:moveTo>
                <a:cubicBezTo>
                  <a:pt x="61" y="15"/>
                  <a:pt x="61" y="15"/>
                  <a:pt x="61" y="14"/>
                </a:cubicBezTo>
                <a:cubicBezTo>
                  <a:pt x="57" y="11"/>
                  <a:pt x="57" y="11"/>
                  <a:pt x="57" y="11"/>
                </a:cubicBezTo>
                <a:cubicBezTo>
                  <a:pt x="57" y="11"/>
                  <a:pt x="57" y="10"/>
                  <a:pt x="57" y="9"/>
                </a:cubicBezTo>
                <a:cubicBezTo>
                  <a:pt x="58" y="9"/>
                  <a:pt x="59" y="9"/>
                  <a:pt x="59" y="9"/>
                </a:cubicBezTo>
                <a:cubicBezTo>
                  <a:pt x="62" y="13"/>
                  <a:pt x="62" y="13"/>
                  <a:pt x="62" y="13"/>
                </a:cubicBezTo>
                <a:cubicBezTo>
                  <a:pt x="63" y="13"/>
                  <a:pt x="63" y="14"/>
                  <a:pt x="62" y="14"/>
                </a:cubicBezTo>
                <a:cubicBezTo>
                  <a:pt x="62" y="15"/>
                  <a:pt x="62" y="15"/>
                  <a:pt x="61" y="15"/>
                </a:cubicBezTo>
                <a:close/>
                <a:moveTo>
                  <a:pt x="63" y="9"/>
                </a:moveTo>
                <a:cubicBezTo>
                  <a:pt x="59" y="9"/>
                  <a:pt x="59" y="9"/>
                  <a:pt x="59" y="9"/>
                </a:cubicBezTo>
                <a:cubicBezTo>
                  <a:pt x="59" y="9"/>
                  <a:pt x="58" y="8"/>
                  <a:pt x="58" y="8"/>
                </a:cubicBezTo>
                <a:cubicBezTo>
                  <a:pt x="58" y="7"/>
                  <a:pt x="59" y="7"/>
                  <a:pt x="59" y="7"/>
                </a:cubicBezTo>
                <a:cubicBezTo>
                  <a:pt x="63" y="7"/>
                  <a:pt x="63" y="7"/>
                  <a:pt x="63" y="7"/>
                </a:cubicBezTo>
                <a:cubicBezTo>
                  <a:pt x="63" y="7"/>
                  <a:pt x="64" y="7"/>
                  <a:pt x="64" y="8"/>
                </a:cubicBezTo>
                <a:cubicBezTo>
                  <a:pt x="64" y="8"/>
                  <a:pt x="63" y="9"/>
                  <a:pt x="63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11" name="Freeform 30"/>
          <p:cNvSpPr/>
          <p:nvPr/>
        </p:nvSpPr>
        <p:spPr>
          <a:xfrm>
            <a:off x="2968560" y="839880"/>
            <a:ext cx="155520" cy="185760"/>
          </a:xfrm>
          <a:custGeom>
            <a:avLst/>
            <a:gdLst/>
            <a:ahLst/>
            <a:rect l="l" t="t" r="r" b="b"/>
            <a:pathLst>
              <a:path w="45" h="54">
                <a:moveTo>
                  <a:pt x="43" y="1"/>
                </a:moveTo>
                <a:cubicBezTo>
                  <a:pt x="44" y="1"/>
                  <a:pt x="45" y="3"/>
                  <a:pt x="45" y="4"/>
                </a:cubicBezTo>
                <a:cubicBezTo>
                  <a:pt x="45" y="50"/>
                  <a:pt x="45" y="50"/>
                  <a:pt x="45" y="50"/>
                </a:cubicBezTo>
                <a:cubicBezTo>
                  <a:pt x="45" y="52"/>
                  <a:pt x="44" y="53"/>
                  <a:pt x="43" y="54"/>
                </a:cubicBezTo>
                <a:cubicBezTo>
                  <a:pt x="42" y="54"/>
                  <a:pt x="42" y="54"/>
                  <a:pt x="41" y="54"/>
                </a:cubicBezTo>
                <a:cubicBezTo>
                  <a:pt x="40" y="54"/>
                  <a:pt x="39" y="54"/>
                  <a:pt x="38" y="53"/>
                </a:cubicBezTo>
                <a:cubicBezTo>
                  <a:pt x="23" y="38"/>
                  <a:pt x="23" y="38"/>
                  <a:pt x="23" y="38"/>
                </a:cubicBezTo>
                <a:cubicBezTo>
                  <a:pt x="7" y="53"/>
                  <a:pt x="7" y="53"/>
                  <a:pt x="7" y="53"/>
                </a:cubicBezTo>
                <a:cubicBezTo>
                  <a:pt x="6" y="54"/>
                  <a:pt x="5" y="54"/>
                  <a:pt x="4" y="54"/>
                </a:cubicBezTo>
                <a:cubicBezTo>
                  <a:pt x="3" y="54"/>
                  <a:pt x="3" y="54"/>
                  <a:pt x="2" y="54"/>
                </a:cubicBezTo>
                <a:cubicBezTo>
                  <a:pt x="1" y="53"/>
                  <a:pt x="0" y="52"/>
                  <a:pt x="0" y="50"/>
                </a:cubicBezTo>
                <a:cubicBezTo>
                  <a:pt x="0" y="4"/>
                  <a:pt x="0" y="4"/>
                  <a:pt x="0" y="4"/>
                </a:cubicBezTo>
                <a:cubicBezTo>
                  <a:pt x="0" y="3"/>
                  <a:pt x="1" y="1"/>
                  <a:pt x="2" y="1"/>
                </a:cubicBezTo>
                <a:cubicBezTo>
                  <a:pt x="3" y="0"/>
                  <a:pt x="3" y="0"/>
                  <a:pt x="4" y="0"/>
                </a:cubicBezTo>
                <a:cubicBezTo>
                  <a:pt x="5" y="0"/>
                  <a:pt x="40" y="0"/>
                  <a:pt x="41" y="0"/>
                </a:cubicBezTo>
                <a:cubicBezTo>
                  <a:pt x="42" y="0"/>
                  <a:pt x="42" y="0"/>
                  <a:pt x="43" y="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12" name="Freeform 31"/>
          <p:cNvSpPr/>
          <p:nvPr/>
        </p:nvSpPr>
        <p:spPr>
          <a:xfrm>
            <a:off x="3463920" y="825480"/>
            <a:ext cx="219240" cy="189000"/>
          </a:xfrm>
          <a:custGeom>
            <a:avLst/>
            <a:gdLst/>
            <a:ahLst/>
            <a:rect l="l" t="t" r="r" b="b"/>
            <a:pathLst>
              <a:path w="64" h="55">
                <a:moveTo>
                  <a:pt x="64" y="28"/>
                </a:moveTo>
                <a:cubicBezTo>
                  <a:pt x="0" y="28"/>
                  <a:pt x="0" y="28"/>
                  <a:pt x="0" y="28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1"/>
                  <a:pt x="2" y="9"/>
                  <a:pt x="5" y="9"/>
                </a:cubicBezTo>
                <a:cubicBezTo>
                  <a:pt x="18" y="9"/>
                  <a:pt x="18" y="9"/>
                  <a:pt x="18" y="9"/>
                </a:cubicBezTo>
                <a:cubicBezTo>
                  <a:pt x="18" y="3"/>
                  <a:pt x="18" y="3"/>
                  <a:pt x="18" y="3"/>
                </a:cubicBezTo>
                <a:cubicBezTo>
                  <a:pt x="18" y="1"/>
                  <a:pt x="20" y="0"/>
                  <a:pt x="21" y="0"/>
                </a:cubicBezTo>
                <a:cubicBezTo>
                  <a:pt x="42" y="0"/>
                  <a:pt x="42" y="0"/>
                  <a:pt x="42" y="0"/>
                </a:cubicBezTo>
                <a:cubicBezTo>
                  <a:pt x="44" y="0"/>
                  <a:pt x="45" y="1"/>
                  <a:pt x="45" y="3"/>
                </a:cubicBezTo>
                <a:cubicBezTo>
                  <a:pt x="45" y="9"/>
                  <a:pt x="45" y="9"/>
                  <a:pt x="45" y="9"/>
                </a:cubicBezTo>
                <a:cubicBezTo>
                  <a:pt x="58" y="9"/>
                  <a:pt x="58" y="9"/>
                  <a:pt x="58" y="9"/>
                </a:cubicBezTo>
                <a:cubicBezTo>
                  <a:pt x="61" y="9"/>
                  <a:pt x="64" y="11"/>
                  <a:pt x="64" y="15"/>
                </a:cubicBezTo>
                <a:lnTo>
                  <a:pt x="64" y="28"/>
                </a:lnTo>
                <a:close/>
                <a:moveTo>
                  <a:pt x="64" y="49"/>
                </a:moveTo>
                <a:cubicBezTo>
                  <a:pt x="64" y="52"/>
                  <a:pt x="61" y="55"/>
                  <a:pt x="58" y="55"/>
                </a:cubicBezTo>
                <a:cubicBezTo>
                  <a:pt x="5" y="55"/>
                  <a:pt x="5" y="55"/>
                  <a:pt x="5" y="55"/>
                </a:cubicBezTo>
                <a:cubicBezTo>
                  <a:pt x="2" y="55"/>
                  <a:pt x="0" y="52"/>
                  <a:pt x="0" y="49"/>
                </a:cubicBezTo>
                <a:cubicBezTo>
                  <a:pt x="0" y="32"/>
                  <a:pt x="0" y="32"/>
                  <a:pt x="0" y="32"/>
                </a:cubicBezTo>
                <a:cubicBezTo>
                  <a:pt x="24" y="32"/>
                  <a:pt x="24" y="32"/>
                  <a:pt x="24" y="32"/>
                </a:cubicBezTo>
                <a:cubicBezTo>
                  <a:pt x="24" y="37"/>
                  <a:pt x="24" y="37"/>
                  <a:pt x="24" y="37"/>
                </a:cubicBezTo>
                <a:cubicBezTo>
                  <a:pt x="24" y="39"/>
                  <a:pt x="25" y="40"/>
                  <a:pt x="26" y="40"/>
                </a:cubicBezTo>
                <a:cubicBezTo>
                  <a:pt x="37" y="40"/>
                  <a:pt x="37" y="40"/>
                  <a:pt x="37" y="40"/>
                </a:cubicBezTo>
                <a:cubicBezTo>
                  <a:pt x="39" y="40"/>
                  <a:pt x="40" y="39"/>
                  <a:pt x="40" y="37"/>
                </a:cubicBezTo>
                <a:cubicBezTo>
                  <a:pt x="40" y="32"/>
                  <a:pt x="40" y="32"/>
                  <a:pt x="40" y="32"/>
                </a:cubicBezTo>
                <a:cubicBezTo>
                  <a:pt x="64" y="32"/>
                  <a:pt x="64" y="32"/>
                  <a:pt x="64" y="32"/>
                </a:cubicBezTo>
                <a:lnTo>
                  <a:pt x="64" y="49"/>
                </a:lnTo>
                <a:close/>
                <a:moveTo>
                  <a:pt x="41" y="9"/>
                </a:moveTo>
                <a:cubicBezTo>
                  <a:pt x="41" y="4"/>
                  <a:pt x="41" y="4"/>
                  <a:pt x="41" y="4"/>
                </a:cubicBezTo>
                <a:cubicBezTo>
                  <a:pt x="23" y="4"/>
                  <a:pt x="23" y="4"/>
                  <a:pt x="23" y="4"/>
                </a:cubicBezTo>
                <a:cubicBezTo>
                  <a:pt x="23" y="9"/>
                  <a:pt x="23" y="9"/>
                  <a:pt x="23" y="9"/>
                </a:cubicBezTo>
                <a:lnTo>
                  <a:pt x="41" y="9"/>
                </a:lnTo>
                <a:close/>
                <a:moveTo>
                  <a:pt x="36" y="36"/>
                </a:moveTo>
                <a:cubicBezTo>
                  <a:pt x="27" y="36"/>
                  <a:pt x="27" y="36"/>
                  <a:pt x="27" y="36"/>
                </a:cubicBezTo>
                <a:cubicBezTo>
                  <a:pt x="27" y="32"/>
                  <a:pt x="27" y="32"/>
                  <a:pt x="27" y="32"/>
                </a:cubicBezTo>
                <a:cubicBezTo>
                  <a:pt x="36" y="32"/>
                  <a:pt x="36" y="32"/>
                  <a:pt x="36" y="32"/>
                </a:cubicBezTo>
                <a:lnTo>
                  <a:pt x="36" y="3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13" name="Freeform 32"/>
          <p:cNvSpPr/>
          <p:nvPr/>
        </p:nvSpPr>
        <p:spPr>
          <a:xfrm>
            <a:off x="3962520" y="831960"/>
            <a:ext cx="195120" cy="193680"/>
          </a:xfrm>
          <a:custGeom>
            <a:avLst/>
            <a:gdLst/>
            <a:ahLst/>
            <a:rect l="l" t="t" r="r" b="b"/>
            <a:pathLst>
              <a:path w="57" h="56">
                <a:moveTo>
                  <a:pt x="55" y="34"/>
                </a:moveTo>
                <a:cubicBezTo>
                  <a:pt x="47" y="34"/>
                  <a:pt x="47" y="34"/>
                  <a:pt x="47" y="34"/>
                </a:cubicBezTo>
                <a:cubicBezTo>
                  <a:pt x="47" y="39"/>
                  <a:pt x="46" y="42"/>
                  <a:pt x="44" y="45"/>
                </a:cubicBezTo>
                <a:cubicBezTo>
                  <a:pt x="52" y="52"/>
                  <a:pt x="52" y="52"/>
                  <a:pt x="52" y="52"/>
                </a:cubicBezTo>
                <a:cubicBezTo>
                  <a:pt x="53" y="53"/>
                  <a:pt x="53" y="54"/>
                  <a:pt x="52" y="55"/>
                </a:cubicBezTo>
                <a:cubicBezTo>
                  <a:pt x="51" y="56"/>
                  <a:pt x="51" y="56"/>
                  <a:pt x="50" y="56"/>
                </a:cubicBezTo>
                <a:cubicBezTo>
                  <a:pt x="50" y="56"/>
                  <a:pt x="49" y="56"/>
                  <a:pt x="49" y="55"/>
                </a:cubicBezTo>
                <a:cubicBezTo>
                  <a:pt x="41" y="48"/>
                  <a:pt x="41" y="48"/>
                  <a:pt x="41" y="48"/>
                </a:cubicBezTo>
                <a:cubicBezTo>
                  <a:pt x="41" y="48"/>
                  <a:pt x="37" y="53"/>
                  <a:pt x="31" y="53"/>
                </a:cubicBezTo>
                <a:cubicBezTo>
                  <a:pt x="31" y="21"/>
                  <a:pt x="31" y="21"/>
                  <a:pt x="31" y="21"/>
                </a:cubicBezTo>
                <a:cubicBezTo>
                  <a:pt x="26" y="21"/>
                  <a:pt x="26" y="21"/>
                  <a:pt x="26" y="21"/>
                </a:cubicBezTo>
                <a:cubicBezTo>
                  <a:pt x="26" y="53"/>
                  <a:pt x="26" y="53"/>
                  <a:pt x="26" y="53"/>
                </a:cubicBezTo>
                <a:cubicBezTo>
                  <a:pt x="20" y="53"/>
                  <a:pt x="15" y="48"/>
                  <a:pt x="15" y="48"/>
                </a:cubicBezTo>
                <a:cubicBezTo>
                  <a:pt x="8" y="55"/>
                  <a:pt x="8" y="55"/>
                  <a:pt x="8" y="55"/>
                </a:cubicBezTo>
                <a:cubicBezTo>
                  <a:pt x="8" y="56"/>
                  <a:pt x="7" y="56"/>
                  <a:pt x="7" y="56"/>
                </a:cubicBezTo>
                <a:cubicBezTo>
                  <a:pt x="6" y="56"/>
                  <a:pt x="6" y="56"/>
                  <a:pt x="5" y="55"/>
                </a:cubicBezTo>
                <a:cubicBezTo>
                  <a:pt x="4" y="55"/>
                  <a:pt x="4" y="53"/>
                  <a:pt x="5" y="52"/>
                </a:cubicBezTo>
                <a:cubicBezTo>
                  <a:pt x="12" y="44"/>
                  <a:pt x="12" y="44"/>
                  <a:pt x="12" y="44"/>
                </a:cubicBezTo>
                <a:cubicBezTo>
                  <a:pt x="11" y="42"/>
                  <a:pt x="10" y="38"/>
                  <a:pt x="10" y="34"/>
                </a:cubicBezTo>
                <a:cubicBezTo>
                  <a:pt x="2" y="34"/>
                  <a:pt x="2" y="34"/>
                  <a:pt x="2" y="34"/>
                </a:cubicBezTo>
                <a:cubicBezTo>
                  <a:pt x="1" y="34"/>
                  <a:pt x="0" y="33"/>
                  <a:pt x="0" y="32"/>
                </a:cubicBezTo>
                <a:cubicBezTo>
                  <a:pt x="0" y="31"/>
                  <a:pt x="1" y="30"/>
                  <a:pt x="2" y="30"/>
                </a:cubicBezTo>
                <a:cubicBezTo>
                  <a:pt x="10" y="30"/>
                  <a:pt x="10" y="30"/>
                  <a:pt x="10" y="30"/>
                </a:cubicBezTo>
                <a:cubicBezTo>
                  <a:pt x="10" y="25"/>
                  <a:pt x="10" y="22"/>
                  <a:pt x="10" y="19"/>
                </a:cubicBezTo>
                <a:cubicBezTo>
                  <a:pt x="4" y="13"/>
                  <a:pt x="4" y="13"/>
                  <a:pt x="4" y="13"/>
                </a:cubicBezTo>
                <a:cubicBezTo>
                  <a:pt x="3" y="12"/>
                  <a:pt x="3" y="11"/>
                  <a:pt x="4" y="10"/>
                </a:cubicBezTo>
                <a:cubicBezTo>
                  <a:pt x="5" y="9"/>
                  <a:pt x="6" y="9"/>
                  <a:pt x="7" y="10"/>
                </a:cubicBezTo>
                <a:cubicBezTo>
                  <a:pt x="13" y="16"/>
                  <a:pt x="13" y="16"/>
                  <a:pt x="13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50" y="10"/>
                  <a:pt x="50" y="10"/>
                  <a:pt x="50" y="10"/>
                </a:cubicBezTo>
                <a:cubicBezTo>
                  <a:pt x="51" y="9"/>
                  <a:pt x="52" y="9"/>
                  <a:pt x="53" y="10"/>
                </a:cubicBezTo>
                <a:cubicBezTo>
                  <a:pt x="54" y="11"/>
                  <a:pt x="54" y="12"/>
                  <a:pt x="53" y="13"/>
                </a:cubicBezTo>
                <a:cubicBezTo>
                  <a:pt x="47" y="19"/>
                  <a:pt x="47" y="19"/>
                  <a:pt x="47" y="19"/>
                </a:cubicBezTo>
                <a:cubicBezTo>
                  <a:pt x="47" y="22"/>
                  <a:pt x="47" y="25"/>
                  <a:pt x="47" y="30"/>
                </a:cubicBezTo>
                <a:cubicBezTo>
                  <a:pt x="55" y="30"/>
                  <a:pt x="55" y="30"/>
                  <a:pt x="55" y="30"/>
                </a:cubicBezTo>
                <a:cubicBezTo>
                  <a:pt x="56" y="30"/>
                  <a:pt x="57" y="31"/>
                  <a:pt x="57" y="32"/>
                </a:cubicBezTo>
                <a:cubicBezTo>
                  <a:pt x="57" y="33"/>
                  <a:pt x="56" y="34"/>
                  <a:pt x="55" y="34"/>
                </a:cubicBezTo>
                <a:close/>
                <a:moveTo>
                  <a:pt x="17" y="11"/>
                </a:moveTo>
                <a:cubicBezTo>
                  <a:pt x="17" y="5"/>
                  <a:pt x="22" y="0"/>
                  <a:pt x="28" y="0"/>
                </a:cubicBezTo>
                <a:cubicBezTo>
                  <a:pt x="35" y="0"/>
                  <a:pt x="40" y="5"/>
                  <a:pt x="40" y="11"/>
                </a:cubicBezTo>
                <a:lnTo>
                  <a:pt x="17" y="1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14" name="Freeform 33"/>
          <p:cNvSpPr/>
          <p:nvPr/>
        </p:nvSpPr>
        <p:spPr>
          <a:xfrm>
            <a:off x="4452840" y="825480"/>
            <a:ext cx="173160" cy="220680"/>
          </a:xfrm>
          <a:custGeom>
            <a:avLst/>
            <a:gdLst/>
            <a:ahLst/>
            <a:rect l="l" t="t" r="r" b="b"/>
            <a:pathLst>
              <a:path w="50" h="64">
                <a:moveTo>
                  <a:pt x="50" y="61"/>
                </a:moveTo>
                <a:cubicBezTo>
                  <a:pt x="50" y="63"/>
                  <a:pt x="49" y="64"/>
                  <a:pt x="48" y="64"/>
                </a:cubicBezTo>
                <a:cubicBezTo>
                  <a:pt x="2" y="64"/>
                  <a:pt x="2" y="64"/>
                  <a:pt x="2" y="64"/>
                </a:cubicBezTo>
                <a:cubicBezTo>
                  <a:pt x="1" y="64"/>
                  <a:pt x="0" y="63"/>
                  <a:pt x="0" y="61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49" y="0"/>
                  <a:pt x="50" y="1"/>
                  <a:pt x="50" y="2"/>
                </a:cubicBezTo>
                <a:lnTo>
                  <a:pt x="50" y="61"/>
                </a:lnTo>
                <a:close/>
                <a:moveTo>
                  <a:pt x="45" y="59"/>
                </a:moveTo>
                <a:cubicBezTo>
                  <a:pt x="45" y="4"/>
                  <a:pt x="45" y="4"/>
                  <a:pt x="45" y="4"/>
                </a:cubicBezTo>
                <a:cubicBezTo>
                  <a:pt x="4" y="4"/>
                  <a:pt x="4" y="4"/>
                  <a:pt x="4" y="4"/>
                </a:cubicBezTo>
                <a:cubicBezTo>
                  <a:pt x="4" y="59"/>
                  <a:pt x="4" y="59"/>
                  <a:pt x="4" y="59"/>
                </a:cubicBezTo>
                <a:cubicBezTo>
                  <a:pt x="18" y="59"/>
                  <a:pt x="18" y="59"/>
                  <a:pt x="18" y="59"/>
                </a:cubicBezTo>
                <a:cubicBezTo>
                  <a:pt x="18" y="51"/>
                  <a:pt x="18" y="51"/>
                  <a:pt x="18" y="51"/>
                </a:cubicBezTo>
                <a:cubicBezTo>
                  <a:pt x="18" y="51"/>
                  <a:pt x="19" y="50"/>
                  <a:pt x="19" y="50"/>
                </a:cubicBezTo>
                <a:cubicBezTo>
                  <a:pt x="31" y="50"/>
                  <a:pt x="31" y="50"/>
                  <a:pt x="31" y="50"/>
                </a:cubicBezTo>
                <a:cubicBezTo>
                  <a:pt x="31" y="50"/>
                  <a:pt x="32" y="51"/>
                  <a:pt x="32" y="51"/>
                </a:cubicBezTo>
                <a:cubicBezTo>
                  <a:pt x="32" y="59"/>
                  <a:pt x="32" y="59"/>
                  <a:pt x="32" y="59"/>
                </a:cubicBezTo>
                <a:lnTo>
                  <a:pt x="45" y="59"/>
                </a:lnTo>
                <a:close/>
                <a:moveTo>
                  <a:pt x="13" y="12"/>
                </a:moveTo>
                <a:cubicBezTo>
                  <a:pt x="13" y="13"/>
                  <a:pt x="13" y="13"/>
                  <a:pt x="12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9" y="13"/>
                  <a:pt x="9" y="13"/>
                  <a:pt x="9" y="12"/>
                </a:cubicBezTo>
                <a:cubicBezTo>
                  <a:pt x="9" y="10"/>
                  <a:pt x="9" y="10"/>
                  <a:pt x="9" y="10"/>
                </a:cubicBezTo>
                <a:cubicBezTo>
                  <a:pt x="9" y="9"/>
                  <a:pt x="9" y="9"/>
                  <a:pt x="10" y="9"/>
                </a:cubicBezTo>
                <a:cubicBezTo>
                  <a:pt x="12" y="9"/>
                  <a:pt x="12" y="9"/>
                  <a:pt x="12" y="9"/>
                </a:cubicBezTo>
                <a:cubicBezTo>
                  <a:pt x="13" y="9"/>
                  <a:pt x="13" y="9"/>
                  <a:pt x="13" y="10"/>
                </a:cubicBezTo>
                <a:lnTo>
                  <a:pt x="13" y="12"/>
                </a:lnTo>
                <a:close/>
                <a:moveTo>
                  <a:pt x="13" y="21"/>
                </a:moveTo>
                <a:cubicBezTo>
                  <a:pt x="13" y="22"/>
                  <a:pt x="13" y="23"/>
                  <a:pt x="12" y="23"/>
                </a:cubicBezTo>
                <a:cubicBezTo>
                  <a:pt x="10" y="23"/>
                  <a:pt x="10" y="23"/>
                  <a:pt x="10" y="23"/>
                </a:cubicBezTo>
                <a:cubicBezTo>
                  <a:pt x="9" y="23"/>
                  <a:pt x="9" y="22"/>
                  <a:pt x="9" y="21"/>
                </a:cubicBezTo>
                <a:cubicBezTo>
                  <a:pt x="9" y="19"/>
                  <a:pt x="9" y="19"/>
                  <a:pt x="9" y="19"/>
                </a:cubicBezTo>
                <a:cubicBezTo>
                  <a:pt x="9" y="19"/>
                  <a:pt x="9" y="18"/>
                  <a:pt x="10" y="18"/>
                </a:cubicBezTo>
                <a:cubicBezTo>
                  <a:pt x="12" y="18"/>
                  <a:pt x="12" y="18"/>
                  <a:pt x="12" y="18"/>
                </a:cubicBezTo>
                <a:cubicBezTo>
                  <a:pt x="13" y="18"/>
                  <a:pt x="13" y="19"/>
                  <a:pt x="13" y="19"/>
                </a:cubicBezTo>
                <a:lnTo>
                  <a:pt x="13" y="21"/>
                </a:lnTo>
                <a:close/>
                <a:moveTo>
                  <a:pt x="13" y="31"/>
                </a:moveTo>
                <a:cubicBezTo>
                  <a:pt x="13" y="31"/>
                  <a:pt x="13" y="32"/>
                  <a:pt x="12" y="32"/>
                </a:cubicBezTo>
                <a:cubicBezTo>
                  <a:pt x="10" y="32"/>
                  <a:pt x="10" y="32"/>
                  <a:pt x="10" y="32"/>
                </a:cubicBezTo>
                <a:cubicBezTo>
                  <a:pt x="9" y="32"/>
                  <a:pt x="9" y="31"/>
                  <a:pt x="9" y="31"/>
                </a:cubicBezTo>
                <a:cubicBezTo>
                  <a:pt x="9" y="28"/>
                  <a:pt x="9" y="28"/>
                  <a:pt x="9" y="28"/>
                </a:cubicBezTo>
                <a:cubicBezTo>
                  <a:pt x="9" y="28"/>
                  <a:pt x="9" y="27"/>
                  <a:pt x="10" y="27"/>
                </a:cubicBezTo>
                <a:cubicBezTo>
                  <a:pt x="12" y="27"/>
                  <a:pt x="12" y="27"/>
                  <a:pt x="12" y="27"/>
                </a:cubicBezTo>
                <a:cubicBezTo>
                  <a:pt x="13" y="27"/>
                  <a:pt x="13" y="28"/>
                  <a:pt x="13" y="28"/>
                </a:cubicBezTo>
                <a:lnTo>
                  <a:pt x="13" y="31"/>
                </a:lnTo>
                <a:close/>
                <a:moveTo>
                  <a:pt x="13" y="40"/>
                </a:moveTo>
                <a:cubicBezTo>
                  <a:pt x="13" y="40"/>
                  <a:pt x="13" y="41"/>
                  <a:pt x="12" y="41"/>
                </a:cubicBezTo>
                <a:cubicBezTo>
                  <a:pt x="10" y="41"/>
                  <a:pt x="10" y="41"/>
                  <a:pt x="10" y="41"/>
                </a:cubicBezTo>
                <a:cubicBezTo>
                  <a:pt x="9" y="41"/>
                  <a:pt x="9" y="40"/>
                  <a:pt x="9" y="40"/>
                </a:cubicBezTo>
                <a:cubicBezTo>
                  <a:pt x="9" y="37"/>
                  <a:pt x="9" y="37"/>
                  <a:pt x="9" y="37"/>
                </a:cubicBezTo>
                <a:cubicBezTo>
                  <a:pt x="9" y="37"/>
                  <a:pt x="9" y="36"/>
                  <a:pt x="10" y="36"/>
                </a:cubicBezTo>
                <a:cubicBezTo>
                  <a:pt x="12" y="36"/>
                  <a:pt x="12" y="36"/>
                  <a:pt x="12" y="36"/>
                </a:cubicBezTo>
                <a:cubicBezTo>
                  <a:pt x="13" y="36"/>
                  <a:pt x="13" y="37"/>
                  <a:pt x="13" y="37"/>
                </a:cubicBezTo>
                <a:lnTo>
                  <a:pt x="13" y="40"/>
                </a:lnTo>
                <a:close/>
                <a:moveTo>
                  <a:pt x="13" y="49"/>
                </a:moveTo>
                <a:cubicBezTo>
                  <a:pt x="13" y="49"/>
                  <a:pt x="13" y="50"/>
                  <a:pt x="12" y="50"/>
                </a:cubicBezTo>
                <a:cubicBezTo>
                  <a:pt x="10" y="50"/>
                  <a:pt x="10" y="50"/>
                  <a:pt x="10" y="50"/>
                </a:cubicBezTo>
                <a:cubicBezTo>
                  <a:pt x="9" y="50"/>
                  <a:pt x="9" y="49"/>
                  <a:pt x="9" y="49"/>
                </a:cubicBezTo>
                <a:cubicBezTo>
                  <a:pt x="9" y="47"/>
                  <a:pt x="9" y="47"/>
                  <a:pt x="9" y="47"/>
                </a:cubicBezTo>
                <a:cubicBezTo>
                  <a:pt x="9" y="46"/>
                  <a:pt x="9" y="45"/>
                  <a:pt x="10" y="45"/>
                </a:cubicBezTo>
                <a:cubicBezTo>
                  <a:pt x="12" y="45"/>
                  <a:pt x="12" y="45"/>
                  <a:pt x="12" y="45"/>
                </a:cubicBezTo>
                <a:cubicBezTo>
                  <a:pt x="13" y="45"/>
                  <a:pt x="13" y="46"/>
                  <a:pt x="13" y="47"/>
                </a:cubicBezTo>
                <a:lnTo>
                  <a:pt x="13" y="49"/>
                </a:lnTo>
                <a:close/>
                <a:moveTo>
                  <a:pt x="23" y="12"/>
                </a:moveTo>
                <a:cubicBezTo>
                  <a:pt x="23" y="13"/>
                  <a:pt x="22" y="13"/>
                  <a:pt x="21" y="13"/>
                </a:cubicBezTo>
                <a:cubicBezTo>
                  <a:pt x="19" y="13"/>
                  <a:pt x="19" y="13"/>
                  <a:pt x="19" y="13"/>
                </a:cubicBezTo>
                <a:cubicBezTo>
                  <a:pt x="19" y="13"/>
                  <a:pt x="18" y="13"/>
                  <a:pt x="18" y="12"/>
                </a:cubicBezTo>
                <a:cubicBezTo>
                  <a:pt x="18" y="10"/>
                  <a:pt x="18" y="10"/>
                  <a:pt x="18" y="10"/>
                </a:cubicBezTo>
                <a:cubicBezTo>
                  <a:pt x="18" y="9"/>
                  <a:pt x="19" y="9"/>
                  <a:pt x="19" y="9"/>
                </a:cubicBezTo>
                <a:cubicBezTo>
                  <a:pt x="21" y="9"/>
                  <a:pt x="21" y="9"/>
                  <a:pt x="21" y="9"/>
                </a:cubicBezTo>
                <a:cubicBezTo>
                  <a:pt x="22" y="9"/>
                  <a:pt x="23" y="9"/>
                  <a:pt x="23" y="10"/>
                </a:cubicBezTo>
                <a:lnTo>
                  <a:pt x="23" y="12"/>
                </a:lnTo>
                <a:close/>
                <a:moveTo>
                  <a:pt x="23" y="21"/>
                </a:moveTo>
                <a:cubicBezTo>
                  <a:pt x="23" y="22"/>
                  <a:pt x="22" y="23"/>
                  <a:pt x="21" y="23"/>
                </a:cubicBezTo>
                <a:cubicBezTo>
                  <a:pt x="19" y="23"/>
                  <a:pt x="19" y="23"/>
                  <a:pt x="19" y="23"/>
                </a:cubicBezTo>
                <a:cubicBezTo>
                  <a:pt x="19" y="23"/>
                  <a:pt x="18" y="22"/>
                  <a:pt x="18" y="21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9" y="18"/>
                  <a:pt x="19" y="18"/>
                </a:cubicBezTo>
                <a:cubicBezTo>
                  <a:pt x="21" y="18"/>
                  <a:pt x="21" y="18"/>
                  <a:pt x="21" y="18"/>
                </a:cubicBezTo>
                <a:cubicBezTo>
                  <a:pt x="22" y="18"/>
                  <a:pt x="23" y="19"/>
                  <a:pt x="23" y="19"/>
                </a:cubicBezTo>
                <a:lnTo>
                  <a:pt x="23" y="21"/>
                </a:lnTo>
                <a:close/>
                <a:moveTo>
                  <a:pt x="23" y="31"/>
                </a:moveTo>
                <a:cubicBezTo>
                  <a:pt x="23" y="31"/>
                  <a:pt x="22" y="32"/>
                  <a:pt x="21" y="32"/>
                </a:cubicBezTo>
                <a:cubicBezTo>
                  <a:pt x="19" y="32"/>
                  <a:pt x="19" y="32"/>
                  <a:pt x="19" y="32"/>
                </a:cubicBezTo>
                <a:cubicBezTo>
                  <a:pt x="19" y="32"/>
                  <a:pt x="18" y="31"/>
                  <a:pt x="18" y="31"/>
                </a:cubicBezTo>
                <a:cubicBezTo>
                  <a:pt x="18" y="28"/>
                  <a:pt x="18" y="28"/>
                  <a:pt x="18" y="28"/>
                </a:cubicBezTo>
                <a:cubicBezTo>
                  <a:pt x="18" y="28"/>
                  <a:pt x="19" y="27"/>
                  <a:pt x="19" y="27"/>
                </a:cubicBezTo>
                <a:cubicBezTo>
                  <a:pt x="21" y="27"/>
                  <a:pt x="21" y="27"/>
                  <a:pt x="21" y="27"/>
                </a:cubicBezTo>
                <a:cubicBezTo>
                  <a:pt x="22" y="27"/>
                  <a:pt x="23" y="28"/>
                  <a:pt x="23" y="28"/>
                </a:cubicBezTo>
                <a:lnTo>
                  <a:pt x="23" y="31"/>
                </a:lnTo>
                <a:close/>
                <a:moveTo>
                  <a:pt x="23" y="40"/>
                </a:moveTo>
                <a:cubicBezTo>
                  <a:pt x="23" y="40"/>
                  <a:pt x="22" y="41"/>
                  <a:pt x="21" y="41"/>
                </a:cubicBezTo>
                <a:cubicBezTo>
                  <a:pt x="19" y="41"/>
                  <a:pt x="19" y="41"/>
                  <a:pt x="19" y="41"/>
                </a:cubicBezTo>
                <a:cubicBezTo>
                  <a:pt x="19" y="41"/>
                  <a:pt x="18" y="40"/>
                  <a:pt x="18" y="40"/>
                </a:cubicBezTo>
                <a:cubicBezTo>
                  <a:pt x="18" y="37"/>
                  <a:pt x="18" y="37"/>
                  <a:pt x="18" y="37"/>
                </a:cubicBezTo>
                <a:cubicBezTo>
                  <a:pt x="18" y="37"/>
                  <a:pt x="19" y="36"/>
                  <a:pt x="19" y="36"/>
                </a:cubicBezTo>
                <a:cubicBezTo>
                  <a:pt x="21" y="36"/>
                  <a:pt x="21" y="36"/>
                  <a:pt x="21" y="36"/>
                </a:cubicBezTo>
                <a:cubicBezTo>
                  <a:pt x="22" y="36"/>
                  <a:pt x="23" y="37"/>
                  <a:pt x="23" y="37"/>
                </a:cubicBezTo>
                <a:lnTo>
                  <a:pt x="23" y="40"/>
                </a:lnTo>
                <a:close/>
                <a:moveTo>
                  <a:pt x="32" y="12"/>
                </a:moveTo>
                <a:cubicBezTo>
                  <a:pt x="32" y="13"/>
                  <a:pt x="31" y="13"/>
                  <a:pt x="31" y="13"/>
                </a:cubicBezTo>
                <a:cubicBezTo>
                  <a:pt x="28" y="13"/>
                  <a:pt x="28" y="13"/>
                  <a:pt x="28" y="13"/>
                </a:cubicBezTo>
                <a:cubicBezTo>
                  <a:pt x="28" y="13"/>
                  <a:pt x="27" y="13"/>
                  <a:pt x="27" y="12"/>
                </a:cubicBezTo>
                <a:cubicBezTo>
                  <a:pt x="27" y="10"/>
                  <a:pt x="27" y="10"/>
                  <a:pt x="27" y="10"/>
                </a:cubicBezTo>
                <a:cubicBezTo>
                  <a:pt x="27" y="9"/>
                  <a:pt x="28" y="9"/>
                  <a:pt x="28" y="9"/>
                </a:cubicBezTo>
                <a:cubicBezTo>
                  <a:pt x="31" y="9"/>
                  <a:pt x="31" y="9"/>
                  <a:pt x="31" y="9"/>
                </a:cubicBezTo>
                <a:cubicBezTo>
                  <a:pt x="31" y="9"/>
                  <a:pt x="32" y="9"/>
                  <a:pt x="32" y="10"/>
                </a:cubicBezTo>
                <a:lnTo>
                  <a:pt x="32" y="12"/>
                </a:lnTo>
                <a:close/>
                <a:moveTo>
                  <a:pt x="32" y="21"/>
                </a:moveTo>
                <a:cubicBezTo>
                  <a:pt x="32" y="22"/>
                  <a:pt x="31" y="23"/>
                  <a:pt x="31" y="23"/>
                </a:cubicBezTo>
                <a:cubicBezTo>
                  <a:pt x="28" y="23"/>
                  <a:pt x="28" y="23"/>
                  <a:pt x="28" y="23"/>
                </a:cubicBezTo>
                <a:cubicBezTo>
                  <a:pt x="28" y="23"/>
                  <a:pt x="27" y="22"/>
                  <a:pt x="27" y="21"/>
                </a:cubicBezTo>
                <a:cubicBezTo>
                  <a:pt x="27" y="19"/>
                  <a:pt x="27" y="19"/>
                  <a:pt x="27" y="19"/>
                </a:cubicBezTo>
                <a:cubicBezTo>
                  <a:pt x="27" y="19"/>
                  <a:pt x="28" y="18"/>
                  <a:pt x="28" y="18"/>
                </a:cubicBezTo>
                <a:cubicBezTo>
                  <a:pt x="31" y="18"/>
                  <a:pt x="31" y="18"/>
                  <a:pt x="31" y="18"/>
                </a:cubicBezTo>
                <a:cubicBezTo>
                  <a:pt x="31" y="18"/>
                  <a:pt x="32" y="19"/>
                  <a:pt x="32" y="19"/>
                </a:cubicBezTo>
                <a:lnTo>
                  <a:pt x="32" y="21"/>
                </a:lnTo>
                <a:close/>
                <a:moveTo>
                  <a:pt x="32" y="31"/>
                </a:moveTo>
                <a:cubicBezTo>
                  <a:pt x="32" y="31"/>
                  <a:pt x="31" y="32"/>
                  <a:pt x="31" y="32"/>
                </a:cubicBezTo>
                <a:cubicBezTo>
                  <a:pt x="28" y="32"/>
                  <a:pt x="28" y="32"/>
                  <a:pt x="28" y="32"/>
                </a:cubicBezTo>
                <a:cubicBezTo>
                  <a:pt x="28" y="32"/>
                  <a:pt x="27" y="31"/>
                  <a:pt x="27" y="31"/>
                </a:cubicBezTo>
                <a:cubicBezTo>
                  <a:pt x="27" y="28"/>
                  <a:pt x="27" y="28"/>
                  <a:pt x="27" y="28"/>
                </a:cubicBezTo>
                <a:cubicBezTo>
                  <a:pt x="27" y="28"/>
                  <a:pt x="28" y="27"/>
                  <a:pt x="28" y="27"/>
                </a:cubicBezTo>
                <a:cubicBezTo>
                  <a:pt x="31" y="27"/>
                  <a:pt x="31" y="27"/>
                  <a:pt x="31" y="27"/>
                </a:cubicBezTo>
                <a:cubicBezTo>
                  <a:pt x="31" y="27"/>
                  <a:pt x="32" y="28"/>
                  <a:pt x="32" y="28"/>
                </a:cubicBezTo>
                <a:lnTo>
                  <a:pt x="32" y="31"/>
                </a:lnTo>
                <a:close/>
                <a:moveTo>
                  <a:pt x="32" y="40"/>
                </a:moveTo>
                <a:cubicBezTo>
                  <a:pt x="32" y="40"/>
                  <a:pt x="31" y="41"/>
                  <a:pt x="31" y="41"/>
                </a:cubicBezTo>
                <a:cubicBezTo>
                  <a:pt x="28" y="41"/>
                  <a:pt x="28" y="41"/>
                  <a:pt x="28" y="41"/>
                </a:cubicBezTo>
                <a:cubicBezTo>
                  <a:pt x="28" y="41"/>
                  <a:pt x="27" y="40"/>
                  <a:pt x="27" y="40"/>
                </a:cubicBezTo>
                <a:cubicBezTo>
                  <a:pt x="27" y="37"/>
                  <a:pt x="27" y="37"/>
                  <a:pt x="27" y="37"/>
                </a:cubicBezTo>
                <a:cubicBezTo>
                  <a:pt x="27" y="37"/>
                  <a:pt x="28" y="36"/>
                  <a:pt x="28" y="36"/>
                </a:cubicBezTo>
                <a:cubicBezTo>
                  <a:pt x="31" y="36"/>
                  <a:pt x="31" y="36"/>
                  <a:pt x="31" y="36"/>
                </a:cubicBezTo>
                <a:cubicBezTo>
                  <a:pt x="31" y="36"/>
                  <a:pt x="32" y="37"/>
                  <a:pt x="32" y="37"/>
                </a:cubicBezTo>
                <a:lnTo>
                  <a:pt x="32" y="40"/>
                </a:lnTo>
                <a:close/>
                <a:moveTo>
                  <a:pt x="41" y="12"/>
                </a:moveTo>
                <a:cubicBezTo>
                  <a:pt x="41" y="13"/>
                  <a:pt x="40" y="13"/>
                  <a:pt x="40" y="13"/>
                </a:cubicBezTo>
                <a:cubicBezTo>
                  <a:pt x="37" y="13"/>
                  <a:pt x="37" y="13"/>
                  <a:pt x="37" y="13"/>
                </a:cubicBezTo>
                <a:cubicBezTo>
                  <a:pt x="37" y="13"/>
                  <a:pt x="36" y="13"/>
                  <a:pt x="36" y="12"/>
                </a:cubicBezTo>
                <a:cubicBezTo>
                  <a:pt x="36" y="10"/>
                  <a:pt x="36" y="10"/>
                  <a:pt x="36" y="10"/>
                </a:cubicBezTo>
                <a:cubicBezTo>
                  <a:pt x="36" y="9"/>
                  <a:pt x="37" y="9"/>
                  <a:pt x="37" y="9"/>
                </a:cubicBezTo>
                <a:cubicBezTo>
                  <a:pt x="40" y="9"/>
                  <a:pt x="40" y="9"/>
                  <a:pt x="40" y="9"/>
                </a:cubicBezTo>
                <a:cubicBezTo>
                  <a:pt x="40" y="9"/>
                  <a:pt x="41" y="9"/>
                  <a:pt x="41" y="10"/>
                </a:cubicBezTo>
                <a:lnTo>
                  <a:pt x="41" y="12"/>
                </a:lnTo>
                <a:close/>
                <a:moveTo>
                  <a:pt x="41" y="21"/>
                </a:moveTo>
                <a:cubicBezTo>
                  <a:pt x="41" y="22"/>
                  <a:pt x="40" y="23"/>
                  <a:pt x="40" y="23"/>
                </a:cubicBezTo>
                <a:cubicBezTo>
                  <a:pt x="37" y="23"/>
                  <a:pt x="37" y="23"/>
                  <a:pt x="37" y="23"/>
                </a:cubicBezTo>
                <a:cubicBezTo>
                  <a:pt x="37" y="23"/>
                  <a:pt x="36" y="22"/>
                  <a:pt x="36" y="21"/>
                </a:cubicBezTo>
                <a:cubicBezTo>
                  <a:pt x="36" y="19"/>
                  <a:pt x="36" y="19"/>
                  <a:pt x="36" y="19"/>
                </a:cubicBezTo>
                <a:cubicBezTo>
                  <a:pt x="36" y="19"/>
                  <a:pt x="37" y="18"/>
                  <a:pt x="37" y="18"/>
                </a:cubicBezTo>
                <a:cubicBezTo>
                  <a:pt x="40" y="18"/>
                  <a:pt x="40" y="18"/>
                  <a:pt x="40" y="18"/>
                </a:cubicBezTo>
                <a:cubicBezTo>
                  <a:pt x="40" y="18"/>
                  <a:pt x="41" y="19"/>
                  <a:pt x="41" y="19"/>
                </a:cubicBezTo>
                <a:lnTo>
                  <a:pt x="41" y="21"/>
                </a:lnTo>
                <a:close/>
                <a:moveTo>
                  <a:pt x="41" y="31"/>
                </a:moveTo>
                <a:cubicBezTo>
                  <a:pt x="41" y="31"/>
                  <a:pt x="40" y="32"/>
                  <a:pt x="40" y="32"/>
                </a:cubicBezTo>
                <a:cubicBezTo>
                  <a:pt x="37" y="32"/>
                  <a:pt x="37" y="32"/>
                  <a:pt x="37" y="32"/>
                </a:cubicBezTo>
                <a:cubicBezTo>
                  <a:pt x="37" y="32"/>
                  <a:pt x="36" y="31"/>
                  <a:pt x="36" y="31"/>
                </a:cubicBezTo>
                <a:cubicBezTo>
                  <a:pt x="36" y="28"/>
                  <a:pt x="36" y="28"/>
                  <a:pt x="36" y="28"/>
                </a:cubicBezTo>
                <a:cubicBezTo>
                  <a:pt x="36" y="28"/>
                  <a:pt x="37" y="27"/>
                  <a:pt x="37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1" y="28"/>
                  <a:pt x="41" y="28"/>
                </a:cubicBezTo>
                <a:lnTo>
                  <a:pt x="41" y="31"/>
                </a:lnTo>
                <a:close/>
                <a:moveTo>
                  <a:pt x="41" y="40"/>
                </a:moveTo>
                <a:cubicBezTo>
                  <a:pt x="41" y="40"/>
                  <a:pt x="40" y="41"/>
                  <a:pt x="40" y="41"/>
                </a:cubicBezTo>
                <a:cubicBezTo>
                  <a:pt x="37" y="41"/>
                  <a:pt x="37" y="41"/>
                  <a:pt x="37" y="41"/>
                </a:cubicBezTo>
                <a:cubicBezTo>
                  <a:pt x="37" y="41"/>
                  <a:pt x="36" y="40"/>
                  <a:pt x="36" y="40"/>
                </a:cubicBezTo>
                <a:cubicBezTo>
                  <a:pt x="36" y="37"/>
                  <a:pt x="36" y="37"/>
                  <a:pt x="36" y="37"/>
                </a:cubicBezTo>
                <a:cubicBezTo>
                  <a:pt x="36" y="37"/>
                  <a:pt x="37" y="36"/>
                  <a:pt x="37" y="36"/>
                </a:cubicBezTo>
                <a:cubicBezTo>
                  <a:pt x="40" y="36"/>
                  <a:pt x="40" y="36"/>
                  <a:pt x="40" y="36"/>
                </a:cubicBezTo>
                <a:cubicBezTo>
                  <a:pt x="40" y="36"/>
                  <a:pt x="41" y="37"/>
                  <a:pt x="41" y="37"/>
                </a:cubicBezTo>
                <a:lnTo>
                  <a:pt x="41" y="40"/>
                </a:lnTo>
                <a:close/>
                <a:moveTo>
                  <a:pt x="41" y="49"/>
                </a:moveTo>
                <a:cubicBezTo>
                  <a:pt x="41" y="49"/>
                  <a:pt x="40" y="50"/>
                  <a:pt x="40" y="50"/>
                </a:cubicBezTo>
                <a:cubicBezTo>
                  <a:pt x="37" y="50"/>
                  <a:pt x="37" y="50"/>
                  <a:pt x="37" y="50"/>
                </a:cubicBezTo>
                <a:cubicBezTo>
                  <a:pt x="37" y="50"/>
                  <a:pt x="36" y="49"/>
                  <a:pt x="36" y="49"/>
                </a:cubicBezTo>
                <a:cubicBezTo>
                  <a:pt x="36" y="47"/>
                  <a:pt x="36" y="47"/>
                  <a:pt x="36" y="47"/>
                </a:cubicBezTo>
                <a:cubicBezTo>
                  <a:pt x="36" y="46"/>
                  <a:pt x="37" y="45"/>
                  <a:pt x="37" y="45"/>
                </a:cubicBezTo>
                <a:cubicBezTo>
                  <a:pt x="40" y="45"/>
                  <a:pt x="40" y="45"/>
                  <a:pt x="40" y="45"/>
                </a:cubicBezTo>
                <a:cubicBezTo>
                  <a:pt x="40" y="45"/>
                  <a:pt x="41" y="46"/>
                  <a:pt x="41" y="47"/>
                </a:cubicBezTo>
                <a:lnTo>
                  <a:pt x="41" y="4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15" name="Freeform 34"/>
          <p:cNvSpPr/>
          <p:nvPr/>
        </p:nvSpPr>
        <p:spPr>
          <a:xfrm>
            <a:off x="4948200" y="839880"/>
            <a:ext cx="189000" cy="189000"/>
          </a:xfrm>
          <a:custGeom>
            <a:avLst/>
            <a:gdLst/>
            <a:ahLst/>
            <a:rect l="l" t="t" r="r" b="b"/>
            <a:pathLst>
              <a:path w="55" h="55">
                <a:moveTo>
                  <a:pt x="27" y="55"/>
                </a:moveTo>
                <a:cubicBezTo>
                  <a:pt x="12" y="55"/>
                  <a:pt x="0" y="43"/>
                  <a:pt x="0" y="28"/>
                </a:cubicBezTo>
                <a:cubicBezTo>
                  <a:pt x="0" y="13"/>
                  <a:pt x="12" y="0"/>
                  <a:pt x="27" y="0"/>
                </a:cubicBezTo>
                <a:cubicBezTo>
                  <a:pt x="42" y="0"/>
                  <a:pt x="55" y="13"/>
                  <a:pt x="55" y="28"/>
                </a:cubicBezTo>
                <a:cubicBezTo>
                  <a:pt x="55" y="43"/>
                  <a:pt x="42" y="55"/>
                  <a:pt x="27" y="55"/>
                </a:cubicBezTo>
                <a:close/>
                <a:moveTo>
                  <a:pt x="27" y="5"/>
                </a:moveTo>
                <a:cubicBezTo>
                  <a:pt x="15" y="5"/>
                  <a:pt x="4" y="15"/>
                  <a:pt x="4" y="28"/>
                </a:cubicBezTo>
                <a:cubicBezTo>
                  <a:pt x="4" y="40"/>
                  <a:pt x="15" y="51"/>
                  <a:pt x="27" y="51"/>
                </a:cubicBezTo>
                <a:cubicBezTo>
                  <a:pt x="40" y="51"/>
                  <a:pt x="50" y="40"/>
                  <a:pt x="50" y="28"/>
                </a:cubicBezTo>
                <a:cubicBezTo>
                  <a:pt x="50" y="15"/>
                  <a:pt x="40" y="5"/>
                  <a:pt x="27" y="5"/>
                </a:cubicBezTo>
                <a:close/>
                <a:moveTo>
                  <a:pt x="27" y="46"/>
                </a:moveTo>
                <a:cubicBezTo>
                  <a:pt x="17" y="46"/>
                  <a:pt x="9" y="38"/>
                  <a:pt x="9" y="28"/>
                </a:cubicBezTo>
                <a:cubicBezTo>
                  <a:pt x="9" y="18"/>
                  <a:pt x="17" y="9"/>
                  <a:pt x="27" y="9"/>
                </a:cubicBezTo>
                <a:cubicBezTo>
                  <a:pt x="37" y="9"/>
                  <a:pt x="45" y="18"/>
                  <a:pt x="45" y="28"/>
                </a:cubicBezTo>
                <a:cubicBezTo>
                  <a:pt x="45" y="38"/>
                  <a:pt x="37" y="46"/>
                  <a:pt x="27" y="46"/>
                </a:cubicBezTo>
                <a:close/>
                <a:moveTo>
                  <a:pt x="27" y="14"/>
                </a:moveTo>
                <a:cubicBezTo>
                  <a:pt x="20" y="14"/>
                  <a:pt x="13" y="20"/>
                  <a:pt x="13" y="28"/>
                </a:cubicBezTo>
                <a:cubicBezTo>
                  <a:pt x="13" y="35"/>
                  <a:pt x="20" y="41"/>
                  <a:pt x="27" y="41"/>
                </a:cubicBezTo>
                <a:cubicBezTo>
                  <a:pt x="35" y="41"/>
                  <a:pt x="41" y="35"/>
                  <a:pt x="41" y="28"/>
                </a:cubicBezTo>
                <a:cubicBezTo>
                  <a:pt x="41" y="20"/>
                  <a:pt x="35" y="14"/>
                  <a:pt x="27" y="14"/>
                </a:cubicBezTo>
                <a:close/>
                <a:moveTo>
                  <a:pt x="27" y="37"/>
                </a:moveTo>
                <a:cubicBezTo>
                  <a:pt x="22" y="37"/>
                  <a:pt x="18" y="33"/>
                  <a:pt x="18" y="28"/>
                </a:cubicBezTo>
                <a:cubicBezTo>
                  <a:pt x="18" y="23"/>
                  <a:pt x="22" y="19"/>
                  <a:pt x="27" y="19"/>
                </a:cubicBezTo>
                <a:cubicBezTo>
                  <a:pt x="32" y="19"/>
                  <a:pt x="36" y="23"/>
                  <a:pt x="36" y="28"/>
                </a:cubicBezTo>
                <a:cubicBezTo>
                  <a:pt x="36" y="33"/>
                  <a:pt x="32" y="37"/>
                  <a:pt x="27" y="3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16" name="Freeform 35"/>
          <p:cNvSpPr/>
          <p:nvPr/>
        </p:nvSpPr>
        <p:spPr>
          <a:xfrm>
            <a:off x="5443560" y="825480"/>
            <a:ext cx="250920" cy="220680"/>
          </a:xfrm>
          <a:custGeom>
            <a:avLst/>
            <a:gdLst/>
            <a:ahLst/>
            <a:rect l="l" t="t" r="r" b="b"/>
            <a:pathLst>
              <a:path w="73" h="64">
                <a:moveTo>
                  <a:pt x="73" y="40"/>
                </a:moveTo>
                <a:cubicBezTo>
                  <a:pt x="73" y="53"/>
                  <a:pt x="73" y="53"/>
                  <a:pt x="73" y="53"/>
                </a:cubicBezTo>
                <a:cubicBezTo>
                  <a:pt x="73" y="54"/>
                  <a:pt x="72" y="55"/>
                  <a:pt x="72" y="55"/>
                </a:cubicBezTo>
                <a:cubicBezTo>
                  <a:pt x="68" y="55"/>
                  <a:pt x="68" y="55"/>
                  <a:pt x="68" y="55"/>
                </a:cubicBezTo>
                <a:cubicBezTo>
                  <a:pt x="68" y="57"/>
                  <a:pt x="68" y="57"/>
                  <a:pt x="68" y="57"/>
                </a:cubicBezTo>
                <a:cubicBezTo>
                  <a:pt x="68" y="61"/>
                  <a:pt x="65" y="64"/>
                  <a:pt x="61" y="64"/>
                </a:cubicBezTo>
                <a:cubicBezTo>
                  <a:pt x="58" y="64"/>
                  <a:pt x="55" y="61"/>
                  <a:pt x="55" y="57"/>
                </a:cubicBezTo>
                <a:cubicBezTo>
                  <a:pt x="55" y="55"/>
                  <a:pt x="55" y="55"/>
                  <a:pt x="55" y="55"/>
                </a:cubicBezTo>
                <a:cubicBezTo>
                  <a:pt x="18" y="55"/>
                  <a:pt x="18" y="55"/>
                  <a:pt x="18" y="55"/>
                </a:cubicBezTo>
                <a:cubicBezTo>
                  <a:pt x="18" y="57"/>
                  <a:pt x="18" y="57"/>
                  <a:pt x="18" y="57"/>
                </a:cubicBezTo>
                <a:cubicBezTo>
                  <a:pt x="18" y="61"/>
                  <a:pt x="15" y="64"/>
                  <a:pt x="11" y="64"/>
                </a:cubicBezTo>
                <a:cubicBezTo>
                  <a:pt x="7" y="64"/>
                  <a:pt x="4" y="61"/>
                  <a:pt x="4" y="57"/>
                </a:cubicBezTo>
                <a:cubicBezTo>
                  <a:pt x="4" y="55"/>
                  <a:pt x="4" y="55"/>
                  <a:pt x="4" y="55"/>
                </a:cubicBezTo>
                <a:cubicBezTo>
                  <a:pt x="1" y="55"/>
                  <a:pt x="1" y="55"/>
                  <a:pt x="1" y="55"/>
                </a:cubicBezTo>
                <a:cubicBezTo>
                  <a:pt x="0" y="55"/>
                  <a:pt x="0" y="54"/>
                  <a:pt x="0" y="53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35"/>
                  <a:pt x="3" y="32"/>
                  <a:pt x="8" y="32"/>
                </a:cubicBezTo>
                <a:cubicBezTo>
                  <a:pt x="9" y="32"/>
                  <a:pt x="9" y="32"/>
                  <a:pt x="9" y="32"/>
                </a:cubicBezTo>
                <a:cubicBezTo>
                  <a:pt x="13" y="17"/>
                  <a:pt x="13" y="17"/>
                  <a:pt x="13" y="17"/>
                </a:cubicBezTo>
                <a:cubicBezTo>
                  <a:pt x="14" y="12"/>
                  <a:pt x="18" y="9"/>
                  <a:pt x="23" y="9"/>
                </a:cubicBezTo>
                <a:cubicBezTo>
                  <a:pt x="27" y="9"/>
                  <a:pt x="27" y="9"/>
                  <a:pt x="27" y="9"/>
                </a:cubicBezTo>
                <a:cubicBezTo>
                  <a:pt x="27" y="1"/>
                  <a:pt x="27" y="1"/>
                  <a:pt x="27" y="1"/>
                </a:cubicBezTo>
                <a:cubicBezTo>
                  <a:pt x="27" y="0"/>
                  <a:pt x="28" y="0"/>
                  <a:pt x="28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45" y="0"/>
                  <a:pt x="45" y="0"/>
                  <a:pt x="45" y="1"/>
                </a:cubicBezTo>
                <a:cubicBezTo>
                  <a:pt x="45" y="9"/>
                  <a:pt x="45" y="9"/>
                  <a:pt x="45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5" y="9"/>
                  <a:pt x="59" y="12"/>
                  <a:pt x="60" y="17"/>
                </a:cubicBezTo>
                <a:cubicBezTo>
                  <a:pt x="64" y="32"/>
                  <a:pt x="64" y="32"/>
                  <a:pt x="64" y="32"/>
                </a:cubicBezTo>
                <a:cubicBezTo>
                  <a:pt x="65" y="32"/>
                  <a:pt x="65" y="32"/>
                  <a:pt x="65" y="32"/>
                </a:cubicBezTo>
                <a:cubicBezTo>
                  <a:pt x="69" y="32"/>
                  <a:pt x="73" y="35"/>
                  <a:pt x="73" y="40"/>
                </a:cubicBezTo>
                <a:close/>
                <a:moveTo>
                  <a:pt x="17" y="43"/>
                </a:moveTo>
                <a:cubicBezTo>
                  <a:pt x="17" y="40"/>
                  <a:pt x="14" y="37"/>
                  <a:pt x="11" y="37"/>
                </a:cubicBezTo>
                <a:cubicBezTo>
                  <a:pt x="8" y="37"/>
                  <a:pt x="5" y="40"/>
                  <a:pt x="5" y="43"/>
                </a:cubicBezTo>
                <a:cubicBezTo>
                  <a:pt x="5" y="46"/>
                  <a:pt x="8" y="49"/>
                  <a:pt x="11" y="49"/>
                </a:cubicBezTo>
                <a:cubicBezTo>
                  <a:pt x="14" y="49"/>
                  <a:pt x="17" y="46"/>
                  <a:pt x="17" y="43"/>
                </a:cubicBezTo>
                <a:close/>
                <a:moveTo>
                  <a:pt x="54" y="32"/>
                </a:moveTo>
                <a:cubicBezTo>
                  <a:pt x="51" y="19"/>
                  <a:pt x="51" y="19"/>
                  <a:pt x="51" y="19"/>
                </a:cubicBezTo>
                <a:cubicBezTo>
                  <a:pt x="51" y="19"/>
                  <a:pt x="50" y="18"/>
                  <a:pt x="50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22" y="18"/>
                  <a:pt x="21" y="19"/>
                  <a:pt x="21" y="19"/>
                </a:cubicBezTo>
                <a:cubicBezTo>
                  <a:pt x="18" y="32"/>
                  <a:pt x="18" y="32"/>
                  <a:pt x="18" y="32"/>
                </a:cubicBezTo>
                <a:lnTo>
                  <a:pt x="54" y="32"/>
                </a:lnTo>
                <a:close/>
                <a:moveTo>
                  <a:pt x="67" y="43"/>
                </a:moveTo>
                <a:cubicBezTo>
                  <a:pt x="67" y="40"/>
                  <a:pt x="65" y="37"/>
                  <a:pt x="61" y="37"/>
                </a:cubicBezTo>
                <a:cubicBezTo>
                  <a:pt x="58" y="37"/>
                  <a:pt x="56" y="40"/>
                  <a:pt x="56" y="43"/>
                </a:cubicBezTo>
                <a:cubicBezTo>
                  <a:pt x="56" y="46"/>
                  <a:pt x="58" y="49"/>
                  <a:pt x="61" y="49"/>
                </a:cubicBezTo>
                <a:cubicBezTo>
                  <a:pt x="65" y="49"/>
                  <a:pt x="67" y="46"/>
                  <a:pt x="67" y="4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17" name="Freeform 36"/>
          <p:cNvSpPr/>
          <p:nvPr/>
        </p:nvSpPr>
        <p:spPr>
          <a:xfrm>
            <a:off x="5937120" y="825480"/>
            <a:ext cx="203400" cy="220680"/>
          </a:xfrm>
          <a:custGeom>
            <a:avLst/>
            <a:gdLst/>
            <a:ahLst/>
            <a:rect l="l" t="t" r="r" b="b"/>
            <a:pathLst>
              <a:path w="59" h="64">
                <a:moveTo>
                  <a:pt x="59" y="59"/>
                </a:moveTo>
                <a:cubicBezTo>
                  <a:pt x="59" y="62"/>
                  <a:pt x="57" y="64"/>
                  <a:pt x="55" y="64"/>
                </a:cubicBezTo>
                <a:cubicBezTo>
                  <a:pt x="4" y="64"/>
                  <a:pt x="4" y="64"/>
                  <a:pt x="4" y="64"/>
                </a:cubicBezTo>
                <a:cubicBezTo>
                  <a:pt x="2" y="64"/>
                  <a:pt x="0" y="62"/>
                  <a:pt x="0" y="59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1"/>
                  <a:pt x="2" y="9"/>
                  <a:pt x="4" y="9"/>
                </a:cubicBezTo>
                <a:cubicBezTo>
                  <a:pt x="9" y="9"/>
                  <a:pt x="9" y="9"/>
                  <a:pt x="9" y="9"/>
                </a:cubicBezTo>
                <a:cubicBezTo>
                  <a:pt x="9" y="5"/>
                  <a:pt x="9" y="5"/>
                  <a:pt x="9" y="5"/>
                </a:cubicBezTo>
                <a:cubicBezTo>
                  <a:pt x="9" y="2"/>
                  <a:pt x="11" y="0"/>
                  <a:pt x="15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20" y="0"/>
                  <a:pt x="23" y="2"/>
                  <a:pt x="23" y="5"/>
                </a:cubicBezTo>
                <a:cubicBezTo>
                  <a:pt x="23" y="9"/>
                  <a:pt x="23" y="9"/>
                  <a:pt x="23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5"/>
                  <a:pt x="36" y="5"/>
                  <a:pt x="36" y="5"/>
                </a:cubicBezTo>
                <a:cubicBezTo>
                  <a:pt x="36" y="2"/>
                  <a:pt x="39" y="0"/>
                  <a:pt x="42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47" y="0"/>
                  <a:pt x="50" y="2"/>
                  <a:pt x="50" y="5"/>
                </a:cubicBezTo>
                <a:cubicBezTo>
                  <a:pt x="50" y="9"/>
                  <a:pt x="50" y="9"/>
                  <a:pt x="50" y="9"/>
                </a:cubicBezTo>
                <a:cubicBezTo>
                  <a:pt x="55" y="9"/>
                  <a:pt x="55" y="9"/>
                  <a:pt x="55" y="9"/>
                </a:cubicBezTo>
                <a:cubicBezTo>
                  <a:pt x="57" y="9"/>
                  <a:pt x="59" y="11"/>
                  <a:pt x="59" y="13"/>
                </a:cubicBezTo>
                <a:lnTo>
                  <a:pt x="59" y="59"/>
                </a:lnTo>
                <a:close/>
                <a:moveTo>
                  <a:pt x="15" y="33"/>
                </a:moveTo>
                <a:cubicBezTo>
                  <a:pt x="15" y="23"/>
                  <a:pt x="15" y="23"/>
                  <a:pt x="15" y="23"/>
                </a:cubicBezTo>
                <a:cubicBezTo>
                  <a:pt x="4" y="23"/>
                  <a:pt x="4" y="23"/>
                  <a:pt x="4" y="23"/>
                </a:cubicBezTo>
                <a:cubicBezTo>
                  <a:pt x="4" y="33"/>
                  <a:pt x="4" y="33"/>
                  <a:pt x="4" y="33"/>
                </a:cubicBezTo>
                <a:lnTo>
                  <a:pt x="15" y="33"/>
                </a:lnTo>
                <a:close/>
                <a:moveTo>
                  <a:pt x="15" y="47"/>
                </a:moveTo>
                <a:cubicBezTo>
                  <a:pt x="15" y="35"/>
                  <a:pt x="15" y="35"/>
                  <a:pt x="15" y="35"/>
                </a:cubicBezTo>
                <a:cubicBezTo>
                  <a:pt x="4" y="35"/>
                  <a:pt x="4" y="35"/>
                  <a:pt x="4" y="35"/>
                </a:cubicBezTo>
                <a:cubicBezTo>
                  <a:pt x="4" y="47"/>
                  <a:pt x="4" y="47"/>
                  <a:pt x="4" y="47"/>
                </a:cubicBezTo>
                <a:lnTo>
                  <a:pt x="15" y="47"/>
                </a:lnTo>
                <a:close/>
                <a:moveTo>
                  <a:pt x="15" y="59"/>
                </a:moveTo>
                <a:cubicBezTo>
                  <a:pt x="15" y="49"/>
                  <a:pt x="15" y="49"/>
                  <a:pt x="15" y="49"/>
                </a:cubicBezTo>
                <a:cubicBezTo>
                  <a:pt x="4" y="49"/>
                  <a:pt x="4" y="49"/>
                  <a:pt x="4" y="49"/>
                </a:cubicBezTo>
                <a:cubicBezTo>
                  <a:pt x="4" y="59"/>
                  <a:pt x="4" y="59"/>
                  <a:pt x="4" y="59"/>
                </a:cubicBezTo>
                <a:lnTo>
                  <a:pt x="15" y="59"/>
                </a:lnTo>
                <a:close/>
                <a:moveTo>
                  <a:pt x="18" y="5"/>
                </a:moveTo>
                <a:cubicBezTo>
                  <a:pt x="18" y="5"/>
                  <a:pt x="18" y="4"/>
                  <a:pt x="17" y="4"/>
                </a:cubicBezTo>
                <a:cubicBezTo>
                  <a:pt x="15" y="4"/>
                  <a:pt x="15" y="4"/>
                  <a:pt x="15" y="4"/>
                </a:cubicBezTo>
                <a:cubicBezTo>
                  <a:pt x="14" y="4"/>
                  <a:pt x="13" y="5"/>
                  <a:pt x="13" y="5"/>
                </a:cubicBezTo>
                <a:cubicBezTo>
                  <a:pt x="13" y="16"/>
                  <a:pt x="13" y="16"/>
                  <a:pt x="13" y="16"/>
                </a:cubicBezTo>
                <a:cubicBezTo>
                  <a:pt x="13" y="16"/>
                  <a:pt x="14" y="17"/>
                  <a:pt x="15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18" y="17"/>
                  <a:pt x="18" y="16"/>
                  <a:pt x="18" y="16"/>
                </a:cubicBezTo>
                <a:lnTo>
                  <a:pt x="18" y="5"/>
                </a:lnTo>
                <a:close/>
                <a:moveTo>
                  <a:pt x="28" y="33"/>
                </a:moveTo>
                <a:cubicBezTo>
                  <a:pt x="28" y="23"/>
                  <a:pt x="28" y="23"/>
                  <a:pt x="28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7" y="33"/>
                  <a:pt x="17" y="33"/>
                  <a:pt x="17" y="33"/>
                </a:cubicBezTo>
                <a:lnTo>
                  <a:pt x="28" y="33"/>
                </a:lnTo>
                <a:close/>
                <a:moveTo>
                  <a:pt x="28" y="47"/>
                </a:moveTo>
                <a:cubicBezTo>
                  <a:pt x="28" y="35"/>
                  <a:pt x="28" y="35"/>
                  <a:pt x="28" y="35"/>
                </a:cubicBezTo>
                <a:cubicBezTo>
                  <a:pt x="17" y="35"/>
                  <a:pt x="17" y="35"/>
                  <a:pt x="17" y="35"/>
                </a:cubicBezTo>
                <a:cubicBezTo>
                  <a:pt x="17" y="47"/>
                  <a:pt x="17" y="47"/>
                  <a:pt x="17" y="47"/>
                </a:cubicBezTo>
                <a:lnTo>
                  <a:pt x="28" y="47"/>
                </a:lnTo>
                <a:close/>
                <a:moveTo>
                  <a:pt x="28" y="59"/>
                </a:moveTo>
                <a:cubicBezTo>
                  <a:pt x="28" y="49"/>
                  <a:pt x="28" y="49"/>
                  <a:pt x="28" y="49"/>
                </a:cubicBezTo>
                <a:cubicBezTo>
                  <a:pt x="17" y="49"/>
                  <a:pt x="17" y="49"/>
                  <a:pt x="17" y="49"/>
                </a:cubicBezTo>
                <a:cubicBezTo>
                  <a:pt x="17" y="59"/>
                  <a:pt x="17" y="59"/>
                  <a:pt x="17" y="59"/>
                </a:cubicBezTo>
                <a:lnTo>
                  <a:pt x="28" y="59"/>
                </a:lnTo>
                <a:close/>
                <a:moveTo>
                  <a:pt x="42" y="33"/>
                </a:moveTo>
                <a:cubicBezTo>
                  <a:pt x="42" y="23"/>
                  <a:pt x="42" y="23"/>
                  <a:pt x="42" y="23"/>
                </a:cubicBezTo>
                <a:cubicBezTo>
                  <a:pt x="31" y="23"/>
                  <a:pt x="31" y="23"/>
                  <a:pt x="31" y="23"/>
                </a:cubicBezTo>
                <a:cubicBezTo>
                  <a:pt x="31" y="33"/>
                  <a:pt x="31" y="33"/>
                  <a:pt x="31" y="33"/>
                </a:cubicBezTo>
                <a:lnTo>
                  <a:pt x="42" y="33"/>
                </a:lnTo>
                <a:close/>
                <a:moveTo>
                  <a:pt x="42" y="47"/>
                </a:moveTo>
                <a:cubicBezTo>
                  <a:pt x="42" y="35"/>
                  <a:pt x="42" y="35"/>
                  <a:pt x="42" y="35"/>
                </a:cubicBezTo>
                <a:cubicBezTo>
                  <a:pt x="31" y="35"/>
                  <a:pt x="31" y="35"/>
                  <a:pt x="31" y="35"/>
                </a:cubicBezTo>
                <a:cubicBezTo>
                  <a:pt x="31" y="47"/>
                  <a:pt x="31" y="47"/>
                  <a:pt x="31" y="47"/>
                </a:cubicBezTo>
                <a:lnTo>
                  <a:pt x="42" y="47"/>
                </a:lnTo>
                <a:close/>
                <a:moveTo>
                  <a:pt x="42" y="59"/>
                </a:moveTo>
                <a:cubicBezTo>
                  <a:pt x="42" y="49"/>
                  <a:pt x="42" y="49"/>
                  <a:pt x="42" y="49"/>
                </a:cubicBezTo>
                <a:cubicBezTo>
                  <a:pt x="31" y="49"/>
                  <a:pt x="31" y="49"/>
                  <a:pt x="31" y="49"/>
                </a:cubicBezTo>
                <a:cubicBezTo>
                  <a:pt x="31" y="59"/>
                  <a:pt x="31" y="59"/>
                  <a:pt x="31" y="59"/>
                </a:cubicBezTo>
                <a:lnTo>
                  <a:pt x="42" y="59"/>
                </a:lnTo>
                <a:close/>
                <a:moveTo>
                  <a:pt x="45" y="5"/>
                </a:moveTo>
                <a:cubicBezTo>
                  <a:pt x="45" y="5"/>
                  <a:pt x="45" y="4"/>
                  <a:pt x="44" y="4"/>
                </a:cubicBezTo>
                <a:cubicBezTo>
                  <a:pt x="42" y="4"/>
                  <a:pt x="42" y="4"/>
                  <a:pt x="42" y="4"/>
                </a:cubicBezTo>
                <a:cubicBezTo>
                  <a:pt x="41" y="4"/>
                  <a:pt x="41" y="5"/>
                  <a:pt x="41" y="5"/>
                </a:cubicBezTo>
                <a:cubicBezTo>
                  <a:pt x="41" y="16"/>
                  <a:pt x="41" y="16"/>
                  <a:pt x="41" y="16"/>
                </a:cubicBezTo>
                <a:cubicBezTo>
                  <a:pt x="41" y="16"/>
                  <a:pt x="41" y="17"/>
                  <a:pt x="42" y="17"/>
                </a:cubicBezTo>
                <a:cubicBezTo>
                  <a:pt x="44" y="17"/>
                  <a:pt x="44" y="17"/>
                  <a:pt x="44" y="17"/>
                </a:cubicBezTo>
                <a:cubicBezTo>
                  <a:pt x="45" y="17"/>
                  <a:pt x="45" y="16"/>
                  <a:pt x="45" y="16"/>
                </a:cubicBezTo>
                <a:lnTo>
                  <a:pt x="45" y="5"/>
                </a:lnTo>
                <a:close/>
                <a:moveTo>
                  <a:pt x="55" y="33"/>
                </a:moveTo>
                <a:cubicBezTo>
                  <a:pt x="55" y="23"/>
                  <a:pt x="55" y="23"/>
                  <a:pt x="55" y="23"/>
                </a:cubicBezTo>
                <a:cubicBezTo>
                  <a:pt x="44" y="23"/>
                  <a:pt x="44" y="23"/>
                  <a:pt x="44" y="23"/>
                </a:cubicBezTo>
                <a:cubicBezTo>
                  <a:pt x="44" y="33"/>
                  <a:pt x="44" y="33"/>
                  <a:pt x="44" y="33"/>
                </a:cubicBezTo>
                <a:lnTo>
                  <a:pt x="55" y="33"/>
                </a:lnTo>
                <a:close/>
                <a:moveTo>
                  <a:pt x="55" y="47"/>
                </a:moveTo>
                <a:cubicBezTo>
                  <a:pt x="55" y="35"/>
                  <a:pt x="55" y="35"/>
                  <a:pt x="55" y="35"/>
                </a:cubicBezTo>
                <a:cubicBezTo>
                  <a:pt x="44" y="35"/>
                  <a:pt x="44" y="35"/>
                  <a:pt x="44" y="35"/>
                </a:cubicBezTo>
                <a:cubicBezTo>
                  <a:pt x="44" y="47"/>
                  <a:pt x="44" y="47"/>
                  <a:pt x="44" y="47"/>
                </a:cubicBezTo>
                <a:lnTo>
                  <a:pt x="55" y="47"/>
                </a:lnTo>
                <a:close/>
                <a:moveTo>
                  <a:pt x="55" y="59"/>
                </a:moveTo>
                <a:cubicBezTo>
                  <a:pt x="55" y="49"/>
                  <a:pt x="55" y="49"/>
                  <a:pt x="55" y="49"/>
                </a:cubicBezTo>
                <a:cubicBezTo>
                  <a:pt x="44" y="49"/>
                  <a:pt x="44" y="49"/>
                  <a:pt x="44" y="49"/>
                </a:cubicBezTo>
                <a:cubicBezTo>
                  <a:pt x="44" y="59"/>
                  <a:pt x="44" y="59"/>
                  <a:pt x="44" y="59"/>
                </a:cubicBezTo>
                <a:lnTo>
                  <a:pt x="55" y="5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18" name="Freeform 37"/>
          <p:cNvSpPr/>
          <p:nvPr/>
        </p:nvSpPr>
        <p:spPr>
          <a:xfrm>
            <a:off x="6432480" y="825480"/>
            <a:ext cx="233280" cy="203400"/>
          </a:xfrm>
          <a:custGeom>
            <a:avLst/>
            <a:gdLst/>
            <a:ahLst/>
            <a:rect l="l" t="t" r="r" b="b"/>
            <a:pathLst>
              <a:path w="68" h="59">
                <a:moveTo>
                  <a:pt x="68" y="18"/>
                </a:moveTo>
                <a:cubicBezTo>
                  <a:pt x="68" y="50"/>
                  <a:pt x="68" y="50"/>
                  <a:pt x="68" y="50"/>
                </a:cubicBezTo>
                <a:cubicBezTo>
                  <a:pt x="68" y="55"/>
                  <a:pt x="64" y="59"/>
                  <a:pt x="59" y="59"/>
                </a:cubicBezTo>
                <a:cubicBezTo>
                  <a:pt x="9" y="59"/>
                  <a:pt x="9" y="59"/>
                  <a:pt x="9" y="59"/>
                </a:cubicBezTo>
                <a:cubicBezTo>
                  <a:pt x="4" y="59"/>
                  <a:pt x="0" y="55"/>
                  <a:pt x="0" y="50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13"/>
                  <a:pt x="4" y="9"/>
                  <a:pt x="9" y="9"/>
                </a:cubicBezTo>
                <a:cubicBezTo>
                  <a:pt x="17" y="9"/>
                  <a:pt x="17" y="9"/>
                  <a:pt x="17" y="9"/>
                </a:cubicBezTo>
                <a:cubicBezTo>
                  <a:pt x="19" y="4"/>
                  <a:pt x="19" y="4"/>
                  <a:pt x="19" y="4"/>
                </a:cubicBezTo>
                <a:cubicBezTo>
                  <a:pt x="20" y="2"/>
                  <a:pt x="22" y="0"/>
                  <a:pt x="25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6" y="0"/>
                  <a:pt x="48" y="2"/>
                  <a:pt x="49" y="4"/>
                </a:cubicBezTo>
                <a:cubicBezTo>
                  <a:pt x="51" y="9"/>
                  <a:pt x="51" y="9"/>
                  <a:pt x="51" y="9"/>
                </a:cubicBezTo>
                <a:cubicBezTo>
                  <a:pt x="59" y="9"/>
                  <a:pt x="59" y="9"/>
                  <a:pt x="59" y="9"/>
                </a:cubicBezTo>
                <a:cubicBezTo>
                  <a:pt x="64" y="9"/>
                  <a:pt x="68" y="13"/>
                  <a:pt x="68" y="18"/>
                </a:cubicBezTo>
                <a:close/>
                <a:moveTo>
                  <a:pt x="50" y="34"/>
                </a:moveTo>
                <a:cubicBezTo>
                  <a:pt x="50" y="25"/>
                  <a:pt x="43" y="18"/>
                  <a:pt x="34" y="18"/>
                </a:cubicBezTo>
                <a:cubicBezTo>
                  <a:pt x="25" y="18"/>
                  <a:pt x="18" y="25"/>
                  <a:pt x="18" y="34"/>
                </a:cubicBezTo>
                <a:cubicBezTo>
                  <a:pt x="18" y="43"/>
                  <a:pt x="25" y="50"/>
                  <a:pt x="34" y="50"/>
                </a:cubicBezTo>
                <a:cubicBezTo>
                  <a:pt x="43" y="50"/>
                  <a:pt x="50" y="43"/>
                  <a:pt x="50" y="34"/>
                </a:cubicBezTo>
                <a:close/>
                <a:moveTo>
                  <a:pt x="44" y="34"/>
                </a:moveTo>
                <a:cubicBezTo>
                  <a:pt x="44" y="40"/>
                  <a:pt x="40" y="44"/>
                  <a:pt x="34" y="44"/>
                </a:cubicBezTo>
                <a:cubicBezTo>
                  <a:pt x="28" y="44"/>
                  <a:pt x="24" y="40"/>
                  <a:pt x="24" y="34"/>
                </a:cubicBezTo>
                <a:cubicBezTo>
                  <a:pt x="24" y="28"/>
                  <a:pt x="28" y="24"/>
                  <a:pt x="34" y="24"/>
                </a:cubicBezTo>
                <a:cubicBezTo>
                  <a:pt x="40" y="24"/>
                  <a:pt x="44" y="28"/>
                  <a:pt x="44" y="3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19" name="Freeform 38"/>
          <p:cNvSpPr/>
          <p:nvPr/>
        </p:nvSpPr>
        <p:spPr>
          <a:xfrm>
            <a:off x="6927840" y="839880"/>
            <a:ext cx="250920" cy="195120"/>
          </a:xfrm>
          <a:custGeom>
            <a:avLst/>
            <a:gdLst/>
            <a:ahLst/>
            <a:rect l="l" t="t" r="r" b="b"/>
            <a:pathLst>
              <a:path w="73" h="57">
                <a:moveTo>
                  <a:pt x="73" y="45"/>
                </a:moveTo>
                <a:cubicBezTo>
                  <a:pt x="73" y="46"/>
                  <a:pt x="72" y="46"/>
                  <a:pt x="72" y="46"/>
                </a:cubicBezTo>
                <a:cubicBezTo>
                  <a:pt x="68" y="46"/>
                  <a:pt x="68" y="46"/>
                  <a:pt x="68" y="46"/>
                </a:cubicBezTo>
                <a:cubicBezTo>
                  <a:pt x="68" y="51"/>
                  <a:pt x="68" y="51"/>
                  <a:pt x="68" y="51"/>
                </a:cubicBezTo>
                <a:cubicBezTo>
                  <a:pt x="68" y="54"/>
                  <a:pt x="65" y="57"/>
                  <a:pt x="61" y="57"/>
                </a:cubicBezTo>
                <a:cubicBezTo>
                  <a:pt x="58" y="57"/>
                  <a:pt x="55" y="54"/>
                  <a:pt x="55" y="51"/>
                </a:cubicBezTo>
                <a:cubicBezTo>
                  <a:pt x="55" y="46"/>
                  <a:pt x="55" y="46"/>
                  <a:pt x="55" y="46"/>
                </a:cubicBezTo>
                <a:cubicBezTo>
                  <a:pt x="18" y="46"/>
                  <a:pt x="18" y="46"/>
                  <a:pt x="18" y="46"/>
                </a:cubicBezTo>
                <a:cubicBezTo>
                  <a:pt x="18" y="51"/>
                  <a:pt x="18" y="51"/>
                  <a:pt x="18" y="51"/>
                </a:cubicBezTo>
                <a:cubicBezTo>
                  <a:pt x="18" y="54"/>
                  <a:pt x="15" y="57"/>
                  <a:pt x="11" y="57"/>
                </a:cubicBezTo>
                <a:cubicBezTo>
                  <a:pt x="7" y="57"/>
                  <a:pt x="4" y="54"/>
                  <a:pt x="4" y="51"/>
                </a:cubicBezTo>
                <a:cubicBezTo>
                  <a:pt x="4" y="46"/>
                  <a:pt x="4" y="46"/>
                  <a:pt x="4" y="46"/>
                </a:cubicBezTo>
                <a:cubicBezTo>
                  <a:pt x="1" y="46"/>
                  <a:pt x="1" y="46"/>
                  <a:pt x="1" y="46"/>
                </a:cubicBezTo>
                <a:cubicBezTo>
                  <a:pt x="0" y="46"/>
                  <a:pt x="0" y="46"/>
                  <a:pt x="0" y="45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7"/>
                  <a:pt x="3" y="23"/>
                  <a:pt x="8" y="23"/>
                </a:cubicBezTo>
                <a:cubicBezTo>
                  <a:pt x="9" y="23"/>
                  <a:pt x="9" y="23"/>
                  <a:pt x="9" y="23"/>
                </a:cubicBezTo>
                <a:cubicBezTo>
                  <a:pt x="13" y="8"/>
                  <a:pt x="13" y="8"/>
                  <a:pt x="13" y="8"/>
                </a:cubicBezTo>
                <a:cubicBezTo>
                  <a:pt x="14" y="4"/>
                  <a:pt x="18" y="0"/>
                  <a:pt x="23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5" y="0"/>
                  <a:pt x="59" y="4"/>
                  <a:pt x="60" y="8"/>
                </a:cubicBezTo>
                <a:cubicBezTo>
                  <a:pt x="64" y="23"/>
                  <a:pt x="64" y="23"/>
                  <a:pt x="64" y="23"/>
                </a:cubicBezTo>
                <a:cubicBezTo>
                  <a:pt x="65" y="23"/>
                  <a:pt x="65" y="23"/>
                  <a:pt x="65" y="23"/>
                </a:cubicBezTo>
                <a:cubicBezTo>
                  <a:pt x="69" y="23"/>
                  <a:pt x="73" y="27"/>
                  <a:pt x="73" y="31"/>
                </a:cubicBezTo>
                <a:lnTo>
                  <a:pt x="73" y="45"/>
                </a:lnTo>
                <a:close/>
                <a:moveTo>
                  <a:pt x="11" y="29"/>
                </a:moveTo>
                <a:cubicBezTo>
                  <a:pt x="8" y="29"/>
                  <a:pt x="5" y="31"/>
                  <a:pt x="5" y="35"/>
                </a:cubicBezTo>
                <a:cubicBezTo>
                  <a:pt x="5" y="38"/>
                  <a:pt x="8" y="40"/>
                  <a:pt x="11" y="40"/>
                </a:cubicBezTo>
                <a:cubicBezTo>
                  <a:pt x="14" y="40"/>
                  <a:pt x="17" y="38"/>
                  <a:pt x="17" y="35"/>
                </a:cubicBezTo>
                <a:cubicBezTo>
                  <a:pt x="17" y="31"/>
                  <a:pt x="14" y="29"/>
                  <a:pt x="11" y="29"/>
                </a:cubicBezTo>
                <a:close/>
                <a:moveTo>
                  <a:pt x="54" y="23"/>
                </a:moveTo>
                <a:cubicBezTo>
                  <a:pt x="51" y="10"/>
                  <a:pt x="51" y="10"/>
                  <a:pt x="51" y="10"/>
                </a:cubicBezTo>
                <a:cubicBezTo>
                  <a:pt x="51" y="10"/>
                  <a:pt x="50" y="9"/>
                  <a:pt x="50" y="9"/>
                </a:cubicBezTo>
                <a:cubicBezTo>
                  <a:pt x="23" y="9"/>
                  <a:pt x="23" y="9"/>
                  <a:pt x="23" y="9"/>
                </a:cubicBezTo>
                <a:cubicBezTo>
                  <a:pt x="22" y="9"/>
                  <a:pt x="21" y="10"/>
                  <a:pt x="21" y="10"/>
                </a:cubicBezTo>
                <a:cubicBezTo>
                  <a:pt x="18" y="23"/>
                  <a:pt x="18" y="23"/>
                  <a:pt x="18" y="23"/>
                </a:cubicBezTo>
                <a:lnTo>
                  <a:pt x="54" y="23"/>
                </a:lnTo>
                <a:close/>
                <a:moveTo>
                  <a:pt x="61" y="29"/>
                </a:moveTo>
                <a:cubicBezTo>
                  <a:pt x="58" y="29"/>
                  <a:pt x="56" y="31"/>
                  <a:pt x="56" y="35"/>
                </a:cubicBezTo>
                <a:cubicBezTo>
                  <a:pt x="56" y="38"/>
                  <a:pt x="58" y="40"/>
                  <a:pt x="61" y="40"/>
                </a:cubicBezTo>
                <a:cubicBezTo>
                  <a:pt x="65" y="40"/>
                  <a:pt x="67" y="38"/>
                  <a:pt x="67" y="35"/>
                </a:cubicBezTo>
                <a:cubicBezTo>
                  <a:pt x="67" y="31"/>
                  <a:pt x="65" y="29"/>
                  <a:pt x="61" y="2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0" name="Freeform 39"/>
          <p:cNvSpPr/>
          <p:nvPr/>
        </p:nvSpPr>
        <p:spPr>
          <a:xfrm>
            <a:off x="7429680" y="870120"/>
            <a:ext cx="71280" cy="126720"/>
          </a:xfrm>
          <a:custGeom>
            <a:avLst/>
            <a:gdLst/>
            <a:ahLst/>
            <a:rect l="l" t="t" r="r" b="b"/>
            <a:pathLst>
              <a:path w="21" h="37">
                <a:moveTo>
                  <a:pt x="21" y="35"/>
                </a:moveTo>
                <a:cubicBezTo>
                  <a:pt x="21" y="36"/>
                  <a:pt x="20" y="37"/>
                  <a:pt x="18" y="37"/>
                </a:cubicBezTo>
                <a:cubicBezTo>
                  <a:pt x="18" y="37"/>
                  <a:pt x="17" y="37"/>
                  <a:pt x="17" y="36"/>
                </a:cubicBezTo>
                <a:cubicBezTo>
                  <a:pt x="1" y="20"/>
                  <a:pt x="1" y="20"/>
                  <a:pt x="1" y="20"/>
                </a:cubicBezTo>
                <a:cubicBezTo>
                  <a:pt x="0" y="20"/>
                  <a:pt x="0" y="19"/>
                  <a:pt x="0" y="19"/>
                </a:cubicBezTo>
                <a:cubicBezTo>
                  <a:pt x="0" y="18"/>
                  <a:pt x="0" y="18"/>
                  <a:pt x="1" y="17"/>
                </a:cubicBezTo>
                <a:cubicBezTo>
                  <a:pt x="17" y="1"/>
                  <a:pt x="17" y="1"/>
                  <a:pt x="17" y="1"/>
                </a:cubicBezTo>
                <a:cubicBezTo>
                  <a:pt x="17" y="1"/>
                  <a:pt x="18" y="0"/>
                  <a:pt x="18" y="0"/>
                </a:cubicBezTo>
                <a:cubicBezTo>
                  <a:pt x="20" y="0"/>
                  <a:pt x="21" y="2"/>
                  <a:pt x="21" y="3"/>
                </a:cubicBezTo>
                <a:lnTo>
                  <a:pt x="21" y="3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1" name="Freeform 40"/>
          <p:cNvSpPr/>
          <p:nvPr/>
        </p:nvSpPr>
        <p:spPr>
          <a:xfrm>
            <a:off x="7916760" y="839880"/>
            <a:ext cx="189000" cy="189000"/>
          </a:xfrm>
          <a:custGeom>
            <a:avLst/>
            <a:gdLst/>
            <a:ahLst/>
            <a:rect l="l" t="t" r="r" b="b"/>
            <a:pathLst>
              <a:path w="55" h="55">
                <a:moveTo>
                  <a:pt x="55" y="45"/>
                </a:moveTo>
                <a:cubicBezTo>
                  <a:pt x="55" y="51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1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1"/>
                </a:cubicBezTo>
                <a:lnTo>
                  <a:pt x="55" y="45"/>
                </a:lnTo>
                <a:close/>
                <a:moveTo>
                  <a:pt x="45" y="11"/>
                </a:moveTo>
                <a:cubicBezTo>
                  <a:pt x="45" y="10"/>
                  <a:pt x="45" y="9"/>
                  <a:pt x="44" y="9"/>
                </a:cubicBezTo>
                <a:cubicBezTo>
                  <a:pt x="10" y="9"/>
                  <a:pt x="10" y="9"/>
                  <a:pt x="10" y="9"/>
                </a:cubicBezTo>
                <a:cubicBezTo>
                  <a:pt x="9" y="9"/>
                  <a:pt x="9" y="10"/>
                  <a:pt x="9" y="11"/>
                </a:cubicBezTo>
                <a:cubicBezTo>
                  <a:pt x="9" y="45"/>
                  <a:pt x="9" y="45"/>
                  <a:pt x="9" y="45"/>
                </a:cubicBezTo>
                <a:cubicBezTo>
                  <a:pt x="9" y="45"/>
                  <a:pt x="9" y="46"/>
                  <a:pt x="10" y="46"/>
                </a:cubicBezTo>
                <a:cubicBezTo>
                  <a:pt x="44" y="46"/>
                  <a:pt x="44" y="46"/>
                  <a:pt x="44" y="46"/>
                </a:cubicBezTo>
                <a:cubicBezTo>
                  <a:pt x="45" y="46"/>
                  <a:pt x="45" y="45"/>
                  <a:pt x="45" y="45"/>
                </a:cubicBezTo>
                <a:lnTo>
                  <a:pt x="45" y="11"/>
                </a:lnTo>
                <a:close/>
                <a:moveTo>
                  <a:pt x="40" y="22"/>
                </a:moveTo>
                <a:cubicBezTo>
                  <a:pt x="29" y="38"/>
                  <a:pt x="29" y="38"/>
                  <a:pt x="29" y="38"/>
                </a:cubicBezTo>
                <a:cubicBezTo>
                  <a:pt x="29" y="39"/>
                  <a:pt x="28" y="39"/>
                  <a:pt x="27" y="39"/>
                </a:cubicBezTo>
                <a:cubicBezTo>
                  <a:pt x="26" y="39"/>
                  <a:pt x="26" y="39"/>
                  <a:pt x="25" y="38"/>
                </a:cubicBezTo>
                <a:cubicBezTo>
                  <a:pt x="14" y="22"/>
                  <a:pt x="14" y="22"/>
                  <a:pt x="14" y="22"/>
                </a:cubicBezTo>
                <a:cubicBezTo>
                  <a:pt x="13" y="22"/>
                  <a:pt x="13" y="21"/>
                  <a:pt x="14" y="20"/>
                </a:cubicBezTo>
                <a:cubicBezTo>
                  <a:pt x="14" y="19"/>
                  <a:pt x="15" y="19"/>
                  <a:pt x="16" y="19"/>
                </a:cubicBezTo>
                <a:cubicBezTo>
                  <a:pt x="39" y="19"/>
                  <a:pt x="39" y="19"/>
                  <a:pt x="39" y="19"/>
                </a:cubicBezTo>
                <a:cubicBezTo>
                  <a:pt x="39" y="19"/>
                  <a:pt x="40" y="19"/>
                  <a:pt x="41" y="20"/>
                </a:cubicBezTo>
                <a:cubicBezTo>
                  <a:pt x="41" y="21"/>
                  <a:pt x="41" y="22"/>
                  <a:pt x="40" y="2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2" name="Freeform 41"/>
          <p:cNvSpPr/>
          <p:nvPr/>
        </p:nvSpPr>
        <p:spPr>
          <a:xfrm>
            <a:off x="8412120" y="839880"/>
            <a:ext cx="189000" cy="189000"/>
          </a:xfrm>
          <a:custGeom>
            <a:avLst/>
            <a:gdLst/>
            <a:ahLst/>
            <a:rect l="l" t="t" r="r" b="b"/>
            <a:pathLst>
              <a:path w="55" h="55">
                <a:moveTo>
                  <a:pt x="55" y="45"/>
                </a:moveTo>
                <a:cubicBezTo>
                  <a:pt x="55" y="51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1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1"/>
                </a:cubicBezTo>
                <a:lnTo>
                  <a:pt x="55" y="45"/>
                </a:lnTo>
                <a:close/>
                <a:moveTo>
                  <a:pt x="45" y="11"/>
                </a:moveTo>
                <a:cubicBezTo>
                  <a:pt x="45" y="10"/>
                  <a:pt x="45" y="9"/>
                  <a:pt x="44" y="9"/>
                </a:cubicBezTo>
                <a:cubicBezTo>
                  <a:pt x="10" y="9"/>
                  <a:pt x="10" y="9"/>
                  <a:pt x="10" y="9"/>
                </a:cubicBezTo>
                <a:cubicBezTo>
                  <a:pt x="9" y="9"/>
                  <a:pt x="9" y="10"/>
                  <a:pt x="9" y="11"/>
                </a:cubicBezTo>
                <a:cubicBezTo>
                  <a:pt x="9" y="45"/>
                  <a:pt x="9" y="45"/>
                  <a:pt x="9" y="45"/>
                </a:cubicBezTo>
                <a:cubicBezTo>
                  <a:pt x="9" y="46"/>
                  <a:pt x="9" y="46"/>
                  <a:pt x="10" y="46"/>
                </a:cubicBezTo>
                <a:cubicBezTo>
                  <a:pt x="44" y="46"/>
                  <a:pt x="44" y="46"/>
                  <a:pt x="44" y="46"/>
                </a:cubicBezTo>
                <a:cubicBezTo>
                  <a:pt x="45" y="46"/>
                  <a:pt x="45" y="46"/>
                  <a:pt x="45" y="45"/>
                </a:cubicBezTo>
                <a:lnTo>
                  <a:pt x="45" y="11"/>
                </a:lnTo>
                <a:close/>
                <a:moveTo>
                  <a:pt x="38" y="30"/>
                </a:moveTo>
                <a:cubicBezTo>
                  <a:pt x="22" y="41"/>
                  <a:pt x="22" y="41"/>
                  <a:pt x="22" y="41"/>
                </a:cubicBezTo>
                <a:cubicBezTo>
                  <a:pt x="21" y="42"/>
                  <a:pt x="20" y="42"/>
                  <a:pt x="19" y="41"/>
                </a:cubicBezTo>
                <a:cubicBezTo>
                  <a:pt x="19" y="41"/>
                  <a:pt x="18" y="40"/>
                  <a:pt x="18" y="39"/>
                </a:cubicBezTo>
                <a:cubicBezTo>
                  <a:pt x="18" y="16"/>
                  <a:pt x="18" y="16"/>
                  <a:pt x="18" y="16"/>
                </a:cubicBezTo>
                <a:cubicBezTo>
                  <a:pt x="18" y="15"/>
                  <a:pt x="19" y="15"/>
                  <a:pt x="19" y="14"/>
                </a:cubicBezTo>
                <a:cubicBezTo>
                  <a:pt x="20" y="14"/>
                  <a:pt x="21" y="14"/>
                  <a:pt x="22" y="14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6"/>
                  <a:pt x="39" y="27"/>
                  <a:pt x="39" y="28"/>
                </a:cubicBezTo>
                <a:cubicBezTo>
                  <a:pt x="39" y="28"/>
                  <a:pt x="38" y="29"/>
                  <a:pt x="38" y="3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3" name="Freeform 42"/>
          <p:cNvSpPr/>
          <p:nvPr/>
        </p:nvSpPr>
        <p:spPr>
          <a:xfrm>
            <a:off x="8866080" y="911160"/>
            <a:ext cx="123840" cy="68400"/>
          </a:xfrm>
          <a:custGeom>
            <a:avLst/>
            <a:gdLst/>
            <a:ahLst/>
            <a:rect l="l" t="t" r="r" b="b"/>
            <a:pathLst>
              <a:path w="36" h="20">
                <a:moveTo>
                  <a:pt x="34" y="20"/>
                </a:moveTo>
                <a:cubicBezTo>
                  <a:pt x="2" y="20"/>
                  <a:pt x="2" y="20"/>
                  <a:pt x="2" y="20"/>
                </a:cubicBezTo>
                <a:cubicBezTo>
                  <a:pt x="1" y="20"/>
                  <a:pt x="0" y="19"/>
                  <a:pt x="0" y="18"/>
                </a:cubicBezTo>
                <a:cubicBezTo>
                  <a:pt x="0" y="18"/>
                  <a:pt x="0" y="17"/>
                  <a:pt x="0" y="17"/>
                </a:cubicBezTo>
                <a:cubicBezTo>
                  <a:pt x="16" y="1"/>
                  <a:pt x="16" y="1"/>
                  <a:pt x="16" y="1"/>
                </a:cubicBezTo>
                <a:cubicBezTo>
                  <a:pt x="17" y="0"/>
                  <a:pt x="17" y="0"/>
                  <a:pt x="18" y="0"/>
                </a:cubicBezTo>
                <a:cubicBezTo>
                  <a:pt x="19" y="0"/>
                  <a:pt x="19" y="0"/>
                  <a:pt x="20" y="1"/>
                </a:cubicBezTo>
                <a:cubicBezTo>
                  <a:pt x="36" y="17"/>
                  <a:pt x="36" y="17"/>
                  <a:pt x="36" y="17"/>
                </a:cubicBezTo>
                <a:cubicBezTo>
                  <a:pt x="36" y="17"/>
                  <a:pt x="36" y="18"/>
                  <a:pt x="36" y="18"/>
                </a:cubicBezTo>
                <a:cubicBezTo>
                  <a:pt x="36" y="19"/>
                  <a:pt x="35" y="20"/>
                  <a:pt x="34" y="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4" name="Freeform 43"/>
          <p:cNvSpPr/>
          <p:nvPr/>
        </p:nvSpPr>
        <p:spPr>
          <a:xfrm>
            <a:off x="76320" y="1268280"/>
            <a:ext cx="188640" cy="189000"/>
          </a:xfrm>
          <a:custGeom>
            <a:avLst/>
            <a:gdLst/>
            <a:ahLst/>
            <a:rect l="l" t="t" r="r" b="b"/>
            <a:pathLst>
              <a:path w="55" h="55">
                <a:moveTo>
                  <a:pt x="54" y="32"/>
                </a:moveTo>
                <a:cubicBezTo>
                  <a:pt x="54" y="33"/>
                  <a:pt x="55" y="34"/>
                  <a:pt x="55" y="35"/>
                </a:cubicBezTo>
                <a:cubicBezTo>
                  <a:pt x="54" y="36"/>
                  <a:pt x="54" y="36"/>
                  <a:pt x="53" y="36"/>
                </a:cubicBezTo>
                <a:cubicBezTo>
                  <a:pt x="46" y="38"/>
                  <a:pt x="46" y="38"/>
                  <a:pt x="46" y="38"/>
                </a:cubicBezTo>
                <a:cubicBezTo>
                  <a:pt x="48" y="45"/>
                  <a:pt x="48" y="45"/>
                  <a:pt x="48" y="45"/>
                </a:cubicBezTo>
                <a:cubicBezTo>
                  <a:pt x="48" y="46"/>
                  <a:pt x="48" y="47"/>
                  <a:pt x="47" y="47"/>
                </a:cubicBezTo>
                <a:cubicBezTo>
                  <a:pt x="47" y="48"/>
                  <a:pt x="46" y="48"/>
                  <a:pt x="45" y="48"/>
                </a:cubicBezTo>
                <a:cubicBezTo>
                  <a:pt x="38" y="46"/>
                  <a:pt x="38" y="46"/>
                  <a:pt x="38" y="46"/>
                </a:cubicBezTo>
                <a:cubicBezTo>
                  <a:pt x="36" y="53"/>
                  <a:pt x="36" y="53"/>
                  <a:pt x="36" y="53"/>
                </a:cubicBezTo>
                <a:cubicBezTo>
                  <a:pt x="36" y="54"/>
                  <a:pt x="35" y="54"/>
                  <a:pt x="35" y="55"/>
                </a:cubicBezTo>
                <a:cubicBezTo>
                  <a:pt x="34" y="55"/>
                  <a:pt x="34" y="55"/>
                  <a:pt x="34" y="55"/>
                </a:cubicBezTo>
                <a:cubicBezTo>
                  <a:pt x="33" y="55"/>
                  <a:pt x="32" y="54"/>
                  <a:pt x="32" y="54"/>
                </a:cubicBezTo>
                <a:cubicBezTo>
                  <a:pt x="27" y="49"/>
                  <a:pt x="27" y="49"/>
                  <a:pt x="27" y="49"/>
                </a:cubicBezTo>
                <a:cubicBezTo>
                  <a:pt x="22" y="54"/>
                  <a:pt x="22" y="54"/>
                  <a:pt x="22" y="54"/>
                </a:cubicBezTo>
                <a:cubicBezTo>
                  <a:pt x="22" y="55"/>
                  <a:pt x="21" y="55"/>
                  <a:pt x="20" y="55"/>
                </a:cubicBezTo>
                <a:cubicBezTo>
                  <a:pt x="19" y="54"/>
                  <a:pt x="18" y="54"/>
                  <a:pt x="18" y="53"/>
                </a:cubicBezTo>
                <a:cubicBezTo>
                  <a:pt x="16" y="46"/>
                  <a:pt x="16" y="46"/>
                  <a:pt x="16" y="46"/>
                </a:cubicBezTo>
                <a:cubicBezTo>
                  <a:pt x="10" y="48"/>
                  <a:pt x="10" y="48"/>
                  <a:pt x="10" y="48"/>
                </a:cubicBezTo>
                <a:cubicBezTo>
                  <a:pt x="9" y="48"/>
                  <a:pt x="8" y="48"/>
                  <a:pt x="7" y="47"/>
                </a:cubicBezTo>
                <a:cubicBezTo>
                  <a:pt x="7" y="47"/>
                  <a:pt x="6" y="46"/>
                  <a:pt x="7" y="45"/>
                </a:cubicBezTo>
                <a:cubicBezTo>
                  <a:pt x="8" y="38"/>
                  <a:pt x="8" y="38"/>
                  <a:pt x="8" y="38"/>
                </a:cubicBezTo>
                <a:cubicBezTo>
                  <a:pt x="2" y="36"/>
                  <a:pt x="2" y="36"/>
                  <a:pt x="2" y="36"/>
                </a:cubicBezTo>
                <a:cubicBezTo>
                  <a:pt x="1" y="36"/>
                  <a:pt x="0" y="36"/>
                  <a:pt x="0" y="35"/>
                </a:cubicBezTo>
                <a:cubicBezTo>
                  <a:pt x="0" y="34"/>
                  <a:pt x="0" y="33"/>
                  <a:pt x="1" y="32"/>
                </a:cubicBezTo>
                <a:cubicBezTo>
                  <a:pt x="5" y="27"/>
                  <a:pt x="5" y="27"/>
                  <a:pt x="5" y="27"/>
                </a:cubicBezTo>
                <a:cubicBezTo>
                  <a:pt x="1" y="23"/>
                  <a:pt x="1" y="23"/>
                  <a:pt x="1" y="23"/>
                </a:cubicBezTo>
                <a:cubicBezTo>
                  <a:pt x="0" y="22"/>
                  <a:pt x="0" y="21"/>
                  <a:pt x="0" y="20"/>
                </a:cubicBezTo>
                <a:cubicBezTo>
                  <a:pt x="0" y="19"/>
                  <a:pt x="1" y="18"/>
                  <a:pt x="2" y="18"/>
                </a:cubicBezTo>
                <a:cubicBezTo>
                  <a:pt x="8" y="16"/>
                  <a:pt x="8" y="16"/>
                  <a:pt x="8" y="16"/>
                </a:cubicBezTo>
                <a:cubicBezTo>
                  <a:pt x="7" y="10"/>
                  <a:pt x="7" y="10"/>
                  <a:pt x="7" y="10"/>
                </a:cubicBezTo>
                <a:cubicBezTo>
                  <a:pt x="6" y="9"/>
                  <a:pt x="7" y="8"/>
                  <a:pt x="7" y="7"/>
                </a:cubicBezTo>
                <a:cubicBezTo>
                  <a:pt x="8" y="7"/>
                  <a:pt x="9" y="6"/>
                  <a:pt x="10" y="7"/>
                </a:cubicBezTo>
                <a:cubicBezTo>
                  <a:pt x="16" y="9"/>
                  <a:pt x="16" y="9"/>
                  <a:pt x="16" y="9"/>
                </a:cubicBezTo>
                <a:cubicBezTo>
                  <a:pt x="18" y="2"/>
                  <a:pt x="18" y="2"/>
                  <a:pt x="18" y="2"/>
                </a:cubicBezTo>
                <a:cubicBezTo>
                  <a:pt x="18" y="1"/>
                  <a:pt x="19" y="0"/>
                  <a:pt x="20" y="0"/>
                </a:cubicBezTo>
                <a:cubicBezTo>
                  <a:pt x="21" y="0"/>
                  <a:pt x="22" y="0"/>
                  <a:pt x="22" y="1"/>
                </a:cubicBezTo>
                <a:cubicBezTo>
                  <a:pt x="27" y="6"/>
                  <a:pt x="27" y="6"/>
                  <a:pt x="27" y="6"/>
                </a:cubicBezTo>
                <a:cubicBezTo>
                  <a:pt x="32" y="1"/>
                  <a:pt x="32" y="1"/>
                  <a:pt x="32" y="1"/>
                </a:cubicBezTo>
                <a:cubicBezTo>
                  <a:pt x="33" y="0"/>
                  <a:pt x="34" y="0"/>
                  <a:pt x="35" y="0"/>
                </a:cubicBezTo>
                <a:cubicBezTo>
                  <a:pt x="35" y="0"/>
                  <a:pt x="36" y="1"/>
                  <a:pt x="36" y="2"/>
                </a:cubicBezTo>
                <a:cubicBezTo>
                  <a:pt x="38" y="9"/>
                  <a:pt x="38" y="9"/>
                  <a:pt x="38" y="9"/>
                </a:cubicBezTo>
                <a:cubicBezTo>
                  <a:pt x="45" y="7"/>
                  <a:pt x="45" y="7"/>
                  <a:pt x="45" y="7"/>
                </a:cubicBezTo>
                <a:cubicBezTo>
                  <a:pt x="46" y="6"/>
                  <a:pt x="47" y="7"/>
                  <a:pt x="47" y="7"/>
                </a:cubicBezTo>
                <a:cubicBezTo>
                  <a:pt x="48" y="8"/>
                  <a:pt x="48" y="9"/>
                  <a:pt x="48" y="10"/>
                </a:cubicBezTo>
                <a:cubicBezTo>
                  <a:pt x="46" y="16"/>
                  <a:pt x="46" y="16"/>
                  <a:pt x="46" y="16"/>
                </a:cubicBezTo>
                <a:cubicBezTo>
                  <a:pt x="53" y="18"/>
                  <a:pt x="53" y="18"/>
                  <a:pt x="53" y="18"/>
                </a:cubicBezTo>
                <a:cubicBezTo>
                  <a:pt x="54" y="18"/>
                  <a:pt x="54" y="19"/>
                  <a:pt x="55" y="20"/>
                </a:cubicBezTo>
                <a:cubicBezTo>
                  <a:pt x="55" y="21"/>
                  <a:pt x="54" y="22"/>
                  <a:pt x="54" y="23"/>
                </a:cubicBezTo>
                <a:cubicBezTo>
                  <a:pt x="49" y="27"/>
                  <a:pt x="49" y="27"/>
                  <a:pt x="49" y="27"/>
                </a:cubicBezTo>
                <a:lnTo>
                  <a:pt x="54" y="3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5" name="Freeform 44"/>
          <p:cNvSpPr/>
          <p:nvPr/>
        </p:nvSpPr>
        <p:spPr>
          <a:xfrm>
            <a:off x="495360" y="1251000"/>
            <a:ext cx="201600" cy="206280"/>
          </a:xfrm>
          <a:custGeom>
            <a:avLst/>
            <a:gdLst/>
            <a:ahLst/>
            <a:rect l="l" t="t" r="r" b="b"/>
            <a:pathLst>
              <a:path w="59" h="60">
                <a:moveTo>
                  <a:pt x="12" y="40"/>
                </a:moveTo>
                <a:cubicBezTo>
                  <a:pt x="1" y="40"/>
                  <a:pt x="1" y="40"/>
                  <a:pt x="1" y="40"/>
                </a:cubicBezTo>
                <a:cubicBezTo>
                  <a:pt x="0" y="40"/>
                  <a:pt x="0" y="40"/>
                  <a:pt x="0" y="39"/>
                </a:cubicBezTo>
                <a:cubicBezTo>
                  <a:pt x="0" y="39"/>
                  <a:pt x="0" y="38"/>
                  <a:pt x="1" y="38"/>
                </a:cubicBezTo>
                <a:cubicBezTo>
                  <a:pt x="12" y="38"/>
                  <a:pt x="12" y="38"/>
                  <a:pt x="12" y="38"/>
                </a:cubicBezTo>
                <a:cubicBezTo>
                  <a:pt x="13" y="38"/>
                  <a:pt x="13" y="39"/>
                  <a:pt x="13" y="39"/>
                </a:cubicBezTo>
                <a:cubicBezTo>
                  <a:pt x="13" y="40"/>
                  <a:pt x="13" y="40"/>
                  <a:pt x="12" y="40"/>
                </a:cubicBezTo>
                <a:close/>
                <a:moveTo>
                  <a:pt x="28" y="19"/>
                </a:moveTo>
                <a:cubicBezTo>
                  <a:pt x="18" y="9"/>
                  <a:pt x="18" y="9"/>
                  <a:pt x="18" y="9"/>
                </a:cubicBezTo>
                <a:cubicBezTo>
                  <a:pt x="18" y="8"/>
                  <a:pt x="17" y="8"/>
                  <a:pt x="16" y="8"/>
                </a:cubicBezTo>
                <a:cubicBezTo>
                  <a:pt x="15" y="8"/>
                  <a:pt x="14" y="8"/>
                  <a:pt x="13" y="9"/>
                </a:cubicBezTo>
                <a:cubicBezTo>
                  <a:pt x="8" y="14"/>
                  <a:pt x="8" y="14"/>
                  <a:pt x="8" y="14"/>
                </a:cubicBezTo>
                <a:cubicBezTo>
                  <a:pt x="8" y="15"/>
                  <a:pt x="7" y="15"/>
                  <a:pt x="7" y="16"/>
                </a:cubicBezTo>
                <a:cubicBezTo>
                  <a:pt x="7" y="17"/>
                  <a:pt x="8" y="18"/>
                  <a:pt x="8" y="19"/>
                </a:cubicBezTo>
                <a:cubicBezTo>
                  <a:pt x="18" y="29"/>
                  <a:pt x="18" y="29"/>
                  <a:pt x="18" y="29"/>
                </a:cubicBezTo>
                <a:cubicBezTo>
                  <a:pt x="17" y="37"/>
                  <a:pt x="17" y="37"/>
                  <a:pt x="17" y="37"/>
                </a:cubicBezTo>
                <a:cubicBezTo>
                  <a:pt x="17" y="37"/>
                  <a:pt x="16" y="36"/>
                  <a:pt x="15" y="36"/>
                </a:cubicBezTo>
                <a:cubicBezTo>
                  <a:pt x="3" y="24"/>
                  <a:pt x="3" y="24"/>
                  <a:pt x="3" y="24"/>
                </a:cubicBezTo>
                <a:cubicBezTo>
                  <a:pt x="1" y="22"/>
                  <a:pt x="0" y="19"/>
                  <a:pt x="0" y="16"/>
                </a:cubicBezTo>
                <a:cubicBezTo>
                  <a:pt x="0" y="14"/>
                  <a:pt x="1" y="11"/>
                  <a:pt x="3" y="9"/>
                </a:cubicBezTo>
                <a:cubicBezTo>
                  <a:pt x="9" y="4"/>
                  <a:pt x="9" y="4"/>
                  <a:pt x="9" y="4"/>
                </a:cubicBezTo>
                <a:cubicBezTo>
                  <a:pt x="11" y="2"/>
                  <a:pt x="13" y="1"/>
                  <a:pt x="16" y="1"/>
                </a:cubicBezTo>
                <a:cubicBezTo>
                  <a:pt x="19" y="1"/>
                  <a:pt x="21" y="2"/>
                  <a:pt x="23" y="4"/>
                </a:cubicBezTo>
                <a:cubicBezTo>
                  <a:pt x="35" y="16"/>
                  <a:pt x="35" y="16"/>
                  <a:pt x="35" y="16"/>
                </a:cubicBezTo>
                <a:cubicBezTo>
                  <a:pt x="36" y="17"/>
                  <a:pt x="36" y="17"/>
                  <a:pt x="37" y="18"/>
                </a:cubicBezTo>
                <a:lnTo>
                  <a:pt x="28" y="19"/>
                </a:lnTo>
                <a:close/>
                <a:moveTo>
                  <a:pt x="6" y="55"/>
                </a:moveTo>
                <a:cubicBezTo>
                  <a:pt x="6" y="55"/>
                  <a:pt x="6" y="55"/>
                  <a:pt x="5" y="55"/>
                </a:cubicBezTo>
                <a:cubicBezTo>
                  <a:pt x="5" y="55"/>
                  <a:pt x="5" y="55"/>
                  <a:pt x="5" y="55"/>
                </a:cubicBezTo>
                <a:cubicBezTo>
                  <a:pt x="4" y="54"/>
                  <a:pt x="4" y="54"/>
                  <a:pt x="5" y="53"/>
                </a:cubicBezTo>
                <a:cubicBezTo>
                  <a:pt x="14" y="44"/>
                  <a:pt x="14" y="44"/>
                  <a:pt x="14" y="44"/>
                </a:cubicBezTo>
                <a:cubicBezTo>
                  <a:pt x="14" y="44"/>
                  <a:pt x="15" y="44"/>
                  <a:pt x="15" y="44"/>
                </a:cubicBezTo>
                <a:cubicBezTo>
                  <a:pt x="16" y="45"/>
                  <a:pt x="16" y="45"/>
                  <a:pt x="15" y="46"/>
                </a:cubicBezTo>
                <a:lnTo>
                  <a:pt x="6" y="55"/>
                </a:lnTo>
                <a:close/>
                <a:moveTo>
                  <a:pt x="21" y="59"/>
                </a:moveTo>
                <a:cubicBezTo>
                  <a:pt x="21" y="59"/>
                  <a:pt x="21" y="60"/>
                  <a:pt x="20" y="60"/>
                </a:cubicBezTo>
                <a:cubicBezTo>
                  <a:pt x="20" y="60"/>
                  <a:pt x="19" y="59"/>
                  <a:pt x="19" y="59"/>
                </a:cubicBezTo>
                <a:cubicBezTo>
                  <a:pt x="19" y="47"/>
                  <a:pt x="19" y="47"/>
                  <a:pt x="19" y="47"/>
                </a:cubicBezTo>
                <a:cubicBezTo>
                  <a:pt x="19" y="47"/>
                  <a:pt x="20" y="46"/>
                  <a:pt x="20" y="46"/>
                </a:cubicBezTo>
                <a:cubicBezTo>
                  <a:pt x="21" y="46"/>
                  <a:pt x="21" y="47"/>
                  <a:pt x="21" y="47"/>
                </a:cubicBezTo>
                <a:lnTo>
                  <a:pt x="21" y="59"/>
                </a:lnTo>
                <a:close/>
                <a:moveTo>
                  <a:pt x="56" y="51"/>
                </a:moveTo>
                <a:cubicBezTo>
                  <a:pt x="50" y="56"/>
                  <a:pt x="50" y="56"/>
                  <a:pt x="50" y="56"/>
                </a:cubicBezTo>
                <a:cubicBezTo>
                  <a:pt x="48" y="58"/>
                  <a:pt x="46" y="59"/>
                  <a:pt x="43" y="59"/>
                </a:cubicBezTo>
                <a:cubicBezTo>
                  <a:pt x="40" y="59"/>
                  <a:pt x="38" y="58"/>
                  <a:pt x="36" y="56"/>
                </a:cubicBezTo>
                <a:cubicBezTo>
                  <a:pt x="24" y="44"/>
                  <a:pt x="24" y="44"/>
                  <a:pt x="24" y="44"/>
                </a:cubicBezTo>
                <a:cubicBezTo>
                  <a:pt x="23" y="44"/>
                  <a:pt x="23" y="43"/>
                  <a:pt x="22" y="42"/>
                </a:cubicBezTo>
                <a:cubicBezTo>
                  <a:pt x="31" y="42"/>
                  <a:pt x="31" y="42"/>
                  <a:pt x="31" y="42"/>
                </a:cubicBezTo>
                <a:cubicBezTo>
                  <a:pt x="41" y="51"/>
                  <a:pt x="41" y="51"/>
                  <a:pt x="41" y="51"/>
                </a:cubicBezTo>
                <a:cubicBezTo>
                  <a:pt x="42" y="53"/>
                  <a:pt x="44" y="53"/>
                  <a:pt x="45" y="51"/>
                </a:cubicBezTo>
                <a:cubicBezTo>
                  <a:pt x="51" y="46"/>
                  <a:pt x="51" y="46"/>
                  <a:pt x="51" y="46"/>
                </a:cubicBezTo>
                <a:cubicBezTo>
                  <a:pt x="51" y="46"/>
                  <a:pt x="52" y="45"/>
                  <a:pt x="52" y="44"/>
                </a:cubicBezTo>
                <a:cubicBezTo>
                  <a:pt x="52" y="43"/>
                  <a:pt x="51" y="42"/>
                  <a:pt x="51" y="41"/>
                </a:cubicBezTo>
                <a:cubicBezTo>
                  <a:pt x="41" y="32"/>
                  <a:pt x="41" y="32"/>
                  <a:pt x="41" y="32"/>
                </a:cubicBezTo>
                <a:cubicBezTo>
                  <a:pt x="42" y="23"/>
                  <a:pt x="42" y="23"/>
                  <a:pt x="42" y="23"/>
                </a:cubicBezTo>
                <a:cubicBezTo>
                  <a:pt x="42" y="23"/>
                  <a:pt x="43" y="24"/>
                  <a:pt x="44" y="24"/>
                </a:cubicBezTo>
                <a:cubicBezTo>
                  <a:pt x="56" y="36"/>
                  <a:pt x="56" y="36"/>
                  <a:pt x="56" y="36"/>
                </a:cubicBezTo>
                <a:cubicBezTo>
                  <a:pt x="58" y="38"/>
                  <a:pt x="59" y="41"/>
                  <a:pt x="59" y="44"/>
                </a:cubicBezTo>
                <a:cubicBezTo>
                  <a:pt x="59" y="47"/>
                  <a:pt x="58" y="49"/>
                  <a:pt x="56" y="51"/>
                </a:cubicBezTo>
                <a:close/>
                <a:moveTo>
                  <a:pt x="40" y="13"/>
                </a:moveTo>
                <a:cubicBezTo>
                  <a:pt x="40" y="14"/>
                  <a:pt x="39" y="14"/>
                  <a:pt x="39" y="14"/>
                </a:cubicBezTo>
                <a:cubicBezTo>
                  <a:pt x="38" y="14"/>
                  <a:pt x="37" y="14"/>
                  <a:pt x="37" y="13"/>
                </a:cubicBezTo>
                <a:cubicBezTo>
                  <a:pt x="37" y="1"/>
                  <a:pt x="37" y="1"/>
                  <a:pt x="37" y="1"/>
                </a:cubicBezTo>
                <a:cubicBezTo>
                  <a:pt x="37" y="1"/>
                  <a:pt x="38" y="0"/>
                  <a:pt x="39" y="0"/>
                </a:cubicBezTo>
                <a:cubicBezTo>
                  <a:pt x="39" y="0"/>
                  <a:pt x="40" y="1"/>
                  <a:pt x="40" y="1"/>
                </a:cubicBezTo>
                <a:lnTo>
                  <a:pt x="40" y="13"/>
                </a:lnTo>
                <a:close/>
                <a:moveTo>
                  <a:pt x="45" y="16"/>
                </a:move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3" y="16"/>
                </a:cubicBezTo>
                <a:cubicBezTo>
                  <a:pt x="43" y="16"/>
                  <a:pt x="43" y="15"/>
                  <a:pt x="43" y="14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4" y="5"/>
                  <a:pt x="54" y="5"/>
                </a:cubicBezTo>
                <a:cubicBezTo>
                  <a:pt x="55" y="6"/>
                  <a:pt x="55" y="6"/>
                  <a:pt x="54" y="7"/>
                </a:cubicBezTo>
                <a:lnTo>
                  <a:pt x="45" y="16"/>
                </a:lnTo>
                <a:close/>
                <a:moveTo>
                  <a:pt x="58" y="22"/>
                </a:moveTo>
                <a:cubicBezTo>
                  <a:pt x="47" y="22"/>
                  <a:pt x="47" y="22"/>
                  <a:pt x="47" y="22"/>
                </a:cubicBezTo>
                <a:cubicBezTo>
                  <a:pt x="46" y="22"/>
                  <a:pt x="45" y="22"/>
                  <a:pt x="45" y="21"/>
                </a:cubicBezTo>
                <a:cubicBezTo>
                  <a:pt x="45" y="20"/>
                  <a:pt x="46" y="20"/>
                  <a:pt x="47" y="20"/>
                </a:cubicBezTo>
                <a:cubicBezTo>
                  <a:pt x="58" y="20"/>
                  <a:pt x="58" y="20"/>
                  <a:pt x="58" y="20"/>
                </a:cubicBezTo>
                <a:cubicBezTo>
                  <a:pt x="59" y="20"/>
                  <a:pt x="59" y="20"/>
                  <a:pt x="59" y="21"/>
                </a:cubicBezTo>
                <a:cubicBezTo>
                  <a:pt x="59" y="22"/>
                  <a:pt x="59" y="22"/>
                  <a:pt x="58" y="2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6" name="Freeform 45"/>
          <p:cNvSpPr/>
          <p:nvPr/>
        </p:nvSpPr>
        <p:spPr>
          <a:xfrm>
            <a:off x="988920" y="1268280"/>
            <a:ext cx="189000" cy="189000"/>
          </a:xfrm>
          <a:custGeom>
            <a:avLst/>
            <a:gdLst/>
            <a:ahLst/>
            <a:rect l="l" t="t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7" name="Freeform 46"/>
          <p:cNvSpPr/>
          <p:nvPr/>
        </p:nvSpPr>
        <p:spPr>
          <a:xfrm>
            <a:off x="1484280" y="1268280"/>
            <a:ext cx="189000" cy="189000"/>
          </a:xfrm>
          <a:custGeom>
            <a:avLst/>
            <a:gdLst/>
            <a:ahLst/>
            <a:rect l="l" t="t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4"/>
                </a:lnTo>
                <a:close/>
                <a:moveTo>
                  <a:pt x="46" y="20"/>
                </a:moveTo>
                <a:cubicBezTo>
                  <a:pt x="47" y="19"/>
                  <a:pt x="47" y="17"/>
                  <a:pt x="46" y="17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12"/>
                  <a:pt x="40" y="12"/>
                  <a:pt x="39" y="13"/>
                </a:cubicBezTo>
                <a:cubicBezTo>
                  <a:pt x="23" y="30"/>
                  <a:pt x="23" y="30"/>
                  <a:pt x="23" y="30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1"/>
                  <a:pt x="13" y="21"/>
                  <a:pt x="12" y="22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7"/>
                  <a:pt x="7" y="28"/>
                  <a:pt x="8" y="29"/>
                </a:cubicBezTo>
                <a:cubicBezTo>
                  <a:pt x="21" y="42"/>
                  <a:pt x="21" y="42"/>
                  <a:pt x="21" y="42"/>
                </a:cubicBezTo>
                <a:cubicBezTo>
                  <a:pt x="22" y="43"/>
                  <a:pt x="23" y="43"/>
                  <a:pt x="24" y="42"/>
                </a:cubicBezTo>
                <a:lnTo>
                  <a:pt x="46" y="2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8" name="Freeform 47"/>
          <p:cNvSpPr/>
          <p:nvPr/>
        </p:nvSpPr>
        <p:spPr>
          <a:xfrm>
            <a:off x="1979640" y="1268280"/>
            <a:ext cx="189000" cy="189000"/>
          </a:xfrm>
          <a:custGeom>
            <a:avLst/>
            <a:gdLst/>
            <a:ahLst/>
            <a:rect l="l" t="t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6"/>
                </a:moveTo>
                <a:cubicBezTo>
                  <a:pt x="46" y="25"/>
                  <a:pt x="46" y="23"/>
                  <a:pt x="45" y="22"/>
                </a:cubicBezTo>
                <a:cubicBezTo>
                  <a:pt x="41" y="19"/>
                  <a:pt x="41" y="19"/>
                  <a:pt x="41" y="19"/>
                </a:cubicBezTo>
                <a:cubicBezTo>
                  <a:pt x="40" y="18"/>
                  <a:pt x="39" y="18"/>
                  <a:pt x="38" y="19"/>
                </a:cubicBezTo>
                <a:cubicBezTo>
                  <a:pt x="27" y="30"/>
                  <a:pt x="27" y="30"/>
                  <a:pt x="27" y="30"/>
                </a:cubicBezTo>
                <a:cubicBezTo>
                  <a:pt x="16" y="19"/>
                  <a:pt x="16" y="19"/>
                  <a:pt x="16" y="19"/>
                </a:cubicBezTo>
                <a:cubicBezTo>
                  <a:pt x="15" y="18"/>
                  <a:pt x="14" y="18"/>
                  <a:pt x="13" y="19"/>
                </a:cubicBezTo>
                <a:cubicBezTo>
                  <a:pt x="9" y="22"/>
                  <a:pt x="9" y="22"/>
                  <a:pt x="9" y="22"/>
                </a:cubicBezTo>
                <a:cubicBezTo>
                  <a:pt x="8" y="23"/>
                  <a:pt x="8" y="25"/>
                  <a:pt x="9" y="26"/>
                </a:cubicBezTo>
                <a:cubicBezTo>
                  <a:pt x="26" y="42"/>
                  <a:pt x="26" y="42"/>
                  <a:pt x="26" y="42"/>
                </a:cubicBezTo>
                <a:cubicBezTo>
                  <a:pt x="26" y="43"/>
                  <a:pt x="28" y="43"/>
                  <a:pt x="29" y="42"/>
                </a:cubicBezTo>
                <a:lnTo>
                  <a:pt x="45" y="2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9" name="Freeform 48"/>
          <p:cNvSpPr/>
          <p:nvPr/>
        </p:nvSpPr>
        <p:spPr>
          <a:xfrm>
            <a:off x="2475000" y="1268280"/>
            <a:ext cx="189000" cy="189000"/>
          </a:xfrm>
          <a:custGeom>
            <a:avLst/>
            <a:gdLst/>
            <a:ahLst/>
            <a:rect l="l" t="t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2" y="29"/>
                </a:moveTo>
                <a:cubicBezTo>
                  <a:pt x="42" y="28"/>
                  <a:pt x="42" y="27"/>
                  <a:pt x="42" y="26"/>
                </a:cubicBezTo>
                <a:cubicBezTo>
                  <a:pt x="25" y="10"/>
                  <a:pt x="25" y="10"/>
                  <a:pt x="25" y="10"/>
                </a:cubicBezTo>
                <a:cubicBezTo>
                  <a:pt x="24" y="9"/>
                  <a:pt x="23" y="9"/>
                  <a:pt x="22" y="10"/>
                </a:cubicBezTo>
                <a:cubicBezTo>
                  <a:pt x="19" y="13"/>
                  <a:pt x="19" y="13"/>
                  <a:pt x="19" y="13"/>
                </a:cubicBezTo>
                <a:cubicBezTo>
                  <a:pt x="18" y="14"/>
                  <a:pt x="18" y="15"/>
                  <a:pt x="19" y="16"/>
                </a:cubicBezTo>
                <a:cubicBezTo>
                  <a:pt x="29" y="27"/>
                  <a:pt x="29" y="27"/>
                  <a:pt x="29" y="27"/>
                </a:cubicBezTo>
                <a:cubicBezTo>
                  <a:pt x="19" y="38"/>
                  <a:pt x="19" y="38"/>
                  <a:pt x="19" y="38"/>
                </a:cubicBezTo>
                <a:cubicBezTo>
                  <a:pt x="18" y="39"/>
                  <a:pt x="18" y="41"/>
                  <a:pt x="19" y="42"/>
                </a:cubicBezTo>
                <a:cubicBezTo>
                  <a:pt x="22" y="45"/>
                  <a:pt x="22" y="45"/>
                  <a:pt x="22" y="45"/>
                </a:cubicBezTo>
                <a:cubicBezTo>
                  <a:pt x="23" y="46"/>
                  <a:pt x="24" y="46"/>
                  <a:pt x="25" y="45"/>
                </a:cubicBezTo>
                <a:lnTo>
                  <a:pt x="42" y="2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0" name="Freeform 49"/>
          <p:cNvSpPr/>
          <p:nvPr/>
        </p:nvSpPr>
        <p:spPr>
          <a:xfrm>
            <a:off x="2979720" y="1317600"/>
            <a:ext cx="198360" cy="130320"/>
          </a:xfrm>
          <a:custGeom>
            <a:avLst/>
            <a:gdLst/>
            <a:ahLst/>
            <a:rect l="l" t="t" r="r" b="b"/>
            <a:pathLst>
              <a:path w="58" h="38">
                <a:moveTo>
                  <a:pt x="30" y="37"/>
                </a:moveTo>
                <a:cubicBezTo>
                  <a:pt x="29" y="38"/>
                  <a:pt x="28" y="38"/>
                  <a:pt x="27" y="37"/>
                </a:cubicBezTo>
                <a:cubicBezTo>
                  <a:pt x="1" y="10"/>
                  <a:pt x="1" y="10"/>
                  <a:pt x="1" y="10"/>
                </a:cubicBezTo>
                <a:cubicBezTo>
                  <a:pt x="0" y="9"/>
                  <a:pt x="0" y="8"/>
                  <a:pt x="1" y="7"/>
                </a:cubicBezTo>
                <a:cubicBezTo>
                  <a:pt x="7" y="1"/>
                  <a:pt x="7" y="1"/>
                  <a:pt x="7" y="1"/>
                </a:cubicBezTo>
                <a:cubicBezTo>
                  <a:pt x="7" y="0"/>
                  <a:pt x="9" y="0"/>
                  <a:pt x="10" y="1"/>
                </a:cubicBezTo>
                <a:cubicBezTo>
                  <a:pt x="29" y="20"/>
                  <a:pt x="29" y="20"/>
                  <a:pt x="29" y="20"/>
                </a:cubicBezTo>
                <a:cubicBezTo>
                  <a:pt x="48" y="1"/>
                  <a:pt x="48" y="1"/>
                  <a:pt x="48" y="1"/>
                </a:cubicBezTo>
                <a:cubicBezTo>
                  <a:pt x="49" y="0"/>
                  <a:pt x="50" y="0"/>
                  <a:pt x="51" y="1"/>
                </a:cubicBezTo>
                <a:cubicBezTo>
                  <a:pt x="57" y="7"/>
                  <a:pt x="57" y="7"/>
                  <a:pt x="57" y="7"/>
                </a:cubicBezTo>
                <a:cubicBezTo>
                  <a:pt x="58" y="8"/>
                  <a:pt x="58" y="9"/>
                  <a:pt x="57" y="10"/>
                </a:cubicBezTo>
                <a:lnTo>
                  <a:pt x="30" y="3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1" name="Freeform 50"/>
          <p:cNvSpPr/>
          <p:nvPr/>
        </p:nvSpPr>
        <p:spPr>
          <a:xfrm>
            <a:off x="3473280" y="1255680"/>
            <a:ext cx="128880" cy="198360"/>
          </a:xfrm>
          <a:custGeom>
            <a:avLst/>
            <a:gdLst/>
            <a:ahLst/>
            <a:rect l="l" t="t" r="r" b="b"/>
            <a:pathLst>
              <a:path w="37" h="58">
                <a:moveTo>
                  <a:pt x="10" y="57"/>
                </a:moveTo>
                <a:cubicBezTo>
                  <a:pt x="9" y="58"/>
                  <a:pt x="7" y="58"/>
                  <a:pt x="7" y="57"/>
                </a:cubicBezTo>
                <a:cubicBezTo>
                  <a:pt x="1" y="51"/>
                  <a:pt x="1" y="51"/>
                  <a:pt x="1" y="51"/>
                </a:cubicBezTo>
                <a:cubicBezTo>
                  <a:pt x="0" y="50"/>
                  <a:pt x="0" y="49"/>
                  <a:pt x="1" y="48"/>
                </a:cubicBezTo>
                <a:cubicBezTo>
                  <a:pt x="20" y="29"/>
                  <a:pt x="20" y="29"/>
                  <a:pt x="20" y="29"/>
                </a:cubicBezTo>
                <a:cubicBezTo>
                  <a:pt x="1" y="10"/>
                  <a:pt x="1" y="10"/>
                  <a:pt x="1" y="10"/>
                </a:cubicBezTo>
                <a:cubicBezTo>
                  <a:pt x="0" y="9"/>
                  <a:pt x="0" y="8"/>
                  <a:pt x="1" y="7"/>
                </a:cubicBezTo>
                <a:cubicBezTo>
                  <a:pt x="7" y="1"/>
                  <a:pt x="7" y="1"/>
                  <a:pt x="7" y="1"/>
                </a:cubicBezTo>
                <a:cubicBezTo>
                  <a:pt x="7" y="0"/>
                  <a:pt x="9" y="0"/>
                  <a:pt x="10" y="1"/>
                </a:cubicBezTo>
                <a:cubicBezTo>
                  <a:pt x="36" y="27"/>
                  <a:pt x="36" y="27"/>
                  <a:pt x="36" y="27"/>
                </a:cubicBezTo>
                <a:cubicBezTo>
                  <a:pt x="37" y="28"/>
                  <a:pt x="37" y="30"/>
                  <a:pt x="36" y="31"/>
                </a:cubicBezTo>
                <a:lnTo>
                  <a:pt x="10" y="5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2" name="Freeform 51"/>
          <p:cNvSpPr/>
          <p:nvPr/>
        </p:nvSpPr>
        <p:spPr>
          <a:xfrm>
            <a:off x="3965400" y="1271520"/>
            <a:ext cx="141480" cy="200160"/>
          </a:xfrm>
          <a:custGeom>
            <a:avLst/>
            <a:gdLst/>
            <a:ahLst/>
            <a:rect l="l" t="t" r="r" b="b"/>
            <a:pathLst>
              <a:path w="41" h="58">
                <a:moveTo>
                  <a:pt x="30" y="24"/>
                </a:moveTo>
                <a:cubicBezTo>
                  <a:pt x="30" y="54"/>
                  <a:pt x="30" y="54"/>
                  <a:pt x="30" y="54"/>
                </a:cubicBezTo>
                <a:cubicBezTo>
                  <a:pt x="30" y="56"/>
                  <a:pt x="28" y="58"/>
                  <a:pt x="26" y="58"/>
                </a:cubicBezTo>
                <a:cubicBezTo>
                  <a:pt x="24" y="58"/>
                  <a:pt x="22" y="56"/>
                  <a:pt x="22" y="54"/>
                </a:cubicBezTo>
                <a:cubicBezTo>
                  <a:pt x="22" y="40"/>
                  <a:pt x="22" y="40"/>
                  <a:pt x="22" y="40"/>
                </a:cubicBezTo>
                <a:cubicBezTo>
                  <a:pt x="19" y="40"/>
                  <a:pt x="19" y="40"/>
                  <a:pt x="19" y="40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6"/>
                  <a:pt x="18" y="58"/>
                  <a:pt x="15" y="58"/>
                </a:cubicBezTo>
                <a:cubicBezTo>
                  <a:pt x="13" y="58"/>
                  <a:pt x="11" y="56"/>
                  <a:pt x="11" y="54"/>
                </a:cubicBezTo>
                <a:cubicBezTo>
                  <a:pt x="11" y="24"/>
                  <a:pt x="11" y="24"/>
                  <a:pt x="11" y="24"/>
                </a:cubicBezTo>
                <a:cubicBezTo>
                  <a:pt x="1" y="14"/>
                  <a:pt x="1" y="14"/>
                  <a:pt x="1" y="14"/>
                </a:cubicBezTo>
                <a:cubicBezTo>
                  <a:pt x="0" y="13"/>
                  <a:pt x="0" y="10"/>
                  <a:pt x="1" y="9"/>
                </a:cubicBezTo>
                <a:cubicBezTo>
                  <a:pt x="2" y="8"/>
                  <a:pt x="5" y="8"/>
                  <a:pt x="6" y="9"/>
                </a:cubicBezTo>
                <a:cubicBezTo>
                  <a:pt x="14" y="17"/>
                  <a:pt x="14" y="17"/>
                  <a:pt x="14" y="17"/>
                </a:cubicBezTo>
                <a:cubicBezTo>
                  <a:pt x="27" y="17"/>
                  <a:pt x="27" y="17"/>
                  <a:pt x="27" y="17"/>
                </a:cubicBezTo>
                <a:cubicBezTo>
                  <a:pt x="35" y="9"/>
                  <a:pt x="35" y="9"/>
                  <a:pt x="35" y="9"/>
                </a:cubicBezTo>
                <a:cubicBezTo>
                  <a:pt x="37" y="8"/>
                  <a:pt x="39" y="8"/>
                  <a:pt x="40" y="9"/>
                </a:cubicBezTo>
                <a:cubicBezTo>
                  <a:pt x="41" y="10"/>
                  <a:pt x="41" y="13"/>
                  <a:pt x="40" y="14"/>
                </a:cubicBezTo>
                <a:lnTo>
                  <a:pt x="30" y="24"/>
                </a:lnTo>
                <a:close/>
                <a:moveTo>
                  <a:pt x="21" y="16"/>
                </a:moveTo>
                <a:cubicBezTo>
                  <a:pt x="16" y="16"/>
                  <a:pt x="13" y="12"/>
                  <a:pt x="13" y="8"/>
                </a:cubicBezTo>
                <a:cubicBezTo>
                  <a:pt x="13" y="4"/>
                  <a:pt x="16" y="0"/>
                  <a:pt x="21" y="0"/>
                </a:cubicBezTo>
                <a:cubicBezTo>
                  <a:pt x="25" y="0"/>
                  <a:pt x="29" y="4"/>
                  <a:pt x="29" y="8"/>
                </a:cubicBezTo>
                <a:cubicBezTo>
                  <a:pt x="29" y="12"/>
                  <a:pt x="25" y="16"/>
                  <a:pt x="21" y="1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3" name="Freeform 52"/>
          <p:cNvSpPr/>
          <p:nvPr/>
        </p:nvSpPr>
        <p:spPr>
          <a:xfrm>
            <a:off x="4452840" y="1268280"/>
            <a:ext cx="189000" cy="189000"/>
          </a:xfrm>
          <a:custGeom>
            <a:avLst/>
            <a:gdLst/>
            <a:ahLst/>
            <a:rect l="l" t="t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27" y="8"/>
                </a:moveTo>
                <a:cubicBezTo>
                  <a:pt x="16" y="8"/>
                  <a:pt x="8" y="17"/>
                  <a:pt x="8" y="27"/>
                </a:cubicBezTo>
                <a:cubicBezTo>
                  <a:pt x="8" y="38"/>
                  <a:pt x="16" y="47"/>
                  <a:pt x="27" y="47"/>
                </a:cubicBezTo>
                <a:cubicBezTo>
                  <a:pt x="38" y="47"/>
                  <a:pt x="47" y="38"/>
                  <a:pt x="47" y="27"/>
                </a:cubicBezTo>
                <a:cubicBezTo>
                  <a:pt x="47" y="17"/>
                  <a:pt x="38" y="8"/>
                  <a:pt x="27" y="8"/>
                </a:cubicBezTo>
                <a:close/>
                <a:moveTo>
                  <a:pt x="32" y="31"/>
                </a:moveTo>
                <a:cubicBezTo>
                  <a:pt x="32" y="31"/>
                  <a:pt x="31" y="32"/>
                  <a:pt x="31" y="32"/>
                </a:cubicBezTo>
                <a:cubicBezTo>
                  <a:pt x="19" y="32"/>
                  <a:pt x="19" y="32"/>
                  <a:pt x="19" y="32"/>
                </a:cubicBezTo>
                <a:cubicBezTo>
                  <a:pt x="19" y="32"/>
                  <a:pt x="18" y="31"/>
                  <a:pt x="18" y="31"/>
                </a:cubicBezTo>
                <a:cubicBezTo>
                  <a:pt x="18" y="28"/>
                  <a:pt x="18" y="28"/>
                  <a:pt x="18" y="28"/>
                </a:cubicBezTo>
                <a:cubicBezTo>
                  <a:pt x="18" y="28"/>
                  <a:pt x="19" y="27"/>
                  <a:pt x="19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15"/>
                  <a:pt x="27" y="15"/>
                  <a:pt x="27" y="15"/>
                </a:cubicBezTo>
                <a:cubicBezTo>
                  <a:pt x="27" y="14"/>
                  <a:pt x="28" y="14"/>
                  <a:pt x="28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4"/>
                  <a:pt x="32" y="15"/>
                </a:cubicBezTo>
                <a:lnTo>
                  <a:pt x="32" y="3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4" name="Freeform 53"/>
          <p:cNvSpPr/>
          <p:nvPr/>
        </p:nvSpPr>
        <p:spPr>
          <a:xfrm>
            <a:off x="4948200" y="1268280"/>
            <a:ext cx="233280" cy="173160"/>
          </a:xfrm>
          <a:custGeom>
            <a:avLst/>
            <a:gdLst/>
            <a:ahLst/>
            <a:rect l="l" t="t" r="r" b="b"/>
            <a:pathLst>
              <a:path w="68" h="50">
                <a:moveTo>
                  <a:pt x="55" y="50"/>
                </a:moveTo>
                <a:cubicBezTo>
                  <a:pt x="16" y="50"/>
                  <a:pt x="16" y="50"/>
                  <a:pt x="16" y="50"/>
                </a:cubicBezTo>
                <a:cubicBezTo>
                  <a:pt x="7" y="50"/>
                  <a:pt x="0" y="43"/>
                  <a:pt x="0" y="34"/>
                </a:cubicBezTo>
                <a:cubicBezTo>
                  <a:pt x="0" y="28"/>
                  <a:pt x="4" y="22"/>
                  <a:pt x="9" y="20"/>
                </a:cubicBezTo>
                <a:cubicBezTo>
                  <a:pt x="9" y="19"/>
                  <a:pt x="9" y="19"/>
                  <a:pt x="9" y="18"/>
                </a:cubicBezTo>
                <a:cubicBezTo>
                  <a:pt x="9" y="8"/>
                  <a:pt x="17" y="0"/>
                  <a:pt x="27" y="0"/>
                </a:cubicBezTo>
                <a:cubicBezTo>
                  <a:pt x="35" y="0"/>
                  <a:pt x="41" y="5"/>
                  <a:pt x="44" y="11"/>
                </a:cubicBezTo>
                <a:cubicBezTo>
                  <a:pt x="46" y="10"/>
                  <a:pt x="48" y="9"/>
                  <a:pt x="50" y="9"/>
                </a:cubicBezTo>
                <a:cubicBezTo>
                  <a:pt x="55" y="9"/>
                  <a:pt x="59" y="13"/>
                  <a:pt x="59" y="18"/>
                </a:cubicBezTo>
                <a:cubicBezTo>
                  <a:pt x="59" y="20"/>
                  <a:pt x="59" y="22"/>
                  <a:pt x="58" y="23"/>
                </a:cubicBezTo>
                <a:cubicBezTo>
                  <a:pt x="64" y="25"/>
                  <a:pt x="68" y="30"/>
                  <a:pt x="68" y="36"/>
                </a:cubicBezTo>
                <a:cubicBezTo>
                  <a:pt x="68" y="44"/>
                  <a:pt x="62" y="50"/>
                  <a:pt x="55" y="5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5" name="Freeform 54"/>
          <p:cNvSpPr/>
          <p:nvPr/>
        </p:nvSpPr>
        <p:spPr>
          <a:xfrm>
            <a:off x="5443560" y="1268280"/>
            <a:ext cx="233280" cy="173160"/>
          </a:xfrm>
          <a:custGeom>
            <a:avLst/>
            <a:gdLst/>
            <a:ahLst/>
            <a:rect l="l" t="t" r="r" b="b"/>
            <a:pathLst>
              <a:path w="68" h="50">
                <a:moveTo>
                  <a:pt x="55" y="50"/>
                </a:moveTo>
                <a:cubicBezTo>
                  <a:pt x="16" y="50"/>
                  <a:pt x="16" y="50"/>
                  <a:pt x="16" y="50"/>
                </a:cubicBezTo>
                <a:cubicBezTo>
                  <a:pt x="7" y="50"/>
                  <a:pt x="0" y="43"/>
                  <a:pt x="0" y="34"/>
                </a:cubicBezTo>
                <a:cubicBezTo>
                  <a:pt x="0" y="28"/>
                  <a:pt x="3" y="22"/>
                  <a:pt x="9" y="20"/>
                </a:cubicBezTo>
                <a:cubicBezTo>
                  <a:pt x="9" y="19"/>
                  <a:pt x="9" y="19"/>
                  <a:pt x="9" y="18"/>
                </a:cubicBezTo>
                <a:cubicBezTo>
                  <a:pt x="9" y="8"/>
                  <a:pt x="17" y="0"/>
                  <a:pt x="27" y="0"/>
                </a:cubicBezTo>
                <a:cubicBezTo>
                  <a:pt x="35" y="0"/>
                  <a:pt x="41" y="4"/>
                  <a:pt x="44" y="11"/>
                </a:cubicBezTo>
                <a:cubicBezTo>
                  <a:pt x="46" y="10"/>
                  <a:pt x="48" y="9"/>
                  <a:pt x="50" y="9"/>
                </a:cubicBezTo>
                <a:cubicBezTo>
                  <a:pt x="55" y="9"/>
                  <a:pt x="59" y="13"/>
                  <a:pt x="59" y="18"/>
                </a:cubicBezTo>
                <a:cubicBezTo>
                  <a:pt x="59" y="20"/>
                  <a:pt x="59" y="22"/>
                  <a:pt x="58" y="23"/>
                </a:cubicBezTo>
                <a:cubicBezTo>
                  <a:pt x="64" y="25"/>
                  <a:pt x="68" y="30"/>
                  <a:pt x="68" y="36"/>
                </a:cubicBezTo>
                <a:cubicBezTo>
                  <a:pt x="68" y="44"/>
                  <a:pt x="62" y="50"/>
                  <a:pt x="55" y="50"/>
                </a:cubicBezTo>
                <a:close/>
                <a:moveTo>
                  <a:pt x="45" y="25"/>
                </a:moveTo>
                <a:cubicBezTo>
                  <a:pt x="33" y="13"/>
                  <a:pt x="33" y="13"/>
                  <a:pt x="33" y="13"/>
                </a:cubicBezTo>
                <a:cubicBezTo>
                  <a:pt x="32" y="13"/>
                  <a:pt x="32" y="12"/>
                  <a:pt x="32" y="12"/>
                </a:cubicBezTo>
                <a:cubicBezTo>
                  <a:pt x="31" y="12"/>
                  <a:pt x="31" y="13"/>
                  <a:pt x="31" y="13"/>
                </a:cubicBezTo>
                <a:cubicBezTo>
                  <a:pt x="18" y="25"/>
                  <a:pt x="18" y="25"/>
                  <a:pt x="18" y="25"/>
                </a:cubicBezTo>
                <a:cubicBezTo>
                  <a:pt x="18" y="26"/>
                  <a:pt x="18" y="26"/>
                  <a:pt x="18" y="26"/>
                </a:cubicBezTo>
                <a:cubicBezTo>
                  <a:pt x="18" y="27"/>
                  <a:pt x="19" y="27"/>
                  <a:pt x="19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40"/>
                  <a:pt x="27" y="40"/>
                  <a:pt x="27" y="40"/>
                </a:cubicBezTo>
                <a:cubicBezTo>
                  <a:pt x="27" y="41"/>
                  <a:pt x="28" y="41"/>
                  <a:pt x="28" y="41"/>
                </a:cubicBezTo>
                <a:cubicBezTo>
                  <a:pt x="35" y="41"/>
                  <a:pt x="35" y="41"/>
                  <a:pt x="35" y="41"/>
                </a:cubicBezTo>
                <a:cubicBezTo>
                  <a:pt x="36" y="41"/>
                  <a:pt x="36" y="41"/>
                  <a:pt x="36" y="40"/>
                </a:cubicBezTo>
                <a:cubicBezTo>
                  <a:pt x="36" y="27"/>
                  <a:pt x="36" y="27"/>
                  <a:pt x="36" y="27"/>
                </a:cubicBezTo>
                <a:cubicBezTo>
                  <a:pt x="44" y="27"/>
                  <a:pt x="44" y="27"/>
                  <a:pt x="44" y="27"/>
                </a:cubicBezTo>
                <a:cubicBezTo>
                  <a:pt x="45" y="27"/>
                  <a:pt x="45" y="27"/>
                  <a:pt x="45" y="26"/>
                </a:cubicBezTo>
                <a:cubicBezTo>
                  <a:pt x="45" y="26"/>
                  <a:pt x="45" y="26"/>
                  <a:pt x="45" y="2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6" name="Freeform 55"/>
          <p:cNvSpPr/>
          <p:nvPr/>
        </p:nvSpPr>
        <p:spPr>
          <a:xfrm>
            <a:off x="5942160" y="1285920"/>
            <a:ext cx="225360" cy="168120"/>
          </a:xfrm>
          <a:custGeom>
            <a:avLst/>
            <a:gdLst/>
            <a:ahLst/>
            <a:rect l="l" t="t" r="r" b="b"/>
            <a:pathLst>
              <a:path w="66" h="49">
                <a:moveTo>
                  <a:pt x="19" y="42"/>
                </a:moveTo>
                <a:cubicBezTo>
                  <a:pt x="19" y="43"/>
                  <a:pt x="18" y="43"/>
                  <a:pt x="17" y="42"/>
                </a:cubicBezTo>
                <a:cubicBezTo>
                  <a:pt x="1" y="25"/>
                  <a:pt x="1" y="25"/>
                  <a:pt x="1" y="25"/>
                </a:cubicBezTo>
                <a:cubicBezTo>
                  <a:pt x="0" y="25"/>
                  <a:pt x="0" y="24"/>
                  <a:pt x="1" y="24"/>
                </a:cubicBezTo>
                <a:cubicBezTo>
                  <a:pt x="17" y="7"/>
                  <a:pt x="17" y="7"/>
                  <a:pt x="17" y="7"/>
                </a:cubicBezTo>
                <a:cubicBezTo>
                  <a:pt x="18" y="7"/>
                  <a:pt x="19" y="7"/>
                  <a:pt x="19" y="7"/>
                </a:cubicBezTo>
                <a:cubicBezTo>
                  <a:pt x="21" y="9"/>
                  <a:pt x="21" y="9"/>
                  <a:pt x="21" y="9"/>
                </a:cubicBezTo>
                <a:cubicBezTo>
                  <a:pt x="21" y="9"/>
                  <a:pt x="21" y="10"/>
                  <a:pt x="21" y="11"/>
                </a:cubicBezTo>
                <a:cubicBezTo>
                  <a:pt x="7" y="25"/>
                  <a:pt x="7" y="25"/>
                  <a:pt x="7" y="25"/>
                </a:cubicBezTo>
                <a:cubicBezTo>
                  <a:pt x="21" y="39"/>
                  <a:pt x="21" y="39"/>
                  <a:pt x="21" y="39"/>
                </a:cubicBezTo>
                <a:cubicBezTo>
                  <a:pt x="21" y="39"/>
                  <a:pt x="21" y="40"/>
                  <a:pt x="21" y="40"/>
                </a:cubicBezTo>
                <a:lnTo>
                  <a:pt x="19" y="42"/>
                </a:lnTo>
                <a:close/>
                <a:moveTo>
                  <a:pt x="29" y="48"/>
                </a:moveTo>
                <a:cubicBezTo>
                  <a:pt x="28" y="49"/>
                  <a:pt x="28" y="49"/>
                  <a:pt x="27" y="49"/>
                </a:cubicBezTo>
                <a:cubicBezTo>
                  <a:pt x="25" y="48"/>
                  <a:pt x="25" y="48"/>
                  <a:pt x="25" y="48"/>
                </a:cubicBezTo>
                <a:cubicBezTo>
                  <a:pt x="24" y="48"/>
                  <a:pt x="24" y="48"/>
                  <a:pt x="24" y="47"/>
                </a:cubicBezTo>
                <a:cubicBezTo>
                  <a:pt x="38" y="1"/>
                  <a:pt x="38" y="1"/>
                  <a:pt x="38" y="1"/>
                </a:cubicBezTo>
                <a:cubicBezTo>
                  <a:pt x="38" y="0"/>
                  <a:pt x="38" y="0"/>
                  <a:pt x="39" y="0"/>
                </a:cubicBezTo>
                <a:cubicBezTo>
                  <a:pt x="41" y="1"/>
                  <a:pt x="41" y="1"/>
                  <a:pt x="41" y="1"/>
                </a:cubicBezTo>
                <a:cubicBezTo>
                  <a:pt x="42" y="1"/>
                  <a:pt x="42" y="2"/>
                  <a:pt x="42" y="2"/>
                </a:cubicBezTo>
                <a:lnTo>
                  <a:pt x="29" y="48"/>
                </a:lnTo>
                <a:close/>
                <a:moveTo>
                  <a:pt x="49" y="42"/>
                </a:moveTo>
                <a:cubicBezTo>
                  <a:pt x="48" y="43"/>
                  <a:pt x="48" y="43"/>
                  <a:pt x="47" y="42"/>
                </a:cubicBezTo>
                <a:cubicBezTo>
                  <a:pt x="45" y="40"/>
                  <a:pt x="45" y="40"/>
                  <a:pt x="45" y="40"/>
                </a:cubicBezTo>
                <a:cubicBezTo>
                  <a:pt x="45" y="40"/>
                  <a:pt x="45" y="39"/>
                  <a:pt x="45" y="39"/>
                </a:cubicBezTo>
                <a:cubicBezTo>
                  <a:pt x="59" y="25"/>
                  <a:pt x="59" y="25"/>
                  <a:pt x="59" y="25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0"/>
                  <a:pt x="45" y="9"/>
                  <a:pt x="45" y="9"/>
                </a:cubicBezTo>
                <a:cubicBezTo>
                  <a:pt x="47" y="7"/>
                  <a:pt x="47" y="7"/>
                  <a:pt x="47" y="7"/>
                </a:cubicBezTo>
                <a:cubicBezTo>
                  <a:pt x="48" y="7"/>
                  <a:pt x="48" y="7"/>
                  <a:pt x="49" y="7"/>
                </a:cubicBezTo>
                <a:cubicBezTo>
                  <a:pt x="65" y="24"/>
                  <a:pt x="65" y="24"/>
                  <a:pt x="65" y="24"/>
                </a:cubicBezTo>
                <a:cubicBezTo>
                  <a:pt x="66" y="24"/>
                  <a:pt x="66" y="25"/>
                  <a:pt x="65" y="25"/>
                </a:cubicBezTo>
                <a:lnTo>
                  <a:pt x="49" y="4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7" name="Freeform 56"/>
          <p:cNvSpPr/>
          <p:nvPr/>
        </p:nvSpPr>
        <p:spPr>
          <a:xfrm>
            <a:off x="6432480" y="1251000"/>
            <a:ext cx="220680" cy="220680"/>
          </a:xfrm>
          <a:custGeom>
            <a:avLst/>
            <a:gdLst/>
            <a:ahLst/>
            <a:rect l="l" t="t" r="r" b="b"/>
            <a:pathLst>
              <a:path w="64" h="64">
                <a:moveTo>
                  <a:pt x="64" y="42"/>
                </a:moveTo>
                <a:cubicBezTo>
                  <a:pt x="64" y="43"/>
                  <a:pt x="63" y="44"/>
                  <a:pt x="63" y="44"/>
                </a:cubicBezTo>
                <a:cubicBezTo>
                  <a:pt x="33" y="64"/>
                  <a:pt x="33" y="64"/>
                  <a:pt x="33" y="64"/>
                </a:cubicBezTo>
                <a:cubicBezTo>
                  <a:pt x="33" y="64"/>
                  <a:pt x="32" y="64"/>
                  <a:pt x="32" y="64"/>
                </a:cubicBezTo>
                <a:cubicBezTo>
                  <a:pt x="31" y="64"/>
                  <a:pt x="31" y="64"/>
                  <a:pt x="30" y="64"/>
                </a:cubicBezTo>
                <a:cubicBezTo>
                  <a:pt x="1" y="44"/>
                  <a:pt x="1" y="44"/>
                  <a:pt x="1" y="44"/>
                </a:cubicBezTo>
                <a:cubicBezTo>
                  <a:pt x="0" y="44"/>
                  <a:pt x="0" y="43"/>
                  <a:pt x="0" y="42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2"/>
                  <a:pt x="0" y="21"/>
                  <a:pt x="1" y="20"/>
                </a:cubicBezTo>
                <a:cubicBezTo>
                  <a:pt x="30" y="1"/>
                  <a:pt x="30" y="1"/>
                  <a:pt x="30" y="1"/>
                </a:cubicBezTo>
                <a:cubicBezTo>
                  <a:pt x="31" y="1"/>
                  <a:pt x="31" y="0"/>
                  <a:pt x="32" y="0"/>
                </a:cubicBezTo>
                <a:cubicBezTo>
                  <a:pt x="32" y="0"/>
                  <a:pt x="33" y="1"/>
                  <a:pt x="33" y="1"/>
                </a:cubicBezTo>
                <a:cubicBezTo>
                  <a:pt x="63" y="20"/>
                  <a:pt x="63" y="20"/>
                  <a:pt x="63" y="20"/>
                </a:cubicBezTo>
                <a:cubicBezTo>
                  <a:pt x="63" y="21"/>
                  <a:pt x="64" y="22"/>
                  <a:pt x="64" y="23"/>
                </a:cubicBezTo>
                <a:lnTo>
                  <a:pt x="64" y="42"/>
                </a:lnTo>
                <a:close/>
                <a:moveTo>
                  <a:pt x="12" y="32"/>
                </a:moveTo>
                <a:cubicBezTo>
                  <a:pt x="5" y="28"/>
                  <a:pt x="5" y="28"/>
                  <a:pt x="5" y="28"/>
                </a:cubicBezTo>
                <a:cubicBezTo>
                  <a:pt x="5" y="37"/>
                  <a:pt x="5" y="37"/>
                  <a:pt x="5" y="37"/>
                </a:cubicBezTo>
                <a:lnTo>
                  <a:pt x="12" y="32"/>
                </a:lnTo>
                <a:close/>
                <a:moveTo>
                  <a:pt x="29" y="21"/>
                </a:moveTo>
                <a:cubicBezTo>
                  <a:pt x="29" y="8"/>
                  <a:pt x="29" y="8"/>
                  <a:pt x="29" y="8"/>
                </a:cubicBezTo>
                <a:cubicBezTo>
                  <a:pt x="7" y="23"/>
                  <a:pt x="7" y="23"/>
                  <a:pt x="7" y="23"/>
                </a:cubicBezTo>
                <a:cubicBezTo>
                  <a:pt x="17" y="29"/>
                  <a:pt x="17" y="29"/>
                  <a:pt x="17" y="29"/>
                </a:cubicBezTo>
                <a:lnTo>
                  <a:pt x="29" y="21"/>
                </a:lnTo>
                <a:close/>
                <a:moveTo>
                  <a:pt x="29" y="56"/>
                </a:moveTo>
                <a:cubicBezTo>
                  <a:pt x="29" y="44"/>
                  <a:pt x="29" y="44"/>
                  <a:pt x="29" y="44"/>
                </a:cubicBezTo>
                <a:cubicBezTo>
                  <a:pt x="17" y="36"/>
                  <a:pt x="17" y="36"/>
                  <a:pt x="17" y="36"/>
                </a:cubicBezTo>
                <a:cubicBezTo>
                  <a:pt x="7" y="42"/>
                  <a:pt x="7" y="42"/>
                  <a:pt x="7" y="42"/>
                </a:cubicBezTo>
                <a:lnTo>
                  <a:pt x="29" y="56"/>
                </a:lnTo>
                <a:close/>
                <a:moveTo>
                  <a:pt x="41" y="32"/>
                </a:moveTo>
                <a:cubicBezTo>
                  <a:pt x="32" y="26"/>
                  <a:pt x="32" y="26"/>
                  <a:pt x="32" y="26"/>
                </a:cubicBezTo>
                <a:cubicBezTo>
                  <a:pt x="22" y="32"/>
                  <a:pt x="22" y="32"/>
                  <a:pt x="22" y="32"/>
                </a:cubicBezTo>
                <a:cubicBezTo>
                  <a:pt x="32" y="39"/>
                  <a:pt x="32" y="39"/>
                  <a:pt x="32" y="39"/>
                </a:cubicBezTo>
                <a:lnTo>
                  <a:pt x="41" y="32"/>
                </a:lnTo>
                <a:close/>
                <a:moveTo>
                  <a:pt x="56" y="23"/>
                </a:moveTo>
                <a:cubicBezTo>
                  <a:pt x="35" y="8"/>
                  <a:pt x="35" y="8"/>
                  <a:pt x="35" y="8"/>
                </a:cubicBezTo>
                <a:cubicBezTo>
                  <a:pt x="35" y="21"/>
                  <a:pt x="35" y="21"/>
                  <a:pt x="35" y="21"/>
                </a:cubicBezTo>
                <a:cubicBezTo>
                  <a:pt x="46" y="29"/>
                  <a:pt x="46" y="29"/>
                  <a:pt x="46" y="29"/>
                </a:cubicBezTo>
                <a:lnTo>
                  <a:pt x="56" y="23"/>
                </a:lnTo>
                <a:close/>
                <a:moveTo>
                  <a:pt x="56" y="42"/>
                </a:moveTo>
                <a:cubicBezTo>
                  <a:pt x="46" y="36"/>
                  <a:pt x="46" y="36"/>
                  <a:pt x="46" y="36"/>
                </a:cubicBezTo>
                <a:cubicBezTo>
                  <a:pt x="35" y="44"/>
                  <a:pt x="35" y="44"/>
                  <a:pt x="35" y="44"/>
                </a:cubicBezTo>
                <a:cubicBezTo>
                  <a:pt x="35" y="56"/>
                  <a:pt x="35" y="56"/>
                  <a:pt x="35" y="56"/>
                </a:cubicBezTo>
                <a:lnTo>
                  <a:pt x="56" y="42"/>
                </a:lnTo>
                <a:close/>
                <a:moveTo>
                  <a:pt x="58" y="37"/>
                </a:moveTo>
                <a:cubicBezTo>
                  <a:pt x="58" y="28"/>
                  <a:pt x="58" y="28"/>
                  <a:pt x="58" y="28"/>
                </a:cubicBezTo>
                <a:cubicBezTo>
                  <a:pt x="51" y="32"/>
                  <a:pt x="51" y="32"/>
                  <a:pt x="51" y="32"/>
                </a:cubicBezTo>
                <a:lnTo>
                  <a:pt x="58" y="3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8" name="Freeform 57"/>
          <p:cNvSpPr/>
          <p:nvPr/>
        </p:nvSpPr>
        <p:spPr>
          <a:xfrm>
            <a:off x="6927840" y="1268280"/>
            <a:ext cx="189000" cy="189000"/>
          </a:xfrm>
          <a:custGeom>
            <a:avLst/>
            <a:gdLst/>
            <a:ahLst/>
            <a:rect l="l" t="t" r="r" b="b"/>
            <a:pathLst>
              <a:path w="55" h="55">
                <a:moveTo>
                  <a:pt x="55" y="31"/>
                </a:moveTo>
                <a:cubicBezTo>
                  <a:pt x="55" y="32"/>
                  <a:pt x="54" y="33"/>
                  <a:pt x="54" y="33"/>
                </a:cubicBezTo>
                <a:cubicBezTo>
                  <a:pt x="47" y="34"/>
                  <a:pt x="47" y="34"/>
                  <a:pt x="47" y="34"/>
                </a:cubicBezTo>
                <a:cubicBezTo>
                  <a:pt x="47" y="35"/>
                  <a:pt x="46" y="36"/>
                  <a:pt x="46" y="37"/>
                </a:cubicBezTo>
                <a:cubicBezTo>
                  <a:pt x="47" y="39"/>
                  <a:pt x="48" y="40"/>
                  <a:pt x="49" y="42"/>
                </a:cubicBezTo>
                <a:cubicBezTo>
                  <a:pt x="50" y="42"/>
                  <a:pt x="50" y="42"/>
                  <a:pt x="50" y="43"/>
                </a:cubicBezTo>
                <a:cubicBezTo>
                  <a:pt x="50" y="43"/>
                  <a:pt x="50" y="43"/>
                  <a:pt x="49" y="44"/>
                </a:cubicBezTo>
                <a:cubicBezTo>
                  <a:pt x="49" y="45"/>
                  <a:pt x="44" y="50"/>
                  <a:pt x="43" y="50"/>
                </a:cubicBezTo>
                <a:cubicBezTo>
                  <a:pt x="42" y="50"/>
                  <a:pt x="42" y="50"/>
                  <a:pt x="42" y="50"/>
                </a:cubicBezTo>
                <a:cubicBezTo>
                  <a:pt x="37" y="46"/>
                  <a:pt x="37" y="46"/>
                  <a:pt x="37" y="46"/>
                </a:cubicBezTo>
                <a:cubicBezTo>
                  <a:pt x="36" y="46"/>
                  <a:pt x="35" y="47"/>
                  <a:pt x="33" y="47"/>
                </a:cubicBezTo>
                <a:cubicBezTo>
                  <a:pt x="33" y="49"/>
                  <a:pt x="33" y="52"/>
                  <a:pt x="32" y="54"/>
                </a:cubicBezTo>
                <a:cubicBezTo>
                  <a:pt x="32" y="54"/>
                  <a:pt x="32" y="55"/>
                  <a:pt x="31" y="55"/>
                </a:cubicBezTo>
                <a:cubicBezTo>
                  <a:pt x="23" y="55"/>
                  <a:pt x="23" y="55"/>
                  <a:pt x="23" y="55"/>
                </a:cubicBezTo>
                <a:cubicBezTo>
                  <a:pt x="23" y="55"/>
                  <a:pt x="22" y="54"/>
                  <a:pt x="22" y="54"/>
                </a:cubicBezTo>
                <a:cubicBezTo>
                  <a:pt x="21" y="47"/>
                  <a:pt x="21" y="47"/>
                  <a:pt x="21" y="47"/>
                </a:cubicBezTo>
                <a:cubicBezTo>
                  <a:pt x="20" y="47"/>
                  <a:pt x="19" y="46"/>
                  <a:pt x="18" y="46"/>
                </a:cubicBezTo>
                <a:cubicBezTo>
                  <a:pt x="13" y="50"/>
                  <a:pt x="13" y="50"/>
                  <a:pt x="13" y="50"/>
                </a:cubicBezTo>
                <a:cubicBezTo>
                  <a:pt x="12" y="50"/>
                  <a:pt x="12" y="50"/>
                  <a:pt x="12" y="50"/>
                </a:cubicBezTo>
                <a:cubicBezTo>
                  <a:pt x="11" y="50"/>
                  <a:pt x="11" y="50"/>
                  <a:pt x="11" y="50"/>
                </a:cubicBezTo>
                <a:cubicBezTo>
                  <a:pt x="9" y="48"/>
                  <a:pt x="7" y="46"/>
                  <a:pt x="5" y="44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42"/>
                  <a:pt x="5" y="42"/>
                  <a:pt x="5" y="42"/>
                </a:cubicBezTo>
                <a:cubicBezTo>
                  <a:pt x="6" y="40"/>
                  <a:pt x="8" y="39"/>
                  <a:pt x="9" y="37"/>
                </a:cubicBezTo>
                <a:cubicBezTo>
                  <a:pt x="8" y="36"/>
                  <a:pt x="8" y="35"/>
                  <a:pt x="7" y="33"/>
                </a:cubicBezTo>
                <a:cubicBezTo>
                  <a:pt x="1" y="33"/>
                  <a:pt x="1" y="33"/>
                  <a:pt x="1" y="33"/>
                </a:cubicBezTo>
                <a:cubicBezTo>
                  <a:pt x="0" y="32"/>
                  <a:pt x="0" y="32"/>
                  <a:pt x="0" y="31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3"/>
                  <a:pt x="0" y="22"/>
                  <a:pt x="1" y="22"/>
                </a:cubicBezTo>
                <a:cubicBezTo>
                  <a:pt x="7" y="21"/>
                  <a:pt x="7" y="21"/>
                  <a:pt x="7" y="21"/>
                </a:cubicBezTo>
                <a:cubicBezTo>
                  <a:pt x="8" y="20"/>
                  <a:pt x="8" y="19"/>
                  <a:pt x="9" y="18"/>
                </a:cubicBezTo>
                <a:cubicBezTo>
                  <a:pt x="8" y="16"/>
                  <a:pt x="6" y="14"/>
                  <a:pt x="5" y="13"/>
                </a:cubicBezTo>
                <a:cubicBezTo>
                  <a:pt x="5" y="13"/>
                  <a:pt x="5" y="12"/>
                  <a:pt x="5" y="12"/>
                </a:cubicBezTo>
                <a:cubicBezTo>
                  <a:pt x="5" y="12"/>
                  <a:pt x="5" y="11"/>
                  <a:pt x="5" y="11"/>
                </a:cubicBezTo>
                <a:cubicBezTo>
                  <a:pt x="6" y="10"/>
                  <a:pt x="11" y="5"/>
                  <a:pt x="12" y="5"/>
                </a:cubicBezTo>
                <a:cubicBezTo>
                  <a:pt x="12" y="5"/>
                  <a:pt x="12" y="5"/>
                  <a:pt x="13" y="5"/>
                </a:cubicBezTo>
                <a:cubicBezTo>
                  <a:pt x="18" y="9"/>
                  <a:pt x="18" y="9"/>
                  <a:pt x="18" y="9"/>
                </a:cubicBezTo>
                <a:cubicBezTo>
                  <a:pt x="19" y="8"/>
                  <a:pt x="20" y="8"/>
                  <a:pt x="21" y="8"/>
                </a:cubicBezTo>
                <a:cubicBezTo>
                  <a:pt x="21" y="5"/>
                  <a:pt x="21" y="3"/>
                  <a:pt x="22" y="1"/>
                </a:cubicBezTo>
                <a:cubicBezTo>
                  <a:pt x="22" y="0"/>
                  <a:pt x="23" y="0"/>
                  <a:pt x="23" y="0"/>
                </a:cubicBezTo>
                <a:cubicBezTo>
                  <a:pt x="31" y="0"/>
                  <a:pt x="31" y="0"/>
                  <a:pt x="31" y="0"/>
                </a:cubicBezTo>
                <a:cubicBezTo>
                  <a:pt x="32" y="0"/>
                  <a:pt x="32" y="0"/>
                  <a:pt x="32" y="1"/>
                </a:cubicBezTo>
                <a:cubicBezTo>
                  <a:pt x="33" y="8"/>
                  <a:pt x="33" y="8"/>
                  <a:pt x="33" y="8"/>
                </a:cubicBezTo>
                <a:cubicBezTo>
                  <a:pt x="35" y="8"/>
                  <a:pt x="36" y="8"/>
                  <a:pt x="37" y="9"/>
                </a:cubicBezTo>
                <a:cubicBezTo>
                  <a:pt x="42" y="5"/>
                  <a:pt x="42" y="5"/>
                  <a:pt x="42" y="5"/>
                </a:cubicBezTo>
                <a:cubicBezTo>
                  <a:pt x="42" y="5"/>
                  <a:pt x="42" y="5"/>
                  <a:pt x="43" y="5"/>
                </a:cubicBezTo>
                <a:cubicBezTo>
                  <a:pt x="43" y="5"/>
                  <a:pt x="43" y="5"/>
                  <a:pt x="43" y="5"/>
                </a:cubicBezTo>
                <a:cubicBezTo>
                  <a:pt x="45" y="7"/>
                  <a:pt x="48" y="9"/>
                  <a:pt x="49" y="11"/>
                </a:cubicBezTo>
                <a:cubicBezTo>
                  <a:pt x="50" y="11"/>
                  <a:pt x="50" y="12"/>
                  <a:pt x="50" y="12"/>
                </a:cubicBezTo>
                <a:cubicBezTo>
                  <a:pt x="50" y="12"/>
                  <a:pt x="49" y="13"/>
                  <a:pt x="49" y="13"/>
                </a:cubicBezTo>
                <a:cubicBezTo>
                  <a:pt x="48" y="14"/>
                  <a:pt x="47" y="16"/>
                  <a:pt x="46" y="18"/>
                </a:cubicBezTo>
                <a:cubicBezTo>
                  <a:pt x="46" y="19"/>
                  <a:pt x="47" y="20"/>
                  <a:pt x="47" y="21"/>
                </a:cubicBezTo>
                <a:cubicBezTo>
                  <a:pt x="54" y="22"/>
                  <a:pt x="54" y="22"/>
                  <a:pt x="54" y="22"/>
                </a:cubicBezTo>
                <a:cubicBezTo>
                  <a:pt x="54" y="22"/>
                  <a:pt x="55" y="23"/>
                  <a:pt x="55" y="23"/>
                </a:cubicBezTo>
                <a:lnTo>
                  <a:pt x="55" y="31"/>
                </a:lnTo>
                <a:close/>
                <a:moveTo>
                  <a:pt x="27" y="18"/>
                </a:moveTo>
                <a:cubicBezTo>
                  <a:pt x="22" y="18"/>
                  <a:pt x="18" y="22"/>
                  <a:pt x="18" y="27"/>
                </a:cubicBezTo>
                <a:cubicBezTo>
                  <a:pt x="18" y="32"/>
                  <a:pt x="22" y="36"/>
                  <a:pt x="27" y="36"/>
                </a:cubicBezTo>
                <a:cubicBezTo>
                  <a:pt x="32" y="36"/>
                  <a:pt x="36" y="32"/>
                  <a:pt x="36" y="27"/>
                </a:cubicBezTo>
                <a:cubicBezTo>
                  <a:pt x="36" y="22"/>
                  <a:pt x="32" y="18"/>
                  <a:pt x="27" y="1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9" name="Freeform 58"/>
          <p:cNvSpPr/>
          <p:nvPr/>
        </p:nvSpPr>
        <p:spPr>
          <a:xfrm>
            <a:off x="7423200" y="1268280"/>
            <a:ext cx="201600" cy="189000"/>
          </a:xfrm>
          <a:custGeom>
            <a:avLst/>
            <a:gdLst/>
            <a:ahLst/>
            <a:rect l="l" t="t" r="r" b="b"/>
            <a:pathLst>
              <a:path w="59" h="55">
                <a:moveTo>
                  <a:pt x="59" y="49"/>
                </a:moveTo>
                <a:cubicBezTo>
                  <a:pt x="59" y="52"/>
                  <a:pt x="57" y="55"/>
                  <a:pt x="53" y="55"/>
                </a:cubicBezTo>
                <a:cubicBezTo>
                  <a:pt x="5" y="55"/>
                  <a:pt x="5" y="55"/>
                  <a:pt x="5" y="55"/>
                </a:cubicBezTo>
                <a:cubicBezTo>
                  <a:pt x="2" y="55"/>
                  <a:pt x="0" y="52"/>
                  <a:pt x="0" y="49"/>
                </a:cubicBezTo>
                <a:cubicBezTo>
                  <a:pt x="0" y="6"/>
                  <a:pt x="0" y="6"/>
                  <a:pt x="0" y="6"/>
                </a:cubicBezTo>
                <a:cubicBezTo>
                  <a:pt x="0" y="2"/>
                  <a:pt x="2" y="0"/>
                  <a:pt x="5" y="0"/>
                </a:cubicBezTo>
                <a:cubicBezTo>
                  <a:pt x="53" y="0"/>
                  <a:pt x="53" y="0"/>
                  <a:pt x="53" y="0"/>
                </a:cubicBezTo>
                <a:cubicBezTo>
                  <a:pt x="57" y="0"/>
                  <a:pt x="59" y="2"/>
                  <a:pt x="59" y="6"/>
                </a:cubicBezTo>
                <a:lnTo>
                  <a:pt x="59" y="49"/>
                </a:lnTo>
                <a:close/>
                <a:moveTo>
                  <a:pt x="27" y="50"/>
                </a:moveTo>
                <a:cubicBezTo>
                  <a:pt x="27" y="9"/>
                  <a:pt x="27" y="9"/>
                  <a:pt x="27" y="9"/>
                </a:cubicBezTo>
                <a:cubicBezTo>
                  <a:pt x="4" y="9"/>
                  <a:pt x="4" y="9"/>
                  <a:pt x="4" y="9"/>
                </a:cubicBezTo>
                <a:cubicBezTo>
                  <a:pt x="4" y="49"/>
                  <a:pt x="4" y="49"/>
                  <a:pt x="4" y="49"/>
                </a:cubicBezTo>
                <a:cubicBezTo>
                  <a:pt x="4" y="50"/>
                  <a:pt x="5" y="50"/>
                  <a:pt x="5" y="50"/>
                </a:cubicBezTo>
                <a:lnTo>
                  <a:pt x="27" y="50"/>
                </a:lnTo>
                <a:close/>
                <a:moveTo>
                  <a:pt x="55" y="9"/>
                </a:moveTo>
                <a:cubicBezTo>
                  <a:pt x="32" y="9"/>
                  <a:pt x="32" y="9"/>
                  <a:pt x="32" y="9"/>
                </a:cubicBezTo>
                <a:cubicBezTo>
                  <a:pt x="32" y="50"/>
                  <a:pt x="32" y="50"/>
                  <a:pt x="32" y="50"/>
                </a:cubicBezTo>
                <a:cubicBezTo>
                  <a:pt x="53" y="50"/>
                  <a:pt x="53" y="50"/>
                  <a:pt x="53" y="50"/>
                </a:cubicBezTo>
                <a:cubicBezTo>
                  <a:pt x="54" y="50"/>
                  <a:pt x="55" y="50"/>
                  <a:pt x="55" y="49"/>
                </a:cubicBezTo>
                <a:lnTo>
                  <a:pt x="55" y="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0" name="Freeform 59"/>
          <p:cNvSpPr/>
          <p:nvPr/>
        </p:nvSpPr>
        <p:spPr>
          <a:xfrm>
            <a:off x="7916760" y="1282680"/>
            <a:ext cx="220680" cy="189000"/>
          </a:xfrm>
          <a:custGeom>
            <a:avLst/>
            <a:gdLst/>
            <a:ahLst/>
            <a:rect l="l" t="t" r="r" b="b"/>
            <a:pathLst>
              <a:path w="64" h="55">
                <a:moveTo>
                  <a:pt x="32" y="46"/>
                </a:moveTo>
                <a:cubicBezTo>
                  <a:pt x="30" y="46"/>
                  <a:pt x="28" y="46"/>
                  <a:pt x="27" y="46"/>
                </a:cubicBezTo>
                <a:cubicBezTo>
                  <a:pt x="22" y="50"/>
                  <a:pt x="16" y="53"/>
                  <a:pt x="10" y="55"/>
                </a:cubicBezTo>
                <a:cubicBezTo>
                  <a:pt x="9" y="55"/>
                  <a:pt x="7" y="55"/>
                  <a:pt x="6" y="55"/>
                </a:cubicBezTo>
                <a:cubicBezTo>
                  <a:pt x="6" y="55"/>
                  <a:pt x="6" y="55"/>
                  <a:pt x="6" y="55"/>
                </a:cubicBezTo>
                <a:cubicBezTo>
                  <a:pt x="5" y="55"/>
                  <a:pt x="5" y="55"/>
                  <a:pt x="4" y="54"/>
                </a:cubicBezTo>
                <a:cubicBezTo>
                  <a:pt x="4" y="54"/>
                  <a:pt x="4" y="54"/>
                  <a:pt x="4" y="54"/>
                </a:cubicBezTo>
                <a:cubicBezTo>
                  <a:pt x="4" y="53"/>
                  <a:pt x="5" y="53"/>
                  <a:pt x="5" y="52"/>
                </a:cubicBezTo>
                <a:cubicBezTo>
                  <a:pt x="8" y="49"/>
                  <a:pt x="10" y="47"/>
                  <a:pt x="12" y="41"/>
                </a:cubicBezTo>
                <a:cubicBezTo>
                  <a:pt x="4" y="37"/>
                  <a:pt x="0" y="31"/>
                  <a:pt x="0" y="23"/>
                </a:cubicBezTo>
                <a:cubicBezTo>
                  <a:pt x="0" y="11"/>
                  <a:pt x="14" y="0"/>
                  <a:pt x="32" y="0"/>
                </a:cubicBezTo>
                <a:cubicBezTo>
                  <a:pt x="49" y="0"/>
                  <a:pt x="64" y="11"/>
                  <a:pt x="64" y="23"/>
                </a:cubicBezTo>
                <a:cubicBezTo>
                  <a:pt x="64" y="36"/>
                  <a:pt x="49" y="46"/>
                  <a:pt x="32" y="46"/>
                </a:cubicBezTo>
                <a:close/>
                <a:moveTo>
                  <a:pt x="4" y="23"/>
                </a:moveTo>
                <a:cubicBezTo>
                  <a:pt x="4" y="29"/>
                  <a:pt x="8" y="34"/>
                  <a:pt x="14" y="37"/>
                </a:cubicBezTo>
                <a:cubicBezTo>
                  <a:pt x="17" y="39"/>
                  <a:pt x="17" y="39"/>
                  <a:pt x="17" y="39"/>
                </a:cubicBezTo>
                <a:cubicBezTo>
                  <a:pt x="16" y="42"/>
                  <a:pt x="16" y="42"/>
                  <a:pt x="16" y="42"/>
                </a:cubicBezTo>
                <a:cubicBezTo>
                  <a:pt x="16" y="45"/>
                  <a:pt x="15" y="47"/>
                  <a:pt x="14" y="49"/>
                </a:cubicBezTo>
                <a:cubicBezTo>
                  <a:pt x="17" y="47"/>
                  <a:pt x="21" y="45"/>
                  <a:pt x="24" y="42"/>
                </a:cubicBezTo>
                <a:cubicBezTo>
                  <a:pt x="25" y="41"/>
                  <a:pt x="25" y="41"/>
                  <a:pt x="25" y="41"/>
                </a:cubicBezTo>
                <a:cubicBezTo>
                  <a:pt x="27" y="41"/>
                  <a:pt x="27" y="41"/>
                  <a:pt x="27" y="41"/>
                </a:cubicBezTo>
                <a:cubicBezTo>
                  <a:pt x="29" y="42"/>
                  <a:pt x="30" y="42"/>
                  <a:pt x="32" y="42"/>
                </a:cubicBezTo>
                <a:cubicBezTo>
                  <a:pt x="47" y="42"/>
                  <a:pt x="59" y="33"/>
                  <a:pt x="59" y="23"/>
                </a:cubicBezTo>
                <a:cubicBezTo>
                  <a:pt x="59" y="13"/>
                  <a:pt x="47" y="5"/>
                  <a:pt x="32" y="5"/>
                </a:cubicBezTo>
                <a:cubicBezTo>
                  <a:pt x="17" y="5"/>
                  <a:pt x="4" y="13"/>
                  <a:pt x="4" y="2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1" name="Freeform 60"/>
          <p:cNvSpPr/>
          <p:nvPr/>
        </p:nvSpPr>
        <p:spPr>
          <a:xfrm>
            <a:off x="8412120" y="1282680"/>
            <a:ext cx="219240" cy="174600"/>
          </a:xfrm>
          <a:custGeom>
            <a:avLst/>
            <a:gdLst/>
            <a:ahLst/>
            <a:rect l="l" t="t" r="r" b="b"/>
            <a:pathLst>
              <a:path w="64" h="51">
                <a:moveTo>
                  <a:pt x="50" y="19"/>
                </a:moveTo>
                <a:cubicBezTo>
                  <a:pt x="50" y="29"/>
                  <a:pt x="39" y="37"/>
                  <a:pt x="25" y="37"/>
                </a:cubicBezTo>
                <a:cubicBezTo>
                  <a:pt x="23" y="37"/>
                  <a:pt x="21" y="37"/>
                  <a:pt x="19" y="36"/>
                </a:cubicBezTo>
                <a:cubicBezTo>
                  <a:pt x="16" y="39"/>
                  <a:pt x="12" y="40"/>
                  <a:pt x="9" y="41"/>
                </a:cubicBezTo>
                <a:cubicBezTo>
                  <a:pt x="8" y="41"/>
                  <a:pt x="7" y="41"/>
                  <a:pt x="6" y="42"/>
                </a:cubicBezTo>
                <a:cubicBezTo>
                  <a:pt x="6" y="42"/>
                  <a:pt x="6" y="42"/>
                  <a:pt x="6" y="42"/>
                </a:cubicBezTo>
                <a:cubicBezTo>
                  <a:pt x="5" y="42"/>
                  <a:pt x="4" y="41"/>
                  <a:pt x="4" y="41"/>
                </a:cubicBezTo>
                <a:cubicBezTo>
                  <a:pt x="4" y="40"/>
                  <a:pt x="5" y="39"/>
                  <a:pt x="5" y="39"/>
                </a:cubicBezTo>
                <a:cubicBezTo>
                  <a:pt x="6" y="37"/>
                  <a:pt x="8" y="36"/>
                  <a:pt x="9" y="33"/>
                </a:cubicBezTo>
                <a:cubicBezTo>
                  <a:pt x="3" y="30"/>
                  <a:pt x="0" y="25"/>
                  <a:pt x="0" y="19"/>
                </a:cubicBezTo>
                <a:cubicBezTo>
                  <a:pt x="0" y="9"/>
                  <a:pt x="11" y="0"/>
                  <a:pt x="25" y="0"/>
                </a:cubicBezTo>
                <a:cubicBezTo>
                  <a:pt x="39" y="0"/>
                  <a:pt x="50" y="9"/>
                  <a:pt x="50" y="19"/>
                </a:cubicBezTo>
                <a:close/>
                <a:moveTo>
                  <a:pt x="4" y="19"/>
                </a:moveTo>
                <a:cubicBezTo>
                  <a:pt x="4" y="23"/>
                  <a:pt x="7" y="26"/>
                  <a:pt x="12" y="29"/>
                </a:cubicBezTo>
                <a:cubicBezTo>
                  <a:pt x="15" y="31"/>
                  <a:pt x="15" y="31"/>
                  <a:pt x="15" y="31"/>
                </a:cubicBezTo>
                <a:cubicBezTo>
                  <a:pt x="14" y="34"/>
                  <a:pt x="14" y="34"/>
                  <a:pt x="14" y="34"/>
                </a:cubicBezTo>
                <a:cubicBezTo>
                  <a:pt x="15" y="34"/>
                  <a:pt x="15" y="33"/>
                  <a:pt x="16" y="33"/>
                </a:cubicBezTo>
                <a:cubicBezTo>
                  <a:pt x="18" y="32"/>
                  <a:pt x="18" y="32"/>
                  <a:pt x="18" y="32"/>
                </a:cubicBezTo>
                <a:cubicBezTo>
                  <a:pt x="19" y="32"/>
                  <a:pt x="19" y="32"/>
                  <a:pt x="19" y="32"/>
                </a:cubicBezTo>
                <a:cubicBezTo>
                  <a:pt x="21" y="32"/>
                  <a:pt x="23" y="32"/>
                  <a:pt x="25" y="32"/>
                </a:cubicBezTo>
                <a:cubicBezTo>
                  <a:pt x="36" y="32"/>
                  <a:pt x="45" y="26"/>
                  <a:pt x="45" y="19"/>
                </a:cubicBezTo>
                <a:cubicBezTo>
                  <a:pt x="45" y="11"/>
                  <a:pt x="36" y="5"/>
                  <a:pt x="25" y="5"/>
                </a:cubicBezTo>
                <a:cubicBezTo>
                  <a:pt x="14" y="5"/>
                  <a:pt x="4" y="11"/>
                  <a:pt x="4" y="19"/>
                </a:cubicBezTo>
                <a:close/>
                <a:moveTo>
                  <a:pt x="58" y="48"/>
                </a:moveTo>
                <a:cubicBezTo>
                  <a:pt x="59" y="49"/>
                  <a:pt x="59" y="49"/>
                  <a:pt x="59" y="50"/>
                </a:cubicBezTo>
                <a:cubicBezTo>
                  <a:pt x="59" y="50"/>
                  <a:pt x="58" y="51"/>
                  <a:pt x="58" y="51"/>
                </a:cubicBezTo>
                <a:cubicBezTo>
                  <a:pt x="57" y="51"/>
                  <a:pt x="56" y="50"/>
                  <a:pt x="55" y="50"/>
                </a:cubicBezTo>
                <a:cubicBezTo>
                  <a:pt x="51" y="49"/>
                  <a:pt x="48" y="48"/>
                  <a:pt x="45" y="46"/>
                </a:cubicBezTo>
                <a:cubicBezTo>
                  <a:pt x="43" y="46"/>
                  <a:pt x="41" y="46"/>
                  <a:pt x="39" y="46"/>
                </a:cubicBezTo>
                <a:cubicBezTo>
                  <a:pt x="32" y="46"/>
                  <a:pt x="26" y="44"/>
                  <a:pt x="22" y="41"/>
                </a:cubicBezTo>
                <a:cubicBezTo>
                  <a:pt x="23" y="42"/>
                  <a:pt x="24" y="42"/>
                  <a:pt x="25" y="42"/>
                </a:cubicBezTo>
                <a:cubicBezTo>
                  <a:pt x="33" y="42"/>
                  <a:pt x="40" y="39"/>
                  <a:pt x="45" y="35"/>
                </a:cubicBezTo>
                <a:cubicBezTo>
                  <a:pt x="51" y="31"/>
                  <a:pt x="55" y="25"/>
                  <a:pt x="55" y="19"/>
                </a:cubicBezTo>
                <a:cubicBezTo>
                  <a:pt x="55" y="17"/>
                  <a:pt x="54" y="15"/>
                  <a:pt x="54" y="13"/>
                </a:cubicBezTo>
                <a:cubicBezTo>
                  <a:pt x="60" y="17"/>
                  <a:pt x="64" y="22"/>
                  <a:pt x="64" y="28"/>
                </a:cubicBezTo>
                <a:cubicBezTo>
                  <a:pt x="64" y="34"/>
                  <a:pt x="60" y="39"/>
                  <a:pt x="54" y="42"/>
                </a:cubicBezTo>
                <a:cubicBezTo>
                  <a:pt x="55" y="45"/>
                  <a:pt x="57" y="47"/>
                  <a:pt x="58" y="4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2" name="Freeform 61"/>
          <p:cNvSpPr/>
          <p:nvPr/>
        </p:nvSpPr>
        <p:spPr>
          <a:xfrm>
            <a:off x="8866080" y="1268280"/>
            <a:ext cx="185760" cy="185760"/>
          </a:xfrm>
          <a:custGeom>
            <a:avLst/>
            <a:gdLst/>
            <a:ahLst/>
            <a:rect l="l" t="t" r="r" b="b"/>
            <a:pathLst>
              <a:path w="54" h="54">
                <a:moveTo>
                  <a:pt x="27" y="46"/>
                </a:moveTo>
                <a:cubicBezTo>
                  <a:pt x="27" y="47"/>
                  <a:pt x="26" y="48"/>
                  <a:pt x="25" y="48"/>
                </a:cubicBezTo>
                <a:cubicBezTo>
                  <a:pt x="24" y="48"/>
                  <a:pt x="24" y="48"/>
                  <a:pt x="23" y="47"/>
                </a:cubicBezTo>
                <a:cubicBezTo>
                  <a:pt x="18" y="42"/>
                  <a:pt x="18" y="42"/>
                  <a:pt x="18" y="42"/>
                </a:cubicBezTo>
                <a:cubicBezTo>
                  <a:pt x="6" y="54"/>
                  <a:pt x="6" y="54"/>
                  <a:pt x="6" y="54"/>
                </a:cubicBezTo>
                <a:cubicBezTo>
                  <a:pt x="6" y="54"/>
                  <a:pt x="6" y="54"/>
                  <a:pt x="5" y="54"/>
                </a:cubicBezTo>
                <a:cubicBezTo>
                  <a:pt x="5" y="54"/>
                  <a:pt x="5" y="54"/>
                  <a:pt x="5" y="54"/>
                </a:cubicBezTo>
                <a:cubicBezTo>
                  <a:pt x="1" y="50"/>
                  <a:pt x="1" y="50"/>
                  <a:pt x="1" y="50"/>
                </a:cubicBezTo>
                <a:cubicBezTo>
                  <a:pt x="0" y="50"/>
                  <a:pt x="0" y="49"/>
                  <a:pt x="0" y="49"/>
                </a:cubicBezTo>
                <a:cubicBezTo>
                  <a:pt x="0" y="49"/>
                  <a:pt x="0" y="48"/>
                  <a:pt x="1" y="48"/>
                </a:cubicBezTo>
                <a:cubicBezTo>
                  <a:pt x="12" y="36"/>
                  <a:pt x="12" y="36"/>
                  <a:pt x="12" y="36"/>
                </a:cubicBezTo>
                <a:cubicBezTo>
                  <a:pt x="7" y="31"/>
                  <a:pt x="7" y="31"/>
                  <a:pt x="7" y="31"/>
                </a:cubicBezTo>
                <a:cubicBezTo>
                  <a:pt x="7" y="31"/>
                  <a:pt x="7" y="30"/>
                  <a:pt x="7" y="30"/>
                </a:cubicBezTo>
                <a:cubicBezTo>
                  <a:pt x="7" y="28"/>
                  <a:pt x="8" y="27"/>
                  <a:pt x="9" y="27"/>
                </a:cubicBezTo>
                <a:cubicBezTo>
                  <a:pt x="25" y="27"/>
                  <a:pt x="25" y="27"/>
                  <a:pt x="25" y="27"/>
                </a:cubicBezTo>
                <a:cubicBezTo>
                  <a:pt x="26" y="27"/>
                  <a:pt x="27" y="28"/>
                  <a:pt x="27" y="30"/>
                </a:cubicBezTo>
                <a:lnTo>
                  <a:pt x="27" y="46"/>
                </a:lnTo>
                <a:close/>
                <a:moveTo>
                  <a:pt x="54" y="6"/>
                </a:moveTo>
                <a:cubicBezTo>
                  <a:pt x="42" y="18"/>
                  <a:pt x="42" y="18"/>
                  <a:pt x="42" y="18"/>
                </a:cubicBezTo>
                <a:cubicBezTo>
                  <a:pt x="47" y="23"/>
                  <a:pt x="47" y="23"/>
                  <a:pt x="47" y="23"/>
                </a:cubicBezTo>
                <a:cubicBezTo>
                  <a:pt x="47" y="24"/>
                  <a:pt x="48" y="24"/>
                  <a:pt x="48" y="25"/>
                </a:cubicBezTo>
                <a:cubicBezTo>
                  <a:pt x="48" y="26"/>
                  <a:pt x="47" y="27"/>
                  <a:pt x="45" y="27"/>
                </a:cubicBezTo>
                <a:cubicBezTo>
                  <a:pt x="29" y="27"/>
                  <a:pt x="29" y="27"/>
                  <a:pt x="29" y="27"/>
                </a:cubicBezTo>
                <a:cubicBezTo>
                  <a:pt x="28" y="27"/>
                  <a:pt x="27" y="26"/>
                  <a:pt x="27" y="25"/>
                </a:cubicBezTo>
                <a:cubicBezTo>
                  <a:pt x="27" y="9"/>
                  <a:pt x="27" y="9"/>
                  <a:pt x="27" y="9"/>
                </a:cubicBezTo>
                <a:cubicBezTo>
                  <a:pt x="27" y="8"/>
                  <a:pt x="28" y="7"/>
                  <a:pt x="29" y="7"/>
                </a:cubicBezTo>
                <a:cubicBezTo>
                  <a:pt x="30" y="7"/>
                  <a:pt x="31" y="7"/>
                  <a:pt x="31" y="7"/>
                </a:cubicBezTo>
                <a:cubicBezTo>
                  <a:pt x="36" y="13"/>
                  <a:pt x="36" y="13"/>
                  <a:pt x="36" y="13"/>
                </a:cubicBezTo>
                <a:cubicBezTo>
                  <a:pt x="48" y="1"/>
                  <a:pt x="48" y="1"/>
                  <a:pt x="48" y="1"/>
                </a:cubicBezTo>
                <a:cubicBezTo>
                  <a:pt x="48" y="1"/>
                  <a:pt x="49" y="0"/>
                  <a:pt x="49" y="0"/>
                </a:cubicBezTo>
                <a:cubicBezTo>
                  <a:pt x="49" y="0"/>
                  <a:pt x="49" y="1"/>
                  <a:pt x="50" y="1"/>
                </a:cubicBezTo>
                <a:cubicBezTo>
                  <a:pt x="54" y="5"/>
                  <a:pt x="54" y="5"/>
                  <a:pt x="54" y="5"/>
                </a:cubicBezTo>
                <a:cubicBezTo>
                  <a:pt x="54" y="5"/>
                  <a:pt x="54" y="5"/>
                  <a:pt x="54" y="6"/>
                </a:cubicBezTo>
                <a:cubicBezTo>
                  <a:pt x="54" y="6"/>
                  <a:pt x="54" y="6"/>
                  <a:pt x="54" y="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3" name="Freeform 62"/>
          <p:cNvSpPr/>
          <p:nvPr/>
        </p:nvSpPr>
        <p:spPr>
          <a:xfrm>
            <a:off x="76320" y="1725480"/>
            <a:ext cx="188640" cy="185760"/>
          </a:xfrm>
          <a:custGeom>
            <a:avLst/>
            <a:gdLst/>
            <a:ahLst/>
            <a:rect l="l" t="t" r="r" b="b"/>
            <a:pathLst>
              <a:path w="55" h="54">
                <a:moveTo>
                  <a:pt x="27" y="54"/>
                </a:moveTo>
                <a:cubicBezTo>
                  <a:pt x="12" y="54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4"/>
                  <a:pt x="27" y="54"/>
                </a:cubicBezTo>
                <a:close/>
                <a:moveTo>
                  <a:pt x="4" y="27"/>
                </a:moveTo>
                <a:cubicBezTo>
                  <a:pt x="4" y="40"/>
                  <a:pt x="15" y="50"/>
                  <a:pt x="27" y="50"/>
                </a:cubicBezTo>
                <a:cubicBezTo>
                  <a:pt x="40" y="50"/>
                  <a:pt x="50" y="40"/>
                  <a:pt x="50" y="27"/>
                </a:cubicBezTo>
                <a:cubicBezTo>
                  <a:pt x="50" y="14"/>
                  <a:pt x="40" y="4"/>
                  <a:pt x="27" y="4"/>
                </a:cubicBezTo>
                <a:cubicBezTo>
                  <a:pt x="15" y="4"/>
                  <a:pt x="4" y="14"/>
                  <a:pt x="4" y="27"/>
                </a:cubicBezTo>
                <a:close/>
                <a:moveTo>
                  <a:pt x="41" y="37"/>
                </a:moveTo>
                <a:cubicBezTo>
                  <a:pt x="41" y="42"/>
                  <a:pt x="33" y="44"/>
                  <a:pt x="28" y="44"/>
                </a:cubicBezTo>
                <a:cubicBezTo>
                  <a:pt x="18" y="44"/>
                  <a:pt x="11" y="37"/>
                  <a:pt x="11" y="27"/>
                </a:cubicBezTo>
                <a:cubicBezTo>
                  <a:pt x="11" y="17"/>
                  <a:pt x="18" y="10"/>
                  <a:pt x="28" y="10"/>
                </a:cubicBezTo>
                <a:cubicBezTo>
                  <a:pt x="31" y="10"/>
                  <a:pt x="40" y="11"/>
                  <a:pt x="40" y="17"/>
                </a:cubicBezTo>
                <a:cubicBezTo>
                  <a:pt x="40" y="21"/>
                  <a:pt x="40" y="21"/>
                  <a:pt x="40" y="21"/>
                </a:cubicBezTo>
                <a:cubicBezTo>
                  <a:pt x="40" y="21"/>
                  <a:pt x="40" y="21"/>
                  <a:pt x="40" y="21"/>
                </a:cubicBezTo>
                <a:cubicBezTo>
                  <a:pt x="36" y="21"/>
                  <a:pt x="36" y="21"/>
                  <a:pt x="36" y="21"/>
                </a:cubicBezTo>
                <a:cubicBezTo>
                  <a:pt x="35" y="21"/>
                  <a:pt x="35" y="21"/>
                  <a:pt x="35" y="21"/>
                </a:cubicBezTo>
                <a:cubicBezTo>
                  <a:pt x="35" y="18"/>
                  <a:pt x="35" y="18"/>
                  <a:pt x="35" y="18"/>
                </a:cubicBezTo>
                <a:cubicBezTo>
                  <a:pt x="35" y="16"/>
                  <a:pt x="31" y="15"/>
                  <a:pt x="28" y="15"/>
                </a:cubicBezTo>
                <a:cubicBezTo>
                  <a:pt x="21" y="15"/>
                  <a:pt x="16" y="20"/>
                  <a:pt x="16" y="27"/>
                </a:cubicBezTo>
                <a:cubicBezTo>
                  <a:pt x="16" y="34"/>
                  <a:pt x="21" y="39"/>
                  <a:pt x="28" y="39"/>
                </a:cubicBezTo>
                <a:cubicBezTo>
                  <a:pt x="31" y="39"/>
                  <a:pt x="35" y="38"/>
                  <a:pt x="35" y="36"/>
                </a:cubicBezTo>
                <a:cubicBezTo>
                  <a:pt x="35" y="33"/>
                  <a:pt x="35" y="33"/>
                  <a:pt x="35" y="33"/>
                </a:cubicBezTo>
                <a:cubicBezTo>
                  <a:pt x="35" y="33"/>
                  <a:pt x="36" y="33"/>
                  <a:pt x="36" y="33"/>
                </a:cubicBezTo>
                <a:cubicBezTo>
                  <a:pt x="40" y="33"/>
                  <a:pt x="40" y="33"/>
                  <a:pt x="40" y="33"/>
                </a:cubicBezTo>
                <a:cubicBezTo>
                  <a:pt x="41" y="33"/>
                  <a:pt x="41" y="33"/>
                  <a:pt x="41" y="33"/>
                </a:cubicBezTo>
                <a:lnTo>
                  <a:pt x="41" y="3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4" name="Freeform 63"/>
          <p:cNvSpPr/>
          <p:nvPr/>
        </p:nvSpPr>
        <p:spPr>
          <a:xfrm>
            <a:off x="495360" y="1722600"/>
            <a:ext cx="201600" cy="206280"/>
          </a:xfrm>
          <a:custGeom>
            <a:avLst/>
            <a:gdLst/>
            <a:ahLst/>
            <a:rect l="l" t="t" r="r" b="b"/>
            <a:pathLst>
              <a:path w="59" h="60">
                <a:moveTo>
                  <a:pt x="59" y="50"/>
                </a:moveTo>
                <a:cubicBezTo>
                  <a:pt x="59" y="50"/>
                  <a:pt x="59" y="51"/>
                  <a:pt x="58" y="51"/>
                </a:cubicBezTo>
                <a:cubicBezTo>
                  <a:pt x="50" y="51"/>
                  <a:pt x="50" y="51"/>
                  <a:pt x="50" y="51"/>
                </a:cubicBezTo>
                <a:cubicBezTo>
                  <a:pt x="50" y="59"/>
                  <a:pt x="50" y="59"/>
                  <a:pt x="50" y="59"/>
                </a:cubicBezTo>
                <a:cubicBezTo>
                  <a:pt x="50" y="59"/>
                  <a:pt x="50" y="60"/>
                  <a:pt x="49" y="60"/>
                </a:cubicBezTo>
                <a:cubicBezTo>
                  <a:pt x="42" y="60"/>
                  <a:pt x="42" y="60"/>
                  <a:pt x="42" y="60"/>
                </a:cubicBezTo>
                <a:cubicBezTo>
                  <a:pt x="41" y="60"/>
                  <a:pt x="41" y="59"/>
                  <a:pt x="41" y="59"/>
                </a:cubicBezTo>
                <a:cubicBezTo>
                  <a:pt x="41" y="51"/>
                  <a:pt x="41" y="51"/>
                  <a:pt x="41" y="51"/>
                </a:cubicBezTo>
                <a:cubicBezTo>
                  <a:pt x="10" y="51"/>
                  <a:pt x="10" y="51"/>
                  <a:pt x="10" y="51"/>
                </a:cubicBezTo>
                <a:cubicBezTo>
                  <a:pt x="9" y="51"/>
                  <a:pt x="9" y="50"/>
                  <a:pt x="9" y="50"/>
                </a:cubicBezTo>
                <a:cubicBezTo>
                  <a:pt x="9" y="19"/>
                  <a:pt x="9" y="19"/>
                  <a:pt x="9" y="19"/>
                </a:cubicBezTo>
                <a:cubicBezTo>
                  <a:pt x="1" y="19"/>
                  <a:pt x="1" y="19"/>
                  <a:pt x="1" y="19"/>
                </a:cubicBezTo>
                <a:cubicBezTo>
                  <a:pt x="0" y="19"/>
                  <a:pt x="0" y="18"/>
                  <a:pt x="0" y="1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10"/>
                  <a:pt x="0" y="10"/>
                  <a:pt x="1" y="10"/>
                </a:cubicBezTo>
                <a:cubicBezTo>
                  <a:pt x="9" y="10"/>
                  <a:pt x="9" y="10"/>
                  <a:pt x="9" y="10"/>
                </a:cubicBezTo>
                <a:cubicBezTo>
                  <a:pt x="9" y="2"/>
                  <a:pt x="9" y="2"/>
                  <a:pt x="9" y="2"/>
                </a:cubicBezTo>
                <a:cubicBezTo>
                  <a:pt x="9" y="1"/>
                  <a:pt x="9" y="1"/>
                  <a:pt x="10" y="1"/>
                </a:cubicBezTo>
                <a:cubicBezTo>
                  <a:pt x="17" y="1"/>
                  <a:pt x="17" y="1"/>
                  <a:pt x="17" y="1"/>
                </a:cubicBezTo>
                <a:cubicBezTo>
                  <a:pt x="18" y="1"/>
                  <a:pt x="18" y="1"/>
                  <a:pt x="18" y="2"/>
                </a:cubicBezTo>
                <a:cubicBezTo>
                  <a:pt x="18" y="10"/>
                  <a:pt x="18" y="10"/>
                  <a:pt x="18" y="10"/>
                </a:cubicBezTo>
                <a:cubicBezTo>
                  <a:pt x="48" y="10"/>
                  <a:pt x="48" y="10"/>
                  <a:pt x="48" y="10"/>
                </a:cubicBezTo>
                <a:cubicBezTo>
                  <a:pt x="57" y="1"/>
                  <a:pt x="57" y="1"/>
                  <a:pt x="57" y="1"/>
                </a:cubicBezTo>
                <a:cubicBezTo>
                  <a:pt x="58" y="0"/>
                  <a:pt x="58" y="0"/>
                  <a:pt x="59" y="1"/>
                </a:cubicBezTo>
                <a:cubicBezTo>
                  <a:pt x="59" y="1"/>
                  <a:pt x="59" y="2"/>
                  <a:pt x="59" y="2"/>
                </a:cubicBezTo>
                <a:cubicBezTo>
                  <a:pt x="50" y="11"/>
                  <a:pt x="50" y="11"/>
                  <a:pt x="50" y="11"/>
                </a:cubicBezTo>
                <a:cubicBezTo>
                  <a:pt x="50" y="42"/>
                  <a:pt x="50" y="42"/>
                  <a:pt x="50" y="42"/>
                </a:cubicBezTo>
                <a:cubicBezTo>
                  <a:pt x="58" y="42"/>
                  <a:pt x="58" y="42"/>
                  <a:pt x="58" y="42"/>
                </a:cubicBezTo>
                <a:cubicBezTo>
                  <a:pt x="59" y="42"/>
                  <a:pt x="59" y="42"/>
                  <a:pt x="59" y="43"/>
                </a:cubicBezTo>
                <a:lnTo>
                  <a:pt x="59" y="50"/>
                </a:lnTo>
                <a:close/>
                <a:moveTo>
                  <a:pt x="39" y="19"/>
                </a:moveTo>
                <a:cubicBezTo>
                  <a:pt x="18" y="19"/>
                  <a:pt x="18" y="19"/>
                  <a:pt x="18" y="19"/>
                </a:cubicBezTo>
                <a:cubicBezTo>
                  <a:pt x="18" y="40"/>
                  <a:pt x="18" y="40"/>
                  <a:pt x="18" y="40"/>
                </a:cubicBezTo>
                <a:lnTo>
                  <a:pt x="39" y="19"/>
                </a:lnTo>
                <a:close/>
                <a:moveTo>
                  <a:pt x="41" y="42"/>
                </a:moveTo>
                <a:cubicBezTo>
                  <a:pt x="41" y="20"/>
                  <a:pt x="41" y="20"/>
                  <a:pt x="41" y="20"/>
                </a:cubicBezTo>
                <a:cubicBezTo>
                  <a:pt x="20" y="42"/>
                  <a:pt x="20" y="42"/>
                  <a:pt x="20" y="42"/>
                </a:cubicBezTo>
                <a:lnTo>
                  <a:pt x="41" y="4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5" name="Freeform 64"/>
          <p:cNvSpPr/>
          <p:nvPr/>
        </p:nvSpPr>
        <p:spPr>
          <a:xfrm>
            <a:off x="988920" y="1708200"/>
            <a:ext cx="265320" cy="220680"/>
          </a:xfrm>
          <a:custGeom>
            <a:avLst/>
            <a:gdLst/>
            <a:ahLst/>
            <a:rect l="l" t="t" r="r" b="b"/>
            <a:pathLst>
              <a:path w="77" h="64">
                <a:moveTo>
                  <a:pt x="77" y="51"/>
                </a:moveTo>
                <a:cubicBezTo>
                  <a:pt x="77" y="53"/>
                  <a:pt x="76" y="55"/>
                  <a:pt x="75" y="55"/>
                </a:cubicBezTo>
                <a:cubicBezTo>
                  <a:pt x="59" y="63"/>
                  <a:pt x="59" y="63"/>
                  <a:pt x="59" y="63"/>
                </a:cubicBezTo>
                <a:cubicBezTo>
                  <a:pt x="58" y="64"/>
                  <a:pt x="58" y="64"/>
                  <a:pt x="57" y="64"/>
                </a:cubicBezTo>
                <a:cubicBezTo>
                  <a:pt x="56" y="64"/>
                  <a:pt x="55" y="64"/>
                  <a:pt x="55" y="63"/>
                </a:cubicBezTo>
                <a:cubicBezTo>
                  <a:pt x="39" y="55"/>
                  <a:pt x="39" y="55"/>
                  <a:pt x="39" y="55"/>
                </a:cubicBezTo>
                <a:cubicBezTo>
                  <a:pt x="39" y="55"/>
                  <a:pt x="39" y="55"/>
                  <a:pt x="39" y="55"/>
                </a:cubicBezTo>
                <a:cubicBezTo>
                  <a:pt x="39" y="55"/>
                  <a:pt x="38" y="55"/>
                  <a:pt x="38" y="55"/>
                </a:cubicBezTo>
                <a:cubicBezTo>
                  <a:pt x="22" y="63"/>
                  <a:pt x="22" y="63"/>
                  <a:pt x="22" y="63"/>
                </a:cubicBezTo>
                <a:cubicBezTo>
                  <a:pt x="22" y="64"/>
                  <a:pt x="21" y="64"/>
                  <a:pt x="20" y="64"/>
                </a:cubicBezTo>
                <a:cubicBezTo>
                  <a:pt x="20" y="64"/>
                  <a:pt x="19" y="64"/>
                  <a:pt x="18" y="63"/>
                </a:cubicBezTo>
                <a:cubicBezTo>
                  <a:pt x="2" y="55"/>
                  <a:pt x="2" y="55"/>
                  <a:pt x="2" y="55"/>
                </a:cubicBezTo>
                <a:cubicBezTo>
                  <a:pt x="1" y="55"/>
                  <a:pt x="0" y="53"/>
                  <a:pt x="0" y="51"/>
                </a:cubicBezTo>
                <a:cubicBezTo>
                  <a:pt x="0" y="37"/>
                  <a:pt x="0" y="37"/>
                  <a:pt x="0" y="37"/>
                </a:cubicBezTo>
                <a:cubicBezTo>
                  <a:pt x="0" y="35"/>
                  <a:pt x="1" y="33"/>
                  <a:pt x="3" y="32"/>
                </a:cubicBezTo>
                <a:cubicBezTo>
                  <a:pt x="18" y="26"/>
                  <a:pt x="18" y="26"/>
                  <a:pt x="18" y="26"/>
                </a:cubicBezTo>
                <a:cubicBezTo>
                  <a:pt x="18" y="11"/>
                  <a:pt x="18" y="11"/>
                  <a:pt x="18" y="11"/>
                </a:cubicBezTo>
                <a:cubicBezTo>
                  <a:pt x="18" y="10"/>
                  <a:pt x="19" y="8"/>
                  <a:pt x="21" y="7"/>
                </a:cubicBezTo>
                <a:cubicBezTo>
                  <a:pt x="37" y="0"/>
                  <a:pt x="37" y="0"/>
                  <a:pt x="37" y="0"/>
                </a:cubicBezTo>
                <a:cubicBezTo>
                  <a:pt x="37" y="0"/>
                  <a:pt x="38" y="0"/>
                  <a:pt x="39" y="0"/>
                </a:cubicBezTo>
                <a:cubicBezTo>
                  <a:pt x="39" y="0"/>
                  <a:pt x="40" y="0"/>
                  <a:pt x="40" y="0"/>
                </a:cubicBezTo>
                <a:cubicBezTo>
                  <a:pt x="56" y="7"/>
                  <a:pt x="56" y="7"/>
                  <a:pt x="56" y="7"/>
                </a:cubicBezTo>
                <a:cubicBezTo>
                  <a:pt x="58" y="8"/>
                  <a:pt x="59" y="10"/>
                  <a:pt x="59" y="11"/>
                </a:cubicBezTo>
                <a:cubicBezTo>
                  <a:pt x="59" y="26"/>
                  <a:pt x="59" y="26"/>
                  <a:pt x="59" y="26"/>
                </a:cubicBezTo>
                <a:cubicBezTo>
                  <a:pt x="75" y="32"/>
                  <a:pt x="75" y="32"/>
                  <a:pt x="75" y="32"/>
                </a:cubicBezTo>
                <a:cubicBezTo>
                  <a:pt x="76" y="33"/>
                  <a:pt x="77" y="35"/>
                  <a:pt x="77" y="37"/>
                </a:cubicBezTo>
                <a:lnTo>
                  <a:pt x="77" y="51"/>
                </a:lnTo>
                <a:close/>
                <a:moveTo>
                  <a:pt x="35" y="36"/>
                </a:moveTo>
                <a:cubicBezTo>
                  <a:pt x="20" y="30"/>
                  <a:pt x="20" y="30"/>
                  <a:pt x="20" y="30"/>
                </a:cubicBezTo>
                <a:cubicBezTo>
                  <a:pt x="6" y="36"/>
                  <a:pt x="6" y="36"/>
                  <a:pt x="6" y="36"/>
                </a:cubicBezTo>
                <a:cubicBezTo>
                  <a:pt x="20" y="42"/>
                  <a:pt x="20" y="42"/>
                  <a:pt x="20" y="42"/>
                </a:cubicBezTo>
                <a:lnTo>
                  <a:pt x="35" y="36"/>
                </a:lnTo>
                <a:close/>
                <a:moveTo>
                  <a:pt x="36" y="51"/>
                </a:moveTo>
                <a:cubicBezTo>
                  <a:pt x="36" y="40"/>
                  <a:pt x="36" y="40"/>
                  <a:pt x="36" y="40"/>
                </a:cubicBezTo>
                <a:cubicBezTo>
                  <a:pt x="23" y="46"/>
                  <a:pt x="23" y="46"/>
                  <a:pt x="23" y="46"/>
                </a:cubicBezTo>
                <a:cubicBezTo>
                  <a:pt x="23" y="58"/>
                  <a:pt x="23" y="58"/>
                  <a:pt x="23" y="58"/>
                </a:cubicBezTo>
                <a:lnTo>
                  <a:pt x="36" y="51"/>
                </a:lnTo>
                <a:close/>
                <a:moveTo>
                  <a:pt x="54" y="11"/>
                </a:moveTo>
                <a:cubicBezTo>
                  <a:pt x="39" y="5"/>
                  <a:pt x="39" y="5"/>
                  <a:pt x="39" y="5"/>
                </a:cubicBezTo>
                <a:cubicBezTo>
                  <a:pt x="23" y="11"/>
                  <a:pt x="23" y="11"/>
                  <a:pt x="23" y="11"/>
                </a:cubicBezTo>
                <a:cubicBezTo>
                  <a:pt x="39" y="18"/>
                  <a:pt x="39" y="18"/>
                  <a:pt x="39" y="18"/>
                </a:cubicBezTo>
                <a:lnTo>
                  <a:pt x="54" y="11"/>
                </a:lnTo>
                <a:close/>
                <a:moveTo>
                  <a:pt x="55" y="26"/>
                </a:moveTo>
                <a:cubicBezTo>
                  <a:pt x="55" y="16"/>
                  <a:pt x="55" y="16"/>
                  <a:pt x="55" y="16"/>
                </a:cubicBezTo>
                <a:cubicBezTo>
                  <a:pt x="41" y="22"/>
                  <a:pt x="41" y="22"/>
                  <a:pt x="41" y="22"/>
                </a:cubicBezTo>
                <a:cubicBezTo>
                  <a:pt x="41" y="32"/>
                  <a:pt x="41" y="32"/>
                  <a:pt x="41" y="32"/>
                </a:cubicBezTo>
                <a:lnTo>
                  <a:pt x="55" y="26"/>
                </a:lnTo>
                <a:close/>
                <a:moveTo>
                  <a:pt x="71" y="36"/>
                </a:moveTo>
                <a:cubicBezTo>
                  <a:pt x="57" y="30"/>
                  <a:pt x="57" y="30"/>
                  <a:pt x="57" y="30"/>
                </a:cubicBezTo>
                <a:cubicBezTo>
                  <a:pt x="42" y="36"/>
                  <a:pt x="42" y="36"/>
                  <a:pt x="42" y="36"/>
                </a:cubicBezTo>
                <a:cubicBezTo>
                  <a:pt x="57" y="42"/>
                  <a:pt x="57" y="42"/>
                  <a:pt x="57" y="42"/>
                </a:cubicBezTo>
                <a:lnTo>
                  <a:pt x="71" y="36"/>
                </a:lnTo>
                <a:close/>
                <a:moveTo>
                  <a:pt x="73" y="51"/>
                </a:moveTo>
                <a:cubicBezTo>
                  <a:pt x="73" y="40"/>
                  <a:pt x="73" y="40"/>
                  <a:pt x="73" y="40"/>
                </a:cubicBezTo>
                <a:cubicBezTo>
                  <a:pt x="59" y="46"/>
                  <a:pt x="59" y="46"/>
                  <a:pt x="59" y="46"/>
                </a:cubicBezTo>
                <a:cubicBezTo>
                  <a:pt x="59" y="58"/>
                  <a:pt x="59" y="58"/>
                  <a:pt x="59" y="58"/>
                </a:cubicBezTo>
                <a:lnTo>
                  <a:pt x="73" y="5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6" name="Freeform 65"/>
          <p:cNvSpPr/>
          <p:nvPr/>
        </p:nvSpPr>
        <p:spPr>
          <a:xfrm>
            <a:off x="1484280" y="1708200"/>
            <a:ext cx="171360" cy="220680"/>
          </a:xfrm>
          <a:custGeom>
            <a:avLst/>
            <a:gdLst/>
            <a:ahLst/>
            <a:rect l="l" t="t" r="r" b="b"/>
            <a:pathLst>
              <a:path w="50" h="64">
                <a:moveTo>
                  <a:pt x="23" y="25"/>
                </a:moveTo>
                <a:cubicBezTo>
                  <a:pt x="23" y="28"/>
                  <a:pt x="21" y="31"/>
                  <a:pt x="18" y="32"/>
                </a:cubicBezTo>
                <a:cubicBezTo>
                  <a:pt x="18" y="59"/>
                  <a:pt x="18" y="59"/>
                  <a:pt x="18" y="59"/>
                </a:cubicBezTo>
                <a:cubicBezTo>
                  <a:pt x="18" y="62"/>
                  <a:pt x="16" y="64"/>
                  <a:pt x="13" y="64"/>
                </a:cubicBezTo>
                <a:cubicBezTo>
                  <a:pt x="9" y="64"/>
                  <a:pt x="9" y="64"/>
                  <a:pt x="9" y="64"/>
                </a:cubicBezTo>
                <a:cubicBezTo>
                  <a:pt x="6" y="64"/>
                  <a:pt x="4" y="62"/>
                  <a:pt x="4" y="59"/>
                </a:cubicBezTo>
                <a:cubicBezTo>
                  <a:pt x="4" y="32"/>
                  <a:pt x="4" y="32"/>
                  <a:pt x="4" y="32"/>
                </a:cubicBezTo>
                <a:cubicBezTo>
                  <a:pt x="2" y="31"/>
                  <a:pt x="0" y="28"/>
                  <a:pt x="0" y="25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" y="0"/>
                  <a:pt x="4" y="1"/>
                  <a:pt x="4" y="2"/>
                </a:cubicBezTo>
                <a:cubicBezTo>
                  <a:pt x="4" y="17"/>
                  <a:pt x="4" y="17"/>
                  <a:pt x="4" y="17"/>
                </a:cubicBezTo>
                <a:cubicBezTo>
                  <a:pt x="4" y="18"/>
                  <a:pt x="5" y="19"/>
                  <a:pt x="7" y="19"/>
                </a:cubicBezTo>
                <a:cubicBezTo>
                  <a:pt x="8" y="19"/>
                  <a:pt x="9" y="18"/>
                  <a:pt x="9" y="17"/>
                </a:cubicBezTo>
                <a:cubicBezTo>
                  <a:pt x="9" y="2"/>
                  <a:pt x="9" y="2"/>
                  <a:pt x="9" y="2"/>
                </a:cubicBezTo>
                <a:cubicBezTo>
                  <a:pt x="9" y="1"/>
                  <a:pt x="10" y="0"/>
                  <a:pt x="11" y="0"/>
                </a:cubicBezTo>
                <a:cubicBezTo>
                  <a:pt x="12" y="0"/>
                  <a:pt x="13" y="1"/>
                  <a:pt x="13" y="2"/>
                </a:cubicBezTo>
                <a:cubicBezTo>
                  <a:pt x="13" y="17"/>
                  <a:pt x="13" y="17"/>
                  <a:pt x="13" y="17"/>
                </a:cubicBezTo>
                <a:cubicBezTo>
                  <a:pt x="13" y="18"/>
                  <a:pt x="15" y="19"/>
                  <a:pt x="16" y="19"/>
                </a:cubicBezTo>
                <a:cubicBezTo>
                  <a:pt x="17" y="19"/>
                  <a:pt x="18" y="18"/>
                  <a:pt x="18" y="17"/>
                </a:cubicBezTo>
                <a:cubicBezTo>
                  <a:pt x="18" y="2"/>
                  <a:pt x="18" y="2"/>
                  <a:pt x="18" y="2"/>
                </a:cubicBezTo>
                <a:cubicBezTo>
                  <a:pt x="18" y="1"/>
                  <a:pt x="19" y="0"/>
                  <a:pt x="20" y="0"/>
                </a:cubicBezTo>
                <a:cubicBezTo>
                  <a:pt x="22" y="0"/>
                  <a:pt x="23" y="1"/>
                  <a:pt x="23" y="2"/>
                </a:cubicBezTo>
                <a:lnTo>
                  <a:pt x="23" y="25"/>
                </a:lnTo>
                <a:close/>
                <a:moveTo>
                  <a:pt x="50" y="59"/>
                </a:moveTo>
                <a:cubicBezTo>
                  <a:pt x="50" y="62"/>
                  <a:pt x="48" y="64"/>
                  <a:pt x="45" y="64"/>
                </a:cubicBezTo>
                <a:cubicBezTo>
                  <a:pt x="41" y="64"/>
                  <a:pt x="41" y="64"/>
                  <a:pt x="41" y="64"/>
                </a:cubicBezTo>
                <a:cubicBezTo>
                  <a:pt x="38" y="64"/>
                  <a:pt x="36" y="62"/>
                  <a:pt x="36" y="59"/>
                </a:cubicBezTo>
                <a:cubicBezTo>
                  <a:pt x="36" y="41"/>
                  <a:pt x="36" y="41"/>
                  <a:pt x="36" y="41"/>
                </a:cubicBezTo>
                <a:cubicBezTo>
                  <a:pt x="28" y="41"/>
                  <a:pt x="28" y="41"/>
                  <a:pt x="28" y="41"/>
                </a:cubicBezTo>
                <a:cubicBezTo>
                  <a:pt x="28" y="41"/>
                  <a:pt x="27" y="41"/>
                  <a:pt x="27" y="40"/>
                </a:cubicBezTo>
                <a:cubicBezTo>
                  <a:pt x="27" y="11"/>
                  <a:pt x="27" y="11"/>
                  <a:pt x="27" y="11"/>
                </a:cubicBezTo>
                <a:cubicBezTo>
                  <a:pt x="27" y="5"/>
                  <a:pt x="32" y="0"/>
                  <a:pt x="39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49" y="0"/>
                  <a:pt x="50" y="1"/>
                  <a:pt x="50" y="2"/>
                </a:cubicBezTo>
                <a:lnTo>
                  <a:pt x="50" y="5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7" name="Freeform 66"/>
          <p:cNvSpPr/>
          <p:nvPr/>
        </p:nvSpPr>
        <p:spPr>
          <a:xfrm>
            <a:off x="1979640" y="1708200"/>
            <a:ext cx="189000" cy="220680"/>
          </a:xfrm>
          <a:custGeom>
            <a:avLst/>
            <a:gdLst/>
            <a:ahLst/>
            <a:rect l="l" t="t" r="r" b="b"/>
            <a:pathLst>
              <a:path w="55" h="64">
                <a:moveTo>
                  <a:pt x="55" y="9"/>
                </a:moveTo>
                <a:cubicBezTo>
                  <a:pt x="55" y="14"/>
                  <a:pt x="55" y="14"/>
                  <a:pt x="55" y="14"/>
                </a:cubicBezTo>
                <a:cubicBezTo>
                  <a:pt x="55" y="19"/>
                  <a:pt x="42" y="23"/>
                  <a:pt x="27" y="23"/>
                </a:cubicBezTo>
                <a:cubicBezTo>
                  <a:pt x="12" y="23"/>
                  <a:pt x="0" y="19"/>
                  <a:pt x="0" y="14"/>
                </a:cubicBezTo>
                <a:cubicBezTo>
                  <a:pt x="0" y="9"/>
                  <a:pt x="0" y="9"/>
                  <a:pt x="0" y="9"/>
                </a:cubicBezTo>
                <a:cubicBezTo>
                  <a:pt x="0" y="4"/>
                  <a:pt x="12" y="0"/>
                  <a:pt x="27" y="0"/>
                </a:cubicBezTo>
                <a:cubicBezTo>
                  <a:pt x="42" y="0"/>
                  <a:pt x="55" y="4"/>
                  <a:pt x="55" y="9"/>
                </a:cubicBezTo>
                <a:close/>
                <a:moveTo>
                  <a:pt x="55" y="21"/>
                </a:moveTo>
                <a:cubicBezTo>
                  <a:pt x="55" y="27"/>
                  <a:pt x="55" y="27"/>
                  <a:pt x="55" y="27"/>
                </a:cubicBezTo>
                <a:cubicBezTo>
                  <a:pt x="55" y="32"/>
                  <a:pt x="42" y="37"/>
                  <a:pt x="27" y="37"/>
                </a:cubicBezTo>
                <a:cubicBezTo>
                  <a:pt x="12" y="37"/>
                  <a:pt x="0" y="32"/>
                  <a:pt x="0" y="27"/>
                </a:cubicBezTo>
                <a:cubicBezTo>
                  <a:pt x="0" y="21"/>
                  <a:pt x="0" y="21"/>
                  <a:pt x="0" y="21"/>
                </a:cubicBezTo>
                <a:cubicBezTo>
                  <a:pt x="6" y="25"/>
                  <a:pt x="16" y="27"/>
                  <a:pt x="27" y="27"/>
                </a:cubicBezTo>
                <a:cubicBezTo>
                  <a:pt x="38" y="27"/>
                  <a:pt x="49" y="25"/>
                  <a:pt x="55" y="21"/>
                </a:cubicBezTo>
                <a:close/>
                <a:moveTo>
                  <a:pt x="55" y="35"/>
                </a:moveTo>
                <a:cubicBezTo>
                  <a:pt x="55" y="41"/>
                  <a:pt x="55" y="41"/>
                  <a:pt x="55" y="41"/>
                </a:cubicBezTo>
                <a:cubicBezTo>
                  <a:pt x="55" y="46"/>
                  <a:pt x="42" y="50"/>
                  <a:pt x="27" y="50"/>
                </a:cubicBezTo>
                <a:cubicBezTo>
                  <a:pt x="12" y="50"/>
                  <a:pt x="0" y="46"/>
                  <a:pt x="0" y="41"/>
                </a:cubicBezTo>
                <a:cubicBezTo>
                  <a:pt x="0" y="35"/>
                  <a:pt x="0" y="35"/>
                  <a:pt x="0" y="35"/>
                </a:cubicBezTo>
                <a:cubicBezTo>
                  <a:pt x="6" y="39"/>
                  <a:pt x="16" y="41"/>
                  <a:pt x="27" y="41"/>
                </a:cubicBezTo>
                <a:cubicBezTo>
                  <a:pt x="38" y="41"/>
                  <a:pt x="49" y="39"/>
                  <a:pt x="55" y="35"/>
                </a:cubicBezTo>
                <a:close/>
                <a:moveTo>
                  <a:pt x="55" y="49"/>
                </a:moveTo>
                <a:cubicBezTo>
                  <a:pt x="55" y="55"/>
                  <a:pt x="55" y="55"/>
                  <a:pt x="55" y="55"/>
                </a:cubicBezTo>
                <a:cubicBezTo>
                  <a:pt x="55" y="60"/>
                  <a:pt x="42" y="64"/>
                  <a:pt x="27" y="64"/>
                </a:cubicBezTo>
                <a:cubicBezTo>
                  <a:pt x="12" y="64"/>
                  <a:pt x="0" y="60"/>
                  <a:pt x="0" y="55"/>
                </a:cubicBezTo>
                <a:cubicBezTo>
                  <a:pt x="0" y="49"/>
                  <a:pt x="0" y="49"/>
                  <a:pt x="0" y="49"/>
                </a:cubicBezTo>
                <a:cubicBezTo>
                  <a:pt x="6" y="53"/>
                  <a:pt x="16" y="55"/>
                  <a:pt x="27" y="55"/>
                </a:cubicBezTo>
                <a:cubicBezTo>
                  <a:pt x="38" y="55"/>
                  <a:pt x="49" y="53"/>
                  <a:pt x="55" y="4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8" name="Freeform 67"/>
          <p:cNvSpPr/>
          <p:nvPr/>
        </p:nvSpPr>
        <p:spPr>
          <a:xfrm>
            <a:off x="2475000" y="1725480"/>
            <a:ext cx="189000" cy="185760"/>
          </a:xfrm>
          <a:custGeom>
            <a:avLst/>
            <a:gdLst/>
            <a:ahLst/>
            <a:rect l="l" t="t" r="r" b="b"/>
            <a:pathLst>
              <a:path w="55" h="54">
                <a:moveTo>
                  <a:pt x="55" y="44"/>
                </a:moveTo>
                <a:cubicBezTo>
                  <a:pt x="55" y="50"/>
                  <a:pt x="50" y="54"/>
                  <a:pt x="44" y="54"/>
                </a:cubicBezTo>
                <a:cubicBezTo>
                  <a:pt x="10" y="54"/>
                  <a:pt x="10" y="54"/>
                  <a:pt x="10" y="54"/>
                </a:cubicBezTo>
                <a:cubicBezTo>
                  <a:pt x="4" y="54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4"/>
                  <a:pt x="55" y="10"/>
                </a:cubicBezTo>
                <a:lnTo>
                  <a:pt x="55" y="44"/>
                </a:lnTo>
                <a:close/>
                <a:moveTo>
                  <a:pt x="52" y="27"/>
                </a:moveTo>
                <a:cubicBezTo>
                  <a:pt x="27" y="27"/>
                  <a:pt x="27" y="27"/>
                  <a:pt x="27" y="27"/>
                </a:cubicBezTo>
                <a:cubicBezTo>
                  <a:pt x="27" y="2"/>
                  <a:pt x="27" y="2"/>
                  <a:pt x="27" y="2"/>
                </a:cubicBezTo>
                <a:cubicBezTo>
                  <a:pt x="10" y="2"/>
                  <a:pt x="10" y="2"/>
                  <a:pt x="10" y="2"/>
                </a:cubicBezTo>
                <a:cubicBezTo>
                  <a:pt x="6" y="2"/>
                  <a:pt x="2" y="5"/>
                  <a:pt x="2" y="10"/>
                </a:cubicBezTo>
                <a:cubicBezTo>
                  <a:pt x="2" y="27"/>
                  <a:pt x="2" y="27"/>
                  <a:pt x="2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52"/>
                  <a:pt x="27" y="52"/>
                  <a:pt x="27" y="52"/>
                </a:cubicBezTo>
                <a:cubicBezTo>
                  <a:pt x="44" y="52"/>
                  <a:pt x="44" y="52"/>
                  <a:pt x="44" y="52"/>
                </a:cubicBezTo>
                <a:cubicBezTo>
                  <a:pt x="49" y="52"/>
                  <a:pt x="52" y="49"/>
                  <a:pt x="52" y="44"/>
                </a:cubicBezTo>
                <a:lnTo>
                  <a:pt x="52" y="2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9" name="Freeform 68"/>
          <p:cNvSpPr/>
          <p:nvPr/>
        </p:nvSpPr>
        <p:spPr>
          <a:xfrm>
            <a:off x="2968560" y="1725480"/>
            <a:ext cx="189000" cy="185760"/>
          </a:xfrm>
          <a:custGeom>
            <a:avLst/>
            <a:gdLst/>
            <a:ahLst/>
            <a:rect l="l" t="t" r="r" b="b"/>
            <a:pathLst>
              <a:path w="55" h="54">
                <a:moveTo>
                  <a:pt x="55" y="4"/>
                </a:moveTo>
                <a:cubicBezTo>
                  <a:pt x="55" y="49"/>
                  <a:pt x="55" y="49"/>
                  <a:pt x="55" y="49"/>
                </a:cubicBezTo>
                <a:cubicBezTo>
                  <a:pt x="55" y="52"/>
                  <a:pt x="52" y="54"/>
                  <a:pt x="50" y="54"/>
                </a:cubicBezTo>
                <a:cubicBezTo>
                  <a:pt x="5" y="54"/>
                  <a:pt x="5" y="54"/>
                  <a:pt x="5" y="54"/>
                </a:cubicBezTo>
                <a:cubicBezTo>
                  <a:pt x="2" y="54"/>
                  <a:pt x="0" y="52"/>
                  <a:pt x="0" y="49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5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2" y="0"/>
                  <a:pt x="55" y="2"/>
                  <a:pt x="55" y="4"/>
                </a:cubicBezTo>
                <a:close/>
                <a:moveTo>
                  <a:pt x="52" y="4"/>
                </a:moveTo>
                <a:cubicBezTo>
                  <a:pt x="52" y="3"/>
                  <a:pt x="51" y="2"/>
                  <a:pt x="50" y="2"/>
                </a:cubicBezTo>
                <a:cubicBezTo>
                  <a:pt x="5" y="2"/>
                  <a:pt x="5" y="2"/>
                  <a:pt x="5" y="2"/>
                </a:cubicBezTo>
                <a:cubicBezTo>
                  <a:pt x="3" y="2"/>
                  <a:pt x="2" y="3"/>
                  <a:pt x="2" y="4"/>
                </a:cubicBezTo>
                <a:cubicBezTo>
                  <a:pt x="2" y="49"/>
                  <a:pt x="2" y="49"/>
                  <a:pt x="2" y="49"/>
                </a:cubicBezTo>
                <a:cubicBezTo>
                  <a:pt x="2" y="51"/>
                  <a:pt x="3" y="52"/>
                  <a:pt x="5" y="52"/>
                </a:cubicBezTo>
                <a:cubicBezTo>
                  <a:pt x="50" y="52"/>
                  <a:pt x="50" y="52"/>
                  <a:pt x="50" y="52"/>
                </a:cubicBezTo>
                <a:cubicBezTo>
                  <a:pt x="51" y="52"/>
                  <a:pt x="52" y="51"/>
                  <a:pt x="52" y="49"/>
                </a:cubicBezTo>
                <a:lnTo>
                  <a:pt x="52" y="4"/>
                </a:lnTo>
                <a:close/>
                <a:moveTo>
                  <a:pt x="50" y="4"/>
                </a:moveTo>
                <a:cubicBezTo>
                  <a:pt x="50" y="20"/>
                  <a:pt x="50" y="20"/>
                  <a:pt x="50" y="20"/>
                </a:cubicBezTo>
                <a:cubicBezTo>
                  <a:pt x="48" y="19"/>
                  <a:pt x="46" y="18"/>
                  <a:pt x="44" y="18"/>
                </a:cubicBezTo>
                <a:cubicBezTo>
                  <a:pt x="36" y="16"/>
                  <a:pt x="29" y="16"/>
                  <a:pt x="21" y="17"/>
                </a:cubicBezTo>
                <a:cubicBezTo>
                  <a:pt x="20" y="18"/>
                  <a:pt x="20" y="18"/>
                  <a:pt x="20" y="18"/>
                </a:cubicBezTo>
                <a:cubicBezTo>
                  <a:pt x="18" y="13"/>
                  <a:pt x="18" y="13"/>
                  <a:pt x="18" y="13"/>
                </a:cubicBezTo>
                <a:cubicBezTo>
                  <a:pt x="9" y="13"/>
                  <a:pt x="9" y="13"/>
                  <a:pt x="9" y="13"/>
                </a:cubicBezTo>
                <a:cubicBezTo>
                  <a:pt x="12" y="20"/>
                  <a:pt x="12" y="20"/>
                  <a:pt x="12" y="20"/>
                </a:cubicBezTo>
                <a:cubicBezTo>
                  <a:pt x="9" y="21"/>
                  <a:pt x="6" y="23"/>
                  <a:pt x="4" y="24"/>
                </a:cubicBezTo>
                <a:cubicBezTo>
                  <a:pt x="4" y="4"/>
                  <a:pt x="4" y="4"/>
                  <a:pt x="4" y="4"/>
                </a:cubicBezTo>
                <a:cubicBezTo>
                  <a:pt x="4" y="4"/>
                  <a:pt x="4" y="4"/>
                  <a:pt x="5" y="4"/>
                </a:cubicBezTo>
                <a:cubicBezTo>
                  <a:pt x="50" y="4"/>
                  <a:pt x="50" y="4"/>
                  <a:pt x="50" y="4"/>
                </a:cubicBezTo>
                <a:cubicBezTo>
                  <a:pt x="50" y="4"/>
                  <a:pt x="50" y="4"/>
                  <a:pt x="50" y="4"/>
                </a:cubicBezTo>
                <a:close/>
                <a:moveTo>
                  <a:pt x="31" y="37"/>
                </a:moveTo>
                <a:cubicBezTo>
                  <a:pt x="50" y="32"/>
                  <a:pt x="50" y="32"/>
                  <a:pt x="50" y="32"/>
                </a:cubicBezTo>
                <a:cubicBezTo>
                  <a:pt x="50" y="49"/>
                  <a:pt x="50" y="49"/>
                  <a:pt x="50" y="49"/>
                </a:cubicBezTo>
                <a:cubicBezTo>
                  <a:pt x="50" y="50"/>
                  <a:pt x="50" y="50"/>
                  <a:pt x="50" y="50"/>
                </a:cubicBezTo>
                <a:cubicBezTo>
                  <a:pt x="5" y="50"/>
                  <a:pt x="5" y="50"/>
                  <a:pt x="5" y="50"/>
                </a:cubicBezTo>
                <a:cubicBezTo>
                  <a:pt x="4" y="50"/>
                  <a:pt x="4" y="50"/>
                  <a:pt x="4" y="49"/>
                </a:cubicBezTo>
                <a:cubicBezTo>
                  <a:pt x="4" y="44"/>
                  <a:pt x="4" y="44"/>
                  <a:pt x="4" y="44"/>
                </a:cubicBezTo>
                <a:cubicBezTo>
                  <a:pt x="29" y="37"/>
                  <a:pt x="29" y="37"/>
                  <a:pt x="29" y="37"/>
                </a:cubicBezTo>
                <a:cubicBezTo>
                  <a:pt x="22" y="22"/>
                  <a:pt x="22" y="22"/>
                  <a:pt x="22" y="22"/>
                </a:cubicBezTo>
                <a:cubicBezTo>
                  <a:pt x="22" y="22"/>
                  <a:pt x="22" y="22"/>
                  <a:pt x="23" y="22"/>
                </a:cubicBezTo>
                <a:cubicBezTo>
                  <a:pt x="35" y="19"/>
                  <a:pt x="43" y="22"/>
                  <a:pt x="47" y="26"/>
                </a:cubicBezTo>
                <a:cubicBezTo>
                  <a:pt x="47" y="27"/>
                  <a:pt x="47" y="27"/>
                  <a:pt x="46" y="27"/>
                </a:cubicBezTo>
                <a:cubicBezTo>
                  <a:pt x="46" y="27"/>
                  <a:pt x="43" y="28"/>
                  <a:pt x="37" y="30"/>
                </a:cubicBezTo>
                <a:cubicBezTo>
                  <a:pt x="33" y="22"/>
                  <a:pt x="33" y="22"/>
                  <a:pt x="33" y="22"/>
                </a:cubicBezTo>
                <a:cubicBezTo>
                  <a:pt x="31" y="22"/>
                  <a:pt x="28" y="22"/>
                  <a:pt x="25" y="23"/>
                </a:cubicBezTo>
                <a:lnTo>
                  <a:pt x="31" y="37"/>
                </a:lnTo>
                <a:close/>
                <a:moveTo>
                  <a:pt x="9" y="35"/>
                </a:moveTo>
                <a:cubicBezTo>
                  <a:pt x="8" y="31"/>
                  <a:pt x="9" y="27"/>
                  <a:pt x="14" y="24"/>
                </a:cubicBezTo>
                <a:cubicBezTo>
                  <a:pt x="19" y="34"/>
                  <a:pt x="19" y="34"/>
                  <a:pt x="19" y="34"/>
                </a:cubicBezTo>
                <a:cubicBezTo>
                  <a:pt x="10" y="36"/>
                  <a:pt x="10" y="36"/>
                  <a:pt x="10" y="36"/>
                </a:cubicBezTo>
                <a:cubicBezTo>
                  <a:pt x="9" y="36"/>
                  <a:pt x="9" y="36"/>
                  <a:pt x="9" y="3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50" name="Freeform 69"/>
          <p:cNvSpPr/>
          <p:nvPr/>
        </p:nvSpPr>
        <p:spPr>
          <a:xfrm>
            <a:off x="3467160" y="1708200"/>
            <a:ext cx="117360" cy="220680"/>
          </a:xfrm>
          <a:custGeom>
            <a:avLst/>
            <a:gdLst/>
            <a:ahLst/>
            <a:rect l="l" t="t" r="r" b="b"/>
            <a:pathLst>
              <a:path w="34" h="64">
                <a:moveTo>
                  <a:pt x="21" y="57"/>
                </a:moveTo>
                <a:cubicBezTo>
                  <a:pt x="21" y="63"/>
                  <a:pt x="21" y="63"/>
                  <a:pt x="21" y="63"/>
                </a:cubicBezTo>
                <a:cubicBezTo>
                  <a:pt x="21" y="63"/>
                  <a:pt x="20" y="64"/>
                  <a:pt x="20" y="64"/>
                </a:cubicBezTo>
                <a:cubicBezTo>
                  <a:pt x="15" y="64"/>
                  <a:pt x="15" y="64"/>
                  <a:pt x="15" y="64"/>
                </a:cubicBezTo>
                <a:cubicBezTo>
                  <a:pt x="14" y="64"/>
                  <a:pt x="14" y="63"/>
                  <a:pt x="14" y="63"/>
                </a:cubicBezTo>
                <a:cubicBezTo>
                  <a:pt x="14" y="57"/>
                  <a:pt x="14" y="57"/>
                  <a:pt x="14" y="57"/>
                </a:cubicBezTo>
                <a:cubicBezTo>
                  <a:pt x="5" y="55"/>
                  <a:pt x="1" y="50"/>
                  <a:pt x="1" y="50"/>
                </a:cubicBezTo>
                <a:cubicBezTo>
                  <a:pt x="0" y="50"/>
                  <a:pt x="0" y="49"/>
                  <a:pt x="1" y="49"/>
                </a:cubicBezTo>
                <a:cubicBezTo>
                  <a:pt x="4" y="44"/>
                  <a:pt x="4" y="44"/>
                  <a:pt x="4" y="44"/>
                </a:cubicBezTo>
                <a:cubicBezTo>
                  <a:pt x="4" y="44"/>
                  <a:pt x="5" y="43"/>
                  <a:pt x="5" y="43"/>
                </a:cubicBezTo>
                <a:cubicBezTo>
                  <a:pt x="5" y="43"/>
                  <a:pt x="6" y="44"/>
                  <a:pt x="6" y="44"/>
                </a:cubicBezTo>
                <a:cubicBezTo>
                  <a:pt x="6" y="44"/>
                  <a:pt x="11" y="49"/>
                  <a:pt x="17" y="49"/>
                </a:cubicBezTo>
                <a:cubicBezTo>
                  <a:pt x="21" y="49"/>
                  <a:pt x="25" y="47"/>
                  <a:pt x="25" y="43"/>
                </a:cubicBezTo>
                <a:cubicBezTo>
                  <a:pt x="25" y="39"/>
                  <a:pt x="20" y="38"/>
                  <a:pt x="16" y="36"/>
                </a:cubicBezTo>
                <a:cubicBezTo>
                  <a:pt x="9" y="33"/>
                  <a:pt x="1" y="30"/>
                  <a:pt x="1" y="21"/>
                </a:cubicBezTo>
                <a:cubicBezTo>
                  <a:pt x="1" y="14"/>
                  <a:pt x="6" y="9"/>
                  <a:pt x="14" y="8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0"/>
                  <a:pt x="14" y="0"/>
                  <a:pt x="15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20" y="0"/>
                  <a:pt x="21" y="0"/>
                  <a:pt x="21" y="1"/>
                </a:cubicBezTo>
                <a:cubicBezTo>
                  <a:pt x="21" y="7"/>
                  <a:pt x="21" y="7"/>
                  <a:pt x="21" y="7"/>
                </a:cubicBezTo>
                <a:cubicBezTo>
                  <a:pt x="28" y="8"/>
                  <a:pt x="32" y="12"/>
                  <a:pt x="32" y="12"/>
                </a:cubicBezTo>
                <a:cubicBezTo>
                  <a:pt x="33" y="13"/>
                  <a:pt x="33" y="13"/>
                  <a:pt x="32" y="14"/>
                </a:cubicBezTo>
                <a:cubicBezTo>
                  <a:pt x="29" y="19"/>
                  <a:pt x="29" y="19"/>
                  <a:pt x="29" y="19"/>
                </a:cubicBezTo>
                <a:cubicBezTo>
                  <a:pt x="29" y="19"/>
                  <a:pt x="29" y="19"/>
                  <a:pt x="29" y="19"/>
                </a:cubicBezTo>
                <a:cubicBezTo>
                  <a:pt x="28" y="19"/>
                  <a:pt x="28" y="19"/>
                  <a:pt x="28" y="19"/>
                </a:cubicBezTo>
                <a:cubicBezTo>
                  <a:pt x="28" y="19"/>
                  <a:pt x="23" y="15"/>
                  <a:pt x="18" y="15"/>
                </a:cubicBezTo>
                <a:cubicBezTo>
                  <a:pt x="13" y="15"/>
                  <a:pt x="10" y="18"/>
                  <a:pt x="10" y="21"/>
                </a:cubicBezTo>
                <a:cubicBezTo>
                  <a:pt x="10" y="25"/>
                  <a:pt x="15" y="26"/>
                  <a:pt x="20" y="28"/>
                </a:cubicBezTo>
                <a:cubicBezTo>
                  <a:pt x="26" y="31"/>
                  <a:pt x="34" y="34"/>
                  <a:pt x="34" y="42"/>
                </a:cubicBezTo>
                <a:cubicBezTo>
                  <a:pt x="34" y="50"/>
                  <a:pt x="28" y="55"/>
                  <a:pt x="21" y="5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51" name="Freeform 70"/>
          <p:cNvSpPr/>
          <p:nvPr/>
        </p:nvSpPr>
        <p:spPr>
          <a:xfrm>
            <a:off x="3959280" y="1708200"/>
            <a:ext cx="201600" cy="189000"/>
          </a:xfrm>
          <a:custGeom>
            <a:avLst/>
            <a:gdLst/>
            <a:ahLst/>
            <a:rect l="l" t="t" r="r" b="b"/>
            <a:pathLst>
              <a:path w="59" h="55">
                <a:moveTo>
                  <a:pt x="59" y="51"/>
                </a:moveTo>
                <a:cubicBezTo>
                  <a:pt x="59" y="53"/>
                  <a:pt x="58" y="55"/>
                  <a:pt x="56" y="55"/>
                </a:cubicBezTo>
                <a:cubicBezTo>
                  <a:pt x="3" y="55"/>
                  <a:pt x="3" y="55"/>
                  <a:pt x="3" y="55"/>
                </a:cubicBezTo>
                <a:cubicBezTo>
                  <a:pt x="1" y="55"/>
                  <a:pt x="0" y="53"/>
                  <a:pt x="0" y="51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38"/>
                  <a:pt x="1" y="37"/>
                  <a:pt x="3" y="37"/>
                </a:cubicBezTo>
                <a:cubicBezTo>
                  <a:pt x="20" y="37"/>
                  <a:pt x="20" y="37"/>
                  <a:pt x="20" y="37"/>
                </a:cubicBezTo>
                <a:cubicBezTo>
                  <a:pt x="25" y="41"/>
                  <a:pt x="25" y="41"/>
                  <a:pt x="25" y="41"/>
                </a:cubicBezTo>
                <a:cubicBezTo>
                  <a:pt x="26" y="43"/>
                  <a:pt x="28" y="43"/>
                  <a:pt x="29" y="43"/>
                </a:cubicBezTo>
                <a:cubicBezTo>
                  <a:pt x="31" y="43"/>
                  <a:pt x="33" y="43"/>
                  <a:pt x="34" y="41"/>
                </a:cubicBezTo>
                <a:cubicBezTo>
                  <a:pt x="39" y="37"/>
                  <a:pt x="39" y="37"/>
                  <a:pt x="39" y="37"/>
                </a:cubicBezTo>
                <a:cubicBezTo>
                  <a:pt x="56" y="37"/>
                  <a:pt x="56" y="37"/>
                  <a:pt x="56" y="37"/>
                </a:cubicBezTo>
                <a:cubicBezTo>
                  <a:pt x="58" y="37"/>
                  <a:pt x="59" y="38"/>
                  <a:pt x="59" y="40"/>
                </a:cubicBezTo>
                <a:lnTo>
                  <a:pt x="59" y="51"/>
                </a:lnTo>
                <a:close/>
                <a:moveTo>
                  <a:pt x="47" y="22"/>
                </a:moveTo>
                <a:cubicBezTo>
                  <a:pt x="31" y="38"/>
                  <a:pt x="31" y="38"/>
                  <a:pt x="31" y="38"/>
                </a:cubicBezTo>
                <a:cubicBezTo>
                  <a:pt x="31" y="39"/>
                  <a:pt x="30" y="39"/>
                  <a:pt x="29" y="39"/>
                </a:cubicBezTo>
                <a:cubicBezTo>
                  <a:pt x="29" y="39"/>
                  <a:pt x="28" y="39"/>
                  <a:pt x="28" y="38"/>
                </a:cubicBezTo>
                <a:cubicBezTo>
                  <a:pt x="12" y="22"/>
                  <a:pt x="12" y="22"/>
                  <a:pt x="12" y="22"/>
                </a:cubicBezTo>
                <a:cubicBezTo>
                  <a:pt x="11" y="21"/>
                  <a:pt x="11" y="20"/>
                  <a:pt x="11" y="20"/>
                </a:cubicBezTo>
                <a:cubicBezTo>
                  <a:pt x="12" y="19"/>
                  <a:pt x="13" y="18"/>
                  <a:pt x="13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23" y="2"/>
                  <a:pt x="23" y="2"/>
                  <a:pt x="23" y="2"/>
                </a:cubicBezTo>
                <a:cubicBezTo>
                  <a:pt x="23" y="1"/>
                  <a:pt x="24" y="0"/>
                  <a:pt x="25" y="0"/>
                </a:cubicBezTo>
                <a:cubicBezTo>
                  <a:pt x="34" y="0"/>
                  <a:pt x="34" y="0"/>
                  <a:pt x="34" y="0"/>
                </a:cubicBezTo>
                <a:cubicBezTo>
                  <a:pt x="35" y="0"/>
                  <a:pt x="36" y="1"/>
                  <a:pt x="36" y="2"/>
                </a:cubicBezTo>
                <a:cubicBezTo>
                  <a:pt x="36" y="18"/>
                  <a:pt x="36" y="18"/>
                  <a:pt x="36" y="18"/>
                </a:cubicBezTo>
                <a:cubicBezTo>
                  <a:pt x="45" y="18"/>
                  <a:pt x="45" y="18"/>
                  <a:pt x="45" y="18"/>
                </a:cubicBezTo>
                <a:cubicBezTo>
                  <a:pt x="46" y="18"/>
                  <a:pt x="47" y="19"/>
                  <a:pt x="48" y="20"/>
                </a:cubicBezTo>
                <a:cubicBezTo>
                  <a:pt x="48" y="20"/>
                  <a:pt x="48" y="21"/>
                  <a:pt x="47" y="22"/>
                </a:cubicBezTo>
                <a:close/>
                <a:moveTo>
                  <a:pt x="43" y="46"/>
                </a:moveTo>
                <a:cubicBezTo>
                  <a:pt x="42" y="46"/>
                  <a:pt x="41" y="47"/>
                  <a:pt x="41" y="48"/>
                </a:cubicBezTo>
                <a:cubicBezTo>
                  <a:pt x="41" y="49"/>
                  <a:pt x="42" y="50"/>
                  <a:pt x="43" y="50"/>
                </a:cubicBezTo>
                <a:cubicBezTo>
                  <a:pt x="44" y="50"/>
                  <a:pt x="45" y="49"/>
                  <a:pt x="45" y="48"/>
                </a:cubicBezTo>
                <a:cubicBezTo>
                  <a:pt x="45" y="47"/>
                  <a:pt x="44" y="46"/>
                  <a:pt x="43" y="46"/>
                </a:cubicBezTo>
                <a:close/>
                <a:moveTo>
                  <a:pt x="52" y="46"/>
                </a:moveTo>
                <a:cubicBezTo>
                  <a:pt x="51" y="46"/>
                  <a:pt x="50" y="47"/>
                  <a:pt x="50" y="48"/>
                </a:cubicBezTo>
                <a:cubicBezTo>
                  <a:pt x="50" y="49"/>
                  <a:pt x="51" y="50"/>
                  <a:pt x="52" y="50"/>
                </a:cubicBezTo>
                <a:cubicBezTo>
                  <a:pt x="54" y="50"/>
                  <a:pt x="55" y="49"/>
                  <a:pt x="55" y="48"/>
                </a:cubicBezTo>
                <a:cubicBezTo>
                  <a:pt x="55" y="47"/>
                  <a:pt x="54" y="46"/>
                  <a:pt x="52" y="4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52" name="Freeform 71"/>
          <p:cNvSpPr/>
          <p:nvPr/>
        </p:nvSpPr>
        <p:spPr>
          <a:xfrm>
            <a:off x="4460760" y="1722600"/>
            <a:ext cx="201600" cy="188640"/>
          </a:xfrm>
          <a:custGeom>
            <a:avLst/>
            <a:gdLst/>
            <a:ahLst/>
            <a:rect l="l" t="t" r="r" b="b"/>
            <a:pathLst>
              <a:path w="127" h="119">
                <a:moveTo>
                  <a:pt x="65" y="22"/>
                </a:moveTo>
                <a:lnTo>
                  <a:pt x="26" y="45"/>
                </a:lnTo>
                <a:lnTo>
                  <a:pt x="0" y="26"/>
                </a:lnTo>
                <a:lnTo>
                  <a:pt x="39" y="0"/>
                </a:lnTo>
                <a:lnTo>
                  <a:pt x="65" y="22"/>
                </a:lnTo>
                <a:close/>
                <a:moveTo>
                  <a:pt x="65" y="69"/>
                </a:moveTo>
                <a:lnTo>
                  <a:pt x="39" y="91"/>
                </a:lnTo>
                <a:lnTo>
                  <a:pt x="0" y="67"/>
                </a:lnTo>
                <a:lnTo>
                  <a:pt x="26" y="45"/>
                </a:lnTo>
                <a:lnTo>
                  <a:pt x="65" y="69"/>
                </a:lnTo>
                <a:close/>
                <a:moveTo>
                  <a:pt x="101" y="97"/>
                </a:moveTo>
                <a:lnTo>
                  <a:pt x="65" y="119"/>
                </a:lnTo>
                <a:lnTo>
                  <a:pt x="26" y="97"/>
                </a:lnTo>
                <a:lnTo>
                  <a:pt x="26" y="89"/>
                </a:lnTo>
                <a:lnTo>
                  <a:pt x="39" y="95"/>
                </a:lnTo>
                <a:lnTo>
                  <a:pt x="65" y="74"/>
                </a:lnTo>
                <a:lnTo>
                  <a:pt x="91" y="95"/>
                </a:lnTo>
                <a:lnTo>
                  <a:pt x="101" y="89"/>
                </a:lnTo>
                <a:lnTo>
                  <a:pt x="101" y="97"/>
                </a:lnTo>
                <a:close/>
                <a:moveTo>
                  <a:pt x="127" y="26"/>
                </a:moveTo>
                <a:lnTo>
                  <a:pt x="101" y="45"/>
                </a:lnTo>
                <a:lnTo>
                  <a:pt x="65" y="22"/>
                </a:lnTo>
                <a:lnTo>
                  <a:pt x="91" y="0"/>
                </a:lnTo>
                <a:lnTo>
                  <a:pt x="127" y="26"/>
                </a:lnTo>
                <a:close/>
                <a:moveTo>
                  <a:pt x="127" y="67"/>
                </a:moveTo>
                <a:lnTo>
                  <a:pt x="91" y="91"/>
                </a:lnTo>
                <a:lnTo>
                  <a:pt x="65" y="69"/>
                </a:lnTo>
                <a:lnTo>
                  <a:pt x="101" y="45"/>
                </a:lnTo>
                <a:lnTo>
                  <a:pt x="127" y="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53" name="Freeform 72"/>
          <p:cNvSpPr/>
          <p:nvPr/>
        </p:nvSpPr>
        <p:spPr>
          <a:xfrm>
            <a:off x="4948200" y="1722600"/>
            <a:ext cx="220680" cy="174600"/>
          </a:xfrm>
          <a:custGeom>
            <a:avLst/>
            <a:gdLst/>
            <a:ahLst/>
            <a:rect l="l" t="t" r="r" b="b"/>
            <a:pathLst>
              <a:path w="64" h="51">
                <a:moveTo>
                  <a:pt x="50" y="41"/>
                </a:moveTo>
                <a:cubicBezTo>
                  <a:pt x="50" y="46"/>
                  <a:pt x="45" y="51"/>
                  <a:pt x="40" y="51"/>
                </a:cubicBezTo>
                <a:cubicBezTo>
                  <a:pt x="10" y="51"/>
                  <a:pt x="10" y="51"/>
                  <a:pt x="10" y="51"/>
                </a:cubicBezTo>
                <a:cubicBezTo>
                  <a:pt x="4" y="51"/>
                  <a:pt x="0" y="46"/>
                  <a:pt x="0" y="41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4" y="1"/>
                  <a:pt x="10" y="1"/>
                </a:cubicBezTo>
                <a:cubicBezTo>
                  <a:pt x="40" y="1"/>
                  <a:pt x="40" y="1"/>
                  <a:pt x="40" y="1"/>
                </a:cubicBezTo>
                <a:cubicBezTo>
                  <a:pt x="41" y="1"/>
                  <a:pt x="43" y="1"/>
                  <a:pt x="44" y="1"/>
                </a:cubicBezTo>
                <a:cubicBezTo>
                  <a:pt x="44" y="2"/>
                  <a:pt x="44" y="2"/>
                  <a:pt x="45" y="2"/>
                </a:cubicBezTo>
                <a:cubicBezTo>
                  <a:pt x="45" y="3"/>
                  <a:pt x="45" y="3"/>
                  <a:pt x="44" y="3"/>
                </a:cubicBezTo>
                <a:cubicBezTo>
                  <a:pt x="43" y="5"/>
                  <a:pt x="43" y="5"/>
                  <a:pt x="43" y="5"/>
                </a:cubicBezTo>
                <a:cubicBezTo>
                  <a:pt x="42" y="5"/>
                  <a:pt x="42" y="5"/>
                  <a:pt x="41" y="5"/>
                </a:cubicBezTo>
                <a:cubicBezTo>
                  <a:pt x="41" y="5"/>
                  <a:pt x="40" y="5"/>
                  <a:pt x="40" y="5"/>
                </a:cubicBezTo>
                <a:cubicBezTo>
                  <a:pt x="10" y="5"/>
                  <a:pt x="10" y="5"/>
                  <a:pt x="10" y="5"/>
                </a:cubicBezTo>
                <a:cubicBezTo>
                  <a:pt x="7" y="5"/>
                  <a:pt x="4" y="8"/>
                  <a:pt x="4" y="11"/>
                </a:cubicBezTo>
                <a:cubicBezTo>
                  <a:pt x="4" y="41"/>
                  <a:pt x="4" y="41"/>
                  <a:pt x="4" y="41"/>
                </a:cubicBezTo>
                <a:cubicBezTo>
                  <a:pt x="4" y="44"/>
                  <a:pt x="7" y="46"/>
                  <a:pt x="10" y="46"/>
                </a:cubicBezTo>
                <a:cubicBezTo>
                  <a:pt x="40" y="46"/>
                  <a:pt x="40" y="46"/>
                  <a:pt x="40" y="46"/>
                </a:cubicBezTo>
                <a:cubicBezTo>
                  <a:pt x="43" y="46"/>
                  <a:pt x="45" y="44"/>
                  <a:pt x="45" y="41"/>
                </a:cubicBezTo>
                <a:cubicBezTo>
                  <a:pt x="45" y="36"/>
                  <a:pt x="45" y="36"/>
                  <a:pt x="45" y="36"/>
                </a:cubicBezTo>
                <a:cubicBezTo>
                  <a:pt x="45" y="36"/>
                  <a:pt x="46" y="35"/>
                  <a:pt x="46" y="35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9" y="33"/>
                  <a:pt x="49" y="33"/>
                </a:cubicBezTo>
                <a:cubicBezTo>
                  <a:pt x="50" y="33"/>
                  <a:pt x="50" y="33"/>
                  <a:pt x="50" y="34"/>
                </a:cubicBezTo>
                <a:lnTo>
                  <a:pt x="50" y="41"/>
                </a:lnTo>
                <a:close/>
                <a:moveTo>
                  <a:pt x="57" y="18"/>
                </a:moveTo>
                <a:cubicBezTo>
                  <a:pt x="33" y="42"/>
                  <a:pt x="33" y="42"/>
                  <a:pt x="33" y="42"/>
                </a:cubicBezTo>
                <a:cubicBezTo>
                  <a:pt x="23" y="42"/>
                  <a:pt x="23" y="42"/>
                  <a:pt x="23" y="42"/>
                </a:cubicBezTo>
                <a:cubicBezTo>
                  <a:pt x="23" y="31"/>
                  <a:pt x="23" y="31"/>
                  <a:pt x="23" y="31"/>
                </a:cubicBezTo>
                <a:cubicBezTo>
                  <a:pt x="47" y="7"/>
                  <a:pt x="47" y="7"/>
                  <a:pt x="47" y="7"/>
                </a:cubicBezTo>
                <a:lnTo>
                  <a:pt x="57" y="18"/>
                </a:lnTo>
                <a:close/>
                <a:moveTo>
                  <a:pt x="36" y="34"/>
                </a:moveTo>
                <a:cubicBezTo>
                  <a:pt x="30" y="29"/>
                  <a:pt x="30" y="29"/>
                  <a:pt x="30" y="29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35"/>
                  <a:pt x="26" y="35"/>
                  <a:pt x="26" y="35"/>
                </a:cubicBezTo>
                <a:cubicBezTo>
                  <a:pt x="29" y="35"/>
                  <a:pt x="29" y="35"/>
                  <a:pt x="29" y="35"/>
                </a:cubicBezTo>
                <a:cubicBezTo>
                  <a:pt x="29" y="38"/>
                  <a:pt x="29" y="38"/>
                  <a:pt x="29" y="38"/>
                </a:cubicBezTo>
                <a:cubicBezTo>
                  <a:pt x="31" y="38"/>
                  <a:pt x="31" y="38"/>
                  <a:pt x="31" y="38"/>
                </a:cubicBezTo>
                <a:lnTo>
                  <a:pt x="36" y="34"/>
                </a:lnTo>
                <a:close/>
                <a:moveTo>
                  <a:pt x="46" y="13"/>
                </a:moveTo>
                <a:cubicBezTo>
                  <a:pt x="34" y="25"/>
                  <a:pt x="34" y="25"/>
                  <a:pt x="34" y="25"/>
                </a:cubicBezTo>
                <a:cubicBezTo>
                  <a:pt x="33" y="25"/>
                  <a:pt x="33" y="26"/>
                  <a:pt x="33" y="26"/>
                </a:cubicBezTo>
                <a:cubicBezTo>
                  <a:pt x="34" y="27"/>
                  <a:pt x="34" y="27"/>
                  <a:pt x="35" y="26"/>
                </a:cubicBezTo>
                <a:cubicBezTo>
                  <a:pt x="47" y="14"/>
                  <a:pt x="47" y="14"/>
                  <a:pt x="47" y="14"/>
                </a:cubicBezTo>
                <a:cubicBezTo>
                  <a:pt x="47" y="13"/>
                  <a:pt x="47" y="13"/>
                  <a:pt x="47" y="13"/>
                </a:cubicBezTo>
                <a:cubicBezTo>
                  <a:pt x="47" y="12"/>
                  <a:pt x="46" y="12"/>
                  <a:pt x="46" y="13"/>
                </a:cubicBezTo>
                <a:close/>
                <a:moveTo>
                  <a:pt x="59" y="15"/>
                </a:moveTo>
                <a:cubicBezTo>
                  <a:pt x="49" y="5"/>
                  <a:pt x="49" y="5"/>
                  <a:pt x="49" y="5"/>
                </a:cubicBezTo>
                <a:cubicBezTo>
                  <a:pt x="52" y="2"/>
                  <a:pt x="52" y="2"/>
                  <a:pt x="52" y="2"/>
                </a:cubicBezTo>
                <a:cubicBezTo>
                  <a:pt x="53" y="0"/>
                  <a:pt x="56" y="0"/>
                  <a:pt x="57" y="2"/>
                </a:cubicBezTo>
                <a:cubicBezTo>
                  <a:pt x="62" y="7"/>
                  <a:pt x="62" y="7"/>
                  <a:pt x="62" y="7"/>
                </a:cubicBezTo>
                <a:cubicBezTo>
                  <a:pt x="64" y="9"/>
                  <a:pt x="64" y="11"/>
                  <a:pt x="62" y="12"/>
                </a:cubicBezTo>
                <a:lnTo>
                  <a:pt x="59" y="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54" name="Freeform 73"/>
          <p:cNvSpPr/>
          <p:nvPr/>
        </p:nvSpPr>
        <p:spPr>
          <a:xfrm>
            <a:off x="5443560" y="1787400"/>
            <a:ext cx="171360" cy="47880"/>
          </a:xfrm>
          <a:custGeom>
            <a:avLst/>
            <a:gdLst/>
            <a:ahLst/>
            <a:rect l="l" t="t" r="r" b="b"/>
            <a:pathLst>
              <a:path w="50" h="14">
                <a:moveTo>
                  <a:pt x="13" y="10"/>
                </a:moveTo>
                <a:cubicBezTo>
                  <a:pt x="13" y="12"/>
                  <a:pt x="12" y="14"/>
                  <a:pt x="10" y="1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4"/>
                  <a:pt x="0" y="12"/>
                  <a:pt x="0" y="10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12" y="0"/>
                  <a:pt x="13" y="1"/>
                  <a:pt x="13" y="3"/>
                </a:cubicBezTo>
                <a:lnTo>
                  <a:pt x="13" y="10"/>
                </a:lnTo>
                <a:close/>
                <a:moveTo>
                  <a:pt x="32" y="10"/>
                </a:moveTo>
                <a:cubicBezTo>
                  <a:pt x="32" y="12"/>
                  <a:pt x="30" y="14"/>
                  <a:pt x="28" y="14"/>
                </a:cubicBezTo>
                <a:cubicBezTo>
                  <a:pt x="21" y="14"/>
                  <a:pt x="21" y="14"/>
                  <a:pt x="21" y="14"/>
                </a:cubicBezTo>
                <a:cubicBezTo>
                  <a:pt x="20" y="14"/>
                  <a:pt x="18" y="12"/>
                  <a:pt x="18" y="10"/>
                </a:cubicBezTo>
                <a:cubicBezTo>
                  <a:pt x="18" y="3"/>
                  <a:pt x="18" y="3"/>
                  <a:pt x="18" y="3"/>
                </a:cubicBezTo>
                <a:cubicBezTo>
                  <a:pt x="18" y="1"/>
                  <a:pt x="20" y="0"/>
                  <a:pt x="21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30" y="0"/>
                  <a:pt x="32" y="1"/>
                  <a:pt x="32" y="3"/>
                </a:cubicBezTo>
                <a:lnTo>
                  <a:pt x="32" y="10"/>
                </a:lnTo>
                <a:close/>
                <a:moveTo>
                  <a:pt x="50" y="10"/>
                </a:moveTo>
                <a:cubicBezTo>
                  <a:pt x="50" y="12"/>
                  <a:pt x="48" y="14"/>
                  <a:pt x="47" y="14"/>
                </a:cubicBezTo>
                <a:cubicBezTo>
                  <a:pt x="40" y="14"/>
                  <a:pt x="40" y="14"/>
                  <a:pt x="40" y="14"/>
                </a:cubicBezTo>
                <a:cubicBezTo>
                  <a:pt x="38" y="14"/>
                  <a:pt x="36" y="12"/>
                  <a:pt x="36" y="10"/>
                </a:cubicBezTo>
                <a:cubicBezTo>
                  <a:pt x="36" y="3"/>
                  <a:pt x="36" y="3"/>
                  <a:pt x="36" y="3"/>
                </a:cubicBezTo>
                <a:cubicBezTo>
                  <a:pt x="36" y="1"/>
                  <a:pt x="38" y="0"/>
                  <a:pt x="40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48" y="0"/>
                  <a:pt x="50" y="1"/>
                  <a:pt x="50" y="3"/>
                </a:cubicBezTo>
                <a:lnTo>
                  <a:pt x="50" y="1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080" bIns="10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55" name="Freeform 74"/>
          <p:cNvSpPr/>
          <p:nvPr/>
        </p:nvSpPr>
        <p:spPr>
          <a:xfrm>
            <a:off x="5937120" y="1708200"/>
            <a:ext cx="220680" cy="220680"/>
          </a:xfrm>
          <a:custGeom>
            <a:avLst/>
            <a:gdLst/>
            <a:ahLst/>
            <a:rect l="l" t="t" r="r" b="b"/>
            <a:pathLst>
              <a:path w="64" h="64">
                <a:moveTo>
                  <a:pt x="32" y="64"/>
                </a:moveTo>
                <a:cubicBezTo>
                  <a:pt x="14" y="64"/>
                  <a:pt x="0" y="50"/>
                  <a:pt x="0" y="32"/>
                </a:cubicBezTo>
                <a:cubicBezTo>
                  <a:pt x="0" y="14"/>
                  <a:pt x="14" y="0"/>
                  <a:pt x="32" y="0"/>
                </a:cubicBezTo>
                <a:cubicBezTo>
                  <a:pt x="49" y="0"/>
                  <a:pt x="64" y="14"/>
                  <a:pt x="64" y="32"/>
                </a:cubicBezTo>
                <a:cubicBezTo>
                  <a:pt x="64" y="50"/>
                  <a:pt x="49" y="64"/>
                  <a:pt x="32" y="64"/>
                </a:cubicBezTo>
                <a:close/>
                <a:moveTo>
                  <a:pt x="32" y="2"/>
                </a:moveTo>
                <a:cubicBezTo>
                  <a:pt x="15" y="2"/>
                  <a:pt x="1" y="15"/>
                  <a:pt x="1" y="32"/>
                </a:cubicBezTo>
                <a:cubicBezTo>
                  <a:pt x="1" y="49"/>
                  <a:pt x="15" y="62"/>
                  <a:pt x="32" y="62"/>
                </a:cubicBezTo>
                <a:cubicBezTo>
                  <a:pt x="49" y="62"/>
                  <a:pt x="62" y="49"/>
                  <a:pt x="62" y="32"/>
                </a:cubicBezTo>
                <a:cubicBezTo>
                  <a:pt x="62" y="15"/>
                  <a:pt x="49" y="2"/>
                  <a:pt x="32" y="2"/>
                </a:cubicBezTo>
                <a:close/>
                <a:moveTo>
                  <a:pt x="7" y="41"/>
                </a:moveTo>
                <a:cubicBezTo>
                  <a:pt x="7" y="42"/>
                  <a:pt x="8" y="43"/>
                  <a:pt x="8" y="45"/>
                </a:cubicBezTo>
                <a:cubicBezTo>
                  <a:pt x="6" y="46"/>
                  <a:pt x="6" y="46"/>
                  <a:pt x="6" y="46"/>
                </a:cubicBezTo>
                <a:cubicBezTo>
                  <a:pt x="4" y="42"/>
                  <a:pt x="3" y="37"/>
                  <a:pt x="3" y="32"/>
                </a:cubicBezTo>
                <a:cubicBezTo>
                  <a:pt x="3" y="27"/>
                  <a:pt x="4" y="22"/>
                  <a:pt x="6" y="18"/>
                </a:cubicBezTo>
                <a:cubicBezTo>
                  <a:pt x="8" y="19"/>
                  <a:pt x="8" y="19"/>
                  <a:pt x="8" y="19"/>
                </a:cubicBezTo>
                <a:cubicBezTo>
                  <a:pt x="8" y="21"/>
                  <a:pt x="7" y="22"/>
                  <a:pt x="7" y="23"/>
                </a:cubicBezTo>
                <a:cubicBezTo>
                  <a:pt x="10" y="24"/>
                  <a:pt x="10" y="24"/>
                  <a:pt x="10" y="24"/>
                </a:cubicBezTo>
                <a:cubicBezTo>
                  <a:pt x="9" y="27"/>
                  <a:pt x="8" y="29"/>
                  <a:pt x="8" y="32"/>
                </a:cubicBezTo>
                <a:cubicBezTo>
                  <a:pt x="8" y="35"/>
                  <a:pt x="9" y="37"/>
                  <a:pt x="10" y="40"/>
                </a:cubicBezTo>
                <a:lnTo>
                  <a:pt x="7" y="41"/>
                </a:lnTo>
                <a:close/>
                <a:moveTo>
                  <a:pt x="31" y="61"/>
                </a:moveTo>
                <a:cubicBezTo>
                  <a:pt x="21" y="61"/>
                  <a:pt x="12" y="55"/>
                  <a:pt x="7" y="47"/>
                </a:cubicBezTo>
                <a:cubicBezTo>
                  <a:pt x="9" y="46"/>
                  <a:pt x="9" y="46"/>
                  <a:pt x="9" y="46"/>
                </a:cubicBezTo>
                <a:cubicBezTo>
                  <a:pt x="10" y="47"/>
                  <a:pt x="11" y="48"/>
                  <a:pt x="12" y="49"/>
                </a:cubicBezTo>
                <a:cubicBezTo>
                  <a:pt x="14" y="47"/>
                  <a:pt x="14" y="47"/>
                  <a:pt x="14" y="47"/>
                </a:cubicBezTo>
                <a:cubicBezTo>
                  <a:pt x="17" y="51"/>
                  <a:pt x="22" y="54"/>
                  <a:pt x="27" y="55"/>
                </a:cubicBezTo>
                <a:cubicBezTo>
                  <a:pt x="27" y="58"/>
                  <a:pt x="27" y="58"/>
                  <a:pt x="27" y="58"/>
                </a:cubicBezTo>
                <a:cubicBezTo>
                  <a:pt x="28" y="58"/>
                  <a:pt x="30" y="58"/>
                  <a:pt x="31" y="58"/>
                </a:cubicBezTo>
                <a:lnTo>
                  <a:pt x="31" y="61"/>
                </a:lnTo>
                <a:close/>
                <a:moveTo>
                  <a:pt x="31" y="5"/>
                </a:moveTo>
                <a:cubicBezTo>
                  <a:pt x="30" y="5"/>
                  <a:pt x="28" y="6"/>
                  <a:pt x="27" y="6"/>
                </a:cubicBezTo>
                <a:cubicBezTo>
                  <a:pt x="27" y="9"/>
                  <a:pt x="27" y="9"/>
                  <a:pt x="27" y="9"/>
                </a:cubicBezTo>
                <a:cubicBezTo>
                  <a:pt x="22" y="10"/>
                  <a:pt x="17" y="13"/>
                  <a:pt x="14" y="17"/>
                </a:cubicBezTo>
                <a:cubicBezTo>
                  <a:pt x="12" y="15"/>
                  <a:pt x="12" y="15"/>
                  <a:pt x="12" y="15"/>
                </a:cubicBezTo>
                <a:cubicBezTo>
                  <a:pt x="11" y="16"/>
                  <a:pt x="10" y="17"/>
                  <a:pt x="9" y="18"/>
                </a:cubicBezTo>
                <a:cubicBezTo>
                  <a:pt x="7" y="17"/>
                  <a:pt x="7" y="17"/>
                  <a:pt x="7" y="17"/>
                </a:cubicBezTo>
                <a:cubicBezTo>
                  <a:pt x="12" y="9"/>
                  <a:pt x="21" y="3"/>
                  <a:pt x="31" y="3"/>
                </a:cubicBezTo>
                <a:lnTo>
                  <a:pt x="31" y="5"/>
                </a:lnTo>
                <a:close/>
                <a:moveTo>
                  <a:pt x="41" y="29"/>
                </a:moveTo>
                <a:cubicBezTo>
                  <a:pt x="41" y="30"/>
                  <a:pt x="41" y="31"/>
                  <a:pt x="41" y="32"/>
                </a:cubicBezTo>
                <a:cubicBezTo>
                  <a:pt x="41" y="33"/>
                  <a:pt x="41" y="34"/>
                  <a:pt x="41" y="35"/>
                </a:cubicBezTo>
                <a:cubicBezTo>
                  <a:pt x="49" y="38"/>
                  <a:pt x="49" y="38"/>
                  <a:pt x="49" y="38"/>
                </a:cubicBezTo>
                <a:cubicBezTo>
                  <a:pt x="48" y="40"/>
                  <a:pt x="47" y="42"/>
                  <a:pt x="45" y="44"/>
                </a:cubicBezTo>
                <a:cubicBezTo>
                  <a:pt x="39" y="38"/>
                  <a:pt x="39" y="38"/>
                  <a:pt x="39" y="38"/>
                </a:cubicBezTo>
                <a:cubicBezTo>
                  <a:pt x="37" y="40"/>
                  <a:pt x="36" y="41"/>
                  <a:pt x="34" y="41"/>
                </a:cubicBezTo>
                <a:cubicBezTo>
                  <a:pt x="35" y="50"/>
                  <a:pt x="35" y="50"/>
                  <a:pt x="35" y="50"/>
                </a:cubicBezTo>
                <a:cubicBezTo>
                  <a:pt x="34" y="50"/>
                  <a:pt x="33" y="50"/>
                  <a:pt x="32" y="50"/>
                </a:cubicBezTo>
                <a:cubicBezTo>
                  <a:pt x="31" y="50"/>
                  <a:pt x="29" y="50"/>
                  <a:pt x="28" y="50"/>
                </a:cubicBezTo>
                <a:cubicBezTo>
                  <a:pt x="30" y="41"/>
                  <a:pt x="30" y="41"/>
                  <a:pt x="30" y="41"/>
                </a:cubicBezTo>
                <a:cubicBezTo>
                  <a:pt x="28" y="41"/>
                  <a:pt x="26" y="40"/>
                  <a:pt x="25" y="38"/>
                </a:cubicBezTo>
                <a:cubicBezTo>
                  <a:pt x="18" y="44"/>
                  <a:pt x="18" y="44"/>
                  <a:pt x="18" y="44"/>
                </a:cubicBezTo>
                <a:cubicBezTo>
                  <a:pt x="17" y="42"/>
                  <a:pt x="15" y="40"/>
                  <a:pt x="15" y="38"/>
                </a:cubicBezTo>
                <a:cubicBezTo>
                  <a:pt x="23" y="35"/>
                  <a:pt x="23" y="35"/>
                  <a:pt x="23" y="35"/>
                </a:cubicBezTo>
                <a:cubicBezTo>
                  <a:pt x="23" y="34"/>
                  <a:pt x="22" y="33"/>
                  <a:pt x="22" y="32"/>
                </a:cubicBezTo>
                <a:cubicBezTo>
                  <a:pt x="22" y="31"/>
                  <a:pt x="23" y="30"/>
                  <a:pt x="23" y="29"/>
                </a:cubicBezTo>
                <a:cubicBezTo>
                  <a:pt x="15" y="26"/>
                  <a:pt x="15" y="26"/>
                  <a:pt x="15" y="26"/>
                </a:cubicBezTo>
                <a:cubicBezTo>
                  <a:pt x="15" y="24"/>
                  <a:pt x="17" y="22"/>
                  <a:pt x="18" y="20"/>
                </a:cubicBezTo>
                <a:cubicBezTo>
                  <a:pt x="25" y="26"/>
                  <a:pt x="25" y="26"/>
                  <a:pt x="25" y="26"/>
                </a:cubicBezTo>
                <a:cubicBezTo>
                  <a:pt x="26" y="24"/>
                  <a:pt x="28" y="23"/>
                  <a:pt x="30" y="23"/>
                </a:cubicBezTo>
                <a:cubicBezTo>
                  <a:pt x="28" y="14"/>
                  <a:pt x="28" y="14"/>
                  <a:pt x="28" y="14"/>
                </a:cubicBezTo>
                <a:cubicBezTo>
                  <a:pt x="29" y="14"/>
                  <a:pt x="31" y="14"/>
                  <a:pt x="32" y="14"/>
                </a:cubicBezTo>
                <a:cubicBezTo>
                  <a:pt x="33" y="14"/>
                  <a:pt x="34" y="14"/>
                  <a:pt x="35" y="14"/>
                </a:cubicBezTo>
                <a:cubicBezTo>
                  <a:pt x="34" y="23"/>
                  <a:pt x="34" y="23"/>
                  <a:pt x="34" y="23"/>
                </a:cubicBezTo>
                <a:cubicBezTo>
                  <a:pt x="36" y="23"/>
                  <a:pt x="37" y="24"/>
                  <a:pt x="39" y="26"/>
                </a:cubicBezTo>
                <a:cubicBezTo>
                  <a:pt x="45" y="20"/>
                  <a:pt x="45" y="20"/>
                  <a:pt x="45" y="20"/>
                </a:cubicBezTo>
                <a:cubicBezTo>
                  <a:pt x="47" y="22"/>
                  <a:pt x="48" y="24"/>
                  <a:pt x="49" y="26"/>
                </a:cubicBezTo>
                <a:lnTo>
                  <a:pt x="41" y="29"/>
                </a:lnTo>
                <a:close/>
                <a:moveTo>
                  <a:pt x="54" y="18"/>
                </a:moveTo>
                <a:cubicBezTo>
                  <a:pt x="54" y="17"/>
                  <a:pt x="53" y="16"/>
                  <a:pt x="52" y="15"/>
                </a:cubicBezTo>
                <a:cubicBezTo>
                  <a:pt x="49" y="17"/>
                  <a:pt x="49" y="17"/>
                  <a:pt x="49" y="17"/>
                </a:cubicBezTo>
                <a:cubicBezTo>
                  <a:pt x="46" y="13"/>
                  <a:pt x="41" y="10"/>
                  <a:pt x="36" y="9"/>
                </a:cubicBezTo>
                <a:cubicBezTo>
                  <a:pt x="37" y="6"/>
                  <a:pt x="37" y="6"/>
                  <a:pt x="37" y="6"/>
                </a:cubicBezTo>
                <a:cubicBezTo>
                  <a:pt x="35" y="6"/>
                  <a:pt x="34" y="5"/>
                  <a:pt x="33" y="5"/>
                </a:cubicBezTo>
                <a:cubicBezTo>
                  <a:pt x="33" y="3"/>
                  <a:pt x="33" y="3"/>
                  <a:pt x="33" y="3"/>
                </a:cubicBezTo>
                <a:cubicBezTo>
                  <a:pt x="43" y="3"/>
                  <a:pt x="51" y="9"/>
                  <a:pt x="56" y="17"/>
                </a:cubicBezTo>
                <a:lnTo>
                  <a:pt x="54" y="18"/>
                </a:lnTo>
                <a:close/>
                <a:moveTo>
                  <a:pt x="56" y="47"/>
                </a:moveTo>
                <a:cubicBezTo>
                  <a:pt x="51" y="55"/>
                  <a:pt x="43" y="61"/>
                  <a:pt x="33" y="61"/>
                </a:cubicBezTo>
                <a:cubicBezTo>
                  <a:pt x="33" y="58"/>
                  <a:pt x="33" y="58"/>
                  <a:pt x="33" y="58"/>
                </a:cubicBezTo>
                <a:cubicBezTo>
                  <a:pt x="34" y="58"/>
                  <a:pt x="35" y="58"/>
                  <a:pt x="37" y="58"/>
                </a:cubicBezTo>
                <a:cubicBezTo>
                  <a:pt x="36" y="55"/>
                  <a:pt x="36" y="55"/>
                  <a:pt x="36" y="55"/>
                </a:cubicBezTo>
                <a:cubicBezTo>
                  <a:pt x="41" y="54"/>
                  <a:pt x="46" y="51"/>
                  <a:pt x="49" y="47"/>
                </a:cubicBezTo>
                <a:cubicBezTo>
                  <a:pt x="52" y="49"/>
                  <a:pt x="52" y="49"/>
                  <a:pt x="52" y="49"/>
                </a:cubicBezTo>
                <a:cubicBezTo>
                  <a:pt x="53" y="48"/>
                  <a:pt x="54" y="47"/>
                  <a:pt x="54" y="46"/>
                </a:cubicBezTo>
                <a:lnTo>
                  <a:pt x="56" y="47"/>
                </a:lnTo>
                <a:close/>
                <a:moveTo>
                  <a:pt x="57" y="46"/>
                </a:moveTo>
                <a:cubicBezTo>
                  <a:pt x="55" y="45"/>
                  <a:pt x="55" y="45"/>
                  <a:pt x="55" y="45"/>
                </a:cubicBezTo>
                <a:cubicBezTo>
                  <a:pt x="56" y="43"/>
                  <a:pt x="56" y="42"/>
                  <a:pt x="57" y="41"/>
                </a:cubicBezTo>
                <a:cubicBezTo>
                  <a:pt x="54" y="40"/>
                  <a:pt x="54" y="40"/>
                  <a:pt x="54" y="40"/>
                </a:cubicBezTo>
                <a:cubicBezTo>
                  <a:pt x="55" y="37"/>
                  <a:pt x="55" y="35"/>
                  <a:pt x="55" y="32"/>
                </a:cubicBezTo>
                <a:cubicBezTo>
                  <a:pt x="55" y="29"/>
                  <a:pt x="55" y="27"/>
                  <a:pt x="54" y="24"/>
                </a:cubicBezTo>
                <a:cubicBezTo>
                  <a:pt x="57" y="23"/>
                  <a:pt x="57" y="23"/>
                  <a:pt x="57" y="23"/>
                </a:cubicBezTo>
                <a:cubicBezTo>
                  <a:pt x="56" y="22"/>
                  <a:pt x="56" y="21"/>
                  <a:pt x="55" y="19"/>
                </a:cubicBezTo>
                <a:cubicBezTo>
                  <a:pt x="57" y="18"/>
                  <a:pt x="57" y="18"/>
                  <a:pt x="57" y="18"/>
                </a:cubicBezTo>
                <a:cubicBezTo>
                  <a:pt x="59" y="22"/>
                  <a:pt x="61" y="27"/>
                  <a:pt x="61" y="32"/>
                </a:cubicBezTo>
                <a:cubicBezTo>
                  <a:pt x="61" y="37"/>
                  <a:pt x="59" y="42"/>
                  <a:pt x="57" y="4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56" name="Freeform 75"/>
          <p:cNvSpPr/>
          <p:nvPr/>
        </p:nvSpPr>
        <p:spPr>
          <a:xfrm>
            <a:off x="6432480" y="1739880"/>
            <a:ext cx="220680" cy="171360"/>
          </a:xfrm>
          <a:custGeom>
            <a:avLst/>
            <a:gdLst/>
            <a:ahLst/>
            <a:rect l="l" t="t" r="r" b="b"/>
            <a:pathLst>
              <a:path w="64" h="50">
                <a:moveTo>
                  <a:pt x="64" y="45"/>
                </a:moveTo>
                <a:cubicBezTo>
                  <a:pt x="64" y="48"/>
                  <a:pt x="61" y="50"/>
                  <a:pt x="58" y="50"/>
                </a:cubicBezTo>
                <a:cubicBezTo>
                  <a:pt x="5" y="50"/>
                  <a:pt x="5" y="50"/>
                  <a:pt x="5" y="50"/>
                </a:cubicBezTo>
                <a:cubicBezTo>
                  <a:pt x="2" y="50"/>
                  <a:pt x="0" y="48"/>
                  <a:pt x="0" y="45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2" y="0"/>
                  <a:pt x="5" y="0"/>
                </a:cubicBezTo>
                <a:cubicBezTo>
                  <a:pt x="58" y="0"/>
                  <a:pt x="58" y="0"/>
                  <a:pt x="58" y="0"/>
                </a:cubicBezTo>
                <a:cubicBezTo>
                  <a:pt x="61" y="0"/>
                  <a:pt x="64" y="3"/>
                  <a:pt x="64" y="6"/>
                </a:cubicBezTo>
                <a:lnTo>
                  <a:pt x="64" y="45"/>
                </a:lnTo>
                <a:close/>
                <a:moveTo>
                  <a:pt x="58" y="5"/>
                </a:moveTo>
                <a:cubicBezTo>
                  <a:pt x="5" y="5"/>
                  <a:pt x="5" y="5"/>
                  <a:pt x="5" y="5"/>
                </a:cubicBezTo>
                <a:cubicBezTo>
                  <a:pt x="5" y="5"/>
                  <a:pt x="4" y="5"/>
                  <a:pt x="4" y="6"/>
                </a:cubicBezTo>
                <a:cubicBezTo>
                  <a:pt x="4" y="10"/>
                  <a:pt x="6" y="13"/>
                  <a:pt x="10" y="16"/>
                </a:cubicBezTo>
                <a:cubicBezTo>
                  <a:pt x="14" y="20"/>
                  <a:pt x="19" y="23"/>
                  <a:pt x="24" y="27"/>
                </a:cubicBezTo>
                <a:cubicBezTo>
                  <a:pt x="26" y="29"/>
                  <a:pt x="29" y="32"/>
                  <a:pt x="32" y="32"/>
                </a:cubicBezTo>
                <a:cubicBezTo>
                  <a:pt x="32" y="32"/>
                  <a:pt x="32" y="32"/>
                  <a:pt x="32" y="32"/>
                </a:cubicBezTo>
                <a:cubicBezTo>
                  <a:pt x="32" y="32"/>
                  <a:pt x="32" y="32"/>
                  <a:pt x="32" y="32"/>
                </a:cubicBezTo>
                <a:cubicBezTo>
                  <a:pt x="34" y="32"/>
                  <a:pt x="38" y="29"/>
                  <a:pt x="40" y="27"/>
                </a:cubicBezTo>
                <a:cubicBezTo>
                  <a:pt x="44" y="23"/>
                  <a:pt x="49" y="20"/>
                  <a:pt x="54" y="16"/>
                </a:cubicBezTo>
                <a:cubicBezTo>
                  <a:pt x="56" y="14"/>
                  <a:pt x="59" y="10"/>
                  <a:pt x="59" y="7"/>
                </a:cubicBezTo>
                <a:cubicBezTo>
                  <a:pt x="59" y="6"/>
                  <a:pt x="59" y="5"/>
                  <a:pt x="58" y="5"/>
                </a:cubicBezTo>
                <a:close/>
                <a:moveTo>
                  <a:pt x="59" y="17"/>
                </a:moveTo>
                <a:cubicBezTo>
                  <a:pt x="58" y="18"/>
                  <a:pt x="58" y="19"/>
                  <a:pt x="57" y="20"/>
                </a:cubicBezTo>
                <a:cubicBezTo>
                  <a:pt x="52" y="24"/>
                  <a:pt x="46" y="28"/>
                  <a:pt x="41" y="32"/>
                </a:cubicBezTo>
                <a:cubicBezTo>
                  <a:pt x="39" y="34"/>
                  <a:pt x="36" y="37"/>
                  <a:pt x="32" y="37"/>
                </a:cubicBezTo>
                <a:cubicBezTo>
                  <a:pt x="32" y="37"/>
                  <a:pt x="32" y="37"/>
                  <a:pt x="32" y="37"/>
                </a:cubicBezTo>
                <a:cubicBezTo>
                  <a:pt x="32" y="37"/>
                  <a:pt x="32" y="37"/>
                  <a:pt x="32" y="37"/>
                </a:cubicBezTo>
                <a:cubicBezTo>
                  <a:pt x="28" y="37"/>
                  <a:pt x="25" y="34"/>
                  <a:pt x="22" y="32"/>
                </a:cubicBezTo>
                <a:cubicBezTo>
                  <a:pt x="17" y="28"/>
                  <a:pt x="12" y="24"/>
                  <a:pt x="7" y="20"/>
                </a:cubicBezTo>
                <a:cubicBezTo>
                  <a:pt x="6" y="19"/>
                  <a:pt x="5" y="18"/>
                  <a:pt x="4" y="17"/>
                </a:cubicBezTo>
                <a:cubicBezTo>
                  <a:pt x="4" y="45"/>
                  <a:pt x="4" y="45"/>
                  <a:pt x="4" y="45"/>
                </a:cubicBezTo>
                <a:cubicBezTo>
                  <a:pt x="4" y="45"/>
                  <a:pt x="5" y="46"/>
                  <a:pt x="5" y="46"/>
                </a:cubicBezTo>
                <a:cubicBezTo>
                  <a:pt x="58" y="46"/>
                  <a:pt x="58" y="46"/>
                  <a:pt x="58" y="46"/>
                </a:cubicBezTo>
                <a:cubicBezTo>
                  <a:pt x="59" y="46"/>
                  <a:pt x="59" y="45"/>
                  <a:pt x="59" y="45"/>
                </a:cubicBezTo>
                <a:lnTo>
                  <a:pt x="59" y="1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57" name="Freeform 76"/>
          <p:cNvSpPr/>
          <p:nvPr/>
        </p:nvSpPr>
        <p:spPr>
          <a:xfrm>
            <a:off x="6924600" y="1739880"/>
            <a:ext cx="239760" cy="157320"/>
          </a:xfrm>
          <a:custGeom>
            <a:avLst/>
            <a:gdLst/>
            <a:ahLst/>
            <a:rect l="l" t="t" r="r" b="b"/>
            <a:pathLst>
              <a:path w="70" h="46">
                <a:moveTo>
                  <a:pt x="68" y="8"/>
                </a:moveTo>
                <a:cubicBezTo>
                  <a:pt x="36" y="44"/>
                  <a:pt x="36" y="44"/>
                  <a:pt x="36" y="44"/>
                </a:cubicBezTo>
                <a:cubicBezTo>
                  <a:pt x="35" y="45"/>
                  <a:pt x="34" y="46"/>
                  <a:pt x="33" y="46"/>
                </a:cubicBezTo>
                <a:cubicBezTo>
                  <a:pt x="5" y="46"/>
                  <a:pt x="5" y="46"/>
                  <a:pt x="5" y="46"/>
                </a:cubicBezTo>
                <a:cubicBezTo>
                  <a:pt x="4" y="46"/>
                  <a:pt x="2" y="45"/>
                  <a:pt x="1" y="43"/>
                </a:cubicBezTo>
                <a:cubicBezTo>
                  <a:pt x="0" y="41"/>
                  <a:pt x="1" y="40"/>
                  <a:pt x="2" y="38"/>
                </a:cubicBezTo>
                <a:cubicBezTo>
                  <a:pt x="34" y="2"/>
                  <a:pt x="34" y="2"/>
                  <a:pt x="34" y="2"/>
                </a:cubicBezTo>
                <a:cubicBezTo>
                  <a:pt x="35" y="1"/>
                  <a:pt x="36" y="0"/>
                  <a:pt x="3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7" y="0"/>
                  <a:pt x="68" y="1"/>
                  <a:pt x="69" y="3"/>
                </a:cubicBezTo>
                <a:cubicBezTo>
                  <a:pt x="70" y="4"/>
                  <a:pt x="69" y="6"/>
                  <a:pt x="68" y="8"/>
                </a:cubicBezTo>
                <a:close/>
                <a:moveTo>
                  <a:pt x="45" y="28"/>
                </a:moveTo>
                <a:cubicBezTo>
                  <a:pt x="17" y="28"/>
                  <a:pt x="17" y="28"/>
                  <a:pt x="17" y="28"/>
                </a:cubicBezTo>
                <a:cubicBezTo>
                  <a:pt x="5" y="41"/>
                  <a:pt x="5" y="41"/>
                  <a:pt x="5" y="41"/>
                </a:cubicBezTo>
                <a:cubicBezTo>
                  <a:pt x="33" y="41"/>
                  <a:pt x="33" y="41"/>
                  <a:pt x="33" y="41"/>
                </a:cubicBezTo>
                <a:lnTo>
                  <a:pt x="45" y="2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58" name="Freeform 77"/>
          <p:cNvSpPr/>
          <p:nvPr/>
        </p:nvSpPr>
        <p:spPr>
          <a:xfrm>
            <a:off x="7423200" y="1725480"/>
            <a:ext cx="122040" cy="171720"/>
          </a:xfrm>
          <a:custGeom>
            <a:avLst/>
            <a:gdLst/>
            <a:ahLst/>
            <a:rect l="l" t="t" r="r" b="b"/>
            <a:pathLst>
              <a:path w="36" h="50">
                <a:moveTo>
                  <a:pt x="36" y="47"/>
                </a:moveTo>
                <a:cubicBezTo>
                  <a:pt x="36" y="48"/>
                  <a:pt x="36" y="48"/>
                  <a:pt x="35" y="49"/>
                </a:cubicBezTo>
                <a:cubicBezTo>
                  <a:pt x="35" y="49"/>
                  <a:pt x="32" y="50"/>
                  <a:pt x="27" y="50"/>
                </a:cubicBezTo>
                <a:cubicBezTo>
                  <a:pt x="16" y="50"/>
                  <a:pt x="7" y="43"/>
                  <a:pt x="4" y="33"/>
                </a:cubicBezTo>
                <a:cubicBezTo>
                  <a:pt x="1" y="33"/>
                  <a:pt x="1" y="33"/>
                  <a:pt x="1" y="33"/>
                </a:cubicBezTo>
                <a:cubicBezTo>
                  <a:pt x="0" y="33"/>
                  <a:pt x="0" y="32"/>
                  <a:pt x="0" y="31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7"/>
                  <a:pt x="0" y="26"/>
                  <a:pt x="1" y="26"/>
                </a:cubicBezTo>
                <a:cubicBezTo>
                  <a:pt x="3" y="26"/>
                  <a:pt x="3" y="26"/>
                  <a:pt x="3" y="26"/>
                </a:cubicBezTo>
                <a:cubicBezTo>
                  <a:pt x="3" y="25"/>
                  <a:pt x="3" y="24"/>
                  <a:pt x="3" y="23"/>
                </a:cubicBezTo>
                <a:cubicBezTo>
                  <a:pt x="1" y="23"/>
                  <a:pt x="1" y="23"/>
                  <a:pt x="1" y="23"/>
                </a:cubicBezTo>
                <a:cubicBezTo>
                  <a:pt x="0" y="23"/>
                  <a:pt x="0" y="22"/>
                  <a:pt x="0" y="21"/>
                </a:cubicBezTo>
                <a:cubicBezTo>
                  <a:pt x="0" y="17"/>
                  <a:pt x="0" y="17"/>
                  <a:pt x="0" y="17"/>
                </a:cubicBezTo>
                <a:cubicBezTo>
                  <a:pt x="0" y="17"/>
                  <a:pt x="0" y="16"/>
                  <a:pt x="1" y="16"/>
                </a:cubicBezTo>
                <a:cubicBezTo>
                  <a:pt x="4" y="16"/>
                  <a:pt x="4" y="16"/>
                  <a:pt x="4" y="16"/>
                </a:cubicBezTo>
                <a:cubicBezTo>
                  <a:pt x="8" y="6"/>
                  <a:pt x="17" y="0"/>
                  <a:pt x="27" y="0"/>
                </a:cubicBezTo>
                <a:cubicBezTo>
                  <a:pt x="31" y="0"/>
                  <a:pt x="34" y="0"/>
                  <a:pt x="34" y="0"/>
                </a:cubicBezTo>
                <a:cubicBezTo>
                  <a:pt x="35" y="0"/>
                  <a:pt x="35" y="1"/>
                  <a:pt x="35" y="1"/>
                </a:cubicBezTo>
                <a:cubicBezTo>
                  <a:pt x="35" y="1"/>
                  <a:pt x="35" y="1"/>
                  <a:pt x="35" y="2"/>
                </a:cubicBezTo>
                <a:cubicBezTo>
                  <a:pt x="34" y="7"/>
                  <a:pt x="34" y="7"/>
                  <a:pt x="34" y="7"/>
                </a:cubicBezTo>
                <a:cubicBezTo>
                  <a:pt x="33" y="8"/>
                  <a:pt x="33" y="8"/>
                  <a:pt x="32" y="8"/>
                </a:cubicBezTo>
                <a:cubicBezTo>
                  <a:pt x="32" y="8"/>
                  <a:pt x="30" y="8"/>
                  <a:pt x="27" y="8"/>
                </a:cubicBezTo>
                <a:cubicBezTo>
                  <a:pt x="21" y="8"/>
                  <a:pt x="16" y="11"/>
                  <a:pt x="14" y="16"/>
                </a:cubicBezTo>
                <a:cubicBezTo>
                  <a:pt x="31" y="16"/>
                  <a:pt x="31" y="16"/>
                  <a:pt x="31" y="16"/>
                </a:cubicBezTo>
                <a:cubicBezTo>
                  <a:pt x="31" y="16"/>
                  <a:pt x="31" y="16"/>
                  <a:pt x="31" y="17"/>
                </a:cubicBezTo>
                <a:cubicBezTo>
                  <a:pt x="32" y="17"/>
                  <a:pt x="32" y="17"/>
                  <a:pt x="32" y="18"/>
                </a:cubicBezTo>
                <a:cubicBezTo>
                  <a:pt x="31" y="22"/>
                  <a:pt x="31" y="22"/>
                  <a:pt x="31" y="22"/>
                </a:cubicBezTo>
                <a:cubicBezTo>
                  <a:pt x="31" y="22"/>
                  <a:pt x="30" y="23"/>
                  <a:pt x="30" y="23"/>
                </a:cubicBezTo>
                <a:cubicBezTo>
                  <a:pt x="12" y="23"/>
                  <a:pt x="12" y="23"/>
                  <a:pt x="12" y="23"/>
                </a:cubicBezTo>
                <a:cubicBezTo>
                  <a:pt x="12" y="24"/>
                  <a:pt x="12" y="25"/>
                  <a:pt x="12" y="26"/>
                </a:cubicBezTo>
                <a:cubicBezTo>
                  <a:pt x="29" y="26"/>
                  <a:pt x="29" y="26"/>
                  <a:pt x="29" y="26"/>
                </a:cubicBezTo>
                <a:cubicBezTo>
                  <a:pt x="29" y="26"/>
                  <a:pt x="29" y="26"/>
                  <a:pt x="30" y="27"/>
                </a:cubicBezTo>
                <a:cubicBezTo>
                  <a:pt x="30" y="27"/>
                  <a:pt x="30" y="27"/>
                  <a:pt x="30" y="28"/>
                </a:cubicBezTo>
                <a:cubicBezTo>
                  <a:pt x="29" y="32"/>
                  <a:pt x="29" y="32"/>
                  <a:pt x="29" y="32"/>
                </a:cubicBezTo>
                <a:cubicBezTo>
                  <a:pt x="29" y="32"/>
                  <a:pt x="28" y="33"/>
                  <a:pt x="28" y="33"/>
                </a:cubicBezTo>
                <a:cubicBezTo>
                  <a:pt x="14" y="33"/>
                  <a:pt x="14" y="33"/>
                  <a:pt x="14" y="33"/>
                </a:cubicBezTo>
                <a:cubicBezTo>
                  <a:pt x="16" y="38"/>
                  <a:pt x="21" y="42"/>
                  <a:pt x="27" y="42"/>
                </a:cubicBezTo>
                <a:cubicBezTo>
                  <a:pt x="31" y="42"/>
                  <a:pt x="33" y="41"/>
                  <a:pt x="33" y="41"/>
                </a:cubicBezTo>
                <a:cubicBezTo>
                  <a:pt x="33" y="41"/>
                  <a:pt x="34" y="41"/>
                  <a:pt x="34" y="41"/>
                </a:cubicBezTo>
                <a:cubicBezTo>
                  <a:pt x="34" y="41"/>
                  <a:pt x="35" y="41"/>
                  <a:pt x="35" y="42"/>
                </a:cubicBezTo>
                <a:lnTo>
                  <a:pt x="36" y="4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59" name="Freeform 78"/>
          <p:cNvSpPr/>
          <p:nvPr/>
        </p:nvSpPr>
        <p:spPr>
          <a:xfrm>
            <a:off x="7927920" y="1725480"/>
            <a:ext cx="54000" cy="171720"/>
          </a:xfrm>
          <a:custGeom>
            <a:avLst/>
            <a:gdLst/>
            <a:ahLst/>
            <a:rect l="l" t="t" r="r" b="b"/>
            <a:pathLst>
              <a:path w="16" h="50">
                <a:moveTo>
                  <a:pt x="15" y="29"/>
                </a:moveTo>
                <a:cubicBezTo>
                  <a:pt x="15" y="30"/>
                  <a:pt x="14" y="32"/>
                  <a:pt x="13" y="32"/>
                </a:cubicBezTo>
                <a:cubicBezTo>
                  <a:pt x="4" y="32"/>
                  <a:pt x="4" y="32"/>
                  <a:pt x="4" y="32"/>
                </a:cubicBezTo>
                <a:cubicBezTo>
                  <a:pt x="2" y="32"/>
                  <a:pt x="1" y="30"/>
                  <a:pt x="1" y="29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5" y="0"/>
                  <a:pt x="16" y="1"/>
                  <a:pt x="16" y="2"/>
                </a:cubicBezTo>
                <a:lnTo>
                  <a:pt x="15" y="29"/>
                </a:lnTo>
                <a:close/>
                <a:moveTo>
                  <a:pt x="15" y="48"/>
                </a:moveTo>
                <a:cubicBezTo>
                  <a:pt x="15" y="49"/>
                  <a:pt x="14" y="50"/>
                  <a:pt x="13" y="50"/>
                </a:cubicBezTo>
                <a:cubicBezTo>
                  <a:pt x="4" y="50"/>
                  <a:pt x="4" y="50"/>
                  <a:pt x="4" y="50"/>
                </a:cubicBezTo>
                <a:cubicBezTo>
                  <a:pt x="2" y="50"/>
                  <a:pt x="1" y="49"/>
                  <a:pt x="1" y="48"/>
                </a:cubicBezTo>
                <a:cubicBezTo>
                  <a:pt x="1" y="40"/>
                  <a:pt x="1" y="40"/>
                  <a:pt x="1" y="40"/>
                </a:cubicBezTo>
                <a:cubicBezTo>
                  <a:pt x="1" y="38"/>
                  <a:pt x="2" y="37"/>
                  <a:pt x="4" y="37"/>
                </a:cubicBezTo>
                <a:cubicBezTo>
                  <a:pt x="13" y="37"/>
                  <a:pt x="13" y="37"/>
                  <a:pt x="13" y="37"/>
                </a:cubicBezTo>
                <a:cubicBezTo>
                  <a:pt x="14" y="37"/>
                  <a:pt x="15" y="38"/>
                  <a:pt x="15" y="40"/>
                </a:cubicBezTo>
                <a:lnTo>
                  <a:pt x="15" y="4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0" name="Freeform 79"/>
          <p:cNvSpPr/>
          <p:nvPr/>
        </p:nvSpPr>
        <p:spPr>
          <a:xfrm>
            <a:off x="8412120" y="1708200"/>
            <a:ext cx="219240" cy="203040"/>
          </a:xfrm>
          <a:custGeom>
            <a:avLst/>
            <a:gdLst/>
            <a:ahLst/>
            <a:rect l="l" t="t" r="r" b="b"/>
            <a:pathLst>
              <a:path w="64" h="59">
                <a:moveTo>
                  <a:pt x="63" y="53"/>
                </a:moveTo>
                <a:cubicBezTo>
                  <a:pt x="64" y="54"/>
                  <a:pt x="64" y="56"/>
                  <a:pt x="63" y="57"/>
                </a:cubicBezTo>
                <a:cubicBezTo>
                  <a:pt x="62" y="59"/>
                  <a:pt x="61" y="59"/>
                  <a:pt x="59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3" y="59"/>
                  <a:pt x="1" y="59"/>
                  <a:pt x="0" y="57"/>
                </a:cubicBezTo>
                <a:cubicBezTo>
                  <a:pt x="0" y="56"/>
                  <a:pt x="0" y="54"/>
                  <a:pt x="0" y="53"/>
                </a:cubicBezTo>
                <a:cubicBezTo>
                  <a:pt x="28" y="2"/>
                  <a:pt x="28" y="2"/>
                  <a:pt x="28" y="2"/>
                </a:cubicBezTo>
                <a:cubicBezTo>
                  <a:pt x="29" y="1"/>
                  <a:pt x="30" y="0"/>
                  <a:pt x="32" y="0"/>
                </a:cubicBezTo>
                <a:cubicBezTo>
                  <a:pt x="33" y="0"/>
                  <a:pt x="35" y="1"/>
                  <a:pt x="36" y="2"/>
                </a:cubicBezTo>
                <a:lnTo>
                  <a:pt x="63" y="53"/>
                </a:lnTo>
                <a:close/>
                <a:moveTo>
                  <a:pt x="37" y="19"/>
                </a:moveTo>
                <a:cubicBezTo>
                  <a:pt x="37" y="19"/>
                  <a:pt x="37" y="19"/>
                  <a:pt x="37" y="19"/>
                </a:cubicBezTo>
                <a:cubicBezTo>
                  <a:pt x="36" y="18"/>
                  <a:pt x="36" y="18"/>
                  <a:pt x="36" y="18"/>
                </a:cubicBezTo>
                <a:cubicBezTo>
                  <a:pt x="28" y="18"/>
                  <a:pt x="28" y="18"/>
                  <a:pt x="28" y="18"/>
                </a:cubicBezTo>
                <a:cubicBezTo>
                  <a:pt x="28" y="18"/>
                  <a:pt x="27" y="18"/>
                  <a:pt x="27" y="19"/>
                </a:cubicBezTo>
                <a:cubicBezTo>
                  <a:pt x="27" y="19"/>
                  <a:pt x="27" y="19"/>
                  <a:pt x="27" y="19"/>
                </a:cubicBezTo>
                <a:cubicBezTo>
                  <a:pt x="27" y="36"/>
                  <a:pt x="27" y="36"/>
                  <a:pt x="27" y="36"/>
                </a:cubicBezTo>
                <a:cubicBezTo>
                  <a:pt x="27" y="36"/>
                  <a:pt x="28" y="37"/>
                  <a:pt x="28" y="37"/>
                </a:cubicBezTo>
                <a:cubicBezTo>
                  <a:pt x="35" y="37"/>
                  <a:pt x="35" y="37"/>
                  <a:pt x="35" y="37"/>
                </a:cubicBezTo>
                <a:cubicBezTo>
                  <a:pt x="36" y="37"/>
                  <a:pt x="36" y="36"/>
                  <a:pt x="36" y="36"/>
                </a:cubicBezTo>
                <a:lnTo>
                  <a:pt x="37" y="19"/>
                </a:lnTo>
                <a:close/>
                <a:moveTo>
                  <a:pt x="36" y="42"/>
                </a:moveTo>
                <a:cubicBezTo>
                  <a:pt x="36" y="42"/>
                  <a:pt x="36" y="41"/>
                  <a:pt x="35" y="41"/>
                </a:cubicBezTo>
                <a:cubicBezTo>
                  <a:pt x="28" y="41"/>
                  <a:pt x="28" y="41"/>
                  <a:pt x="28" y="41"/>
                </a:cubicBezTo>
                <a:cubicBezTo>
                  <a:pt x="28" y="41"/>
                  <a:pt x="27" y="42"/>
                  <a:pt x="27" y="42"/>
                </a:cubicBezTo>
                <a:cubicBezTo>
                  <a:pt x="27" y="49"/>
                  <a:pt x="27" y="49"/>
                  <a:pt x="27" y="49"/>
                </a:cubicBezTo>
                <a:cubicBezTo>
                  <a:pt x="27" y="50"/>
                  <a:pt x="28" y="50"/>
                  <a:pt x="28" y="50"/>
                </a:cubicBezTo>
                <a:cubicBezTo>
                  <a:pt x="35" y="50"/>
                  <a:pt x="35" y="50"/>
                  <a:pt x="35" y="50"/>
                </a:cubicBezTo>
                <a:cubicBezTo>
                  <a:pt x="36" y="50"/>
                  <a:pt x="36" y="50"/>
                  <a:pt x="36" y="49"/>
                </a:cubicBezTo>
                <a:lnTo>
                  <a:pt x="36" y="4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1" name="Freeform 80"/>
          <p:cNvSpPr/>
          <p:nvPr/>
        </p:nvSpPr>
        <p:spPr>
          <a:xfrm>
            <a:off x="8866080" y="1708200"/>
            <a:ext cx="219240" cy="189000"/>
          </a:xfrm>
          <a:custGeom>
            <a:avLst/>
            <a:gdLst/>
            <a:ahLst/>
            <a:rect l="l" t="t" r="r" b="b"/>
            <a:pathLst>
              <a:path w="64" h="55">
                <a:moveTo>
                  <a:pt x="50" y="45"/>
                </a:moveTo>
                <a:cubicBezTo>
                  <a:pt x="50" y="50"/>
                  <a:pt x="45" y="55"/>
                  <a:pt x="40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5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9"/>
                  <a:pt x="4" y="5"/>
                  <a:pt x="10" y="5"/>
                </a:cubicBezTo>
                <a:cubicBezTo>
                  <a:pt x="35" y="5"/>
                  <a:pt x="35" y="5"/>
                  <a:pt x="35" y="5"/>
                </a:cubicBezTo>
                <a:cubicBezTo>
                  <a:pt x="36" y="5"/>
                  <a:pt x="36" y="5"/>
                  <a:pt x="36" y="6"/>
                </a:cubicBezTo>
                <a:cubicBezTo>
                  <a:pt x="36" y="8"/>
                  <a:pt x="36" y="8"/>
                  <a:pt x="36" y="8"/>
                </a:cubicBezTo>
                <a:cubicBezTo>
                  <a:pt x="36" y="9"/>
                  <a:pt x="36" y="9"/>
                  <a:pt x="35" y="9"/>
                </a:cubicBezTo>
                <a:cubicBezTo>
                  <a:pt x="10" y="9"/>
                  <a:pt x="10" y="9"/>
                  <a:pt x="10" y="9"/>
                </a:cubicBezTo>
                <a:cubicBezTo>
                  <a:pt x="7" y="9"/>
                  <a:pt x="4" y="12"/>
                  <a:pt x="4" y="15"/>
                </a:cubicBezTo>
                <a:cubicBezTo>
                  <a:pt x="4" y="45"/>
                  <a:pt x="4" y="45"/>
                  <a:pt x="4" y="45"/>
                </a:cubicBezTo>
                <a:cubicBezTo>
                  <a:pt x="4" y="48"/>
                  <a:pt x="7" y="50"/>
                  <a:pt x="10" y="50"/>
                </a:cubicBezTo>
                <a:cubicBezTo>
                  <a:pt x="40" y="50"/>
                  <a:pt x="40" y="50"/>
                  <a:pt x="40" y="50"/>
                </a:cubicBezTo>
                <a:cubicBezTo>
                  <a:pt x="43" y="50"/>
                  <a:pt x="45" y="48"/>
                  <a:pt x="45" y="45"/>
                </a:cubicBezTo>
                <a:cubicBezTo>
                  <a:pt x="45" y="33"/>
                  <a:pt x="45" y="33"/>
                  <a:pt x="45" y="33"/>
                </a:cubicBezTo>
                <a:cubicBezTo>
                  <a:pt x="45" y="32"/>
                  <a:pt x="46" y="32"/>
                  <a:pt x="47" y="32"/>
                </a:cubicBezTo>
                <a:cubicBezTo>
                  <a:pt x="49" y="32"/>
                  <a:pt x="49" y="32"/>
                  <a:pt x="49" y="32"/>
                </a:cubicBezTo>
                <a:cubicBezTo>
                  <a:pt x="50" y="32"/>
                  <a:pt x="50" y="32"/>
                  <a:pt x="50" y="33"/>
                </a:cubicBezTo>
                <a:lnTo>
                  <a:pt x="50" y="45"/>
                </a:lnTo>
                <a:close/>
                <a:moveTo>
                  <a:pt x="64" y="21"/>
                </a:moveTo>
                <a:cubicBezTo>
                  <a:pt x="64" y="22"/>
                  <a:pt x="63" y="23"/>
                  <a:pt x="61" y="23"/>
                </a:cubicBezTo>
                <a:cubicBezTo>
                  <a:pt x="61" y="23"/>
                  <a:pt x="60" y="23"/>
                  <a:pt x="60" y="22"/>
                </a:cubicBezTo>
                <a:cubicBezTo>
                  <a:pt x="54" y="16"/>
                  <a:pt x="54" y="16"/>
                  <a:pt x="54" y="16"/>
                </a:cubicBezTo>
                <a:cubicBezTo>
                  <a:pt x="30" y="39"/>
                  <a:pt x="30" y="39"/>
                  <a:pt x="30" y="39"/>
                </a:cubicBezTo>
                <a:cubicBezTo>
                  <a:pt x="30" y="39"/>
                  <a:pt x="30" y="39"/>
                  <a:pt x="29" y="39"/>
                </a:cubicBezTo>
                <a:cubicBezTo>
                  <a:pt x="29" y="39"/>
                  <a:pt x="29" y="39"/>
                  <a:pt x="29" y="39"/>
                </a:cubicBezTo>
                <a:cubicBezTo>
                  <a:pt x="25" y="35"/>
                  <a:pt x="25" y="35"/>
                  <a:pt x="25" y="35"/>
                </a:cubicBezTo>
                <a:cubicBezTo>
                  <a:pt x="24" y="35"/>
                  <a:pt x="24" y="35"/>
                  <a:pt x="24" y="34"/>
                </a:cubicBezTo>
                <a:cubicBezTo>
                  <a:pt x="24" y="34"/>
                  <a:pt x="24" y="34"/>
                  <a:pt x="25" y="33"/>
                </a:cubicBezTo>
                <a:cubicBezTo>
                  <a:pt x="48" y="10"/>
                  <a:pt x="48" y="10"/>
                  <a:pt x="48" y="10"/>
                </a:cubicBezTo>
                <a:cubicBezTo>
                  <a:pt x="42" y="4"/>
                  <a:pt x="42" y="4"/>
                  <a:pt x="42" y="4"/>
                </a:cubicBezTo>
                <a:cubicBezTo>
                  <a:pt x="41" y="3"/>
                  <a:pt x="41" y="3"/>
                  <a:pt x="41" y="2"/>
                </a:cubicBezTo>
                <a:cubicBezTo>
                  <a:pt x="41" y="1"/>
                  <a:pt x="42" y="0"/>
                  <a:pt x="43" y="0"/>
                </a:cubicBezTo>
                <a:cubicBezTo>
                  <a:pt x="61" y="0"/>
                  <a:pt x="61" y="0"/>
                  <a:pt x="61" y="0"/>
                </a:cubicBezTo>
                <a:cubicBezTo>
                  <a:pt x="63" y="0"/>
                  <a:pt x="64" y="1"/>
                  <a:pt x="64" y="2"/>
                </a:cubicBezTo>
                <a:lnTo>
                  <a:pt x="64" y="2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2" name="Freeform 81"/>
          <p:cNvSpPr/>
          <p:nvPr/>
        </p:nvSpPr>
        <p:spPr>
          <a:xfrm>
            <a:off x="76320" y="2216160"/>
            <a:ext cx="220680" cy="141120"/>
          </a:xfrm>
          <a:custGeom>
            <a:avLst/>
            <a:gdLst/>
            <a:ahLst/>
            <a:rect l="l" t="t" r="r" b="b"/>
            <a:pathLst>
              <a:path w="64" h="41">
                <a:moveTo>
                  <a:pt x="63" y="23"/>
                </a:moveTo>
                <a:cubicBezTo>
                  <a:pt x="56" y="34"/>
                  <a:pt x="44" y="41"/>
                  <a:pt x="32" y="41"/>
                </a:cubicBezTo>
                <a:cubicBezTo>
                  <a:pt x="19" y="41"/>
                  <a:pt x="7" y="34"/>
                  <a:pt x="0" y="23"/>
                </a:cubicBezTo>
                <a:cubicBezTo>
                  <a:pt x="0" y="23"/>
                  <a:pt x="0" y="22"/>
                  <a:pt x="0" y="21"/>
                </a:cubicBezTo>
                <a:cubicBezTo>
                  <a:pt x="0" y="20"/>
                  <a:pt x="0" y="19"/>
                  <a:pt x="0" y="18"/>
                </a:cubicBezTo>
                <a:cubicBezTo>
                  <a:pt x="7" y="8"/>
                  <a:pt x="19" y="0"/>
                  <a:pt x="32" y="0"/>
                </a:cubicBezTo>
                <a:cubicBezTo>
                  <a:pt x="44" y="0"/>
                  <a:pt x="56" y="8"/>
                  <a:pt x="63" y="18"/>
                </a:cubicBezTo>
                <a:cubicBezTo>
                  <a:pt x="63" y="19"/>
                  <a:pt x="64" y="20"/>
                  <a:pt x="64" y="21"/>
                </a:cubicBezTo>
                <a:cubicBezTo>
                  <a:pt x="64" y="22"/>
                  <a:pt x="63" y="23"/>
                  <a:pt x="63" y="23"/>
                </a:cubicBezTo>
                <a:close/>
                <a:moveTo>
                  <a:pt x="46" y="8"/>
                </a:moveTo>
                <a:cubicBezTo>
                  <a:pt x="47" y="11"/>
                  <a:pt x="48" y="13"/>
                  <a:pt x="48" y="16"/>
                </a:cubicBezTo>
                <a:cubicBezTo>
                  <a:pt x="48" y="25"/>
                  <a:pt x="41" y="32"/>
                  <a:pt x="32" y="32"/>
                </a:cubicBezTo>
                <a:cubicBezTo>
                  <a:pt x="23" y="32"/>
                  <a:pt x="16" y="25"/>
                  <a:pt x="16" y="16"/>
                </a:cubicBezTo>
                <a:cubicBezTo>
                  <a:pt x="16" y="13"/>
                  <a:pt x="17" y="11"/>
                  <a:pt x="18" y="8"/>
                </a:cubicBezTo>
                <a:cubicBezTo>
                  <a:pt x="12" y="11"/>
                  <a:pt x="8" y="16"/>
                  <a:pt x="4" y="21"/>
                </a:cubicBezTo>
                <a:cubicBezTo>
                  <a:pt x="10" y="30"/>
                  <a:pt x="20" y="37"/>
                  <a:pt x="32" y="37"/>
                </a:cubicBezTo>
                <a:cubicBezTo>
                  <a:pt x="43" y="37"/>
                  <a:pt x="53" y="30"/>
                  <a:pt x="59" y="21"/>
                </a:cubicBezTo>
                <a:cubicBezTo>
                  <a:pt x="56" y="16"/>
                  <a:pt x="51" y="11"/>
                  <a:pt x="46" y="8"/>
                </a:cubicBezTo>
                <a:close/>
                <a:moveTo>
                  <a:pt x="32" y="5"/>
                </a:moveTo>
                <a:cubicBezTo>
                  <a:pt x="26" y="5"/>
                  <a:pt x="21" y="10"/>
                  <a:pt x="21" y="16"/>
                </a:cubicBezTo>
                <a:cubicBezTo>
                  <a:pt x="21" y="17"/>
                  <a:pt x="22" y="18"/>
                  <a:pt x="23" y="18"/>
                </a:cubicBezTo>
                <a:cubicBezTo>
                  <a:pt x="24" y="18"/>
                  <a:pt x="24" y="17"/>
                  <a:pt x="24" y="16"/>
                </a:cubicBezTo>
                <a:cubicBezTo>
                  <a:pt x="24" y="12"/>
                  <a:pt x="28" y="9"/>
                  <a:pt x="32" y="9"/>
                </a:cubicBezTo>
                <a:cubicBezTo>
                  <a:pt x="33" y="9"/>
                  <a:pt x="33" y="8"/>
                  <a:pt x="33" y="7"/>
                </a:cubicBezTo>
                <a:cubicBezTo>
                  <a:pt x="33" y="6"/>
                  <a:pt x="33" y="5"/>
                  <a:pt x="32" y="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3" name="Freeform 82"/>
          <p:cNvSpPr/>
          <p:nvPr/>
        </p:nvSpPr>
        <p:spPr>
          <a:xfrm>
            <a:off x="495360" y="2165400"/>
            <a:ext cx="222120" cy="226800"/>
          </a:xfrm>
          <a:custGeom>
            <a:avLst/>
            <a:gdLst/>
            <a:ahLst/>
            <a:rect l="l" t="t" r="r" b="b"/>
            <a:pathLst>
              <a:path w="65" h="66">
                <a:moveTo>
                  <a:pt x="60" y="21"/>
                </a:moveTo>
                <a:cubicBezTo>
                  <a:pt x="52" y="29"/>
                  <a:pt x="52" y="29"/>
                  <a:pt x="52" y="29"/>
                </a:cubicBezTo>
                <a:cubicBezTo>
                  <a:pt x="56" y="33"/>
                  <a:pt x="56" y="33"/>
                  <a:pt x="56" y="33"/>
                </a:cubicBezTo>
                <a:cubicBezTo>
                  <a:pt x="57" y="33"/>
                  <a:pt x="57" y="34"/>
                  <a:pt x="56" y="34"/>
                </a:cubicBezTo>
                <a:cubicBezTo>
                  <a:pt x="49" y="42"/>
                  <a:pt x="49" y="42"/>
                  <a:pt x="49" y="42"/>
                </a:cubicBezTo>
                <a:cubicBezTo>
                  <a:pt x="48" y="42"/>
                  <a:pt x="47" y="42"/>
                  <a:pt x="47" y="42"/>
                </a:cubicBezTo>
                <a:cubicBezTo>
                  <a:pt x="43" y="38"/>
                  <a:pt x="43" y="38"/>
                  <a:pt x="43" y="38"/>
                </a:cubicBezTo>
                <a:cubicBezTo>
                  <a:pt x="22" y="60"/>
                  <a:pt x="22" y="60"/>
                  <a:pt x="22" y="60"/>
                </a:cubicBezTo>
                <a:cubicBezTo>
                  <a:pt x="21" y="61"/>
                  <a:pt x="20" y="61"/>
                  <a:pt x="18" y="61"/>
                </a:cubicBezTo>
                <a:cubicBezTo>
                  <a:pt x="11" y="61"/>
                  <a:pt x="11" y="61"/>
                  <a:pt x="11" y="61"/>
                </a:cubicBezTo>
                <a:cubicBezTo>
                  <a:pt x="2" y="66"/>
                  <a:pt x="2" y="66"/>
                  <a:pt x="2" y="66"/>
                </a:cubicBezTo>
                <a:cubicBezTo>
                  <a:pt x="0" y="63"/>
                  <a:pt x="0" y="63"/>
                  <a:pt x="0" y="63"/>
                </a:cubicBezTo>
                <a:cubicBezTo>
                  <a:pt x="4" y="54"/>
                  <a:pt x="4" y="54"/>
                  <a:pt x="4" y="54"/>
                </a:cubicBezTo>
                <a:cubicBezTo>
                  <a:pt x="4" y="47"/>
                  <a:pt x="4" y="47"/>
                  <a:pt x="4" y="47"/>
                </a:cubicBezTo>
                <a:cubicBezTo>
                  <a:pt x="4" y="46"/>
                  <a:pt x="5" y="45"/>
                  <a:pt x="6" y="44"/>
                </a:cubicBezTo>
                <a:cubicBezTo>
                  <a:pt x="27" y="22"/>
                  <a:pt x="27" y="22"/>
                  <a:pt x="27" y="22"/>
                </a:cubicBezTo>
                <a:cubicBezTo>
                  <a:pt x="23" y="18"/>
                  <a:pt x="23" y="18"/>
                  <a:pt x="23" y="18"/>
                </a:cubicBezTo>
                <a:cubicBezTo>
                  <a:pt x="23" y="18"/>
                  <a:pt x="23" y="17"/>
                  <a:pt x="23" y="17"/>
                </a:cubicBezTo>
                <a:cubicBezTo>
                  <a:pt x="31" y="9"/>
                  <a:pt x="31" y="9"/>
                  <a:pt x="31" y="9"/>
                </a:cubicBezTo>
                <a:cubicBezTo>
                  <a:pt x="31" y="9"/>
                  <a:pt x="32" y="9"/>
                  <a:pt x="33" y="9"/>
                </a:cubicBezTo>
                <a:cubicBezTo>
                  <a:pt x="36" y="13"/>
                  <a:pt x="36" y="13"/>
                  <a:pt x="36" y="13"/>
                </a:cubicBezTo>
                <a:cubicBezTo>
                  <a:pt x="44" y="5"/>
                  <a:pt x="44" y="5"/>
                  <a:pt x="44" y="5"/>
                </a:cubicBezTo>
                <a:cubicBezTo>
                  <a:pt x="49" y="0"/>
                  <a:pt x="56" y="0"/>
                  <a:pt x="60" y="5"/>
                </a:cubicBezTo>
                <a:cubicBezTo>
                  <a:pt x="65" y="9"/>
                  <a:pt x="65" y="17"/>
                  <a:pt x="60" y="21"/>
                </a:cubicBezTo>
                <a:close/>
                <a:moveTo>
                  <a:pt x="39" y="34"/>
                </a:moveTo>
                <a:cubicBezTo>
                  <a:pt x="32" y="27"/>
                  <a:pt x="32" y="27"/>
                  <a:pt x="32" y="27"/>
                </a:cubicBezTo>
                <a:cubicBezTo>
                  <a:pt x="11" y="47"/>
                  <a:pt x="11" y="47"/>
                  <a:pt x="11" y="47"/>
                </a:cubicBezTo>
                <a:cubicBezTo>
                  <a:pt x="11" y="54"/>
                  <a:pt x="11" y="54"/>
                  <a:pt x="11" y="54"/>
                </a:cubicBezTo>
                <a:cubicBezTo>
                  <a:pt x="18" y="54"/>
                  <a:pt x="18" y="54"/>
                  <a:pt x="18" y="54"/>
                </a:cubicBezTo>
                <a:lnTo>
                  <a:pt x="39" y="3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4" name="Freeform 83"/>
          <p:cNvSpPr/>
          <p:nvPr/>
        </p:nvSpPr>
        <p:spPr>
          <a:xfrm>
            <a:off x="988920" y="2185920"/>
            <a:ext cx="189000" cy="189000"/>
          </a:xfrm>
          <a:custGeom>
            <a:avLst/>
            <a:gdLst/>
            <a:ahLst/>
            <a:rect l="l" t="t" r="r" b="b"/>
            <a:pathLst>
              <a:path w="55" h="55">
                <a:moveTo>
                  <a:pt x="44" y="55"/>
                </a:moveTo>
                <a:cubicBezTo>
                  <a:pt x="37" y="55"/>
                  <a:pt x="37" y="55"/>
                  <a:pt x="37" y="55"/>
                </a:cubicBezTo>
                <a:cubicBezTo>
                  <a:pt x="37" y="33"/>
                  <a:pt x="37" y="33"/>
                  <a:pt x="37" y="33"/>
                </a:cubicBezTo>
                <a:cubicBezTo>
                  <a:pt x="45" y="33"/>
                  <a:pt x="45" y="33"/>
                  <a:pt x="45" y="33"/>
                </a:cubicBezTo>
                <a:cubicBezTo>
                  <a:pt x="46" y="25"/>
                  <a:pt x="46" y="25"/>
                  <a:pt x="46" y="25"/>
                </a:cubicBezTo>
                <a:cubicBezTo>
                  <a:pt x="37" y="25"/>
                  <a:pt x="37" y="25"/>
                  <a:pt x="37" y="25"/>
                </a:cubicBezTo>
                <a:cubicBezTo>
                  <a:pt x="37" y="20"/>
                  <a:pt x="37" y="20"/>
                  <a:pt x="37" y="20"/>
                </a:cubicBezTo>
                <a:cubicBezTo>
                  <a:pt x="37" y="18"/>
                  <a:pt x="38" y="16"/>
                  <a:pt x="42" y="16"/>
                </a:cubicBezTo>
                <a:cubicBezTo>
                  <a:pt x="47" y="16"/>
                  <a:pt x="47" y="16"/>
                  <a:pt x="47" y="16"/>
                </a:cubicBezTo>
                <a:cubicBezTo>
                  <a:pt x="47" y="9"/>
                  <a:pt x="47" y="9"/>
                  <a:pt x="47" y="9"/>
                </a:cubicBezTo>
                <a:cubicBezTo>
                  <a:pt x="45" y="9"/>
                  <a:pt x="43" y="8"/>
                  <a:pt x="40" y="8"/>
                </a:cubicBezTo>
                <a:cubicBezTo>
                  <a:pt x="34" y="8"/>
                  <a:pt x="29" y="12"/>
                  <a:pt x="29" y="19"/>
                </a:cubicBezTo>
                <a:cubicBezTo>
                  <a:pt x="29" y="25"/>
                  <a:pt x="29" y="25"/>
                  <a:pt x="29" y="25"/>
                </a:cubicBezTo>
                <a:cubicBezTo>
                  <a:pt x="21" y="25"/>
                  <a:pt x="21" y="25"/>
                  <a:pt x="21" y="25"/>
                </a:cubicBezTo>
                <a:cubicBezTo>
                  <a:pt x="21" y="33"/>
                  <a:pt x="21" y="33"/>
                  <a:pt x="21" y="33"/>
                </a:cubicBezTo>
                <a:cubicBezTo>
                  <a:pt x="29" y="33"/>
                  <a:pt x="29" y="33"/>
                  <a:pt x="29" y="33"/>
                </a:cubicBezTo>
                <a:cubicBezTo>
                  <a:pt x="29" y="55"/>
                  <a:pt x="29" y="55"/>
                  <a:pt x="29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5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cubicBezTo>
                  <a:pt x="55" y="45"/>
                  <a:pt x="55" y="45"/>
                  <a:pt x="55" y="45"/>
                </a:cubicBezTo>
                <a:cubicBezTo>
                  <a:pt x="55" y="50"/>
                  <a:pt x="50" y="55"/>
                  <a:pt x="44" y="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5" name="Freeform 84"/>
          <p:cNvSpPr/>
          <p:nvPr/>
        </p:nvSpPr>
        <p:spPr>
          <a:xfrm>
            <a:off x="1484280" y="2185920"/>
            <a:ext cx="220680" cy="189000"/>
          </a:xfrm>
          <a:custGeom>
            <a:avLst/>
            <a:gdLst/>
            <a:ahLst/>
            <a:rect l="l" t="t" r="r" b="b"/>
            <a:pathLst>
              <a:path w="64" h="55">
                <a:moveTo>
                  <a:pt x="0" y="54"/>
                </a:moveTo>
                <a:cubicBezTo>
                  <a:pt x="0" y="1"/>
                  <a:pt x="0" y="1"/>
                  <a:pt x="0" y="1"/>
                </a:cubicBezTo>
                <a:cubicBezTo>
                  <a:pt x="0" y="0"/>
                  <a:pt x="0" y="0"/>
                  <a:pt x="1" y="1"/>
                </a:cubicBezTo>
                <a:cubicBezTo>
                  <a:pt x="27" y="26"/>
                  <a:pt x="27" y="26"/>
                  <a:pt x="27" y="26"/>
                </a:cubicBezTo>
                <a:cubicBezTo>
                  <a:pt x="27" y="26"/>
                  <a:pt x="27" y="26"/>
                  <a:pt x="27" y="27"/>
                </a:cubicBezTo>
                <a:cubicBezTo>
                  <a:pt x="27" y="1"/>
                  <a:pt x="27" y="1"/>
                  <a:pt x="27" y="1"/>
                </a:cubicBezTo>
                <a:cubicBezTo>
                  <a:pt x="27" y="0"/>
                  <a:pt x="28" y="0"/>
                  <a:pt x="29" y="1"/>
                </a:cubicBezTo>
                <a:cubicBezTo>
                  <a:pt x="54" y="26"/>
                  <a:pt x="54" y="26"/>
                  <a:pt x="54" y="26"/>
                </a:cubicBezTo>
                <a:cubicBezTo>
                  <a:pt x="54" y="26"/>
                  <a:pt x="54" y="26"/>
                  <a:pt x="55" y="27"/>
                </a:cubicBezTo>
                <a:cubicBezTo>
                  <a:pt x="55" y="2"/>
                  <a:pt x="55" y="2"/>
                  <a:pt x="55" y="2"/>
                </a:cubicBezTo>
                <a:cubicBezTo>
                  <a:pt x="55" y="1"/>
                  <a:pt x="56" y="0"/>
                  <a:pt x="57" y="0"/>
                </a:cubicBezTo>
                <a:cubicBezTo>
                  <a:pt x="61" y="0"/>
                  <a:pt x="61" y="0"/>
                  <a:pt x="61" y="0"/>
                </a:cubicBezTo>
                <a:cubicBezTo>
                  <a:pt x="63" y="0"/>
                  <a:pt x="64" y="1"/>
                  <a:pt x="64" y="2"/>
                </a:cubicBezTo>
                <a:cubicBezTo>
                  <a:pt x="64" y="53"/>
                  <a:pt x="64" y="53"/>
                  <a:pt x="64" y="53"/>
                </a:cubicBezTo>
                <a:cubicBezTo>
                  <a:pt x="64" y="54"/>
                  <a:pt x="63" y="55"/>
                  <a:pt x="61" y="55"/>
                </a:cubicBezTo>
                <a:cubicBezTo>
                  <a:pt x="57" y="55"/>
                  <a:pt x="57" y="55"/>
                  <a:pt x="57" y="55"/>
                </a:cubicBezTo>
                <a:cubicBezTo>
                  <a:pt x="56" y="55"/>
                  <a:pt x="55" y="54"/>
                  <a:pt x="55" y="53"/>
                </a:cubicBezTo>
                <a:cubicBezTo>
                  <a:pt x="55" y="28"/>
                  <a:pt x="55" y="28"/>
                  <a:pt x="55" y="28"/>
                </a:cubicBezTo>
                <a:cubicBezTo>
                  <a:pt x="54" y="29"/>
                  <a:pt x="54" y="29"/>
                  <a:pt x="54" y="29"/>
                </a:cubicBezTo>
                <a:cubicBezTo>
                  <a:pt x="29" y="55"/>
                  <a:pt x="29" y="55"/>
                  <a:pt x="29" y="55"/>
                </a:cubicBezTo>
                <a:cubicBezTo>
                  <a:pt x="28" y="55"/>
                  <a:pt x="27" y="55"/>
                  <a:pt x="27" y="54"/>
                </a:cubicBezTo>
                <a:cubicBezTo>
                  <a:pt x="27" y="28"/>
                  <a:pt x="27" y="28"/>
                  <a:pt x="27" y="28"/>
                </a:cubicBezTo>
                <a:cubicBezTo>
                  <a:pt x="27" y="29"/>
                  <a:pt x="27" y="29"/>
                  <a:pt x="27" y="29"/>
                </a:cubicBezTo>
                <a:cubicBezTo>
                  <a:pt x="1" y="55"/>
                  <a:pt x="1" y="55"/>
                  <a:pt x="1" y="55"/>
                </a:cubicBezTo>
                <a:cubicBezTo>
                  <a:pt x="0" y="55"/>
                  <a:pt x="0" y="55"/>
                  <a:pt x="0" y="5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6" name="Freeform 85"/>
          <p:cNvSpPr/>
          <p:nvPr/>
        </p:nvSpPr>
        <p:spPr>
          <a:xfrm>
            <a:off x="1979640" y="2174760"/>
            <a:ext cx="154080" cy="217440"/>
          </a:xfrm>
          <a:custGeom>
            <a:avLst/>
            <a:gdLst/>
            <a:ahLst/>
            <a:rect l="l" t="t" r="r" b="b"/>
            <a:pathLst>
              <a:path w="45" h="63">
                <a:moveTo>
                  <a:pt x="42" y="40"/>
                </a:moveTo>
                <a:cubicBezTo>
                  <a:pt x="41" y="40"/>
                  <a:pt x="40" y="39"/>
                  <a:pt x="39" y="38"/>
                </a:cubicBezTo>
                <a:cubicBezTo>
                  <a:pt x="31" y="26"/>
                  <a:pt x="31" y="26"/>
                  <a:pt x="31" y="26"/>
                </a:cubicBezTo>
                <a:cubicBezTo>
                  <a:pt x="29" y="26"/>
                  <a:pt x="29" y="26"/>
                  <a:pt x="29" y="26"/>
                </a:cubicBezTo>
                <a:cubicBezTo>
                  <a:pt x="29" y="31"/>
                  <a:pt x="29" y="31"/>
                  <a:pt x="29" y="31"/>
                </a:cubicBezTo>
                <a:cubicBezTo>
                  <a:pt x="38" y="45"/>
                  <a:pt x="38" y="45"/>
                  <a:pt x="38" y="45"/>
                </a:cubicBezTo>
                <a:cubicBezTo>
                  <a:pt x="38" y="46"/>
                  <a:pt x="39" y="46"/>
                  <a:pt x="39" y="47"/>
                </a:cubicBezTo>
                <a:cubicBezTo>
                  <a:pt x="39" y="48"/>
                  <a:pt x="38" y="49"/>
                  <a:pt x="36" y="49"/>
                </a:cubicBezTo>
                <a:cubicBezTo>
                  <a:pt x="29" y="49"/>
                  <a:pt x="29" y="49"/>
                  <a:pt x="29" y="49"/>
                </a:cubicBezTo>
                <a:cubicBezTo>
                  <a:pt x="29" y="59"/>
                  <a:pt x="29" y="59"/>
                  <a:pt x="29" y="59"/>
                </a:cubicBezTo>
                <a:cubicBezTo>
                  <a:pt x="29" y="61"/>
                  <a:pt x="28" y="63"/>
                  <a:pt x="25" y="63"/>
                </a:cubicBezTo>
                <a:cubicBezTo>
                  <a:pt x="20" y="63"/>
                  <a:pt x="20" y="63"/>
                  <a:pt x="20" y="63"/>
                </a:cubicBezTo>
                <a:cubicBezTo>
                  <a:pt x="18" y="63"/>
                  <a:pt x="16" y="61"/>
                  <a:pt x="16" y="59"/>
                </a:cubicBezTo>
                <a:cubicBezTo>
                  <a:pt x="16" y="49"/>
                  <a:pt x="16" y="49"/>
                  <a:pt x="16" y="49"/>
                </a:cubicBezTo>
                <a:cubicBezTo>
                  <a:pt x="9" y="49"/>
                  <a:pt x="9" y="49"/>
                  <a:pt x="9" y="49"/>
                </a:cubicBezTo>
                <a:cubicBezTo>
                  <a:pt x="8" y="49"/>
                  <a:pt x="7" y="48"/>
                  <a:pt x="7" y="47"/>
                </a:cubicBezTo>
                <a:cubicBezTo>
                  <a:pt x="7" y="46"/>
                  <a:pt x="7" y="46"/>
                  <a:pt x="7" y="45"/>
                </a:cubicBezTo>
                <a:cubicBezTo>
                  <a:pt x="16" y="31"/>
                  <a:pt x="16" y="31"/>
                  <a:pt x="16" y="31"/>
                </a:cubicBezTo>
                <a:cubicBezTo>
                  <a:pt x="16" y="26"/>
                  <a:pt x="16" y="26"/>
                  <a:pt x="16" y="26"/>
                </a:cubicBezTo>
                <a:cubicBezTo>
                  <a:pt x="14" y="26"/>
                  <a:pt x="14" y="26"/>
                  <a:pt x="14" y="26"/>
                </a:cubicBezTo>
                <a:cubicBezTo>
                  <a:pt x="6" y="38"/>
                  <a:pt x="6" y="38"/>
                  <a:pt x="6" y="38"/>
                </a:cubicBezTo>
                <a:cubicBezTo>
                  <a:pt x="5" y="39"/>
                  <a:pt x="4" y="40"/>
                  <a:pt x="3" y="40"/>
                </a:cubicBezTo>
                <a:cubicBezTo>
                  <a:pt x="1" y="40"/>
                  <a:pt x="0" y="38"/>
                  <a:pt x="0" y="36"/>
                </a:cubicBezTo>
                <a:cubicBezTo>
                  <a:pt x="0" y="36"/>
                  <a:pt x="0" y="35"/>
                  <a:pt x="0" y="34"/>
                </a:cubicBezTo>
                <a:cubicBezTo>
                  <a:pt x="9" y="21"/>
                  <a:pt x="9" y="21"/>
                  <a:pt x="9" y="21"/>
                </a:cubicBezTo>
                <a:cubicBezTo>
                  <a:pt x="11" y="19"/>
                  <a:pt x="13" y="17"/>
                  <a:pt x="16" y="17"/>
                </a:cubicBezTo>
                <a:cubicBezTo>
                  <a:pt x="29" y="17"/>
                  <a:pt x="29" y="17"/>
                  <a:pt x="29" y="17"/>
                </a:cubicBezTo>
                <a:cubicBezTo>
                  <a:pt x="32" y="17"/>
                  <a:pt x="34" y="19"/>
                  <a:pt x="36" y="21"/>
                </a:cubicBezTo>
                <a:cubicBezTo>
                  <a:pt x="45" y="34"/>
                  <a:pt x="45" y="34"/>
                  <a:pt x="45" y="34"/>
                </a:cubicBezTo>
                <a:cubicBezTo>
                  <a:pt x="45" y="35"/>
                  <a:pt x="45" y="36"/>
                  <a:pt x="45" y="36"/>
                </a:cubicBezTo>
                <a:cubicBezTo>
                  <a:pt x="45" y="38"/>
                  <a:pt x="44" y="40"/>
                  <a:pt x="42" y="40"/>
                </a:cubicBezTo>
                <a:close/>
                <a:moveTo>
                  <a:pt x="23" y="16"/>
                </a:moveTo>
                <a:cubicBezTo>
                  <a:pt x="18" y="16"/>
                  <a:pt x="15" y="12"/>
                  <a:pt x="15" y="8"/>
                </a:cubicBezTo>
                <a:cubicBezTo>
                  <a:pt x="15" y="3"/>
                  <a:pt x="18" y="0"/>
                  <a:pt x="23" y="0"/>
                </a:cubicBezTo>
                <a:cubicBezTo>
                  <a:pt x="27" y="0"/>
                  <a:pt x="31" y="3"/>
                  <a:pt x="31" y="8"/>
                </a:cubicBezTo>
                <a:cubicBezTo>
                  <a:pt x="31" y="12"/>
                  <a:pt x="27" y="16"/>
                  <a:pt x="23" y="1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7" name="Freeform 86"/>
          <p:cNvSpPr/>
          <p:nvPr/>
        </p:nvSpPr>
        <p:spPr>
          <a:xfrm>
            <a:off x="2475000" y="2171880"/>
            <a:ext cx="189000" cy="220320"/>
          </a:xfrm>
          <a:custGeom>
            <a:avLst/>
            <a:gdLst/>
            <a:ahLst/>
            <a:rect l="l" t="t" r="r" b="b"/>
            <a:pathLst>
              <a:path w="55" h="64">
                <a:moveTo>
                  <a:pt x="35" y="22"/>
                </a:moveTo>
                <a:cubicBezTo>
                  <a:pt x="55" y="22"/>
                  <a:pt x="55" y="22"/>
                  <a:pt x="55" y="22"/>
                </a:cubicBezTo>
                <a:cubicBezTo>
                  <a:pt x="55" y="60"/>
                  <a:pt x="55" y="60"/>
                  <a:pt x="55" y="60"/>
                </a:cubicBezTo>
                <a:cubicBezTo>
                  <a:pt x="55" y="62"/>
                  <a:pt x="53" y="64"/>
                  <a:pt x="51" y="64"/>
                </a:cubicBezTo>
                <a:cubicBezTo>
                  <a:pt x="3" y="64"/>
                  <a:pt x="3" y="64"/>
                  <a:pt x="3" y="64"/>
                </a:cubicBezTo>
                <a:cubicBezTo>
                  <a:pt x="1" y="64"/>
                  <a:pt x="0" y="62"/>
                  <a:pt x="0" y="60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32" y="19"/>
                  <a:pt x="32" y="19"/>
                  <a:pt x="32" y="19"/>
                </a:cubicBezTo>
                <a:cubicBezTo>
                  <a:pt x="32" y="21"/>
                  <a:pt x="33" y="22"/>
                  <a:pt x="35" y="22"/>
                </a:cubicBezTo>
                <a:close/>
                <a:moveTo>
                  <a:pt x="36" y="1"/>
                </a:moveTo>
                <a:cubicBezTo>
                  <a:pt x="37" y="1"/>
                  <a:pt x="37" y="2"/>
                  <a:pt x="38" y="2"/>
                </a:cubicBezTo>
                <a:cubicBezTo>
                  <a:pt x="52" y="17"/>
                  <a:pt x="52" y="17"/>
                  <a:pt x="52" y="17"/>
                </a:cubicBezTo>
                <a:cubicBezTo>
                  <a:pt x="53" y="17"/>
                  <a:pt x="53" y="17"/>
                  <a:pt x="53" y="18"/>
                </a:cubicBezTo>
                <a:cubicBezTo>
                  <a:pt x="36" y="18"/>
                  <a:pt x="36" y="18"/>
                  <a:pt x="36" y="18"/>
                </a:cubicBezTo>
                <a:lnTo>
                  <a:pt x="36" y="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8" name="Freeform 87"/>
          <p:cNvSpPr/>
          <p:nvPr/>
        </p:nvSpPr>
        <p:spPr>
          <a:xfrm>
            <a:off x="2968560" y="2171880"/>
            <a:ext cx="189000" cy="220320"/>
          </a:xfrm>
          <a:custGeom>
            <a:avLst/>
            <a:gdLst/>
            <a:ahLst/>
            <a:rect l="l" t="t" r="r" b="b"/>
            <a:pathLst>
              <a:path w="55" h="64">
                <a:moveTo>
                  <a:pt x="55" y="19"/>
                </a:moveTo>
                <a:cubicBezTo>
                  <a:pt x="55" y="60"/>
                  <a:pt x="55" y="60"/>
                  <a:pt x="55" y="60"/>
                </a:cubicBezTo>
                <a:cubicBezTo>
                  <a:pt x="55" y="62"/>
                  <a:pt x="53" y="64"/>
                  <a:pt x="51" y="64"/>
                </a:cubicBezTo>
                <a:cubicBezTo>
                  <a:pt x="3" y="64"/>
                  <a:pt x="3" y="64"/>
                  <a:pt x="3" y="64"/>
                </a:cubicBezTo>
                <a:cubicBezTo>
                  <a:pt x="1" y="64"/>
                  <a:pt x="0" y="62"/>
                  <a:pt x="0" y="60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0"/>
                  <a:pt x="40" y="1"/>
                  <a:pt x="41" y="2"/>
                </a:cubicBezTo>
                <a:cubicBezTo>
                  <a:pt x="52" y="13"/>
                  <a:pt x="52" y="13"/>
                  <a:pt x="52" y="13"/>
                </a:cubicBezTo>
                <a:cubicBezTo>
                  <a:pt x="53" y="14"/>
                  <a:pt x="55" y="17"/>
                  <a:pt x="55" y="19"/>
                </a:cubicBezTo>
                <a:close/>
                <a:moveTo>
                  <a:pt x="50" y="22"/>
                </a:moveTo>
                <a:cubicBezTo>
                  <a:pt x="35" y="22"/>
                  <a:pt x="35" y="22"/>
                  <a:pt x="35" y="22"/>
                </a:cubicBezTo>
                <a:cubicBezTo>
                  <a:pt x="33" y="22"/>
                  <a:pt x="32" y="21"/>
                  <a:pt x="32" y="19"/>
                </a:cubicBezTo>
                <a:cubicBezTo>
                  <a:pt x="32" y="4"/>
                  <a:pt x="32" y="4"/>
                  <a:pt x="32" y="4"/>
                </a:cubicBezTo>
                <a:cubicBezTo>
                  <a:pt x="4" y="4"/>
                  <a:pt x="4" y="4"/>
                  <a:pt x="4" y="4"/>
                </a:cubicBezTo>
                <a:cubicBezTo>
                  <a:pt x="4" y="59"/>
                  <a:pt x="4" y="59"/>
                  <a:pt x="4" y="59"/>
                </a:cubicBezTo>
                <a:cubicBezTo>
                  <a:pt x="50" y="59"/>
                  <a:pt x="50" y="59"/>
                  <a:pt x="50" y="59"/>
                </a:cubicBezTo>
                <a:lnTo>
                  <a:pt x="50" y="22"/>
                </a:lnTo>
                <a:close/>
                <a:moveTo>
                  <a:pt x="23" y="31"/>
                </a:moveTo>
                <a:cubicBezTo>
                  <a:pt x="23" y="50"/>
                  <a:pt x="23" y="50"/>
                  <a:pt x="23" y="50"/>
                </a:cubicBezTo>
                <a:cubicBezTo>
                  <a:pt x="23" y="51"/>
                  <a:pt x="22" y="51"/>
                  <a:pt x="22" y="51"/>
                </a:cubicBezTo>
                <a:cubicBezTo>
                  <a:pt x="22" y="52"/>
                  <a:pt x="22" y="52"/>
                  <a:pt x="21" y="52"/>
                </a:cubicBezTo>
                <a:cubicBezTo>
                  <a:pt x="21" y="52"/>
                  <a:pt x="21" y="51"/>
                  <a:pt x="21" y="51"/>
                </a:cubicBezTo>
                <a:cubicBezTo>
                  <a:pt x="15" y="45"/>
                  <a:pt x="15" y="45"/>
                  <a:pt x="15" y="45"/>
                </a:cubicBezTo>
                <a:cubicBezTo>
                  <a:pt x="10" y="45"/>
                  <a:pt x="10" y="45"/>
                  <a:pt x="10" y="45"/>
                </a:cubicBezTo>
                <a:cubicBezTo>
                  <a:pt x="9" y="45"/>
                  <a:pt x="9" y="45"/>
                  <a:pt x="9" y="44"/>
                </a:cubicBezTo>
                <a:cubicBezTo>
                  <a:pt x="9" y="37"/>
                  <a:pt x="9" y="37"/>
                  <a:pt x="9" y="37"/>
                </a:cubicBezTo>
                <a:cubicBezTo>
                  <a:pt x="9" y="37"/>
                  <a:pt x="9" y="36"/>
                  <a:pt x="10" y="36"/>
                </a:cubicBezTo>
                <a:cubicBezTo>
                  <a:pt x="15" y="36"/>
                  <a:pt x="15" y="36"/>
                  <a:pt x="15" y="36"/>
                </a:cubicBezTo>
                <a:cubicBezTo>
                  <a:pt x="21" y="30"/>
                  <a:pt x="21" y="30"/>
                  <a:pt x="21" y="30"/>
                </a:cubicBezTo>
                <a:cubicBezTo>
                  <a:pt x="21" y="30"/>
                  <a:pt x="21" y="30"/>
                  <a:pt x="22" y="30"/>
                </a:cubicBezTo>
                <a:cubicBezTo>
                  <a:pt x="22" y="30"/>
                  <a:pt x="23" y="31"/>
                  <a:pt x="23" y="31"/>
                </a:cubicBezTo>
                <a:close/>
                <a:moveTo>
                  <a:pt x="31" y="49"/>
                </a:moveTo>
                <a:cubicBezTo>
                  <a:pt x="33" y="46"/>
                  <a:pt x="34" y="44"/>
                  <a:pt x="34" y="41"/>
                </a:cubicBezTo>
                <a:cubicBezTo>
                  <a:pt x="34" y="38"/>
                  <a:pt x="33" y="35"/>
                  <a:pt x="31" y="33"/>
                </a:cubicBezTo>
                <a:cubicBezTo>
                  <a:pt x="30" y="32"/>
                  <a:pt x="29" y="32"/>
                  <a:pt x="28" y="33"/>
                </a:cubicBezTo>
                <a:cubicBezTo>
                  <a:pt x="27" y="34"/>
                  <a:pt x="27" y="35"/>
                  <a:pt x="28" y="36"/>
                </a:cubicBezTo>
                <a:cubicBezTo>
                  <a:pt x="29" y="37"/>
                  <a:pt x="29" y="39"/>
                  <a:pt x="29" y="41"/>
                </a:cubicBezTo>
                <a:cubicBezTo>
                  <a:pt x="29" y="42"/>
                  <a:pt x="29" y="44"/>
                  <a:pt x="28" y="45"/>
                </a:cubicBezTo>
                <a:cubicBezTo>
                  <a:pt x="27" y="46"/>
                  <a:pt x="27" y="48"/>
                  <a:pt x="28" y="49"/>
                </a:cubicBezTo>
                <a:cubicBezTo>
                  <a:pt x="28" y="49"/>
                  <a:pt x="29" y="49"/>
                  <a:pt x="29" y="49"/>
                </a:cubicBezTo>
                <a:cubicBezTo>
                  <a:pt x="30" y="49"/>
                  <a:pt x="30" y="49"/>
                  <a:pt x="31" y="49"/>
                </a:cubicBezTo>
                <a:close/>
                <a:moveTo>
                  <a:pt x="39" y="54"/>
                </a:moveTo>
                <a:cubicBezTo>
                  <a:pt x="42" y="50"/>
                  <a:pt x="43" y="45"/>
                  <a:pt x="43" y="41"/>
                </a:cubicBezTo>
                <a:cubicBezTo>
                  <a:pt x="43" y="36"/>
                  <a:pt x="42" y="31"/>
                  <a:pt x="39" y="28"/>
                </a:cubicBezTo>
                <a:cubicBezTo>
                  <a:pt x="38" y="27"/>
                  <a:pt x="36" y="27"/>
                  <a:pt x="35" y="27"/>
                </a:cubicBezTo>
                <a:cubicBezTo>
                  <a:pt x="34" y="28"/>
                  <a:pt x="34" y="30"/>
                  <a:pt x="35" y="31"/>
                </a:cubicBezTo>
                <a:cubicBezTo>
                  <a:pt x="37" y="33"/>
                  <a:pt x="39" y="37"/>
                  <a:pt x="39" y="41"/>
                </a:cubicBezTo>
                <a:cubicBezTo>
                  <a:pt x="39" y="44"/>
                  <a:pt x="37" y="48"/>
                  <a:pt x="35" y="51"/>
                </a:cubicBezTo>
                <a:cubicBezTo>
                  <a:pt x="34" y="52"/>
                  <a:pt x="34" y="53"/>
                  <a:pt x="35" y="54"/>
                </a:cubicBezTo>
                <a:cubicBezTo>
                  <a:pt x="36" y="54"/>
                  <a:pt x="36" y="55"/>
                  <a:pt x="37" y="55"/>
                </a:cubicBezTo>
                <a:cubicBezTo>
                  <a:pt x="37" y="55"/>
                  <a:pt x="38" y="54"/>
                  <a:pt x="39" y="54"/>
                </a:cubicBezTo>
                <a:close/>
                <a:moveTo>
                  <a:pt x="36" y="18"/>
                </a:moveTo>
                <a:cubicBezTo>
                  <a:pt x="50" y="18"/>
                  <a:pt x="50" y="18"/>
                  <a:pt x="50" y="18"/>
                </a:cubicBezTo>
                <a:cubicBezTo>
                  <a:pt x="50" y="17"/>
                  <a:pt x="49" y="17"/>
                  <a:pt x="49" y="16"/>
                </a:cubicBezTo>
                <a:cubicBezTo>
                  <a:pt x="38" y="5"/>
                  <a:pt x="38" y="5"/>
                  <a:pt x="38" y="5"/>
                </a:cubicBezTo>
                <a:cubicBezTo>
                  <a:pt x="38" y="5"/>
                  <a:pt x="37" y="5"/>
                  <a:pt x="36" y="4"/>
                </a:cubicBezTo>
                <a:lnTo>
                  <a:pt x="36" y="1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9" name="Freeform 88"/>
          <p:cNvSpPr/>
          <p:nvPr/>
        </p:nvSpPr>
        <p:spPr>
          <a:xfrm>
            <a:off x="3463920" y="2171880"/>
            <a:ext cx="189000" cy="220320"/>
          </a:xfrm>
          <a:custGeom>
            <a:avLst/>
            <a:gdLst/>
            <a:ahLst/>
            <a:rect l="l" t="t" r="r" b="b"/>
            <a:pathLst>
              <a:path w="55" h="64">
                <a:moveTo>
                  <a:pt x="55" y="19"/>
                </a:moveTo>
                <a:cubicBezTo>
                  <a:pt x="55" y="60"/>
                  <a:pt x="55" y="60"/>
                  <a:pt x="55" y="60"/>
                </a:cubicBezTo>
                <a:cubicBezTo>
                  <a:pt x="55" y="62"/>
                  <a:pt x="53" y="64"/>
                  <a:pt x="51" y="64"/>
                </a:cubicBezTo>
                <a:cubicBezTo>
                  <a:pt x="3" y="64"/>
                  <a:pt x="3" y="64"/>
                  <a:pt x="3" y="64"/>
                </a:cubicBezTo>
                <a:cubicBezTo>
                  <a:pt x="1" y="64"/>
                  <a:pt x="0" y="62"/>
                  <a:pt x="0" y="60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0"/>
                  <a:pt x="40" y="1"/>
                  <a:pt x="41" y="2"/>
                </a:cubicBezTo>
                <a:cubicBezTo>
                  <a:pt x="52" y="13"/>
                  <a:pt x="52" y="13"/>
                  <a:pt x="52" y="13"/>
                </a:cubicBezTo>
                <a:cubicBezTo>
                  <a:pt x="53" y="14"/>
                  <a:pt x="55" y="17"/>
                  <a:pt x="55" y="19"/>
                </a:cubicBezTo>
                <a:close/>
                <a:moveTo>
                  <a:pt x="50" y="22"/>
                </a:moveTo>
                <a:cubicBezTo>
                  <a:pt x="35" y="22"/>
                  <a:pt x="35" y="22"/>
                  <a:pt x="35" y="22"/>
                </a:cubicBezTo>
                <a:cubicBezTo>
                  <a:pt x="33" y="22"/>
                  <a:pt x="32" y="21"/>
                  <a:pt x="32" y="19"/>
                </a:cubicBezTo>
                <a:cubicBezTo>
                  <a:pt x="32" y="4"/>
                  <a:pt x="32" y="4"/>
                  <a:pt x="32" y="4"/>
                </a:cubicBezTo>
                <a:cubicBezTo>
                  <a:pt x="4" y="4"/>
                  <a:pt x="4" y="4"/>
                  <a:pt x="4" y="4"/>
                </a:cubicBezTo>
                <a:cubicBezTo>
                  <a:pt x="4" y="59"/>
                  <a:pt x="4" y="59"/>
                  <a:pt x="4" y="59"/>
                </a:cubicBezTo>
                <a:cubicBezTo>
                  <a:pt x="50" y="59"/>
                  <a:pt x="50" y="59"/>
                  <a:pt x="50" y="59"/>
                </a:cubicBezTo>
                <a:lnTo>
                  <a:pt x="50" y="22"/>
                </a:lnTo>
                <a:close/>
                <a:moveTo>
                  <a:pt x="1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1"/>
                  <a:pt x="25" y="51"/>
                  <a:pt x="25" y="51"/>
                </a:cubicBezTo>
                <a:cubicBezTo>
                  <a:pt x="22" y="51"/>
                  <a:pt x="22" y="51"/>
                  <a:pt x="22" y="51"/>
                </a:cubicBezTo>
                <a:cubicBezTo>
                  <a:pt x="26" y="45"/>
                  <a:pt x="26" y="45"/>
                  <a:pt x="26" y="45"/>
                </a:cubicBezTo>
                <a:cubicBezTo>
                  <a:pt x="27" y="44"/>
                  <a:pt x="27" y="44"/>
                  <a:pt x="27" y="44"/>
                </a:cubicBezTo>
                <a:cubicBezTo>
                  <a:pt x="27" y="44"/>
                  <a:pt x="27" y="44"/>
                  <a:pt x="27" y="44"/>
                </a:cubicBezTo>
                <a:cubicBezTo>
                  <a:pt x="27" y="44"/>
                  <a:pt x="27" y="44"/>
                  <a:pt x="27" y="44"/>
                </a:cubicBezTo>
                <a:cubicBezTo>
                  <a:pt x="27" y="44"/>
                  <a:pt x="27" y="45"/>
                  <a:pt x="28" y="45"/>
                </a:cubicBezTo>
                <a:cubicBezTo>
                  <a:pt x="32" y="51"/>
                  <a:pt x="32" y="51"/>
                  <a:pt x="32" y="51"/>
                </a:cubicBezTo>
                <a:cubicBezTo>
                  <a:pt x="29" y="51"/>
                  <a:pt x="29" y="51"/>
                  <a:pt x="29" y="51"/>
                </a:cubicBezTo>
                <a:cubicBezTo>
                  <a:pt x="29" y="54"/>
                  <a:pt x="29" y="54"/>
                  <a:pt x="29" y="54"/>
                </a:cubicBezTo>
                <a:cubicBezTo>
                  <a:pt x="39" y="54"/>
                  <a:pt x="39" y="54"/>
                  <a:pt x="39" y="54"/>
                </a:cubicBezTo>
                <a:cubicBezTo>
                  <a:pt x="39" y="51"/>
                  <a:pt x="39" y="51"/>
                  <a:pt x="39" y="51"/>
                </a:cubicBezTo>
                <a:cubicBezTo>
                  <a:pt x="37" y="51"/>
                  <a:pt x="37" y="51"/>
                  <a:pt x="37" y="51"/>
                </a:cubicBezTo>
                <a:cubicBezTo>
                  <a:pt x="30" y="41"/>
                  <a:pt x="30" y="41"/>
                  <a:pt x="30" y="41"/>
                </a:cubicBezTo>
                <a:cubicBezTo>
                  <a:pt x="37" y="31"/>
                  <a:pt x="37" y="31"/>
                  <a:pt x="37" y="31"/>
                </a:cubicBezTo>
                <a:cubicBezTo>
                  <a:pt x="39" y="31"/>
                  <a:pt x="39" y="31"/>
                  <a:pt x="39" y="31"/>
                </a:cubicBezTo>
                <a:cubicBezTo>
                  <a:pt x="39" y="27"/>
                  <a:pt x="39" y="27"/>
                  <a:pt x="39" y="27"/>
                </a:cubicBezTo>
                <a:cubicBezTo>
                  <a:pt x="29" y="27"/>
                  <a:pt x="29" y="27"/>
                  <a:pt x="29" y="27"/>
                </a:cubicBezTo>
                <a:cubicBezTo>
                  <a:pt x="29" y="31"/>
                  <a:pt x="29" y="31"/>
                  <a:pt x="29" y="31"/>
                </a:cubicBezTo>
                <a:cubicBezTo>
                  <a:pt x="32" y="31"/>
                  <a:pt x="32" y="31"/>
                  <a:pt x="32" y="31"/>
                </a:cubicBezTo>
                <a:cubicBezTo>
                  <a:pt x="28" y="36"/>
                  <a:pt x="28" y="36"/>
                  <a:pt x="28" y="36"/>
                </a:cubicBezTo>
                <a:cubicBezTo>
                  <a:pt x="28" y="37"/>
                  <a:pt x="28" y="38"/>
                  <a:pt x="28" y="38"/>
                </a:cubicBezTo>
                <a:cubicBezTo>
                  <a:pt x="27" y="38"/>
                  <a:pt x="27" y="38"/>
                  <a:pt x="27" y="38"/>
                </a:cubicBezTo>
                <a:cubicBezTo>
                  <a:pt x="27" y="38"/>
                  <a:pt x="27" y="37"/>
                  <a:pt x="27" y="37"/>
                </a:cubicBezTo>
                <a:cubicBezTo>
                  <a:pt x="27" y="37"/>
                  <a:pt x="27" y="37"/>
                  <a:pt x="27" y="36"/>
                </a:cubicBezTo>
                <a:cubicBezTo>
                  <a:pt x="23" y="31"/>
                  <a:pt x="23" y="31"/>
                  <a:pt x="23" y="31"/>
                </a:cubicBezTo>
                <a:cubicBezTo>
                  <a:pt x="26" y="31"/>
                  <a:pt x="26" y="31"/>
                  <a:pt x="26" y="31"/>
                </a:cubicBezTo>
                <a:cubicBezTo>
                  <a:pt x="26" y="27"/>
                  <a:pt x="26" y="27"/>
                  <a:pt x="26" y="27"/>
                </a:cubicBezTo>
                <a:cubicBezTo>
                  <a:pt x="15" y="27"/>
                  <a:pt x="15" y="27"/>
                  <a:pt x="15" y="27"/>
                </a:cubicBezTo>
                <a:cubicBezTo>
                  <a:pt x="15" y="31"/>
                  <a:pt x="15" y="31"/>
                  <a:pt x="15" y="31"/>
                </a:cubicBezTo>
                <a:cubicBezTo>
                  <a:pt x="18" y="31"/>
                  <a:pt x="18" y="31"/>
                  <a:pt x="18" y="31"/>
                </a:cubicBezTo>
                <a:cubicBezTo>
                  <a:pt x="24" y="41"/>
                  <a:pt x="24" y="41"/>
                  <a:pt x="24" y="41"/>
                </a:cubicBezTo>
                <a:cubicBezTo>
                  <a:pt x="18" y="51"/>
                  <a:pt x="18" y="51"/>
                  <a:pt x="18" y="51"/>
                </a:cubicBezTo>
                <a:cubicBezTo>
                  <a:pt x="15" y="51"/>
                  <a:pt x="15" y="51"/>
                  <a:pt x="15" y="51"/>
                </a:cubicBezTo>
                <a:lnTo>
                  <a:pt x="15" y="54"/>
                </a:lnTo>
                <a:close/>
                <a:moveTo>
                  <a:pt x="36" y="18"/>
                </a:moveTo>
                <a:cubicBezTo>
                  <a:pt x="50" y="18"/>
                  <a:pt x="50" y="18"/>
                  <a:pt x="50" y="18"/>
                </a:cubicBezTo>
                <a:cubicBezTo>
                  <a:pt x="50" y="17"/>
                  <a:pt x="49" y="17"/>
                  <a:pt x="49" y="16"/>
                </a:cubicBezTo>
                <a:cubicBezTo>
                  <a:pt x="38" y="5"/>
                  <a:pt x="38" y="5"/>
                  <a:pt x="38" y="5"/>
                </a:cubicBezTo>
                <a:cubicBezTo>
                  <a:pt x="38" y="5"/>
                  <a:pt x="37" y="5"/>
                  <a:pt x="36" y="4"/>
                </a:cubicBezTo>
                <a:lnTo>
                  <a:pt x="36" y="1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0" name="Freeform 89"/>
          <p:cNvSpPr/>
          <p:nvPr/>
        </p:nvSpPr>
        <p:spPr>
          <a:xfrm>
            <a:off x="3959280" y="2171880"/>
            <a:ext cx="189000" cy="220320"/>
          </a:xfrm>
          <a:custGeom>
            <a:avLst/>
            <a:gdLst/>
            <a:ahLst/>
            <a:rect l="l" t="t" r="r" b="b"/>
            <a:pathLst>
              <a:path w="55" h="64">
                <a:moveTo>
                  <a:pt x="55" y="19"/>
                </a:moveTo>
                <a:cubicBezTo>
                  <a:pt x="55" y="60"/>
                  <a:pt x="55" y="60"/>
                  <a:pt x="55" y="60"/>
                </a:cubicBezTo>
                <a:cubicBezTo>
                  <a:pt x="55" y="62"/>
                  <a:pt x="53" y="64"/>
                  <a:pt x="51" y="64"/>
                </a:cubicBezTo>
                <a:cubicBezTo>
                  <a:pt x="3" y="64"/>
                  <a:pt x="3" y="64"/>
                  <a:pt x="3" y="64"/>
                </a:cubicBezTo>
                <a:cubicBezTo>
                  <a:pt x="1" y="64"/>
                  <a:pt x="0" y="62"/>
                  <a:pt x="0" y="60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0"/>
                  <a:pt x="40" y="1"/>
                  <a:pt x="41" y="2"/>
                </a:cubicBezTo>
                <a:cubicBezTo>
                  <a:pt x="52" y="13"/>
                  <a:pt x="52" y="13"/>
                  <a:pt x="52" y="13"/>
                </a:cubicBezTo>
                <a:cubicBezTo>
                  <a:pt x="53" y="14"/>
                  <a:pt x="55" y="17"/>
                  <a:pt x="55" y="19"/>
                </a:cubicBezTo>
                <a:close/>
                <a:moveTo>
                  <a:pt x="50" y="22"/>
                </a:moveTo>
                <a:cubicBezTo>
                  <a:pt x="35" y="22"/>
                  <a:pt x="35" y="22"/>
                  <a:pt x="35" y="22"/>
                </a:cubicBezTo>
                <a:cubicBezTo>
                  <a:pt x="33" y="22"/>
                  <a:pt x="32" y="21"/>
                  <a:pt x="32" y="19"/>
                </a:cubicBezTo>
                <a:cubicBezTo>
                  <a:pt x="32" y="4"/>
                  <a:pt x="32" y="4"/>
                  <a:pt x="32" y="4"/>
                </a:cubicBezTo>
                <a:cubicBezTo>
                  <a:pt x="4" y="4"/>
                  <a:pt x="4" y="4"/>
                  <a:pt x="4" y="4"/>
                </a:cubicBezTo>
                <a:cubicBezTo>
                  <a:pt x="4" y="59"/>
                  <a:pt x="4" y="59"/>
                  <a:pt x="4" y="59"/>
                </a:cubicBezTo>
                <a:cubicBezTo>
                  <a:pt x="50" y="59"/>
                  <a:pt x="50" y="59"/>
                  <a:pt x="50" y="59"/>
                </a:cubicBezTo>
                <a:lnTo>
                  <a:pt x="50" y="22"/>
                </a:lnTo>
                <a:close/>
                <a:moveTo>
                  <a:pt x="32" y="32"/>
                </a:moveTo>
                <a:cubicBezTo>
                  <a:pt x="32" y="45"/>
                  <a:pt x="32" y="45"/>
                  <a:pt x="32" y="45"/>
                </a:cubicBezTo>
                <a:cubicBezTo>
                  <a:pt x="32" y="48"/>
                  <a:pt x="30" y="50"/>
                  <a:pt x="27" y="50"/>
                </a:cubicBezTo>
                <a:cubicBezTo>
                  <a:pt x="13" y="50"/>
                  <a:pt x="13" y="50"/>
                  <a:pt x="13" y="50"/>
                </a:cubicBezTo>
                <a:cubicBezTo>
                  <a:pt x="11" y="50"/>
                  <a:pt x="9" y="48"/>
                  <a:pt x="9" y="45"/>
                </a:cubicBezTo>
                <a:cubicBezTo>
                  <a:pt x="9" y="32"/>
                  <a:pt x="9" y="32"/>
                  <a:pt x="9" y="32"/>
                </a:cubicBezTo>
                <a:cubicBezTo>
                  <a:pt x="9" y="29"/>
                  <a:pt x="11" y="27"/>
                  <a:pt x="13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30" y="27"/>
                  <a:pt x="32" y="29"/>
                  <a:pt x="32" y="32"/>
                </a:cubicBezTo>
                <a:close/>
                <a:moveTo>
                  <a:pt x="45" y="28"/>
                </a:moveTo>
                <a:cubicBezTo>
                  <a:pt x="45" y="49"/>
                  <a:pt x="45" y="49"/>
                  <a:pt x="45" y="49"/>
                </a:cubicBezTo>
                <a:cubicBezTo>
                  <a:pt x="45" y="49"/>
                  <a:pt x="45" y="50"/>
                  <a:pt x="45" y="50"/>
                </a:cubicBezTo>
                <a:cubicBezTo>
                  <a:pt x="45" y="50"/>
                  <a:pt x="44" y="50"/>
                  <a:pt x="44" y="50"/>
                </a:cubicBezTo>
                <a:cubicBezTo>
                  <a:pt x="44" y="50"/>
                  <a:pt x="44" y="50"/>
                  <a:pt x="43" y="50"/>
                </a:cubicBezTo>
                <a:cubicBezTo>
                  <a:pt x="34" y="40"/>
                  <a:pt x="34" y="40"/>
                  <a:pt x="34" y="40"/>
                </a:cubicBezTo>
                <a:cubicBezTo>
                  <a:pt x="34" y="37"/>
                  <a:pt x="34" y="37"/>
                  <a:pt x="34" y="37"/>
                </a:cubicBezTo>
                <a:cubicBezTo>
                  <a:pt x="43" y="27"/>
                  <a:pt x="43" y="27"/>
                  <a:pt x="43" y="27"/>
                </a:cubicBezTo>
                <a:cubicBezTo>
                  <a:pt x="44" y="27"/>
                  <a:pt x="44" y="27"/>
                  <a:pt x="44" y="27"/>
                </a:cubicBezTo>
                <a:cubicBezTo>
                  <a:pt x="44" y="27"/>
                  <a:pt x="45" y="27"/>
                  <a:pt x="45" y="27"/>
                </a:cubicBezTo>
                <a:cubicBezTo>
                  <a:pt x="45" y="27"/>
                  <a:pt x="45" y="28"/>
                  <a:pt x="45" y="28"/>
                </a:cubicBezTo>
                <a:close/>
                <a:moveTo>
                  <a:pt x="36" y="18"/>
                </a:moveTo>
                <a:cubicBezTo>
                  <a:pt x="50" y="18"/>
                  <a:pt x="50" y="18"/>
                  <a:pt x="50" y="18"/>
                </a:cubicBezTo>
                <a:cubicBezTo>
                  <a:pt x="50" y="17"/>
                  <a:pt x="49" y="17"/>
                  <a:pt x="49" y="16"/>
                </a:cubicBezTo>
                <a:cubicBezTo>
                  <a:pt x="38" y="5"/>
                  <a:pt x="38" y="5"/>
                  <a:pt x="38" y="5"/>
                </a:cubicBezTo>
                <a:cubicBezTo>
                  <a:pt x="38" y="5"/>
                  <a:pt x="37" y="5"/>
                  <a:pt x="36" y="4"/>
                </a:cubicBezTo>
                <a:lnTo>
                  <a:pt x="36" y="1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1" name="Freeform 90"/>
          <p:cNvSpPr/>
          <p:nvPr/>
        </p:nvSpPr>
        <p:spPr>
          <a:xfrm>
            <a:off x="4452840" y="2171880"/>
            <a:ext cx="189000" cy="220320"/>
          </a:xfrm>
          <a:custGeom>
            <a:avLst/>
            <a:gdLst/>
            <a:ahLst/>
            <a:rect l="l" t="t" r="r" b="b"/>
            <a:pathLst>
              <a:path w="55" h="64">
                <a:moveTo>
                  <a:pt x="55" y="19"/>
                </a:moveTo>
                <a:cubicBezTo>
                  <a:pt x="55" y="60"/>
                  <a:pt x="55" y="60"/>
                  <a:pt x="55" y="60"/>
                </a:cubicBezTo>
                <a:cubicBezTo>
                  <a:pt x="55" y="62"/>
                  <a:pt x="53" y="64"/>
                  <a:pt x="51" y="64"/>
                </a:cubicBezTo>
                <a:cubicBezTo>
                  <a:pt x="3" y="64"/>
                  <a:pt x="3" y="64"/>
                  <a:pt x="3" y="64"/>
                </a:cubicBezTo>
                <a:cubicBezTo>
                  <a:pt x="1" y="64"/>
                  <a:pt x="0" y="62"/>
                  <a:pt x="0" y="60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0"/>
                  <a:pt x="40" y="1"/>
                  <a:pt x="41" y="2"/>
                </a:cubicBezTo>
                <a:cubicBezTo>
                  <a:pt x="52" y="13"/>
                  <a:pt x="52" y="13"/>
                  <a:pt x="52" y="13"/>
                </a:cubicBezTo>
                <a:cubicBezTo>
                  <a:pt x="53" y="14"/>
                  <a:pt x="55" y="17"/>
                  <a:pt x="55" y="19"/>
                </a:cubicBezTo>
                <a:close/>
                <a:moveTo>
                  <a:pt x="50" y="22"/>
                </a:moveTo>
                <a:cubicBezTo>
                  <a:pt x="35" y="22"/>
                  <a:pt x="35" y="22"/>
                  <a:pt x="35" y="22"/>
                </a:cubicBezTo>
                <a:cubicBezTo>
                  <a:pt x="33" y="22"/>
                  <a:pt x="32" y="21"/>
                  <a:pt x="32" y="19"/>
                </a:cubicBezTo>
                <a:cubicBezTo>
                  <a:pt x="32" y="4"/>
                  <a:pt x="32" y="4"/>
                  <a:pt x="32" y="4"/>
                </a:cubicBezTo>
                <a:cubicBezTo>
                  <a:pt x="4" y="4"/>
                  <a:pt x="4" y="4"/>
                  <a:pt x="4" y="4"/>
                </a:cubicBezTo>
                <a:cubicBezTo>
                  <a:pt x="4" y="59"/>
                  <a:pt x="4" y="59"/>
                  <a:pt x="4" y="59"/>
                </a:cubicBezTo>
                <a:cubicBezTo>
                  <a:pt x="50" y="59"/>
                  <a:pt x="50" y="59"/>
                  <a:pt x="50" y="59"/>
                </a:cubicBezTo>
                <a:lnTo>
                  <a:pt x="50" y="22"/>
                </a:lnTo>
                <a:close/>
                <a:moveTo>
                  <a:pt x="35" y="40"/>
                </a:moveTo>
                <a:cubicBezTo>
                  <a:pt x="36" y="40"/>
                  <a:pt x="38" y="40"/>
                  <a:pt x="39" y="40"/>
                </a:cubicBezTo>
                <a:cubicBezTo>
                  <a:pt x="41" y="40"/>
                  <a:pt x="44" y="40"/>
                  <a:pt x="45" y="41"/>
                </a:cubicBezTo>
                <a:cubicBezTo>
                  <a:pt x="45" y="42"/>
                  <a:pt x="46" y="42"/>
                  <a:pt x="45" y="43"/>
                </a:cubicBezTo>
                <a:cubicBezTo>
                  <a:pt x="45" y="43"/>
                  <a:pt x="45" y="43"/>
                  <a:pt x="45" y="43"/>
                </a:cubicBezTo>
                <a:cubicBezTo>
                  <a:pt x="45" y="43"/>
                  <a:pt x="45" y="43"/>
                  <a:pt x="45" y="43"/>
                </a:cubicBezTo>
                <a:cubicBezTo>
                  <a:pt x="45" y="44"/>
                  <a:pt x="44" y="45"/>
                  <a:pt x="43" y="45"/>
                </a:cubicBezTo>
                <a:cubicBezTo>
                  <a:pt x="40" y="45"/>
                  <a:pt x="37" y="44"/>
                  <a:pt x="34" y="42"/>
                </a:cubicBezTo>
                <a:cubicBezTo>
                  <a:pt x="29" y="43"/>
                  <a:pt x="24" y="44"/>
                  <a:pt x="20" y="45"/>
                </a:cubicBezTo>
                <a:cubicBezTo>
                  <a:pt x="16" y="51"/>
                  <a:pt x="13" y="54"/>
                  <a:pt x="11" y="54"/>
                </a:cubicBezTo>
                <a:cubicBezTo>
                  <a:pt x="11" y="54"/>
                  <a:pt x="11" y="54"/>
                  <a:pt x="10" y="54"/>
                </a:cubicBezTo>
                <a:cubicBezTo>
                  <a:pt x="9" y="54"/>
                  <a:pt x="9" y="54"/>
                  <a:pt x="9" y="54"/>
                </a:cubicBezTo>
                <a:cubicBezTo>
                  <a:pt x="9" y="54"/>
                  <a:pt x="9" y="54"/>
                  <a:pt x="9" y="54"/>
                </a:cubicBezTo>
                <a:cubicBezTo>
                  <a:pt x="9" y="53"/>
                  <a:pt x="9" y="53"/>
                  <a:pt x="9" y="52"/>
                </a:cubicBezTo>
                <a:cubicBezTo>
                  <a:pt x="9" y="51"/>
                  <a:pt x="11" y="48"/>
                  <a:pt x="16" y="46"/>
                </a:cubicBezTo>
                <a:cubicBezTo>
                  <a:pt x="16" y="45"/>
                  <a:pt x="16" y="45"/>
                  <a:pt x="16" y="46"/>
                </a:cubicBezTo>
                <a:cubicBezTo>
                  <a:pt x="17" y="46"/>
                  <a:pt x="17" y="46"/>
                  <a:pt x="17" y="46"/>
                </a:cubicBezTo>
                <a:cubicBezTo>
                  <a:pt x="18" y="44"/>
                  <a:pt x="19" y="42"/>
                  <a:pt x="20" y="39"/>
                </a:cubicBezTo>
                <a:cubicBezTo>
                  <a:pt x="22" y="36"/>
                  <a:pt x="23" y="33"/>
                  <a:pt x="24" y="30"/>
                </a:cubicBezTo>
                <a:cubicBezTo>
                  <a:pt x="23" y="26"/>
                  <a:pt x="23" y="22"/>
                  <a:pt x="23" y="19"/>
                </a:cubicBezTo>
                <a:cubicBezTo>
                  <a:pt x="23" y="18"/>
                  <a:pt x="24" y="18"/>
                  <a:pt x="25" y="18"/>
                </a:cubicBezTo>
                <a:cubicBezTo>
                  <a:pt x="25" y="18"/>
                  <a:pt x="25" y="18"/>
                  <a:pt x="25" y="18"/>
                </a:cubicBezTo>
                <a:cubicBezTo>
                  <a:pt x="26" y="18"/>
                  <a:pt x="26" y="18"/>
                  <a:pt x="26" y="18"/>
                </a:cubicBezTo>
                <a:cubicBezTo>
                  <a:pt x="26" y="18"/>
                  <a:pt x="26" y="18"/>
                  <a:pt x="27" y="18"/>
                </a:cubicBezTo>
                <a:cubicBezTo>
                  <a:pt x="27" y="19"/>
                  <a:pt x="27" y="20"/>
                  <a:pt x="27" y="21"/>
                </a:cubicBezTo>
                <a:cubicBezTo>
                  <a:pt x="27" y="21"/>
                  <a:pt x="27" y="21"/>
                  <a:pt x="27" y="21"/>
                </a:cubicBezTo>
                <a:cubicBezTo>
                  <a:pt x="27" y="21"/>
                  <a:pt x="27" y="21"/>
                  <a:pt x="27" y="21"/>
                </a:cubicBezTo>
                <a:cubicBezTo>
                  <a:pt x="27" y="22"/>
                  <a:pt x="27" y="22"/>
                  <a:pt x="27" y="22"/>
                </a:cubicBezTo>
                <a:cubicBezTo>
                  <a:pt x="27" y="25"/>
                  <a:pt x="27" y="27"/>
                  <a:pt x="26" y="29"/>
                </a:cubicBezTo>
                <a:cubicBezTo>
                  <a:pt x="28" y="33"/>
                  <a:pt x="30" y="36"/>
                  <a:pt x="32" y="38"/>
                </a:cubicBezTo>
                <a:cubicBezTo>
                  <a:pt x="33" y="39"/>
                  <a:pt x="34" y="39"/>
                  <a:pt x="35" y="40"/>
                </a:cubicBezTo>
                <a:close/>
                <a:moveTo>
                  <a:pt x="16" y="47"/>
                </a:moveTo>
                <a:cubicBezTo>
                  <a:pt x="13" y="49"/>
                  <a:pt x="12" y="51"/>
                  <a:pt x="11" y="52"/>
                </a:cubicBezTo>
                <a:cubicBezTo>
                  <a:pt x="12" y="52"/>
                  <a:pt x="14" y="50"/>
                  <a:pt x="16" y="47"/>
                </a:cubicBezTo>
                <a:close/>
                <a:moveTo>
                  <a:pt x="31" y="40"/>
                </a:moveTo>
                <a:cubicBezTo>
                  <a:pt x="31" y="40"/>
                  <a:pt x="30" y="40"/>
                  <a:pt x="30" y="40"/>
                </a:cubicBezTo>
                <a:cubicBezTo>
                  <a:pt x="28" y="38"/>
                  <a:pt x="27" y="36"/>
                  <a:pt x="25" y="33"/>
                </a:cubicBezTo>
                <a:cubicBezTo>
                  <a:pt x="25" y="35"/>
                  <a:pt x="24" y="38"/>
                  <a:pt x="23" y="40"/>
                </a:cubicBezTo>
                <a:cubicBezTo>
                  <a:pt x="22" y="41"/>
                  <a:pt x="21" y="42"/>
                  <a:pt x="21" y="43"/>
                </a:cubicBezTo>
                <a:cubicBezTo>
                  <a:pt x="24" y="42"/>
                  <a:pt x="28" y="41"/>
                  <a:pt x="31" y="40"/>
                </a:cubicBezTo>
                <a:close/>
                <a:moveTo>
                  <a:pt x="25" y="24"/>
                </a:moveTo>
                <a:cubicBezTo>
                  <a:pt x="25" y="24"/>
                  <a:pt x="25" y="23"/>
                  <a:pt x="26" y="23"/>
                </a:cubicBezTo>
                <a:cubicBezTo>
                  <a:pt x="26" y="22"/>
                  <a:pt x="26" y="22"/>
                  <a:pt x="26" y="21"/>
                </a:cubicBezTo>
                <a:cubicBezTo>
                  <a:pt x="26" y="21"/>
                  <a:pt x="26" y="21"/>
                  <a:pt x="26" y="21"/>
                </a:cubicBezTo>
                <a:cubicBezTo>
                  <a:pt x="26" y="21"/>
                  <a:pt x="26" y="21"/>
                  <a:pt x="26" y="21"/>
                </a:cubicBezTo>
                <a:cubicBezTo>
                  <a:pt x="26" y="20"/>
                  <a:pt x="26" y="20"/>
                  <a:pt x="25" y="19"/>
                </a:cubicBezTo>
                <a:cubicBezTo>
                  <a:pt x="25" y="20"/>
                  <a:pt x="25" y="20"/>
                  <a:pt x="25" y="20"/>
                </a:cubicBezTo>
                <a:cubicBezTo>
                  <a:pt x="25" y="21"/>
                  <a:pt x="25" y="22"/>
                  <a:pt x="25" y="24"/>
                </a:cubicBezTo>
                <a:close/>
                <a:moveTo>
                  <a:pt x="36" y="18"/>
                </a:moveTo>
                <a:cubicBezTo>
                  <a:pt x="50" y="18"/>
                  <a:pt x="50" y="18"/>
                  <a:pt x="50" y="18"/>
                </a:cubicBezTo>
                <a:cubicBezTo>
                  <a:pt x="50" y="17"/>
                  <a:pt x="49" y="17"/>
                  <a:pt x="49" y="16"/>
                </a:cubicBezTo>
                <a:cubicBezTo>
                  <a:pt x="38" y="5"/>
                  <a:pt x="38" y="5"/>
                  <a:pt x="38" y="5"/>
                </a:cubicBezTo>
                <a:cubicBezTo>
                  <a:pt x="38" y="5"/>
                  <a:pt x="37" y="5"/>
                  <a:pt x="36" y="4"/>
                </a:cubicBezTo>
                <a:lnTo>
                  <a:pt x="36" y="18"/>
                </a:lnTo>
                <a:close/>
                <a:moveTo>
                  <a:pt x="39" y="42"/>
                </a:moveTo>
                <a:cubicBezTo>
                  <a:pt x="41" y="42"/>
                  <a:pt x="42" y="43"/>
                  <a:pt x="43" y="43"/>
                </a:cubicBezTo>
                <a:cubicBezTo>
                  <a:pt x="44" y="43"/>
                  <a:pt x="44" y="43"/>
                  <a:pt x="44" y="43"/>
                </a:cubicBezTo>
                <a:cubicBezTo>
                  <a:pt x="44" y="43"/>
                  <a:pt x="44" y="43"/>
                  <a:pt x="44" y="43"/>
                </a:cubicBezTo>
                <a:cubicBezTo>
                  <a:pt x="44" y="42"/>
                  <a:pt x="43" y="42"/>
                  <a:pt x="39" y="4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2" name="Freeform 91"/>
          <p:cNvSpPr/>
          <p:nvPr/>
        </p:nvSpPr>
        <p:spPr>
          <a:xfrm>
            <a:off x="4948200" y="2171880"/>
            <a:ext cx="189000" cy="220320"/>
          </a:xfrm>
          <a:custGeom>
            <a:avLst/>
            <a:gdLst/>
            <a:ahLst/>
            <a:rect l="l" t="t" r="r" b="b"/>
            <a:pathLst>
              <a:path w="55" h="64">
                <a:moveTo>
                  <a:pt x="55" y="19"/>
                </a:moveTo>
                <a:cubicBezTo>
                  <a:pt x="55" y="60"/>
                  <a:pt x="55" y="60"/>
                  <a:pt x="55" y="60"/>
                </a:cubicBezTo>
                <a:cubicBezTo>
                  <a:pt x="55" y="62"/>
                  <a:pt x="53" y="64"/>
                  <a:pt x="51" y="64"/>
                </a:cubicBezTo>
                <a:cubicBezTo>
                  <a:pt x="3" y="64"/>
                  <a:pt x="3" y="64"/>
                  <a:pt x="3" y="64"/>
                </a:cubicBezTo>
                <a:cubicBezTo>
                  <a:pt x="1" y="64"/>
                  <a:pt x="0" y="62"/>
                  <a:pt x="0" y="60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0"/>
                  <a:pt x="40" y="1"/>
                  <a:pt x="41" y="2"/>
                </a:cubicBezTo>
                <a:cubicBezTo>
                  <a:pt x="52" y="13"/>
                  <a:pt x="52" y="13"/>
                  <a:pt x="52" y="13"/>
                </a:cubicBezTo>
                <a:cubicBezTo>
                  <a:pt x="53" y="14"/>
                  <a:pt x="55" y="17"/>
                  <a:pt x="55" y="19"/>
                </a:cubicBezTo>
                <a:close/>
                <a:moveTo>
                  <a:pt x="50" y="22"/>
                </a:moveTo>
                <a:cubicBezTo>
                  <a:pt x="35" y="22"/>
                  <a:pt x="35" y="22"/>
                  <a:pt x="35" y="22"/>
                </a:cubicBezTo>
                <a:cubicBezTo>
                  <a:pt x="33" y="22"/>
                  <a:pt x="32" y="21"/>
                  <a:pt x="32" y="19"/>
                </a:cubicBezTo>
                <a:cubicBezTo>
                  <a:pt x="32" y="4"/>
                  <a:pt x="32" y="4"/>
                  <a:pt x="32" y="4"/>
                </a:cubicBezTo>
                <a:cubicBezTo>
                  <a:pt x="4" y="4"/>
                  <a:pt x="4" y="4"/>
                  <a:pt x="4" y="4"/>
                </a:cubicBezTo>
                <a:cubicBezTo>
                  <a:pt x="4" y="59"/>
                  <a:pt x="4" y="59"/>
                  <a:pt x="4" y="59"/>
                </a:cubicBezTo>
                <a:cubicBezTo>
                  <a:pt x="50" y="59"/>
                  <a:pt x="50" y="59"/>
                  <a:pt x="50" y="59"/>
                </a:cubicBezTo>
                <a:lnTo>
                  <a:pt x="50" y="22"/>
                </a:lnTo>
                <a:close/>
                <a:moveTo>
                  <a:pt x="9" y="29"/>
                </a:moveTo>
                <a:cubicBezTo>
                  <a:pt x="9" y="25"/>
                  <a:pt x="12" y="22"/>
                  <a:pt x="16" y="22"/>
                </a:cubicBezTo>
                <a:cubicBezTo>
                  <a:pt x="20" y="22"/>
                  <a:pt x="23" y="25"/>
                  <a:pt x="23" y="29"/>
                </a:cubicBezTo>
                <a:cubicBezTo>
                  <a:pt x="23" y="33"/>
                  <a:pt x="20" y="36"/>
                  <a:pt x="16" y="36"/>
                </a:cubicBezTo>
                <a:cubicBezTo>
                  <a:pt x="12" y="36"/>
                  <a:pt x="9" y="33"/>
                  <a:pt x="9" y="29"/>
                </a:cubicBezTo>
                <a:close/>
                <a:moveTo>
                  <a:pt x="45" y="54"/>
                </a:moveTo>
                <a:cubicBezTo>
                  <a:pt x="9" y="54"/>
                  <a:pt x="9" y="54"/>
                  <a:pt x="9" y="54"/>
                </a:cubicBezTo>
                <a:cubicBezTo>
                  <a:pt x="9" y="48"/>
                  <a:pt x="9" y="48"/>
                  <a:pt x="9" y="48"/>
                </a:cubicBezTo>
                <a:cubicBezTo>
                  <a:pt x="16" y="41"/>
                  <a:pt x="16" y="41"/>
                  <a:pt x="16" y="41"/>
                </a:cubicBezTo>
                <a:cubicBezTo>
                  <a:pt x="20" y="45"/>
                  <a:pt x="20" y="45"/>
                  <a:pt x="20" y="45"/>
                </a:cubicBezTo>
                <a:cubicBezTo>
                  <a:pt x="34" y="32"/>
                  <a:pt x="34" y="32"/>
                  <a:pt x="34" y="32"/>
                </a:cubicBezTo>
                <a:cubicBezTo>
                  <a:pt x="45" y="43"/>
                  <a:pt x="45" y="43"/>
                  <a:pt x="45" y="43"/>
                </a:cubicBezTo>
                <a:lnTo>
                  <a:pt x="45" y="54"/>
                </a:lnTo>
                <a:close/>
                <a:moveTo>
                  <a:pt x="36" y="18"/>
                </a:moveTo>
                <a:cubicBezTo>
                  <a:pt x="50" y="18"/>
                  <a:pt x="50" y="18"/>
                  <a:pt x="50" y="18"/>
                </a:cubicBezTo>
                <a:cubicBezTo>
                  <a:pt x="50" y="17"/>
                  <a:pt x="49" y="17"/>
                  <a:pt x="49" y="16"/>
                </a:cubicBezTo>
                <a:cubicBezTo>
                  <a:pt x="38" y="5"/>
                  <a:pt x="38" y="5"/>
                  <a:pt x="38" y="5"/>
                </a:cubicBezTo>
                <a:cubicBezTo>
                  <a:pt x="38" y="5"/>
                  <a:pt x="37" y="5"/>
                  <a:pt x="36" y="4"/>
                </a:cubicBezTo>
                <a:lnTo>
                  <a:pt x="36" y="1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3" name="Freeform 92"/>
          <p:cNvSpPr/>
          <p:nvPr/>
        </p:nvSpPr>
        <p:spPr>
          <a:xfrm>
            <a:off x="5443560" y="2171880"/>
            <a:ext cx="189000" cy="220320"/>
          </a:xfrm>
          <a:custGeom>
            <a:avLst/>
            <a:gdLst/>
            <a:ahLst/>
            <a:rect l="l" t="t" r="r" b="b"/>
            <a:pathLst>
              <a:path w="55" h="64">
                <a:moveTo>
                  <a:pt x="55" y="19"/>
                </a:moveTo>
                <a:cubicBezTo>
                  <a:pt x="55" y="60"/>
                  <a:pt x="55" y="60"/>
                  <a:pt x="55" y="60"/>
                </a:cubicBezTo>
                <a:cubicBezTo>
                  <a:pt x="55" y="62"/>
                  <a:pt x="53" y="64"/>
                  <a:pt x="51" y="64"/>
                </a:cubicBezTo>
                <a:cubicBezTo>
                  <a:pt x="3" y="64"/>
                  <a:pt x="3" y="64"/>
                  <a:pt x="3" y="64"/>
                </a:cubicBezTo>
                <a:cubicBezTo>
                  <a:pt x="1" y="64"/>
                  <a:pt x="0" y="62"/>
                  <a:pt x="0" y="60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0"/>
                  <a:pt x="40" y="1"/>
                  <a:pt x="41" y="2"/>
                </a:cubicBezTo>
                <a:cubicBezTo>
                  <a:pt x="52" y="13"/>
                  <a:pt x="52" y="13"/>
                  <a:pt x="52" y="13"/>
                </a:cubicBezTo>
                <a:cubicBezTo>
                  <a:pt x="53" y="14"/>
                  <a:pt x="55" y="17"/>
                  <a:pt x="55" y="19"/>
                </a:cubicBezTo>
                <a:close/>
                <a:moveTo>
                  <a:pt x="50" y="22"/>
                </a:moveTo>
                <a:cubicBezTo>
                  <a:pt x="35" y="22"/>
                  <a:pt x="35" y="22"/>
                  <a:pt x="35" y="22"/>
                </a:cubicBezTo>
                <a:cubicBezTo>
                  <a:pt x="33" y="22"/>
                  <a:pt x="32" y="21"/>
                  <a:pt x="32" y="19"/>
                </a:cubicBezTo>
                <a:cubicBezTo>
                  <a:pt x="32" y="4"/>
                  <a:pt x="32" y="4"/>
                  <a:pt x="32" y="4"/>
                </a:cubicBezTo>
                <a:cubicBezTo>
                  <a:pt x="4" y="4"/>
                  <a:pt x="4" y="4"/>
                  <a:pt x="4" y="4"/>
                </a:cubicBezTo>
                <a:cubicBezTo>
                  <a:pt x="4" y="59"/>
                  <a:pt x="4" y="59"/>
                  <a:pt x="4" y="59"/>
                </a:cubicBezTo>
                <a:cubicBezTo>
                  <a:pt x="50" y="59"/>
                  <a:pt x="50" y="59"/>
                  <a:pt x="50" y="59"/>
                </a:cubicBezTo>
                <a:lnTo>
                  <a:pt x="50" y="22"/>
                </a:lnTo>
                <a:close/>
                <a:moveTo>
                  <a:pt x="23" y="31"/>
                </a:moveTo>
                <a:cubicBezTo>
                  <a:pt x="23" y="50"/>
                  <a:pt x="23" y="50"/>
                  <a:pt x="23" y="50"/>
                </a:cubicBezTo>
                <a:cubicBezTo>
                  <a:pt x="23" y="51"/>
                  <a:pt x="22" y="51"/>
                  <a:pt x="22" y="51"/>
                </a:cubicBezTo>
                <a:cubicBezTo>
                  <a:pt x="22" y="52"/>
                  <a:pt x="22" y="52"/>
                  <a:pt x="21" y="52"/>
                </a:cubicBezTo>
                <a:cubicBezTo>
                  <a:pt x="21" y="52"/>
                  <a:pt x="21" y="51"/>
                  <a:pt x="21" y="51"/>
                </a:cubicBezTo>
                <a:cubicBezTo>
                  <a:pt x="15" y="45"/>
                  <a:pt x="15" y="45"/>
                  <a:pt x="15" y="45"/>
                </a:cubicBezTo>
                <a:cubicBezTo>
                  <a:pt x="10" y="45"/>
                  <a:pt x="10" y="45"/>
                  <a:pt x="10" y="45"/>
                </a:cubicBezTo>
                <a:cubicBezTo>
                  <a:pt x="9" y="45"/>
                  <a:pt x="9" y="45"/>
                  <a:pt x="9" y="44"/>
                </a:cubicBezTo>
                <a:cubicBezTo>
                  <a:pt x="9" y="37"/>
                  <a:pt x="9" y="37"/>
                  <a:pt x="9" y="37"/>
                </a:cubicBezTo>
                <a:cubicBezTo>
                  <a:pt x="9" y="37"/>
                  <a:pt x="9" y="36"/>
                  <a:pt x="10" y="36"/>
                </a:cubicBezTo>
                <a:cubicBezTo>
                  <a:pt x="15" y="36"/>
                  <a:pt x="15" y="36"/>
                  <a:pt x="15" y="36"/>
                </a:cubicBezTo>
                <a:cubicBezTo>
                  <a:pt x="21" y="30"/>
                  <a:pt x="21" y="30"/>
                  <a:pt x="21" y="30"/>
                </a:cubicBezTo>
                <a:cubicBezTo>
                  <a:pt x="21" y="30"/>
                  <a:pt x="21" y="30"/>
                  <a:pt x="22" y="30"/>
                </a:cubicBezTo>
                <a:cubicBezTo>
                  <a:pt x="22" y="30"/>
                  <a:pt x="23" y="31"/>
                  <a:pt x="23" y="31"/>
                </a:cubicBezTo>
                <a:close/>
                <a:moveTo>
                  <a:pt x="31" y="49"/>
                </a:moveTo>
                <a:cubicBezTo>
                  <a:pt x="33" y="46"/>
                  <a:pt x="34" y="44"/>
                  <a:pt x="34" y="41"/>
                </a:cubicBezTo>
                <a:cubicBezTo>
                  <a:pt x="34" y="38"/>
                  <a:pt x="33" y="35"/>
                  <a:pt x="31" y="33"/>
                </a:cubicBezTo>
                <a:cubicBezTo>
                  <a:pt x="30" y="32"/>
                  <a:pt x="29" y="32"/>
                  <a:pt x="28" y="33"/>
                </a:cubicBezTo>
                <a:cubicBezTo>
                  <a:pt x="27" y="34"/>
                  <a:pt x="27" y="35"/>
                  <a:pt x="28" y="36"/>
                </a:cubicBezTo>
                <a:cubicBezTo>
                  <a:pt x="29" y="37"/>
                  <a:pt x="29" y="39"/>
                  <a:pt x="29" y="41"/>
                </a:cubicBezTo>
                <a:cubicBezTo>
                  <a:pt x="29" y="42"/>
                  <a:pt x="29" y="44"/>
                  <a:pt x="28" y="45"/>
                </a:cubicBezTo>
                <a:cubicBezTo>
                  <a:pt x="27" y="46"/>
                  <a:pt x="27" y="48"/>
                  <a:pt x="28" y="49"/>
                </a:cubicBezTo>
                <a:cubicBezTo>
                  <a:pt x="28" y="49"/>
                  <a:pt x="29" y="49"/>
                  <a:pt x="29" y="49"/>
                </a:cubicBezTo>
                <a:cubicBezTo>
                  <a:pt x="30" y="49"/>
                  <a:pt x="30" y="49"/>
                  <a:pt x="31" y="49"/>
                </a:cubicBezTo>
                <a:close/>
                <a:moveTo>
                  <a:pt x="39" y="54"/>
                </a:moveTo>
                <a:cubicBezTo>
                  <a:pt x="42" y="50"/>
                  <a:pt x="43" y="45"/>
                  <a:pt x="43" y="41"/>
                </a:cubicBezTo>
                <a:cubicBezTo>
                  <a:pt x="43" y="36"/>
                  <a:pt x="42" y="31"/>
                  <a:pt x="39" y="28"/>
                </a:cubicBezTo>
                <a:cubicBezTo>
                  <a:pt x="38" y="27"/>
                  <a:pt x="36" y="27"/>
                  <a:pt x="35" y="27"/>
                </a:cubicBezTo>
                <a:cubicBezTo>
                  <a:pt x="34" y="28"/>
                  <a:pt x="34" y="30"/>
                  <a:pt x="35" y="31"/>
                </a:cubicBezTo>
                <a:cubicBezTo>
                  <a:pt x="37" y="33"/>
                  <a:pt x="39" y="37"/>
                  <a:pt x="39" y="41"/>
                </a:cubicBezTo>
                <a:cubicBezTo>
                  <a:pt x="39" y="44"/>
                  <a:pt x="37" y="48"/>
                  <a:pt x="35" y="51"/>
                </a:cubicBezTo>
                <a:cubicBezTo>
                  <a:pt x="34" y="52"/>
                  <a:pt x="34" y="53"/>
                  <a:pt x="35" y="54"/>
                </a:cubicBezTo>
                <a:cubicBezTo>
                  <a:pt x="36" y="54"/>
                  <a:pt x="36" y="55"/>
                  <a:pt x="37" y="55"/>
                </a:cubicBezTo>
                <a:cubicBezTo>
                  <a:pt x="37" y="55"/>
                  <a:pt x="38" y="54"/>
                  <a:pt x="39" y="54"/>
                </a:cubicBezTo>
                <a:close/>
                <a:moveTo>
                  <a:pt x="36" y="18"/>
                </a:moveTo>
                <a:cubicBezTo>
                  <a:pt x="50" y="18"/>
                  <a:pt x="50" y="18"/>
                  <a:pt x="50" y="18"/>
                </a:cubicBezTo>
                <a:cubicBezTo>
                  <a:pt x="50" y="17"/>
                  <a:pt x="49" y="17"/>
                  <a:pt x="49" y="16"/>
                </a:cubicBezTo>
                <a:cubicBezTo>
                  <a:pt x="38" y="5"/>
                  <a:pt x="38" y="5"/>
                  <a:pt x="38" y="5"/>
                </a:cubicBezTo>
                <a:cubicBezTo>
                  <a:pt x="38" y="5"/>
                  <a:pt x="37" y="5"/>
                  <a:pt x="36" y="4"/>
                </a:cubicBezTo>
                <a:lnTo>
                  <a:pt x="36" y="1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4" name="Freeform 93"/>
          <p:cNvSpPr/>
          <p:nvPr/>
        </p:nvSpPr>
        <p:spPr>
          <a:xfrm>
            <a:off x="5937120" y="2171880"/>
            <a:ext cx="189000" cy="220320"/>
          </a:xfrm>
          <a:custGeom>
            <a:avLst/>
            <a:gdLst/>
            <a:ahLst/>
            <a:rect l="l" t="t" r="r" b="b"/>
            <a:pathLst>
              <a:path w="55" h="64">
                <a:moveTo>
                  <a:pt x="55" y="19"/>
                </a:moveTo>
                <a:cubicBezTo>
                  <a:pt x="55" y="60"/>
                  <a:pt x="55" y="60"/>
                  <a:pt x="55" y="60"/>
                </a:cubicBezTo>
                <a:cubicBezTo>
                  <a:pt x="55" y="62"/>
                  <a:pt x="53" y="64"/>
                  <a:pt x="51" y="64"/>
                </a:cubicBezTo>
                <a:cubicBezTo>
                  <a:pt x="3" y="64"/>
                  <a:pt x="3" y="64"/>
                  <a:pt x="3" y="64"/>
                </a:cubicBezTo>
                <a:cubicBezTo>
                  <a:pt x="1" y="64"/>
                  <a:pt x="0" y="62"/>
                  <a:pt x="0" y="60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0"/>
                  <a:pt x="40" y="1"/>
                  <a:pt x="41" y="2"/>
                </a:cubicBezTo>
                <a:cubicBezTo>
                  <a:pt x="52" y="13"/>
                  <a:pt x="52" y="13"/>
                  <a:pt x="52" y="13"/>
                </a:cubicBezTo>
                <a:cubicBezTo>
                  <a:pt x="53" y="14"/>
                  <a:pt x="55" y="17"/>
                  <a:pt x="55" y="19"/>
                </a:cubicBezTo>
                <a:close/>
                <a:moveTo>
                  <a:pt x="50" y="22"/>
                </a:moveTo>
                <a:cubicBezTo>
                  <a:pt x="35" y="22"/>
                  <a:pt x="35" y="22"/>
                  <a:pt x="35" y="22"/>
                </a:cubicBezTo>
                <a:cubicBezTo>
                  <a:pt x="33" y="22"/>
                  <a:pt x="32" y="21"/>
                  <a:pt x="32" y="19"/>
                </a:cubicBezTo>
                <a:cubicBezTo>
                  <a:pt x="32" y="4"/>
                  <a:pt x="32" y="4"/>
                  <a:pt x="32" y="4"/>
                </a:cubicBezTo>
                <a:cubicBezTo>
                  <a:pt x="4" y="4"/>
                  <a:pt x="4" y="4"/>
                  <a:pt x="4" y="4"/>
                </a:cubicBezTo>
                <a:cubicBezTo>
                  <a:pt x="4" y="59"/>
                  <a:pt x="4" y="59"/>
                  <a:pt x="4" y="59"/>
                </a:cubicBezTo>
                <a:cubicBezTo>
                  <a:pt x="50" y="59"/>
                  <a:pt x="50" y="59"/>
                  <a:pt x="50" y="59"/>
                </a:cubicBezTo>
                <a:lnTo>
                  <a:pt x="50" y="22"/>
                </a:lnTo>
                <a:close/>
                <a:moveTo>
                  <a:pt x="15" y="27"/>
                </a:move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1" y="27"/>
                  <a:pt x="41" y="28"/>
                </a:cubicBezTo>
                <a:cubicBezTo>
                  <a:pt x="41" y="30"/>
                  <a:pt x="41" y="30"/>
                  <a:pt x="41" y="30"/>
                </a:cubicBezTo>
                <a:cubicBezTo>
                  <a:pt x="41" y="31"/>
                  <a:pt x="40" y="32"/>
                  <a:pt x="40" y="32"/>
                </a:cubicBezTo>
                <a:cubicBezTo>
                  <a:pt x="15" y="32"/>
                  <a:pt x="15" y="32"/>
                  <a:pt x="15" y="32"/>
                </a:cubicBezTo>
                <a:cubicBezTo>
                  <a:pt x="14" y="32"/>
                  <a:pt x="13" y="31"/>
                  <a:pt x="13" y="30"/>
                </a:cubicBezTo>
                <a:cubicBezTo>
                  <a:pt x="13" y="28"/>
                  <a:pt x="13" y="28"/>
                  <a:pt x="13" y="28"/>
                </a:cubicBezTo>
                <a:cubicBezTo>
                  <a:pt x="13" y="27"/>
                  <a:pt x="14" y="27"/>
                  <a:pt x="15" y="27"/>
                </a:cubicBezTo>
                <a:close/>
                <a:moveTo>
                  <a:pt x="41" y="37"/>
                </a:moveTo>
                <a:cubicBezTo>
                  <a:pt x="41" y="40"/>
                  <a:pt x="41" y="40"/>
                  <a:pt x="41" y="40"/>
                </a:cubicBezTo>
                <a:cubicBezTo>
                  <a:pt x="41" y="40"/>
                  <a:pt x="40" y="41"/>
                  <a:pt x="40" y="41"/>
                </a:cubicBezTo>
                <a:cubicBezTo>
                  <a:pt x="15" y="41"/>
                  <a:pt x="15" y="41"/>
                  <a:pt x="15" y="41"/>
                </a:cubicBezTo>
                <a:cubicBezTo>
                  <a:pt x="14" y="41"/>
                  <a:pt x="13" y="40"/>
                  <a:pt x="13" y="40"/>
                </a:cubicBezTo>
                <a:cubicBezTo>
                  <a:pt x="13" y="37"/>
                  <a:pt x="13" y="37"/>
                  <a:pt x="13" y="37"/>
                </a:cubicBezTo>
                <a:cubicBezTo>
                  <a:pt x="13" y="37"/>
                  <a:pt x="14" y="36"/>
                  <a:pt x="15" y="36"/>
                </a:cubicBezTo>
                <a:cubicBezTo>
                  <a:pt x="40" y="36"/>
                  <a:pt x="40" y="36"/>
                  <a:pt x="40" y="36"/>
                </a:cubicBezTo>
                <a:cubicBezTo>
                  <a:pt x="40" y="36"/>
                  <a:pt x="41" y="37"/>
                  <a:pt x="41" y="37"/>
                </a:cubicBezTo>
                <a:close/>
                <a:moveTo>
                  <a:pt x="41" y="46"/>
                </a:moveTo>
                <a:cubicBezTo>
                  <a:pt x="41" y="49"/>
                  <a:pt x="41" y="49"/>
                  <a:pt x="41" y="49"/>
                </a:cubicBezTo>
                <a:cubicBezTo>
                  <a:pt x="41" y="49"/>
                  <a:pt x="40" y="50"/>
                  <a:pt x="40" y="50"/>
                </a:cubicBezTo>
                <a:cubicBezTo>
                  <a:pt x="15" y="50"/>
                  <a:pt x="15" y="50"/>
                  <a:pt x="15" y="50"/>
                </a:cubicBezTo>
                <a:cubicBezTo>
                  <a:pt x="14" y="50"/>
                  <a:pt x="13" y="49"/>
                  <a:pt x="13" y="49"/>
                </a:cubicBezTo>
                <a:cubicBezTo>
                  <a:pt x="13" y="46"/>
                  <a:pt x="13" y="46"/>
                  <a:pt x="13" y="46"/>
                </a:cubicBezTo>
                <a:cubicBezTo>
                  <a:pt x="13" y="46"/>
                  <a:pt x="14" y="45"/>
                  <a:pt x="15" y="45"/>
                </a:cubicBezTo>
                <a:cubicBezTo>
                  <a:pt x="40" y="45"/>
                  <a:pt x="40" y="45"/>
                  <a:pt x="40" y="45"/>
                </a:cubicBezTo>
                <a:cubicBezTo>
                  <a:pt x="40" y="45"/>
                  <a:pt x="41" y="46"/>
                  <a:pt x="41" y="46"/>
                </a:cubicBezTo>
                <a:close/>
                <a:moveTo>
                  <a:pt x="36" y="18"/>
                </a:moveTo>
                <a:cubicBezTo>
                  <a:pt x="50" y="18"/>
                  <a:pt x="50" y="18"/>
                  <a:pt x="50" y="18"/>
                </a:cubicBezTo>
                <a:cubicBezTo>
                  <a:pt x="50" y="17"/>
                  <a:pt x="49" y="17"/>
                  <a:pt x="49" y="16"/>
                </a:cubicBezTo>
                <a:cubicBezTo>
                  <a:pt x="38" y="5"/>
                  <a:pt x="38" y="5"/>
                  <a:pt x="38" y="5"/>
                </a:cubicBezTo>
                <a:cubicBezTo>
                  <a:pt x="38" y="5"/>
                  <a:pt x="37" y="5"/>
                  <a:pt x="36" y="4"/>
                </a:cubicBezTo>
                <a:lnTo>
                  <a:pt x="36" y="1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5" name="Freeform 94"/>
          <p:cNvSpPr/>
          <p:nvPr/>
        </p:nvSpPr>
        <p:spPr>
          <a:xfrm>
            <a:off x="6432480" y="2171880"/>
            <a:ext cx="189000" cy="220320"/>
          </a:xfrm>
          <a:custGeom>
            <a:avLst/>
            <a:gdLst/>
            <a:ahLst/>
            <a:rect l="l" t="t" r="r" b="b"/>
            <a:pathLst>
              <a:path w="55" h="64">
                <a:moveTo>
                  <a:pt x="55" y="19"/>
                </a:moveTo>
                <a:cubicBezTo>
                  <a:pt x="55" y="60"/>
                  <a:pt x="55" y="60"/>
                  <a:pt x="55" y="60"/>
                </a:cubicBezTo>
                <a:cubicBezTo>
                  <a:pt x="55" y="62"/>
                  <a:pt x="53" y="64"/>
                  <a:pt x="51" y="64"/>
                </a:cubicBezTo>
                <a:cubicBezTo>
                  <a:pt x="3" y="64"/>
                  <a:pt x="3" y="64"/>
                  <a:pt x="3" y="64"/>
                </a:cubicBezTo>
                <a:cubicBezTo>
                  <a:pt x="1" y="64"/>
                  <a:pt x="0" y="62"/>
                  <a:pt x="0" y="60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0"/>
                  <a:pt x="40" y="1"/>
                  <a:pt x="41" y="2"/>
                </a:cubicBezTo>
                <a:cubicBezTo>
                  <a:pt x="52" y="13"/>
                  <a:pt x="52" y="13"/>
                  <a:pt x="52" y="13"/>
                </a:cubicBezTo>
                <a:cubicBezTo>
                  <a:pt x="53" y="14"/>
                  <a:pt x="55" y="17"/>
                  <a:pt x="55" y="19"/>
                </a:cubicBezTo>
                <a:close/>
                <a:moveTo>
                  <a:pt x="50" y="22"/>
                </a:moveTo>
                <a:cubicBezTo>
                  <a:pt x="35" y="22"/>
                  <a:pt x="35" y="22"/>
                  <a:pt x="35" y="22"/>
                </a:cubicBezTo>
                <a:cubicBezTo>
                  <a:pt x="33" y="22"/>
                  <a:pt x="32" y="21"/>
                  <a:pt x="32" y="19"/>
                </a:cubicBezTo>
                <a:cubicBezTo>
                  <a:pt x="32" y="4"/>
                  <a:pt x="32" y="4"/>
                  <a:pt x="32" y="4"/>
                </a:cubicBezTo>
                <a:cubicBezTo>
                  <a:pt x="4" y="4"/>
                  <a:pt x="4" y="4"/>
                  <a:pt x="4" y="4"/>
                </a:cubicBezTo>
                <a:cubicBezTo>
                  <a:pt x="4" y="59"/>
                  <a:pt x="4" y="59"/>
                  <a:pt x="4" y="59"/>
                </a:cubicBezTo>
                <a:cubicBezTo>
                  <a:pt x="50" y="59"/>
                  <a:pt x="50" y="59"/>
                  <a:pt x="50" y="59"/>
                </a:cubicBezTo>
                <a:lnTo>
                  <a:pt x="50" y="22"/>
                </a:lnTo>
                <a:close/>
                <a:moveTo>
                  <a:pt x="8" y="31"/>
                </a:moveTo>
                <a:cubicBezTo>
                  <a:pt x="11" y="31"/>
                  <a:pt x="11" y="31"/>
                  <a:pt x="11" y="31"/>
                </a:cubicBezTo>
                <a:cubicBezTo>
                  <a:pt x="16" y="54"/>
                  <a:pt x="16" y="54"/>
                  <a:pt x="16" y="54"/>
                </a:cubicBezTo>
                <a:cubicBezTo>
                  <a:pt x="22" y="54"/>
                  <a:pt x="22" y="54"/>
                  <a:pt x="22" y="54"/>
                </a:cubicBezTo>
                <a:cubicBezTo>
                  <a:pt x="27" y="37"/>
                  <a:pt x="27" y="37"/>
                  <a:pt x="27" y="37"/>
                </a:cubicBezTo>
                <a:cubicBezTo>
                  <a:pt x="27" y="37"/>
                  <a:pt x="27" y="36"/>
                  <a:pt x="27" y="35"/>
                </a:cubicBezTo>
                <a:cubicBezTo>
                  <a:pt x="27" y="35"/>
                  <a:pt x="27" y="35"/>
                  <a:pt x="27" y="35"/>
                </a:cubicBezTo>
                <a:cubicBezTo>
                  <a:pt x="27" y="35"/>
                  <a:pt x="27" y="35"/>
                  <a:pt x="27" y="35"/>
                </a:cubicBezTo>
                <a:cubicBezTo>
                  <a:pt x="27" y="35"/>
                  <a:pt x="27" y="35"/>
                  <a:pt x="27" y="35"/>
                </a:cubicBezTo>
                <a:cubicBezTo>
                  <a:pt x="27" y="36"/>
                  <a:pt x="28" y="37"/>
                  <a:pt x="28" y="37"/>
                </a:cubicBezTo>
                <a:cubicBezTo>
                  <a:pt x="32" y="54"/>
                  <a:pt x="32" y="54"/>
                  <a:pt x="32" y="54"/>
                </a:cubicBezTo>
                <a:cubicBezTo>
                  <a:pt x="38" y="54"/>
                  <a:pt x="38" y="54"/>
                  <a:pt x="38" y="54"/>
                </a:cubicBezTo>
                <a:cubicBezTo>
                  <a:pt x="44" y="31"/>
                  <a:pt x="44" y="31"/>
                  <a:pt x="44" y="31"/>
                </a:cubicBezTo>
                <a:cubicBezTo>
                  <a:pt x="46" y="31"/>
                  <a:pt x="46" y="31"/>
                  <a:pt x="46" y="31"/>
                </a:cubicBezTo>
                <a:cubicBezTo>
                  <a:pt x="46" y="27"/>
                  <a:pt x="46" y="27"/>
                  <a:pt x="46" y="27"/>
                </a:cubicBezTo>
                <a:cubicBezTo>
                  <a:pt x="36" y="27"/>
                  <a:pt x="36" y="27"/>
                  <a:pt x="36" y="27"/>
                </a:cubicBezTo>
                <a:cubicBezTo>
                  <a:pt x="36" y="31"/>
                  <a:pt x="36" y="31"/>
                  <a:pt x="36" y="31"/>
                </a:cubicBezTo>
                <a:cubicBezTo>
                  <a:pt x="39" y="31"/>
                  <a:pt x="39" y="31"/>
                  <a:pt x="39" y="31"/>
                </a:cubicBezTo>
                <a:cubicBezTo>
                  <a:pt x="35" y="46"/>
                  <a:pt x="35" y="46"/>
                  <a:pt x="35" y="46"/>
                </a:cubicBezTo>
                <a:cubicBezTo>
                  <a:pt x="35" y="47"/>
                  <a:pt x="35" y="48"/>
                  <a:pt x="35" y="48"/>
                </a:cubicBezTo>
                <a:cubicBezTo>
                  <a:pt x="35" y="49"/>
                  <a:pt x="35" y="49"/>
                  <a:pt x="35" y="49"/>
                </a:cubicBezTo>
                <a:cubicBezTo>
                  <a:pt x="35" y="49"/>
                  <a:pt x="35" y="49"/>
                  <a:pt x="35" y="49"/>
                </a:cubicBezTo>
                <a:cubicBezTo>
                  <a:pt x="35" y="49"/>
                  <a:pt x="35" y="48"/>
                  <a:pt x="35" y="48"/>
                </a:cubicBezTo>
                <a:cubicBezTo>
                  <a:pt x="35" y="48"/>
                  <a:pt x="35" y="47"/>
                  <a:pt x="34" y="46"/>
                </a:cubicBezTo>
                <a:cubicBezTo>
                  <a:pt x="29" y="27"/>
                  <a:pt x="29" y="27"/>
                  <a:pt x="29" y="27"/>
                </a:cubicBezTo>
                <a:cubicBezTo>
                  <a:pt x="25" y="27"/>
                  <a:pt x="25" y="27"/>
                  <a:pt x="25" y="27"/>
                </a:cubicBezTo>
                <a:cubicBezTo>
                  <a:pt x="20" y="46"/>
                  <a:pt x="20" y="46"/>
                  <a:pt x="20" y="46"/>
                </a:cubicBezTo>
                <a:cubicBezTo>
                  <a:pt x="20" y="47"/>
                  <a:pt x="20" y="48"/>
                  <a:pt x="20" y="48"/>
                </a:cubicBezTo>
                <a:cubicBezTo>
                  <a:pt x="20" y="49"/>
                  <a:pt x="20" y="49"/>
                  <a:pt x="20" y="49"/>
                </a:cubicBezTo>
                <a:cubicBezTo>
                  <a:pt x="19" y="49"/>
                  <a:pt x="19" y="49"/>
                  <a:pt x="19" y="49"/>
                </a:cubicBezTo>
                <a:cubicBezTo>
                  <a:pt x="19" y="48"/>
                  <a:pt x="19" y="48"/>
                  <a:pt x="19" y="48"/>
                </a:cubicBezTo>
                <a:cubicBezTo>
                  <a:pt x="19" y="48"/>
                  <a:pt x="19" y="47"/>
                  <a:pt x="19" y="46"/>
                </a:cubicBezTo>
                <a:cubicBezTo>
                  <a:pt x="16" y="31"/>
                  <a:pt x="16" y="31"/>
                  <a:pt x="16" y="31"/>
                </a:cubicBezTo>
                <a:cubicBezTo>
                  <a:pt x="19" y="31"/>
                  <a:pt x="19" y="31"/>
                  <a:pt x="19" y="31"/>
                </a:cubicBezTo>
                <a:cubicBezTo>
                  <a:pt x="19" y="27"/>
                  <a:pt x="19" y="27"/>
                  <a:pt x="19" y="27"/>
                </a:cubicBezTo>
                <a:cubicBezTo>
                  <a:pt x="8" y="27"/>
                  <a:pt x="8" y="27"/>
                  <a:pt x="8" y="27"/>
                </a:cubicBezTo>
                <a:lnTo>
                  <a:pt x="8" y="31"/>
                </a:lnTo>
                <a:close/>
                <a:moveTo>
                  <a:pt x="36" y="18"/>
                </a:moveTo>
                <a:cubicBezTo>
                  <a:pt x="50" y="18"/>
                  <a:pt x="50" y="18"/>
                  <a:pt x="50" y="18"/>
                </a:cubicBezTo>
                <a:cubicBezTo>
                  <a:pt x="50" y="17"/>
                  <a:pt x="49" y="17"/>
                  <a:pt x="49" y="16"/>
                </a:cubicBezTo>
                <a:cubicBezTo>
                  <a:pt x="38" y="5"/>
                  <a:pt x="38" y="5"/>
                  <a:pt x="38" y="5"/>
                </a:cubicBezTo>
                <a:cubicBezTo>
                  <a:pt x="38" y="5"/>
                  <a:pt x="37" y="5"/>
                  <a:pt x="36" y="4"/>
                </a:cubicBezTo>
                <a:lnTo>
                  <a:pt x="36" y="1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6" name="Freeform 95"/>
          <p:cNvSpPr/>
          <p:nvPr/>
        </p:nvSpPr>
        <p:spPr>
          <a:xfrm>
            <a:off x="6927840" y="2201760"/>
            <a:ext cx="171360" cy="173160"/>
          </a:xfrm>
          <a:custGeom>
            <a:avLst/>
            <a:gdLst/>
            <a:ahLst/>
            <a:rect l="l" t="t" r="r" b="b"/>
            <a:pathLst>
              <a:path w="50" h="50">
                <a:moveTo>
                  <a:pt x="49" y="4"/>
                </a:moveTo>
                <a:cubicBezTo>
                  <a:pt x="32" y="21"/>
                  <a:pt x="32" y="21"/>
                  <a:pt x="32" y="21"/>
                </a:cubicBezTo>
                <a:cubicBezTo>
                  <a:pt x="32" y="48"/>
                  <a:pt x="32" y="48"/>
                  <a:pt x="32" y="48"/>
                </a:cubicBezTo>
                <a:cubicBezTo>
                  <a:pt x="32" y="49"/>
                  <a:pt x="31" y="49"/>
                  <a:pt x="30" y="50"/>
                </a:cubicBezTo>
                <a:cubicBezTo>
                  <a:pt x="30" y="50"/>
                  <a:pt x="30" y="50"/>
                  <a:pt x="29" y="50"/>
                </a:cubicBezTo>
                <a:cubicBezTo>
                  <a:pt x="29" y="50"/>
                  <a:pt x="28" y="50"/>
                  <a:pt x="28" y="49"/>
                </a:cubicBezTo>
                <a:cubicBezTo>
                  <a:pt x="19" y="40"/>
                  <a:pt x="19" y="40"/>
                  <a:pt x="19" y="40"/>
                </a:cubicBezTo>
                <a:cubicBezTo>
                  <a:pt x="18" y="40"/>
                  <a:pt x="18" y="39"/>
                  <a:pt x="18" y="39"/>
                </a:cubicBezTo>
                <a:cubicBezTo>
                  <a:pt x="18" y="21"/>
                  <a:pt x="18" y="21"/>
                  <a:pt x="18" y="21"/>
                </a:cubicBezTo>
                <a:cubicBezTo>
                  <a:pt x="0" y="4"/>
                  <a:pt x="0" y="4"/>
                  <a:pt x="0" y="4"/>
                </a:cubicBezTo>
                <a:cubicBezTo>
                  <a:pt x="0" y="3"/>
                  <a:pt x="0" y="2"/>
                  <a:pt x="0" y="1"/>
                </a:cubicBezTo>
                <a:cubicBezTo>
                  <a:pt x="0" y="0"/>
                  <a:pt x="1" y="0"/>
                  <a:pt x="2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49" y="0"/>
                  <a:pt x="49" y="0"/>
                  <a:pt x="50" y="1"/>
                </a:cubicBezTo>
                <a:cubicBezTo>
                  <a:pt x="50" y="2"/>
                  <a:pt x="50" y="3"/>
                  <a:pt x="49" y="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7" name="Freeform 96"/>
          <p:cNvSpPr/>
          <p:nvPr/>
        </p:nvSpPr>
        <p:spPr>
          <a:xfrm>
            <a:off x="7429680" y="2185920"/>
            <a:ext cx="212400" cy="189000"/>
          </a:xfrm>
          <a:custGeom>
            <a:avLst/>
            <a:gdLst/>
            <a:ahLst/>
            <a:rect l="l" t="t" r="r" b="b"/>
            <a:pathLst>
              <a:path w="62" h="55">
                <a:moveTo>
                  <a:pt x="7" y="9"/>
                </a:moveTo>
                <a:cubicBezTo>
                  <a:pt x="7" y="54"/>
                  <a:pt x="7" y="54"/>
                  <a:pt x="7" y="54"/>
                </a:cubicBezTo>
                <a:cubicBezTo>
                  <a:pt x="7" y="54"/>
                  <a:pt x="6" y="55"/>
                  <a:pt x="6" y="55"/>
                </a:cubicBezTo>
                <a:cubicBezTo>
                  <a:pt x="3" y="55"/>
                  <a:pt x="3" y="55"/>
                  <a:pt x="3" y="55"/>
                </a:cubicBezTo>
                <a:cubicBezTo>
                  <a:pt x="3" y="55"/>
                  <a:pt x="2" y="54"/>
                  <a:pt x="2" y="54"/>
                </a:cubicBezTo>
                <a:cubicBezTo>
                  <a:pt x="2" y="9"/>
                  <a:pt x="2" y="9"/>
                  <a:pt x="2" y="9"/>
                </a:cubicBezTo>
                <a:cubicBezTo>
                  <a:pt x="1" y="8"/>
                  <a:pt x="0" y="6"/>
                  <a:pt x="0" y="5"/>
                </a:cubicBezTo>
                <a:cubicBezTo>
                  <a:pt x="0" y="2"/>
                  <a:pt x="2" y="0"/>
                  <a:pt x="5" y="0"/>
                </a:cubicBezTo>
                <a:cubicBezTo>
                  <a:pt x="7" y="0"/>
                  <a:pt x="9" y="2"/>
                  <a:pt x="9" y="5"/>
                </a:cubicBezTo>
                <a:cubicBezTo>
                  <a:pt x="9" y="6"/>
                  <a:pt x="8" y="8"/>
                  <a:pt x="7" y="9"/>
                </a:cubicBezTo>
                <a:close/>
                <a:moveTo>
                  <a:pt x="62" y="34"/>
                </a:moveTo>
                <a:cubicBezTo>
                  <a:pt x="62" y="35"/>
                  <a:pt x="61" y="36"/>
                  <a:pt x="60" y="36"/>
                </a:cubicBezTo>
                <a:cubicBezTo>
                  <a:pt x="60" y="36"/>
                  <a:pt x="60" y="36"/>
                  <a:pt x="60" y="37"/>
                </a:cubicBezTo>
                <a:cubicBezTo>
                  <a:pt x="58" y="38"/>
                  <a:pt x="52" y="41"/>
                  <a:pt x="47" y="41"/>
                </a:cubicBezTo>
                <a:cubicBezTo>
                  <a:pt x="45" y="41"/>
                  <a:pt x="43" y="40"/>
                  <a:pt x="41" y="39"/>
                </a:cubicBezTo>
                <a:cubicBezTo>
                  <a:pt x="40" y="39"/>
                  <a:pt x="40" y="39"/>
                  <a:pt x="40" y="39"/>
                </a:cubicBezTo>
                <a:cubicBezTo>
                  <a:pt x="36" y="37"/>
                  <a:pt x="34" y="36"/>
                  <a:pt x="29" y="36"/>
                </a:cubicBezTo>
                <a:cubicBezTo>
                  <a:pt x="24" y="36"/>
                  <a:pt x="17" y="38"/>
                  <a:pt x="13" y="41"/>
                </a:cubicBezTo>
                <a:cubicBezTo>
                  <a:pt x="12" y="41"/>
                  <a:pt x="12" y="41"/>
                  <a:pt x="11" y="41"/>
                </a:cubicBezTo>
                <a:cubicBezTo>
                  <a:pt x="11" y="41"/>
                  <a:pt x="11" y="41"/>
                  <a:pt x="10" y="41"/>
                </a:cubicBezTo>
                <a:cubicBezTo>
                  <a:pt x="10" y="41"/>
                  <a:pt x="9" y="40"/>
                  <a:pt x="9" y="39"/>
                </a:cubicBezTo>
                <a:cubicBezTo>
                  <a:pt x="9" y="12"/>
                  <a:pt x="9" y="12"/>
                  <a:pt x="9" y="12"/>
                </a:cubicBezTo>
                <a:cubicBezTo>
                  <a:pt x="9" y="12"/>
                  <a:pt x="10" y="11"/>
                  <a:pt x="10" y="11"/>
                </a:cubicBezTo>
                <a:cubicBezTo>
                  <a:pt x="13" y="9"/>
                  <a:pt x="21" y="5"/>
                  <a:pt x="28" y="5"/>
                </a:cubicBezTo>
                <a:cubicBezTo>
                  <a:pt x="34" y="5"/>
                  <a:pt x="39" y="7"/>
                  <a:pt x="43" y="9"/>
                </a:cubicBezTo>
                <a:cubicBezTo>
                  <a:pt x="44" y="9"/>
                  <a:pt x="45" y="10"/>
                  <a:pt x="46" y="10"/>
                </a:cubicBezTo>
                <a:cubicBezTo>
                  <a:pt x="50" y="10"/>
                  <a:pt x="55" y="7"/>
                  <a:pt x="57" y="6"/>
                </a:cubicBezTo>
                <a:cubicBezTo>
                  <a:pt x="58" y="5"/>
                  <a:pt x="58" y="5"/>
                  <a:pt x="58" y="5"/>
                </a:cubicBezTo>
                <a:cubicBezTo>
                  <a:pt x="59" y="5"/>
                  <a:pt x="60" y="5"/>
                  <a:pt x="61" y="5"/>
                </a:cubicBezTo>
                <a:cubicBezTo>
                  <a:pt x="61" y="5"/>
                  <a:pt x="62" y="6"/>
                  <a:pt x="62" y="7"/>
                </a:cubicBezTo>
                <a:lnTo>
                  <a:pt x="62" y="34"/>
                </a:lnTo>
                <a:close/>
                <a:moveTo>
                  <a:pt x="27" y="9"/>
                </a:moveTo>
                <a:cubicBezTo>
                  <a:pt x="23" y="10"/>
                  <a:pt x="18" y="12"/>
                  <a:pt x="14" y="14"/>
                </a:cubicBezTo>
                <a:cubicBezTo>
                  <a:pt x="14" y="21"/>
                  <a:pt x="14" y="21"/>
                  <a:pt x="14" y="21"/>
                </a:cubicBezTo>
                <a:cubicBezTo>
                  <a:pt x="18" y="18"/>
                  <a:pt x="23" y="17"/>
                  <a:pt x="27" y="16"/>
                </a:cubicBezTo>
                <a:lnTo>
                  <a:pt x="27" y="9"/>
                </a:lnTo>
                <a:close/>
                <a:moveTo>
                  <a:pt x="27" y="24"/>
                </a:moveTo>
                <a:cubicBezTo>
                  <a:pt x="23" y="25"/>
                  <a:pt x="18" y="27"/>
                  <a:pt x="14" y="29"/>
                </a:cubicBezTo>
                <a:cubicBezTo>
                  <a:pt x="14" y="35"/>
                  <a:pt x="14" y="35"/>
                  <a:pt x="14" y="35"/>
                </a:cubicBezTo>
                <a:cubicBezTo>
                  <a:pt x="18" y="33"/>
                  <a:pt x="23" y="32"/>
                  <a:pt x="27" y="31"/>
                </a:cubicBezTo>
                <a:lnTo>
                  <a:pt x="27" y="24"/>
                </a:lnTo>
                <a:close/>
                <a:moveTo>
                  <a:pt x="57" y="26"/>
                </a:moveTo>
                <a:cubicBezTo>
                  <a:pt x="54" y="28"/>
                  <a:pt x="48" y="30"/>
                  <a:pt x="43" y="29"/>
                </a:cubicBezTo>
                <a:cubicBezTo>
                  <a:pt x="43" y="21"/>
                  <a:pt x="43" y="21"/>
                  <a:pt x="43" y="21"/>
                </a:cubicBezTo>
                <a:cubicBezTo>
                  <a:pt x="43" y="21"/>
                  <a:pt x="43" y="21"/>
                  <a:pt x="42" y="20"/>
                </a:cubicBezTo>
                <a:cubicBezTo>
                  <a:pt x="38" y="18"/>
                  <a:pt x="35" y="16"/>
                  <a:pt x="29" y="16"/>
                </a:cubicBezTo>
                <a:cubicBezTo>
                  <a:pt x="29" y="16"/>
                  <a:pt x="28" y="16"/>
                  <a:pt x="27" y="16"/>
                </a:cubicBezTo>
                <a:cubicBezTo>
                  <a:pt x="27" y="24"/>
                  <a:pt x="27" y="24"/>
                  <a:pt x="27" y="24"/>
                </a:cubicBezTo>
                <a:cubicBezTo>
                  <a:pt x="28" y="24"/>
                  <a:pt x="28" y="24"/>
                  <a:pt x="28" y="24"/>
                </a:cubicBezTo>
                <a:cubicBezTo>
                  <a:pt x="34" y="24"/>
                  <a:pt x="38" y="26"/>
                  <a:pt x="42" y="28"/>
                </a:cubicBezTo>
                <a:cubicBezTo>
                  <a:pt x="43" y="29"/>
                  <a:pt x="43" y="29"/>
                  <a:pt x="43" y="29"/>
                </a:cubicBezTo>
                <a:cubicBezTo>
                  <a:pt x="43" y="36"/>
                  <a:pt x="43" y="36"/>
                  <a:pt x="43" y="36"/>
                </a:cubicBezTo>
                <a:cubicBezTo>
                  <a:pt x="44" y="36"/>
                  <a:pt x="45" y="36"/>
                  <a:pt x="47" y="36"/>
                </a:cubicBezTo>
                <a:cubicBezTo>
                  <a:pt x="51" y="36"/>
                  <a:pt x="55" y="34"/>
                  <a:pt x="57" y="33"/>
                </a:cubicBezTo>
                <a:lnTo>
                  <a:pt x="57" y="26"/>
                </a:lnTo>
                <a:close/>
                <a:moveTo>
                  <a:pt x="57" y="11"/>
                </a:moveTo>
                <a:cubicBezTo>
                  <a:pt x="54" y="12"/>
                  <a:pt x="50" y="14"/>
                  <a:pt x="46" y="14"/>
                </a:cubicBezTo>
                <a:cubicBezTo>
                  <a:pt x="45" y="14"/>
                  <a:pt x="44" y="14"/>
                  <a:pt x="43" y="14"/>
                </a:cubicBezTo>
                <a:cubicBezTo>
                  <a:pt x="43" y="21"/>
                  <a:pt x="43" y="21"/>
                  <a:pt x="43" y="21"/>
                </a:cubicBezTo>
                <a:cubicBezTo>
                  <a:pt x="48" y="22"/>
                  <a:pt x="54" y="19"/>
                  <a:pt x="57" y="18"/>
                </a:cubicBezTo>
                <a:lnTo>
                  <a:pt x="57" y="1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8" name="Freeform 97"/>
          <p:cNvSpPr/>
          <p:nvPr/>
        </p:nvSpPr>
        <p:spPr>
          <a:xfrm>
            <a:off x="7916760" y="2185920"/>
            <a:ext cx="189000" cy="189000"/>
          </a:xfrm>
          <a:custGeom>
            <a:avLst/>
            <a:gdLst/>
            <a:ahLst/>
            <a:rect l="l" t="t" r="r" b="b"/>
            <a:pathLst>
              <a:path w="55" h="55">
                <a:moveTo>
                  <a:pt x="55" y="10"/>
                </a:moveTo>
                <a:cubicBezTo>
                  <a:pt x="55" y="45"/>
                  <a:pt x="55" y="45"/>
                  <a:pt x="55" y="45"/>
                </a:cubicBez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5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close/>
                <a:moveTo>
                  <a:pt x="17" y="20"/>
                </a:moveTo>
                <a:cubicBezTo>
                  <a:pt x="13" y="20"/>
                  <a:pt x="10" y="23"/>
                  <a:pt x="10" y="28"/>
                </a:cubicBezTo>
                <a:cubicBezTo>
                  <a:pt x="10" y="32"/>
                  <a:pt x="13" y="35"/>
                  <a:pt x="17" y="35"/>
                </a:cubicBezTo>
                <a:cubicBezTo>
                  <a:pt x="21" y="35"/>
                  <a:pt x="25" y="32"/>
                  <a:pt x="25" y="28"/>
                </a:cubicBezTo>
                <a:cubicBezTo>
                  <a:pt x="25" y="23"/>
                  <a:pt x="21" y="20"/>
                  <a:pt x="17" y="20"/>
                </a:cubicBezTo>
                <a:close/>
                <a:moveTo>
                  <a:pt x="37" y="20"/>
                </a:moveTo>
                <a:cubicBezTo>
                  <a:pt x="33" y="20"/>
                  <a:pt x="30" y="23"/>
                  <a:pt x="30" y="28"/>
                </a:cubicBezTo>
                <a:cubicBezTo>
                  <a:pt x="30" y="32"/>
                  <a:pt x="33" y="35"/>
                  <a:pt x="37" y="35"/>
                </a:cubicBezTo>
                <a:cubicBezTo>
                  <a:pt x="41" y="35"/>
                  <a:pt x="45" y="32"/>
                  <a:pt x="45" y="28"/>
                </a:cubicBezTo>
                <a:cubicBezTo>
                  <a:pt x="45" y="23"/>
                  <a:pt x="41" y="20"/>
                  <a:pt x="37" y="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9" name="Freeform 98"/>
          <p:cNvSpPr/>
          <p:nvPr/>
        </p:nvSpPr>
        <p:spPr>
          <a:xfrm>
            <a:off x="8412120" y="2185920"/>
            <a:ext cx="230400" cy="171360"/>
          </a:xfrm>
          <a:custGeom>
            <a:avLst/>
            <a:gdLst/>
            <a:ahLst/>
            <a:rect l="l" t="t" r="r" b="b"/>
            <a:pathLst>
              <a:path w="67" h="50">
                <a:moveTo>
                  <a:pt x="55" y="23"/>
                </a:moveTo>
                <a:cubicBezTo>
                  <a:pt x="25" y="23"/>
                  <a:pt x="25" y="23"/>
                  <a:pt x="25" y="23"/>
                </a:cubicBezTo>
                <a:cubicBezTo>
                  <a:pt x="20" y="23"/>
                  <a:pt x="15" y="26"/>
                  <a:pt x="12" y="29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3"/>
                  <a:pt x="0" y="43"/>
                  <a:pt x="0" y="42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8" y="0"/>
                </a:cubicBezTo>
                <a:cubicBezTo>
                  <a:pt x="19" y="0"/>
                  <a:pt x="19" y="0"/>
                  <a:pt x="19" y="0"/>
                </a:cubicBezTo>
                <a:cubicBezTo>
                  <a:pt x="24" y="0"/>
                  <a:pt x="27" y="4"/>
                  <a:pt x="27" y="8"/>
                </a:cubicBezTo>
                <a:cubicBezTo>
                  <a:pt x="27" y="9"/>
                  <a:pt x="27" y="9"/>
                  <a:pt x="27" y="9"/>
                </a:cubicBezTo>
                <a:cubicBezTo>
                  <a:pt x="47" y="9"/>
                  <a:pt x="47" y="9"/>
                  <a:pt x="47" y="9"/>
                </a:cubicBezTo>
                <a:cubicBezTo>
                  <a:pt x="51" y="9"/>
                  <a:pt x="55" y="13"/>
                  <a:pt x="55" y="17"/>
                </a:cubicBezTo>
                <a:lnTo>
                  <a:pt x="55" y="23"/>
                </a:lnTo>
                <a:close/>
                <a:moveTo>
                  <a:pt x="66" y="32"/>
                </a:moveTo>
                <a:cubicBezTo>
                  <a:pt x="54" y="46"/>
                  <a:pt x="54" y="46"/>
                  <a:pt x="54" y="46"/>
                </a:cubicBezTo>
                <a:cubicBezTo>
                  <a:pt x="52" y="48"/>
                  <a:pt x="47" y="50"/>
                  <a:pt x="44" y="50"/>
                </a:cubicBezTo>
                <a:cubicBezTo>
                  <a:pt x="5" y="50"/>
                  <a:pt x="5" y="50"/>
                  <a:pt x="5" y="50"/>
                </a:cubicBezTo>
                <a:cubicBezTo>
                  <a:pt x="4" y="50"/>
                  <a:pt x="2" y="50"/>
                  <a:pt x="2" y="48"/>
                </a:cubicBezTo>
                <a:cubicBezTo>
                  <a:pt x="2" y="48"/>
                  <a:pt x="3" y="47"/>
                  <a:pt x="3" y="46"/>
                </a:cubicBezTo>
                <a:cubicBezTo>
                  <a:pt x="15" y="32"/>
                  <a:pt x="15" y="32"/>
                  <a:pt x="15" y="32"/>
                </a:cubicBezTo>
                <a:cubicBezTo>
                  <a:pt x="18" y="29"/>
                  <a:pt x="22" y="28"/>
                  <a:pt x="25" y="28"/>
                </a:cubicBezTo>
                <a:cubicBezTo>
                  <a:pt x="64" y="28"/>
                  <a:pt x="64" y="28"/>
                  <a:pt x="64" y="28"/>
                </a:cubicBezTo>
                <a:cubicBezTo>
                  <a:pt x="65" y="28"/>
                  <a:pt x="67" y="28"/>
                  <a:pt x="67" y="30"/>
                </a:cubicBezTo>
                <a:cubicBezTo>
                  <a:pt x="67" y="30"/>
                  <a:pt x="66" y="31"/>
                  <a:pt x="66" y="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0" name="Freeform 99"/>
          <p:cNvSpPr/>
          <p:nvPr/>
        </p:nvSpPr>
        <p:spPr>
          <a:xfrm>
            <a:off x="8869320" y="2171880"/>
            <a:ext cx="150840" cy="203040"/>
          </a:xfrm>
          <a:custGeom>
            <a:avLst/>
            <a:gdLst/>
            <a:ahLst/>
            <a:rect l="l" t="t" r="r" b="b"/>
            <a:pathLst>
              <a:path w="44" h="59">
                <a:moveTo>
                  <a:pt x="37" y="35"/>
                </a:moveTo>
                <a:cubicBezTo>
                  <a:pt x="37" y="37"/>
                  <a:pt x="36" y="40"/>
                  <a:pt x="32" y="40"/>
                </a:cubicBezTo>
                <a:cubicBezTo>
                  <a:pt x="29" y="40"/>
                  <a:pt x="23" y="40"/>
                  <a:pt x="22" y="40"/>
                </a:cubicBezTo>
                <a:cubicBezTo>
                  <a:pt x="22" y="40"/>
                  <a:pt x="22" y="40"/>
                  <a:pt x="21" y="40"/>
                </a:cubicBezTo>
                <a:cubicBezTo>
                  <a:pt x="21" y="40"/>
                  <a:pt x="21" y="41"/>
                  <a:pt x="6" y="58"/>
                </a:cubicBezTo>
                <a:cubicBezTo>
                  <a:pt x="5" y="59"/>
                  <a:pt x="3" y="59"/>
                  <a:pt x="2" y="59"/>
                </a:cubicBezTo>
                <a:cubicBezTo>
                  <a:pt x="2" y="58"/>
                  <a:pt x="0" y="58"/>
                  <a:pt x="0" y="55"/>
                </a:cubicBezTo>
                <a:cubicBezTo>
                  <a:pt x="0" y="7"/>
                  <a:pt x="0" y="5"/>
                  <a:pt x="0" y="5"/>
                </a:cubicBezTo>
                <a:cubicBezTo>
                  <a:pt x="0" y="3"/>
                  <a:pt x="2" y="0"/>
                  <a:pt x="6" y="0"/>
                </a:cubicBezTo>
                <a:cubicBezTo>
                  <a:pt x="6" y="0"/>
                  <a:pt x="10" y="0"/>
                  <a:pt x="38" y="0"/>
                </a:cubicBezTo>
                <a:cubicBezTo>
                  <a:pt x="42" y="0"/>
                  <a:pt x="44" y="2"/>
                  <a:pt x="43" y="7"/>
                </a:cubicBezTo>
                <a:cubicBezTo>
                  <a:pt x="41" y="14"/>
                  <a:pt x="37" y="34"/>
                  <a:pt x="37" y="35"/>
                </a:cubicBezTo>
                <a:close/>
                <a:moveTo>
                  <a:pt x="36" y="8"/>
                </a:moveTo>
                <a:cubicBezTo>
                  <a:pt x="36" y="7"/>
                  <a:pt x="35" y="6"/>
                  <a:pt x="34" y="6"/>
                </a:cubicBezTo>
                <a:cubicBezTo>
                  <a:pt x="34" y="6"/>
                  <a:pt x="33" y="6"/>
                  <a:pt x="9" y="6"/>
                </a:cubicBezTo>
                <a:cubicBezTo>
                  <a:pt x="8" y="6"/>
                  <a:pt x="7" y="7"/>
                  <a:pt x="7" y="8"/>
                </a:cubicBezTo>
                <a:cubicBezTo>
                  <a:pt x="7" y="47"/>
                  <a:pt x="7" y="47"/>
                  <a:pt x="7" y="47"/>
                </a:cubicBezTo>
                <a:cubicBezTo>
                  <a:pt x="7" y="47"/>
                  <a:pt x="7" y="47"/>
                  <a:pt x="7" y="47"/>
                </a:cubicBezTo>
                <a:cubicBezTo>
                  <a:pt x="16" y="36"/>
                  <a:pt x="17" y="35"/>
                  <a:pt x="17" y="35"/>
                </a:cubicBezTo>
                <a:cubicBezTo>
                  <a:pt x="19" y="34"/>
                  <a:pt x="19" y="33"/>
                  <a:pt x="21" y="33"/>
                </a:cubicBezTo>
                <a:cubicBezTo>
                  <a:pt x="28" y="33"/>
                  <a:pt x="29" y="33"/>
                  <a:pt x="29" y="33"/>
                </a:cubicBezTo>
                <a:cubicBezTo>
                  <a:pt x="30" y="33"/>
                  <a:pt x="31" y="32"/>
                  <a:pt x="31" y="32"/>
                </a:cubicBezTo>
                <a:cubicBezTo>
                  <a:pt x="31" y="31"/>
                  <a:pt x="32" y="26"/>
                  <a:pt x="32" y="25"/>
                </a:cubicBezTo>
                <a:cubicBezTo>
                  <a:pt x="33" y="24"/>
                  <a:pt x="32" y="23"/>
                  <a:pt x="31" y="23"/>
                </a:cubicBezTo>
                <a:cubicBezTo>
                  <a:pt x="31" y="23"/>
                  <a:pt x="30" y="23"/>
                  <a:pt x="20" y="23"/>
                </a:cubicBezTo>
                <a:cubicBezTo>
                  <a:pt x="19" y="23"/>
                  <a:pt x="18" y="22"/>
                  <a:pt x="18" y="20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8"/>
                  <a:pt x="19" y="17"/>
                  <a:pt x="20" y="17"/>
                </a:cubicBezTo>
                <a:cubicBezTo>
                  <a:pt x="32" y="17"/>
                  <a:pt x="33" y="17"/>
                  <a:pt x="33" y="17"/>
                </a:cubicBezTo>
                <a:cubicBezTo>
                  <a:pt x="33" y="17"/>
                  <a:pt x="34" y="16"/>
                  <a:pt x="34" y="15"/>
                </a:cubicBezTo>
                <a:lnTo>
                  <a:pt x="36" y="8"/>
                </a:lnTo>
                <a:close/>
                <a:moveTo>
                  <a:pt x="37" y="35"/>
                </a:moveTo>
                <a:cubicBezTo>
                  <a:pt x="37" y="34"/>
                  <a:pt x="41" y="14"/>
                  <a:pt x="43" y="7"/>
                </a:cubicBezTo>
                <a:lnTo>
                  <a:pt x="37" y="3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1" name="Freeform 100"/>
          <p:cNvSpPr/>
          <p:nvPr/>
        </p:nvSpPr>
        <p:spPr>
          <a:xfrm>
            <a:off x="79200" y="2630520"/>
            <a:ext cx="212760" cy="209520"/>
          </a:xfrm>
          <a:custGeom>
            <a:avLst/>
            <a:gdLst/>
            <a:ahLst/>
            <a:rect l="l" t="t" r="r" b="b"/>
            <a:pathLst>
              <a:path w="62" h="61">
                <a:moveTo>
                  <a:pt x="61" y="56"/>
                </a:moveTo>
                <a:cubicBezTo>
                  <a:pt x="57" y="60"/>
                  <a:pt x="57" y="60"/>
                  <a:pt x="57" y="60"/>
                </a:cubicBezTo>
                <a:cubicBezTo>
                  <a:pt x="56" y="61"/>
                  <a:pt x="55" y="61"/>
                  <a:pt x="54" y="61"/>
                </a:cubicBezTo>
                <a:cubicBezTo>
                  <a:pt x="52" y="61"/>
                  <a:pt x="51" y="61"/>
                  <a:pt x="50" y="60"/>
                </a:cubicBezTo>
                <a:cubicBezTo>
                  <a:pt x="37" y="47"/>
                  <a:pt x="37" y="47"/>
                  <a:pt x="37" y="47"/>
                </a:cubicBezTo>
                <a:cubicBezTo>
                  <a:pt x="37" y="46"/>
                  <a:pt x="36" y="45"/>
                  <a:pt x="36" y="44"/>
                </a:cubicBezTo>
                <a:cubicBezTo>
                  <a:pt x="36" y="43"/>
                  <a:pt x="37" y="41"/>
                  <a:pt x="38" y="40"/>
                </a:cubicBezTo>
                <a:cubicBezTo>
                  <a:pt x="28" y="31"/>
                  <a:pt x="28" y="31"/>
                  <a:pt x="28" y="31"/>
                </a:cubicBezTo>
                <a:cubicBezTo>
                  <a:pt x="24" y="36"/>
                  <a:pt x="24" y="36"/>
                  <a:pt x="24" y="36"/>
                </a:cubicBezTo>
                <a:cubicBezTo>
                  <a:pt x="24" y="36"/>
                  <a:pt x="23" y="36"/>
                  <a:pt x="23" y="36"/>
                </a:cubicBezTo>
                <a:cubicBezTo>
                  <a:pt x="22" y="36"/>
                  <a:pt x="22" y="36"/>
                  <a:pt x="22" y="36"/>
                </a:cubicBezTo>
                <a:cubicBezTo>
                  <a:pt x="23" y="37"/>
                  <a:pt x="24" y="38"/>
                  <a:pt x="24" y="39"/>
                </a:cubicBezTo>
                <a:cubicBezTo>
                  <a:pt x="24" y="40"/>
                  <a:pt x="23" y="41"/>
                  <a:pt x="23" y="42"/>
                </a:cubicBezTo>
                <a:cubicBezTo>
                  <a:pt x="21" y="43"/>
                  <a:pt x="20" y="45"/>
                  <a:pt x="18" y="45"/>
                </a:cubicBezTo>
                <a:cubicBezTo>
                  <a:pt x="17" y="45"/>
                  <a:pt x="16" y="44"/>
                  <a:pt x="16" y="44"/>
                </a:cubicBezTo>
                <a:cubicBezTo>
                  <a:pt x="1" y="29"/>
                  <a:pt x="1" y="29"/>
                  <a:pt x="1" y="29"/>
                </a:cubicBezTo>
                <a:cubicBezTo>
                  <a:pt x="1" y="29"/>
                  <a:pt x="0" y="28"/>
                  <a:pt x="0" y="27"/>
                </a:cubicBezTo>
                <a:cubicBezTo>
                  <a:pt x="0" y="25"/>
                  <a:pt x="2" y="24"/>
                  <a:pt x="3" y="22"/>
                </a:cubicBezTo>
                <a:cubicBezTo>
                  <a:pt x="4" y="22"/>
                  <a:pt x="5" y="21"/>
                  <a:pt x="6" y="21"/>
                </a:cubicBezTo>
                <a:cubicBezTo>
                  <a:pt x="7" y="21"/>
                  <a:pt x="8" y="22"/>
                  <a:pt x="9" y="23"/>
                </a:cubicBezTo>
                <a:cubicBezTo>
                  <a:pt x="9" y="23"/>
                  <a:pt x="9" y="23"/>
                  <a:pt x="9" y="22"/>
                </a:cubicBezTo>
                <a:cubicBezTo>
                  <a:pt x="9" y="22"/>
                  <a:pt x="9" y="21"/>
                  <a:pt x="9" y="21"/>
                </a:cubicBezTo>
                <a:cubicBezTo>
                  <a:pt x="22" y="9"/>
                  <a:pt x="22" y="9"/>
                  <a:pt x="22" y="9"/>
                </a:cubicBezTo>
                <a:cubicBezTo>
                  <a:pt x="22" y="8"/>
                  <a:pt x="22" y="8"/>
                  <a:pt x="23" y="8"/>
                </a:cubicBezTo>
                <a:cubicBezTo>
                  <a:pt x="23" y="8"/>
                  <a:pt x="24" y="8"/>
                  <a:pt x="24" y="9"/>
                </a:cubicBezTo>
                <a:cubicBezTo>
                  <a:pt x="23" y="7"/>
                  <a:pt x="22" y="7"/>
                  <a:pt x="22" y="5"/>
                </a:cubicBezTo>
                <a:cubicBezTo>
                  <a:pt x="22" y="4"/>
                  <a:pt x="22" y="3"/>
                  <a:pt x="23" y="3"/>
                </a:cubicBezTo>
                <a:cubicBezTo>
                  <a:pt x="24" y="1"/>
                  <a:pt x="25" y="0"/>
                  <a:pt x="27" y="0"/>
                </a:cubicBezTo>
                <a:cubicBezTo>
                  <a:pt x="28" y="0"/>
                  <a:pt x="29" y="0"/>
                  <a:pt x="30" y="1"/>
                </a:cubicBezTo>
                <a:cubicBezTo>
                  <a:pt x="44" y="15"/>
                  <a:pt x="44" y="15"/>
                  <a:pt x="44" y="15"/>
                </a:cubicBezTo>
                <a:cubicBezTo>
                  <a:pt x="45" y="16"/>
                  <a:pt x="45" y="17"/>
                  <a:pt x="45" y="18"/>
                </a:cubicBezTo>
                <a:cubicBezTo>
                  <a:pt x="45" y="20"/>
                  <a:pt x="44" y="21"/>
                  <a:pt x="42" y="22"/>
                </a:cubicBezTo>
                <a:cubicBezTo>
                  <a:pt x="42" y="23"/>
                  <a:pt x="41" y="23"/>
                  <a:pt x="40" y="23"/>
                </a:cubicBezTo>
                <a:cubicBezTo>
                  <a:pt x="38" y="23"/>
                  <a:pt x="37" y="22"/>
                  <a:pt x="36" y="21"/>
                </a:cubicBezTo>
                <a:cubicBezTo>
                  <a:pt x="37" y="21"/>
                  <a:pt x="37" y="22"/>
                  <a:pt x="37" y="22"/>
                </a:cubicBezTo>
                <a:cubicBezTo>
                  <a:pt x="37" y="23"/>
                  <a:pt x="37" y="23"/>
                  <a:pt x="36" y="23"/>
                </a:cubicBezTo>
                <a:cubicBezTo>
                  <a:pt x="32" y="28"/>
                  <a:pt x="32" y="28"/>
                  <a:pt x="32" y="28"/>
                </a:cubicBezTo>
                <a:cubicBezTo>
                  <a:pt x="41" y="37"/>
                  <a:pt x="41" y="37"/>
                  <a:pt x="41" y="37"/>
                </a:cubicBezTo>
                <a:cubicBezTo>
                  <a:pt x="42" y="36"/>
                  <a:pt x="43" y="35"/>
                  <a:pt x="44" y="35"/>
                </a:cubicBezTo>
                <a:cubicBezTo>
                  <a:pt x="46" y="35"/>
                  <a:pt x="47" y="36"/>
                  <a:pt x="48" y="37"/>
                </a:cubicBezTo>
                <a:cubicBezTo>
                  <a:pt x="61" y="50"/>
                  <a:pt x="61" y="50"/>
                  <a:pt x="61" y="50"/>
                </a:cubicBezTo>
                <a:cubicBezTo>
                  <a:pt x="61" y="51"/>
                  <a:pt x="62" y="52"/>
                  <a:pt x="62" y="53"/>
                </a:cubicBezTo>
                <a:cubicBezTo>
                  <a:pt x="62" y="54"/>
                  <a:pt x="61" y="55"/>
                  <a:pt x="61" y="5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2" name="Freeform 101"/>
          <p:cNvSpPr/>
          <p:nvPr/>
        </p:nvSpPr>
        <p:spPr>
          <a:xfrm>
            <a:off x="495360" y="2627280"/>
            <a:ext cx="233280" cy="216000"/>
          </a:xfrm>
          <a:custGeom>
            <a:avLst/>
            <a:gdLst/>
            <a:ahLst/>
            <a:rect l="l" t="t" r="r" b="b"/>
            <a:pathLst>
              <a:path w="68" h="63">
                <a:moveTo>
                  <a:pt x="45" y="35"/>
                </a:moveTo>
                <a:cubicBezTo>
                  <a:pt x="45" y="35"/>
                  <a:pt x="45" y="36"/>
                  <a:pt x="45" y="36"/>
                </a:cubicBezTo>
                <a:cubicBezTo>
                  <a:pt x="39" y="36"/>
                  <a:pt x="39" y="36"/>
                  <a:pt x="39" y="36"/>
                </a:cubicBezTo>
                <a:cubicBezTo>
                  <a:pt x="39" y="37"/>
                  <a:pt x="38" y="38"/>
                  <a:pt x="38" y="39"/>
                </a:cubicBezTo>
                <a:cubicBezTo>
                  <a:pt x="39" y="41"/>
                  <a:pt x="40" y="42"/>
                  <a:pt x="41" y="43"/>
                </a:cubicBezTo>
                <a:cubicBezTo>
                  <a:pt x="41" y="43"/>
                  <a:pt x="41" y="44"/>
                  <a:pt x="41" y="44"/>
                </a:cubicBezTo>
                <a:cubicBezTo>
                  <a:pt x="41" y="44"/>
                  <a:pt x="41" y="44"/>
                  <a:pt x="41" y="45"/>
                </a:cubicBezTo>
                <a:cubicBezTo>
                  <a:pt x="40" y="46"/>
                  <a:pt x="36" y="50"/>
                  <a:pt x="35" y="50"/>
                </a:cubicBezTo>
                <a:cubicBezTo>
                  <a:pt x="35" y="50"/>
                  <a:pt x="35" y="50"/>
                  <a:pt x="35" y="50"/>
                </a:cubicBezTo>
                <a:cubicBezTo>
                  <a:pt x="31" y="47"/>
                  <a:pt x="31" y="47"/>
                  <a:pt x="31" y="47"/>
                </a:cubicBezTo>
                <a:cubicBezTo>
                  <a:pt x="30" y="47"/>
                  <a:pt x="29" y="47"/>
                  <a:pt x="28" y="48"/>
                </a:cubicBezTo>
                <a:cubicBezTo>
                  <a:pt x="28" y="49"/>
                  <a:pt x="27" y="51"/>
                  <a:pt x="27" y="53"/>
                </a:cubicBezTo>
                <a:cubicBezTo>
                  <a:pt x="27" y="54"/>
                  <a:pt x="26" y="54"/>
                  <a:pt x="26" y="54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4"/>
                  <a:pt x="18" y="54"/>
                  <a:pt x="18" y="53"/>
                </a:cubicBezTo>
                <a:cubicBezTo>
                  <a:pt x="17" y="48"/>
                  <a:pt x="17" y="48"/>
                  <a:pt x="17" y="48"/>
                </a:cubicBezTo>
                <a:cubicBezTo>
                  <a:pt x="16" y="47"/>
                  <a:pt x="16" y="47"/>
                  <a:pt x="15" y="47"/>
                </a:cubicBezTo>
                <a:cubicBezTo>
                  <a:pt x="11" y="50"/>
                  <a:pt x="11" y="50"/>
                  <a:pt x="11" y="50"/>
                </a:cubicBezTo>
                <a:cubicBezTo>
                  <a:pt x="10" y="50"/>
                  <a:pt x="10" y="50"/>
                  <a:pt x="10" y="50"/>
                </a:cubicBezTo>
                <a:cubicBezTo>
                  <a:pt x="10" y="50"/>
                  <a:pt x="9" y="50"/>
                  <a:pt x="9" y="50"/>
                </a:cubicBezTo>
                <a:cubicBezTo>
                  <a:pt x="8" y="49"/>
                  <a:pt x="4" y="45"/>
                  <a:pt x="4" y="44"/>
                </a:cubicBezTo>
                <a:cubicBezTo>
                  <a:pt x="4" y="44"/>
                  <a:pt x="4" y="44"/>
                  <a:pt x="4" y="43"/>
                </a:cubicBezTo>
                <a:cubicBezTo>
                  <a:pt x="5" y="42"/>
                  <a:pt x="6" y="41"/>
                  <a:pt x="7" y="39"/>
                </a:cubicBezTo>
                <a:cubicBezTo>
                  <a:pt x="7" y="38"/>
                  <a:pt x="6" y="37"/>
                  <a:pt x="6" y="36"/>
                </a:cubicBezTo>
                <a:cubicBezTo>
                  <a:pt x="1" y="35"/>
                  <a:pt x="1" y="35"/>
                  <a:pt x="1" y="35"/>
                </a:cubicBezTo>
                <a:cubicBezTo>
                  <a:pt x="0" y="35"/>
                  <a:pt x="0" y="35"/>
                  <a:pt x="0" y="34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7"/>
                  <a:pt x="0" y="27"/>
                  <a:pt x="1" y="27"/>
                </a:cubicBezTo>
                <a:cubicBezTo>
                  <a:pt x="6" y="26"/>
                  <a:pt x="6" y="26"/>
                  <a:pt x="6" y="26"/>
                </a:cubicBezTo>
                <a:cubicBezTo>
                  <a:pt x="6" y="25"/>
                  <a:pt x="7" y="24"/>
                  <a:pt x="7" y="23"/>
                </a:cubicBezTo>
                <a:cubicBezTo>
                  <a:pt x="6" y="22"/>
                  <a:pt x="5" y="20"/>
                  <a:pt x="4" y="19"/>
                </a:cubicBezTo>
                <a:cubicBezTo>
                  <a:pt x="4" y="19"/>
                  <a:pt x="4" y="19"/>
                  <a:pt x="4" y="18"/>
                </a:cubicBezTo>
                <a:cubicBezTo>
                  <a:pt x="4" y="18"/>
                  <a:pt x="4" y="18"/>
                  <a:pt x="4" y="18"/>
                </a:cubicBezTo>
                <a:cubicBezTo>
                  <a:pt x="5" y="17"/>
                  <a:pt x="9" y="12"/>
                  <a:pt x="10" y="12"/>
                </a:cubicBezTo>
                <a:cubicBezTo>
                  <a:pt x="10" y="12"/>
                  <a:pt x="10" y="12"/>
                  <a:pt x="11" y="13"/>
                </a:cubicBezTo>
                <a:cubicBezTo>
                  <a:pt x="15" y="16"/>
                  <a:pt x="15" y="16"/>
                  <a:pt x="15" y="16"/>
                </a:cubicBezTo>
                <a:cubicBezTo>
                  <a:pt x="16" y="15"/>
                  <a:pt x="16" y="15"/>
                  <a:pt x="17" y="15"/>
                </a:cubicBezTo>
                <a:cubicBezTo>
                  <a:pt x="18" y="13"/>
                  <a:pt x="18" y="11"/>
                  <a:pt x="18" y="9"/>
                </a:cubicBezTo>
                <a:cubicBezTo>
                  <a:pt x="18" y="9"/>
                  <a:pt x="19" y="8"/>
                  <a:pt x="19" y="8"/>
                </a:cubicBezTo>
                <a:cubicBezTo>
                  <a:pt x="26" y="8"/>
                  <a:pt x="26" y="8"/>
                  <a:pt x="26" y="8"/>
                </a:cubicBezTo>
                <a:cubicBezTo>
                  <a:pt x="26" y="8"/>
                  <a:pt x="27" y="9"/>
                  <a:pt x="27" y="9"/>
                </a:cubicBezTo>
                <a:cubicBezTo>
                  <a:pt x="28" y="15"/>
                  <a:pt x="28" y="15"/>
                  <a:pt x="28" y="15"/>
                </a:cubicBezTo>
                <a:cubicBezTo>
                  <a:pt x="29" y="15"/>
                  <a:pt x="30" y="15"/>
                  <a:pt x="31" y="16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2"/>
                  <a:pt x="35" y="12"/>
                  <a:pt x="35" y="12"/>
                </a:cubicBezTo>
                <a:cubicBezTo>
                  <a:pt x="36" y="12"/>
                  <a:pt x="36" y="12"/>
                  <a:pt x="36" y="13"/>
                </a:cubicBezTo>
                <a:cubicBezTo>
                  <a:pt x="37" y="13"/>
                  <a:pt x="41" y="17"/>
                  <a:pt x="41" y="18"/>
                </a:cubicBezTo>
                <a:cubicBezTo>
                  <a:pt x="41" y="19"/>
                  <a:pt x="41" y="19"/>
                  <a:pt x="41" y="19"/>
                </a:cubicBezTo>
                <a:cubicBezTo>
                  <a:pt x="40" y="20"/>
                  <a:pt x="39" y="22"/>
                  <a:pt x="38" y="23"/>
                </a:cubicBezTo>
                <a:cubicBezTo>
                  <a:pt x="38" y="24"/>
                  <a:pt x="39" y="25"/>
                  <a:pt x="39" y="26"/>
                </a:cubicBezTo>
                <a:cubicBezTo>
                  <a:pt x="45" y="27"/>
                  <a:pt x="45" y="27"/>
                  <a:pt x="45" y="27"/>
                </a:cubicBezTo>
                <a:cubicBezTo>
                  <a:pt x="45" y="27"/>
                  <a:pt x="45" y="27"/>
                  <a:pt x="45" y="28"/>
                </a:cubicBezTo>
                <a:lnTo>
                  <a:pt x="45" y="35"/>
                </a:lnTo>
                <a:close/>
                <a:moveTo>
                  <a:pt x="23" y="22"/>
                </a:moveTo>
                <a:cubicBezTo>
                  <a:pt x="18" y="22"/>
                  <a:pt x="13" y="26"/>
                  <a:pt x="13" y="31"/>
                </a:cubicBezTo>
                <a:cubicBezTo>
                  <a:pt x="13" y="36"/>
                  <a:pt x="18" y="40"/>
                  <a:pt x="23" y="40"/>
                </a:cubicBezTo>
                <a:cubicBezTo>
                  <a:pt x="28" y="40"/>
                  <a:pt x="32" y="36"/>
                  <a:pt x="32" y="31"/>
                </a:cubicBezTo>
                <a:cubicBezTo>
                  <a:pt x="32" y="26"/>
                  <a:pt x="28" y="22"/>
                  <a:pt x="23" y="22"/>
                </a:cubicBezTo>
                <a:close/>
                <a:moveTo>
                  <a:pt x="68" y="15"/>
                </a:moveTo>
                <a:cubicBezTo>
                  <a:pt x="68" y="16"/>
                  <a:pt x="64" y="16"/>
                  <a:pt x="63" y="16"/>
                </a:cubicBezTo>
                <a:cubicBezTo>
                  <a:pt x="63" y="17"/>
                  <a:pt x="62" y="18"/>
                  <a:pt x="62" y="18"/>
                </a:cubicBezTo>
                <a:cubicBezTo>
                  <a:pt x="62" y="19"/>
                  <a:pt x="64" y="23"/>
                  <a:pt x="64" y="23"/>
                </a:cubicBezTo>
                <a:cubicBezTo>
                  <a:pt x="64" y="23"/>
                  <a:pt x="64" y="23"/>
                  <a:pt x="64" y="24"/>
                </a:cubicBezTo>
                <a:cubicBezTo>
                  <a:pt x="63" y="24"/>
                  <a:pt x="59" y="26"/>
                  <a:pt x="59" y="26"/>
                </a:cubicBezTo>
                <a:cubicBezTo>
                  <a:pt x="59" y="26"/>
                  <a:pt x="56" y="22"/>
                  <a:pt x="56" y="22"/>
                </a:cubicBezTo>
                <a:cubicBezTo>
                  <a:pt x="55" y="22"/>
                  <a:pt x="55" y="22"/>
                  <a:pt x="55" y="22"/>
                </a:cubicBezTo>
                <a:cubicBezTo>
                  <a:pt x="54" y="22"/>
                  <a:pt x="54" y="22"/>
                  <a:pt x="54" y="22"/>
                </a:cubicBezTo>
                <a:cubicBezTo>
                  <a:pt x="53" y="22"/>
                  <a:pt x="50" y="26"/>
                  <a:pt x="50" y="26"/>
                </a:cubicBezTo>
                <a:cubicBezTo>
                  <a:pt x="50" y="26"/>
                  <a:pt x="46" y="24"/>
                  <a:pt x="46" y="24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7" y="19"/>
                  <a:pt x="47" y="18"/>
                </a:cubicBezTo>
                <a:cubicBezTo>
                  <a:pt x="47" y="18"/>
                  <a:pt x="46" y="17"/>
                  <a:pt x="46" y="16"/>
                </a:cubicBezTo>
                <a:cubicBezTo>
                  <a:pt x="45" y="16"/>
                  <a:pt x="41" y="16"/>
                  <a:pt x="41" y="15"/>
                </a:cubicBezTo>
                <a:cubicBezTo>
                  <a:pt x="41" y="10"/>
                  <a:pt x="41" y="10"/>
                  <a:pt x="41" y="10"/>
                </a:cubicBezTo>
                <a:cubicBezTo>
                  <a:pt x="41" y="10"/>
                  <a:pt x="45" y="9"/>
                  <a:pt x="46" y="9"/>
                </a:cubicBezTo>
                <a:cubicBezTo>
                  <a:pt x="46" y="9"/>
                  <a:pt x="47" y="8"/>
                  <a:pt x="47" y="7"/>
                </a:cubicBezTo>
                <a:cubicBezTo>
                  <a:pt x="47" y="7"/>
                  <a:pt x="45" y="3"/>
                  <a:pt x="45" y="2"/>
                </a:cubicBezTo>
                <a:cubicBezTo>
                  <a:pt x="45" y="2"/>
                  <a:pt x="45" y="2"/>
                  <a:pt x="46" y="2"/>
                </a:cubicBezTo>
                <a:cubicBezTo>
                  <a:pt x="46" y="2"/>
                  <a:pt x="50" y="0"/>
                  <a:pt x="50" y="0"/>
                </a:cubicBezTo>
                <a:cubicBezTo>
                  <a:pt x="50" y="0"/>
                  <a:pt x="53" y="3"/>
                  <a:pt x="54" y="4"/>
                </a:cubicBezTo>
                <a:cubicBezTo>
                  <a:pt x="54" y="4"/>
                  <a:pt x="54" y="4"/>
                  <a:pt x="55" y="4"/>
                </a:cubicBezTo>
                <a:cubicBezTo>
                  <a:pt x="55" y="4"/>
                  <a:pt x="55" y="4"/>
                  <a:pt x="56" y="4"/>
                </a:cubicBezTo>
                <a:cubicBezTo>
                  <a:pt x="57" y="2"/>
                  <a:pt x="58" y="1"/>
                  <a:pt x="59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59" y="0"/>
                  <a:pt x="63" y="2"/>
                  <a:pt x="64" y="2"/>
                </a:cubicBezTo>
                <a:cubicBezTo>
                  <a:pt x="64" y="2"/>
                  <a:pt x="64" y="2"/>
                  <a:pt x="64" y="2"/>
                </a:cubicBezTo>
                <a:cubicBezTo>
                  <a:pt x="64" y="3"/>
                  <a:pt x="62" y="7"/>
                  <a:pt x="62" y="7"/>
                </a:cubicBezTo>
                <a:cubicBezTo>
                  <a:pt x="62" y="8"/>
                  <a:pt x="63" y="9"/>
                  <a:pt x="63" y="9"/>
                </a:cubicBezTo>
                <a:cubicBezTo>
                  <a:pt x="64" y="9"/>
                  <a:pt x="68" y="10"/>
                  <a:pt x="68" y="10"/>
                </a:cubicBezTo>
                <a:lnTo>
                  <a:pt x="68" y="15"/>
                </a:lnTo>
                <a:close/>
                <a:moveTo>
                  <a:pt x="68" y="52"/>
                </a:moveTo>
                <a:cubicBezTo>
                  <a:pt x="68" y="52"/>
                  <a:pt x="64" y="53"/>
                  <a:pt x="63" y="53"/>
                </a:cubicBezTo>
                <a:cubicBezTo>
                  <a:pt x="63" y="54"/>
                  <a:pt x="62" y="54"/>
                  <a:pt x="62" y="55"/>
                </a:cubicBezTo>
                <a:cubicBezTo>
                  <a:pt x="62" y="56"/>
                  <a:pt x="64" y="59"/>
                  <a:pt x="64" y="60"/>
                </a:cubicBezTo>
                <a:cubicBezTo>
                  <a:pt x="64" y="60"/>
                  <a:pt x="64" y="60"/>
                  <a:pt x="64" y="60"/>
                </a:cubicBezTo>
                <a:cubicBezTo>
                  <a:pt x="63" y="60"/>
                  <a:pt x="59" y="63"/>
                  <a:pt x="59" y="63"/>
                </a:cubicBezTo>
                <a:cubicBezTo>
                  <a:pt x="59" y="63"/>
                  <a:pt x="56" y="59"/>
                  <a:pt x="56" y="59"/>
                </a:cubicBezTo>
                <a:cubicBezTo>
                  <a:pt x="55" y="59"/>
                  <a:pt x="55" y="59"/>
                  <a:pt x="55" y="59"/>
                </a:cubicBezTo>
                <a:cubicBezTo>
                  <a:pt x="54" y="59"/>
                  <a:pt x="54" y="59"/>
                  <a:pt x="54" y="59"/>
                </a:cubicBezTo>
                <a:cubicBezTo>
                  <a:pt x="53" y="59"/>
                  <a:pt x="50" y="63"/>
                  <a:pt x="50" y="63"/>
                </a:cubicBezTo>
                <a:cubicBezTo>
                  <a:pt x="50" y="63"/>
                  <a:pt x="46" y="60"/>
                  <a:pt x="46" y="60"/>
                </a:cubicBezTo>
                <a:cubicBezTo>
                  <a:pt x="45" y="60"/>
                  <a:pt x="45" y="60"/>
                  <a:pt x="45" y="60"/>
                </a:cubicBezTo>
                <a:cubicBezTo>
                  <a:pt x="45" y="59"/>
                  <a:pt x="47" y="56"/>
                  <a:pt x="47" y="55"/>
                </a:cubicBezTo>
                <a:cubicBezTo>
                  <a:pt x="47" y="54"/>
                  <a:pt x="46" y="54"/>
                  <a:pt x="46" y="53"/>
                </a:cubicBezTo>
                <a:cubicBezTo>
                  <a:pt x="45" y="53"/>
                  <a:pt x="41" y="52"/>
                  <a:pt x="41" y="52"/>
                </a:cubicBezTo>
                <a:cubicBezTo>
                  <a:pt x="41" y="47"/>
                  <a:pt x="41" y="47"/>
                  <a:pt x="41" y="47"/>
                </a:cubicBezTo>
                <a:cubicBezTo>
                  <a:pt x="41" y="46"/>
                  <a:pt x="45" y="46"/>
                  <a:pt x="46" y="46"/>
                </a:cubicBezTo>
                <a:cubicBezTo>
                  <a:pt x="46" y="45"/>
                  <a:pt x="47" y="45"/>
                  <a:pt x="47" y="44"/>
                </a:cubicBezTo>
                <a:cubicBezTo>
                  <a:pt x="47" y="43"/>
                  <a:pt x="45" y="40"/>
                  <a:pt x="45" y="39"/>
                </a:cubicBezTo>
                <a:cubicBezTo>
                  <a:pt x="45" y="39"/>
                  <a:pt x="45" y="39"/>
                  <a:pt x="46" y="39"/>
                </a:cubicBezTo>
                <a:cubicBezTo>
                  <a:pt x="46" y="39"/>
                  <a:pt x="50" y="36"/>
                  <a:pt x="50" y="36"/>
                </a:cubicBezTo>
                <a:cubicBezTo>
                  <a:pt x="50" y="36"/>
                  <a:pt x="53" y="40"/>
                  <a:pt x="54" y="40"/>
                </a:cubicBezTo>
                <a:cubicBezTo>
                  <a:pt x="54" y="40"/>
                  <a:pt x="54" y="40"/>
                  <a:pt x="55" y="40"/>
                </a:cubicBezTo>
                <a:cubicBezTo>
                  <a:pt x="55" y="40"/>
                  <a:pt x="55" y="40"/>
                  <a:pt x="56" y="40"/>
                </a:cubicBezTo>
                <a:cubicBezTo>
                  <a:pt x="57" y="39"/>
                  <a:pt x="58" y="38"/>
                  <a:pt x="59" y="36"/>
                </a:cubicBezTo>
                <a:cubicBezTo>
                  <a:pt x="59" y="36"/>
                  <a:pt x="59" y="36"/>
                  <a:pt x="59" y="36"/>
                </a:cubicBezTo>
                <a:cubicBezTo>
                  <a:pt x="59" y="36"/>
                  <a:pt x="63" y="39"/>
                  <a:pt x="64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4" y="40"/>
                  <a:pt x="62" y="43"/>
                  <a:pt x="62" y="44"/>
                </a:cubicBezTo>
                <a:cubicBezTo>
                  <a:pt x="62" y="45"/>
                  <a:pt x="63" y="45"/>
                  <a:pt x="63" y="46"/>
                </a:cubicBezTo>
                <a:cubicBezTo>
                  <a:pt x="64" y="46"/>
                  <a:pt x="68" y="46"/>
                  <a:pt x="68" y="47"/>
                </a:cubicBezTo>
                <a:lnTo>
                  <a:pt x="68" y="52"/>
                </a:lnTo>
                <a:close/>
                <a:moveTo>
                  <a:pt x="55" y="8"/>
                </a:moveTo>
                <a:cubicBezTo>
                  <a:pt x="52" y="8"/>
                  <a:pt x="50" y="10"/>
                  <a:pt x="50" y="13"/>
                </a:cubicBezTo>
                <a:cubicBezTo>
                  <a:pt x="50" y="15"/>
                  <a:pt x="52" y="17"/>
                  <a:pt x="55" y="17"/>
                </a:cubicBezTo>
                <a:cubicBezTo>
                  <a:pt x="57" y="17"/>
                  <a:pt x="59" y="15"/>
                  <a:pt x="59" y="13"/>
                </a:cubicBezTo>
                <a:cubicBezTo>
                  <a:pt x="59" y="10"/>
                  <a:pt x="57" y="8"/>
                  <a:pt x="55" y="8"/>
                </a:cubicBezTo>
                <a:close/>
                <a:moveTo>
                  <a:pt x="55" y="45"/>
                </a:moveTo>
                <a:cubicBezTo>
                  <a:pt x="52" y="45"/>
                  <a:pt x="50" y="47"/>
                  <a:pt x="50" y="49"/>
                </a:cubicBezTo>
                <a:cubicBezTo>
                  <a:pt x="50" y="52"/>
                  <a:pt x="52" y="54"/>
                  <a:pt x="55" y="54"/>
                </a:cubicBezTo>
                <a:cubicBezTo>
                  <a:pt x="57" y="54"/>
                  <a:pt x="59" y="52"/>
                  <a:pt x="59" y="49"/>
                </a:cubicBezTo>
                <a:cubicBezTo>
                  <a:pt x="59" y="47"/>
                  <a:pt x="57" y="45"/>
                  <a:pt x="55" y="4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3" name="Freeform 102"/>
          <p:cNvSpPr/>
          <p:nvPr/>
        </p:nvSpPr>
        <p:spPr>
          <a:xfrm>
            <a:off x="988920" y="2639880"/>
            <a:ext cx="189000" cy="182520"/>
          </a:xfrm>
          <a:custGeom>
            <a:avLst/>
            <a:gdLst/>
            <a:ahLst/>
            <a:rect l="l" t="t" r="r" b="b"/>
            <a:pathLst>
              <a:path w="55" h="53">
                <a:moveTo>
                  <a:pt x="36" y="53"/>
                </a:moveTo>
                <a:cubicBezTo>
                  <a:pt x="34" y="53"/>
                  <a:pt x="34" y="53"/>
                  <a:pt x="34" y="52"/>
                </a:cubicBezTo>
                <a:cubicBezTo>
                  <a:pt x="34" y="51"/>
                  <a:pt x="34" y="48"/>
                  <a:pt x="34" y="44"/>
                </a:cubicBezTo>
                <a:cubicBezTo>
                  <a:pt x="34" y="42"/>
                  <a:pt x="33" y="40"/>
                  <a:pt x="32" y="39"/>
                </a:cubicBezTo>
                <a:cubicBezTo>
                  <a:pt x="38" y="39"/>
                  <a:pt x="45" y="36"/>
                  <a:pt x="45" y="26"/>
                </a:cubicBezTo>
                <a:cubicBezTo>
                  <a:pt x="45" y="23"/>
                  <a:pt x="44" y="20"/>
                  <a:pt x="42" y="18"/>
                </a:cubicBezTo>
                <a:cubicBezTo>
                  <a:pt x="42" y="18"/>
                  <a:pt x="43" y="15"/>
                  <a:pt x="42" y="11"/>
                </a:cubicBezTo>
                <a:cubicBezTo>
                  <a:pt x="39" y="10"/>
                  <a:pt x="34" y="14"/>
                  <a:pt x="34" y="14"/>
                </a:cubicBezTo>
                <a:cubicBezTo>
                  <a:pt x="32" y="13"/>
                  <a:pt x="30" y="13"/>
                  <a:pt x="27" y="13"/>
                </a:cubicBezTo>
                <a:cubicBezTo>
                  <a:pt x="25" y="13"/>
                  <a:pt x="23" y="13"/>
                  <a:pt x="20" y="14"/>
                </a:cubicBezTo>
                <a:cubicBezTo>
                  <a:pt x="20" y="14"/>
                  <a:pt x="15" y="10"/>
                  <a:pt x="13" y="11"/>
                </a:cubicBezTo>
                <a:cubicBezTo>
                  <a:pt x="11" y="15"/>
                  <a:pt x="12" y="18"/>
                  <a:pt x="13" y="18"/>
                </a:cubicBezTo>
                <a:cubicBezTo>
                  <a:pt x="11" y="20"/>
                  <a:pt x="10" y="23"/>
                  <a:pt x="10" y="26"/>
                </a:cubicBezTo>
                <a:cubicBezTo>
                  <a:pt x="10" y="36"/>
                  <a:pt x="16" y="39"/>
                  <a:pt x="22" y="39"/>
                </a:cubicBezTo>
                <a:cubicBezTo>
                  <a:pt x="21" y="40"/>
                  <a:pt x="21" y="41"/>
                  <a:pt x="20" y="43"/>
                </a:cubicBezTo>
                <a:cubicBezTo>
                  <a:pt x="19" y="44"/>
                  <a:pt x="15" y="45"/>
                  <a:pt x="12" y="41"/>
                </a:cubicBezTo>
                <a:cubicBezTo>
                  <a:pt x="11" y="38"/>
                  <a:pt x="8" y="38"/>
                  <a:pt x="8" y="38"/>
                </a:cubicBezTo>
                <a:cubicBezTo>
                  <a:pt x="6" y="38"/>
                  <a:pt x="8" y="40"/>
                  <a:pt x="8" y="40"/>
                </a:cubicBezTo>
                <a:cubicBezTo>
                  <a:pt x="10" y="40"/>
                  <a:pt x="11" y="44"/>
                  <a:pt x="11" y="44"/>
                </a:cubicBezTo>
                <a:cubicBezTo>
                  <a:pt x="13" y="48"/>
                  <a:pt x="20" y="47"/>
                  <a:pt x="20" y="47"/>
                </a:cubicBezTo>
                <a:cubicBezTo>
                  <a:pt x="20" y="49"/>
                  <a:pt x="20" y="51"/>
                  <a:pt x="20" y="52"/>
                </a:cubicBezTo>
                <a:cubicBezTo>
                  <a:pt x="20" y="53"/>
                  <a:pt x="20" y="53"/>
                  <a:pt x="19" y="53"/>
                </a:cubicBezTo>
                <a:cubicBezTo>
                  <a:pt x="8" y="50"/>
                  <a:pt x="0" y="39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39"/>
                  <a:pt x="47" y="50"/>
                  <a:pt x="36" y="5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4" name="Freeform 103"/>
          <p:cNvSpPr/>
          <p:nvPr/>
        </p:nvSpPr>
        <p:spPr>
          <a:xfrm>
            <a:off x="1495440" y="2639880"/>
            <a:ext cx="195120" cy="203400"/>
          </a:xfrm>
          <a:custGeom>
            <a:avLst/>
            <a:gdLst/>
            <a:ahLst/>
            <a:rect l="l" t="t" r="r" b="b"/>
            <a:pathLst>
              <a:path w="57" h="59">
                <a:moveTo>
                  <a:pt x="56" y="5"/>
                </a:moveTo>
                <a:cubicBezTo>
                  <a:pt x="33" y="27"/>
                  <a:pt x="33" y="27"/>
                  <a:pt x="33" y="27"/>
                </a:cubicBezTo>
                <a:cubicBezTo>
                  <a:pt x="33" y="55"/>
                  <a:pt x="33" y="55"/>
                  <a:pt x="33" y="55"/>
                </a:cubicBezTo>
                <a:cubicBezTo>
                  <a:pt x="45" y="55"/>
                  <a:pt x="45" y="55"/>
                  <a:pt x="45" y="55"/>
                </a:cubicBezTo>
                <a:cubicBezTo>
                  <a:pt x="46" y="55"/>
                  <a:pt x="47" y="56"/>
                  <a:pt x="47" y="57"/>
                </a:cubicBezTo>
                <a:cubicBezTo>
                  <a:pt x="47" y="58"/>
                  <a:pt x="46" y="59"/>
                  <a:pt x="45" y="59"/>
                </a:cubicBezTo>
                <a:cubicBezTo>
                  <a:pt x="13" y="59"/>
                  <a:pt x="13" y="59"/>
                  <a:pt x="13" y="59"/>
                </a:cubicBezTo>
                <a:cubicBezTo>
                  <a:pt x="12" y="59"/>
                  <a:pt x="10" y="58"/>
                  <a:pt x="10" y="57"/>
                </a:cubicBezTo>
                <a:cubicBezTo>
                  <a:pt x="10" y="56"/>
                  <a:pt x="12" y="55"/>
                  <a:pt x="13" y="55"/>
                </a:cubicBezTo>
                <a:cubicBezTo>
                  <a:pt x="24" y="55"/>
                  <a:pt x="24" y="55"/>
                  <a:pt x="24" y="55"/>
                </a:cubicBezTo>
                <a:cubicBezTo>
                  <a:pt x="24" y="27"/>
                  <a:pt x="24" y="27"/>
                  <a:pt x="24" y="27"/>
                </a:cubicBezTo>
                <a:cubicBezTo>
                  <a:pt x="2" y="5"/>
                  <a:pt x="2" y="5"/>
                  <a:pt x="2" y="5"/>
                </a:cubicBezTo>
                <a:cubicBezTo>
                  <a:pt x="1" y="4"/>
                  <a:pt x="0" y="3"/>
                  <a:pt x="0" y="2"/>
                </a:cubicBezTo>
                <a:cubicBezTo>
                  <a:pt x="0" y="0"/>
                  <a:pt x="2" y="0"/>
                  <a:pt x="4" y="0"/>
                </a:cubicBezTo>
                <a:cubicBezTo>
                  <a:pt x="54" y="0"/>
                  <a:pt x="54" y="0"/>
                  <a:pt x="54" y="0"/>
                </a:cubicBezTo>
                <a:cubicBezTo>
                  <a:pt x="55" y="0"/>
                  <a:pt x="57" y="0"/>
                  <a:pt x="57" y="2"/>
                </a:cubicBezTo>
                <a:cubicBezTo>
                  <a:pt x="57" y="3"/>
                  <a:pt x="57" y="4"/>
                  <a:pt x="56" y="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5" name="Freeform 104"/>
          <p:cNvSpPr/>
          <p:nvPr/>
        </p:nvSpPr>
        <p:spPr>
          <a:xfrm>
            <a:off x="1979640" y="2639880"/>
            <a:ext cx="189000" cy="189000"/>
          </a:xfrm>
          <a:custGeom>
            <a:avLst/>
            <a:gdLst/>
            <a:ahLst/>
            <a:rect l="l" t="t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4"/>
                  <a:pt x="55" y="10"/>
                </a:cubicBezTo>
                <a:lnTo>
                  <a:pt x="55" y="44"/>
                </a:lnTo>
                <a:close/>
                <a:moveTo>
                  <a:pt x="34" y="8"/>
                </a:moveTo>
                <a:cubicBezTo>
                  <a:pt x="24" y="8"/>
                  <a:pt x="24" y="8"/>
                  <a:pt x="24" y="8"/>
                </a:cubicBezTo>
                <a:cubicBezTo>
                  <a:pt x="18" y="8"/>
                  <a:pt x="12" y="11"/>
                  <a:pt x="12" y="18"/>
                </a:cubicBezTo>
                <a:cubicBezTo>
                  <a:pt x="12" y="22"/>
                  <a:pt x="16" y="26"/>
                  <a:pt x="20" y="26"/>
                </a:cubicBezTo>
                <a:cubicBezTo>
                  <a:pt x="21" y="26"/>
                  <a:pt x="21" y="26"/>
                  <a:pt x="22" y="25"/>
                </a:cubicBezTo>
                <a:cubicBezTo>
                  <a:pt x="21" y="26"/>
                  <a:pt x="21" y="27"/>
                  <a:pt x="21" y="27"/>
                </a:cubicBezTo>
                <a:cubicBezTo>
                  <a:pt x="21" y="29"/>
                  <a:pt x="22" y="30"/>
                  <a:pt x="23" y="31"/>
                </a:cubicBezTo>
                <a:cubicBezTo>
                  <a:pt x="19" y="31"/>
                  <a:pt x="16" y="31"/>
                  <a:pt x="13" y="33"/>
                </a:cubicBezTo>
                <a:cubicBezTo>
                  <a:pt x="11" y="34"/>
                  <a:pt x="10" y="36"/>
                  <a:pt x="10" y="39"/>
                </a:cubicBezTo>
                <a:cubicBezTo>
                  <a:pt x="10" y="44"/>
                  <a:pt x="16" y="46"/>
                  <a:pt x="20" y="46"/>
                </a:cubicBezTo>
                <a:cubicBezTo>
                  <a:pt x="25" y="46"/>
                  <a:pt x="33" y="43"/>
                  <a:pt x="33" y="37"/>
                </a:cubicBezTo>
                <a:cubicBezTo>
                  <a:pt x="33" y="30"/>
                  <a:pt x="26" y="29"/>
                  <a:pt x="26" y="26"/>
                </a:cubicBezTo>
                <a:cubicBezTo>
                  <a:pt x="26" y="23"/>
                  <a:pt x="31" y="23"/>
                  <a:pt x="31" y="17"/>
                </a:cubicBezTo>
                <a:cubicBezTo>
                  <a:pt x="31" y="14"/>
                  <a:pt x="30" y="12"/>
                  <a:pt x="28" y="10"/>
                </a:cubicBezTo>
                <a:cubicBezTo>
                  <a:pt x="31" y="10"/>
                  <a:pt x="31" y="10"/>
                  <a:pt x="31" y="10"/>
                </a:cubicBezTo>
                <a:lnTo>
                  <a:pt x="34" y="8"/>
                </a:lnTo>
                <a:close/>
                <a:moveTo>
                  <a:pt x="22" y="44"/>
                </a:moveTo>
                <a:cubicBezTo>
                  <a:pt x="19" y="44"/>
                  <a:pt x="14" y="42"/>
                  <a:pt x="14" y="38"/>
                </a:cubicBezTo>
                <a:cubicBezTo>
                  <a:pt x="14" y="33"/>
                  <a:pt x="19" y="32"/>
                  <a:pt x="23" y="32"/>
                </a:cubicBezTo>
                <a:cubicBezTo>
                  <a:pt x="23" y="32"/>
                  <a:pt x="24" y="32"/>
                  <a:pt x="24" y="32"/>
                </a:cubicBezTo>
                <a:cubicBezTo>
                  <a:pt x="26" y="34"/>
                  <a:pt x="29" y="36"/>
                  <a:pt x="29" y="39"/>
                </a:cubicBezTo>
                <a:cubicBezTo>
                  <a:pt x="29" y="43"/>
                  <a:pt x="26" y="44"/>
                  <a:pt x="22" y="44"/>
                </a:cubicBezTo>
                <a:close/>
                <a:moveTo>
                  <a:pt x="22" y="24"/>
                </a:moveTo>
                <a:cubicBezTo>
                  <a:pt x="18" y="24"/>
                  <a:pt x="16" y="19"/>
                  <a:pt x="16" y="15"/>
                </a:cubicBezTo>
                <a:cubicBezTo>
                  <a:pt x="16" y="13"/>
                  <a:pt x="18" y="10"/>
                  <a:pt x="21" y="10"/>
                </a:cubicBezTo>
                <a:cubicBezTo>
                  <a:pt x="25" y="10"/>
                  <a:pt x="27" y="16"/>
                  <a:pt x="27" y="19"/>
                </a:cubicBezTo>
                <a:cubicBezTo>
                  <a:pt x="27" y="22"/>
                  <a:pt x="25" y="24"/>
                  <a:pt x="22" y="24"/>
                </a:cubicBezTo>
                <a:close/>
                <a:moveTo>
                  <a:pt x="45" y="26"/>
                </a:moveTo>
                <a:cubicBezTo>
                  <a:pt x="45" y="24"/>
                  <a:pt x="45" y="24"/>
                  <a:pt x="45" y="24"/>
                </a:cubicBezTo>
                <a:cubicBezTo>
                  <a:pt x="41" y="24"/>
                  <a:pt x="41" y="24"/>
                  <a:pt x="41" y="24"/>
                </a:cubicBezTo>
                <a:cubicBezTo>
                  <a:pt x="41" y="19"/>
                  <a:pt x="41" y="19"/>
                  <a:pt x="41" y="19"/>
                </a:cubicBezTo>
                <a:cubicBezTo>
                  <a:pt x="39" y="19"/>
                  <a:pt x="39" y="19"/>
                  <a:pt x="39" y="19"/>
                </a:cubicBezTo>
                <a:cubicBezTo>
                  <a:pt x="39" y="24"/>
                  <a:pt x="39" y="24"/>
                  <a:pt x="39" y="24"/>
                </a:cubicBezTo>
                <a:cubicBezTo>
                  <a:pt x="34" y="24"/>
                  <a:pt x="34" y="24"/>
                  <a:pt x="34" y="24"/>
                </a:cubicBezTo>
                <a:cubicBezTo>
                  <a:pt x="34" y="26"/>
                  <a:pt x="34" y="26"/>
                  <a:pt x="34" y="26"/>
                </a:cubicBezTo>
                <a:cubicBezTo>
                  <a:pt x="39" y="26"/>
                  <a:pt x="39" y="26"/>
                  <a:pt x="39" y="26"/>
                </a:cubicBezTo>
                <a:cubicBezTo>
                  <a:pt x="39" y="32"/>
                  <a:pt x="39" y="32"/>
                  <a:pt x="39" y="32"/>
                </a:cubicBezTo>
                <a:cubicBezTo>
                  <a:pt x="41" y="32"/>
                  <a:pt x="41" y="32"/>
                  <a:pt x="41" y="32"/>
                </a:cubicBezTo>
                <a:cubicBezTo>
                  <a:pt x="41" y="26"/>
                  <a:pt x="41" y="26"/>
                  <a:pt x="41" y="26"/>
                </a:cubicBezTo>
                <a:lnTo>
                  <a:pt x="45" y="2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6" name="Freeform 105"/>
          <p:cNvSpPr/>
          <p:nvPr/>
        </p:nvSpPr>
        <p:spPr>
          <a:xfrm>
            <a:off x="2475000" y="2639880"/>
            <a:ext cx="189000" cy="189000"/>
          </a:xfrm>
          <a:custGeom>
            <a:avLst/>
            <a:gdLst/>
            <a:ahLst/>
            <a:rect l="l" t="t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4"/>
                  <a:pt x="55" y="10"/>
                </a:cubicBezTo>
                <a:lnTo>
                  <a:pt x="55" y="44"/>
                </a:lnTo>
                <a:close/>
                <a:moveTo>
                  <a:pt x="45" y="11"/>
                </a:moveTo>
                <a:cubicBezTo>
                  <a:pt x="45" y="10"/>
                  <a:pt x="44" y="9"/>
                  <a:pt x="43" y="9"/>
                </a:cubicBezTo>
                <a:cubicBezTo>
                  <a:pt x="39" y="9"/>
                  <a:pt x="39" y="9"/>
                  <a:pt x="39" y="9"/>
                </a:cubicBezTo>
                <a:cubicBezTo>
                  <a:pt x="37" y="9"/>
                  <a:pt x="36" y="10"/>
                  <a:pt x="36" y="11"/>
                </a:cubicBezTo>
                <a:cubicBezTo>
                  <a:pt x="36" y="23"/>
                  <a:pt x="36" y="23"/>
                  <a:pt x="36" y="23"/>
                </a:cubicBezTo>
                <a:cubicBezTo>
                  <a:pt x="18" y="23"/>
                  <a:pt x="18" y="23"/>
                  <a:pt x="18" y="23"/>
                </a:cubicBezTo>
                <a:cubicBezTo>
                  <a:pt x="18" y="11"/>
                  <a:pt x="18" y="11"/>
                  <a:pt x="18" y="11"/>
                </a:cubicBezTo>
                <a:cubicBezTo>
                  <a:pt x="18" y="10"/>
                  <a:pt x="17" y="9"/>
                  <a:pt x="16" y="9"/>
                </a:cubicBezTo>
                <a:cubicBezTo>
                  <a:pt x="11" y="9"/>
                  <a:pt x="11" y="9"/>
                  <a:pt x="11" y="9"/>
                </a:cubicBezTo>
                <a:cubicBezTo>
                  <a:pt x="10" y="9"/>
                  <a:pt x="9" y="10"/>
                  <a:pt x="9" y="11"/>
                </a:cubicBezTo>
                <a:cubicBezTo>
                  <a:pt x="9" y="43"/>
                  <a:pt x="9" y="43"/>
                  <a:pt x="9" y="43"/>
                </a:cubicBezTo>
                <a:cubicBezTo>
                  <a:pt x="9" y="44"/>
                  <a:pt x="10" y="45"/>
                  <a:pt x="11" y="45"/>
                </a:cubicBezTo>
                <a:cubicBezTo>
                  <a:pt x="16" y="45"/>
                  <a:pt x="16" y="45"/>
                  <a:pt x="16" y="45"/>
                </a:cubicBezTo>
                <a:cubicBezTo>
                  <a:pt x="17" y="45"/>
                  <a:pt x="18" y="44"/>
                  <a:pt x="18" y="43"/>
                </a:cubicBezTo>
                <a:cubicBezTo>
                  <a:pt x="18" y="32"/>
                  <a:pt x="18" y="32"/>
                  <a:pt x="18" y="32"/>
                </a:cubicBezTo>
                <a:cubicBezTo>
                  <a:pt x="36" y="32"/>
                  <a:pt x="36" y="32"/>
                  <a:pt x="36" y="32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44"/>
                  <a:pt x="37" y="45"/>
                  <a:pt x="39" y="45"/>
                </a:cubicBezTo>
                <a:cubicBezTo>
                  <a:pt x="43" y="45"/>
                  <a:pt x="43" y="45"/>
                  <a:pt x="43" y="45"/>
                </a:cubicBezTo>
                <a:cubicBezTo>
                  <a:pt x="44" y="45"/>
                  <a:pt x="45" y="44"/>
                  <a:pt x="45" y="43"/>
                </a:cubicBezTo>
                <a:lnTo>
                  <a:pt x="45" y="1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7" name="Freeform 106"/>
          <p:cNvSpPr/>
          <p:nvPr/>
        </p:nvSpPr>
        <p:spPr>
          <a:xfrm>
            <a:off x="2968560" y="2639880"/>
            <a:ext cx="220680" cy="189000"/>
          </a:xfrm>
          <a:custGeom>
            <a:avLst/>
            <a:gdLst/>
            <a:ahLst/>
            <a:rect l="l" t="t" r="r" b="b"/>
            <a:pathLst>
              <a:path w="64" h="55">
                <a:moveTo>
                  <a:pt x="55" y="32"/>
                </a:moveTo>
                <a:cubicBezTo>
                  <a:pt x="49" y="32"/>
                  <a:pt x="49" y="32"/>
                  <a:pt x="49" y="32"/>
                </a:cubicBezTo>
                <a:cubicBezTo>
                  <a:pt x="48" y="33"/>
                  <a:pt x="48" y="35"/>
                  <a:pt x="47" y="36"/>
                </a:cubicBezTo>
                <a:cubicBezTo>
                  <a:pt x="47" y="36"/>
                  <a:pt x="47" y="37"/>
                  <a:pt x="47" y="38"/>
                </a:cubicBezTo>
                <a:cubicBezTo>
                  <a:pt x="47" y="40"/>
                  <a:pt x="47" y="42"/>
                  <a:pt x="45" y="44"/>
                </a:cubicBezTo>
                <a:cubicBezTo>
                  <a:pt x="45" y="51"/>
                  <a:pt x="41" y="55"/>
                  <a:pt x="34" y="55"/>
                </a:cubicBezTo>
                <a:cubicBezTo>
                  <a:pt x="30" y="55"/>
                  <a:pt x="26" y="53"/>
                  <a:pt x="23" y="52"/>
                </a:cubicBezTo>
                <a:cubicBezTo>
                  <a:pt x="20" y="51"/>
                  <a:pt x="17" y="50"/>
                  <a:pt x="15" y="50"/>
                </a:cubicBezTo>
                <a:cubicBezTo>
                  <a:pt x="4" y="50"/>
                  <a:pt x="4" y="50"/>
                  <a:pt x="4" y="50"/>
                </a:cubicBezTo>
                <a:cubicBezTo>
                  <a:pt x="2" y="50"/>
                  <a:pt x="0" y="48"/>
                  <a:pt x="0" y="45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0"/>
                  <a:pt x="2" y="18"/>
                  <a:pt x="4" y="18"/>
                </a:cubicBezTo>
                <a:cubicBezTo>
                  <a:pt x="15" y="18"/>
                  <a:pt x="15" y="18"/>
                  <a:pt x="15" y="18"/>
                </a:cubicBezTo>
                <a:cubicBezTo>
                  <a:pt x="16" y="18"/>
                  <a:pt x="19" y="15"/>
                  <a:pt x="20" y="14"/>
                </a:cubicBezTo>
                <a:cubicBezTo>
                  <a:pt x="21" y="12"/>
                  <a:pt x="22" y="11"/>
                  <a:pt x="23" y="9"/>
                </a:cubicBezTo>
                <a:cubicBezTo>
                  <a:pt x="25" y="6"/>
                  <a:pt x="27" y="0"/>
                  <a:pt x="32" y="0"/>
                </a:cubicBezTo>
                <a:cubicBezTo>
                  <a:pt x="37" y="0"/>
                  <a:pt x="42" y="3"/>
                  <a:pt x="42" y="9"/>
                </a:cubicBezTo>
                <a:cubicBezTo>
                  <a:pt x="42" y="10"/>
                  <a:pt x="42" y="12"/>
                  <a:pt x="41" y="13"/>
                </a:cubicBezTo>
                <a:cubicBezTo>
                  <a:pt x="55" y="13"/>
                  <a:pt x="55" y="13"/>
                  <a:pt x="55" y="13"/>
                </a:cubicBezTo>
                <a:cubicBezTo>
                  <a:pt x="60" y="13"/>
                  <a:pt x="64" y="18"/>
                  <a:pt x="64" y="23"/>
                </a:cubicBezTo>
                <a:cubicBezTo>
                  <a:pt x="64" y="28"/>
                  <a:pt x="60" y="32"/>
                  <a:pt x="55" y="32"/>
                </a:cubicBezTo>
                <a:close/>
                <a:moveTo>
                  <a:pt x="7" y="41"/>
                </a:moveTo>
                <a:cubicBezTo>
                  <a:pt x="5" y="41"/>
                  <a:pt x="4" y="42"/>
                  <a:pt x="4" y="43"/>
                </a:cubicBezTo>
                <a:cubicBezTo>
                  <a:pt x="4" y="44"/>
                  <a:pt x="5" y="45"/>
                  <a:pt x="7" y="45"/>
                </a:cubicBezTo>
                <a:cubicBezTo>
                  <a:pt x="8" y="45"/>
                  <a:pt x="9" y="44"/>
                  <a:pt x="9" y="43"/>
                </a:cubicBezTo>
                <a:cubicBezTo>
                  <a:pt x="9" y="42"/>
                  <a:pt x="8" y="41"/>
                  <a:pt x="7" y="41"/>
                </a:cubicBezTo>
                <a:close/>
                <a:moveTo>
                  <a:pt x="55" y="18"/>
                </a:moveTo>
                <a:cubicBezTo>
                  <a:pt x="34" y="18"/>
                  <a:pt x="34" y="18"/>
                  <a:pt x="34" y="18"/>
                </a:cubicBezTo>
                <a:cubicBezTo>
                  <a:pt x="34" y="16"/>
                  <a:pt x="37" y="13"/>
                  <a:pt x="37" y="9"/>
                </a:cubicBezTo>
                <a:cubicBezTo>
                  <a:pt x="37" y="5"/>
                  <a:pt x="35" y="4"/>
                  <a:pt x="32" y="4"/>
                </a:cubicBezTo>
                <a:cubicBezTo>
                  <a:pt x="31" y="4"/>
                  <a:pt x="29" y="8"/>
                  <a:pt x="29" y="9"/>
                </a:cubicBezTo>
                <a:cubicBezTo>
                  <a:pt x="28" y="10"/>
                  <a:pt x="28" y="11"/>
                  <a:pt x="27" y="12"/>
                </a:cubicBezTo>
                <a:cubicBezTo>
                  <a:pt x="26" y="13"/>
                  <a:pt x="25" y="15"/>
                  <a:pt x="23" y="17"/>
                </a:cubicBezTo>
                <a:cubicBezTo>
                  <a:pt x="21" y="19"/>
                  <a:pt x="18" y="23"/>
                  <a:pt x="15" y="23"/>
                </a:cubicBezTo>
                <a:cubicBezTo>
                  <a:pt x="13" y="23"/>
                  <a:pt x="13" y="23"/>
                  <a:pt x="13" y="23"/>
                </a:cubicBezTo>
                <a:cubicBezTo>
                  <a:pt x="13" y="45"/>
                  <a:pt x="13" y="45"/>
                  <a:pt x="13" y="45"/>
                </a:cubicBezTo>
                <a:cubicBezTo>
                  <a:pt x="15" y="45"/>
                  <a:pt x="15" y="45"/>
                  <a:pt x="15" y="45"/>
                </a:cubicBezTo>
                <a:cubicBezTo>
                  <a:pt x="21" y="45"/>
                  <a:pt x="27" y="50"/>
                  <a:pt x="34" y="50"/>
                </a:cubicBezTo>
                <a:cubicBezTo>
                  <a:pt x="38" y="50"/>
                  <a:pt x="41" y="48"/>
                  <a:pt x="41" y="44"/>
                </a:cubicBezTo>
                <a:cubicBezTo>
                  <a:pt x="41" y="43"/>
                  <a:pt x="41" y="43"/>
                  <a:pt x="40" y="42"/>
                </a:cubicBezTo>
                <a:cubicBezTo>
                  <a:pt x="42" y="41"/>
                  <a:pt x="43" y="39"/>
                  <a:pt x="43" y="38"/>
                </a:cubicBezTo>
                <a:cubicBezTo>
                  <a:pt x="43" y="37"/>
                  <a:pt x="43" y="36"/>
                  <a:pt x="42" y="35"/>
                </a:cubicBezTo>
                <a:cubicBezTo>
                  <a:pt x="43" y="34"/>
                  <a:pt x="44" y="33"/>
                  <a:pt x="44" y="31"/>
                </a:cubicBezTo>
                <a:cubicBezTo>
                  <a:pt x="44" y="30"/>
                  <a:pt x="44" y="28"/>
                  <a:pt x="43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57" y="27"/>
                  <a:pt x="59" y="25"/>
                  <a:pt x="59" y="23"/>
                </a:cubicBezTo>
                <a:cubicBezTo>
                  <a:pt x="59" y="20"/>
                  <a:pt x="57" y="18"/>
                  <a:pt x="55" y="1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8" name="Freeform 107"/>
          <p:cNvSpPr/>
          <p:nvPr/>
        </p:nvSpPr>
        <p:spPr>
          <a:xfrm>
            <a:off x="3463920" y="2639880"/>
            <a:ext cx="203040" cy="173160"/>
          </a:xfrm>
          <a:custGeom>
            <a:avLst/>
            <a:gdLst/>
            <a:ahLst/>
            <a:rect l="l" t="t" r="r" b="b"/>
            <a:pathLst>
              <a:path w="59" h="50">
                <a:moveTo>
                  <a:pt x="57" y="38"/>
                </a:moveTo>
                <a:cubicBezTo>
                  <a:pt x="56" y="40"/>
                  <a:pt x="56" y="40"/>
                  <a:pt x="56" y="40"/>
                </a:cubicBezTo>
                <a:cubicBezTo>
                  <a:pt x="50" y="41"/>
                  <a:pt x="50" y="41"/>
                  <a:pt x="50" y="41"/>
                </a:cubicBezTo>
                <a:cubicBezTo>
                  <a:pt x="49" y="45"/>
                  <a:pt x="45" y="48"/>
                  <a:pt x="41" y="48"/>
                </a:cubicBezTo>
                <a:cubicBezTo>
                  <a:pt x="41" y="49"/>
                  <a:pt x="41" y="49"/>
                  <a:pt x="41" y="49"/>
                </a:cubicBezTo>
                <a:cubicBezTo>
                  <a:pt x="41" y="50"/>
                  <a:pt x="40" y="50"/>
                  <a:pt x="40" y="50"/>
                </a:cubicBezTo>
                <a:cubicBezTo>
                  <a:pt x="37" y="50"/>
                  <a:pt x="37" y="50"/>
                  <a:pt x="37" y="50"/>
                </a:cubicBezTo>
                <a:cubicBezTo>
                  <a:pt x="37" y="50"/>
                  <a:pt x="36" y="50"/>
                  <a:pt x="36" y="49"/>
                </a:cubicBezTo>
                <a:cubicBezTo>
                  <a:pt x="36" y="28"/>
                  <a:pt x="36" y="28"/>
                  <a:pt x="36" y="28"/>
                </a:cubicBezTo>
                <a:cubicBezTo>
                  <a:pt x="36" y="28"/>
                  <a:pt x="37" y="27"/>
                  <a:pt x="37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1" y="28"/>
                  <a:pt x="41" y="28"/>
                </a:cubicBezTo>
                <a:cubicBezTo>
                  <a:pt x="41" y="29"/>
                  <a:pt x="41" y="29"/>
                  <a:pt x="41" y="29"/>
                </a:cubicBezTo>
                <a:cubicBezTo>
                  <a:pt x="44" y="29"/>
                  <a:pt x="47" y="31"/>
                  <a:pt x="49" y="34"/>
                </a:cubicBezTo>
                <a:cubicBezTo>
                  <a:pt x="51" y="34"/>
                  <a:pt x="51" y="34"/>
                  <a:pt x="51" y="34"/>
                </a:cubicBezTo>
                <a:cubicBezTo>
                  <a:pt x="52" y="31"/>
                  <a:pt x="52" y="29"/>
                  <a:pt x="52" y="27"/>
                </a:cubicBezTo>
                <a:cubicBezTo>
                  <a:pt x="52" y="16"/>
                  <a:pt x="42" y="7"/>
                  <a:pt x="29" y="7"/>
                </a:cubicBezTo>
                <a:cubicBezTo>
                  <a:pt x="17" y="7"/>
                  <a:pt x="7" y="16"/>
                  <a:pt x="7" y="27"/>
                </a:cubicBezTo>
                <a:cubicBezTo>
                  <a:pt x="7" y="29"/>
                  <a:pt x="7" y="31"/>
                  <a:pt x="8" y="34"/>
                </a:cubicBezTo>
                <a:cubicBezTo>
                  <a:pt x="10" y="34"/>
                  <a:pt x="10" y="34"/>
                  <a:pt x="10" y="34"/>
                </a:cubicBezTo>
                <a:cubicBezTo>
                  <a:pt x="12" y="31"/>
                  <a:pt x="15" y="29"/>
                  <a:pt x="18" y="29"/>
                </a:cubicBezTo>
                <a:cubicBezTo>
                  <a:pt x="18" y="28"/>
                  <a:pt x="18" y="28"/>
                  <a:pt x="18" y="28"/>
                </a:cubicBezTo>
                <a:cubicBezTo>
                  <a:pt x="18" y="28"/>
                  <a:pt x="19" y="27"/>
                  <a:pt x="19" y="27"/>
                </a:cubicBezTo>
                <a:cubicBezTo>
                  <a:pt x="21" y="27"/>
                  <a:pt x="21" y="27"/>
                  <a:pt x="21" y="27"/>
                </a:cubicBezTo>
                <a:cubicBezTo>
                  <a:pt x="22" y="27"/>
                  <a:pt x="23" y="28"/>
                  <a:pt x="23" y="28"/>
                </a:cubicBezTo>
                <a:cubicBezTo>
                  <a:pt x="23" y="49"/>
                  <a:pt x="23" y="49"/>
                  <a:pt x="23" y="49"/>
                </a:cubicBezTo>
                <a:cubicBezTo>
                  <a:pt x="23" y="50"/>
                  <a:pt x="22" y="50"/>
                  <a:pt x="21" y="50"/>
                </a:cubicBezTo>
                <a:cubicBezTo>
                  <a:pt x="19" y="50"/>
                  <a:pt x="19" y="50"/>
                  <a:pt x="19" y="50"/>
                </a:cubicBezTo>
                <a:cubicBezTo>
                  <a:pt x="19" y="50"/>
                  <a:pt x="18" y="50"/>
                  <a:pt x="18" y="49"/>
                </a:cubicBezTo>
                <a:cubicBezTo>
                  <a:pt x="18" y="48"/>
                  <a:pt x="18" y="48"/>
                  <a:pt x="18" y="48"/>
                </a:cubicBezTo>
                <a:cubicBezTo>
                  <a:pt x="14" y="48"/>
                  <a:pt x="10" y="45"/>
                  <a:pt x="9" y="41"/>
                </a:cubicBezTo>
                <a:cubicBezTo>
                  <a:pt x="3" y="40"/>
                  <a:pt x="3" y="40"/>
                  <a:pt x="3" y="40"/>
                </a:cubicBezTo>
                <a:cubicBezTo>
                  <a:pt x="2" y="38"/>
                  <a:pt x="2" y="38"/>
                  <a:pt x="2" y="38"/>
                </a:cubicBezTo>
                <a:cubicBezTo>
                  <a:pt x="0" y="34"/>
                  <a:pt x="0" y="31"/>
                  <a:pt x="0" y="27"/>
                </a:cubicBezTo>
                <a:cubicBezTo>
                  <a:pt x="0" y="12"/>
                  <a:pt x="13" y="0"/>
                  <a:pt x="29" y="0"/>
                </a:cubicBezTo>
                <a:cubicBezTo>
                  <a:pt x="46" y="0"/>
                  <a:pt x="59" y="12"/>
                  <a:pt x="59" y="27"/>
                </a:cubicBezTo>
                <a:cubicBezTo>
                  <a:pt x="59" y="31"/>
                  <a:pt x="58" y="34"/>
                  <a:pt x="57" y="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9" name="Freeform 108"/>
          <p:cNvSpPr/>
          <p:nvPr/>
        </p:nvSpPr>
        <p:spPr>
          <a:xfrm>
            <a:off x="3959280" y="2639880"/>
            <a:ext cx="233280" cy="189000"/>
          </a:xfrm>
          <a:custGeom>
            <a:avLst/>
            <a:gdLst/>
            <a:ahLst/>
            <a:rect l="l" t="t" r="r" b="b"/>
            <a:pathLst>
              <a:path w="68" h="55">
                <a:moveTo>
                  <a:pt x="68" y="49"/>
                </a:moveTo>
                <a:cubicBezTo>
                  <a:pt x="68" y="52"/>
                  <a:pt x="66" y="55"/>
                  <a:pt x="63" y="55"/>
                </a:cubicBezTo>
                <a:cubicBezTo>
                  <a:pt x="5" y="55"/>
                  <a:pt x="5" y="55"/>
                  <a:pt x="5" y="55"/>
                </a:cubicBezTo>
                <a:cubicBezTo>
                  <a:pt x="2" y="55"/>
                  <a:pt x="0" y="52"/>
                  <a:pt x="0" y="49"/>
                </a:cubicBezTo>
                <a:cubicBezTo>
                  <a:pt x="0" y="5"/>
                  <a:pt x="0" y="5"/>
                  <a:pt x="0" y="5"/>
                </a:cubicBezTo>
                <a:cubicBezTo>
                  <a:pt x="0" y="2"/>
                  <a:pt x="2" y="0"/>
                  <a:pt x="5" y="0"/>
                </a:cubicBezTo>
                <a:cubicBezTo>
                  <a:pt x="63" y="0"/>
                  <a:pt x="63" y="0"/>
                  <a:pt x="63" y="0"/>
                </a:cubicBezTo>
                <a:cubicBezTo>
                  <a:pt x="66" y="0"/>
                  <a:pt x="68" y="2"/>
                  <a:pt x="68" y="5"/>
                </a:cubicBezTo>
                <a:lnTo>
                  <a:pt x="68" y="49"/>
                </a:lnTo>
                <a:close/>
                <a:moveTo>
                  <a:pt x="5" y="4"/>
                </a:moveTo>
                <a:cubicBezTo>
                  <a:pt x="5" y="4"/>
                  <a:pt x="4" y="5"/>
                  <a:pt x="4" y="5"/>
                </a:cubicBezTo>
                <a:cubicBezTo>
                  <a:pt x="4" y="49"/>
                  <a:pt x="4" y="49"/>
                  <a:pt x="4" y="49"/>
                </a:cubicBezTo>
                <a:cubicBezTo>
                  <a:pt x="4" y="49"/>
                  <a:pt x="5" y="50"/>
                  <a:pt x="5" y="50"/>
                </a:cubicBezTo>
                <a:cubicBezTo>
                  <a:pt x="63" y="50"/>
                  <a:pt x="63" y="50"/>
                  <a:pt x="63" y="50"/>
                </a:cubicBezTo>
                <a:cubicBezTo>
                  <a:pt x="63" y="50"/>
                  <a:pt x="64" y="49"/>
                  <a:pt x="64" y="49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3" y="4"/>
                  <a:pt x="63" y="4"/>
                </a:cubicBezTo>
                <a:lnTo>
                  <a:pt x="5" y="4"/>
                </a:lnTo>
                <a:close/>
                <a:moveTo>
                  <a:pt x="16" y="23"/>
                </a:moveTo>
                <a:cubicBezTo>
                  <a:pt x="12" y="23"/>
                  <a:pt x="9" y="20"/>
                  <a:pt x="9" y="16"/>
                </a:cubicBezTo>
                <a:cubicBezTo>
                  <a:pt x="9" y="12"/>
                  <a:pt x="12" y="9"/>
                  <a:pt x="16" y="9"/>
                </a:cubicBezTo>
                <a:cubicBezTo>
                  <a:pt x="20" y="9"/>
                  <a:pt x="23" y="12"/>
                  <a:pt x="23" y="16"/>
                </a:cubicBezTo>
                <a:cubicBezTo>
                  <a:pt x="23" y="20"/>
                  <a:pt x="20" y="23"/>
                  <a:pt x="16" y="23"/>
                </a:cubicBezTo>
                <a:close/>
                <a:moveTo>
                  <a:pt x="59" y="45"/>
                </a:moveTo>
                <a:cubicBezTo>
                  <a:pt x="9" y="45"/>
                  <a:pt x="9" y="45"/>
                  <a:pt x="9" y="45"/>
                </a:cubicBezTo>
                <a:cubicBezTo>
                  <a:pt x="9" y="39"/>
                  <a:pt x="9" y="39"/>
                  <a:pt x="9" y="39"/>
                </a:cubicBezTo>
                <a:cubicBezTo>
                  <a:pt x="20" y="27"/>
                  <a:pt x="20" y="27"/>
                  <a:pt x="20" y="27"/>
                </a:cubicBezTo>
                <a:cubicBezTo>
                  <a:pt x="26" y="33"/>
                  <a:pt x="26" y="33"/>
                  <a:pt x="26" y="33"/>
                </a:cubicBezTo>
                <a:cubicBezTo>
                  <a:pt x="44" y="15"/>
                  <a:pt x="44" y="15"/>
                  <a:pt x="44" y="15"/>
                </a:cubicBezTo>
                <a:cubicBezTo>
                  <a:pt x="59" y="29"/>
                  <a:pt x="59" y="29"/>
                  <a:pt x="59" y="29"/>
                </a:cubicBezTo>
                <a:lnTo>
                  <a:pt x="59" y="4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0" name="Freeform 109"/>
          <p:cNvSpPr/>
          <p:nvPr/>
        </p:nvSpPr>
        <p:spPr>
          <a:xfrm>
            <a:off x="4452840" y="2639880"/>
            <a:ext cx="189000" cy="189000"/>
          </a:xfrm>
          <a:custGeom>
            <a:avLst/>
            <a:gdLst/>
            <a:ahLst/>
            <a:rect l="l" t="t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36" y="39"/>
                </a:moveTo>
                <a:cubicBezTo>
                  <a:pt x="36" y="38"/>
                  <a:pt x="36" y="37"/>
                  <a:pt x="35" y="37"/>
                </a:cubicBezTo>
                <a:cubicBezTo>
                  <a:pt x="32" y="37"/>
                  <a:pt x="32" y="37"/>
                  <a:pt x="32" y="37"/>
                </a:cubicBezTo>
                <a:cubicBezTo>
                  <a:pt x="32" y="19"/>
                  <a:pt x="32" y="19"/>
                  <a:pt x="32" y="19"/>
                </a:cubicBezTo>
                <a:cubicBezTo>
                  <a:pt x="32" y="19"/>
                  <a:pt x="31" y="18"/>
                  <a:pt x="31" y="18"/>
                </a:cubicBezTo>
                <a:cubicBezTo>
                  <a:pt x="19" y="18"/>
                  <a:pt x="19" y="18"/>
                  <a:pt x="19" y="18"/>
                </a:cubicBezTo>
                <a:cubicBezTo>
                  <a:pt x="19" y="18"/>
                  <a:pt x="18" y="19"/>
                  <a:pt x="18" y="19"/>
                </a:cubicBezTo>
                <a:cubicBezTo>
                  <a:pt x="18" y="25"/>
                  <a:pt x="18" y="25"/>
                  <a:pt x="18" y="25"/>
                </a:cubicBezTo>
                <a:cubicBezTo>
                  <a:pt x="18" y="26"/>
                  <a:pt x="19" y="26"/>
                  <a:pt x="19" y="26"/>
                </a:cubicBezTo>
                <a:cubicBezTo>
                  <a:pt x="23" y="26"/>
                  <a:pt x="23" y="26"/>
                  <a:pt x="23" y="26"/>
                </a:cubicBezTo>
                <a:cubicBezTo>
                  <a:pt x="23" y="37"/>
                  <a:pt x="23" y="37"/>
                  <a:pt x="23" y="37"/>
                </a:cubicBezTo>
                <a:cubicBezTo>
                  <a:pt x="19" y="37"/>
                  <a:pt x="19" y="37"/>
                  <a:pt x="19" y="37"/>
                </a:cubicBezTo>
                <a:cubicBezTo>
                  <a:pt x="19" y="37"/>
                  <a:pt x="18" y="38"/>
                  <a:pt x="18" y="39"/>
                </a:cubicBezTo>
                <a:cubicBezTo>
                  <a:pt x="18" y="44"/>
                  <a:pt x="18" y="44"/>
                  <a:pt x="18" y="44"/>
                </a:cubicBezTo>
                <a:cubicBezTo>
                  <a:pt x="18" y="45"/>
                  <a:pt x="19" y="45"/>
                  <a:pt x="19" y="45"/>
                </a:cubicBezTo>
                <a:cubicBezTo>
                  <a:pt x="35" y="45"/>
                  <a:pt x="35" y="45"/>
                  <a:pt x="35" y="45"/>
                </a:cubicBezTo>
                <a:cubicBezTo>
                  <a:pt x="36" y="45"/>
                  <a:pt x="36" y="45"/>
                  <a:pt x="36" y="44"/>
                </a:cubicBezTo>
                <a:lnTo>
                  <a:pt x="36" y="39"/>
                </a:lnTo>
                <a:close/>
                <a:moveTo>
                  <a:pt x="32" y="7"/>
                </a:moveTo>
                <a:cubicBezTo>
                  <a:pt x="32" y="6"/>
                  <a:pt x="31" y="5"/>
                  <a:pt x="31" y="5"/>
                </a:cubicBezTo>
                <a:cubicBezTo>
                  <a:pt x="24" y="5"/>
                  <a:pt x="24" y="5"/>
                  <a:pt x="24" y="5"/>
                </a:cubicBezTo>
                <a:cubicBezTo>
                  <a:pt x="23" y="5"/>
                  <a:pt x="23" y="6"/>
                  <a:pt x="23" y="7"/>
                </a:cubicBezTo>
                <a:cubicBezTo>
                  <a:pt x="23" y="12"/>
                  <a:pt x="23" y="12"/>
                  <a:pt x="23" y="12"/>
                </a:cubicBezTo>
                <a:cubicBezTo>
                  <a:pt x="23" y="13"/>
                  <a:pt x="23" y="13"/>
                  <a:pt x="24" y="13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2" y="13"/>
                  <a:pt x="32" y="12"/>
                </a:cubicBezTo>
                <a:lnTo>
                  <a:pt x="32" y="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1" name="Freeform 110"/>
          <p:cNvSpPr/>
          <p:nvPr/>
        </p:nvSpPr>
        <p:spPr>
          <a:xfrm>
            <a:off x="4948200" y="2622600"/>
            <a:ext cx="250920" cy="203040"/>
          </a:xfrm>
          <a:custGeom>
            <a:avLst/>
            <a:gdLst/>
            <a:ahLst/>
            <a:rect l="l" t="t" r="r" b="b"/>
            <a:pathLst>
              <a:path w="73" h="59">
                <a:moveTo>
                  <a:pt x="70" y="24"/>
                </a:moveTo>
                <a:cubicBezTo>
                  <a:pt x="65" y="24"/>
                  <a:pt x="65" y="24"/>
                  <a:pt x="65" y="24"/>
                </a:cubicBezTo>
                <a:cubicBezTo>
                  <a:pt x="66" y="26"/>
                  <a:pt x="66" y="28"/>
                  <a:pt x="66" y="30"/>
                </a:cubicBezTo>
                <a:cubicBezTo>
                  <a:pt x="66" y="46"/>
                  <a:pt x="53" y="59"/>
                  <a:pt x="36" y="59"/>
                </a:cubicBezTo>
                <a:cubicBezTo>
                  <a:pt x="24" y="59"/>
                  <a:pt x="14" y="52"/>
                  <a:pt x="10" y="42"/>
                </a:cubicBezTo>
                <a:cubicBezTo>
                  <a:pt x="3" y="42"/>
                  <a:pt x="3" y="42"/>
                  <a:pt x="3" y="42"/>
                </a:cubicBezTo>
                <a:cubicBezTo>
                  <a:pt x="1" y="42"/>
                  <a:pt x="0" y="41"/>
                  <a:pt x="0" y="39"/>
                </a:cubicBezTo>
                <a:cubicBezTo>
                  <a:pt x="0" y="37"/>
                  <a:pt x="1" y="36"/>
                  <a:pt x="3" y="36"/>
                </a:cubicBezTo>
                <a:cubicBezTo>
                  <a:pt x="8" y="36"/>
                  <a:pt x="8" y="36"/>
                  <a:pt x="8" y="36"/>
                </a:cubicBezTo>
                <a:cubicBezTo>
                  <a:pt x="7" y="34"/>
                  <a:pt x="7" y="32"/>
                  <a:pt x="7" y="30"/>
                </a:cubicBezTo>
                <a:cubicBezTo>
                  <a:pt x="7" y="14"/>
                  <a:pt x="20" y="0"/>
                  <a:pt x="36" y="0"/>
                </a:cubicBezTo>
                <a:cubicBezTo>
                  <a:pt x="48" y="0"/>
                  <a:pt x="58" y="8"/>
                  <a:pt x="63" y="18"/>
                </a:cubicBezTo>
                <a:cubicBezTo>
                  <a:pt x="70" y="18"/>
                  <a:pt x="70" y="18"/>
                  <a:pt x="70" y="18"/>
                </a:cubicBezTo>
                <a:cubicBezTo>
                  <a:pt x="72" y="18"/>
                  <a:pt x="73" y="19"/>
                  <a:pt x="73" y="21"/>
                </a:cubicBezTo>
                <a:cubicBezTo>
                  <a:pt x="73" y="22"/>
                  <a:pt x="72" y="24"/>
                  <a:pt x="70" y="24"/>
                </a:cubicBezTo>
                <a:close/>
                <a:moveTo>
                  <a:pt x="59" y="24"/>
                </a:moveTo>
                <a:cubicBezTo>
                  <a:pt x="24" y="24"/>
                  <a:pt x="24" y="24"/>
                  <a:pt x="24" y="24"/>
                </a:cubicBezTo>
                <a:cubicBezTo>
                  <a:pt x="22" y="24"/>
                  <a:pt x="21" y="22"/>
                  <a:pt x="21" y="21"/>
                </a:cubicBezTo>
                <a:cubicBezTo>
                  <a:pt x="21" y="19"/>
                  <a:pt x="22" y="18"/>
                  <a:pt x="24" y="18"/>
                </a:cubicBezTo>
                <a:cubicBezTo>
                  <a:pt x="56" y="18"/>
                  <a:pt x="56" y="18"/>
                  <a:pt x="56" y="18"/>
                </a:cubicBezTo>
                <a:cubicBezTo>
                  <a:pt x="52" y="11"/>
                  <a:pt x="45" y="7"/>
                  <a:pt x="36" y="7"/>
                </a:cubicBezTo>
                <a:cubicBezTo>
                  <a:pt x="24" y="7"/>
                  <a:pt x="13" y="17"/>
                  <a:pt x="13" y="30"/>
                </a:cubicBezTo>
                <a:cubicBezTo>
                  <a:pt x="13" y="32"/>
                  <a:pt x="13" y="34"/>
                  <a:pt x="14" y="36"/>
                </a:cubicBezTo>
                <a:cubicBezTo>
                  <a:pt x="49" y="36"/>
                  <a:pt x="49" y="36"/>
                  <a:pt x="49" y="36"/>
                </a:cubicBezTo>
                <a:cubicBezTo>
                  <a:pt x="51" y="36"/>
                  <a:pt x="52" y="37"/>
                  <a:pt x="52" y="39"/>
                </a:cubicBezTo>
                <a:cubicBezTo>
                  <a:pt x="52" y="41"/>
                  <a:pt x="51" y="42"/>
                  <a:pt x="49" y="42"/>
                </a:cubicBezTo>
                <a:cubicBezTo>
                  <a:pt x="17" y="42"/>
                  <a:pt x="17" y="42"/>
                  <a:pt x="17" y="42"/>
                </a:cubicBezTo>
                <a:cubicBezTo>
                  <a:pt x="21" y="49"/>
                  <a:pt x="28" y="53"/>
                  <a:pt x="36" y="53"/>
                </a:cubicBezTo>
                <a:cubicBezTo>
                  <a:pt x="49" y="53"/>
                  <a:pt x="60" y="43"/>
                  <a:pt x="60" y="30"/>
                </a:cubicBezTo>
                <a:cubicBezTo>
                  <a:pt x="60" y="28"/>
                  <a:pt x="59" y="26"/>
                  <a:pt x="59" y="24"/>
                </a:cubicBezTo>
                <a:close/>
                <a:moveTo>
                  <a:pt x="49" y="33"/>
                </a:moveTo>
                <a:cubicBezTo>
                  <a:pt x="24" y="33"/>
                  <a:pt x="24" y="33"/>
                  <a:pt x="24" y="33"/>
                </a:cubicBezTo>
                <a:cubicBezTo>
                  <a:pt x="22" y="33"/>
                  <a:pt x="21" y="32"/>
                  <a:pt x="21" y="30"/>
                </a:cubicBezTo>
                <a:cubicBezTo>
                  <a:pt x="21" y="28"/>
                  <a:pt x="22" y="27"/>
                  <a:pt x="24" y="27"/>
                </a:cubicBezTo>
                <a:cubicBezTo>
                  <a:pt x="49" y="27"/>
                  <a:pt x="49" y="27"/>
                  <a:pt x="49" y="27"/>
                </a:cubicBezTo>
                <a:cubicBezTo>
                  <a:pt x="51" y="27"/>
                  <a:pt x="52" y="28"/>
                  <a:pt x="52" y="30"/>
                </a:cubicBezTo>
                <a:cubicBezTo>
                  <a:pt x="52" y="32"/>
                  <a:pt x="51" y="33"/>
                  <a:pt x="49" y="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2" name="Freeform 111"/>
          <p:cNvSpPr/>
          <p:nvPr/>
        </p:nvSpPr>
        <p:spPr>
          <a:xfrm>
            <a:off x="5443560" y="2639880"/>
            <a:ext cx="250920" cy="173160"/>
          </a:xfrm>
          <a:custGeom>
            <a:avLst/>
            <a:gdLst/>
            <a:ahLst/>
            <a:rect l="l" t="t" r="r" b="b"/>
            <a:pathLst>
              <a:path w="73" h="50">
                <a:moveTo>
                  <a:pt x="73" y="36"/>
                </a:moveTo>
                <a:cubicBezTo>
                  <a:pt x="73" y="44"/>
                  <a:pt x="66" y="50"/>
                  <a:pt x="58" y="50"/>
                </a:cubicBezTo>
                <a:cubicBezTo>
                  <a:pt x="58" y="50"/>
                  <a:pt x="58" y="50"/>
                  <a:pt x="58" y="50"/>
                </a:cubicBezTo>
                <a:cubicBezTo>
                  <a:pt x="15" y="50"/>
                  <a:pt x="15" y="50"/>
                  <a:pt x="15" y="50"/>
                </a:cubicBezTo>
                <a:cubicBezTo>
                  <a:pt x="15" y="50"/>
                  <a:pt x="15" y="50"/>
                  <a:pt x="15" y="50"/>
                </a:cubicBezTo>
                <a:cubicBezTo>
                  <a:pt x="14" y="50"/>
                  <a:pt x="14" y="50"/>
                  <a:pt x="14" y="50"/>
                </a:cubicBezTo>
                <a:cubicBezTo>
                  <a:pt x="14" y="50"/>
                  <a:pt x="14" y="50"/>
                  <a:pt x="14" y="50"/>
                </a:cubicBezTo>
                <a:cubicBezTo>
                  <a:pt x="6" y="50"/>
                  <a:pt x="0" y="43"/>
                  <a:pt x="0" y="35"/>
                </a:cubicBezTo>
                <a:cubicBezTo>
                  <a:pt x="0" y="30"/>
                  <a:pt x="3" y="26"/>
                  <a:pt x="7" y="23"/>
                </a:cubicBezTo>
                <a:cubicBezTo>
                  <a:pt x="7" y="22"/>
                  <a:pt x="7" y="21"/>
                  <a:pt x="7" y="20"/>
                </a:cubicBezTo>
                <a:cubicBezTo>
                  <a:pt x="7" y="15"/>
                  <a:pt x="11" y="10"/>
                  <a:pt x="17" y="10"/>
                </a:cubicBezTo>
                <a:cubicBezTo>
                  <a:pt x="19" y="10"/>
                  <a:pt x="21" y="11"/>
                  <a:pt x="23" y="12"/>
                </a:cubicBezTo>
                <a:cubicBezTo>
                  <a:pt x="26" y="5"/>
                  <a:pt x="34" y="0"/>
                  <a:pt x="42" y="0"/>
                </a:cubicBezTo>
                <a:cubicBezTo>
                  <a:pt x="54" y="0"/>
                  <a:pt x="64" y="10"/>
                  <a:pt x="64" y="21"/>
                </a:cubicBezTo>
                <a:cubicBezTo>
                  <a:pt x="64" y="22"/>
                  <a:pt x="64" y="22"/>
                  <a:pt x="64" y="23"/>
                </a:cubicBezTo>
                <a:cubicBezTo>
                  <a:pt x="69" y="25"/>
                  <a:pt x="73" y="30"/>
                  <a:pt x="73" y="36"/>
                </a:cubicBezTo>
                <a:close/>
                <a:moveTo>
                  <a:pt x="27" y="42"/>
                </a:moveTo>
                <a:cubicBezTo>
                  <a:pt x="30" y="42"/>
                  <a:pt x="33" y="41"/>
                  <a:pt x="35" y="38"/>
                </a:cubicBezTo>
                <a:cubicBezTo>
                  <a:pt x="34" y="37"/>
                  <a:pt x="33" y="36"/>
                  <a:pt x="32" y="34"/>
                </a:cubicBezTo>
                <a:cubicBezTo>
                  <a:pt x="31" y="36"/>
                  <a:pt x="29" y="37"/>
                  <a:pt x="27" y="37"/>
                </a:cubicBezTo>
                <a:cubicBezTo>
                  <a:pt x="25" y="37"/>
                  <a:pt x="22" y="35"/>
                  <a:pt x="22" y="32"/>
                </a:cubicBezTo>
                <a:cubicBezTo>
                  <a:pt x="22" y="30"/>
                  <a:pt x="25" y="28"/>
                  <a:pt x="27" y="28"/>
                </a:cubicBezTo>
                <a:cubicBezTo>
                  <a:pt x="35" y="28"/>
                  <a:pt x="37" y="42"/>
                  <a:pt x="48" y="42"/>
                </a:cubicBezTo>
                <a:cubicBezTo>
                  <a:pt x="54" y="42"/>
                  <a:pt x="58" y="38"/>
                  <a:pt x="58" y="32"/>
                </a:cubicBezTo>
                <a:cubicBezTo>
                  <a:pt x="58" y="26"/>
                  <a:pt x="53" y="23"/>
                  <a:pt x="48" y="23"/>
                </a:cubicBezTo>
                <a:cubicBezTo>
                  <a:pt x="44" y="23"/>
                  <a:pt x="42" y="24"/>
                  <a:pt x="39" y="26"/>
                </a:cubicBezTo>
                <a:cubicBezTo>
                  <a:pt x="40" y="28"/>
                  <a:pt x="41" y="29"/>
                  <a:pt x="43" y="30"/>
                </a:cubicBezTo>
                <a:cubicBezTo>
                  <a:pt x="44" y="29"/>
                  <a:pt x="46" y="28"/>
                  <a:pt x="48" y="28"/>
                </a:cubicBezTo>
                <a:cubicBezTo>
                  <a:pt x="50" y="28"/>
                  <a:pt x="52" y="30"/>
                  <a:pt x="52" y="32"/>
                </a:cubicBezTo>
                <a:cubicBezTo>
                  <a:pt x="52" y="35"/>
                  <a:pt x="50" y="37"/>
                  <a:pt x="48" y="37"/>
                </a:cubicBezTo>
                <a:cubicBezTo>
                  <a:pt x="40" y="37"/>
                  <a:pt x="38" y="23"/>
                  <a:pt x="27" y="23"/>
                </a:cubicBezTo>
                <a:cubicBezTo>
                  <a:pt x="21" y="23"/>
                  <a:pt x="16" y="26"/>
                  <a:pt x="16" y="32"/>
                </a:cubicBezTo>
                <a:cubicBezTo>
                  <a:pt x="16" y="38"/>
                  <a:pt x="21" y="42"/>
                  <a:pt x="27" y="4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3" name="Freeform 112"/>
          <p:cNvSpPr/>
          <p:nvPr/>
        </p:nvSpPr>
        <p:spPr>
          <a:xfrm>
            <a:off x="5937120" y="2622600"/>
            <a:ext cx="189000" cy="220680"/>
          </a:xfrm>
          <a:custGeom>
            <a:avLst/>
            <a:gdLst/>
            <a:ahLst/>
            <a:rect l="l" t="t" r="r" b="b"/>
            <a:pathLst>
              <a:path w="55" h="64">
                <a:moveTo>
                  <a:pt x="55" y="56"/>
                </a:moveTo>
                <a:cubicBezTo>
                  <a:pt x="27" y="47"/>
                  <a:pt x="27" y="47"/>
                  <a:pt x="27" y="47"/>
                </a:cubicBezTo>
                <a:cubicBezTo>
                  <a:pt x="26" y="48"/>
                  <a:pt x="1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17"/>
                  <a:pt x="0" y="17"/>
                  <a:pt x="0" y="17"/>
                </a:cubicBezTo>
                <a:cubicBezTo>
                  <a:pt x="0" y="17"/>
                  <a:pt x="0" y="17"/>
                  <a:pt x="0" y="17"/>
                </a:cubicBezTo>
                <a:cubicBezTo>
                  <a:pt x="0" y="16"/>
                  <a:pt x="0" y="16"/>
                  <a:pt x="1" y="16"/>
                </a:cubicBezTo>
                <a:cubicBezTo>
                  <a:pt x="1" y="16"/>
                  <a:pt x="3" y="16"/>
                  <a:pt x="6" y="15"/>
                </a:cubicBezTo>
                <a:cubicBezTo>
                  <a:pt x="6" y="1"/>
                  <a:pt x="6" y="1"/>
                  <a:pt x="6" y="1"/>
                </a:cubicBezTo>
                <a:cubicBezTo>
                  <a:pt x="26" y="8"/>
                  <a:pt x="26" y="8"/>
                  <a:pt x="26" y="8"/>
                </a:cubicBezTo>
                <a:cubicBezTo>
                  <a:pt x="26" y="8"/>
                  <a:pt x="48" y="0"/>
                  <a:pt x="49" y="0"/>
                </a:cubicBezTo>
                <a:cubicBezTo>
                  <a:pt x="49" y="0"/>
                  <a:pt x="49" y="0"/>
                  <a:pt x="49" y="1"/>
                </a:cubicBezTo>
                <a:cubicBezTo>
                  <a:pt x="49" y="16"/>
                  <a:pt x="49" y="16"/>
                  <a:pt x="49" y="16"/>
                </a:cubicBezTo>
                <a:cubicBezTo>
                  <a:pt x="55" y="18"/>
                  <a:pt x="55" y="18"/>
                  <a:pt x="55" y="18"/>
                </a:cubicBezTo>
                <a:lnTo>
                  <a:pt x="55" y="56"/>
                </a:lnTo>
                <a:close/>
                <a:moveTo>
                  <a:pt x="26" y="46"/>
                </a:moveTo>
                <a:cubicBezTo>
                  <a:pt x="26" y="9"/>
                  <a:pt x="26" y="9"/>
                  <a:pt x="26" y="9"/>
                </a:cubicBezTo>
                <a:cubicBezTo>
                  <a:pt x="1" y="18"/>
                  <a:pt x="1" y="18"/>
                  <a:pt x="1" y="18"/>
                </a:cubicBezTo>
                <a:cubicBezTo>
                  <a:pt x="1" y="54"/>
                  <a:pt x="1" y="54"/>
                  <a:pt x="1" y="54"/>
                </a:cubicBezTo>
                <a:lnTo>
                  <a:pt x="26" y="46"/>
                </a:lnTo>
                <a:close/>
                <a:moveTo>
                  <a:pt x="21" y="38"/>
                </a:moveTo>
                <a:cubicBezTo>
                  <a:pt x="20" y="38"/>
                  <a:pt x="18" y="37"/>
                  <a:pt x="18" y="36"/>
                </a:cubicBezTo>
                <a:cubicBezTo>
                  <a:pt x="17" y="36"/>
                  <a:pt x="15" y="34"/>
                  <a:pt x="15" y="34"/>
                </a:cubicBezTo>
                <a:cubicBezTo>
                  <a:pt x="14" y="36"/>
                  <a:pt x="12" y="38"/>
                  <a:pt x="10" y="40"/>
                </a:cubicBezTo>
                <a:cubicBezTo>
                  <a:pt x="9" y="41"/>
                  <a:pt x="8" y="44"/>
                  <a:pt x="6" y="44"/>
                </a:cubicBezTo>
                <a:cubicBezTo>
                  <a:pt x="6" y="45"/>
                  <a:pt x="5" y="45"/>
                  <a:pt x="5" y="45"/>
                </a:cubicBezTo>
                <a:cubicBezTo>
                  <a:pt x="6" y="44"/>
                  <a:pt x="7" y="42"/>
                  <a:pt x="8" y="41"/>
                </a:cubicBezTo>
                <a:cubicBezTo>
                  <a:pt x="9" y="40"/>
                  <a:pt x="13" y="34"/>
                  <a:pt x="14" y="33"/>
                </a:cubicBezTo>
                <a:cubicBezTo>
                  <a:pt x="15" y="32"/>
                  <a:pt x="17" y="27"/>
                  <a:pt x="17" y="27"/>
                </a:cubicBezTo>
                <a:cubicBezTo>
                  <a:pt x="17" y="27"/>
                  <a:pt x="14" y="28"/>
                  <a:pt x="13" y="28"/>
                </a:cubicBezTo>
                <a:cubicBezTo>
                  <a:pt x="12" y="28"/>
                  <a:pt x="10" y="29"/>
                  <a:pt x="10" y="29"/>
                </a:cubicBezTo>
                <a:cubicBezTo>
                  <a:pt x="10" y="29"/>
                  <a:pt x="10" y="29"/>
                  <a:pt x="10" y="29"/>
                </a:cubicBezTo>
                <a:cubicBezTo>
                  <a:pt x="10" y="29"/>
                  <a:pt x="9" y="30"/>
                  <a:pt x="9" y="30"/>
                </a:cubicBezTo>
                <a:cubicBezTo>
                  <a:pt x="9" y="30"/>
                  <a:pt x="8" y="30"/>
                  <a:pt x="7" y="30"/>
                </a:cubicBezTo>
                <a:cubicBezTo>
                  <a:pt x="7" y="30"/>
                  <a:pt x="6" y="29"/>
                  <a:pt x="6" y="29"/>
                </a:cubicBezTo>
                <a:cubicBezTo>
                  <a:pt x="6" y="29"/>
                  <a:pt x="6" y="29"/>
                  <a:pt x="6" y="28"/>
                </a:cubicBezTo>
                <a:cubicBezTo>
                  <a:pt x="7" y="28"/>
                  <a:pt x="7" y="28"/>
                  <a:pt x="8" y="28"/>
                </a:cubicBezTo>
                <a:cubicBezTo>
                  <a:pt x="9" y="28"/>
                  <a:pt x="11" y="27"/>
                  <a:pt x="12" y="27"/>
                </a:cubicBezTo>
                <a:cubicBezTo>
                  <a:pt x="13" y="26"/>
                  <a:pt x="15" y="26"/>
                  <a:pt x="15" y="26"/>
                </a:cubicBezTo>
                <a:cubicBezTo>
                  <a:pt x="16" y="25"/>
                  <a:pt x="18" y="24"/>
                  <a:pt x="19" y="24"/>
                </a:cubicBezTo>
                <a:cubicBezTo>
                  <a:pt x="19" y="24"/>
                  <a:pt x="20" y="23"/>
                  <a:pt x="20" y="24"/>
                </a:cubicBezTo>
                <a:cubicBezTo>
                  <a:pt x="20" y="24"/>
                  <a:pt x="20" y="25"/>
                  <a:pt x="20" y="25"/>
                </a:cubicBezTo>
                <a:cubicBezTo>
                  <a:pt x="20" y="25"/>
                  <a:pt x="18" y="28"/>
                  <a:pt x="18" y="29"/>
                </a:cubicBezTo>
                <a:cubicBezTo>
                  <a:pt x="18" y="29"/>
                  <a:pt x="17" y="31"/>
                  <a:pt x="15" y="34"/>
                </a:cubicBezTo>
                <a:cubicBezTo>
                  <a:pt x="16" y="34"/>
                  <a:pt x="17" y="34"/>
                  <a:pt x="18" y="35"/>
                </a:cubicBezTo>
                <a:cubicBezTo>
                  <a:pt x="18" y="35"/>
                  <a:pt x="22" y="37"/>
                  <a:pt x="23" y="37"/>
                </a:cubicBezTo>
                <a:cubicBezTo>
                  <a:pt x="23" y="37"/>
                  <a:pt x="23" y="38"/>
                  <a:pt x="23" y="39"/>
                </a:cubicBezTo>
                <a:cubicBezTo>
                  <a:pt x="23" y="39"/>
                  <a:pt x="21" y="38"/>
                  <a:pt x="21" y="38"/>
                </a:cubicBezTo>
                <a:close/>
                <a:moveTo>
                  <a:pt x="16" y="22"/>
                </a:moveTo>
                <a:cubicBezTo>
                  <a:pt x="15" y="23"/>
                  <a:pt x="14" y="23"/>
                  <a:pt x="14" y="24"/>
                </a:cubicBezTo>
                <a:cubicBezTo>
                  <a:pt x="13" y="24"/>
                  <a:pt x="12" y="24"/>
                  <a:pt x="12" y="24"/>
                </a:cubicBezTo>
                <a:cubicBezTo>
                  <a:pt x="11" y="24"/>
                  <a:pt x="11" y="24"/>
                  <a:pt x="10" y="23"/>
                </a:cubicBezTo>
                <a:cubicBezTo>
                  <a:pt x="10" y="23"/>
                  <a:pt x="9" y="21"/>
                  <a:pt x="9" y="22"/>
                </a:cubicBezTo>
                <a:cubicBezTo>
                  <a:pt x="10" y="22"/>
                  <a:pt x="11" y="22"/>
                  <a:pt x="11" y="22"/>
                </a:cubicBezTo>
                <a:cubicBezTo>
                  <a:pt x="11" y="22"/>
                  <a:pt x="13" y="21"/>
                  <a:pt x="13" y="21"/>
                </a:cubicBezTo>
                <a:cubicBezTo>
                  <a:pt x="14" y="21"/>
                  <a:pt x="15" y="21"/>
                  <a:pt x="15" y="21"/>
                </a:cubicBezTo>
                <a:cubicBezTo>
                  <a:pt x="15" y="21"/>
                  <a:pt x="16" y="21"/>
                  <a:pt x="16" y="21"/>
                </a:cubicBezTo>
                <a:cubicBezTo>
                  <a:pt x="16" y="22"/>
                  <a:pt x="16" y="22"/>
                  <a:pt x="16" y="22"/>
                </a:cubicBezTo>
                <a:close/>
                <a:moveTo>
                  <a:pt x="44" y="57"/>
                </a:moveTo>
                <a:cubicBezTo>
                  <a:pt x="42" y="62"/>
                  <a:pt x="42" y="62"/>
                  <a:pt x="42" y="62"/>
                </a:cubicBezTo>
                <a:cubicBezTo>
                  <a:pt x="41" y="60"/>
                  <a:pt x="41" y="60"/>
                  <a:pt x="41" y="60"/>
                </a:cubicBezTo>
                <a:cubicBezTo>
                  <a:pt x="38" y="62"/>
                  <a:pt x="34" y="63"/>
                  <a:pt x="31" y="64"/>
                </a:cubicBezTo>
                <a:cubicBezTo>
                  <a:pt x="30" y="64"/>
                  <a:pt x="29" y="64"/>
                  <a:pt x="28" y="64"/>
                </a:cubicBezTo>
                <a:cubicBezTo>
                  <a:pt x="25" y="64"/>
                  <a:pt x="25" y="64"/>
                  <a:pt x="25" y="64"/>
                </a:cubicBezTo>
                <a:cubicBezTo>
                  <a:pt x="21" y="64"/>
                  <a:pt x="14" y="62"/>
                  <a:pt x="11" y="60"/>
                </a:cubicBezTo>
                <a:cubicBezTo>
                  <a:pt x="11" y="60"/>
                  <a:pt x="11" y="59"/>
                  <a:pt x="11" y="59"/>
                </a:cubicBezTo>
                <a:cubicBezTo>
                  <a:pt x="11" y="59"/>
                  <a:pt x="11" y="58"/>
                  <a:pt x="11" y="58"/>
                </a:cubicBezTo>
                <a:cubicBezTo>
                  <a:pt x="12" y="58"/>
                  <a:pt x="13" y="60"/>
                  <a:pt x="14" y="60"/>
                </a:cubicBezTo>
                <a:cubicBezTo>
                  <a:pt x="17" y="61"/>
                  <a:pt x="22" y="63"/>
                  <a:pt x="25" y="63"/>
                </a:cubicBezTo>
                <a:cubicBezTo>
                  <a:pt x="30" y="63"/>
                  <a:pt x="33" y="62"/>
                  <a:pt x="37" y="60"/>
                </a:cubicBezTo>
                <a:cubicBezTo>
                  <a:pt x="38" y="60"/>
                  <a:pt x="39" y="59"/>
                  <a:pt x="40" y="59"/>
                </a:cubicBezTo>
                <a:cubicBezTo>
                  <a:pt x="39" y="56"/>
                  <a:pt x="39" y="56"/>
                  <a:pt x="39" y="56"/>
                </a:cubicBezTo>
                <a:lnTo>
                  <a:pt x="44" y="57"/>
                </a:lnTo>
                <a:close/>
                <a:moveTo>
                  <a:pt x="48" y="15"/>
                </a:moveTo>
                <a:cubicBezTo>
                  <a:pt x="48" y="2"/>
                  <a:pt x="48" y="2"/>
                  <a:pt x="48" y="2"/>
                </a:cubicBezTo>
                <a:cubicBezTo>
                  <a:pt x="28" y="9"/>
                  <a:pt x="28" y="9"/>
                  <a:pt x="28" y="9"/>
                </a:cubicBezTo>
                <a:lnTo>
                  <a:pt x="48" y="15"/>
                </a:lnTo>
                <a:close/>
                <a:moveTo>
                  <a:pt x="49" y="44"/>
                </a:moveTo>
                <a:cubicBezTo>
                  <a:pt x="43" y="21"/>
                  <a:pt x="43" y="21"/>
                  <a:pt x="43" y="21"/>
                </a:cubicBezTo>
                <a:cubicBezTo>
                  <a:pt x="39" y="20"/>
                  <a:pt x="39" y="20"/>
                  <a:pt x="39" y="20"/>
                </a:cubicBezTo>
                <a:cubicBezTo>
                  <a:pt x="31" y="39"/>
                  <a:pt x="31" y="39"/>
                  <a:pt x="31" y="39"/>
                </a:cubicBezTo>
                <a:cubicBezTo>
                  <a:pt x="35" y="40"/>
                  <a:pt x="35" y="40"/>
                  <a:pt x="35" y="40"/>
                </a:cubicBezTo>
                <a:cubicBezTo>
                  <a:pt x="37" y="36"/>
                  <a:pt x="37" y="36"/>
                  <a:pt x="37" y="36"/>
                </a:cubicBezTo>
                <a:cubicBezTo>
                  <a:pt x="44" y="38"/>
                  <a:pt x="44" y="38"/>
                  <a:pt x="44" y="38"/>
                </a:cubicBezTo>
                <a:cubicBezTo>
                  <a:pt x="45" y="43"/>
                  <a:pt x="45" y="43"/>
                  <a:pt x="45" y="43"/>
                </a:cubicBezTo>
                <a:lnTo>
                  <a:pt x="49" y="44"/>
                </a:lnTo>
                <a:close/>
                <a:moveTo>
                  <a:pt x="43" y="34"/>
                </a:moveTo>
                <a:cubicBezTo>
                  <a:pt x="38" y="33"/>
                  <a:pt x="38" y="33"/>
                  <a:pt x="38" y="33"/>
                </a:cubicBezTo>
                <a:cubicBezTo>
                  <a:pt x="41" y="26"/>
                  <a:pt x="41" y="26"/>
                  <a:pt x="41" y="26"/>
                </a:cubicBezTo>
                <a:lnTo>
                  <a:pt x="43" y="3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4" name="Freeform 113"/>
          <p:cNvSpPr/>
          <p:nvPr/>
        </p:nvSpPr>
        <p:spPr>
          <a:xfrm>
            <a:off x="6432480" y="2639880"/>
            <a:ext cx="220680" cy="173160"/>
          </a:xfrm>
          <a:custGeom>
            <a:avLst/>
            <a:gdLst/>
            <a:ahLst/>
            <a:rect l="l" t="t" r="r" b="b"/>
            <a:pathLst>
              <a:path w="64" h="50">
                <a:moveTo>
                  <a:pt x="63" y="20"/>
                </a:moveTo>
                <a:cubicBezTo>
                  <a:pt x="61" y="31"/>
                  <a:pt x="54" y="38"/>
                  <a:pt x="44" y="43"/>
                </a:cubicBezTo>
                <a:cubicBezTo>
                  <a:pt x="39" y="46"/>
                  <a:pt x="33" y="47"/>
                  <a:pt x="28" y="47"/>
                </a:cubicBezTo>
                <a:cubicBezTo>
                  <a:pt x="25" y="47"/>
                  <a:pt x="21" y="47"/>
                  <a:pt x="18" y="46"/>
                </a:cubicBezTo>
                <a:cubicBezTo>
                  <a:pt x="16" y="45"/>
                  <a:pt x="13" y="43"/>
                  <a:pt x="11" y="43"/>
                </a:cubicBezTo>
                <a:cubicBezTo>
                  <a:pt x="9" y="43"/>
                  <a:pt x="7" y="50"/>
                  <a:pt x="4" y="50"/>
                </a:cubicBezTo>
                <a:cubicBezTo>
                  <a:pt x="2" y="50"/>
                  <a:pt x="1" y="49"/>
                  <a:pt x="0" y="47"/>
                </a:cubicBezTo>
                <a:cubicBezTo>
                  <a:pt x="0" y="47"/>
                  <a:pt x="0" y="46"/>
                  <a:pt x="0" y="46"/>
                </a:cubicBezTo>
                <a:cubicBezTo>
                  <a:pt x="0" y="42"/>
                  <a:pt x="7" y="39"/>
                  <a:pt x="7" y="37"/>
                </a:cubicBezTo>
                <a:cubicBezTo>
                  <a:pt x="7" y="37"/>
                  <a:pt x="6" y="35"/>
                  <a:pt x="6" y="34"/>
                </a:cubicBezTo>
                <a:cubicBezTo>
                  <a:pt x="6" y="33"/>
                  <a:pt x="5" y="32"/>
                  <a:pt x="5" y="30"/>
                </a:cubicBezTo>
                <a:cubicBezTo>
                  <a:pt x="5" y="19"/>
                  <a:pt x="14" y="11"/>
                  <a:pt x="25" y="8"/>
                </a:cubicBezTo>
                <a:cubicBezTo>
                  <a:pt x="32" y="5"/>
                  <a:pt x="47" y="8"/>
                  <a:pt x="52" y="3"/>
                </a:cubicBezTo>
                <a:cubicBezTo>
                  <a:pt x="54" y="1"/>
                  <a:pt x="55" y="0"/>
                  <a:pt x="58" y="0"/>
                </a:cubicBezTo>
                <a:cubicBezTo>
                  <a:pt x="62" y="0"/>
                  <a:pt x="64" y="10"/>
                  <a:pt x="64" y="13"/>
                </a:cubicBezTo>
                <a:cubicBezTo>
                  <a:pt x="64" y="16"/>
                  <a:pt x="63" y="18"/>
                  <a:pt x="63" y="20"/>
                </a:cubicBezTo>
                <a:close/>
                <a:moveTo>
                  <a:pt x="43" y="18"/>
                </a:moveTo>
                <a:cubicBezTo>
                  <a:pt x="31" y="18"/>
                  <a:pt x="22" y="23"/>
                  <a:pt x="14" y="32"/>
                </a:cubicBezTo>
                <a:cubicBezTo>
                  <a:pt x="14" y="33"/>
                  <a:pt x="13" y="33"/>
                  <a:pt x="13" y="34"/>
                </a:cubicBezTo>
                <a:cubicBezTo>
                  <a:pt x="13" y="35"/>
                  <a:pt x="15" y="36"/>
                  <a:pt x="16" y="36"/>
                </a:cubicBezTo>
                <a:cubicBezTo>
                  <a:pt x="16" y="36"/>
                  <a:pt x="17" y="36"/>
                  <a:pt x="17" y="36"/>
                </a:cubicBezTo>
                <a:cubicBezTo>
                  <a:pt x="19" y="34"/>
                  <a:pt x="21" y="32"/>
                  <a:pt x="22" y="31"/>
                </a:cubicBezTo>
                <a:cubicBezTo>
                  <a:pt x="29" y="25"/>
                  <a:pt x="34" y="23"/>
                  <a:pt x="43" y="23"/>
                </a:cubicBezTo>
                <a:cubicBezTo>
                  <a:pt x="44" y="23"/>
                  <a:pt x="45" y="22"/>
                  <a:pt x="45" y="20"/>
                </a:cubicBezTo>
                <a:cubicBezTo>
                  <a:pt x="45" y="19"/>
                  <a:pt x="44" y="18"/>
                  <a:pt x="43" y="1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5" name="Freeform 114"/>
          <p:cNvSpPr/>
          <p:nvPr/>
        </p:nvSpPr>
        <p:spPr>
          <a:xfrm>
            <a:off x="6927840" y="2639880"/>
            <a:ext cx="127080" cy="173160"/>
          </a:xfrm>
          <a:custGeom>
            <a:avLst/>
            <a:gdLst/>
            <a:ahLst/>
            <a:rect l="l" t="t" r="r" b="b"/>
            <a:pathLst>
              <a:path w="37" h="50">
                <a:moveTo>
                  <a:pt x="34" y="18"/>
                </a:moveTo>
                <a:cubicBezTo>
                  <a:pt x="27" y="18"/>
                  <a:pt x="27" y="18"/>
                  <a:pt x="27" y="18"/>
                </a:cubicBezTo>
                <a:cubicBezTo>
                  <a:pt x="27" y="49"/>
                  <a:pt x="27" y="49"/>
                  <a:pt x="27" y="49"/>
                </a:cubicBezTo>
                <a:cubicBezTo>
                  <a:pt x="27" y="50"/>
                  <a:pt x="27" y="50"/>
                  <a:pt x="26" y="50"/>
                </a:cubicBezTo>
                <a:cubicBezTo>
                  <a:pt x="1" y="50"/>
                  <a:pt x="1" y="50"/>
                  <a:pt x="1" y="50"/>
                </a:cubicBezTo>
                <a:cubicBezTo>
                  <a:pt x="0" y="50"/>
                  <a:pt x="0" y="50"/>
                  <a:pt x="0" y="49"/>
                </a:cubicBezTo>
                <a:cubicBezTo>
                  <a:pt x="0" y="49"/>
                  <a:pt x="0" y="48"/>
                  <a:pt x="0" y="48"/>
                </a:cubicBezTo>
                <a:cubicBezTo>
                  <a:pt x="6" y="41"/>
                  <a:pt x="6" y="41"/>
                  <a:pt x="6" y="41"/>
                </a:cubicBezTo>
                <a:cubicBezTo>
                  <a:pt x="6" y="41"/>
                  <a:pt x="6" y="41"/>
                  <a:pt x="7" y="41"/>
                </a:cubicBezTo>
                <a:cubicBezTo>
                  <a:pt x="18" y="41"/>
                  <a:pt x="18" y="41"/>
                  <a:pt x="18" y="41"/>
                </a:cubicBezTo>
                <a:cubicBezTo>
                  <a:pt x="18" y="18"/>
                  <a:pt x="18" y="18"/>
                  <a:pt x="18" y="18"/>
                </a:cubicBezTo>
                <a:cubicBezTo>
                  <a:pt x="11" y="18"/>
                  <a:pt x="11" y="18"/>
                  <a:pt x="11" y="18"/>
                </a:cubicBezTo>
                <a:cubicBezTo>
                  <a:pt x="10" y="18"/>
                  <a:pt x="10" y="18"/>
                  <a:pt x="9" y="17"/>
                </a:cubicBezTo>
                <a:cubicBezTo>
                  <a:pt x="9" y="16"/>
                  <a:pt x="9" y="15"/>
                  <a:pt x="9" y="14"/>
                </a:cubicBezTo>
                <a:cubicBezTo>
                  <a:pt x="21" y="1"/>
                  <a:pt x="21" y="1"/>
                  <a:pt x="21" y="1"/>
                </a:cubicBezTo>
                <a:cubicBezTo>
                  <a:pt x="22" y="0"/>
                  <a:pt x="24" y="0"/>
                  <a:pt x="24" y="1"/>
                </a:cubicBezTo>
                <a:cubicBezTo>
                  <a:pt x="36" y="14"/>
                  <a:pt x="36" y="14"/>
                  <a:pt x="36" y="14"/>
                </a:cubicBezTo>
                <a:cubicBezTo>
                  <a:pt x="36" y="15"/>
                  <a:pt x="37" y="16"/>
                  <a:pt x="36" y="17"/>
                </a:cubicBezTo>
                <a:cubicBezTo>
                  <a:pt x="36" y="18"/>
                  <a:pt x="35" y="18"/>
                  <a:pt x="34" y="1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6" name="Freeform 115"/>
          <p:cNvSpPr/>
          <p:nvPr/>
        </p:nvSpPr>
        <p:spPr>
          <a:xfrm>
            <a:off x="7423200" y="2622600"/>
            <a:ext cx="218880" cy="220680"/>
          </a:xfrm>
          <a:custGeom>
            <a:avLst/>
            <a:gdLst/>
            <a:ahLst/>
            <a:rect l="l" t="t" r="r" b="b"/>
            <a:pathLst>
              <a:path w="64" h="64">
                <a:moveTo>
                  <a:pt x="64" y="32"/>
                </a:moveTo>
                <a:cubicBezTo>
                  <a:pt x="64" y="50"/>
                  <a:pt x="49" y="64"/>
                  <a:pt x="32" y="64"/>
                </a:cubicBezTo>
                <a:cubicBezTo>
                  <a:pt x="14" y="64"/>
                  <a:pt x="0" y="50"/>
                  <a:pt x="0" y="32"/>
                </a:cubicBezTo>
                <a:cubicBezTo>
                  <a:pt x="0" y="14"/>
                  <a:pt x="14" y="0"/>
                  <a:pt x="32" y="0"/>
                </a:cubicBezTo>
                <a:cubicBezTo>
                  <a:pt x="49" y="0"/>
                  <a:pt x="64" y="14"/>
                  <a:pt x="64" y="32"/>
                </a:cubicBezTo>
                <a:close/>
                <a:moveTo>
                  <a:pt x="14" y="38"/>
                </a:moveTo>
                <a:cubicBezTo>
                  <a:pt x="14" y="36"/>
                  <a:pt x="13" y="34"/>
                  <a:pt x="13" y="32"/>
                </a:cubicBezTo>
                <a:cubicBezTo>
                  <a:pt x="13" y="30"/>
                  <a:pt x="14" y="28"/>
                  <a:pt x="14" y="26"/>
                </a:cubicBezTo>
                <a:cubicBezTo>
                  <a:pt x="8" y="19"/>
                  <a:pt x="8" y="19"/>
                  <a:pt x="8" y="19"/>
                </a:cubicBezTo>
                <a:cubicBezTo>
                  <a:pt x="6" y="23"/>
                  <a:pt x="4" y="28"/>
                  <a:pt x="4" y="32"/>
                </a:cubicBezTo>
                <a:cubicBezTo>
                  <a:pt x="4" y="37"/>
                  <a:pt x="6" y="41"/>
                  <a:pt x="8" y="45"/>
                </a:cubicBezTo>
                <a:lnTo>
                  <a:pt x="14" y="38"/>
                </a:lnTo>
                <a:close/>
                <a:moveTo>
                  <a:pt x="45" y="32"/>
                </a:moveTo>
                <a:cubicBezTo>
                  <a:pt x="45" y="25"/>
                  <a:pt x="39" y="18"/>
                  <a:pt x="32" y="18"/>
                </a:cubicBezTo>
                <a:cubicBezTo>
                  <a:pt x="24" y="18"/>
                  <a:pt x="18" y="25"/>
                  <a:pt x="18" y="32"/>
                </a:cubicBezTo>
                <a:cubicBezTo>
                  <a:pt x="18" y="40"/>
                  <a:pt x="24" y="46"/>
                  <a:pt x="32" y="46"/>
                </a:cubicBezTo>
                <a:cubicBezTo>
                  <a:pt x="39" y="46"/>
                  <a:pt x="45" y="40"/>
                  <a:pt x="45" y="32"/>
                </a:cubicBezTo>
                <a:close/>
                <a:moveTo>
                  <a:pt x="19" y="8"/>
                </a:moveTo>
                <a:cubicBezTo>
                  <a:pt x="26" y="15"/>
                  <a:pt x="26" y="15"/>
                  <a:pt x="26" y="15"/>
                </a:cubicBezTo>
                <a:cubicBezTo>
                  <a:pt x="28" y="14"/>
                  <a:pt x="30" y="14"/>
                  <a:pt x="32" y="14"/>
                </a:cubicBezTo>
                <a:cubicBezTo>
                  <a:pt x="34" y="14"/>
                  <a:pt x="36" y="14"/>
                  <a:pt x="38" y="15"/>
                </a:cubicBezTo>
                <a:cubicBezTo>
                  <a:pt x="45" y="8"/>
                  <a:pt x="45" y="8"/>
                  <a:pt x="45" y="8"/>
                </a:cubicBezTo>
                <a:cubicBezTo>
                  <a:pt x="41" y="6"/>
                  <a:pt x="36" y="5"/>
                  <a:pt x="32" y="5"/>
                </a:cubicBezTo>
                <a:cubicBezTo>
                  <a:pt x="27" y="5"/>
                  <a:pt x="23" y="6"/>
                  <a:pt x="19" y="8"/>
                </a:cubicBezTo>
                <a:close/>
                <a:moveTo>
                  <a:pt x="45" y="56"/>
                </a:moveTo>
                <a:cubicBezTo>
                  <a:pt x="38" y="49"/>
                  <a:pt x="38" y="49"/>
                  <a:pt x="38" y="49"/>
                </a:cubicBezTo>
                <a:cubicBezTo>
                  <a:pt x="36" y="50"/>
                  <a:pt x="34" y="50"/>
                  <a:pt x="32" y="50"/>
                </a:cubicBezTo>
                <a:cubicBezTo>
                  <a:pt x="30" y="50"/>
                  <a:pt x="28" y="50"/>
                  <a:pt x="26" y="49"/>
                </a:cubicBezTo>
                <a:cubicBezTo>
                  <a:pt x="19" y="56"/>
                  <a:pt x="19" y="56"/>
                  <a:pt x="19" y="56"/>
                </a:cubicBezTo>
                <a:cubicBezTo>
                  <a:pt x="23" y="58"/>
                  <a:pt x="27" y="60"/>
                  <a:pt x="32" y="60"/>
                </a:cubicBezTo>
                <a:cubicBezTo>
                  <a:pt x="36" y="60"/>
                  <a:pt x="41" y="58"/>
                  <a:pt x="45" y="56"/>
                </a:cubicBezTo>
                <a:close/>
                <a:moveTo>
                  <a:pt x="56" y="45"/>
                </a:moveTo>
                <a:cubicBezTo>
                  <a:pt x="58" y="41"/>
                  <a:pt x="59" y="37"/>
                  <a:pt x="59" y="32"/>
                </a:cubicBezTo>
                <a:cubicBezTo>
                  <a:pt x="59" y="28"/>
                  <a:pt x="58" y="23"/>
                  <a:pt x="56" y="19"/>
                </a:cubicBezTo>
                <a:cubicBezTo>
                  <a:pt x="49" y="26"/>
                  <a:pt x="49" y="26"/>
                  <a:pt x="49" y="26"/>
                </a:cubicBezTo>
                <a:cubicBezTo>
                  <a:pt x="50" y="28"/>
                  <a:pt x="50" y="30"/>
                  <a:pt x="50" y="32"/>
                </a:cubicBezTo>
                <a:cubicBezTo>
                  <a:pt x="50" y="34"/>
                  <a:pt x="50" y="36"/>
                  <a:pt x="49" y="38"/>
                </a:cubicBezTo>
                <a:lnTo>
                  <a:pt x="56" y="4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7" name="Freeform 116"/>
          <p:cNvSpPr/>
          <p:nvPr/>
        </p:nvSpPr>
        <p:spPr>
          <a:xfrm>
            <a:off x="7920000" y="2654280"/>
            <a:ext cx="196920" cy="158760"/>
          </a:xfrm>
          <a:custGeom>
            <a:avLst/>
            <a:gdLst/>
            <a:ahLst/>
            <a:rect l="l" t="t" r="r" b="b"/>
            <a:pathLst>
              <a:path w="57" h="46">
                <a:moveTo>
                  <a:pt x="55" y="27"/>
                </a:moveTo>
                <a:cubicBezTo>
                  <a:pt x="55" y="27"/>
                  <a:pt x="54" y="27"/>
                  <a:pt x="54" y="27"/>
                </a:cubicBezTo>
                <a:cubicBezTo>
                  <a:pt x="54" y="27"/>
                  <a:pt x="54" y="27"/>
                  <a:pt x="54" y="27"/>
                </a:cubicBezTo>
                <a:cubicBezTo>
                  <a:pt x="54" y="27"/>
                  <a:pt x="53" y="27"/>
                  <a:pt x="53" y="27"/>
                </a:cubicBezTo>
                <a:cubicBezTo>
                  <a:pt x="28" y="6"/>
                  <a:pt x="28" y="6"/>
                  <a:pt x="28" y="6"/>
                </a:cubicBezTo>
                <a:cubicBezTo>
                  <a:pt x="4" y="27"/>
                  <a:pt x="4" y="27"/>
                  <a:pt x="4" y="27"/>
                </a:cubicBezTo>
                <a:cubicBezTo>
                  <a:pt x="4" y="27"/>
                  <a:pt x="3" y="27"/>
                  <a:pt x="3" y="27"/>
                </a:cubicBezTo>
                <a:cubicBezTo>
                  <a:pt x="3" y="27"/>
                  <a:pt x="2" y="27"/>
                  <a:pt x="2" y="27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4"/>
                  <a:pt x="0" y="23"/>
                  <a:pt x="0" y="23"/>
                </a:cubicBezTo>
                <a:cubicBezTo>
                  <a:pt x="26" y="1"/>
                  <a:pt x="26" y="1"/>
                  <a:pt x="26" y="1"/>
                </a:cubicBezTo>
                <a:cubicBezTo>
                  <a:pt x="27" y="0"/>
                  <a:pt x="30" y="0"/>
                  <a:pt x="31" y="1"/>
                </a:cubicBezTo>
                <a:cubicBezTo>
                  <a:pt x="40" y="8"/>
                  <a:pt x="40" y="8"/>
                  <a:pt x="40" y="8"/>
                </a:cubicBezTo>
                <a:cubicBezTo>
                  <a:pt x="40" y="1"/>
                  <a:pt x="40" y="1"/>
                  <a:pt x="40" y="1"/>
                </a:cubicBezTo>
                <a:cubicBezTo>
                  <a:pt x="40" y="1"/>
                  <a:pt x="40" y="0"/>
                  <a:pt x="41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49" y="0"/>
                  <a:pt x="49" y="1"/>
                  <a:pt x="49" y="1"/>
                </a:cubicBezTo>
                <a:cubicBezTo>
                  <a:pt x="49" y="16"/>
                  <a:pt x="49" y="16"/>
                  <a:pt x="49" y="16"/>
                </a:cubicBezTo>
                <a:cubicBezTo>
                  <a:pt x="57" y="23"/>
                  <a:pt x="57" y="23"/>
                  <a:pt x="57" y="23"/>
                </a:cubicBezTo>
                <a:cubicBezTo>
                  <a:pt x="57" y="23"/>
                  <a:pt x="57" y="24"/>
                  <a:pt x="57" y="24"/>
                </a:cubicBezTo>
                <a:lnTo>
                  <a:pt x="55" y="27"/>
                </a:lnTo>
                <a:close/>
                <a:moveTo>
                  <a:pt x="49" y="44"/>
                </a:moveTo>
                <a:cubicBezTo>
                  <a:pt x="49" y="45"/>
                  <a:pt x="48" y="46"/>
                  <a:pt x="47" y="46"/>
                </a:cubicBezTo>
                <a:cubicBezTo>
                  <a:pt x="33" y="46"/>
                  <a:pt x="33" y="46"/>
                  <a:pt x="33" y="46"/>
                </a:cubicBezTo>
                <a:cubicBezTo>
                  <a:pt x="33" y="32"/>
                  <a:pt x="33" y="32"/>
                  <a:pt x="33" y="32"/>
                </a:cubicBezTo>
                <a:cubicBezTo>
                  <a:pt x="24" y="32"/>
                  <a:pt x="24" y="32"/>
                  <a:pt x="24" y="32"/>
                </a:cubicBezTo>
                <a:cubicBezTo>
                  <a:pt x="24" y="46"/>
                  <a:pt x="24" y="46"/>
                  <a:pt x="24" y="46"/>
                </a:cubicBezTo>
                <a:cubicBezTo>
                  <a:pt x="10" y="46"/>
                  <a:pt x="10" y="46"/>
                  <a:pt x="10" y="46"/>
                </a:cubicBezTo>
                <a:cubicBezTo>
                  <a:pt x="9" y="46"/>
                  <a:pt x="8" y="45"/>
                  <a:pt x="8" y="44"/>
                </a:cubicBezTo>
                <a:cubicBezTo>
                  <a:pt x="8" y="27"/>
                  <a:pt x="8" y="27"/>
                  <a:pt x="8" y="27"/>
                </a:cubicBezTo>
                <a:cubicBezTo>
                  <a:pt x="8" y="27"/>
                  <a:pt x="8" y="26"/>
                  <a:pt x="8" y="26"/>
                </a:cubicBezTo>
                <a:cubicBezTo>
                  <a:pt x="28" y="9"/>
                  <a:pt x="28" y="9"/>
                  <a:pt x="28" y="9"/>
                </a:cubicBezTo>
                <a:cubicBezTo>
                  <a:pt x="49" y="26"/>
                  <a:pt x="49" y="26"/>
                  <a:pt x="49" y="26"/>
                </a:cubicBezTo>
                <a:cubicBezTo>
                  <a:pt x="49" y="26"/>
                  <a:pt x="49" y="27"/>
                  <a:pt x="49" y="27"/>
                </a:cubicBezTo>
                <a:lnTo>
                  <a:pt x="49" y="4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8" name="Freeform 117"/>
          <p:cNvSpPr/>
          <p:nvPr/>
        </p:nvSpPr>
        <p:spPr>
          <a:xfrm>
            <a:off x="8412120" y="2639880"/>
            <a:ext cx="189000" cy="182520"/>
          </a:xfrm>
          <a:custGeom>
            <a:avLst/>
            <a:gdLst/>
            <a:ahLst/>
            <a:rect l="l" t="t" r="r" b="b"/>
            <a:pathLst>
              <a:path w="55" h="53">
                <a:moveTo>
                  <a:pt x="6" y="13"/>
                </a:moveTo>
                <a:cubicBezTo>
                  <a:pt x="6" y="13"/>
                  <a:pt x="6" y="13"/>
                  <a:pt x="6" y="13"/>
                </a:cubicBezTo>
                <a:cubicBezTo>
                  <a:pt x="2" y="13"/>
                  <a:pt x="0" y="10"/>
                  <a:pt x="0" y="7"/>
                </a:cubicBezTo>
                <a:cubicBezTo>
                  <a:pt x="0" y="3"/>
                  <a:pt x="2" y="0"/>
                  <a:pt x="6" y="0"/>
                </a:cubicBezTo>
                <a:cubicBezTo>
                  <a:pt x="10" y="0"/>
                  <a:pt x="13" y="3"/>
                  <a:pt x="13" y="7"/>
                </a:cubicBezTo>
                <a:cubicBezTo>
                  <a:pt x="13" y="10"/>
                  <a:pt x="10" y="13"/>
                  <a:pt x="6" y="13"/>
                </a:cubicBezTo>
                <a:close/>
                <a:moveTo>
                  <a:pt x="12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17"/>
                  <a:pt x="0" y="17"/>
                  <a:pt x="0" y="17"/>
                </a:cubicBezTo>
                <a:cubicBezTo>
                  <a:pt x="12" y="17"/>
                  <a:pt x="12" y="17"/>
                  <a:pt x="12" y="17"/>
                </a:cubicBezTo>
                <a:lnTo>
                  <a:pt x="12" y="53"/>
                </a:lnTo>
                <a:close/>
                <a:moveTo>
                  <a:pt x="55" y="53"/>
                </a:moveTo>
                <a:cubicBezTo>
                  <a:pt x="43" y="53"/>
                  <a:pt x="43" y="53"/>
                  <a:pt x="43" y="53"/>
                </a:cubicBezTo>
                <a:cubicBezTo>
                  <a:pt x="43" y="34"/>
                  <a:pt x="43" y="34"/>
                  <a:pt x="43" y="34"/>
                </a:cubicBezTo>
                <a:cubicBezTo>
                  <a:pt x="43" y="29"/>
                  <a:pt x="41" y="26"/>
                  <a:pt x="37" y="26"/>
                </a:cubicBezTo>
                <a:cubicBezTo>
                  <a:pt x="34" y="26"/>
                  <a:pt x="32" y="28"/>
                  <a:pt x="31" y="30"/>
                </a:cubicBezTo>
                <a:cubicBezTo>
                  <a:pt x="31" y="31"/>
                  <a:pt x="30" y="32"/>
                  <a:pt x="30" y="33"/>
                </a:cubicBezTo>
                <a:cubicBezTo>
                  <a:pt x="30" y="53"/>
                  <a:pt x="30" y="53"/>
                  <a:pt x="30" y="53"/>
                </a:cubicBezTo>
                <a:cubicBezTo>
                  <a:pt x="19" y="53"/>
                  <a:pt x="19" y="53"/>
                  <a:pt x="19" y="53"/>
                </a:cubicBezTo>
                <a:cubicBezTo>
                  <a:pt x="19" y="21"/>
                  <a:pt x="19" y="17"/>
                  <a:pt x="19" y="17"/>
                </a:cubicBezTo>
                <a:cubicBezTo>
                  <a:pt x="30" y="17"/>
                  <a:pt x="30" y="17"/>
                  <a:pt x="30" y="17"/>
                </a:cubicBezTo>
                <a:cubicBezTo>
                  <a:pt x="30" y="23"/>
                  <a:pt x="30" y="23"/>
                  <a:pt x="30" y="23"/>
                </a:cubicBezTo>
                <a:cubicBezTo>
                  <a:pt x="30" y="23"/>
                  <a:pt x="30" y="23"/>
                  <a:pt x="30" y="23"/>
                </a:cubicBezTo>
                <a:cubicBezTo>
                  <a:pt x="32" y="20"/>
                  <a:pt x="35" y="17"/>
                  <a:pt x="41" y="17"/>
                </a:cubicBezTo>
                <a:cubicBezTo>
                  <a:pt x="49" y="17"/>
                  <a:pt x="55" y="22"/>
                  <a:pt x="55" y="33"/>
                </a:cubicBezTo>
                <a:lnTo>
                  <a:pt x="55" y="5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9" name="Freeform 118"/>
          <p:cNvSpPr/>
          <p:nvPr/>
        </p:nvSpPr>
        <p:spPr>
          <a:xfrm>
            <a:off x="8866080" y="2639880"/>
            <a:ext cx="219240" cy="173160"/>
          </a:xfrm>
          <a:custGeom>
            <a:avLst/>
            <a:gdLst/>
            <a:ahLst/>
            <a:rect l="l" t="t" r="r" b="b"/>
            <a:pathLst>
              <a:path w="64" h="50">
                <a:moveTo>
                  <a:pt x="64" y="44"/>
                </a:moveTo>
                <a:cubicBezTo>
                  <a:pt x="64" y="47"/>
                  <a:pt x="61" y="50"/>
                  <a:pt x="58" y="50"/>
                </a:cubicBezTo>
                <a:cubicBezTo>
                  <a:pt x="5" y="50"/>
                  <a:pt x="5" y="50"/>
                  <a:pt x="5" y="50"/>
                </a:cubicBezTo>
                <a:cubicBezTo>
                  <a:pt x="2" y="50"/>
                  <a:pt x="0" y="47"/>
                  <a:pt x="0" y="44"/>
                </a:cubicBezTo>
                <a:cubicBezTo>
                  <a:pt x="0" y="5"/>
                  <a:pt x="0" y="5"/>
                  <a:pt x="0" y="5"/>
                </a:cubicBezTo>
                <a:cubicBezTo>
                  <a:pt x="0" y="2"/>
                  <a:pt x="2" y="0"/>
                  <a:pt x="5" y="0"/>
                </a:cubicBezTo>
                <a:cubicBezTo>
                  <a:pt x="58" y="0"/>
                  <a:pt x="58" y="0"/>
                  <a:pt x="58" y="0"/>
                </a:cubicBezTo>
                <a:cubicBezTo>
                  <a:pt x="61" y="0"/>
                  <a:pt x="64" y="2"/>
                  <a:pt x="64" y="5"/>
                </a:cubicBezTo>
                <a:lnTo>
                  <a:pt x="64" y="44"/>
                </a:lnTo>
                <a:close/>
                <a:moveTo>
                  <a:pt x="59" y="15"/>
                </a:moveTo>
                <a:cubicBezTo>
                  <a:pt x="59" y="14"/>
                  <a:pt x="59" y="13"/>
                  <a:pt x="58" y="13"/>
                </a:cubicBezTo>
                <a:cubicBezTo>
                  <a:pt x="5" y="13"/>
                  <a:pt x="5" y="13"/>
                  <a:pt x="5" y="13"/>
                </a:cubicBezTo>
                <a:cubicBezTo>
                  <a:pt x="5" y="13"/>
                  <a:pt x="4" y="14"/>
                  <a:pt x="4" y="15"/>
                </a:cubicBezTo>
                <a:cubicBezTo>
                  <a:pt x="4" y="44"/>
                  <a:pt x="4" y="44"/>
                  <a:pt x="4" y="44"/>
                </a:cubicBezTo>
                <a:cubicBezTo>
                  <a:pt x="4" y="45"/>
                  <a:pt x="5" y="45"/>
                  <a:pt x="5" y="45"/>
                </a:cubicBezTo>
                <a:cubicBezTo>
                  <a:pt x="58" y="45"/>
                  <a:pt x="58" y="45"/>
                  <a:pt x="58" y="45"/>
                </a:cubicBezTo>
                <a:cubicBezTo>
                  <a:pt x="59" y="45"/>
                  <a:pt x="59" y="45"/>
                  <a:pt x="59" y="44"/>
                </a:cubicBezTo>
                <a:lnTo>
                  <a:pt x="59" y="15"/>
                </a:lnTo>
                <a:close/>
                <a:moveTo>
                  <a:pt x="13" y="21"/>
                </a:moveTo>
                <a:cubicBezTo>
                  <a:pt x="13" y="22"/>
                  <a:pt x="13" y="23"/>
                  <a:pt x="12" y="23"/>
                </a:cubicBezTo>
                <a:cubicBezTo>
                  <a:pt x="10" y="23"/>
                  <a:pt x="10" y="23"/>
                  <a:pt x="10" y="23"/>
                </a:cubicBezTo>
                <a:cubicBezTo>
                  <a:pt x="9" y="23"/>
                  <a:pt x="9" y="22"/>
                  <a:pt x="9" y="21"/>
                </a:cubicBezTo>
                <a:cubicBezTo>
                  <a:pt x="9" y="19"/>
                  <a:pt x="9" y="19"/>
                  <a:pt x="9" y="19"/>
                </a:cubicBezTo>
                <a:cubicBezTo>
                  <a:pt x="9" y="19"/>
                  <a:pt x="9" y="18"/>
                  <a:pt x="10" y="18"/>
                </a:cubicBezTo>
                <a:cubicBezTo>
                  <a:pt x="12" y="18"/>
                  <a:pt x="12" y="18"/>
                  <a:pt x="12" y="18"/>
                </a:cubicBezTo>
                <a:cubicBezTo>
                  <a:pt x="13" y="18"/>
                  <a:pt x="13" y="19"/>
                  <a:pt x="13" y="19"/>
                </a:cubicBezTo>
                <a:lnTo>
                  <a:pt x="13" y="21"/>
                </a:lnTo>
                <a:close/>
                <a:moveTo>
                  <a:pt x="13" y="31"/>
                </a:moveTo>
                <a:cubicBezTo>
                  <a:pt x="13" y="31"/>
                  <a:pt x="13" y="32"/>
                  <a:pt x="12" y="32"/>
                </a:cubicBezTo>
                <a:cubicBezTo>
                  <a:pt x="10" y="32"/>
                  <a:pt x="10" y="32"/>
                  <a:pt x="10" y="32"/>
                </a:cubicBezTo>
                <a:cubicBezTo>
                  <a:pt x="9" y="32"/>
                  <a:pt x="9" y="31"/>
                  <a:pt x="9" y="31"/>
                </a:cubicBezTo>
                <a:cubicBezTo>
                  <a:pt x="9" y="28"/>
                  <a:pt x="9" y="28"/>
                  <a:pt x="9" y="28"/>
                </a:cubicBezTo>
                <a:cubicBezTo>
                  <a:pt x="9" y="28"/>
                  <a:pt x="9" y="27"/>
                  <a:pt x="10" y="27"/>
                </a:cubicBezTo>
                <a:cubicBezTo>
                  <a:pt x="12" y="27"/>
                  <a:pt x="12" y="27"/>
                  <a:pt x="12" y="27"/>
                </a:cubicBezTo>
                <a:cubicBezTo>
                  <a:pt x="13" y="27"/>
                  <a:pt x="13" y="28"/>
                  <a:pt x="13" y="28"/>
                </a:cubicBezTo>
                <a:lnTo>
                  <a:pt x="13" y="31"/>
                </a:lnTo>
                <a:close/>
                <a:moveTo>
                  <a:pt x="13" y="40"/>
                </a:moveTo>
                <a:cubicBezTo>
                  <a:pt x="13" y="40"/>
                  <a:pt x="13" y="41"/>
                  <a:pt x="12" y="41"/>
                </a:cubicBezTo>
                <a:cubicBezTo>
                  <a:pt x="10" y="41"/>
                  <a:pt x="10" y="41"/>
                  <a:pt x="10" y="41"/>
                </a:cubicBezTo>
                <a:cubicBezTo>
                  <a:pt x="9" y="41"/>
                  <a:pt x="9" y="40"/>
                  <a:pt x="9" y="40"/>
                </a:cubicBezTo>
                <a:cubicBezTo>
                  <a:pt x="9" y="37"/>
                  <a:pt x="9" y="37"/>
                  <a:pt x="9" y="37"/>
                </a:cubicBezTo>
                <a:cubicBezTo>
                  <a:pt x="9" y="37"/>
                  <a:pt x="9" y="36"/>
                  <a:pt x="10" y="36"/>
                </a:cubicBezTo>
                <a:cubicBezTo>
                  <a:pt x="12" y="36"/>
                  <a:pt x="12" y="36"/>
                  <a:pt x="12" y="36"/>
                </a:cubicBezTo>
                <a:cubicBezTo>
                  <a:pt x="13" y="36"/>
                  <a:pt x="13" y="37"/>
                  <a:pt x="13" y="37"/>
                </a:cubicBezTo>
                <a:lnTo>
                  <a:pt x="13" y="40"/>
                </a:lnTo>
                <a:close/>
                <a:moveTo>
                  <a:pt x="55" y="21"/>
                </a:moveTo>
                <a:cubicBezTo>
                  <a:pt x="55" y="22"/>
                  <a:pt x="54" y="23"/>
                  <a:pt x="53" y="23"/>
                </a:cubicBezTo>
                <a:cubicBezTo>
                  <a:pt x="19" y="23"/>
                  <a:pt x="19" y="23"/>
                  <a:pt x="19" y="23"/>
                </a:cubicBezTo>
                <a:cubicBezTo>
                  <a:pt x="19" y="23"/>
                  <a:pt x="18" y="22"/>
                  <a:pt x="18" y="21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9" y="18"/>
                  <a:pt x="19" y="18"/>
                </a:cubicBezTo>
                <a:cubicBezTo>
                  <a:pt x="53" y="18"/>
                  <a:pt x="53" y="18"/>
                  <a:pt x="53" y="18"/>
                </a:cubicBezTo>
                <a:cubicBezTo>
                  <a:pt x="54" y="18"/>
                  <a:pt x="55" y="19"/>
                  <a:pt x="55" y="19"/>
                </a:cubicBezTo>
                <a:lnTo>
                  <a:pt x="55" y="21"/>
                </a:lnTo>
                <a:close/>
                <a:moveTo>
                  <a:pt x="55" y="31"/>
                </a:moveTo>
                <a:cubicBezTo>
                  <a:pt x="55" y="31"/>
                  <a:pt x="54" y="32"/>
                  <a:pt x="53" y="32"/>
                </a:cubicBezTo>
                <a:cubicBezTo>
                  <a:pt x="19" y="32"/>
                  <a:pt x="19" y="32"/>
                  <a:pt x="19" y="32"/>
                </a:cubicBezTo>
                <a:cubicBezTo>
                  <a:pt x="19" y="32"/>
                  <a:pt x="18" y="31"/>
                  <a:pt x="18" y="31"/>
                </a:cubicBezTo>
                <a:cubicBezTo>
                  <a:pt x="18" y="28"/>
                  <a:pt x="18" y="28"/>
                  <a:pt x="18" y="28"/>
                </a:cubicBezTo>
                <a:cubicBezTo>
                  <a:pt x="18" y="28"/>
                  <a:pt x="19" y="27"/>
                  <a:pt x="19" y="27"/>
                </a:cubicBezTo>
                <a:cubicBezTo>
                  <a:pt x="53" y="27"/>
                  <a:pt x="53" y="27"/>
                  <a:pt x="53" y="27"/>
                </a:cubicBezTo>
                <a:cubicBezTo>
                  <a:pt x="54" y="27"/>
                  <a:pt x="55" y="28"/>
                  <a:pt x="55" y="28"/>
                </a:cubicBezTo>
                <a:lnTo>
                  <a:pt x="55" y="31"/>
                </a:lnTo>
                <a:close/>
                <a:moveTo>
                  <a:pt x="55" y="40"/>
                </a:moveTo>
                <a:cubicBezTo>
                  <a:pt x="55" y="40"/>
                  <a:pt x="54" y="41"/>
                  <a:pt x="53" y="41"/>
                </a:cubicBezTo>
                <a:cubicBezTo>
                  <a:pt x="19" y="41"/>
                  <a:pt x="19" y="41"/>
                  <a:pt x="19" y="41"/>
                </a:cubicBezTo>
                <a:cubicBezTo>
                  <a:pt x="19" y="41"/>
                  <a:pt x="18" y="40"/>
                  <a:pt x="18" y="40"/>
                </a:cubicBezTo>
                <a:cubicBezTo>
                  <a:pt x="18" y="37"/>
                  <a:pt x="18" y="37"/>
                  <a:pt x="18" y="37"/>
                </a:cubicBezTo>
                <a:cubicBezTo>
                  <a:pt x="18" y="37"/>
                  <a:pt x="19" y="36"/>
                  <a:pt x="19" y="36"/>
                </a:cubicBezTo>
                <a:cubicBezTo>
                  <a:pt x="53" y="36"/>
                  <a:pt x="53" y="36"/>
                  <a:pt x="53" y="36"/>
                </a:cubicBezTo>
                <a:cubicBezTo>
                  <a:pt x="54" y="36"/>
                  <a:pt x="55" y="37"/>
                  <a:pt x="55" y="37"/>
                </a:cubicBezTo>
                <a:lnTo>
                  <a:pt x="55" y="4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0" name="Freeform 119"/>
          <p:cNvSpPr/>
          <p:nvPr/>
        </p:nvSpPr>
        <p:spPr>
          <a:xfrm>
            <a:off x="76320" y="3094200"/>
            <a:ext cx="141120" cy="174600"/>
          </a:xfrm>
          <a:custGeom>
            <a:avLst/>
            <a:gdLst/>
            <a:ahLst/>
            <a:rect l="l" t="t" r="r" b="b"/>
            <a:pathLst>
              <a:path w="41" h="51">
                <a:moveTo>
                  <a:pt x="41" y="47"/>
                </a:moveTo>
                <a:cubicBezTo>
                  <a:pt x="41" y="49"/>
                  <a:pt x="39" y="51"/>
                  <a:pt x="37" y="51"/>
                </a:cubicBezTo>
                <a:cubicBezTo>
                  <a:pt x="3" y="51"/>
                  <a:pt x="3" y="51"/>
                  <a:pt x="3" y="51"/>
                </a:cubicBezTo>
                <a:cubicBezTo>
                  <a:pt x="1" y="51"/>
                  <a:pt x="0" y="49"/>
                  <a:pt x="0" y="47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5"/>
                  <a:pt x="1" y="23"/>
                  <a:pt x="3" y="23"/>
                </a:cubicBezTo>
                <a:cubicBezTo>
                  <a:pt x="4" y="23"/>
                  <a:pt x="4" y="23"/>
                  <a:pt x="4" y="23"/>
                </a:cubicBezTo>
                <a:cubicBezTo>
                  <a:pt x="4" y="16"/>
                  <a:pt x="4" y="16"/>
                  <a:pt x="4" y="16"/>
                </a:cubicBezTo>
                <a:cubicBezTo>
                  <a:pt x="4" y="8"/>
                  <a:pt x="12" y="0"/>
                  <a:pt x="20" y="0"/>
                </a:cubicBezTo>
                <a:cubicBezTo>
                  <a:pt x="29" y="0"/>
                  <a:pt x="36" y="8"/>
                  <a:pt x="36" y="16"/>
                </a:cubicBezTo>
                <a:cubicBezTo>
                  <a:pt x="36" y="23"/>
                  <a:pt x="36" y="23"/>
                  <a:pt x="36" y="23"/>
                </a:cubicBezTo>
                <a:cubicBezTo>
                  <a:pt x="37" y="23"/>
                  <a:pt x="37" y="23"/>
                  <a:pt x="37" y="23"/>
                </a:cubicBezTo>
                <a:cubicBezTo>
                  <a:pt x="39" y="23"/>
                  <a:pt x="41" y="25"/>
                  <a:pt x="41" y="27"/>
                </a:cubicBezTo>
                <a:lnTo>
                  <a:pt x="41" y="47"/>
                </a:lnTo>
                <a:close/>
                <a:moveTo>
                  <a:pt x="29" y="23"/>
                </a:moveTo>
                <a:cubicBezTo>
                  <a:pt x="29" y="16"/>
                  <a:pt x="29" y="16"/>
                  <a:pt x="29" y="16"/>
                </a:cubicBezTo>
                <a:cubicBezTo>
                  <a:pt x="29" y="11"/>
                  <a:pt x="25" y="7"/>
                  <a:pt x="20" y="7"/>
                </a:cubicBezTo>
                <a:cubicBezTo>
                  <a:pt x="15" y="7"/>
                  <a:pt x="11" y="11"/>
                  <a:pt x="11" y="16"/>
                </a:cubicBezTo>
                <a:cubicBezTo>
                  <a:pt x="11" y="23"/>
                  <a:pt x="11" y="23"/>
                  <a:pt x="11" y="23"/>
                </a:cubicBezTo>
                <a:lnTo>
                  <a:pt x="29" y="2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1" name="Freeform 120"/>
          <p:cNvSpPr/>
          <p:nvPr/>
        </p:nvSpPr>
        <p:spPr>
          <a:xfrm>
            <a:off x="495360" y="3086280"/>
            <a:ext cx="218880" cy="196560"/>
          </a:xfrm>
          <a:custGeom>
            <a:avLst/>
            <a:gdLst/>
            <a:ahLst/>
            <a:rect l="l" t="t" r="r" b="b"/>
            <a:pathLst>
              <a:path w="64" h="57">
                <a:moveTo>
                  <a:pt x="59" y="54"/>
                </a:moveTo>
                <a:cubicBezTo>
                  <a:pt x="59" y="55"/>
                  <a:pt x="58" y="56"/>
                  <a:pt x="58" y="57"/>
                </a:cubicBezTo>
                <a:cubicBezTo>
                  <a:pt x="58" y="57"/>
                  <a:pt x="57" y="57"/>
                  <a:pt x="57" y="57"/>
                </a:cubicBezTo>
                <a:cubicBezTo>
                  <a:pt x="56" y="57"/>
                  <a:pt x="56" y="57"/>
                  <a:pt x="56" y="56"/>
                </a:cubicBezTo>
                <a:cubicBezTo>
                  <a:pt x="56" y="55"/>
                  <a:pt x="56" y="55"/>
                  <a:pt x="56" y="54"/>
                </a:cubicBezTo>
                <a:cubicBezTo>
                  <a:pt x="56" y="53"/>
                  <a:pt x="56" y="51"/>
                  <a:pt x="56" y="50"/>
                </a:cubicBezTo>
                <a:cubicBezTo>
                  <a:pt x="56" y="33"/>
                  <a:pt x="46" y="30"/>
                  <a:pt x="31" y="30"/>
                </a:cubicBezTo>
                <a:cubicBezTo>
                  <a:pt x="23" y="30"/>
                  <a:pt x="23" y="30"/>
                  <a:pt x="23" y="30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40"/>
                  <a:pt x="22" y="41"/>
                  <a:pt x="20" y="41"/>
                </a:cubicBezTo>
                <a:cubicBezTo>
                  <a:pt x="20" y="41"/>
                  <a:pt x="19" y="41"/>
                  <a:pt x="19" y="40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2"/>
                  <a:pt x="0" y="21"/>
                  <a:pt x="0" y="21"/>
                </a:cubicBezTo>
                <a:cubicBezTo>
                  <a:pt x="0" y="20"/>
                  <a:pt x="0" y="19"/>
                  <a:pt x="0" y="19"/>
                </a:cubicBezTo>
                <a:cubicBezTo>
                  <a:pt x="19" y="1"/>
                  <a:pt x="19" y="1"/>
                  <a:pt x="19" y="1"/>
                </a:cubicBezTo>
                <a:cubicBezTo>
                  <a:pt x="19" y="0"/>
                  <a:pt x="20" y="0"/>
                  <a:pt x="20" y="0"/>
                </a:cubicBezTo>
                <a:cubicBezTo>
                  <a:pt x="22" y="0"/>
                  <a:pt x="23" y="1"/>
                  <a:pt x="23" y="2"/>
                </a:cubicBezTo>
                <a:cubicBezTo>
                  <a:pt x="23" y="11"/>
                  <a:pt x="23" y="11"/>
                  <a:pt x="23" y="11"/>
                </a:cubicBezTo>
                <a:cubicBezTo>
                  <a:pt x="31" y="11"/>
                  <a:pt x="31" y="11"/>
                  <a:pt x="31" y="11"/>
                </a:cubicBezTo>
                <a:cubicBezTo>
                  <a:pt x="42" y="11"/>
                  <a:pt x="57" y="14"/>
                  <a:pt x="62" y="26"/>
                </a:cubicBezTo>
                <a:cubicBezTo>
                  <a:pt x="63" y="30"/>
                  <a:pt x="64" y="34"/>
                  <a:pt x="64" y="38"/>
                </a:cubicBezTo>
                <a:cubicBezTo>
                  <a:pt x="64" y="43"/>
                  <a:pt x="61" y="49"/>
                  <a:pt x="59" y="5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2" name="Freeform 122"/>
          <p:cNvSpPr/>
          <p:nvPr/>
        </p:nvSpPr>
        <p:spPr>
          <a:xfrm>
            <a:off x="1484280" y="3079800"/>
            <a:ext cx="141480" cy="203040"/>
          </a:xfrm>
          <a:custGeom>
            <a:avLst/>
            <a:gdLst/>
            <a:ahLst/>
            <a:rect l="l" t="t" r="r" b="b"/>
            <a:pathLst>
              <a:path w="41" h="59">
                <a:moveTo>
                  <a:pt x="41" y="29"/>
                </a:moveTo>
                <a:cubicBezTo>
                  <a:pt x="41" y="40"/>
                  <a:pt x="33" y="49"/>
                  <a:pt x="23" y="50"/>
                </a:cubicBezTo>
                <a:cubicBezTo>
                  <a:pt x="23" y="55"/>
                  <a:pt x="23" y="55"/>
                  <a:pt x="23" y="55"/>
                </a:cubicBezTo>
                <a:cubicBezTo>
                  <a:pt x="32" y="55"/>
                  <a:pt x="32" y="55"/>
                  <a:pt x="32" y="55"/>
                </a:cubicBezTo>
                <a:cubicBezTo>
                  <a:pt x="33" y="55"/>
                  <a:pt x="34" y="56"/>
                  <a:pt x="34" y="57"/>
                </a:cubicBezTo>
                <a:cubicBezTo>
                  <a:pt x="34" y="58"/>
                  <a:pt x="33" y="59"/>
                  <a:pt x="32" y="59"/>
                </a:cubicBezTo>
                <a:cubicBezTo>
                  <a:pt x="9" y="59"/>
                  <a:pt x="9" y="59"/>
                  <a:pt x="9" y="59"/>
                </a:cubicBezTo>
                <a:cubicBezTo>
                  <a:pt x="8" y="59"/>
                  <a:pt x="7" y="58"/>
                  <a:pt x="7" y="57"/>
                </a:cubicBezTo>
                <a:cubicBezTo>
                  <a:pt x="7" y="56"/>
                  <a:pt x="8" y="55"/>
                  <a:pt x="9" y="55"/>
                </a:cubicBezTo>
                <a:cubicBezTo>
                  <a:pt x="18" y="55"/>
                  <a:pt x="18" y="55"/>
                  <a:pt x="18" y="55"/>
                </a:cubicBezTo>
                <a:cubicBezTo>
                  <a:pt x="18" y="50"/>
                  <a:pt x="18" y="50"/>
                  <a:pt x="18" y="50"/>
                </a:cubicBezTo>
                <a:cubicBezTo>
                  <a:pt x="8" y="49"/>
                  <a:pt x="0" y="40"/>
                  <a:pt x="0" y="29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4"/>
                  <a:pt x="1" y="23"/>
                  <a:pt x="2" y="23"/>
                </a:cubicBezTo>
                <a:cubicBezTo>
                  <a:pt x="3" y="23"/>
                  <a:pt x="4" y="24"/>
                  <a:pt x="4" y="25"/>
                </a:cubicBezTo>
                <a:cubicBezTo>
                  <a:pt x="4" y="29"/>
                  <a:pt x="4" y="29"/>
                  <a:pt x="4" y="29"/>
                </a:cubicBezTo>
                <a:cubicBezTo>
                  <a:pt x="4" y="38"/>
                  <a:pt x="12" y="45"/>
                  <a:pt x="20" y="45"/>
                </a:cubicBezTo>
                <a:cubicBezTo>
                  <a:pt x="29" y="45"/>
                  <a:pt x="36" y="38"/>
                  <a:pt x="36" y="29"/>
                </a:cubicBezTo>
                <a:cubicBezTo>
                  <a:pt x="36" y="25"/>
                  <a:pt x="36" y="25"/>
                  <a:pt x="36" y="25"/>
                </a:cubicBezTo>
                <a:cubicBezTo>
                  <a:pt x="36" y="24"/>
                  <a:pt x="37" y="23"/>
                  <a:pt x="39" y="23"/>
                </a:cubicBezTo>
                <a:cubicBezTo>
                  <a:pt x="40" y="23"/>
                  <a:pt x="41" y="24"/>
                  <a:pt x="41" y="25"/>
                </a:cubicBezTo>
                <a:lnTo>
                  <a:pt x="41" y="29"/>
                </a:lnTo>
                <a:close/>
                <a:moveTo>
                  <a:pt x="32" y="29"/>
                </a:moveTo>
                <a:cubicBezTo>
                  <a:pt x="32" y="36"/>
                  <a:pt x="27" y="41"/>
                  <a:pt x="20" y="41"/>
                </a:cubicBezTo>
                <a:cubicBezTo>
                  <a:pt x="14" y="41"/>
                  <a:pt x="9" y="36"/>
                  <a:pt x="9" y="29"/>
                </a:cubicBezTo>
                <a:cubicBezTo>
                  <a:pt x="9" y="11"/>
                  <a:pt x="9" y="11"/>
                  <a:pt x="9" y="11"/>
                </a:cubicBezTo>
                <a:cubicBezTo>
                  <a:pt x="9" y="5"/>
                  <a:pt x="14" y="0"/>
                  <a:pt x="20" y="0"/>
                </a:cubicBezTo>
                <a:cubicBezTo>
                  <a:pt x="27" y="0"/>
                  <a:pt x="32" y="5"/>
                  <a:pt x="32" y="11"/>
                </a:cubicBezTo>
                <a:lnTo>
                  <a:pt x="32" y="2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3" name="Freeform 123"/>
          <p:cNvSpPr/>
          <p:nvPr/>
        </p:nvSpPr>
        <p:spPr>
          <a:xfrm>
            <a:off x="1979640" y="3094200"/>
            <a:ext cx="189000" cy="188640"/>
          </a:xfrm>
          <a:custGeom>
            <a:avLst/>
            <a:gdLst/>
            <a:ahLst/>
            <a:rect l="l" t="t" r="r" b="b"/>
            <a:pathLst>
              <a:path w="55" h="55">
                <a:moveTo>
                  <a:pt x="55" y="45"/>
                </a:moveTo>
                <a:cubicBezTo>
                  <a:pt x="55" y="51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1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1"/>
                </a:cubicBezTo>
                <a:lnTo>
                  <a:pt x="55" y="45"/>
                </a:lnTo>
                <a:close/>
                <a:moveTo>
                  <a:pt x="45" y="25"/>
                </a:moveTo>
                <a:cubicBezTo>
                  <a:pt x="45" y="24"/>
                  <a:pt x="44" y="23"/>
                  <a:pt x="43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0" y="23"/>
                  <a:pt x="9" y="24"/>
                  <a:pt x="9" y="25"/>
                </a:cubicBezTo>
                <a:cubicBezTo>
                  <a:pt x="9" y="30"/>
                  <a:pt x="9" y="30"/>
                  <a:pt x="9" y="30"/>
                </a:cubicBezTo>
                <a:cubicBezTo>
                  <a:pt x="9" y="31"/>
                  <a:pt x="10" y="32"/>
                  <a:pt x="11" y="32"/>
                </a:cubicBezTo>
                <a:cubicBezTo>
                  <a:pt x="43" y="32"/>
                  <a:pt x="43" y="32"/>
                  <a:pt x="43" y="32"/>
                </a:cubicBezTo>
                <a:cubicBezTo>
                  <a:pt x="44" y="32"/>
                  <a:pt x="45" y="31"/>
                  <a:pt x="45" y="30"/>
                </a:cubicBezTo>
                <a:lnTo>
                  <a:pt x="45" y="2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4" name="Freeform 124"/>
          <p:cNvSpPr/>
          <p:nvPr/>
        </p:nvSpPr>
        <p:spPr>
          <a:xfrm>
            <a:off x="2475000" y="3111480"/>
            <a:ext cx="233280" cy="157320"/>
          </a:xfrm>
          <a:custGeom>
            <a:avLst/>
            <a:gdLst/>
            <a:ahLst/>
            <a:rect l="l" t="t" r="r" b="b"/>
            <a:pathLst>
              <a:path w="68" h="46">
                <a:moveTo>
                  <a:pt x="68" y="43"/>
                </a:moveTo>
                <a:cubicBezTo>
                  <a:pt x="68" y="45"/>
                  <a:pt x="67" y="46"/>
                  <a:pt x="66" y="46"/>
                </a:cubicBezTo>
                <a:cubicBezTo>
                  <a:pt x="2" y="46"/>
                  <a:pt x="2" y="46"/>
                  <a:pt x="2" y="46"/>
                </a:cubicBezTo>
                <a:cubicBezTo>
                  <a:pt x="1" y="46"/>
                  <a:pt x="0" y="45"/>
                  <a:pt x="0" y="43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7" y="0"/>
                  <a:pt x="68" y="1"/>
                  <a:pt x="68" y="2"/>
                </a:cubicBezTo>
                <a:lnTo>
                  <a:pt x="68" y="43"/>
                </a:lnTo>
                <a:close/>
                <a:moveTo>
                  <a:pt x="64" y="14"/>
                </a:moveTo>
                <a:cubicBezTo>
                  <a:pt x="59" y="14"/>
                  <a:pt x="55" y="10"/>
                  <a:pt x="55" y="4"/>
                </a:cubicBezTo>
                <a:cubicBezTo>
                  <a:pt x="13" y="4"/>
                  <a:pt x="13" y="4"/>
                  <a:pt x="13" y="4"/>
                </a:cubicBezTo>
                <a:cubicBezTo>
                  <a:pt x="13" y="10"/>
                  <a:pt x="9" y="14"/>
                  <a:pt x="4" y="14"/>
                </a:cubicBezTo>
                <a:cubicBezTo>
                  <a:pt x="4" y="32"/>
                  <a:pt x="4" y="32"/>
                  <a:pt x="4" y="32"/>
                </a:cubicBezTo>
                <a:cubicBezTo>
                  <a:pt x="9" y="32"/>
                  <a:pt x="13" y="36"/>
                  <a:pt x="13" y="41"/>
                </a:cubicBezTo>
                <a:cubicBezTo>
                  <a:pt x="55" y="41"/>
                  <a:pt x="55" y="41"/>
                  <a:pt x="55" y="41"/>
                </a:cubicBezTo>
                <a:cubicBezTo>
                  <a:pt x="55" y="36"/>
                  <a:pt x="59" y="32"/>
                  <a:pt x="64" y="32"/>
                </a:cubicBezTo>
                <a:lnTo>
                  <a:pt x="64" y="14"/>
                </a:lnTo>
                <a:close/>
                <a:moveTo>
                  <a:pt x="34" y="38"/>
                </a:moveTo>
                <a:cubicBezTo>
                  <a:pt x="27" y="38"/>
                  <a:pt x="23" y="29"/>
                  <a:pt x="23" y="23"/>
                </a:cubicBezTo>
                <a:cubicBezTo>
                  <a:pt x="23" y="16"/>
                  <a:pt x="27" y="8"/>
                  <a:pt x="34" y="8"/>
                </a:cubicBezTo>
                <a:cubicBezTo>
                  <a:pt x="42" y="8"/>
                  <a:pt x="45" y="16"/>
                  <a:pt x="45" y="23"/>
                </a:cubicBezTo>
                <a:cubicBezTo>
                  <a:pt x="45" y="29"/>
                  <a:pt x="42" y="38"/>
                  <a:pt x="34" y="38"/>
                </a:cubicBezTo>
                <a:close/>
                <a:moveTo>
                  <a:pt x="41" y="32"/>
                </a:moveTo>
                <a:cubicBezTo>
                  <a:pt x="41" y="28"/>
                  <a:pt x="41" y="28"/>
                  <a:pt x="41" y="28"/>
                </a:cubicBezTo>
                <a:cubicBezTo>
                  <a:pt x="36" y="28"/>
                  <a:pt x="36" y="28"/>
                  <a:pt x="36" y="28"/>
                </a:cubicBezTo>
                <a:cubicBezTo>
                  <a:pt x="36" y="12"/>
                  <a:pt x="36" y="12"/>
                  <a:pt x="36" y="12"/>
                </a:cubicBezTo>
                <a:cubicBezTo>
                  <a:pt x="32" y="12"/>
                  <a:pt x="32" y="12"/>
                  <a:pt x="32" y="12"/>
                </a:cubicBezTo>
                <a:cubicBezTo>
                  <a:pt x="27" y="17"/>
                  <a:pt x="27" y="17"/>
                  <a:pt x="27" y="17"/>
                </a:cubicBezTo>
                <a:cubicBezTo>
                  <a:pt x="30" y="20"/>
                  <a:pt x="30" y="20"/>
                  <a:pt x="30" y="20"/>
                </a:cubicBezTo>
                <a:cubicBezTo>
                  <a:pt x="31" y="19"/>
                  <a:pt x="31" y="19"/>
                  <a:pt x="32" y="18"/>
                </a:cubicBezTo>
                <a:cubicBezTo>
                  <a:pt x="32" y="18"/>
                  <a:pt x="32" y="18"/>
                  <a:pt x="32" y="18"/>
                </a:cubicBezTo>
                <a:cubicBezTo>
                  <a:pt x="32" y="28"/>
                  <a:pt x="32" y="28"/>
                  <a:pt x="32" y="28"/>
                </a:cubicBezTo>
                <a:cubicBezTo>
                  <a:pt x="27" y="28"/>
                  <a:pt x="27" y="28"/>
                  <a:pt x="27" y="28"/>
                </a:cubicBezTo>
                <a:cubicBezTo>
                  <a:pt x="27" y="32"/>
                  <a:pt x="27" y="32"/>
                  <a:pt x="27" y="32"/>
                </a:cubicBezTo>
                <a:lnTo>
                  <a:pt x="41" y="3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5" name="Freeform 125"/>
          <p:cNvSpPr/>
          <p:nvPr/>
        </p:nvSpPr>
        <p:spPr>
          <a:xfrm>
            <a:off x="2968560" y="3111480"/>
            <a:ext cx="189000" cy="157320"/>
          </a:xfrm>
          <a:custGeom>
            <a:avLst/>
            <a:gdLst/>
            <a:ahLst/>
            <a:rect l="l" t="t" r="r" b="b"/>
            <a:pathLst>
              <a:path w="55" h="46">
                <a:moveTo>
                  <a:pt x="55" y="7"/>
                </a:moveTo>
                <a:cubicBezTo>
                  <a:pt x="55" y="8"/>
                  <a:pt x="54" y="9"/>
                  <a:pt x="52" y="9"/>
                </a:cubicBezTo>
                <a:cubicBezTo>
                  <a:pt x="2" y="9"/>
                  <a:pt x="2" y="9"/>
                  <a:pt x="2" y="9"/>
                </a:cubicBezTo>
                <a:cubicBezTo>
                  <a:pt x="1" y="9"/>
                  <a:pt x="0" y="8"/>
                  <a:pt x="0" y="7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54" y="0"/>
                  <a:pt x="55" y="1"/>
                  <a:pt x="55" y="2"/>
                </a:cubicBezTo>
                <a:lnTo>
                  <a:pt x="55" y="7"/>
                </a:lnTo>
                <a:close/>
                <a:moveTo>
                  <a:pt x="55" y="25"/>
                </a:moveTo>
                <a:cubicBezTo>
                  <a:pt x="55" y="26"/>
                  <a:pt x="54" y="27"/>
                  <a:pt x="52" y="27"/>
                </a:cubicBezTo>
                <a:cubicBezTo>
                  <a:pt x="2" y="27"/>
                  <a:pt x="2" y="27"/>
                  <a:pt x="2" y="27"/>
                </a:cubicBezTo>
                <a:cubicBezTo>
                  <a:pt x="1" y="27"/>
                  <a:pt x="0" y="26"/>
                  <a:pt x="0" y="25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19"/>
                  <a:pt x="1" y="18"/>
                  <a:pt x="2" y="18"/>
                </a:cubicBezTo>
                <a:cubicBezTo>
                  <a:pt x="52" y="18"/>
                  <a:pt x="52" y="18"/>
                  <a:pt x="52" y="18"/>
                </a:cubicBezTo>
                <a:cubicBezTo>
                  <a:pt x="54" y="18"/>
                  <a:pt x="55" y="19"/>
                  <a:pt x="55" y="20"/>
                </a:cubicBezTo>
                <a:lnTo>
                  <a:pt x="55" y="25"/>
                </a:lnTo>
                <a:close/>
                <a:moveTo>
                  <a:pt x="55" y="43"/>
                </a:moveTo>
                <a:cubicBezTo>
                  <a:pt x="55" y="45"/>
                  <a:pt x="54" y="46"/>
                  <a:pt x="52" y="46"/>
                </a:cubicBezTo>
                <a:cubicBezTo>
                  <a:pt x="2" y="46"/>
                  <a:pt x="2" y="46"/>
                  <a:pt x="2" y="46"/>
                </a:cubicBezTo>
                <a:cubicBezTo>
                  <a:pt x="1" y="46"/>
                  <a:pt x="0" y="45"/>
                  <a:pt x="0" y="43"/>
                </a:cubicBezTo>
                <a:cubicBezTo>
                  <a:pt x="0" y="39"/>
                  <a:pt x="0" y="39"/>
                  <a:pt x="0" y="39"/>
                </a:cubicBezTo>
                <a:cubicBezTo>
                  <a:pt x="0" y="37"/>
                  <a:pt x="1" y="36"/>
                  <a:pt x="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4" y="36"/>
                  <a:pt x="55" y="37"/>
                  <a:pt x="55" y="39"/>
                </a:cubicBezTo>
                <a:lnTo>
                  <a:pt x="55" y="4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6" name="Freeform 126"/>
          <p:cNvSpPr/>
          <p:nvPr/>
        </p:nvSpPr>
        <p:spPr>
          <a:xfrm>
            <a:off x="3463920" y="3079800"/>
            <a:ext cx="171360" cy="220680"/>
          </a:xfrm>
          <a:custGeom>
            <a:avLst/>
            <a:gdLst/>
            <a:ahLst/>
            <a:rect l="l" t="t" r="r" b="b"/>
            <a:pathLst>
              <a:path w="50" h="64">
                <a:moveTo>
                  <a:pt x="25" y="46"/>
                </a:moveTo>
                <a:cubicBezTo>
                  <a:pt x="20" y="57"/>
                  <a:pt x="11" y="64"/>
                  <a:pt x="1" y="64"/>
                </a:cubicBezTo>
                <a:cubicBezTo>
                  <a:pt x="0" y="64"/>
                  <a:pt x="0" y="63"/>
                  <a:pt x="0" y="62"/>
                </a:cubicBezTo>
                <a:cubicBezTo>
                  <a:pt x="0" y="61"/>
                  <a:pt x="0" y="61"/>
                  <a:pt x="1" y="61"/>
                </a:cubicBezTo>
                <a:cubicBezTo>
                  <a:pt x="10" y="61"/>
                  <a:pt x="17" y="55"/>
                  <a:pt x="22" y="46"/>
                </a:cubicBezTo>
                <a:cubicBezTo>
                  <a:pt x="17" y="48"/>
                  <a:pt x="6" y="50"/>
                  <a:pt x="1" y="36"/>
                </a:cubicBezTo>
                <a:cubicBezTo>
                  <a:pt x="15" y="30"/>
                  <a:pt x="22" y="37"/>
                  <a:pt x="24" y="41"/>
                </a:cubicBezTo>
                <a:cubicBezTo>
                  <a:pt x="25" y="38"/>
                  <a:pt x="26" y="35"/>
                  <a:pt x="27" y="31"/>
                </a:cubicBezTo>
                <a:cubicBezTo>
                  <a:pt x="27" y="31"/>
                  <a:pt x="9" y="34"/>
                  <a:pt x="7" y="18"/>
                </a:cubicBezTo>
                <a:cubicBezTo>
                  <a:pt x="23" y="12"/>
                  <a:pt x="27" y="28"/>
                  <a:pt x="27" y="28"/>
                </a:cubicBezTo>
                <a:cubicBezTo>
                  <a:pt x="27" y="26"/>
                  <a:pt x="28" y="21"/>
                  <a:pt x="28" y="21"/>
                </a:cubicBezTo>
                <a:cubicBezTo>
                  <a:pt x="28" y="21"/>
                  <a:pt x="14" y="12"/>
                  <a:pt x="23" y="0"/>
                </a:cubicBezTo>
                <a:cubicBezTo>
                  <a:pt x="39" y="5"/>
                  <a:pt x="31" y="21"/>
                  <a:pt x="31" y="21"/>
                </a:cubicBezTo>
                <a:cubicBezTo>
                  <a:pt x="31" y="21"/>
                  <a:pt x="31" y="24"/>
                  <a:pt x="31" y="25"/>
                </a:cubicBezTo>
                <a:cubicBezTo>
                  <a:pt x="31" y="25"/>
                  <a:pt x="37" y="14"/>
                  <a:pt x="48" y="18"/>
                </a:cubicBezTo>
                <a:cubicBezTo>
                  <a:pt x="48" y="35"/>
                  <a:pt x="30" y="32"/>
                  <a:pt x="30" y="32"/>
                </a:cubicBezTo>
                <a:cubicBezTo>
                  <a:pt x="29" y="35"/>
                  <a:pt x="29" y="39"/>
                  <a:pt x="27" y="42"/>
                </a:cubicBezTo>
                <a:cubicBezTo>
                  <a:pt x="27" y="42"/>
                  <a:pt x="38" y="30"/>
                  <a:pt x="50" y="39"/>
                </a:cubicBezTo>
                <a:cubicBezTo>
                  <a:pt x="43" y="57"/>
                  <a:pt x="25" y="46"/>
                  <a:pt x="25" y="4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7" name="Freeform 127"/>
          <p:cNvSpPr/>
          <p:nvPr/>
        </p:nvSpPr>
        <p:spPr>
          <a:xfrm>
            <a:off x="3959280" y="3094200"/>
            <a:ext cx="171360" cy="188640"/>
          </a:xfrm>
          <a:custGeom>
            <a:avLst/>
            <a:gdLst/>
            <a:ahLst/>
            <a:rect l="l" t="t" r="r" b="b"/>
            <a:pathLst>
              <a:path w="50" h="55">
                <a:moveTo>
                  <a:pt x="40" y="55"/>
                </a:moveTo>
                <a:cubicBezTo>
                  <a:pt x="37" y="55"/>
                  <a:pt x="34" y="54"/>
                  <a:pt x="32" y="51"/>
                </a:cubicBezTo>
                <a:cubicBezTo>
                  <a:pt x="4" y="24"/>
                  <a:pt x="4" y="24"/>
                  <a:pt x="4" y="24"/>
                </a:cubicBezTo>
                <a:cubicBezTo>
                  <a:pt x="1" y="21"/>
                  <a:pt x="0" y="18"/>
                  <a:pt x="0" y="14"/>
                </a:cubicBezTo>
                <a:cubicBezTo>
                  <a:pt x="0" y="7"/>
                  <a:pt x="6" y="0"/>
                  <a:pt x="13" y="0"/>
                </a:cubicBezTo>
                <a:cubicBezTo>
                  <a:pt x="17" y="0"/>
                  <a:pt x="21" y="2"/>
                  <a:pt x="23" y="5"/>
                </a:cubicBezTo>
                <a:cubicBezTo>
                  <a:pt x="45" y="26"/>
                  <a:pt x="45" y="26"/>
                  <a:pt x="45" y="26"/>
                </a:cubicBezTo>
                <a:cubicBezTo>
                  <a:pt x="45" y="26"/>
                  <a:pt x="45" y="27"/>
                  <a:pt x="45" y="27"/>
                </a:cubicBezTo>
                <a:cubicBezTo>
                  <a:pt x="45" y="28"/>
                  <a:pt x="43" y="30"/>
                  <a:pt x="42" y="30"/>
                </a:cubicBezTo>
                <a:cubicBezTo>
                  <a:pt x="42" y="30"/>
                  <a:pt x="42" y="30"/>
                  <a:pt x="42" y="29"/>
                </a:cubicBezTo>
                <a:cubicBezTo>
                  <a:pt x="20" y="8"/>
                  <a:pt x="20" y="8"/>
                  <a:pt x="20" y="8"/>
                </a:cubicBezTo>
                <a:cubicBezTo>
                  <a:pt x="18" y="6"/>
                  <a:pt x="16" y="5"/>
                  <a:pt x="13" y="5"/>
                </a:cubicBezTo>
                <a:cubicBezTo>
                  <a:pt x="8" y="5"/>
                  <a:pt x="4" y="9"/>
                  <a:pt x="4" y="14"/>
                </a:cubicBezTo>
                <a:cubicBezTo>
                  <a:pt x="4" y="16"/>
                  <a:pt x="5" y="19"/>
                  <a:pt x="7" y="21"/>
                </a:cubicBezTo>
                <a:cubicBezTo>
                  <a:pt x="35" y="48"/>
                  <a:pt x="35" y="48"/>
                  <a:pt x="35" y="48"/>
                </a:cubicBezTo>
                <a:cubicBezTo>
                  <a:pt x="36" y="50"/>
                  <a:pt x="38" y="50"/>
                  <a:pt x="40" y="50"/>
                </a:cubicBezTo>
                <a:cubicBezTo>
                  <a:pt x="43" y="50"/>
                  <a:pt x="45" y="48"/>
                  <a:pt x="45" y="45"/>
                </a:cubicBezTo>
                <a:cubicBezTo>
                  <a:pt x="45" y="43"/>
                  <a:pt x="44" y="41"/>
                  <a:pt x="43" y="40"/>
                </a:cubicBezTo>
                <a:cubicBezTo>
                  <a:pt x="22" y="19"/>
                  <a:pt x="22" y="19"/>
                  <a:pt x="22" y="19"/>
                </a:cubicBezTo>
                <a:cubicBezTo>
                  <a:pt x="22" y="19"/>
                  <a:pt x="21" y="18"/>
                  <a:pt x="20" y="18"/>
                </a:cubicBezTo>
                <a:cubicBezTo>
                  <a:pt x="19" y="18"/>
                  <a:pt x="18" y="19"/>
                  <a:pt x="18" y="21"/>
                </a:cubicBezTo>
                <a:cubicBezTo>
                  <a:pt x="18" y="22"/>
                  <a:pt x="18" y="22"/>
                  <a:pt x="19" y="23"/>
                </a:cubicBezTo>
                <a:cubicBezTo>
                  <a:pt x="33" y="38"/>
                  <a:pt x="33" y="38"/>
                  <a:pt x="33" y="38"/>
                </a:cubicBezTo>
                <a:cubicBezTo>
                  <a:pt x="34" y="38"/>
                  <a:pt x="34" y="38"/>
                  <a:pt x="34" y="38"/>
                </a:cubicBezTo>
                <a:cubicBezTo>
                  <a:pt x="34" y="39"/>
                  <a:pt x="32" y="41"/>
                  <a:pt x="31" y="41"/>
                </a:cubicBezTo>
                <a:cubicBezTo>
                  <a:pt x="31" y="41"/>
                  <a:pt x="30" y="41"/>
                  <a:pt x="30" y="41"/>
                </a:cubicBezTo>
                <a:cubicBezTo>
                  <a:pt x="16" y="26"/>
                  <a:pt x="16" y="26"/>
                  <a:pt x="16" y="26"/>
                </a:cubicBezTo>
                <a:cubicBezTo>
                  <a:pt x="14" y="25"/>
                  <a:pt x="13" y="23"/>
                  <a:pt x="13" y="21"/>
                </a:cubicBezTo>
                <a:cubicBezTo>
                  <a:pt x="13" y="17"/>
                  <a:pt x="16" y="14"/>
                  <a:pt x="20" y="14"/>
                </a:cubicBezTo>
                <a:cubicBezTo>
                  <a:pt x="22" y="14"/>
                  <a:pt x="24" y="15"/>
                  <a:pt x="26" y="16"/>
                </a:cubicBezTo>
                <a:cubicBezTo>
                  <a:pt x="46" y="37"/>
                  <a:pt x="46" y="37"/>
                  <a:pt x="46" y="37"/>
                </a:cubicBezTo>
                <a:cubicBezTo>
                  <a:pt x="49" y="39"/>
                  <a:pt x="50" y="42"/>
                  <a:pt x="50" y="45"/>
                </a:cubicBezTo>
                <a:cubicBezTo>
                  <a:pt x="50" y="51"/>
                  <a:pt x="46" y="55"/>
                  <a:pt x="40" y="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8" name="Freeform 128"/>
          <p:cNvSpPr/>
          <p:nvPr/>
        </p:nvSpPr>
        <p:spPr>
          <a:xfrm>
            <a:off x="4452840" y="3094200"/>
            <a:ext cx="203400" cy="188640"/>
          </a:xfrm>
          <a:custGeom>
            <a:avLst/>
            <a:gdLst/>
            <a:ahLst/>
            <a:rect l="l" t="t" r="r" b="b"/>
            <a:pathLst>
              <a:path w="59" h="55">
                <a:moveTo>
                  <a:pt x="10" y="37"/>
                </a:moveTo>
                <a:cubicBezTo>
                  <a:pt x="4" y="37"/>
                  <a:pt x="0" y="30"/>
                  <a:pt x="0" y="25"/>
                </a:cubicBezTo>
                <a:cubicBezTo>
                  <a:pt x="0" y="21"/>
                  <a:pt x="2" y="18"/>
                  <a:pt x="6" y="18"/>
                </a:cubicBezTo>
                <a:cubicBezTo>
                  <a:pt x="11" y="18"/>
                  <a:pt x="15" y="25"/>
                  <a:pt x="15" y="30"/>
                </a:cubicBezTo>
                <a:cubicBezTo>
                  <a:pt x="15" y="33"/>
                  <a:pt x="14" y="37"/>
                  <a:pt x="10" y="37"/>
                </a:cubicBezTo>
                <a:close/>
                <a:moveTo>
                  <a:pt x="50" y="50"/>
                </a:moveTo>
                <a:cubicBezTo>
                  <a:pt x="50" y="54"/>
                  <a:pt x="46" y="55"/>
                  <a:pt x="43" y="55"/>
                </a:cubicBezTo>
                <a:cubicBezTo>
                  <a:pt x="38" y="55"/>
                  <a:pt x="34" y="52"/>
                  <a:pt x="29" y="52"/>
                </a:cubicBezTo>
                <a:cubicBezTo>
                  <a:pt x="25" y="52"/>
                  <a:pt x="21" y="55"/>
                  <a:pt x="15" y="55"/>
                </a:cubicBezTo>
                <a:cubicBezTo>
                  <a:pt x="12" y="55"/>
                  <a:pt x="9" y="54"/>
                  <a:pt x="9" y="50"/>
                </a:cubicBezTo>
                <a:cubicBezTo>
                  <a:pt x="9" y="41"/>
                  <a:pt x="21" y="29"/>
                  <a:pt x="29" y="29"/>
                </a:cubicBezTo>
                <a:cubicBezTo>
                  <a:pt x="38" y="29"/>
                  <a:pt x="50" y="41"/>
                  <a:pt x="50" y="50"/>
                </a:cubicBezTo>
                <a:close/>
                <a:moveTo>
                  <a:pt x="21" y="21"/>
                </a:moveTo>
                <a:cubicBezTo>
                  <a:pt x="15" y="21"/>
                  <a:pt x="12" y="14"/>
                  <a:pt x="12" y="9"/>
                </a:cubicBezTo>
                <a:cubicBezTo>
                  <a:pt x="12" y="5"/>
                  <a:pt x="14" y="0"/>
                  <a:pt x="18" y="0"/>
                </a:cubicBezTo>
                <a:cubicBezTo>
                  <a:pt x="24" y="0"/>
                  <a:pt x="28" y="8"/>
                  <a:pt x="28" y="13"/>
                </a:cubicBezTo>
                <a:cubicBezTo>
                  <a:pt x="28" y="17"/>
                  <a:pt x="26" y="21"/>
                  <a:pt x="21" y="21"/>
                </a:cubicBezTo>
                <a:close/>
                <a:moveTo>
                  <a:pt x="31" y="13"/>
                </a:moveTo>
                <a:cubicBezTo>
                  <a:pt x="31" y="8"/>
                  <a:pt x="35" y="0"/>
                  <a:pt x="41" y="0"/>
                </a:cubicBezTo>
                <a:cubicBezTo>
                  <a:pt x="45" y="0"/>
                  <a:pt x="47" y="5"/>
                  <a:pt x="47" y="9"/>
                </a:cubicBezTo>
                <a:cubicBezTo>
                  <a:pt x="47" y="14"/>
                  <a:pt x="44" y="21"/>
                  <a:pt x="38" y="21"/>
                </a:cubicBezTo>
                <a:cubicBezTo>
                  <a:pt x="33" y="21"/>
                  <a:pt x="31" y="17"/>
                  <a:pt x="31" y="13"/>
                </a:cubicBezTo>
                <a:close/>
                <a:moveTo>
                  <a:pt x="59" y="25"/>
                </a:moveTo>
                <a:cubicBezTo>
                  <a:pt x="59" y="30"/>
                  <a:pt x="55" y="37"/>
                  <a:pt x="49" y="37"/>
                </a:cubicBezTo>
                <a:cubicBezTo>
                  <a:pt x="45" y="37"/>
                  <a:pt x="44" y="33"/>
                  <a:pt x="44" y="30"/>
                </a:cubicBezTo>
                <a:cubicBezTo>
                  <a:pt x="44" y="25"/>
                  <a:pt x="48" y="18"/>
                  <a:pt x="53" y="18"/>
                </a:cubicBezTo>
                <a:cubicBezTo>
                  <a:pt x="57" y="18"/>
                  <a:pt x="59" y="21"/>
                  <a:pt x="59" y="2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9" name="Freeform 129"/>
          <p:cNvSpPr/>
          <p:nvPr/>
        </p:nvSpPr>
        <p:spPr>
          <a:xfrm>
            <a:off x="4948200" y="3094200"/>
            <a:ext cx="233280" cy="188640"/>
          </a:xfrm>
          <a:custGeom>
            <a:avLst/>
            <a:gdLst/>
            <a:ahLst/>
            <a:rect l="l" t="t" r="r" b="b"/>
            <a:pathLst>
              <a:path w="68" h="55">
                <a:moveTo>
                  <a:pt x="68" y="49"/>
                </a:moveTo>
                <a:cubicBezTo>
                  <a:pt x="68" y="53"/>
                  <a:pt x="66" y="55"/>
                  <a:pt x="63" y="55"/>
                </a:cubicBezTo>
                <a:cubicBezTo>
                  <a:pt x="5" y="55"/>
                  <a:pt x="5" y="55"/>
                  <a:pt x="5" y="55"/>
                </a:cubicBezTo>
                <a:cubicBezTo>
                  <a:pt x="2" y="55"/>
                  <a:pt x="0" y="53"/>
                  <a:pt x="0" y="49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2" y="0"/>
                  <a:pt x="5" y="0"/>
                </a:cubicBezTo>
                <a:cubicBezTo>
                  <a:pt x="63" y="0"/>
                  <a:pt x="63" y="0"/>
                  <a:pt x="63" y="0"/>
                </a:cubicBezTo>
                <a:cubicBezTo>
                  <a:pt x="66" y="0"/>
                  <a:pt x="68" y="3"/>
                  <a:pt x="68" y="6"/>
                </a:cubicBezTo>
                <a:lnTo>
                  <a:pt x="68" y="49"/>
                </a:lnTo>
                <a:close/>
                <a:moveTo>
                  <a:pt x="5" y="5"/>
                </a:moveTo>
                <a:cubicBezTo>
                  <a:pt x="5" y="5"/>
                  <a:pt x="4" y="5"/>
                  <a:pt x="4" y="6"/>
                </a:cubicBezTo>
                <a:cubicBezTo>
                  <a:pt x="4" y="49"/>
                  <a:pt x="4" y="49"/>
                  <a:pt x="4" y="49"/>
                </a:cubicBezTo>
                <a:cubicBezTo>
                  <a:pt x="4" y="50"/>
                  <a:pt x="5" y="51"/>
                  <a:pt x="5" y="51"/>
                </a:cubicBezTo>
                <a:cubicBezTo>
                  <a:pt x="63" y="51"/>
                  <a:pt x="63" y="51"/>
                  <a:pt x="63" y="51"/>
                </a:cubicBezTo>
                <a:cubicBezTo>
                  <a:pt x="63" y="51"/>
                  <a:pt x="64" y="50"/>
                  <a:pt x="64" y="49"/>
                </a:cubicBezTo>
                <a:cubicBezTo>
                  <a:pt x="64" y="6"/>
                  <a:pt x="64" y="6"/>
                  <a:pt x="64" y="6"/>
                </a:cubicBezTo>
                <a:cubicBezTo>
                  <a:pt x="64" y="5"/>
                  <a:pt x="63" y="5"/>
                  <a:pt x="63" y="5"/>
                </a:cubicBezTo>
                <a:lnTo>
                  <a:pt x="5" y="5"/>
                </a:lnTo>
                <a:close/>
                <a:moveTo>
                  <a:pt x="16" y="23"/>
                </a:moveTo>
                <a:cubicBezTo>
                  <a:pt x="12" y="23"/>
                  <a:pt x="9" y="20"/>
                  <a:pt x="9" y="16"/>
                </a:cubicBezTo>
                <a:cubicBezTo>
                  <a:pt x="9" y="13"/>
                  <a:pt x="12" y="9"/>
                  <a:pt x="16" y="9"/>
                </a:cubicBezTo>
                <a:cubicBezTo>
                  <a:pt x="20" y="9"/>
                  <a:pt x="23" y="13"/>
                  <a:pt x="23" y="16"/>
                </a:cubicBezTo>
                <a:cubicBezTo>
                  <a:pt x="23" y="20"/>
                  <a:pt x="20" y="23"/>
                  <a:pt x="16" y="23"/>
                </a:cubicBezTo>
                <a:close/>
                <a:moveTo>
                  <a:pt x="59" y="46"/>
                </a:moveTo>
                <a:cubicBezTo>
                  <a:pt x="9" y="46"/>
                  <a:pt x="9" y="46"/>
                  <a:pt x="9" y="46"/>
                </a:cubicBezTo>
                <a:cubicBezTo>
                  <a:pt x="9" y="39"/>
                  <a:pt x="9" y="39"/>
                  <a:pt x="9" y="39"/>
                </a:cubicBezTo>
                <a:cubicBezTo>
                  <a:pt x="20" y="28"/>
                  <a:pt x="20" y="28"/>
                  <a:pt x="20" y="28"/>
                </a:cubicBezTo>
                <a:cubicBezTo>
                  <a:pt x="26" y="33"/>
                  <a:pt x="26" y="33"/>
                  <a:pt x="26" y="33"/>
                </a:cubicBezTo>
                <a:cubicBezTo>
                  <a:pt x="44" y="15"/>
                  <a:pt x="44" y="15"/>
                  <a:pt x="44" y="15"/>
                </a:cubicBezTo>
                <a:cubicBezTo>
                  <a:pt x="59" y="30"/>
                  <a:pt x="59" y="30"/>
                  <a:pt x="59" y="30"/>
                </a:cubicBezTo>
                <a:lnTo>
                  <a:pt x="59" y="4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0" name="Freeform 130"/>
          <p:cNvSpPr/>
          <p:nvPr/>
        </p:nvSpPr>
        <p:spPr>
          <a:xfrm>
            <a:off x="5443560" y="3094200"/>
            <a:ext cx="189000" cy="188640"/>
          </a:xfrm>
          <a:custGeom>
            <a:avLst/>
            <a:gdLst/>
            <a:ahLst/>
            <a:rect l="l" t="t" r="r" b="b"/>
            <a:pathLst>
              <a:path w="55" h="55">
                <a:moveTo>
                  <a:pt x="27" y="55"/>
                </a:moveTo>
                <a:cubicBezTo>
                  <a:pt x="24" y="55"/>
                  <a:pt x="22" y="55"/>
                  <a:pt x="19" y="54"/>
                </a:cubicBezTo>
                <a:cubicBezTo>
                  <a:pt x="20" y="52"/>
                  <a:pt x="22" y="50"/>
                  <a:pt x="22" y="48"/>
                </a:cubicBezTo>
                <a:cubicBezTo>
                  <a:pt x="22" y="48"/>
                  <a:pt x="23" y="47"/>
                  <a:pt x="24" y="41"/>
                </a:cubicBezTo>
                <a:cubicBezTo>
                  <a:pt x="25" y="42"/>
                  <a:pt x="28" y="44"/>
                  <a:pt x="31" y="44"/>
                </a:cubicBezTo>
                <a:cubicBezTo>
                  <a:pt x="40" y="44"/>
                  <a:pt x="46" y="36"/>
                  <a:pt x="46" y="25"/>
                </a:cubicBezTo>
                <a:cubicBezTo>
                  <a:pt x="46" y="17"/>
                  <a:pt x="39" y="10"/>
                  <a:pt x="28" y="10"/>
                </a:cubicBezTo>
                <a:cubicBezTo>
                  <a:pt x="15" y="10"/>
                  <a:pt x="9" y="19"/>
                  <a:pt x="9" y="27"/>
                </a:cubicBezTo>
                <a:cubicBezTo>
                  <a:pt x="9" y="31"/>
                  <a:pt x="10" y="36"/>
                  <a:pt x="14" y="37"/>
                </a:cubicBezTo>
                <a:cubicBezTo>
                  <a:pt x="15" y="37"/>
                  <a:pt x="15" y="37"/>
                  <a:pt x="16" y="36"/>
                </a:cubicBezTo>
                <a:cubicBezTo>
                  <a:pt x="16" y="36"/>
                  <a:pt x="16" y="35"/>
                  <a:pt x="16" y="34"/>
                </a:cubicBezTo>
                <a:cubicBezTo>
                  <a:pt x="16" y="34"/>
                  <a:pt x="16" y="33"/>
                  <a:pt x="16" y="33"/>
                </a:cubicBezTo>
                <a:cubicBezTo>
                  <a:pt x="15" y="31"/>
                  <a:pt x="14" y="30"/>
                  <a:pt x="14" y="27"/>
                </a:cubicBezTo>
                <a:cubicBezTo>
                  <a:pt x="14" y="20"/>
                  <a:pt x="19" y="14"/>
                  <a:pt x="27" y="14"/>
                </a:cubicBezTo>
                <a:cubicBezTo>
                  <a:pt x="35" y="14"/>
                  <a:pt x="39" y="19"/>
                  <a:pt x="39" y="25"/>
                </a:cubicBezTo>
                <a:cubicBezTo>
                  <a:pt x="39" y="33"/>
                  <a:pt x="35" y="39"/>
                  <a:pt x="30" y="39"/>
                </a:cubicBezTo>
                <a:cubicBezTo>
                  <a:pt x="27" y="39"/>
                  <a:pt x="25" y="37"/>
                  <a:pt x="26" y="34"/>
                </a:cubicBezTo>
                <a:cubicBezTo>
                  <a:pt x="27" y="31"/>
                  <a:pt x="28" y="27"/>
                  <a:pt x="28" y="24"/>
                </a:cubicBezTo>
                <a:cubicBezTo>
                  <a:pt x="28" y="22"/>
                  <a:pt x="27" y="20"/>
                  <a:pt x="25" y="20"/>
                </a:cubicBezTo>
                <a:cubicBezTo>
                  <a:pt x="22" y="20"/>
                  <a:pt x="19" y="23"/>
                  <a:pt x="19" y="27"/>
                </a:cubicBezTo>
                <a:cubicBezTo>
                  <a:pt x="19" y="27"/>
                  <a:pt x="19" y="30"/>
                  <a:pt x="20" y="32"/>
                </a:cubicBezTo>
                <a:cubicBezTo>
                  <a:pt x="17" y="44"/>
                  <a:pt x="17" y="47"/>
                  <a:pt x="17" y="47"/>
                </a:cubicBezTo>
                <a:cubicBezTo>
                  <a:pt x="16" y="49"/>
                  <a:pt x="16" y="51"/>
                  <a:pt x="16" y="53"/>
                </a:cubicBezTo>
                <a:cubicBezTo>
                  <a:pt x="7" y="49"/>
                  <a:pt x="0" y="39"/>
                  <a:pt x="0" y="28"/>
                </a:cubicBezTo>
                <a:cubicBezTo>
                  <a:pt x="0" y="13"/>
                  <a:pt x="12" y="0"/>
                  <a:pt x="27" y="0"/>
                </a:cubicBezTo>
                <a:cubicBezTo>
                  <a:pt x="42" y="0"/>
                  <a:pt x="55" y="13"/>
                  <a:pt x="55" y="28"/>
                </a:cubicBezTo>
                <a:cubicBezTo>
                  <a:pt x="55" y="43"/>
                  <a:pt x="42" y="55"/>
                  <a:pt x="27" y="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1" name="Freeform 131"/>
          <p:cNvSpPr/>
          <p:nvPr/>
        </p:nvSpPr>
        <p:spPr>
          <a:xfrm>
            <a:off x="5937120" y="3094200"/>
            <a:ext cx="189000" cy="188640"/>
          </a:xfrm>
          <a:custGeom>
            <a:avLst/>
            <a:gdLst/>
            <a:ahLst/>
            <a:rect l="l" t="t" r="r" b="b"/>
            <a:pathLst>
              <a:path w="55" h="55">
                <a:moveTo>
                  <a:pt x="55" y="28"/>
                </a:moveTo>
                <a:cubicBezTo>
                  <a:pt x="55" y="43"/>
                  <a:pt x="42" y="55"/>
                  <a:pt x="27" y="55"/>
                </a:cubicBezTo>
                <a:cubicBezTo>
                  <a:pt x="12" y="55"/>
                  <a:pt x="0" y="43"/>
                  <a:pt x="0" y="28"/>
                </a:cubicBezTo>
                <a:cubicBezTo>
                  <a:pt x="0" y="13"/>
                  <a:pt x="12" y="0"/>
                  <a:pt x="27" y="0"/>
                </a:cubicBezTo>
                <a:cubicBezTo>
                  <a:pt x="42" y="0"/>
                  <a:pt x="55" y="13"/>
                  <a:pt x="55" y="28"/>
                </a:cubicBezTo>
                <a:close/>
                <a:moveTo>
                  <a:pt x="42" y="28"/>
                </a:moveTo>
                <a:cubicBezTo>
                  <a:pt x="42" y="27"/>
                  <a:pt x="42" y="26"/>
                  <a:pt x="41" y="26"/>
                </a:cubicBezTo>
                <a:cubicBezTo>
                  <a:pt x="21" y="14"/>
                  <a:pt x="21" y="14"/>
                  <a:pt x="21" y="14"/>
                </a:cubicBezTo>
                <a:cubicBezTo>
                  <a:pt x="21" y="14"/>
                  <a:pt x="20" y="14"/>
                  <a:pt x="19" y="14"/>
                </a:cubicBezTo>
                <a:cubicBezTo>
                  <a:pt x="18" y="15"/>
                  <a:pt x="18" y="16"/>
                  <a:pt x="18" y="16"/>
                </a:cubicBezTo>
                <a:cubicBezTo>
                  <a:pt x="18" y="39"/>
                  <a:pt x="18" y="39"/>
                  <a:pt x="18" y="39"/>
                </a:cubicBezTo>
                <a:cubicBezTo>
                  <a:pt x="18" y="40"/>
                  <a:pt x="18" y="41"/>
                  <a:pt x="19" y="41"/>
                </a:cubicBezTo>
                <a:cubicBezTo>
                  <a:pt x="20" y="41"/>
                  <a:pt x="20" y="41"/>
                  <a:pt x="20" y="41"/>
                </a:cubicBezTo>
                <a:cubicBezTo>
                  <a:pt x="21" y="41"/>
                  <a:pt x="21" y="41"/>
                  <a:pt x="21" y="41"/>
                </a:cubicBezTo>
                <a:cubicBezTo>
                  <a:pt x="41" y="30"/>
                  <a:pt x="41" y="30"/>
                  <a:pt x="41" y="30"/>
                </a:cubicBezTo>
                <a:cubicBezTo>
                  <a:pt x="42" y="29"/>
                  <a:pt x="42" y="29"/>
                  <a:pt x="42" y="2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2" name="Freeform 132"/>
          <p:cNvSpPr/>
          <p:nvPr/>
        </p:nvSpPr>
        <p:spPr>
          <a:xfrm>
            <a:off x="6432480" y="3094200"/>
            <a:ext cx="189000" cy="188640"/>
          </a:xfrm>
          <a:custGeom>
            <a:avLst/>
            <a:gdLst/>
            <a:ahLst/>
            <a:rect l="l" t="t" r="r" b="b"/>
            <a:pathLst>
              <a:path w="55" h="55">
                <a:moveTo>
                  <a:pt x="27" y="55"/>
                </a:moveTo>
                <a:cubicBezTo>
                  <a:pt x="12" y="55"/>
                  <a:pt x="0" y="43"/>
                  <a:pt x="0" y="28"/>
                </a:cubicBezTo>
                <a:cubicBezTo>
                  <a:pt x="0" y="13"/>
                  <a:pt x="12" y="0"/>
                  <a:pt x="27" y="0"/>
                </a:cubicBezTo>
                <a:cubicBezTo>
                  <a:pt x="42" y="0"/>
                  <a:pt x="55" y="13"/>
                  <a:pt x="55" y="28"/>
                </a:cubicBezTo>
                <a:cubicBezTo>
                  <a:pt x="55" y="43"/>
                  <a:pt x="42" y="55"/>
                  <a:pt x="27" y="55"/>
                </a:cubicBezTo>
                <a:close/>
                <a:moveTo>
                  <a:pt x="43" y="25"/>
                </a:moveTo>
                <a:cubicBezTo>
                  <a:pt x="43" y="24"/>
                  <a:pt x="42" y="23"/>
                  <a:pt x="41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14"/>
                  <a:pt x="32" y="14"/>
                  <a:pt x="32" y="14"/>
                </a:cubicBezTo>
                <a:cubicBezTo>
                  <a:pt x="32" y="13"/>
                  <a:pt x="31" y="12"/>
                  <a:pt x="29" y="12"/>
                </a:cubicBezTo>
                <a:cubicBezTo>
                  <a:pt x="25" y="12"/>
                  <a:pt x="25" y="12"/>
                  <a:pt x="25" y="12"/>
                </a:cubicBezTo>
                <a:cubicBezTo>
                  <a:pt x="24" y="12"/>
                  <a:pt x="23" y="13"/>
                  <a:pt x="23" y="14"/>
                </a:cubicBezTo>
                <a:cubicBezTo>
                  <a:pt x="23" y="23"/>
                  <a:pt x="23" y="23"/>
                  <a:pt x="23" y="23"/>
                </a:cubicBezTo>
                <a:cubicBezTo>
                  <a:pt x="13" y="23"/>
                  <a:pt x="13" y="23"/>
                  <a:pt x="13" y="23"/>
                </a:cubicBezTo>
                <a:cubicBezTo>
                  <a:pt x="12" y="23"/>
                  <a:pt x="11" y="24"/>
                  <a:pt x="11" y="25"/>
                </a:cubicBezTo>
                <a:cubicBezTo>
                  <a:pt x="11" y="30"/>
                  <a:pt x="11" y="30"/>
                  <a:pt x="11" y="30"/>
                </a:cubicBezTo>
                <a:cubicBezTo>
                  <a:pt x="11" y="31"/>
                  <a:pt x="12" y="32"/>
                  <a:pt x="13" y="32"/>
                </a:cubicBezTo>
                <a:cubicBezTo>
                  <a:pt x="23" y="32"/>
                  <a:pt x="23" y="32"/>
                  <a:pt x="23" y="32"/>
                </a:cubicBezTo>
                <a:cubicBezTo>
                  <a:pt x="23" y="41"/>
                  <a:pt x="23" y="41"/>
                  <a:pt x="23" y="41"/>
                </a:cubicBezTo>
                <a:cubicBezTo>
                  <a:pt x="23" y="43"/>
                  <a:pt x="24" y="44"/>
                  <a:pt x="25" y="44"/>
                </a:cubicBezTo>
                <a:cubicBezTo>
                  <a:pt x="29" y="44"/>
                  <a:pt x="29" y="44"/>
                  <a:pt x="29" y="44"/>
                </a:cubicBezTo>
                <a:cubicBezTo>
                  <a:pt x="31" y="44"/>
                  <a:pt x="32" y="43"/>
                  <a:pt x="32" y="41"/>
                </a:cubicBezTo>
                <a:cubicBezTo>
                  <a:pt x="32" y="32"/>
                  <a:pt x="32" y="32"/>
                  <a:pt x="32" y="32"/>
                </a:cubicBezTo>
                <a:cubicBezTo>
                  <a:pt x="41" y="32"/>
                  <a:pt x="41" y="32"/>
                  <a:pt x="41" y="32"/>
                </a:cubicBezTo>
                <a:cubicBezTo>
                  <a:pt x="42" y="32"/>
                  <a:pt x="43" y="31"/>
                  <a:pt x="43" y="30"/>
                </a:cubicBezTo>
                <a:lnTo>
                  <a:pt x="43" y="2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3" name="Freeform 133"/>
          <p:cNvSpPr/>
          <p:nvPr/>
        </p:nvSpPr>
        <p:spPr>
          <a:xfrm>
            <a:off x="6927840" y="3094200"/>
            <a:ext cx="203040" cy="188640"/>
          </a:xfrm>
          <a:custGeom>
            <a:avLst/>
            <a:gdLst/>
            <a:ahLst/>
            <a:rect l="l" t="t" r="r" b="b"/>
            <a:pathLst>
              <a:path w="59" h="55">
                <a:moveTo>
                  <a:pt x="59" y="45"/>
                </a:moveTo>
                <a:cubicBezTo>
                  <a:pt x="59" y="45"/>
                  <a:pt x="59" y="46"/>
                  <a:pt x="58" y="46"/>
                </a:cubicBezTo>
                <a:cubicBezTo>
                  <a:pt x="50" y="46"/>
                  <a:pt x="50" y="46"/>
                  <a:pt x="50" y="46"/>
                </a:cubicBezTo>
                <a:cubicBezTo>
                  <a:pt x="50" y="52"/>
                  <a:pt x="50" y="52"/>
                  <a:pt x="50" y="52"/>
                </a:cubicBezTo>
                <a:cubicBezTo>
                  <a:pt x="50" y="54"/>
                  <a:pt x="48" y="55"/>
                  <a:pt x="47" y="55"/>
                </a:cubicBezTo>
                <a:cubicBezTo>
                  <a:pt x="12" y="55"/>
                  <a:pt x="12" y="55"/>
                  <a:pt x="12" y="55"/>
                </a:cubicBezTo>
                <a:cubicBezTo>
                  <a:pt x="10" y="55"/>
                  <a:pt x="9" y="54"/>
                  <a:pt x="9" y="52"/>
                </a:cubicBezTo>
                <a:cubicBezTo>
                  <a:pt x="9" y="46"/>
                  <a:pt x="9" y="46"/>
                  <a:pt x="9" y="46"/>
                </a:cubicBezTo>
                <a:cubicBezTo>
                  <a:pt x="1" y="46"/>
                  <a:pt x="1" y="46"/>
                  <a:pt x="1" y="46"/>
                </a:cubicBezTo>
                <a:cubicBezTo>
                  <a:pt x="0" y="46"/>
                  <a:pt x="0" y="45"/>
                  <a:pt x="0" y="45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26"/>
                  <a:pt x="3" y="23"/>
                  <a:pt x="7" y="23"/>
                </a:cubicBezTo>
                <a:cubicBezTo>
                  <a:pt x="9" y="23"/>
                  <a:pt x="9" y="23"/>
                  <a:pt x="9" y="23"/>
                </a:cubicBezTo>
                <a:cubicBezTo>
                  <a:pt x="9" y="4"/>
                  <a:pt x="9" y="4"/>
                  <a:pt x="9" y="4"/>
                </a:cubicBezTo>
                <a:cubicBezTo>
                  <a:pt x="9" y="2"/>
                  <a:pt x="10" y="0"/>
                  <a:pt x="12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8" y="0"/>
                  <a:pt x="41" y="1"/>
                  <a:pt x="42" y="3"/>
                </a:cubicBezTo>
                <a:cubicBezTo>
                  <a:pt x="48" y="8"/>
                  <a:pt x="48" y="8"/>
                  <a:pt x="48" y="8"/>
                </a:cubicBezTo>
                <a:cubicBezTo>
                  <a:pt x="49" y="10"/>
                  <a:pt x="50" y="12"/>
                  <a:pt x="50" y="14"/>
                </a:cubicBezTo>
                <a:cubicBezTo>
                  <a:pt x="50" y="23"/>
                  <a:pt x="50" y="23"/>
                  <a:pt x="50" y="23"/>
                </a:cubicBezTo>
                <a:cubicBezTo>
                  <a:pt x="52" y="23"/>
                  <a:pt x="52" y="23"/>
                  <a:pt x="52" y="23"/>
                </a:cubicBezTo>
                <a:cubicBezTo>
                  <a:pt x="56" y="23"/>
                  <a:pt x="59" y="26"/>
                  <a:pt x="59" y="30"/>
                </a:cubicBezTo>
                <a:lnTo>
                  <a:pt x="59" y="45"/>
                </a:lnTo>
                <a:close/>
                <a:moveTo>
                  <a:pt x="45" y="28"/>
                </a:moveTo>
                <a:cubicBezTo>
                  <a:pt x="45" y="14"/>
                  <a:pt x="45" y="14"/>
                  <a:pt x="45" y="14"/>
                </a:cubicBezTo>
                <a:cubicBezTo>
                  <a:pt x="40" y="14"/>
                  <a:pt x="40" y="14"/>
                  <a:pt x="40" y="14"/>
                </a:cubicBezTo>
                <a:cubicBezTo>
                  <a:pt x="38" y="14"/>
                  <a:pt x="36" y="13"/>
                  <a:pt x="36" y="11"/>
                </a:cubicBezTo>
                <a:cubicBezTo>
                  <a:pt x="36" y="5"/>
                  <a:pt x="36" y="5"/>
                  <a:pt x="36" y="5"/>
                </a:cubicBezTo>
                <a:cubicBezTo>
                  <a:pt x="13" y="5"/>
                  <a:pt x="13" y="5"/>
                  <a:pt x="13" y="5"/>
                </a:cubicBezTo>
                <a:cubicBezTo>
                  <a:pt x="13" y="28"/>
                  <a:pt x="13" y="28"/>
                  <a:pt x="13" y="28"/>
                </a:cubicBezTo>
                <a:lnTo>
                  <a:pt x="45" y="28"/>
                </a:lnTo>
                <a:close/>
                <a:moveTo>
                  <a:pt x="45" y="51"/>
                </a:moveTo>
                <a:cubicBezTo>
                  <a:pt x="45" y="41"/>
                  <a:pt x="45" y="41"/>
                  <a:pt x="45" y="41"/>
                </a:cubicBezTo>
                <a:cubicBezTo>
                  <a:pt x="13" y="41"/>
                  <a:pt x="13" y="41"/>
                  <a:pt x="13" y="41"/>
                </a:cubicBezTo>
                <a:cubicBezTo>
                  <a:pt x="13" y="51"/>
                  <a:pt x="13" y="51"/>
                  <a:pt x="13" y="51"/>
                </a:cubicBezTo>
                <a:lnTo>
                  <a:pt x="45" y="51"/>
                </a:lnTo>
                <a:close/>
                <a:moveTo>
                  <a:pt x="52" y="28"/>
                </a:moveTo>
                <a:cubicBezTo>
                  <a:pt x="51" y="28"/>
                  <a:pt x="50" y="29"/>
                  <a:pt x="50" y="30"/>
                </a:cubicBezTo>
                <a:cubicBezTo>
                  <a:pt x="50" y="31"/>
                  <a:pt x="51" y="32"/>
                  <a:pt x="52" y="32"/>
                </a:cubicBezTo>
                <a:cubicBezTo>
                  <a:pt x="54" y="32"/>
                  <a:pt x="55" y="31"/>
                  <a:pt x="55" y="30"/>
                </a:cubicBezTo>
                <a:cubicBezTo>
                  <a:pt x="55" y="29"/>
                  <a:pt x="54" y="28"/>
                  <a:pt x="52" y="2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4" name="Freeform 134"/>
          <p:cNvSpPr/>
          <p:nvPr/>
        </p:nvSpPr>
        <p:spPr>
          <a:xfrm>
            <a:off x="7423200" y="3079800"/>
            <a:ext cx="216000" cy="220680"/>
          </a:xfrm>
          <a:custGeom>
            <a:avLst/>
            <a:gdLst/>
            <a:ahLst/>
            <a:rect l="l" t="t" r="r" b="b"/>
            <a:pathLst>
              <a:path w="63" h="64">
                <a:moveTo>
                  <a:pt x="15" y="5"/>
                </a:moveTo>
                <a:cubicBezTo>
                  <a:pt x="16" y="5"/>
                  <a:pt x="16" y="5"/>
                  <a:pt x="16" y="5"/>
                </a:cubicBezTo>
                <a:cubicBezTo>
                  <a:pt x="15" y="6"/>
                  <a:pt x="1" y="22"/>
                  <a:pt x="14" y="34"/>
                </a:cubicBezTo>
                <a:cubicBezTo>
                  <a:pt x="20" y="41"/>
                  <a:pt x="25" y="35"/>
                  <a:pt x="25" y="35"/>
                </a:cubicBezTo>
                <a:cubicBezTo>
                  <a:pt x="30" y="28"/>
                  <a:pt x="25" y="19"/>
                  <a:pt x="25" y="19"/>
                </a:cubicBezTo>
                <a:cubicBezTo>
                  <a:pt x="24" y="15"/>
                  <a:pt x="19" y="13"/>
                  <a:pt x="19" y="13"/>
                </a:cubicBezTo>
                <a:cubicBezTo>
                  <a:pt x="23" y="9"/>
                  <a:pt x="23" y="9"/>
                  <a:pt x="23" y="9"/>
                </a:cubicBezTo>
                <a:cubicBezTo>
                  <a:pt x="26" y="11"/>
                  <a:pt x="29" y="14"/>
                  <a:pt x="29" y="14"/>
                </a:cubicBezTo>
                <a:cubicBezTo>
                  <a:pt x="29" y="10"/>
                  <a:pt x="26" y="6"/>
                  <a:pt x="26" y="6"/>
                </a:cubicBezTo>
                <a:cubicBezTo>
                  <a:pt x="32" y="0"/>
                  <a:pt x="32" y="0"/>
                  <a:pt x="32" y="0"/>
                </a:cubicBezTo>
                <a:cubicBezTo>
                  <a:pt x="37" y="6"/>
                  <a:pt x="37" y="6"/>
                  <a:pt x="37" y="6"/>
                </a:cubicBezTo>
                <a:cubicBezTo>
                  <a:pt x="35" y="10"/>
                  <a:pt x="35" y="14"/>
                  <a:pt x="35" y="14"/>
                </a:cubicBezTo>
                <a:cubicBezTo>
                  <a:pt x="36" y="11"/>
                  <a:pt x="40" y="9"/>
                  <a:pt x="40" y="9"/>
                </a:cubicBezTo>
                <a:cubicBezTo>
                  <a:pt x="44" y="13"/>
                  <a:pt x="44" y="13"/>
                  <a:pt x="44" y="13"/>
                </a:cubicBezTo>
                <a:cubicBezTo>
                  <a:pt x="40" y="14"/>
                  <a:pt x="38" y="18"/>
                  <a:pt x="38" y="18"/>
                </a:cubicBezTo>
                <a:cubicBezTo>
                  <a:pt x="36" y="22"/>
                  <a:pt x="34" y="30"/>
                  <a:pt x="38" y="35"/>
                </a:cubicBezTo>
                <a:cubicBezTo>
                  <a:pt x="42" y="41"/>
                  <a:pt x="49" y="35"/>
                  <a:pt x="49" y="35"/>
                </a:cubicBezTo>
                <a:cubicBezTo>
                  <a:pt x="63" y="23"/>
                  <a:pt x="48" y="6"/>
                  <a:pt x="48" y="6"/>
                </a:cubicBezTo>
                <a:cubicBezTo>
                  <a:pt x="47" y="5"/>
                  <a:pt x="48" y="5"/>
                  <a:pt x="48" y="5"/>
                </a:cubicBezTo>
                <a:cubicBezTo>
                  <a:pt x="55" y="10"/>
                  <a:pt x="63" y="16"/>
                  <a:pt x="63" y="32"/>
                </a:cubicBezTo>
                <a:cubicBezTo>
                  <a:pt x="63" y="50"/>
                  <a:pt x="50" y="64"/>
                  <a:pt x="32" y="64"/>
                </a:cubicBezTo>
                <a:cubicBezTo>
                  <a:pt x="14" y="64"/>
                  <a:pt x="0" y="49"/>
                  <a:pt x="0" y="31"/>
                </a:cubicBezTo>
                <a:cubicBezTo>
                  <a:pt x="1" y="21"/>
                  <a:pt x="6" y="11"/>
                  <a:pt x="15" y="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5" name="Freeform 135"/>
          <p:cNvSpPr/>
          <p:nvPr/>
        </p:nvSpPr>
        <p:spPr>
          <a:xfrm>
            <a:off x="7916760" y="3097080"/>
            <a:ext cx="189000" cy="185760"/>
          </a:xfrm>
          <a:custGeom>
            <a:avLst/>
            <a:gdLst/>
            <a:ahLst/>
            <a:rect l="l" t="t" r="r" b="b"/>
            <a:pathLst>
              <a:path w="55" h="54">
                <a:moveTo>
                  <a:pt x="23" y="17"/>
                </a:moveTo>
                <a:cubicBezTo>
                  <a:pt x="23" y="29"/>
                  <a:pt x="16" y="40"/>
                  <a:pt x="6" y="44"/>
                </a:cubicBezTo>
                <a:cubicBezTo>
                  <a:pt x="2" y="40"/>
                  <a:pt x="0" y="34"/>
                  <a:pt x="0" y="27"/>
                </a:cubicBezTo>
                <a:cubicBezTo>
                  <a:pt x="0" y="13"/>
                  <a:pt x="10" y="2"/>
                  <a:pt x="23" y="0"/>
                </a:cubicBezTo>
                <a:lnTo>
                  <a:pt x="23" y="17"/>
                </a:lnTo>
                <a:close/>
                <a:moveTo>
                  <a:pt x="27" y="54"/>
                </a:moveTo>
                <a:cubicBezTo>
                  <a:pt x="22" y="54"/>
                  <a:pt x="18" y="53"/>
                  <a:pt x="14" y="51"/>
                </a:cubicBezTo>
                <a:cubicBezTo>
                  <a:pt x="20" y="47"/>
                  <a:pt x="25" y="41"/>
                  <a:pt x="27" y="34"/>
                </a:cubicBezTo>
                <a:cubicBezTo>
                  <a:pt x="29" y="41"/>
                  <a:pt x="34" y="47"/>
                  <a:pt x="40" y="51"/>
                </a:cubicBezTo>
                <a:cubicBezTo>
                  <a:pt x="36" y="53"/>
                  <a:pt x="32" y="54"/>
                  <a:pt x="27" y="54"/>
                </a:cubicBezTo>
                <a:close/>
                <a:moveTo>
                  <a:pt x="48" y="44"/>
                </a:moveTo>
                <a:cubicBezTo>
                  <a:pt x="39" y="40"/>
                  <a:pt x="32" y="29"/>
                  <a:pt x="32" y="17"/>
                </a:cubicBezTo>
                <a:cubicBezTo>
                  <a:pt x="32" y="0"/>
                  <a:pt x="32" y="0"/>
                  <a:pt x="32" y="0"/>
                </a:cubicBezTo>
                <a:cubicBezTo>
                  <a:pt x="45" y="2"/>
                  <a:pt x="55" y="13"/>
                  <a:pt x="55" y="27"/>
                </a:cubicBezTo>
                <a:cubicBezTo>
                  <a:pt x="55" y="34"/>
                  <a:pt x="52" y="40"/>
                  <a:pt x="48" y="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6" name="Freeform 136"/>
          <p:cNvSpPr/>
          <p:nvPr/>
        </p:nvSpPr>
        <p:spPr>
          <a:xfrm>
            <a:off x="8412120" y="3086280"/>
            <a:ext cx="219240" cy="196560"/>
          </a:xfrm>
          <a:custGeom>
            <a:avLst/>
            <a:gdLst/>
            <a:ahLst/>
            <a:rect l="l" t="t" r="r" b="b"/>
            <a:pathLst>
              <a:path w="64" h="57">
                <a:moveTo>
                  <a:pt x="23" y="39"/>
                </a:moveTo>
                <a:cubicBezTo>
                  <a:pt x="23" y="40"/>
                  <a:pt x="22" y="41"/>
                  <a:pt x="21" y="41"/>
                </a:cubicBezTo>
                <a:cubicBezTo>
                  <a:pt x="21" y="41"/>
                  <a:pt x="21" y="41"/>
                  <a:pt x="20" y="41"/>
                </a:cubicBezTo>
                <a:cubicBezTo>
                  <a:pt x="20" y="41"/>
                  <a:pt x="19" y="41"/>
                  <a:pt x="19" y="40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0" y="20"/>
                  <a:pt x="0" y="19"/>
                </a:cubicBezTo>
                <a:cubicBezTo>
                  <a:pt x="19" y="1"/>
                  <a:pt x="19" y="1"/>
                  <a:pt x="19" y="1"/>
                </a:cubicBezTo>
                <a:cubicBezTo>
                  <a:pt x="19" y="0"/>
                  <a:pt x="20" y="0"/>
                  <a:pt x="21" y="0"/>
                </a:cubicBezTo>
                <a:cubicBezTo>
                  <a:pt x="22" y="1"/>
                  <a:pt x="23" y="1"/>
                  <a:pt x="23" y="2"/>
                </a:cubicBezTo>
                <a:cubicBezTo>
                  <a:pt x="23" y="5"/>
                  <a:pt x="23" y="5"/>
                  <a:pt x="23" y="5"/>
                </a:cubicBezTo>
                <a:cubicBezTo>
                  <a:pt x="8" y="19"/>
                  <a:pt x="8" y="19"/>
                  <a:pt x="8" y="19"/>
                </a:cubicBezTo>
                <a:cubicBezTo>
                  <a:pt x="8" y="20"/>
                  <a:pt x="8" y="21"/>
                  <a:pt x="8" y="22"/>
                </a:cubicBezTo>
                <a:cubicBezTo>
                  <a:pt x="23" y="36"/>
                  <a:pt x="23" y="36"/>
                  <a:pt x="23" y="36"/>
                </a:cubicBezTo>
                <a:lnTo>
                  <a:pt x="23" y="39"/>
                </a:lnTo>
                <a:close/>
                <a:moveTo>
                  <a:pt x="58" y="57"/>
                </a:moveTo>
                <a:cubicBezTo>
                  <a:pt x="58" y="57"/>
                  <a:pt x="57" y="57"/>
                  <a:pt x="57" y="57"/>
                </a:cubicBezTo>
                <a:cubicBezTo>
                  <a:pt x="57" y="57"/>
                  <a:pt x="57" y="57"/>
                  <a:pt x="57" y="57"/>
                </a:cubicBezTo>
                <a:cubicBezTo>
                  <a:pt x="56" y="57"/>
                  <a:pt x="56" y="56"/>
                  <a:pt x="56" y="56"/>
                </a:cubicBezTo>
                <a:cubicBezTo>
                  <a:pt x="57" y="46"/>
                  <a:pt x="56" y="40"/>
                  <a:pt x="52" y="36"/>
                </a:cubicBezTo>
                <a:cubicBezTo>
                  <a:pt x="49" y="32"/>
                  <a:pt x="44" y="31"/>
                  <a:pt x="36" y="30"/>
                </a:cubicBezTo>
                <a:cubicBezTo>
                  <a:pt x="36" y="39"/>
                  <a:pt x="36" y="39"/>
                  <a:pt x="36" y="39"/>
                </a:cubicBezTo>
                <a:cubicBezTo>
                  <a:pt x="36" y="40"/>
                  <a:pt x="36" y="41"/>
                  <a:pt x="35" y="41"/>
                </a:cubicBezTo>
                <a:cubicBezTo>
                  <a:pt x="35" y="41"/>
                  <a:pt x="34" y="41"/>
                  <a:pt x="34" y="41"/>
                </a:cubicBezTo>
                <a:cubicBezTo>
                  <a:pt x="33" y="41"/>
                  <a:pt x="33" y="41"/>
                  <a:pt x="32" y="40"/>
                </a:cubicBezTo>
                <a:cubicBezTo>
                  <a:pt x="14" y="22"/>
                  <a:pt x="14" y="22"/>
                  <a:pt x="14" y="22"/>
                </a:cubicBezTo>
                <a:cubicBezTo>
                  <a:pt x="13" y="21"/>
                  <a:pt x="13" y="20"/>
                  <a:pt x="14" y="19"/>
                </a:cubicBezTo>
                <a:cubicBezTo>
                  <a:pt x="32" y="1"/>
                  <a:pt x="32" y="1"/>
                  <a:pt x="32" y="1"/>
                </a:cubicBezTo>
                <a:cubicBezTo>
                  <a:pt x="33" y="0"/>
                  <a:pt x="34" y="0"/>
                  <a:pt x="35" y="0"/>
                </a:cubicBezTo>
                <a:cubicBezTo>
                  <a:pt x="36" y="1"/>
                  <a:pt x="36" y="1"/>
                  <a:pt x="36" y="2"/>
                </a:cubicBezTo>
                <a:cubicBezTo>
                  <a:pt x="36" y="12"/>
                  <a:pt x="36" y="12"/>
                  <a:pt x="36" y="12"/>
                </a:cubicBezTo>
                <a:cubicBezTo>
                  <a:pt x="46" y="12"/>
                  <a:pt x="53" y="15"/>
                  <a:pt x="58" y="20"/>
                </a:cubicBezTo>
                <a:cubicBezTo>
                  <a:pt x="63" y="25"/>
                  <a:pt x="64" y="33"/>
                  <a:pt x="64" y="38"/>
                </a:cubicBezTo>
                <a:cubicBezTo>
                  <a:pt x="64" y="45"/>
                  <a:pt x="58" y="56"/>
                  <a:pt x="58" y="5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7" name="Freeform 137"/>
          <p:cNvSpPr/>
          <p:nvPr/>
        </p:nvSpPr>
        <p:spPr>
          <a:xfrm>
            <a:off x="8869320" y="3094200"/>
            <a:ext cx="198360" cy="203040"/>
          </a:xfrm>
          <a:custGeom>
            <a:avLst/>
            <a:gdLst/>
            <a:ahLst/>
            <a:rect l="l" t="t" r="r" b="b"/>
            <a:pathLst>
              <a:path w="58" h="59">
                <a:moveTo>
                  <a:pt x="46" y="30"/>
                </a:moveTo>
                <a:cubicBezTo>
                  <a:pt x="44" y="32"/>
                  <a:pt x="42" y="34"/>
                  <a:pt x="39" y="36"/>
                </a:cubicBezTo>
                <a:cubicBezTo>
                  <a:pt x="39" y="50"/>
                  <a:pt x="39" y="50"/>
                  <a:pt x="39" y="50"/>
                </a:cubicBezTo>
                <a:cubicBezTo>
                  <a:pt x="39" y="50"/>
                  <a:pt x="39" y="50"/>
                  <a:pt x="38" y="50"/>
                </a:cubicBezTo>
                <a:cubicBezTo>
                  <a:pt x="24" y="58"/>
                  <a:pt x="24" y="58"/>
                  <a:pt x="24" y="58"/>
                </a:cubicBezTo>
                <a:cubicBezTo>
                  <a:pt x="24" y="59"/>
                  <a:pt x="24" y="59"/>
                  <a:pt x="24" y="59"/>
                </a:cubicBezTo>
                <a:cubicBezTo>
                  <a:pt x="24" y="59"/>
                  <a:pt x="23" y="58"/>
                  <a:pt x="23" y="58"/>
                </a:cubicBezTo>
                <a:cubicBezTo>
                  <a:pt x="21" y="56"/>
                  <a:pt x="21" y="56"/>
                  <a:pt x="21" y="56"/>
                </a:cubicBezTo>
                <a:cubicBezTo>
                  <a:pt x="21" y="56"/>
                  <a:pt x="20" y="55"/>
                  <a:pt x="21" y="55"/>
                </a:cubicBezTo>
                <a:cubicBezTo>
                  <a:pt x="24" y="45"/>
                  <a:pt x="24" y="45"/>
                  <a:pt x="24" y="45"/>
                </a:cubicBezTo>
                <a:cubicBezTo>
                  <a:pt x="14" y="35"/>
                  <a:pt x="14" y="35"/>
                  <a:pt x="14" y="35"/>
                </a:cubicBezTo>
                <a:cubicBezTo>
                  <a:pt x="4" y="38"/>
                  <a:pt x="4" y="38"/>
                  <a:pt x="4" y="38"/>
                </a:cubicBezTo>
                <a:cubicBezTo>
                  <a:pt x="4" y="38"/>
                  <a:pt x="3" y="38"/>
                  <a:pt x="3" y="38"/>
                </a:cubicBezTo>
                <a:cubicBezTo>
                  <a:pt x="3" y="38"/>
                  <a:pt x="3" y="38"/>
                  <a:pt x="3" y="38"/>
                </a:cubicBezTo>
                <a:cubicBezTo>
                  <a:pt x="0" y="35"/>
                  <a:pt x="0" y="35"/>
                  <a:pt x="0" y="35"/>
                </a:cubicBezTo>
                <a:cubicBezTo>
                  <a:pt x="0" y="35"/>
                  <a:pt x="0" y="34"/>
                  <a:pt x="0" y="34"/>
                </a:cubicBezTo>
                <a:cubicBezTo>
                  <a:pt x="8" y="20"/>
                  <a:pt x="8" y="20"/>
                  <a:pt x="8" y="20"/>
                </a:cubicBezTo>
                <a:cubicBezTo>
                  <a:pt x="8" y="20"/>
                  <a:pt x="9" y="20"/>
                  <a:pt x="9" y="20"/>
                </a:cubicBezTo>
                <a:cubicBezTo>
                  <a:pt x="23" y="19"/>
                  <a:pt x="23" y="19"/>
                  <a:pt x="23" y="19"/>
                </a:cubicBezTo>
                <a:cubicBezTo>
                  <a:pt x="25" y="17"/>
                  <a:pt x="27" y="14"/>
                  <a:pt x="29" y="12"/>
                </a:cubicBezTo>
                <a:cubicBezTo>
                  <a:pt x="38" y="3"/>
                  <a:pt x="45" y="0"/>
                  <a:pt x="57" y="0"/>
                </a:cubicBezTo>
                <a:cubicBezTo>
                  <a:pt x="58" y="0"/>
                  <a:pt x="58" y="1"/>
                  <a:pt x="58" y="1"/>
                </a:cubicBezTo>
                <a:cubicBezTo>
                  <a:pt x="58" y="13"/>
                  <a:pt x="55" y="21"/>
                  <a:pt x="46" y="30"/>
                </a:cubicBezTo>
                <a:close/>
                <a:moveTo>
                  <a:pt x="47" y="8"/>
                </a:moveTo>
                <a:cubicBezTo>
                  <a:pt x="45" y="8"/>
                  <a:pt x="43" y="10"/>
                  <a:pt x="43" y="12"/>
                </a:cubicBezTo>
                <a:cubicBezTo>
                  <a:pt x="43" y="14"/>
                  <a:pt x="45" y="15"/>
                  <a:pt x="47" y="15"/>
                </a:cubicBezTo>
                <a:cubicBezTo>
                  <a:pt x="49" y="15"/>
                  <a:pt x="50" y="14"/>
                  <a:pt x="50" y="12"/>
                </a:cubicBezTo>
                <a:cubicBezTo>
                  <a:pt x="50" y="10"/>
                  <a:pt x="49" y="8"/>
                  <a:pt x="47" y="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8" name="Freeform 138"/>
          <p:cNvSpPr/>
          <p:nvPr/>
        </p:nvSpPr>
        <p:spPr>
          <a:xfrm>
            <a:off x="76320" y="3554280"/>
            <a:ext cx="220680" cy="171720"/>
          </a:xfrm>
          <a:custGeom>
            <a:avLst/>
            <a:gdLst/>
            <a:ahLst/>
            <a:rect l="l" t="t" r="r" b="b"/>
            <a:pathLst>
              <a:path w="64" h="50">
                <a:moveTo>
                  <a:pt x="50" y="40"/>
                </a:moveTo>
                <a:cubicBezTo>
                  <a:pt x="50" y="46"/>
                  <a:pt x="45" y="50"/>
                  <a:pt x="40" y="50"/>
                </a:cubicBezTo>
                <a:cubicBezTo>
                  <a:pt x="10" y="50"/>
                  <a:pt x="10" y="50"/>
                  <a:pt x="10" y="50"/>
                </a:cubicBezTo>
                <a:cubicBezTo>
                  <a:pt x="4" y="50"/>
                  <a:pt x="0" y="46"/>
                  <a:pt x="0" y="40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1" y="0"/>
                  <a:pt x="43" y="0"/>
                  <a:pt x="44" y="1"/>
                </a:cubicBezTo>
                <a:cubicBezTo>
                  <a:pt x="44" y="1"/>
                  <a:pt x="44" y="1"/>
                  <a:pt x="45" y="2"/>
                </a:cubicBezTo>
                <a:cubicBezTo>
                  <a:pt x="45" y="2"/>
                  <a:pt x="45" y="2"/>
                  <a:pt x="44" y="3"/>
                </a:cubicBezTo>
                <a:cubicBezTo>
                  <a:pt x="42" y="4"/>
                  <a:pt x="42" y="4"/>
                  <a:pt x="42" y="4"/>
                </a:cubicBezTo>
                <a:cubicBezTo>
                  <a:pt x="42" y="5"/>
                  <a:pt x="42" y="5"/>
                  <a:pt x="41" y="5"/>
                </a:cubicBezTo>
                <a:cubicBezTo>
                  <a:pt x="41" y="5"/>
                  <a:pt x="40" y="4"/>
                  <a:pt x="40" y="4"/>
                </a:cubicBezTo>
                <a:cubicBezTo>
                  <a:pt x="10" y="4"/>
                  <a:pt x="10" y="4"/>
                  <a:pt x="10" y="4"/>
                </a:cubicBezTo>
                <a:cubicBezTo>
                  <a:pt x="7" y="4"/>
                  <a:pt x="4" y="7"/>
                  <a:pt x="4" y="10"/>
                </a:cubicBezTo>
                <a:cubicBezTo>
                  <a:pt x="4" y="40"/>
                  <a:pt x="4" y="40"/>
                  <a:pt x="4" y="40"/>
                </a:cubicBezTo>
                <a:cubicBezTo>
                  <a:pt x="4" y="43"/>
                  <a:pt x="7" y="46"/>
                  <a:pt x="10" y="46"/>
                </a:cubicBezTo>
                <a:cubicBezTo>
                  <a:pt x="40" y="46"/>
                  <a:pt x="40" y="46"/>
                  <a:pt x="40" y="46"/>
                </a:cubicBezTo>
                <a:cubicBezTo>
                  <a:pt x="43" y="46"/>
                  <a:pt x="45" y="43"/>
                  <a:pt x="45" y="40"/>
                </a:cubicBezTo>
                <a:cubicBezTo>
                  <a:pt x="45" y="35"/>
                  <a:pt x="45" y="35"/>
                  <a:pt x="45" y="35"/>
                </a:cubicBezTo>
                <a:cubicBezTo>
                  <a:pt x="45" y="35"/>
                  <a:pt x="46" y="35"/>
                  <a:pt x="46" y="35"/>
                </a:cubicBezTo>
                <a:cubicBezTo>
                  <a:pt x="48" y="32"/>
                  <a:pt x="48" y="32"/>
                  <a:pt x="48" y="32"/>
                </a:cubicBezTo>
                <a:cubicBezTo>
                  <a:pt x="48" y="32"/>
                  <a:pt x="49" y="32"/>
                  <a:pt x="49" y="32"/>
                </a:cubicBezTo>
                <a:cubicBezTo>
                  <a:pt x="50" y="32"/>
                  <a:pt x="50" y="33"/>
                  <a:pt x="50" y="33"/>
                </a:cubicBezTo>
                <a:lnTo>
                  <a:pt x="50" y="40"/>
                </a:lnTo>
                <a:close/>
                <a:moveTo>
                  <a:pt x="57" y="17"/>
                </a:moveTo>
                <a:cubicBezTo>
                  <a:pt x="33" y="41"/>
                  <a:pt x="33" y="41"/>
                  <a:pt x="33" y="41"/>
                </a:cubicBezTo>
                <a:cubicBezTo>
                  <a:pt x="23" y="41"/>
                  <a:pt x="23" y="41"/>
                  <a:pt x="23" y="41"/>
                </a:cubicBezTo>
                <a:cubicBezTo>
                  <a:pt x="23" y="31"/>
                  <a:pt x="23" y="31"/>
                  <a:pt x="23" y="31"/>
                </a:cubicBezTo>
                <a:cubicBezTo>
                  <a:pt x="47" y="7"/>
                  <a:pt x="47" y="7"/>
                  <a:pt x="47" y="7"/>
                </a:cubicBezTo>
                <a:lnTo>
                  <a:pt x="57" y="17"/>
                </a:lnTo>
                <a:close/>
                <a:moveTo>
                  <a:pt x="36" y="33"/>
                </a:moveTo>
                <a:cubicBezTo>
                  <a:pt x="30" y="28"/>
                  <a:pt x="30" y="28"/>
                  <a:pt x="30" y="28"/>
                </a:cubicBezTo>
                <a:cubicBezTo>
                  <a:pt x="26" y="32"/>
                  <a:pt x="26" y="32"/>
                  <a:pt x="26" y="32"/>
                </a:cubicBezTo>
                <a:cubicBezTo>
                  <a:pt x="26" y="34"/>
                  <a:pt x="26" y="34"/>
                  <a:pt x="26" y="34"/>
                </a:cubicBezTo>
                <a:cubicBezTo>
                  <a:pt x="29" y="34"/>
                  <a:pt x="29" y="34"/>
                  <a:pt x="29" y="34"/>
                </a:cubicBezTo>
                <a:cubicBezTo>
                  <a:pt x="29" y="38"/>
                  <a:pt x="29" y="38"/>
                  <a:pt x="29" y="38"/>
                </a:cubicBezTo>
                <a:cubicBezTo>
                  <a:pt x="31" y="38"/>
                  <a:pt x="31" y="38"/>
                  <a:pt x="31" y="38"/>
                </a:cubicBezTo>
                <a:lnTo>
                  <a:pt x="36" y="33"/>
                </a:lnTo>
                <a:close/>
                <a:moveTo>
                  <a:pt x="46" y="12"/>
                </a:moveTo>
                <a:cubicBezTo>
                  <a:pt x="34" y="24"/>
                  <a:pt x="34" y="24"/>
                  <a:pt x="34" y="24"/>
                </a:cubicBezTo>
                <a:cubicBezTo>
                  <a:pt x="33" y="25"/>
                  <a:pt x="33" y="25"/>
                  <a:pt x="33" y="26"/>
                </a:cubicBezTo>
                <a:cubicBezTo>
                  <a:pt x="34" y="26"/>
                  <a:pt x="34" y="26"/>
                  <a:pt x="35" y="26"/>
                </a:cubicBezTo>
                <a:cubicBezTo>
                  <a:pt x="47" y="13"/>
                  <a:pt x="47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6" y="12"/>
                  <a:pt x="46" y="12"/>
                </a:cubicBezTo>
                <a:close/>
                <a:moveTo>
                  <a:pt x="59" y="15"/>
                </a:moveTo>
                <a:cubicBezTo>
                  <a:pt x="49" y="4"/>
                  <a:pt x="49" y="4"/>
                  <a:pt x="49" y="4"/>
                </a:cubicBezTo>
                <a:cubicBezTo>
                  <a:pt x="52" y="1"/>
                  <a:pt x="52" y="1"/>
                  <a:pt x="52" y="1"/>
                </a:cubicBezTo>
                <a:cubicBezTo>
                  <a:pt x="53" y="0"/>
                  <a:pt x="56" y="0"/>
                  <a:pt x="57" y="1"/>
                </a:cubicBezTo>
                <a:cubicBezTo>
                  <a:pt x="62" y="7"/>
                  <a:pt x="62" y="7"/>
                  <a:pt x="62" y="7"/>
                </a:cubicBezTo>
                <a:cubicBezTo>
                  <a:pt x="64" y="8"/>
                  <a:pt x="64" y="10"/>
                  <a:pt x="62" y="11"/>
                </a:cubicBezTo>
                <a:lnTo>
                  <a:pt x="59" y="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9" name="Freeform 139"/>
          <p:cNvSpPr/>
          <p:nvPr/>
        </p:nvSpPr>
        <p:spPr>
          <a:xfrm>
            <a:off x="495360" y="3554280"/>
            <a:ext cx="171360" cy="171720"/>
          </a:xfrm>
          <a:custGeom>
            <a:avLst/>
            <a:gdLst/>
            <a:ahLst/>
            <a:rect l="l" t="t" r="r" b="b"/>
            <a:pathLst>
              <a:path w="50" h="50">
                <a:moveTo>
                  <a:pt x="49" y="49"/>
                </a:moveTo>
                <a:cubicBezTo>
                  <a:pt x="49" y="50"/>
                  <a:pt x="48" y="50"/>
                  <a:pt x="48" y="50"/>
                </a:cubicBezTo>
                <a:cubicBezTo>
                  <a:pt x="43" y="50"/>
                  <a:pt x="43" y="50"/>
                  <a:pt x="43" y="50"/>
                </a:cubicBezTo>
                <a:cubicBezTo>
                  <a:pt x="41" y="50"/>
                  <a:pt x="40" y="49"/>
                  <a:pt x="40" y="48"/>
                </a:cubicBezTo>
                <a:cubicBezTo>
                  <a:pt x="39" y="27"/>
                  <a:pt x="23" y="11"/>
                  <a:pt x="2" y="10"/>
                </a:cubicBezTo>
                <a:cubicBezTo>
                  <a:pt x="1" y="9"/>
                  <a:pt x="0" y="8"/>
                  <a:pt x="0" y="7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1"/>
                  <a:pt x="0" y="1"/>
                </a:cubicBezTo>
                <a:cubicBezTo>
                  <a:pt x="1" y="0"/>
                  <a:pt x="1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5" y="1"/>
                  <a:pt x="26" y="6"/>
                  <a:pt x="35" y="15"/>
                </a:cubicBezTo>
                <a:cubicBezTo>
                  <a:pt x="44" y="24"/>
                  <a:pt x="49" y="35"/>
                  <a:pt x="50" y="48"/>
                </a:cubicBezTo>
                <a:cubicBezTo>
                  <a:pt x="50" y="48"/>
                  <a:pt x="50" y="49"/>
                  <a:pt x="49" y="49"/>
                </a:cubicBezTo>
                <a:close/>
                <a:moveTo>
                  <a:pt x="31" y="49"/>
                </a:moveTo>
                <a:cubicBezTo>
                  <a:pt x="31" y="50"/>
                  <a:pt x="30" y="50"/>
                  <a:pt x="29" y="50"/>
                </a:cubicBezTo>
                <a:cubicBezTo>
                  <a:pt x="25" y="50"/>
                  <a:pt x="25" y="50"/>
                  <a:pt x="25" y="50"/>
                </a:cubicBezTo>
                <a:cubicBezTo>
                  <a:pt x="23" y="50"/>
                  <a:pt x="23" y="49"/>
                  <a:pt x="22" y="48"/>
                </a:cubicBezTo>
                <a:cubicBezTo>
                  <a:pt x="21" y="37"/>
                  <a:pt x="13" y="29"/>
                  <a:pt x="2" y="28"/>
                </a:cubicBezTo>
                <a:cubicBezTo>
                  <a:pt x="1" y="27"/>
                  <a:pt x="0" y="26"/>
                  <a:pt x="0" y="25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20"/>
                  <a:pt x="0" y="19"/>
                  <a:pt x="1" y="19"/>
                </a:cubicBezTo>
                <a:cubicBezTo>
                  <a:pt x="1" y="18"/>
                  <a:pt x="1" y="18"/>
                  <a:pt x="2" y="18"/>
                </a:cubicBezTo>
                <a:cubicBezTo>
                  <a:pt x="2" y="18"/>
                  <a:pt x="2" y="18"/>
                  <a:pt x="2" y="18"/>
                </a:cubicBezTo>
                <a:cubicBezTo>
                  <a:pt x="10" y="19"/>
                  <a:pt x="17" y="22"/>
                  <a:pt x="22" y="28"/>
                </a:cubicBezTo>
                <a:cubicBezTo>
                  <a:pt x="28" y="33"/>
                  <a:pt x="31" y="40"/>
                  <a:pt x="32" y="48"/>
                </a:cubicBezTo>
                <a:cubicBezTo>
                  <a:pt x="32" y="48"/>
                  <a:pt x="32" y="49"/>
                  <a:pt x="31" y="49"/>
                </a:cubicBezTo>
                <a:close/>
                <a:moveTo>
                  <a:pt x="7" y="50"/>
                </a:moveTo>
                <a:cubicBezTo>
                  <a:pt x="3" y="50"/>
                  <a:pt x="0" y="47"/>
                  <a:pt x="0" y="43"/>
                </a:cubicBezTo>
                <a:cubicBezTo>
                  <a:pt x="0" y="40"/>
                  <a:pt x="3" y="36"/>
                  <a:pt x="7" y="36"/>
                </a:cubicBezTo>
                <a:cubicBezTo>
                  <a:pt x="10" y="36"/>
                  <a:pt x="13" y="40"/>
                  <a:pt x="13" y="43"/>
                </a:cubicBezTo>
                <a:cubicBezTo>
                  <a:pt x="13" y="47"/>
                  <a:pt x="10" y="50"/>
                  <a:pt x="7" y="5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20" name="Freeform 140"/>
          <p:cNvSpPr/>
          <p:nvPr/>
        </p:nvSpPr>
        <p:spPr>
          <a:xfrm>
            <a:off x="988920" y="3554280"/>
            <a:ext cx="111240" cy="171720"/>
          </a:xfrm>
          <a:custGeom>
            <a:avLst/>
            <a:gdLst/>
            <a:ahLst/>
            <a:rect l="l" t="t" r="r" b="b"/>
            <a:pathLst>
              <a:path w="32" h="50">
                <a:moveTo>
                  <a:pt x="32" y="16"/>
                </a:moveTo>
                <a:cubicBezTo>
                  <a:pt x="32" y="16"/>
                  <a:pt x="31" y="17"/>
                  <a:pt x="31" y="17"/>
                </a:cubicBezTo>
                <a:cubicBezTo>
                  <a:pt x="25" y="17"/>
                  <a:pt x="25" y="17"/>
                  <a:pt x="25" y="17"/>
                </a:cubicBezTo>
                <a:cubicBezTo>
                  <a:pt x="24" y="24"/>
                  <a:pt x="18" y="28"/>
                  <a:pt x="10" y="29"/>
                </a:cubicBezTo>
                <a:cubicBezTo>
                  <a:pt x="16" y="35"/>
                  <a:pt x="21" y="42"/>
                  <a:pt x="27" y="48"/>
                </a:cubicBezTo>
                <a:cubicBezTo>
                  <a:pt x="27" y="49"/>
                  <a:pt x="27" y="49"/>
                  <a:pt x="27" y="50"/>
                </a:cubicBezTo>
                <a:cubicBezTo>
                  <a:pt x="27" y="50"/>
                  <a:pt x="26" y="50"/>
                  <a:pt x="26" y="50"/>
                </a:cubicBezTo>
                <a:cubicBezTo>
                  <a:pt x="19" y="50"/>
                  <a:pt x="19" y="50"/>
                  <a:pt x="19" y="50"/>
                </a:cubicBezTo>
                <a:cubicBezTo>
                  <a:pt x="18" y="50"/>
                  <a:pt x="18" y="50"/>
                  <a:pt x="18" y="50"/>
                </a:cubicBezTo>
                <a:cubicBezTo>
                  <a:pt x="12" y="43"/>
                  <a:pt x="7" y="37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3"/>
                  <a:pt x="0" y="23"/>
                  <a:pt x="1" y="23"/>
                </a:cubicBezTo>
                <a:cubicBezTo>
                  <a:pt x="5" y="23"/>
                  <a:pt x="5" y="23"/>
                  <a:pt x="5" y="23"/>
                </a:cubicBezTo>
                <a:cubicBezTo>
                  <a:pt x="11" y="23"/>
                  <a:pt x="15" y="21"/>
                  <a:pt x="16" y="17"/>
                </a:cubicBezTo>
                <a:cubicBezTo>
                  <a:pt x="1" y="17"/>
                  <a:pt x="1" y="17"/>
                  <a:pt x="1" y="17"/>
                </a:cubicBezTo>
                <a:cubicBezTo>
                  <a:pt x="0" y="17"/>
                  <a:pt x="0" y="16"/>
                  <a:pt x="0" y="16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11"/>
                  <a:pt x="0" y="11"/>
                  <a:pt x="1" y="11"/>
                </a:cubicBezTo>
                <a:cubicBezTo>
                  <a:pt x="16" y="11"/>
                  <a:pt x="16" y="11"/>
                  <a:pt x="16" y="11"/>
                </a:cubicBezTo>
                <a:cubicBezTo>
                  <a:pt x="14" y="8"/>
                  <a:pt x="11" y="7"/>
                  <a:pt x="6" y="7"/>
                </a:cubicBezTo>
                <a:cubicBezTo>
                  <a:pt x="1" y="7"/>
                  <a:pt x="1" y="7"/>
                  <a:pt x="1" y="7"/>
                </a:cubicBezTo>
                <a:cubicBezTo>
                  <a:pt x="0" y="7"/>
                  <a:pt x="0" y="6"/>
                  <a:pt x="0" y="6"/>
                </a:cubicBezTo>
                <a:cubicBezTo>
                  <a:pt x="0" y="1"/>
                  <a:pt x="0" y="1"/>
                  <a:pt x="0" y="1"/>
                </a:cubicBezTo>
                <a:cubicBezTo>
                  <a:pt x="0" y="0"/>
                  <a:pt x="0" y="0"/>
                  <a:pt x="1" y="0"/>
                </a:cubicBezTo>
                <a:cubicBezTo>
                  <a:pt x="31" y="0"/>
                  <a:pt x="31" y="0"/>
                  <a:pt x="31" y="0"/>
                </a:cubicBezTo>
                <a:cubicBezTo>
                  <a:pt x="31" y="0"/>
                  <a:pt x="32" y="0"/>
                  <a:pt x="32" y="1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1" y="6"/>
                  <a:pt x="31" y="6"/>
                </a:cubicBezTo>
                <a:cubicBezTo>
                  <a:pt x="22" y="6"/>
                  <a:pt x="22" y="6"/>
                  <a:pt x="22" y="6"/>
                </a:cubicBezTo>
                <a:cubicBezTo>
                  <a:pt x="23" y="7"/>
                  <a:pt x="24" y="9"/>
                  <a:pt x="25" y="11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1"/>
                  <a:pt x="32" y="11"/>
                  <a:pt x="32" y="12"/>
                </a:cubicBezTo>
                <a:lnTo>
                  <a:pt x="32" y="1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21" name="Freeform 141"/>
          <p:cNvSpPr/>
          <p:nvPr/>
        </p:nvSpPr>
        <p:spPr>
          <a:xfrm>
            <a:off x="1484280" y="3554280"/>
            <a:ext cx="203400" cy="201600"/>
          </a:xfrm>
          <a:custGeom>
            <a:avLst/>
            <a:gdLst/>
            <a:ahLst/>
            <a:rect l="l" t="t" r="r" b="b"/>
            <a:pathLst>
              <a:path w="59" h="59">
                <a:moveTo>
                  <a:pt x="55" y="59"/>
                </a:moveTo>
                <a:cubicBezTo>
                  <a:pt x="53" y="59"/>
                  <a:pt x="52" y="59"/>
                  <a:pt x="51" y="58"/>
                </a:cubicBezTo>
                <a:cubicBezTo>
                  <a:pt x="39" y="46"/>
                  <a:pt x="39" y="46"/>
                  <a:pt x="39" y="46"/>
                </a:cubicBezTo>
                <a:cubicBezTo>
                  <a:pt x="35" y="49"/>
                  <a:pt x="30" y="50"/>
                  <a:pt x="25" y="50"/>
                </a:cubicBezTo>
                <a:cubicBezTo>
                  <a:pt x="11" y="50"/>
                  <a:pt x="0" y="39"/>
                  <a:pt x="0" y="25"/>
                </a:cubicBezTo>
                <a:cubicBezTo>
                  <a:pt x="0" y="11"/>
                  <a:pt x="11" y="0"/>
                  <a:pt x="25" y="0"/>
                </a:cubicBezTo>
                <a:cubicBezTo>
                  <a:pt x="39" y="0"/>
                  <a:pt x="50" y="11"/>
                  <a:pt x="50" y="25"/>
                </a:cubicBezTo>
                <a:cubicBezTo>
                  <a:pt x="50" y="30"/>
                  <a:pt x="48" y="35"/>
                  <a:pt x="46" y="39"/>
                </a:cubicBezTo>
                <a:cubicBezTo>
                  <a:pt x="58" y="52"/>
                  <a:pt x="58" y="52"/>
                  <a:pt x="58" y="52"/>
                </a:cubicBezTo>
                <a:cubicBezTo>
                  <a:pt x="59" y="52"/>
                  <a:pt x="59" y="54"/>
                  <a:pt x="59" y="55"/>
                </a:cubicBezTo>
                <a:cubicBezTo>
                  <a:pt x="59" y="57"/>
                  <a:pt x="57" y="59"/>
                  <a:pt x="55" y="59"/>
                </a:cubicBezTo>
                <a:close/>
                <a:moveTo>
                  <a:pt x="25" y="9"/>
                </a:moveTo>
                <a:cubicBezTo>
                  <a:pt x="16" y="9"/>
                  <a:pt x="9" y="16"/>
                  <a:pt x="9" y="25"/>
                </a:cubicBezTo>
                <a:cubicBezTo>
                  <a:pt x="9" y="34"/>
                  <a:pt x="16" y="41"/>
                  <a:pt x="25" y="41"/>
                </a:cubicBezTo>
                <a:cubicBezTo>
                  <a:pt x="34" y="41"/>
                  <a:pt x="41" y="34"/>
                  <a:pt x="41" y="25"/>
                </a:cubicBezTo>
                <a:cubicBezTo>
                  <a:pt x="41" y="16"/>
                  <a:pt x="34" y="9"/>
                  <a:pt x="25" y="9"/>
                </a:cubicBezTo>
                <a:close/>
                <a:moveTo>
                  <a:pt x="36" y="26"/>
                </a:moveTo>
                <a:cubicBezTo>
                  <a:pt x="36" y="27"/>
                  <a:pt x="36" y="27"/>
                  <a:pt x="35" y="27"/>
                </a:cubicBezTo>
                <a:cubicBezTo>
                  <a:pt x="15" y="27"/>
                  <a:pt x="15" y="27"/>
                  <a:pt x="15" y="27"/>
                </a:cubicBezTo>
                <a:cubicBezTo>
                  <a:pt x="14" y="27"/>
                  <a:pt x="13" y="27"/>
                  <a:pt x="13" y="26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3"/>
                  <a:pt x="14" y="23"/>
                  <a:pt x="15" y="23"/>
                </a:cubicBezTo>
                <a:cubicBezTo>
                  <a:pt x="35" y="23"/>
                  <a:pt x="35" y="23"/>
                  <a:pt x="35" y="23"/>
                </a:cubicBezTo>
                <a:cubicBezTo>
                  <a:pt x="36" y="23"/>
                  <a:pt x="36" y="23"/>
                  <a:pt x="36" y="24"/>
                </a:cubicBezTo>
                <a:lnTo>
                  <a:pt x="36" y="2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22" name="Freeform 142"/>
          <p:cNvSpPr/>
          <p:nvPr/>
        </p:nvSpPr>
        <p:spPr>
          <a:xfrm>
            <a:off x="1979640" y="3546360"/>
            <a:ext cx="218880" cy="196920"/>
          </a:xfrm>
          <a:custGeom>
            <a:avLst/>
            <a:gdLst/>
            <a:ahLst/>
            <a:rect l="l" t="t" r="r" b="b"/>
            <a:pathLst>
              <a:path w="64" h="57">
                <a:moveTo>
                  <a:pt x="63" y="22"/>
                </a:moveTo>
                <a:cubicBezTo>
                  <a:pt x="45" y="40"/>
                  <a:pt x="45" y="40"/>
                  <a:pt x="45" y="40"/>
                </a:cubicBezTo>
                <a:cubicBezTo>
                  <a:pt x="44" y="41"/>
                  <a:pt x="44" y="41"/>
                  <a:pt x="43" y="41"/>
                </a:cubicBezTo>
                <a:cubicBezTo>
                  <a:pt x="42" y="41"/>
                  <a:pt x="41" y="40"/>
                  <a:pt x="41" y="38"/>
                </a:cubicBezTo>
                <a:cubicBezTo>
                  <a:pt x="41" y="29"/>
                  <a:pt x="41" y="29"/>
                  <a:pt x="41" y="29"/>
                </a:cubicBezTo>
                <a:cubicBezTo>
                  <a:pt x="33" y="29"/>
                  <a:pt x="33" y="29"/>
                  <a:pt x="33" y="29"/>
                </a:cubicBezTo>
                <a:cubicBezTo>
                  <a:pt x="18" y="29"/>
                  <a:pt x="7" y="32"/>
                  <a:pt x="7" y="49"/>
                </a:cubicBezTo>
                <a:cubicBezTo>
                  <a:pt x="7" y="51"/>
                  <a:pt x="7" y="52"/>
                  <a:pt x="8" y="54"/>
                </a:cubicBezTo>
                <a:cubicBezTo>
                  <a:pt x="8" y="54"/>
                  <a:pt x="8" y="55"/>
                  <a:pt x="8" y="56"/>
                </a:cubicBezTo>
                <a:cubicBezTo>
                  <a:pt x="8" y="56"/>
                  <a:pt x="7" y="57"/>
                  <a:pt x="7" y="57"/>
                </a:cubicBezTo>
                <a:cubicBezTo>
                  <a:pt x="6" y="57"/>
                  <a:pt x="6" y="57"/>
                  <a:pt x="6" y="56"/>
                </a:cubicBezTo>
                <a:cubicBezTo>
                  <a:pt x="5" y="55"/>
                  <a:pt x="5" y="54"/>
                  <a:pt x="4" y="53"/>
                </a:cubicBezTo>
                <a:cubicBezTo>
                  <a:pt x="2" y="49"/>
                  <a:pt x="0" y="42"/>
                  <a:pt x="0" y="37"/>
                </a:cubicBezTo>
                <a:cubicBezTo>
                  <a:pt x="0" y="33"/>
                  <a:pt x="0" y="29"/>
                  <a:pt x="2" y="25"/>
                </a:cubicBezTo>
                <a:cubicBezTo>
                  <a:pt x="7" y="13"/>
                  <a:pt x="21" y="11"/>
                  <a:pt x="33" y="11"/>
                </a:cubicBezTo>
                <a:cubicBezTo>
                  <a:pt x="41" y="11"/>
                  <a:pt x="41" y="11"/>
                  <a:pt x="41" y="11"/>
                </a:cubicBezTo>
                <a:cubicBezTo>
                  <a:pt x="41" y="2"/>
                  <a:pt x="41" y="2"/>
                  <a:pt x="41" y="2"/>
                </a:cubicBezTo>
                <a:cubicBezTo>
                  <a:pt x="41" y="1"/>
                  <a:pt x="42" y="0"/>
                  <a:pt x="43" y="0"/>
                </a:cubicBezTo>
                <a:cubicBezTo>
                  <a:pt x="44" y="0"/>
                  <a:pt x="44" y="0"/>
                  <a:pt x="45" y="0"/>
                </a:cubicBezTo>
                <a:cubicBezTo>
                  <a:pt x="63" y="19"/>
                  <a:pt x="63" y="19"/>
                  <a:pt x="63" y="19"/>
                </a:cubicBezTo>
                <a:cubicBezTo>
                  <a:pt x="63" y="19"/>
                  <a:pt x="64" y="20"/>
                  <a:pt x="64" y="20"/>
                </a:cubicBezTo>
                <a:cubicBezTo>
                  <a:pt x="64" y="21"/>
                  <a:pt x="63" y="21"/>
                  <a:pt x="63" y="2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23" name="Freeform 143"/>
          <p:cNvSpPr/>
          <p:nvPr/>
        </p:nvSpPr>
        <p:spPr>
          <a:xfrm>
            <a:off x="2475000" y="3537000"/>
            <a:ext cx="201600" cy="189000"/>
          </a:xfrm>
          <a:custGeom>
            <a:avLst/>
            <a:gdLst/>
            <a:ahLst/>
            <a:rect l="l" t="t" r="r" b="b"/>
            <a:pathLst>
              <a:path w="59" h="55">
                <a:moveTo>
                  <a:pt x="50" y="45"/>
                </a:moveTo>
                <a:cubicBezTo>
                  <a:pt x="50" y="51"/>
                  <a:pt x="45" y="55"/>
                  <a:pt x="40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1"/>
                  <a:pt x="0" y="45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0"/>
                  <a:pt x="4" y="5"/>
                  <a:pt x="10" y="5"/>
                </a:cubicBezTo>
                <a:cubicBezTo>
                  <a:pt x="19" y="5"/>
                  <a:pt x="19" y="5"/>
                  <a:pt x="19" y="5"/>
                </a:cubicBezTo>
                <a:cubicBezTo>
                  <a:pt x="20" y="5"/>
                  <a:pt x="20" y="5"/>
                  <a:pt x="20" y="6"/>
                </a:cubicBezTo>
                <a:cubicBezTo>
                  <a:pt x="20" y="7"/>
                  <a:pt x="20" y="7"/>
                  <a:pt x="19" y="7"/>
                </a:cubicBezTo>
                <a:cubicBezTo>
                  <a:pt x="18" y="8"/>
                  <a:pt x="16" y="9"/>
                  <a:pt x="15" y="9"/>
                </a:cubicBezTo>
                <a:cubicBezTo>
                  <a:pt x="14" y="9"/>
                  <a:pt x="14" y="9"/>
                  <a:pt x="14" y="9"/>
                </a:cubicBezTo>
                <a:cubicBezTo>
                  <a:pt x="10" y="9"/>
                  <a:pt x="10" y="9"/>
                  <a:pt x="10" y="9"/>
                </a:cubicBezTo>
                <a:cubicBezTo>
                  <a:pt x="7" y="9"/>
                  <a:pt x="4" y="12"/>
                  <a:pt x="4" y="15"/>
                </a:cubicBezTo>
                <a:cubicBezTo>
                  <a:pt x="4" y="45"/>
                  <a:pt x="4" y="45"/>
                  <a:pt x="4" y="45"/>
                </a:cubicBezTo>
                <a:cubicBezTo>
                  <a:pt x="4" y="48"/>
                  <a:pt x="7" y="51"/>
                  <a:pt x="10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3" y="51"/>
                  <a:pt x="45" y="48"/>
                  <a:pt x="45" y="45"/>
                </a:cubicBezTo>
                <a:cubicBezTo>
                  <a:pt x="45" y="37"/>
                  <a:pt x="45" y="37"/>
                  <a:pt x="45" y="37"/>
                </a:cubicBezTo>
                <a:cubicBezTo>
                  <a:pt x="45" y="37"/>
                  <a:pt x="46" y="36"/>
                  <a:pt x="46" y="36"/>
                </a:cubicBezTo>
                <a:cubicBezTo>
                  <a:pt x="47" y="36"/>
                  <a:pt x="47" y="35"/>
                  <a:pt x="48" y="35"/>
                </a:cubicBezTo>
                <a:cubicBezTo>
                  <a:pt x="48" y="35"/>
                  <a:pt x="49" y="34"/>
                  <a:pt x="49" y="35"/>
                </a:cubicBezTo>
                <a:cubicBezTo>
                  <a:pt x="50" y="35"/>
                  <a:pt x="50" y="35"/>
                  <a:pt x="50" y="36"/>
                </a:cubicBezTo>
                <a:lnTo>
                  <a:pt x="50" y="45"/>
                </a:lnTo>
                <a:close/>
                <a:moveTo>
                  <a:pt x="45" y="32"/>
                </a:moveTo>
                <a:cubicBezTo>
                  <a:pt x="44" y="32"/>
                  <a:pt x="44" y="32"/>
                  <a:pt x="43" y="32"/>
                </a:cubicBezTo>
                <a:cubicBezTo>
                  <a:pt x="43" y="32"/>
                  <a:pt x="43" y="32"/>
                  <a:pt x="42" y="32"/>
                </a:cubicBezTo>
                <a:cubicBezTo>
                  <a:pt x="41" y="32"/>
                  <a:pt x="41" y="31"/>
                  <a:pt x="41" y="30"/>
                </a:cubicBezTo>
                <a:cubicBezTo>
                  <a:pt x="41" y="23"/>
                  <a:pt x="41" y="23"/>
                  <a:pt x="41" y="23"/>
                </a:cubicBezTo>
                <a:cubicBezTo>
                  <a:pt x="35" y="23"/>
                  <a:pt x="35" y="23"/>
                  <a:pt x="35" y="23"/>
                </a:cubicBezTo>
                <a:cubicBezTo>
                  <a:pt x="27" y="23"/>
                  <a:pt x="22" y="25"/>
                  <a:pt x="20" y="28"/>
                </a:cubicBezTo>
                <a:cubicBezTo>
                  <a:pt x="17" y="31"/>
                  <a:pt x="16" y="37"/>
                  <a:pt x="17" y="45"/>
                </a:cubicBezTo>
                <a:cubicBezTo>
                  <a:pt x="17" y="45"/>
                  <a:pt x="17" y="46"/>
                  <a:pt x="16" y="46"/>
                </a:cubicBezTo>
                <a:cubicBezTo>
                  <a:pt x="16" y="46"/>
                  <a:pt x="16" y="46"/>
                  <a:pt x="16" y="46"/>
                </a:cubicBezTo>
                <a:cubicBezTo>
                  <a:pt x="15" y="46"/>
                  <a:pt x="15" y="46"/>
                  <a:pt x="15" y="46"/>
                </a:cubicBezTo>
                <a:cubicBezTo>
                  <a:pt x="15" y="45"/>
                  <a:pt x="9" y="37"/>
                  <a:pt x="9" y="30"/>
                </a:cubicBezTo>
                <a:cubicBezTo>
                  <a:pt x="9" y="20"/>
                  <a:pt x="12" y="9"/>
                  <a:pt x="35" y="9"/>
                </a:cubicBezTo>
                <a:cubicBezTo>
                  <a:pt x="41" y="9"/>
                  <a:pt x="41" y="9"/>
                  <a:pt x="41" y="9"/>
                </a:cubicBezTo>
                <a:cubicBezTo>
                  <a:pt x="41" y="3"/>
                  <a:pt x="41" y="3"/>
                  <a:pt x="41" y="3"/>
                </a:cubicBezTo>
                <a:cubicBezTo>
                  <a:pt x="41" y="2"/>
                  <a:pt x="41" y="1"/>
                  <a:pt x="42" y="1"/>
                </a:cubicBezTo>
                <a:cubicBezTo>
                  <a:pt x="43" y="0"/>
                  <a:pt x="43" y="0"/>
                  <a:pt x="43" y="0"/>
                </a:cubicBezTo>
                <a:cubicBezTo>
                  <a:pt x="44" y="0"/>
                  <a:pt x="44" y="1"/>
                  <a:pt x="45" y="1"/>
                </a:cubicBezTo>
                <a:cubicBezTo>
                  <a:pt x="58" y="15"/>
                  <a:pt x="58" y="15"/>
                  <a:pt x="58" y="15"/>
                </a:cubicBezTo>
                <a:cubicBezTo>
                  <a:pt x="59" y="16"/>
                  <a:pt x="59" y="17"/>
                  <a:pt x="58" y="18"/>
                </a:cubicBezTo>
                <a:lnTo>
                  <a:pt x="45" y="3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24" name="Freeform 144"/>
          <p:cNvSpPr/>
          <p:nvPr/>
        </p:nvSpPr>
        <p:spPr>
          <a:xfrm>
            <a:off x="2968560" y="3567240"/>
            <a:ext cx="203400" cy="176040"/>
          </a:xfrm>
          <a:custGeom>
            <a:avLst/>
            <a:gdLst/>
            <a:ahLst/>
            <a:rect l="l" t="t" r="r" b="b"/>
            <a:pathLst>
              <a:path w="59" h="51">
                <a:moveTo>
                  <a:pt x="59" y="26"/>
                </a:moveTo>
                <a:cubicBezTo>
                  <a:pt x="59" y="27"/>
                  <a:pt x="58" y="28"/>
                  <a:pt x="57" y="28"/>
                </a:cubicBezTo>
                <a:cubicBezTo>
                  <a:pt x="20" y="32"/>
                  <a:pt x="20" y="32"/>
                  <a:pt x="20" y="32"/>
                </a:cubicBezTo>
                <a:cubicBezTo>
                  <a:pt x="20" y="33"/>
                  <a:pt x="20" y="34"/>
                  <a:pt x="20" y="35"/>
                </a:cubicBezTo>
                <a:cubicBezTo>
                  <a:pt x="20" y="36"/>
                  <a:pt x="20" y="36"/>
                  <a:pt x="19" y="37"/>
                </a:cubicBezTo>
                <a:cubicBezTo>
                  <a:pt x="52" y="37"/>
                  <a:pt x="52" y="37"/>
                  <a:pt x="52" y="37"/>
                </a:cubicBezTo>
                <a:cubicBezTo>
                  <a:pt x="54" y="37"/>
                  <a:pt x="55" y="38"/>
                  <a:pt x="55" y="39"/>
                </a:cubicBezTo>
                <a:cubicBezTo>
                  <a:pt x="55" y="41"/>
                  <a:pt x="54" y="42"/>
                  <a:pt x="52" y="42"/>
                </a:cubicBezTo>
                <a:cubicBezTo>
                  <a:pt x="16" y="42"/>
                  <a:pt x="16" y="42"/>
                  <a:pt x="16" y="42"/>
                </a:cubicBezTo>
                <a:cubicBezTo>
                  <a:pt x="15" y="42"/>
                  <a:pt x="13" y="41"/>
                  <a:pt x="13" y="39"/>
                </a:cubicBezTo>
                <a:cubicBezTo>
                  <a:pt x="13" y="38"/>
                  <a:pt x="15" y="35"/>
                  <a:pt x="16" y="34"/>
                </a:cubicBezTo>
                <a:cubicBezTo>
                  <a:pt x="9" y="5"/>
                  <a:pt x="9" y="5"/>
                  <a:pt x="9" y="5"/>
                </a:cubicBezTo>
                <a:cubicBezTo>
                  <a:pt x="2" y="5"/>
                  <a:pt x="2" y="5"/>
                  <a:pt x="2" y="5"/>
                </a:cubicBezTo>
                <a:cubicBezTo>
                  <a:pt x="1" y="5"/>
                  <a:pt x="0" y="4"/>
                  <a:pt x="0" y="3"/>
                </a:cubicBezTo>
                <a:cubicBezTo>
                  <a:pt x="0" y="2"/>
                  <a:pt x="1" y="0"/>
                  <a:pt x="2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4" y="0"/>
                  <a:pt x="14" y="3"/>
                  <a:pt x="14" y="5"/>
                </a:cubicBezTo>
                <a:cubicBezTo>
                  <a:pt x="57" y="5"/>
                  <a:pt x="57" y="5"/>
                  <a:pt x="57" y="5"/>
                </a:cubicBezTo>
                <a:cubicBezTo>
                  <a:pt x="58" y="5"/>
                  <a:pt x="59" y="6"/>
                  <a:pt x="59" y="7"/>
                </a:cubicBezTo>
                <a:lnTo>
                  <a:pt x="59" y="26"/>
                </a:lnTo>
                <a:close/>
                <a:moveTo>
                  <a:pt x="18" y="51"/>
                </a:moveTo>
                <a:cubicBezTo>
                  <a:pt x="16" y="51"/>
                  <a:pt x="13" y="49"/>
                  <a:pt x="13" y="46"/>
                </a:cubicBezTo>
                <a:cubicBezTo>
                  <a:pt x="13" y="44"/>
                  <a:pt x="16" y="42"/>
                  <a:pt x="18" y="42"/>
                </a:cubicBezTo>
                <a:cubicBezTo>
                  <a:pt x="21" y="42"/>
                  <a:pt x="23" y="44"/>
                  <a:pt x="23" y="46"/>
                </a:cubicBezTo>
                <a:cubicBezTo>
                  <a:pt x="23" y="49"/>
                  <a:pt x="21" y="51"/>
                  <a:pt x="18" y="51"/>
                </a:cubicBezTo>
                <a:close/>
                <a:moveTo>
                  <a:pt x="50" y="51"/>
                </a:moveTo>
                <a:cubicBezTo>
                  <a:pt x="47" y="51"/>
                  <a:pt x="45" y="49"/>
                  <a:pt x="45" y="46"/>
                </a:cubicBezTo>
                <a:cubicBezTo>
                  <a:pt x="45" y="44"/>
                  <a:pt x="47" y="42"/>
                  <a:pt x="50" y="42"/>
                </a:cubicBezTo>
                <a:cubicBezTo>
                  <a:pt x="53" y="42"/>
                  <a:pt x="55" y="44"/>
                  <a:pt x="55" y="46"/>
                </a:cubicBezTo>
                <a:cubicBezTo>
                  <a:pt x="55" y="49"/>
                  <a:pt x="53" y="51"/>
                  <a:pt x="50" y="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25" name="Freeform 145"/>
          <p:cNvSpPr/>
          <p:nvPr/>
        </p:nvSpPr>
        <p:spPr>
          <a:xfrm>
            <a:off x="3463920" y="3554280"/>
            <a:ext cx="219240" cy="189000"/>
          </a:xfrm>
          <a:custGeom>
            <a:avLst/>
            <a:gdLst/>
            <a:ahLst/>
            <a:rect l="l" t="t" r="r" b="b"/>
            <a:pathLst>
              <a:path w="64" h="55">
                <a:moveTo>
                  <a:pt x="64" y="51"/>
                </a:moveTo>
                <a:cubicBezTo>
                  <a:pt x="64" y="53"/>
                  <a:pt x="62" y="55"/>
                  <a:pt x="60" y="55"/>
                </a:cubicBezTo>
                <a:cubicBezTo>
                  <a:pt x="49" y="55"/>
                  <a:pt x="49" y="55"/>
                  <a:pt x="49" y="55"/>
                </a:cubicBezTo>
                <a:cubicBezTo>
                  <a:pt x="47" y="55"/>
                  <a:pt x="45" y="53"/>
                  <a:pt x="45" y="51"/>
                </a:cubicBezTo>
                <a:cubicBezTo>
                  <a:pt x="45" y="40"/>
                  <a:pt x="45" y="40"/>
                  <a:pt x="45" y="40"/>
                </a:cubicBezTo>
                <a:cubicBezTo>
                  <a:pt x="45" y="38"/>
                  <a:pt x="47" y="36"/>
                  <a:pt x="49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0"/>
                  <a:pt x="52" y="30"/>
                  <a:pt x="52" y="30"/>
                </a:cubicBezTo>
                <a:cubicBezTo>
                  <a:pt x="34" y="30"/>
                  <a:pt x="34" y="30"/>
                  <a:pt x="34" y="30"/>
                </a:cubicBezTo>
                <a:cubicBezTo>
                  <a:pt x="34" y="36"/>
                  <a:pt x="34" y="36"/>
                  <a:pt x="34" y="36"/>
                </a:cubicBezTo>
                <a:cubicBezTo>
                  <a:pt x="37" y="36"/>
                  <a:pt x="37" y="36"/>
                  <a:pt x="37" y="36"/>
                </a:cubicBezTo>
                <a:cubicBezTo>
                  <a:pt x="39" y="36"/>
                  <a:pt x="41" y="38"/>
                  <a:pt x="41" y="40"/>
                </a:cubicBezTo>
                <a:cubicBezTo>
                  <a:pt x="41" y="51"/>
                  <a:pt x="41" y="51"/>
                  <a:pt x="41" y="51"/>
                </a:cubicBezTo>
                <a:cubicBezTo>
                  <a:pt x="41" y="53"/>
                  <a:pt x="39" y="55"/>
                  <a:pt x="37" y="55"/>
                </a:cubicBezTo>
                <a:cubicBezTo>
                  <a:pt x="26" y="55"/>
                  <a:pt x="26" y="55"/>
                  <a:pt x="26" y="55"/>
                </a:cubicBezTo>
                <a:cubicBezTo>
                  <a:pt x="24" y="55"/>
                  <a:pt x="23" y="53"/>
                  <a:pt x="23" y="51"/>
                </a:cubicBezTo>
                <a:cubicBezTo>
                  <a:pt x="23" y="40"/>
                  <a:pt x="23" y="40"/>
                  <a:pt x="23" y="40"/>
                </a:cubicBezTo>
                <a:cubicBezTo>
                  <a:pt x="23" y="38"/>
                  <a:pt x="24" y="36"/>
                  <a:pt x="26" y="36"/>
                </a:cubicBezTo>
                <a:cubicBezTo>
                  <a:pt x="29" y="36"/>
                  <a:pt x="29" y="36"/>
                  <a:pt x="29" y="36"/>
                </a:cubicBezTo>
                <a:cubicBezTo>
                  <a:pt x="29" y="30"/>
                  <a:pt x="29" y="30"/>
                  <a:pt x="29" y="30"/>
                </a:cubicBezTo>
                <a:cubicBezTo>
                  <a:pt x="11" y="30"/>
                  <a:pt x="11" y="30"/>
                  <a:pt x="11" y="30"/>
                </a:cubicBezTo>
                <a:cubicBezTo>
                  <a:pt x="11" y="36"/>
                  <a:pt x="11" y="36"/>
                  <a:pt x="11" y="36"/>
                </a:cubicBezTo>
                <a:cubicBezTo>
                  <a:pt x="15" y="36"/>
                  <a:pt x="15" y="36"/>
                  <a:pt x="15" y="36"/>
                </a:cubicBezTo>
                <a:cubicBezTo>
                  <a:pt x="17" y="36"/>
                  <a:pt x="18" y="38"/>
                  <a:pt x="18" y="40"/>
                </a:cubicBezTo>
                <a:cubicBezTo>
                  <a:pt x="18" y="51"/>
                  <a:pt x="18" y="51"/>
                  <a:pt x="18" y="51"/>
                </a:cubicBezTo>
                <a:cubicBezTo>
                  <a:pt x="18" y="53"/>
                  <a:pt x="17" y="55"/>
                  <a:pt x="15" y="55"/>
                </a:cubicBezTo>
                <a:cubicBezTo>
                  <a:pt x="3" y="55"/>
                  <a:pt x="3" y="55"/>
                  <a:pt x="3" y="55"/>
                </a:cubicBezTo>
                <a:cubicBezTo>
                  <a:pt x="1" y="55"/>
                  <a:pt x="0" y="53"/>
                  <a:pt x="0" y="51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38"/>
                  <a:pt x="1" y="36"/>
                  <a:pt x="3" y="36"/>
                </a:cubicBezTo>
                <a:cubicBezTo>
                  <a:pt x="7" y="36"/>
                  <a:pt x="7" y="36"/>
                  <a:pt x="7" y="36"/>
                </a:cubicBezTo>
                <a:cubicBezTo>
                  <a:pt x="7" y="30"/>
                  <a:pt x="7" y="30"/>
                  <a:pt x="7" y="30"/>
                </a:cubicBezTo>
                <a:cubicBezTo>
                  <a:pt x="7" y="27"/>
                  <a:pt x="9" y="25"/>
                  <a:pt x="11" y="25"/>
                </a:cubicBezTo>
                <a:cubicBezTo>
                  <a:pt x="29" y="25"/>
                  <a:pt x="29" y="25"/>
                  <a:pt x="29" y="25"/>
                </a:cubicBezTo>
                <a:cubicBezTo>
                  <a:pt x="29" y="18"/>
                  <a:pt x="29" y="18"/>
                  <a:pt x="29" y="18"/>
                </a:cubicBezTo>
                <a:cubicBezTo>
                  <a:pt x="26" y="18"/>
                  <a:pt x="26" y="18"/>
                  <a:pt x="26" y="18"/>
                </a:cubicBezTo>
                <a:cubicBezTo>
                  <a:pt x="24" y="18"/>
                  <a:pt x="23" y="17"/>
                  <a:pt x="23" y="15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1"/>
                  <a:pt x="24" y="0"/>
                  <a:pt x="26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9" y="0"/>
                  <a:pt x="41" y="1"/>
                  <a:pt x="41" y="3"/>
                </a:cubicBezTo>
                <a:cubicBezTo>
                  <a:pt x="41" y="15"/>
                  <a:pt x="41" y="15"/>
                  <a:pt x="41" y="15"/>
                </a:cubicBezTo>
                <a:cubicBezTo>
                  <a:pt x="41" y="17"/>
                  <a:pt x="39" y="18"/>
                  <a:pt x="37" y="18"/>
                </a:cubicBezTo>
                <a:cubicBezTo>
                  <a:pt x="34" y="18"/>
                  <a:pt x="34" y="18"/>
                  <a:pt x="34" y="18"/>
                </a:cubicBezTo>
                <a:cubicBezTo>
                  <a:pt x="34" y="25"/>
                  <a:pt x="34" y="25"/>
                  <a:pt x="34" y="25"/>
                </a:cubicBezTo>
                <a:cubicBezTo>
                  <a:pt x="52" y="25"/>
                  <a:pt x="52" y="25"/>
                  <a:pt x="52" y="25"/>
                </a:cubicBezTo>
                <a:cubicBezTo>
                  <a:pt x="55" y="25"/>
                  <a:pt x="57" y="27"/>
                  <a:pt x="57" y="30"/>
                </a:cubicBezTo>
                <a:cubicBezTo>
                  <a:pt x="57" y="36"/>
                  <a:pt x="57" y="36"/>
                  <a:pt x="57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2" y="36"/>
                  <a:pt x="64" y="38"/>
                  <a:pt x="64" y="40"/>
                </a:cubicBezTo>
                <a:lnTo>
                  <a:pt x="64" y="5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26" name="Freeform 146"/>
          <p:cNvSpPr/>
          <p:nvPr/>
        </p:nvSpPr>
        <p:spPr>
          <a:xfrm>
            <a:off x="3959280" y="3537000"/>
            <a:ext cx="218880" cy="239760"/>
          </a:xfrm>
          <a:custGeom>
            <a:avLst/>
            <a:gdLst/>
            <a:ahLst/>
            <a:rect l="l" t="t" r="r" b="b"/>
            <a:pathLst>
              <a:path w="64" h="70">
                <a:moveTo>
                  <a:pt x="49" y="42"/>
                </a:moveTo>
                <a:cubicBezTo>
                  <a:pt x="56" y="66"/>
                  <a:pt x="32" y="70"/>
                  <a:pt x="33" y="58"/>
                </a:cubicBezTo>
                <a:cubicBezTo>
                  <a:pt x="33" y="58"/>
                  <a:pt x="33" y="51"/>
                  <a:pt x="33" y="46"/>
                </a:cubicBezTo>
                <a:cubicBezTo>
                  <a:pt x="32" y="46"/>
                  <a:pt x="32" y="46"/>
                  <a:pt x="31" y="45"/>
                </a:cubicBezTo>
                <a:cubicBezTo>
                  <a:pt x="31" y="51"/>
                  <a:pt x="31" y="58"/>
                  <a:pt x="31" y="58"/>
                </a:cubicBezTo>
                <a:cubicBezTo>
                  <a:pt x="31" y="70"/>
                  <a:pt x="7" y="66"/>
                  <a:pt x="14" y="42"/>
                </a:cubicBezTo>
                <a:cubicBezTo>
                  <a:pt x="7" y="39"/>
                  <a:pt x="3" y="36"/>
                  <a:pt x="1" y="33"/>
                </a:cubicBezTo>
                <a:cubicBezTo>
                  <a:pt x="0" y="31"/>
                  <a:pt x="1" y="29"/>
                  <a:pt x="3" y="31"/>
                </a:cubicBezTo>
                <a:cubicBezTo>
                  <a:pt x="3" y="31"/>
                  <a:pt x="3" y="31"/>
                  <a:pt x="4" y="31"/>
                </a:cubicBezTo>
                <a:cubicBezTo>
                  <a:pt x="4" y="7"/>
                  <a:pt x="4" y="7"/>
                  <a:pt x="4" y="7"/>
                </a:cubicBezTo>
                <a:cubicBezTo>
                  <a:pt x="4" y="3"/>
                  <a:pt x="6" y="0"/>
                  <a:pt x="9" y="0"/>
                </a:cubicBezTo>
                <a:cubicBezTo>
                  <a:pt x="54" y="0"/>
                  <a:pt x="54" y="0"/>
                  <a:pt x="54" y="0"/>
                </a:cubicBezTo>
                <a:cubicBezTo>
                  <a:pt x="57" y="0"/>
                  <a:pt x="60" y="3"/>
                  <a:pt x="60" y="7"/>
                </a:cubicBezTo>
                <a:cubicBezTo>
                  <a:pt x="60" y="31"/>
                  <a:pt x="60" y="31"/>
                  <a:pt x="60" y="31"/>
                </a:cubicBezTo>
                <a:cubicBezTo>
                  <a:pt x="60" y="31"/>
                  <a:pt x="60" y="31"/>
                  <a:pt x="61" y="31"/>
                </a:cubicBezTo>
                <a:cubicBezTo>
                  <a:pt x="63" y="29"/>
                  <a:pt x="64" y="31"/>
                  <a:pt x="63" y="33"/>
                </a:cubicBezTo>
                <a:cubicBezTo>
                  <a:pt x="60" y="36"/>
                  <a:pt x="56" y="39"/>
                  <a:pt x="49" y="42"/>
                </a:cubicBezTo>
                <a:close/>
                <a:moveTo>
                  <a:pt x="57" y="9"/>
                </a:moveTo>
                <a:cubicBezTo>
                  <a:pt x="57" y="5"/>
                  <a:pt x="56" y="4"/>
                  <a:pt x="52" y="4"/>
                </a:cubicBezTo>
                <a:cubicBezTo>
                  <a:pt x="12" y="4"/>
                  <a:pt x="12" y="4"/>
                  <a:pt x="12" y="4"/>
                </a:cubicBezTo>
                <a:cubicBezTo>
                  <a:pt x="8" y="4"/>
                  <a:pt x="7" y="5"/>
                  <a:pt x="7" y="9"/>
                </a:cubicBezTo>
                <a:cubicBezTo>
                  <a:pt x="7" y="33"/>
                  <a:pt x="7" y="33"/>
                  <a:pt x="7" y="33"/>
                </a:cubicBezTo>
                <a:cubicBezTo>
                  <a:pt x="15" y="38"/>
                  <a:pt x="23" y="37"/>
                  <a:pt x="27" y="37"/>
                </a:cubicBezTo>
                <a:cubicBezTo>
                  <a:pt x="28" y="37"/>
                  <a:pt x="29" y="37"/>
                  <a:pt x="30" y="38"/>
                </a:cubicBezTo>
                <a:cubicBezTo>
                  <a:pt x="30" y="38"/>
                  <a:pt x="30" y="38"/>
                  <a:pt x="30" y="38"/>
                </a:cubicBezTo>
                <a:cubicBezTo>
                  <a:pt x="31" y="39"/>
                  <a:pt x="32" y="39"/>
                  <a:pt x="33" y="40"/>
                </a:cubicBezTo>
                <a:cubicBezTo>
                  <a:pt x="33" y="38"/>
                  <a:pt x="34" y="37"/>
                  <a:pt x="37" y="37"/>
                </a:cubicBezTo>
                <a:cubicBezTo>
                  <a:pt x="41" y="37"/>
                  <a:pt x="48" y="38"/>
                  <a:pt x="57" y="33"/>
                </a:cubicBezTo>
                <a:lnTo>
                  <a:pt x="57" y="9"/>
                </a:lnTo>
                <a:close/>
                <a:moveTo>
                  <a:pt x="23" y="34"/>
                </a:moveTo>
                <a:cubicBezTo>
                  <a:pt x="19" y="34"/>
                  <a:pt x="16" y="31"/>
                  <a:pt x="16" y="27"/>
                </a:cubicBezTo>
                <a:cubicBezTo>
                  <a:pt x="16" y="23"/>
                  <a:pt x="19" y="20"/>
                  <a:pt x="23" y="20"/>
                </a:cubicBezTo>
                <a:cubicBezTo>
                  <a:pt x="27" y="20"/>
                  <a:pt x="31" y="23"/>
                  <a:pt x="31" y="27"/>
                </a:cubicBezTo>
                <a:cubicBezTo>
                  <a:pt x="31" y="31"/>
                  <a:pt x="27" y="34"/>
                  <a:pt x="23" y="34"/>
                </a:cubicBezTo>
                <a:close/>
                <a:moveTo>
                  <a:pt x="41" y="34"/>
                </a:moveTo>
                <a:cubicBezTo>
                  <a:pt x="37" y="34"/>
                  <a:pt x="33" y="31"/>
                  <a:pt x="33" y="27"/>
                </a:cubicBezTo>
                <a:cubicBezTo>
                  <a:pt x="33" y="23"/>
                  <a:pt x="37" y="20"/>
                  <a:pt x="41" y="20"/>
                </a:cubicBezTo>
                <a:cubicBezTo>
                  <a:pt x="45" y="20"/>
                  <a:pt x="49" y="23"/>
                  <a:pt x="49" y="27"/>
                </a:cubicBezTo>
                <a:cubicBezTo>
                  <a:pt x="49" y="31"/>
                  <a:pt x="45" y="34"/>
                  <a:pt x="41" y="3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27" name="Freeform 147"/>
          <p:cNvSpPr/>
          <p:nvPr/>
        </p:nvSpPr>
        <p:spPr>
          <a:xfrm>
            <a:off x="4457880" y="3537000"/>
            <a:ext cx="198360" cy="218880"/>
          </a:xfrm>
          <a:custGeom>
            <a:avLst/>
            <a:gdLst/>
            <a:ahLst/>
            <a:rect l="l" t="t" r="r" b="b"/>
            <a:pathLst>
              <a:path w="58" h="64">
                <a:moveTo>
                  <a:pt x="25" y="53"/>
                </a:moveTo>
                <a:cubicBezTo>
                  <a:pt x="13" y="64"/>
                  <a:pt x="13" y="64"/>
                  <a:pt x="13" y="64"/>
                </a:cubicBezTo>
                <a:cubicBezTo>
                  <a:pt x="13" y="64"/>
                  <a:pt x="13" y="64"/>
                  <a:pt x="12" y="64"/>
                </a:cubicBezTo>
                <a:cubicBezTo>
                  <a:pt x="12" y="64"/>
                  <a:pt x="12" y="64"/>
                  <a:pt x="12" y="64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2"/>
                  <a:pt x="0" y="52"/>
                  <a:pt x="0" y="51"/>
                </a:cubicBezTo>
                <a:cubicBezTo>
                  <a:pt x="0" y="51"/>
                  <a:pt x="1" y="51"/>
                  <a:pt x="1" y="51"/>
                </a:cubicBezTo>
                <a:cubicBezTo>
                  <a:pt x="8" y="51"/>
                  <a:pt x="8" y="51"/>
                  <a:pt x="8" y="51"/>
                </a:cubicBezTo>
                <a:cubicBezTo>
                  <a:pt x="8" y="1"/>
                  <a:pt x="8" y="1"/>
                  <a:pt x="8" y="1"/>
                </a:cubicBezTo>
                <a:cubicBezTo>
                  <a:pt x="8" y="1"/>
                  <a:pt x="8" y="0"/>
                  <a:pt x="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7" y="0"/>
                  <a:pt x="17" y="1"/>
                  <a:pt x="17" y="1"/>
                </a:cubicBezTo>
                <a:cubicBezTo>
                  <a:pt x="17" y="51"/>
                  <a:pt x="17" y="51"/>
                  <a:pt x="17" y="51"/>
                </a:cubicBezTo>
                <a:cubicBezTo>
                  <a:pt x="24" y="51"/>
                  <a:pt x="24" y="51"/>
                  <a:pt x="24" y="51"/>
                </a:cubicBezTo>
                <a:cubicBezTo>
                  <a:pt x="25" y="51"/>
                  <a:pt x="25" y="51"/>
                  <a:pt x="25" y="52"/>
                </a:cubicBezTo>
                <a:cubicBezTo>
                  <a:pt x="25" y="52"/>
                  <a:pt x="25" y="52"/>
                  <a:pt x="25" y="53"/>
                </a:cubicBezTo>
                <a:close/>
                <a:moveTo>
                  <a:pt x="58" y="28"/>
                </a:moveTo>
                <a:cubicBezTo>
                  <a:pt x="48" y="28"/>
                  <a:pt x="48" y="28"/>
                  <a:pt x="48" y="28"/>
                </a:cubicBezTo>
                <a:cubicBezTo>
                  <a:pt x="48" y="24"/>
                  <a:pt x="48" y="24"/>
                  <a:pt x="48" y="24"/>
                </a:cubicBezTo>
                <a:cubicBezTo>
                  <a:pt x="50" y="24"/>
                  <a:pt x="50" y="24"/>
                  <a:pt x="50" y="24"/>
                </a:cubicBezTo>
                <a:cubicBezTo>
                  <a:pt x="49" y="19"/>
                  <a:pt x="49" y="19"/>
                  <a:pt x="49" y="19"/>
                </a:cubicBezTo>
                <a:cubicBezTo>
                  <a:pt x="40" y="19"/>
                  <a:pt x="40" y="19"/>
                  <a:pt x="40" y="19"/>
                </a:cubicBezTo>
                <a:cubicBezTo>
                  <a:pt x="38" y="24"/>
                  <a:pt x="38" y="24"/>
                  <a:pt x="38" y="24"/>
                </a:cubicBezTo>
                <a:cubicBezTo>
                  <a:pt x="41" y="24"/>
                  <a:pt x="41" y="24"/>
                  <a:pt x="41" y="24"/>
                </a:cubicBezTo>
                <a:cubicBezTo>
                  <a:pt x="41" y="28"/>
                  <a:pt x="41" y="28"/>
                  <a:pt x="41" y="28"/>
                </a:cubicBezTo>
                <a:cubicBezTo>
                  <a:pt x="31" y="28"/>
                  <a:pt x="31" y="28"/>
                  <a:pt x="31" y="28"/>
                </a:cubicBezTo>
                <a:cubicBezTo>
                  <a:pt x="31" y="24"/>
                  <a:pt x="31" y="24"/>
                  <a:pt x="31" y="24"/>
                </a:cubicBezTo>
                <a:cubicBezTo>
                  <a:pt x="33" y="24"/>
                  <a:pt x="33" y="24"/>
                  <a:pt x="33" y="24"/>
                </a:cubicBezTo>
                <a:cubicBezTo>
                  <a:pt x="42" y="0"/>
                  <a:pt x="42" y="0"/>
                  <a:pt x="42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56" y="24"/>
                  <a:pt x="56" y="24"/>
                  <a:pt x="56" y="24"/>
                </a:cubicBezTo>
                <a:cubicBezTo>
                  <a:pt x="58" y="24"/>
                  <a:pt x="58" y="24"/>
                  <a:pt x="58" y="24"/>
                </a:cubicBezTo>
                <a:lnTo>
                  <a:pt x="58" y="28"/>
                </a:lnTo>
                <a:close/>
                <a:moveTo>
                  <a:pt x="55" y="64"/>
                </a:moveTo>
                <a:cubicBezTo>
                  <a:pt x="34" y="64"/>
                  <a:pt x="34" y="64"/>
                  <a:pt x="34" y="64"/>
                </a:cubicBezTo>
                <a:cubicBezTo>
                  <a:pt x="34" y="61"/>
                  <a:pt x="34" y="61"/>
                  <a:pt x="34" y="61"/>
                </a:cubicBezTo>
                <a:cubicBezTo>
                  <a:pt x="47" y="42"/>
                  <a:pt x="47" y="42"/>
                  <a:pt x="47" y="42"/>
                </a:cubicBezTo>
                <a:cubicBezTo>
                  <a:pt x="47" y="42"/>
                  <a:pt x="48" y="41"/>
                  <a:pt x="48" y="41"/>
                </a:cubicBezTo>
                <a:cubicBezTo>
                  <a:pt x="48" y="41"/>
                  <a:pt x="48" y="41"/>
                  <a:pt x="48" y="41"/>
                </a:cubicBezTo>
                <a:cubicBezTo>
                  <a:pt x="48" y="41"/>
                  <a:pt x="48" y="41"/>
                  <a:pt x="48" y="41"/>
                </a:cubicBezTo>
                <a:cubicBezTo>
                  <a:pt x="48" y="41"/>
                  <a:pt x="48" y="41"/>
                  <a:pt x="48" y="41"/>
                </a:cubicBezTo>
                <a:cubicBezTo>
                  <a:pt x="48" y="41"/>
                  <a:pt x="47" y="41"/>
                  <a:pt x="47" y="41"/>
                </a:cubicBezTo>
                <a:cubicBezTo>
                  <a:pt x="38" y="41"/>
                  <a:pt x="38" y="41"/>
                  <a:pt x="38" y="41"/>
                </a:cubicBezTo>
                <a:cubicBezTo>
                  <a:pt x="38" y="45"/>
                  <a:pt x="38" y="45"/>
                  <a:pt x="38" y="45"/>
                </a:cubicBezTo>
                <a:cubicBezTo>
                  <a:pt x="34" y="45"/>
                  <a:pt x="34" y="45"/>
                  <a:pt x="34" y="45"/>
                </a:cubicBezTo>
                <a:cubicBezTo>
                  <a:pt x="34" y="37"/>
                  <a:pt x="34" y="37"/>
                  <a:pt x="34" y="37"/>
                </a:cubicBezTo>
                <a:cubicBezTo>
                  <a:pt x="54" y="37"/>
                  <a:pt x="54" y="37"/>
                  <a:pt x="54" y="37"/>
                </a:cubicBezTo>
                <a:cubicBezTo>
                  <a:pt x="54" y="40"/>
                  <a:pt x="54" y="40"/>
                  <a:pt x="54" y="40"/>
                </a:cubicBezTo>
                <a:cubicBezTo>
                  <a:pt x="41" y="59"/>
                  <a:pt x="41" y="59"/>
                  <a:pt x="41" y="59"/>
                </a:cubicBezTo>
                <a:cubicBezTo>
                  <a:pt x="41" y="59"/>
                  <a:pt x="41" y="60"/>
                  <a:pt x="41" y="60"/>
                </a:cubicBezTo>
                <a:cubicBezTo>
                  <a:pt x="40" y="60"/>
                  <a:pt x="40" y="60"/>
                  <a:pt x="40" y="60"/>
                </a:cubicBezTo>
                <a:cubicBezTo>
                  <a:pt x="40" y="60"/>
                  <a:pt x="40" y="60"/>
                  <a:pt x="40" y="60"/>
                </a:cubicBezTo>
                <a:cubicBezTo>
                  <a:pt x="41" y="60"/>
                  <a:pt x="41" y="60"/>
                  <a:pt x="41" y="60"/>
                </a:cubicBezTo>
                <a:cubicBezTo>
                  <a:pt x="41" y="60"/>
                  <a:pt x="41" y="60"/>
                  <a:pt x="42" y="60"/>
                </a:cubicBezTo>
                <a:cubicBezTo>
                  <a:pt x="51" y="60"/>
                  <a:pt x="51" y="60"/>
                  <a:pt x="51" y="60"/>
                </a:cubicBezTo>
                <a:cubicBezTo>
                  <a:pt x="51" y="56"/>
                  <a:pt x="51" y="56"/>
                  <a:pt x="51" y="56"/>
                </a:cubicBezTo>
                <a:cubicBezTo>
                  <a:pt x="55" y="56"/>
                  <a:pt x="55" y="56"/>
                  <a:pt x="55" y="56"/>
                </a:cubicBezTo>
                <a:lnTo>
                  <a:pt x="55" y="64"/>
                </a:lnTo>
                <a:close/>
                <a:moveTo>
                  <a:pt x="48" y="15"/>
                </a:moveTo>
                <a:cubicBezTo>
                  <a:pt x="45" y="7"/>
                  <a:pt x="45" y="7"/>
                  <a:pt x="45" y="7"/>
                </a:cubicBezTo>
                <a:cubicBezTo>
                  <a:pt x="45" y="5"/>
                  <a:pt x="45" y="5"/>
                  <a:pt x="45" y="5"/>
                </a:cubicBezTo>
                <a:cubicBezTo>
                  <a:pt x="45" y="5"/>
                  <a:pt x="45" y="5"/>
                  <a:pt x="45" y="5"/>
                </a:cubicBezTo>
                <a:cubicBezTo>
                  <a:pt x="44" y="5"/>
                  <a:pt x="44" y="5"/>
                  <a:pt x="44" y="5"/>
                </a:cubicBezTo>
                <a:cubicBezTo>
                  <a:pt x="44" y="5"/>
                  <a:pt x="44" y="5"/>
                  <a:pt x="44" y="5"/>
                </a:cubicBezTo>
                <a:cubicBezTo>
                  <a:pt x="44" y="6"/>
                  <a:pt x="44" y="6"/>
                  <a:pt x="44" y="7"/>
                </a:cubicBezTo>
                <a:cubicBezTo>
                  <a:pt x="41" y="15"/>
                  <a:pt x="41" y="15"/>
                  <a:pt x="41" y="15"/>
                </a:cubicBezTo>
                <a:lnTo>
                  <a:pt x="48" y="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28" name="Freeform 148"/>
          <p:cNvSpPr/>
          <p:nvPr/>
        </p:nvSpPr>
        <p:spPr>
          <a:xfrm>
            <a:off x="4948200" y="3560760"/>
            <a:ext cx="123840" cy="71280"/>
          </a:xfrm>
          <a:custGeom>
            <a:avLst/>
            <a:gdLst/>
            <a:ahLst/>
            <a:rect l="l" t="t" r="r" b="b"/>
            <a:pathLst>
              <a:path w="36" h="21">
                <a:moveTo>
                  <a:pt x="34" y="21"/>
                </a:moveTo>
                <a:cubicBezTo>
                  <a:pt x="2" y="21"/>
                  <a:pt x="2" y="21"/>
                  <a:pt x="2" y="21"/>
                </a:cubicBezTo>
                <a:cubicBezTo>
                  <a:pt x="1" y="21"/>
                  <a:pt x="0" y="20"/>
                  <a:pt x="0" y="18"/>
                </a:cubicBezTo>
                <a:cubicBezTo>
                  <a:pt x="0" y="18"/>
                  <a:pt x="0" y="17"/>
                  <a:pt x="0" y="17"/>
                </a:cubicBezTo>
                <a:cubicBezTo>
                  <a:pt x="16" y="1"/>
                  <a:pt x="16" y="1"/>
                  <a:pt x="16" y="1"/>
                </a:cubicBezTo>
                <a:cubicBezTo>
                  <a:pt x="17" y="0"/>
                  <a:pt x="17" y="0"/>
                  <a:pt x="18" y="0"/>
                </a:cubicBezTo>
                <a:cubicBezTo>
                  <a:pt x="19" y="0"/>
                  <a:pt x="19" y="0"/>
                  <a:pt x="20" y="1"/>
                </a:cubicBezTo>
                <a:cubicBezTo>
                  <a:pt x="36" y="17"/>
                  <a:pt x="36" y="17"/>
                  <a:pt x="36" y="17"/>
                </a:cubicBezTo>
                <a:cubicBezTo>
                  <a:pt x="36" y="17"/>
                  <a:pt x="36" y="18"/>
                  <a:pt x="36" y="18"/>
                </a:cubicBezTo>
                <a:cubicBezTo>
                  <a:pt x="36" y="20"/>
                  <a:pt x="35" y="21"/>
                  <a:pt x="34" y="2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480" bIns="244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29" name="Freeform 149"/>
          <p:cNvSpPr/>
          <p:nvPr/>
        </p:nvSpPr>
        <p:spPr>
          <a:xfrm>
            <a:off x="5446800" y="3537000"/>
            <a:ext cx="177840" cy="218880"/>
          </a:xfrm>
          <a:custGeom>
            <a:avLst/>
            <a:gdLst/>
            <a:ahLst/>
            <a:rect l="l" t="t" r="r" b="b"/>
            <a:pathLst>
              <a:path w="52" h="64">
                <a:moveTo>
                  <a:pt x="25" y="53"/>
                </a:moveTo>
                <a:cubicBezTo>
                  <a:pt x="13" y="64"/>
                  <a:pt x="13" y="64"/>
                  <a:pt x="13" y="64"/>
                </a:cubicBezTo>
                <a:cubicBezTo>
                  <a:pt x="13" y="64"/>
                  <a:pt x="13" y="64"/>
                  <a:pt x="12" y="64"/>
                </a:cubicBezTo>
                <a:cubicBezTo>
                  <a:pt x="12" y="64"/>
                  <a:pt x="12" y="64"/>
                  <a:pt x="12" y="64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2"/>
                  <a:pt x="0" y="52"/>
                  <a:pt x="0" y="51"/>
                </a:cubicBezTo>
                <a:cubicBezTo>
                  <a:pt x="0" y="51"/>
                  <a:pt x="1" y="51"/>
                  <a:pt x="1" y="51"/>
                </a:cubicBezTo>
                <a:cubicBezTo>
                  <a:pt x="8" y="51"/>
                  <a:pt x="8" y="51"/>
                  <a:pt x="8" y="51"/>
                </a:cubicBezTo>
                <a:cubicBezTo>
                  <a:pt x="8" y="1"/>
                  <a:pt x="8" y="1"/>
                  <a:pt x="8" y="1"/>
                </a:cubicBezTo>
                <a:cubicBezTo>
                  <a:pt x="8" y="1"/>
                  <a:pt x="8" y="0"/>
                  <a:pt x="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7" y="0"/>
                  <a:pt x="17" y="1"/>
                  <a:pt x="17" y="1"/>
                </a:cubicBezTo>
                <a:cubicBezTo>
                  <a:pt x="17" y="51"/>
                  <a:pt x="17" y="51"/>
                  <a:pt x="17" y="51"/>
                </a:cubicBezTo>
                <a:cubicBezTo>
                  <a:pt x="24" y="51"/>
                  <a:pt x="24" y="51"/>
                  <a:pt x="24" y="51"/>
                </a:cubicBezTo>
                <a:cubicBezTo>
                  <a:pt x="25" y="51"/>
                  <a:pt x="25" y="51"/>
                  <a:pt x="25" y="52"/>
                </a:cubicBezTo>
                <a:cubicBezTo>
                  <a:pt x="25" y="52"/>
                  <a:pt x="25" y="52"/>
                  <a:pt x="25" y="53"/>
                </a:cubicBezTo>
                <a:close/>
                <a:moveTo>
                  <a:pt x="39" y="28"/>
                </a:moveTo>
                <a:cubicBezTo>
                  <a:pt x="38" y="28"/>
                  <a:pt x="36" y="28"/>
                  <a:pt x="36" y="27"/>
                </a:cubicBezTo>
                <a:cubicBezTo>
                  <a:pt x="35" y="27"/>
                  <a:pt x="34" y="27"/>
                  <a:pt x="34" y="27"/>
                </a:cubicBezTo>
                <a:cubicBezTo>
                  <a:pt x="35" y="23"/>
                  <a:pt x="35" y="23"/>
                  <a:pt x="35" y="23"/>
                </a:cubicBezTo>
                <a:cubicBezTo>
                  <a:pt x="36" y="23"/>
                  <a:pt x="36" y="23"/>
                  <a:pt x="37" y="23"/>
                </a:cubicBezTo>
                <a:cubicBezTo>
                  <a:pt x="37" y="23"/>
                  <a:pt x="38" y="23"/>
                  <a:pt x="39" y="23"/>
                </a:cubicBezTo>
                <a:cubicBezTo>
                  <a:pt x="43" y="23"/>
                  <a:pt x="46" y="20"/>
                  <a:pt x="46" y="16"/>
                </a:cubicBezTo>
                <a:cubicBezTo>
                  <a:pt x="46" y="16"/>
                  <a:pt x="46" y="16"/>
                  <a:pt x="46" y="16"/>
                </a:cubicBezTo>
                <a:cubicBezTo>
                  <a:pt x="45" y="17"/>
                  <a:pt x="43" y="18"/>
                  <a:pt x="41" y="18"/>
                </a:cubicBezTo>
                <a:cubicBezTo>
                  <a:pt x="36" y="18"/>
                  <a:pt x="33" y="14"/>
                  <a:pt x="33" y="9"/>
                </a:cubicBezTo>
                <a:cubicBezTo>
                  <a:pt x="33" y="4"/>
                  <a:pt x="36" y="0"/>
                  <a:pt x="42" y="0"/>
                </a:cubicBezTo>
                <a:cubicBezTo>
                  <a:pt x="47" y="0"/>
                  <a:pt x="52" y="5"/>
                  <a:pt x="52" y="13"/>
                </a:cubicBezTo>
                <a:cubicBezTo>
                  <a:pt x="52" y="20"/>
                  <a:pt x="48" y="28"/>
                  <a:pt x="39" y="28"/>
                </a:cubicBezTo>
                <a:close/>
                <a:moveTo>
                  <a:pt x="51" y="64"/>
                </a:moveTo>
                <a:cubicBezTo>
                  <a:pt x="34" y="64"/>
                  <a:pt x="34" y="64"/>
                  <a:pt x="34" y="64"/>
                </a:cubicBezTo>
                <a:cubicBezTo>
                  <a:pt x="34" y="60"/>
                  <a:pt x="34" y="60"/>
                  <a:pt x="34" y="60"/>
                </a:cubicBezTo>
                <a:cubicBezTo>
                  <a:pt x="40" y="60"/>
                  <a:pt x="40" y="60"/>
                  <a:pt x="40" y="60"/>
                </a:cubicBezTo>
                <a:cubicBezTo>
                  <a:pt x="40" y="45"/>
                  <a:pt x="40" y="45"/>
                  <a:pt x="40" y="45"/>
                </a:cubicBezTo>
                <a:cubicBezTo>
                  <a:pt x="40" y="44"/>
                  <a:pt x="40" y="44"/>
                  <a:pt x="40" y="44"/>
                </a:cubicBezTo>
                <a:cubicBezTo>
                  <a:pt x="40" y="43"/>
                  <a:pt x="40" y="43"/>
                  <a:pt x="40" y="43"/>
                </a:cubicBezTo>
                <a:cubicBezTo>
                  <a:pt x="40" y="43"/>
                  <a:pt x="40" y="43"/>
                  <a:pt x="40" y="43"/>
                </a:cubicBezTo>
                <a:cubicBezTo>
                  <a:pt x="40" y="43"/>
                  <a:pt x="40" y="43"/>
                  <a:pt x="40" y="43"/>
                </a:cubicBezTo>
                <a:cubicBezTo>
                  <a:pt x="39" y="44"/>
                  <a:pt x="39" y="44"/>
                  <a:pt x="39" y="45"/>
                </a:cubicBezTo>
                <a:cubicBezTo>
                  <a:pt x="37" y="47"/>
                  <a:pt x="37" y="47"/>
                  <a:pt x="37" y="47"/>
                </a:cubicBezTo>
                <a:cubicBezTo>
                  <a:pt x="34" y="44"/>
                  <a:pt x="34" y="44"/>
                  <a:pt x="34" y="44"/>
                </a:cubicBezTo>
                <a:cubicBezTo>
                  <a:pt x="40" y="37"/>
                  <a:pt x="40" y="37"/>
                  <a:pt x="40" y="37"/>
                </a:cubicBezTo>
                <a:cubicBezTo>
                  <a:pt x="45" y="37"/>
                  <a:pt x="45" y="37"/>
                  <a:pt x="45" y="37"/>
                </a:cubicBezTo>
                <a:cubicBezTo>
                  <a:pt x="45" y="60"/>
                  <a:pt x="45" y="60"/>
                  <a:pt x="45" y="60"/>
                </a:cubicBezTo>
                <a:cubicBezTo>
                  <a:pt x="51" y="60"/>
                  <a:pt x="51" y="60"/>
                  <a:pt x="51" y="60"/>
                </a:cubicBezTo>
                <a:lnTo>
                  <a:pt x="51" y="64"/>
                </a:lnTo>
                <a:close/>
                <a:moveTo>
                  <a:pt x="42" y="5"/>
                </a:moveTo>
                <a:cubicBezTo>
                  <a:pt x="39" y="5"/>
                  <a:pt x="38" y="7"/>
                  <a:pt x="38" y="9"/>
                </a:cubicBezTo>
                <a:cubicBezTo>
                  <a:pt x="38" y="12"/>
                  <a:pt x="39" y="14"/>
                  <a:pt x="43" y="14"/>
                </a:cubicBezTo>
                <a:cubicBezTo>
                  <a:pt x="45" y="14"/>
                  <a:pt x="47" y="13"/>
                  <a:pt x="47" y="11"/>
                </a:cubicBezTo>
                <a:cubicBezTo>
                  <a:pt x="47" y="8"/>
                  <a:pt x="44" y="5"/>
                  <a:pt x="42" y="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30" name="Freeform 150"/>
          <p:cNvSpPr/>
          <p:nvPr/>
        </p:nvSpPr>
        <p:spPr>
          <a:xfrm>
            <a:off x="5937120" y="3546360"/>
            <a:ext cx="189000" cy="196920"/>
          </a:xfrm>
          <a:custGeom>
            <a:avLst/>
            <a:gdLst/>
            <a:ahLst/>
            <a:rect l="l" t="t" r="r" b="b"/>
            <a:pathLst>
              <a:path w="55" h="57">
                <a:moveTo>
                  <a:pt x="5" y="35"/>
                </a:moveTo>
                <a:cubicBezTo>
                  <a:pt x="2" y="35"/>
                  <a:pt x="0" y="32"/>
                  <a:pt x="0" y="29"/>
                </a:cubicBezTo>
                <a:cubicBezTo>
                  <a:pt x="0" y="26"/>
                  <a:pt x="2" y="24"/>
                  <a:pt x="5" y="24"/>
                </a:cubicBezTo>
                <a:cubicBezTo>
                  <a:pt x="9" y="24"/>
                  <a:pt x="11" y="26"/>
                  <a:pt x="11" y="29"/>
                </a:cubicBezTo>
                <a:cubicBezTo>
                  <a:pt x="11" y="32"/>
                  <a:pt x="9" y="35"/>
                  <a:pt x="5" y="35"/>
                </a:cubicBezTo>
                <a:close/>
                <a:moveTo>
                  <a:pt x="12" y="20"/>
                </a:moveTo>
                <a:cubicBezTo>
                  <a:pt x="9" y="20"/>
                  <a:pt x="6" y="17"/>
                  <a:pt x="6" y="13"/>
                </a:cubicBezTo>
                <a:cubicBezTo>
                  <a:pt x="6" y="10"/>
                  <a:pt x="9" y="7"/>
                  <a:pt x="12" y="7"/>
                </a:cubicBezTo>
                <a:cubicBezTo>
                  <a:pt x="16" y="7"/>
                  <a:pt x="19" y="10"/>
                  <a:pt x="19" y="13"/>
                </a:cubicBezTo>
                <a:cubicBezTo>
                  <a:pt x="19" y="17"/>
                  <a:pt x="16" y="20"/>
                  <a:pt x="12" y="20"/>
                </a:cubicBezTo>
                <a:close/>
                <a:moveTo>
                  <a:pt x="12" y="50"/>
                </a:moveTo>
                <a:cubicBezTo>
                  <a:pt x="9" y="50"/>
                  <a:pt x="7" y="48"/>
                  <a:pt x="7" y="45"/>
                </a:cubicBezTo>
                <a:cubicBezTo>
                  <a:pt x="7" y="42"/>
                  <a:pt x="9" y="40"/>
                  <a:pt x="12" y="40"/>
                </a:cubicBezTo>
                <a:cubicBezTo>
                  <a:pt x="15" y="40"/>
                  <a:pt x="17" y="42"/>
                  <a:pt x="17" y="45"/>
                </a:cubicBezTo>
                <a:cubicBezTo>
                  <a:pt x="17" y="48"/>
                  <a:pt x="15" y="50"/>
                  <a:pt x="12" y="50"/>
                </a:cubicBezTo>
                <a:close/>
                <a:moveTo>
                  <a:pt x="28" y="13"/>
                </a:moveTo>
                <a:cubicBezTo>
                  <a:pt x="25" y="13"/>
                  <a:pt x="21" y="10"/>
                  <a:pt x="21" y="6"/>
                </a:cubicBezTo>
                <a:cubicBezTo>
                  <a:pt x="21" y="3"/>
                  <a:pt x="25" y="0"/>
                  <a:pt x="28" y="0"/>
                </a:cubicBezTo>
                <a:cubicBezTo>
                  <a:pt x="32" y="0"/>
                  <a:pt x="35" y="3"/>
                  <a:pt x="35" y="6"/>
                </a:cubicBezTo>
                <a:cubicBezTo>
                  <a:pt x="35" y="10"/>
                  <a:pt x="32" y="13"/>
                  <a:pt x="28" y="13"/>
                </a:cubicBezTo>
                <a:close/>
                <a:moveTo>
                  <a:pt x="28" y="57"/>
                </a:moveTo>
                <a:cubicBezTo>
                  <a:pt x="26" y="57"/>
                  <a:pt x="24" y="55"/>
                  <a:pt x="24" y="52"/>
                </a:cubicBezTo>
                <a:cubicBezTo>
                  <a:pt x="24" y="50"/>
                  <a:pt x="26" y="48"/>
                  <a:pt x="28" y="48"/>
                </a:cubicBezTo>
                <a:cubicBezTo>
                  <a:pt x="31" y="48"/>
                  <a:pt x="33" y="50"/>
                  <a:pt x="33" y="52"/>
                </a:cubicBezTo>
                <a:cubicBezTo>
                  <a:pt x="33" y="55"/>
                  <a:pt x="31" y="57"/>
                  <a:pt x="28" y="57"/>
                </a:cubicBezTo>
                <a:close/>
                <a:moveTo>
                  <a:pt x="44" y="49"/>
                </a:moveTo>
                <a:cubicBezTo>
                  <a:pt x="42" y="49"/>
                  <a:pt x="40" y="48"/>
                  <a:pt x="40" y="45"/>
                </a:cubicBezTo>
                <a:cubicBezTo>
                  <a:pt x="40" y="43"/>
                  <a:pt x="42" y="41"/>
                  <a:pt x="44" y="41"/>
                </a:cubicBezTo>
                <a:cubicBezTo>
                  <a:pt x="47" y="41"/>
                  <a:pt x="48" y="43"/>
                  <a:pt x="48" y="45"/>
                </a:cubicBezTo>
                <a:cubicBezTo>
                  <a:pt x="48" y="48"/>
                  <a:pt x="47" y="49"/>
                  <a:pt x="44" y="49"/>
                </a:cubicBezTo>
                <a:close/>
                <a:moveTo>
                  <a:pt x="44" y="16"/>
                </a:moveTo>
                <a:cubicBezTo>
                  <a:pt x="43" y="16"/>
                  <a:pt x="41" y="15"/>
                  <a:pt x="41" y="13"/>
                </a:cubicBezTo>
                <a:cubicBezTo>
                  <a:pt x="41" y="12"/>
                  <a:pt x="43" y="10"/>
                  <a:pt x="44" y="10"/>
                </a:cubicBezTo>
                <a:cubicBezTo>
                  <a:pt x="46" y="10"/>
                  <a:pt x="47" y="12"/>
                  <a:pt x="47" y="13"/>
                </a:cubicBezTo>
                <a:cubicBezTo>
                  <a:pt x="47" y="15"/>
                  <a:pt x="46" y="16"/>
                  <a:pt x="44" y="16"/>
                </a:cubicBezTo>
                <a:close/>
                <a:moveTo>
                  <a:pt x="51" y="33"/>
                </a:moveTo>
                <a:cubicBezTo>
                  <a:pt x="49" y="33"/>
                  <a:pt x="48" y="31"/>
                  <a:pt x="48" y="29"/>
                </a:cubicBezTo>
                <a:cubicBezTo>
                  <a:pt x="48" y="27"/>
                  <a:pt x="49" y="26"/>
                  <a:pt x="51" y="26"/>
                </a:cubicBezTo>
                <a:cubicBezTo>
                  <a:pt x="53" y="26"/>
                  <a:pt x="55" y="27"/>
                  <a:pt x="55" y="29"/>
                </a:cubicBezTo>
                <a:cubicBezTo>
                  <a:pt x="55" y="31"/>
                  <a:pt x="53" y="33"/>
                  <a:pt x="51" y="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31" name="Freeform 151"/>
          <p:cNvSpPr/>
          <p:nvPr/>
        </p:nvSpPr>
        <p:spPr>
          <a:xfrm>
            <a:off x="6432480" y="3554280"/>
            <a:ext cx="171360" cy="171720"/>
          </a:xfrm>
          <a:custGeom>
            <a:avLst/>
            <a:gdLst/>
            <a:ahLst/>
            <a:rect l="l" t="t" r="r" b="b"/>
            <a:pathLst>
              <a:path w="50" h="50">
                <a:moveTo>
                  <a:pt x="50" y="40"/>
                </a:moveTo>
                <a:cubicBezTo>
                  <a:pt x="50" y="46"/>
                  <a:pt x="45" y="50"/>
                  <a:pt x="40" y="50"/>
                </a:cubicBezTo>
                <a:cubicBezTo>
                  <a:pt x="10" y="50"/>
                  <a:pt x="10" y="50"/>
                  <a:pt x="10" y="50"/>
                </a:cubicBezTo>
                <a:cubicBezTo>
                  <a:pt x="4" y="50"/>
                  <a:pt x="0" y="46"/>
                  <a:pt x="0" y="40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5" y="0"/>
                  <a:pt x="50" y="5"/>
                  <a:pt x="50" y="10"/>
                </a:cubicBezTo>
                <a:lnTo>
                  <a:pt x="50" y="40"/>
                </a:lnTo>
                <a:close/>
                <a:moveTo>
                  <a:pt x="10" y="4"/>
                </a:moveTo>
                <a:cubicBezTo>
                  <a:pt x="7" y="4"/>
                  <a:pt x="4" y="7"/>
                  <a:pt x="4" y="10"/>
                </a:cubicBezTo>
                <a:cubicBezTo>
                  <a:pt x="4" y="40"/>
                  <a:pt x="4" y="40"/>
                  <a:pt x="4" y="40"/>
                </a:cubicBezTo>
                <a:cubicBezTo>
                  <a:pt x="4" y="43"/>
                  <a:pt x="7" y="46"/>
                  <a:pt x="10" y="46"/>
                </a:cubicBezTo>
                <a:cubicBezTo>
                  <a:pt x="40" y="46"/>
                  <a:pt x="40" y="46"/>
                  <a:pt x="40" y="46"/>
                </a:cubicBezTo>
                <a:cubicBezTo>
                  <a:pt x="43" y="46"/>
                  <a:pt x="45" y="43"/>
                  <a:pt x="45" y="40"/>
                </a:cubicBezTo>
                <a:cubicBezTo>
                  <a:pt x="45" y="10"/>
                  <a:pt x="45" y="10"/>
                  <a:pt x="45" y="10"/>
                </a:cubicBezTo>
                <a:cubicBezTo>
                  <a:pt x="45" y="7"/>
                  <a:pt x="43" y="4"/>
                  <a:pt x="40" y="4"/>
                </a:cubicBezTo>
                <a:lnTo>
                  <a:pt x="10" y="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32" name="Freeform 152"/>
          <p:cNvSpPr/>
          <p:nvPr/>
        </p:nvSpPr>
        <p:spPr>
          <a:xfrm>
            <a:off x="6927840" y="3540240"/>
            <a:ext cx="100080" cy="195120"/>
          </a:xfrm>
          <a:custGeom>
            <a:avLst/>
            <a:gdLst/>
            <a:ahLst/>
            <a:rect l="l" t="t" r="r" b="b"/>
            <a:pathLst>
              <a:path w="29" h="57">
                <a:moveTo>
                  <a:pt x="29" y="48"/>
                </a:moveTo>
                <a:cubicBezTo>
                  <a:pt x="13" y="57"/>
                  <a:pt x="13" y="57"/>
                  <a:pt x="13" y="57"/>
                </a:cubicBezTo>
                <a:cubicBezTo>
                  <a:pt x="13" y="57"/>
                  <a:pt x="13" y="57"/>
                  <a:pt x="12" y="57"/>
                </a:cubicBezTo>
                <a:cubicBezTo>
                  <a:pt x="11" y="57"/>
                  <a:pt x="11" y="56"/>
                  <a:pt x="11" y="55"/>
                </a:cubicBezTo>
                <a:cubicBezTo>
                  <a:pt x="11" y="55"/>
                  <a:pt x="11" y="55"/>
                  <a:pt x="11" y="55"/>
                </a:cubicBezTo>
                <a:cubicBezTo>
                  <a:pt x="14" y="37"/>
                  <a:pt x="14" y="37"/>
                  <a:pt x="14" y="37"/>
                </a:cubicBezTo>
                <a:cubicBezTo>
                  <a:pt x="1" y="24"/>
                  <a:pt x="1" y="24"/>
                  <a:pt x="1" y="24"/>
                </a:cubicBezTo>
                <a:cubicBezTo>
                  <a:pt x="0" y="24"/>
                  <a:pt x="0" y="23"/>
                  <a:pt x="0" y="22"/>
                </a:cubicBezTo>
                <a:cubicBezTo>
                  <a:pt x="0" y="21"/>
                  <a:pt x="1" y="21"/>
                  <a:pt x="2" y="21"/>
                </a:cubicBezTo>
                <a:cubicBezTo>
                  <a:pt x="20" y="18"/>
                  <a:pt x="20" y="18"/>
                  <a:pt x="20" y="18"/>
                </a:cubicBezTo>
                <a:cubicBezTo>
                  <a:pt x="28" y="2"/>
                  <a:pt x="28" y="2"/>
                  <a:pt x="28" y="2"/>
                </a:cubicBezTo>
                <a:cubicBezTo>
                  <a:pt x="28" y="1"/>
                  <a:pt x="29" y="0"/>
                  <a:pt x="29" y="0"/>
                </a:cubicBezTo>
                <a:lnTo>
                  <a:pt x="29" y="4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33" name="Freeform 153"/>
          <p:cNvSpPr/>
          <p:nvPr/>
        </p:nvSpPr>
        <p:spPr>
          <a:xfrm>
            <a:off x="7423200" y="3540240"/>
            <a:ext cx="201600" cy="195120"/>
          </a:xfrm>
          <a:custGeom>
            <a:avLst/>
            <a:gdLst/>
            <a:ahLst/>
            <a:rect l="l" t="t" r="r" b="b"/>
            <a:pathLst>
              <a:path w="59" h="57">
                <a:moveTo>
                  <a:pt x="58" y="24"/>
                </a:moveTo>
                <a:cubicBezTo>
                  <a:pt x="45" y="37"/>
                  <a:pt x="45" y="37"/>
                  <a:pt x="45" y="37"/>
                </a:cubicBezTo>
                <a:cubicBezTo>
                  <a:pt x="48" y="55"/>
                  <a:pt x="48" y="55"/>
                  <a:pt x="48" y="55"/>
                </a:cubicBezTo>
                <a:cubicBezTo>
                  <a:pt x="48" y="55"/>
                  <a:pt x="48" y="55"/>
                  <a:pt x="48" y="55"/>
                </a:cubicBezTo>
                <a:cubicBezTo>
                  <a:pt x="48" y="56"/>
                  <a:pt x="48" y="57"/>
                  <a:pt x="47" y="57"/>
                </a:cubicBezTo>
                <a:cubicBezTo>
                  <a:pt x="46" y="57"/>
                  <a:pt x="46" y="57"/>
                  <a:pt x="45" y="57"/>
                </a:cubicBezTo>
                <a:cubicBezTo>
                  <a:pt x="29" y="48"/>
                  <a:pt x="29" y="48"/>
                  <a:pt x="29" y="48"/>
                </a:cubicBezTo>
                <a:cubicBezTo>
                  <a:pt x="13" y="57"/>
                  <a:pt x="13" y="57"/>
                  <a:pt x="13" y="57"/>
                </a:cubicBezTo>
                <a:cubicBezTo>
                  <a:pt x="13" y="57"/>
                  <a:pt x="13" y="57"/>
                  <a:pt x="12" y="57"/>
                </a:cubicBezTo>
                <a:cubicBezTo>
                  <a:pt x="11" y="57"/>
                  <a:pt x="11" y="56"/>
                  <a:pt x="11" y="55"/>
                </a:cubicBezTo>
                <a:cubicBezTo>
                  <a:pt x="11" y="55"/>
                  <a:pt x="11" y="55"/>
                  <a:pt x="11" y="55"/>
                </a:cubicBezTo>
                <a:cubicBezTo>
                  <a:pt x="14" y="37"/>
                  <a:pt x="14" y="37"/>
                  <a:pt x="14" y="37"/>
                </a:cubicBezTo>
                <a:cubicBezTo>
                  <a:pt x="1" y="24"/>
                  <a:pt x="1" y="24"/>
                  <a:pt x="1" y="24"/>
                </a:cubicBezTo>
                <a:cubicBezTo>
                  <a:pt x="0" y="24"/>
                  <a:pt x="0" y="23"/>
                  <a:pt x="0" y="22"/>
                </a:cubicBezTo>
                <a:cubicBezTo>
                  <a:pt x="0" y="21"/>
                  <a:pt x="1" y="21"/>
                  <a:pt x="2" y="21"/>
                </a:cubicBezTo>
                <a:cubicBezTo>
                  <a:pt x="20" y="18"/>
                  <a:pt x="20" y="18"/>
                  <a:pt x="20" y="18"/>
                </a:cubicBezTo>
                <a:cubicBezTo>
                  <a:pt x="28" y="2"/>
                  <a:pt x="28" y="2"/>
                  <a:pt x="28" y="2"/>
                </a:cubicBezTo>
                <a:cubicBezTo>
                  <a:pt x="28" y="1"/>
                  <a:pt x="29" y="0"/>
                  <a:pt x="29" y="0"/>
                </a:cubicBezTo>
                <a:cubicBezTo>
                  <a:pt x="30" y="0"/>
                  <a:pt x="31" y="1"/>
                  <a:pt x="31" y="2"/>
                </a:cubicBezTo>
                <a:cubicBezTo>
                  <a:pt x="39" y="18"/>
                  <a:pt x="39" y="18"/>
                  <a:pt x="39" y="18"/>
                </a:cubicBezTo>
                <a:cubicBezTo>
                  <a:pt x="57" y="21"/>
                  <a:pt x="57" y="21"/>
                  <a:pt x="57" y="21"/>
                </a:cubicBezTo>
                <a:cubicBezTo>
                  <a:pt x="58" y="21"/>
                  <a:pt x="59" y="21"/>
                  <a:pt x="59" y="22"/>
                </a:cubicBezTo>
                <a:cubicBezTo>
                  <a:pt x="59" y="23"/>
                  <a:pt x="59" y="24"/>
                  <a:pt x="58" y="24"/>
                </a:cubicBezTo>
                <a:close/>
                <a:moveTo>
                  <a:pt x="51" y="25"/>
                </a:moveTo>
                <a:cubicBezTo>
                  <a:pt x="36" y="22"/>
                  <a:pt x="36" y="22"/>
                  <a:pt x="36" y="22"/>
                </a:cubicBezTo>
                <a:cubicBezTo>
                  <a:pt x="29" y="9"/>
                  <a:pt x="29" y="9"/>
                  <a:pt x="29" y="9"/>
                </a:cubicBezTo>
                <a:cubicBezTo>
                  <a:pt x="23" y="22"/>
                  <a:pt x="23" y="22"/>
                  <a:pt x="23" y="22"/>
                </a:cubicBezTo>
                <a:cubicBezTo>
                  <a:pt x="8" y="25"/>
                  <a:pt x="8" y="25"/>
                  <a:pt x="8" y="25"/>
                </a:cubicBezTo>
                <a:cubicBezTo>
                  <a:pt x="19" y="35"/>
                  <a:pt x="19" y="35"/>
                  <a:pt x="19" y="35"/>
                </a:cubicBezTo>
                <a:cubicBezTo>
                  <a:pt x="16" y="50"/>
                  <a:pt x="16" y="50"/>
                  <a:pt x="16" y="50"/>
                </a:cubicBezTo>
                <a:cubicBezTo>
                  <a:pt x="29" y="43"/>
                  <a:pt x="29" y="43"/>
                  <a:pt x="29" y="43"/>
                </a:cubicBezTo>
                <a:cubicBezTo>
                  <a:pt x="43" y="50"/>
                  <a:pt x="43" y="50"/>
                  <a:pt x="43" y="50"/>
                </a:cubicBezTo>
                <a:cubicBezTo>
                  <a:pt x="40" y="35"/>
                  <a:pt x="40" y="35"/>
                  <a:pt x="40" y="35"/>
                </a:cubicBezTo>
                <a:lnTo>
                  <a:pt x="51" y="2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34" name="Freeform 154"/>
          <p:cNvSpPr/>
          <p:nvPr/>
        </p:nvSpPr>
        <p:spPr>
          <a:xfrm>
            <a:off x="7916760" y="3549600"/>
            <a:ext cx="123840" cy="193680"/>
          </a:xfrm>
          <a:custGeom>
            <a:avLst/>
            <a:gdLst/>
            <a:ahLst/>
            <a:rect l="l" t="t" r="r" b="b"/>
            <a:pathLst>
              <a:path w="36" h="56">
                <a:moveTo>
                  <a:pt x="0" y="55"/>
                </a:moveTo>
                <a:cubicBezTo>
                  <a:pt x="0" y="2"/>
                  <a:pt x="0" y="2"/>
                  <a:pt x="0" y="2"/>
                </a:cubicBezTo>
                <a:cubicBezTo>
                  <a:pt x="0" y="1"/>
                  <a:pt x="0" y="0"/>
                  <a:pt x="1" y="1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3"/>
                  <a:pt x="27" y="3"/>
                  <a:pt x="27" y="3"/>
                </a:cubicBezTo>
                <a:cubicBezTo>
                  <a:pt x="27" y="2"/>
                  <a:pt x="28" y="1"/>
                  <a:pt x="29" y="1"/>
                </a:cubicBezTo>
                <a:cubicBezTo>
                  <a:pt x="34" y="1"/>
                  <a:pt x="34" y="1"/>
                  <a:pt x="34" y="1"/>
                </a:cubicBezTo>
                <a:cubicBezTo>
                  <a:pt x="35" y="1"/>
                  <a:pt x="36" y="2"/>
                  <a:pt x="36" y="3"/>
                </a:cubicBezTo>
                <a:cubicBezTo>
                  <a:pt x="36" y="53"/>
                  <a:pt x="36" y="53"/>
                  <a:pt x="36" y="53"/>
                </a:cubicBezTo>
                <a:cubicBezTo>
                  <a:pt x="36" y="55"/>
                  <a:pt x="35" y="56"/>
                  <a:pt x="34" y="56"/>
                </a:cubicBezTo>
                <a:cubicBezTo>
                  <a:pt x="29" y="56"/>
                  <a:pt x="29" y="56"/>
                  <a:pt x="29" y="56"/>
                </a:cubicBezTo>
                <a:cubicBezTo>
                  <a:pt x="28" y="56"/>
                  <a:pt x="27" y="55"/>
                  <a:pt x="27" y="53"/>
                </a:cubicBezTo>
                <a:cubicBezTo>
                  <a:pt x="27" y="29"/>
                  <a:pt x="27" y="29"/>
                  <a:pt x="27" y="29"/>
                </a:cubicBezTo>
                <a:cubicBezTo>
                  <a:pt x="27" y="30"/>
                  <a:pt x="27" y="30"/>
                  <a:pt x="27" y="30"/>
                </a:cubicBezTo>
                <a:cubicBezTo>
                  <a:pt x="1" y="55"/>
                  <a:pt x="1" y="55"/>
                  <a:pt x="1" y="55"/>
                </a:cubicBezTo>
                <a:cubicBezTo>
                  <a:pt x="0" y="56"/>
                  <a:pt x="0" y="56"/>
                  <a:pt x="0" y="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35" name="Freeform 155"/>
          <p:cNvSpPr/>
          <p:nvPr/>
        </p:nvSpPr>
        <p:spPr>
          <a:xfrm>
            <a:off x="8412120" y="3557520"/>
            <a:ext cx="233280" cy="182520"/>
          </a:xfrm>
          <a:custGeom>
            <a:avLst/>
            <a:gdLst/>
            <a:ahLst/>
            <a:rect l="l" t="t" r="r" b="b"/>
            <a:pathLst>
              <a:path w="68" h="53">
                <a:moveTo>
                  <a:pt x="38" y="16"/>
                </a:moveTo>
                <a:cubicBezTo>
                  <a:pt x="38" y="14"/>
                  <a:pt x="36" y="12"/>
                  <a:pt x="34" y="12"/>
                </a:cubicBezTo>
                <a:cubicBezTo>
                  <a:pt x="32" y="12"/>
                  <a:pt x="30" y="14"/>
                  <a:pt x="30" y="16"/>
                </a:cubicBezTo>
                <a:cubicBezTo>
                  <a:pt x="30" y="37"/>
                  <a:pt x="30" y="37"/>
                  <a:pt x="30" y="37"/>
                </a:cubicBezTo>
                <a:cubicBezTo>
                  <a:pt x="30" y="46"/>
                  <a:pt x="23" y="53"/>
                  <a:pt x="15" y="53"/>
                </a:cubicBezTo>
                <a:cubicBezTo>
                  <a:pt x="7" y="53"/>
                  <a:pt x="0" y="46"/>
                  <a:pt x="0" y="37"/>
                </a:cubicBezTo>
                <a:cubicBezTo>
                  <a:pt x="0" y="37"/>
                  <a:pt x="0" y="37"/>
                  <a:pt x="0" y="28"/>
                </a:cubicBezTo>
                <a:cubicBezTo>
                  <a:pt x="11" y="28"/>
                  <a:pt x="11" y="28"/>
                  <a:pt x="11" y="28"/>
                </a:cubicBezTo>
                <a:cubicBezTo>
                  <a:pt x="11" y="37"/>
                  <a:pt x="11" y="37"/>
                  <a:pt x="11" y="37"/>
                </a:cubicBezTo>
                <a:cubicBezTo>
                  <a:pt x="11" y="39"/>
                  <a:pt x="13" y="41"/>
                  <a:pt x="15" y="41"/>
                </a:cubicBezTo>
                <a:cubicBezTo>
                  <a:pt x="17" y="41"/>
                  <a:pt x="19" y="39"/>
                  <a:pt x="19" y="37"/>
                </a:cubicBezTo>
                <a:cubicBezTo>
                  <a:pt x="19" y="15"/>
                  <a:pt x="19" y="15"/>
                  <a:pt x="19" y="15"/>
                </a:cubicBezTo>
                <a:cubicBezTo>
                  <a:pt x="19" y="7"/>
                  <a:pt x="26" y="0"/>
                  <a:pt x="34" y="0"/>
                </a:cubicBezTo>
                <a:cubicBezTo>
                  <a:pt x="42" y="0"/>
                  <a:pt x="49" y="7"/>
                  <a:pt x="49" y="15"/>
                </a:cubicBezTo>
                <a:cubicBezTo>
                  <a:pt x="49" y="20"/>
                  <a:pt x="49" y="20"/>
                  <a:pt x="49" y="20"/>
                </a:cubicBezTo>
                <a:cubicBezTo>
                  <a:pt x="42" y="22"/>
                  <a:pt x="42" y="22"/>
                  <a:pt x="42" y="22"/>
                </a:cubicBezTo>
                <a:cubicBezTo>
                  <a:pt x="38" y="20"/>
                  <a:pt x="38" y="20"/>
                  <a:pt x="38" y="20"/>
                </a:cubicBezTo>
                <a:lnTo>
                  <a:pt x="38" y="16"/>
                </a:lnTo>
                <a:close/>
                <a:moveTo>
                  <a:pt x="68" y="28"/>
                </a:moveTo>
                <a:cubicBezTo>
                  <a:pt x="68" y="37"/>
                  <a:pt x="68" y="37"/>
                  <a:pt x="68" y="37"/>
                </a:cubicBezTo>
                <a:cubicBezTo>
                  <a:pt x="68" y="46"/>
                  <a:pt x="61" y="53"/>
                  <a:pt x="53" y="53"/>
                </a:cubicBezTo>
                <a:cubicBezTo>
                  <a:pt x="45" y="53"/>
                  <a:pt x="38" y="46"/>
                  <a:pt x="38" y="37"/>
                </a:cubicBezTo>
                <a:cubicBezTo>
                  <a:pt x="38" y="28"/>
                  <a:pt x="38" y="28"/>
                  <a:pt x="38" y="28"/>
                </a:cubicBezTo>
                <a:cubicBezTo>
                  <a:pt x="42" y="30"/>
                  <a:pt x="42" y="30"/>
                  <a:pt x="42" y="30"/>
                </a:cubicBezTo>
                <a:cubicBezTo>
                  <a:pt x="49" y="28"/>
                  <a:pt x="49" y="28"/>
                  <a:pt x="49" y="28"/>
                </a:cubicBezTo>
                <a:cubicBezTo>
                  <a:pt x="49" y="38"/>
                  <a:pt x="49" y="38"/>
                  <a:pt x="49" y="38"/>
                </a:cubicBezTo>
                <a:cubicBezTo>
                  <a:pt x="49" y="40"/>
                  <a:pt x="51" y="41"/>
                  <a:pt x="53" y="41"/>
                </a:cubicBezTo>
                <a:cubicBezTo>
                  <a:pt x="55" y="41"/>
                  <a:pt x="57" y="40"/>
                  <a:pt x="57" y="38"/>
                </a:cubicBezTo>
                <a:cubicBezTo>
                  <a:pt x="57" y="28"/>
                  <a:pt x="57" y="28"/>
                  <a:pt x="57" y="28"/>
                </a:cubicBezTo>
                <a:lnTo>
                  <a:pt x="68" y="2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36" name="Freeform 156"/>
          <p:cNvSpPr/>
          <p:nvPr/>
        </p:nvSpPr>
        <p:spPr>
          <a:xfrm>
            <a:off x="8869320" y="3537000"/>
            <a:ext cx="209520" cy="218880"/>
          </a:xfrm>
          <a:custGeom>
            <a:avLst/>
            <a:gdLst/>
            <a:ahLst/>
            <a:rect l="l" t="t" r="r" b="b"/>
            <a:pathLst>
              <a:path w="61" h="64">
                <a:moveTo>
                  <a:pt x="60" y="43"/>
                </a:moveTo>
                <a:cubicBezTo>
                  <a:pt x="50" y="46"/>
                  <a:pt x="50" y="46"/>
                  <a:pt x="50" y="46"/>
                </a:cubicBezTo>
                <a:cubicBezTo>
                  <a:pt x="50" y="57"/>
                  <a:pt x="50" y="57"/>
                  <a:pt x="50" y="57"/>
                </a:cubicBezTo>
                <a:cubicBezTo>
                  <a:pt x="50" y="58"/>
                  <a:pt x="50" y="58"/>
                  <a:pt x="50" y="58"/>
                </a:cubicBezTo>
                <a:cubicBezTo>
                  <a:pt x="49" y="58"/>
                  <a:pt x="49" y="59"/>
                  <a:pt x="49" y="58"/>
                </a:cubicBezTo>
                <a:cubicBezTo>
                  <a:pt x="38" y="55"/>
                  <a:pt x="38" y="55"/>
                  <a:pt x="38" y="55"/>
                </a:cubicBezTo>
                <a:cubicBezTo>
                  <a:pt x="32" y="64"/>
                  <a:pt x="32" y="64"/>
                  <a:pt x="32" y="64"/>
                </a:cubicBezTo>
                <a:cubicBezTo>
                  <a:pt x="31" y="64"/>
                  <a:pt x="31" y="64"/>
                  <a:pt x="31" y="64"/>
                </a:cubicBezTo>
                <a:cubicBezTo>
                  <a:pt x="30" y="64"/>
                  <a:pt x="30" y="64"/>
                  <a:pt x="30" y="64"/>
                </a:cubicBezTo>
                <a:cubicBezTo>
                  <a:pt x="23" y="55"/>
                  <a:pt x="23" y="55"/>
                  <a:pt x="23" y="55"/>
                </a:cubicBezTo>
                <a:cubicBezTo>
                  <a:pt x="13" y="58"/>
                  <a:pt x="13" y="58"/>
                  <a:pt x="13" y="58"/>
                </a:cubicBezTo>
                <a:cubicBezTo>
                  <a:pt x="13" y="59"/>
                  <a:pt x="12" y="58"/>
                  <a:pt x="12" y="58"/>
                </a:cubicBezTo>
                <a:cubicBezTo>
                  <a:pt x="12" y="58"/>
                  <a:pt x="11" y="58"/>
                  <a:pt x="11" y="57"/>
                </a:cubicBezTo>
                <a:cubicBezTo>
                  <a:pt x="11" y="46"/>
                  <a:pt x="11" y="46"/>
                  <a:pt x="11" y="46"/>
                </a:cubicBezTo>
                <a:cubicBezTo>
                  <a:pt x="1" y="43"/>
                  <a:pt x="1" y="43"/>
                  <a:pt x="1" y="43"/>
                </a:cubicBezTo>
                <a:cubicBezTo>
                  <a:pt x="1" y="43"/>
                  <a:pt x="0" y="43"/>
                  <a:pt x="0" y="42"/>
                </a:cubicBezTo>
                <a:cubicBezTo>
                  <a:pt x="0" y="42"/>
                  <a:pt x="0" y="41"/>
                  <a:pt x="0" y="41"/>
                </a:cubicBezTo>
                <a:cubicBezTo>
                  <a:pt x="7" y="32"/>
                  <a:pt x="7" y="32"/>
                  <a:pt x="7" y="32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3"/>
                  <a:pt x="0" y="23"/>
                  <a:pt x="0" y="22"/>
                </a:cubicBezTo>
                <a:cubicBezTo>
                  <a:pt x="0" y="22"/>
                  <a:pt x="1" y="22"/>
                  <a:pt x="1" y="22"/>
                </a:cubicBezTo>
                <a:cubicBezTo>
                  <a:pt x="11" y="18"/>
                  <a:pt x="11" y="18"/>
                  <a:pt x="11" y="18"/>
                </a:cubicBezTo>
                <a:cubicBezTo>
                  <a:pt x="11" y="7"/>
                  <a:pt x="11" y="7"/>
                  <a:pt x="11" y="7"/>
                </a:cubicBezTo>
                <a:cubicBezTo>
                  <a:pt x="11" y="7"/>
                  <a:pt x="12" y="7"/>
                  <a:pt x="12" y="6"/>
                </a:cubicBezTo>
                <a:cubicBezTo>
                  <a:pt x="12" y="6"/>
                  <a:pt x="13" y="6"/>
                  <a:pt x="13" y="6"/>
                </a:cubicBezTo>
                <a:cubicBezTo>
                  <a:pt x="23" y="10"/>
                  <a:pt x="23" y="10"/>
                  <a:pt x="23" y="10"/>
                </a:cubicBezTo>
                <a:cubicBezTo>
                  <a:pt x="30" y="1"/>
                  <a:pt x="30" y="1"/>
                  <a:pt x="30" y="1"/>
                </a:cubicBezTo>
                <a:cubicBezTo>
                  <a:pt x="30" y="0"/>
                  <a:pt x="31" y="0"/>
                  <a:pt x="32" y="1"/>
                </a:cubicBezTo>
                <a:cubicBezTo>
                  <a:pt x="38" y="10"/>
                  <a:pt x="38" y="10"/>
                  <a:pt x="38" y="10"/>
                </a:cubicBezTo>
                <a:cubicBezTo>
                  <a:pt x="49" y="6"/>
                  <a:pt x="49" y="6"/>
                  <a:pt x="49" y="6"/>
                </a:cubicBezTo>
                <a:cubicBezTo>
                  <a:pt x="49" y="6"/>
                  <a:pt x="49" y="6"/>
                  <a:pt x="50" y="6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18"/>
                  <a:pt x="50" y="18"/>
                  <a:pt x="50" y="18"/>
                </a:cubicBezTo>
                <a:cubicBezTo>
                  <a:pt x="60" y="22"/>
                  <a:pt x="60" y="22"/>
                  <a:pt x="60" y="22"/>
                </a:cubicBezTo>
                <a:cubicBezTo>
                  <a:pt x="61" y="22"/>
                  <a:pt x="61" y="22"/>
                  <a:pt x="61" y="22"/>
                </a:cubicBezTo>
                <a:cubicBezTo>
                  <a:pt x="61" y="23"/>
                  <a:pt x="61" y="23"/>
                  <a:pt x="61" y="23"/>
                </a:cubicBezTo>
                <a:cubicBezTo>
                  <a:pt x="55" y="32"/>
                  <a:pt x="55" y="32"/>
                  <a:pt x="55" y="32"/>
                </a:cubicBezTo>
                <a:cubicBezTo>
                  <a:pt x="61" y="41"/>
                  <a:pt x="61" y="41"/>
                  <a:pt x="61" y="41"/>
                </a:cubicBezTo>
                <a:cubicBezTo>
                  <a:pt x="61" y="41"/>
                  <a:pt x="61" y="42"/>
                  <a:pt x="61" y="42"/>
                </a:cubicBezTo>
                <a:cubicBezTo>
                  <a:pt x="61" y="43"/>
                  <a:pt x="61" y="43"/>
                  <a:pt x="60" y="43"/>
                </a:cubicBezTo>
                <a:close/>
                <a:moveTo>
                  <a:pt x="31" y="12"/>
                </a:moveTo>
                <a:cubicBezTo>
                  <a:pt x="19" y="12"/>
                  <a:pt x="10" y="21"/>
                  <a:pt x="10" y="32"/>
                </a:cubicBezTo>
                <a:cubicBezTo>
                  <a:pt x="10" y="44"/>
                  <a:pt x="19" y="53"/>
                  <a:pt x="31" y="53"/>
                </a:cubicBezTo>
                <a:cubicBezTo>
                  <a:pt x="42" y="53"/>
                  <a:pt x="51" y="44"/>
                  <a:pt x="51" y="32"/>
                </a:cubicBezTo>
                <a:cubicBezTo>
                  <a:pt x="51" y="21"/>
                  <a:pt x="42" y="12"/>
                  <a:pt x="31" y="1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37" name="Freeform 157"/>
          <p:cNvSpPr/>
          <p:nvPr/>
        </p:nvSpPr>
        <p:spPr>
          <a:xfrm>
            <a:off x="76320" y="4011480"/>
            <a:ext cx="141120" cy="173160"/>
          </a:xfrm>
          <a:custGeom>
            <a:avLst/>
            <a:gdLst/>
            <a:ahLst/>
            <a:rect l="l" t="t" r="r" b="b"/>
            <a:pathLst>
              <a:path w="41" h="50">
                <a:moveTo>
                  <a:pt x="41" y="44"/>
                </a:moveTo>
                <a:cubicBezTo>
                  <a:pt x="41" y="47"/>
                  <a:pt x="38" y="50"/>
                  <a:pt x="35" y="50"/>
                </a:cubicBezTo>
                <a:cubicBezTo>
                  <a:pt x="5" y="50"/>
                  <a:pt x="5" y="50"/>
                  <a:pt x="5" y="50"/>
                </a:cubicBezTo>
                <a:cubicBezTo>
                  <a:pt x="2" y="50"/>
                  <a:pt x="0" y="47"/>
                  <a:pt x="0" y="44"/>
                </a:cubicBezTo>
                <a:cubicBezTo>
                  <a:pt x="0" y="5"/>
                  <a:pt x="0" y="5"/>
                  <a:pt x="0" y="5"/>
                </a:cubicBezTo>
                <a:cubicBezTo>
                  <a:pt x="0" y="2"/>
                  <a:pt x="2" y="0"/>
                  <a:pt x="5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38" y="0"/>
                  <a:pt x="41" y="2"/>
                  <a:pt x="41" y="5"/>
                </a:cubicBezTo>
                <a:lnTo>
                  <a:pt x="41" y="44"/>
                </a:lnTo>
                <a:close/>
                <a:moveTo>
                  <a:pt x="36" y="5"/>
                </a:moveTo>
                <a:cubicBezTo>
                  <a:pt x="36" y="5"/>
                  <a:pt x="36" y="4"/>
                  <a:pt x="35" y="4"/>
                </a:cubicBezTo>
                <a:cubicBezTo>
                  <a:pt x="5" y="4"/>
                  <a:pt x="5" y="4"/>
                  <a:pt x="5" y="4"/>
                </a:cubicBezTo>
                <a:cubicBezTo>
                  <a:pt x="5" y="4"/>
                  <a:pt x="4" y="5"/>
                  <a:pt x="4" y="5"/>
                </a:cubicBezTo>
                <a:cubicBezTo>
                  <a:pt x="4" y="40"/>
                  <a:pt x="4" y="40"/>
                  <a:pt x="4" y="40"/>
                </a:cubicBezTo>
                <a:cubicBezTo>
                  <a:pt x="4" y="40"/>
                  <a:pt x="5" y="41"/>
                  <a:pt x="5" y="41"/>
                </a:cubicBezTo>
                <a:cubicBezTo>
                  <a:pt x="35" y="41"/>
                  <a:pt x="35" y="41"/>
                  <a:pt x="35" y="41"/>
                </a:cubicBezTo>
                <a:cubicBezTo>
                  <a:pt x="36" y="41"/>
                  <a:pt x="36" y="40"/>
                  <a:pt x="36" y="40"/>
                </a:cubicBezTo>
                <a:lnTo>
                  <a:pt x="36" y="5"/>
                </a:lnTo>
                <a:close/>
                <a:moveTo>
                  <a:pt x="20" y="43"/>
                </a:moveTo>
                <a:cubicBezTo>
                  <a:pt x="19" y="43"/>
                  <a:pt x="18" y="44"/>
                  <a:pt x="18" y="45"/>
                </a:cubicBezTo>
                <a:cubicBezTo>
                  <a:pt x="18" y="46"/>
                  <a:pt x="19" y="48"/>
                  <a:pt x="20" y="48"/>
                </a:cubicBezTo>
                <a:cubicBezTo>
                  <a:pt x="22" y="48"/>
                  <a:pt x="23" y="46"/>
                  <a:pt x="23" y="45"/>
                </a:cubicBezTo>
                <a:cubicBezTo>
                  <a:pt x="23" y="44"/>
                  <a:pt x="22" y="43"/>
                  <a:pt x="20" y="4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38" name="Freeform 158"/>
          <p:cNvSpPr/>
          <p:nvPr/>
        </p:nvSpPr>
        <p:spPr>
          <a:xfrm>
            <a:off x="495360" y="4011480"/>
            <a:ext cx="218880" cy="173160"/>
          </a:xfrm>
          <a:custGeom>
            <a:avLst/>
            <a:gdLst/>
            <a:ahLst/>
            <a:rect l="l" t="t" r="r" b="b"/>
            <a:pathLst>
              <a:path w="64" h="50">
                <a:moveTo>
                  <a:pt x="64" y="11"/>
                </a:moveTo>
                <a:cubicBezTo>
                  <a:pt x="64" y="12"/>
                  <a:pt x="63" y="13"/>
                  <a:pt x="61" y="13"/>
                </a:cubicBezTo>
                <a:cubicBezTo>
                  <a:pt x="2" y="13"/>
                  <a:pt x="2" y="13"/>
                  <a:pt x="2" y="13"/>
                </a:cubicBezTo>
                <a:cubicBezTo>
                  <a:pt x="1" y="13"/>
                  <a:pt x="0" y="12"/>
                  <a:pt x="0" y="11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61" y="0"/>
                  <a:pt x="61" y="0"/>
                  <a:pt x="61" y="0"/>
                </a:cubicBezTo>
                <a:cubicBezTo>
                  <a:pt x="63" y="0"/>
                  <a:pt x="64" y="1"/>
                  <a:pt x="64" y="2"/>
                </a:cubicBezTo>
                <a:lnTo>
                  <a:pt x="64" y="11"/>
                </a:lnTo>
                <a:close/>
                <a:moveTo>
                  <a:pt x="64" y="29"/>
                </a:moveTo>
                <a:cubicBezTo>
                  <a:pt x="64" y="30"/>
                  <a:pt x="63" y="32"/>
                  <a:pt x="61" y="32"/>
                </a:cubicBezTo>
                <a:cubicBezTo>
                  <a:pt x="2" y="32"/>
                  <a:pt x="2" y="32"/>
                  <a:pt x="2" y="32"/>
                </a:cubicBezTo>
                <a:cubicBezTo>
                  <a:pt x="1" y="32"/>
                  <a:pt x="0" y="30"/>
                  <a:pt x="0" y="29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19"/>
                  <a:pt x="1" y="18"/>
                  <a:pt x="2" y="18"/>
                </a:cubicBezTo>
                <a:cubicBezTo>
                  <a:pt x="61" y="18"/>
                  <a:pt x="61" y="18"/>
                  <a:pt x="61" y="18"/>
                </a:cubicBezTo>
                <a:cubicBezTo>
                  <a:pt x="63" y="18"/>
                  <a:pt x="64" y="19"/>
                  <a:pt x="64" y="20"/>
                </a:cubicBezTo>
                <a:lnTo>
                  <a:pt x="64" y="29"/>
                </a:lnTo>
                <a:close/>
                <a:moveTo>
                  <a:pt x="64" y="48"/>
                </a:moveTo>
                <a:cubicBezTo>
                  <a:pt x="64" y="49"/>
                  <a:pt x="63" y="50"/>
                  <a:pt x="61" y="50"/>
                </a:cubicBezTo>
                <a:cubicBezTo>
                  <a:pt x="2" y="50"/>
                  <a:pt x="2" y="50"/>
                  <a:pt x="2" y="50"/>
                </a:cubicBezTo>
                <a:cubicBezTo>
                  <a:pt x="1" y="50"/>
                  <a:pt x="0" y="49"/>
                  <a:pt x="0" y="48"/>
                </a:cubicBezTo>
                <a:cubicBezTo>
                  <a:pt x="0" y="38"/>
                  <a:pt x="0" y="38"/>
                  <a:pt x="0" y="38"/>
                </a:cubicBezTo>
                <a:cubicBezTo>
                  <a:pt x="0" y="37"/>
                  <a:pt x="1" y="36"/>
                  <a:pt x="2" y="36"/>
                </a:cubicBezTo>
                <a:cubicBezTo>
                  <a:pt x="61" y="36"/>
                  <a:pt x="61" y="36"/>
                  <a:pt x="61" y="36"/>
                </a:cubicBezTo>
                <a:cubicBezTo>
                  <a:pt x="63" y="36"/>
                  <a:pt x="64" y="37"/>
                  <a:pt x="64" y="38"/>
                </a:cubicBezTo>
                <a:lnTo>
                  <a:pt x="64" y="48"/>
                </a:lnTo>
                <a:close/>
                <a:moveTo>
                  <a:pt x="59" y="27"/>
                </a:moveTo>
                <a:cubicBezTo>
                  <a:pt x="59" y="22"/>
                  <a:pt x="59" y="22"/>
                  <a:pt x="59" y="22"/>
                </a:cubicBezTo>
                <a:cubicBezTo>
                  <a:pt x="23" y="22"/>
                  <a:pt x="23" y="22"/>
                  <a:pt x="23" y="22"/>
                </a:cubicBezTo>
                <a:cubicBezTo>
                  <a:pt x="23" y="27"/>
                  <a:pt x="23" y="27"/>
                  <a:pt x="23" y="27"/>
                </a:cubicBezTo>
                <a:lnTo>
                  <a:pt x="59" y="27"/>
                </a:lnTo>
                <a:close/>
                <a:moveTo>
                  <a:pt x="59" y="45"/>
                </a:moveTo>
                <a:cubicBezTo>
                  <a:pt x="59" y="41"/>
                  <a:pt x="59" y="41"/>
                  <a:pt x="59" y="41"/>
                </a:cubicBezTo>
                <a:cubicBezTo>
                  <a:pt x="36" y="41"/>
                  <a:pt x="36" y="41"/>
                  <a:pt x="36" y="41"/>
                </a:cubicBezTo>
                <a:cubicBezTo>
                  <a:pt x="36" y="45"/>
                  <a:pt x="36" y="45"/>
                  <a:pt x="36" y="45"/>
                </a:cubicBezTo>
                <a:lnTo>
                  <a:pt x="59" y="45"/>
                </a:lnTo>
                <a:close/>
                <a:moveTo>
                  <a:pt x="59" y="9"/>
                </a:moveTo>
                <a:cubicBezTo>
                  <a:pt x="59" y="4"/>
                  <a:pt x="59" y="4"/>
                  <a:pt x="59" y="4"/>
                </a:cubicBezTo>
                <a:cubicBezTo>
                  <a:pt x="45" y="4"/>
                  <a:pt x="45" y="4"/>
                  <a:pt x="45" y="4"/>
                </a:cubicBezTo>
                <a:cubicBezTo>
                  <a:pt x="45" y="9"/>
                  <a:pt x="45" y="9"/>
                  <a:pt x="45" y="9"/>
                </a:cubicBezTo>
                <a:lnTo>
                  <a:pt x="59" y="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39" name="Freeform 159"/>
          <p:cNvSpPr/>
          <p:nvPr/>
        </p:nvSpPr>
        <p:spPr>
          <a:xfrm>
            <a:off x="988920" y="4008600"/>
            <a:ext cx="220680" cy="191880"/>
          </a:xfrm>
          <a:custGeom>
            <a:avLst/>
            <a:gdLst/>
            <a:ahLst/>
            <a:rect l="l" t="t" r="r" b="b"/>
            <a:pathLst>
              <a:path w="64" h="56">
                <a:moveTo>
                  <a:pt x="5" y="2"/>
                </a:moveTo>
                <a:cubicBezTo>
                  <a:pt x="5" y="2"/>
                  <a:pt x="11" y="2"/>
                  <a:pt x="12" y="2"/>
                </a:cubicBezTo>
                <a:cubicBezTo>
                  <a:pt x="15" y="2"/>
                  <a:pt x="18" y="2"/>
                  <a:pt x="22" y="2"/>
                </a:cubicBezTo>
                <a:cubicBezTo>
                  <a:pt x="24" y="2"/>
                  <a:pt x="27" y="2"/>
                  <a:pt x="29" y="2"/>
                </a:cubicBezTo>
                <a:cubicBezTo>
                  <a:pt x="40" y="2"/>
                  <a:pt x="40" y="2"/>
                  <a:pt x="40" y="2"/>
                </a:cubicBezTo>
                <a:cubicBezTo>
                  <a:pt x="41" y="2"/>
                  <a:pt x="42" y="2"/>
                  <a:pt x="43" y="1"/>
                </a:cubicBezTo>
                <a:cubicBezTo>
                  <a:pt x="44" y="1"/>
                  <a:pt x="44" y="1"/>
                  <a:pt x="44" y="1"/>
                </a:cubicBezTo>
                <a:cubicBezTo>
                  <a:pt x="45" y="1"/>
                  <a:pt x="45" y="1"/>
                  <a:pt x="45" y="1"/>
                </a:cubicBezTo>
                <a:cubicBezTo>
                  <a:pt x="45" y="5"/>
                  <a:pt x="45" y="9"/>
                  <a:pt x="45" y="13"/>
                </a:cubicBezTo>
                <a:cubicBezTo>
                  <a:pt x="45" y="14"/>
                  <a:pt x="45" y="15"/>
                  <a:pt x="45" y="16"/>
                </a:cubicBezTo>
                <a:cubicBezTo>
                  <a:pt x="44" y="17"/>
                  <a:pt x="44" y="17"/>
                  <a:pt x="43" y="17"/>
                </a:cubicBezTo>
                <a:cubicBezTo>
                  <a:pt x="42" y="16"/>
                  <a:pt x="41" y="14"/>
                  <a:pt x="41" y="13"/>
                </a:cubicBezTo>
                <a:cubicBezTo>
                  <a:pt x="41" y="12"/>
                  <a:pt x="40" y="7"/>
                  <a:pt x="40" y="7"/>
                </a:cubicBezTo>
                <a:cubicBezTo>
                  <a:pt x="39" y="6"/>
                  <a:pt x="38" y="6"/>
                  <a:pt x="37" y="6"/>
                </a:cubicBezTo>
                <a:cubicBezTo>
                  <a:pt x="34" y="6"/>
                  <a:pt x="30" y="6"/>
                  <a:pt x="27" y="6"/>
                </a:cubicBezTo>
                <a:cubicBezTo>
                  <a:pt x="27" y="8"/>
                  <a:pt x="27" y="10"/>
                  <a:pt x="27" y="11"/>
                </a:cubicBezTo>
                <a:cubicBezTo>
                  <a:pt x="27" y="21"/>
                  <a:pt x="27" y="31"/>
                  <a:pt x="27" y="41"/>
                </a:cubicBezTo>
                <a:cubicBezTo>
                  <a:pt x="27" y="44"/>
                  <a:pt x="27" y="47"/>
                  <a:pt x="27" y="50"/>
                </a:cubicBezTo>
                <a:cubicBezTo>
                  <a:pt x="30" y="51"/>
                  <a:pt x="33" y="51"/>
                  <a:pt x="36" y="53"/>
                </a:cubicBezTo>
                <a:cubicBezTo>
                  <a:pt x="36" y="53"/>
                  <a:pt x="36" y="54"/>
                  <a:pt x="36" y="54"/>
                </a:cubicBezTo>
                <a:cubicBezTo>
                  <a:pt x="36" y="55"/>
                  <a:pt x="36" y="55"/>
                  <a:pt x="36" y="55"/>
                </a:cubicBezTo>
                <a:cubicBezTo>
                  <a:pt x="35" y="55"/>
                  <a:pt x="35" y="55"/>
                  <a:pt x="35" y="55"/>
                </a:cubicBezTo>
                <a:cubicBezTo>
                  <a:pt x="30" y="56"/>
                  <a:pt x="25" y="55"/>
                  <a:pt x="20" y="55"/>
                </a:cubicBezTo>
                <a:cubicBezTo>
                  <a:pt x="16" y="55"/>
                  <a:pt x="13" y="55"/>
                  <a:pt x="9" y="55"/>
                </a:cubicBezTo>
                <a:cubicBezTo>
                  <a:pt x="9" y="55"/>
                  <a:pt x="9" y="54"/>
                  <a:pt x="9" y="54"/>
                </a:cubicBezTo>
                <a:cubicBezTo>
                  <a:pt x="9" y="53"/>
                  <a:pt x="9" y="53"/>
                  <a:pt x="9" y="53"/>
                </a:cubicBezTo>
                <a:cubicBezTo>
                  <a:pt x="10" y="51"/>
                  <a:pt x="15" y="51"/>
                  <a:pt x="17" y="50"/>
                </a:cubicBezTo>
                <a:cubicBezTo>
                  <a:pt x="18" y="48"/>
                  <a:pt x="18" y="38"/>
                  <a:pt x="18" y="36"/>
                </a:cubicBezTo>
                <a:cubicBezTo>
                  <a:pt x="18" y="29"/>
                  <a:pt x="18" y="22"/>
                  <a:pt x="18" y="14"/>
                </a:cubicBezTo>
                <a:cubicBezTo>
                  <a:pt x="18" y="10"/>
                  <a:pt x="18" y="10"/>
                  <a:pt x="18" y="10"/>
                </a:cubicBezTo>
                <a:cubicBezTo>
                  <a:pt x="18" y="10"/>
                  <a:pt x="18" y="7"/>
                  <a:pt x="18" y="6"/>
                </a:cubicBezTo>
                <a:cubicBezTo>
                  <a:pt x="17" y="6"/>
                  <a:pt x="12" y="6"/>
                  <a:pt x="12" y="6"/>
                </a:cubicBezTo>
                <a:cubicBezTo>
                  <a:pt x="10" y="6"/>
                  <a:pt x="7" y="7"/>
                  <a:pt x="6" y="7"/>
                </a:cubicBezTo>
                <a:cubicBezTo>
                  <a:pt x="4" y="9"/>
                  <a:pt x="4" y="16"/>
                  <a:pt x="2" y="16"/>
                </a:cubicBezTo>
                <a:cubicBezTo>
                  <a:pt x="1" y="15"/>
                  <a:pt x="0" y="15"/>
                  <a:pt x="0" y="14"/>
                </a:cubicBezTo>
                <a:cubicBezTo>
                  <a:pt x="0" y="1"/>
                  <a:pt x="0" y="1"/>
                  <a:pt x="0" y="1"/>
                </a:cubicBezTo>
                <a:cubicBezTo>
                  <a:pt x="3" y="1"/>
                  <a:pt x="3" y="1"/>
                  <a:pt x="3" y="1"/>
                </a:cubicBezTo>
                <a:lnTo>
                  <a:pt x="5" y="2"/>
                </a:lnTo>
                <a:close/>
                <a:moveTo>
                  <a:pt x="63" y="48"/>
                </a:moveTo>
                <a:cubicBezTo>
                  <a:pt x="59" y="54"/>
                  <a:pt x="59" y="54"/>
                  <a:pt x="59" y="54"/>
                </a:cubicBezTo>
                <a:cubicBezTo>
                  <a:pt x="58" y="56"/>
                  <a:pt x="56" y="56"/>
                  <a:pt x="55" y="54"/>
                </a:cubicBezTo>
                <a:cubicBezTo>
                  <a:pt x="51" y="48"/>
                  <a:pt x="51" y="48"/>
                  <a:pt x="51" y="48"/>
                </a:cubicBezTo>
                <a:cubicBezTo>
                  <a:pt x="50" y="47"/>
                  <a:pt x="50" y="46"/>
                  <a:pt x="52" y="46"/>
                </a:cubicBezTo>
                <a:cubicBezTo>
                  <a:pt x="55" y="46"/>
                  <a:pt x="55" y="46"/>
                  <a:pt x="55" y="46"/>
                </a:cubicBezTo>
                <a:cubicBezTo>
                  <a:pt x="55" y="10"/>
                  <a:pt x="55" y="10"/>
                  <a:pt x="55" y="10"/>
                </a:cubicBezTo>
                <a:cubicBezTo>
                  <a:pt x="52" y="10"/>
                  <a:pt x="52" y="10"/>
                  <a:pt x="52" y="10"/>
                </a:cubicBezTo>
                <a:cubicBezTo>
                  <a:pt x="50" y="10"/>
                  <a:pt x="50" y="9"/>
                  <a:pt x="51" y="7"/>
                </a:cubicBezTo>
                <a:cubicBezTo>
                  <a:pt x="55" y="2"/>
                  <a:pt x="55" y="2"/>
                  <a:pt x="55" y="2"/>
                </a:cubicBezTo>
                <a:cubicBezTo>
                  <a:pt x="56" y="0"/>
                  <a:pt x="58" y="0"/>
                  <a:pt x="59" y="2"/>
                </a:cubicBezTo>
                <a:cubicBezTo>
                  <a:pt x="63" y="7"/>
                  <a:pt x="63" y="7"/>
                  <a:pt x="63" y="7"/>
                </a:cubicBezTo>
                <a:cubicBezTo>
                  <a:pt x="64" y="9"/>
                  <a:pt x="64" y="10"/>
                  <a:pt x="62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46"/>
                  <a:pt x="59" y="46"/>
                  <a:pt x="59" y="46"/>
                </a:cubicBezTo>
                <a:cubicBezTo>
                  <a:pt x="62" y="46"/>
                  <a:pt x="62" y="46"/>
                  <a:pt x="62" y="46"/>
                </a:cubicBezTo>
                <a:cubicBezTo>
                  <a:pt x="64" y="46"/>
                  <a:pt x="64" y="47"/>
                  <a:pt x="63" y="4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0" name="Freeform 160"/>
          <p:cNvSpPr/>
          <p:nvPr/>
        </p:nvSpPr>
        <p:spPr>
          <a:xfrm>
            <a:off x="1484280" y="4011480"/>
            <a:ext cx="220680" cy="173160"/>
          </a:xfrm>
          <a:custGeom>
            <a:avLst/>
            <a:gdLst/>
            <a:ahLst/>
            <a:rect l="l" t="t" r="r" b="b"/>
            <a:pathLst>
              <a:path w="64" h="50">
                <a:moveTo>
                  <a:pt x="18" y="10"/>
                </a:moveTo>
                <a:cubicBezTo>
                  <a:pt x="18" y="12"/>
                  <a:pt x="17" y="13"/>
                  <a:pt x="15" y="13"/>
                </a:cubicBezTo>
                <a:cubicBezTo>
                  <a:pt x="3" y="13"/>
                  <a:pt x="3" y="13"/>
                  <a:pt x="3" y="13"/>
                </a:cubicBezTo>
                <a:cubicBezTo>
                  <a:pt x="1" y="13"/>
                  <a:pt x="0" y="12"/>
                  <a:pt x="0" y="10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17" y="0"/>
                  <a:pt x="18" y="1"/>
                  <a:pt x="18" y="3"/>
                </a:cubicBezTo>
                <a:lnTo>
                  <a:pt x="18" y="10"/>
                </a:lnTo>
                <a:close/>
                <a:moveTo>
                  <a:pt x="18" y="28"/>
                </a:moveTo>
                <a:cubicBezTo>
                  <a:pt x="18" y="30"/>
                  <a:pt x="17" y="32"/>
                  <a:pt x="15" y="32"/>
                </a:cubicBezTo>
                <a:cubicBezTo>
                  <a:pt x="3" y="32"/>
                  <a:pt x="3" y="32"/>
                  <a:pt x="3" y="32"/>
                </a:cubicBezTo>
                <a:cubicBezTo>
                  <a:pt x="1" y="32"/>
                  <a:pt x="0" y="30"/>
                  <a:pt x="0" y="28"/>
                </a:cubicBezTo>
                <a:cubicBezTo>
                  <a:pt x="0" y="21"/>
                  <a:pt x="0" y="21"/>
                  <a:pt x="0" y="21"/>
                </a:cubicBezTo>
                <a:cubicBezTo>
                  <a:pt x="0" y="19"/>
                  <a:pt x="1" y="18"/>
                  <a:pt x="3" y="18"/>
                </a:cubicBezTo>
                <a:cubicBezTo>
                  <a:pt x="15" y="18"/>
                  <a:pt x="15" y="18"/>
                  <a:pt x="15" y="18"/>
                </a:cubicBezTo>
                <a:cubicBezTo>
                  <a:pt x="17" y="18"/>
                  <a:pt x="18" y="19"/>
                  <a:pt x="18" y="21"/>
                </a:cubicBezTo>
                <a:lnTo>
                  <a:pt x="18" y="28"/>
                </a:lnTo>
                <a:close/>
                <a:moveTo>
                  <a:pt x="18" y="46"/>
                </a:moveTo>
                <a:cubicBezTo>
                  <a:pt x="18" y="48"/>
                  <a:pt x="17" y="50"/>
                  <a:pt x="15" y="50"/>
                </a:cubicBezTo>
                <a:cubicBezTo>
                  <a:pt x="3" y="50"/>
                  <a:pt x="3" y="50"/>
                  <a:pt x="3" y="50"/>
                </a:cubicBezTo>
                <a:cubicBezTo>
                  <a:pt x="1" y="50"/>
                  <a:pt x="0" y="48"/>
                  <a:pt x="0" y="46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38"/>
                  <a:pt x="1" y="36"/>
                  <a:pt x="3" y="36"/>
                </a:cubicBezTo>
                <a:cubicBezTo>
                  <a:pt x="15" y="36"/>
                  <a:pt x="15" y="36"/>
                  <a:pt x="15" y="36"/>
                </a:cubicBezTo>
                <a:cubicBezTo>
                  <a:pt x="17" y="36"/>
                  <a:pt x="18" y="38"/>
                  <a:pt x="18" y="40"/>
                </a:cubicBezTo>
                <a:lnTo>
                  <a:pt x="18" y="46"/>
                </a:lnTo>
                <a:close/>
                <a:moveTo>
                  <a:pt x="64" y="10"/>
                </a:moveTo>
                <a:cubicBezTo>
                  <a:pt x="64" y="12"/>
                  <a:pt x="62" y="13"/>
                  <a:pt x="60" y="13"/>
                </a:cubicBezTo>
                <a:cubicBezTo>
                  <a:pt x="26" y="13"/>
                  <a:pt x="26" y="13"/>
                  <a:pt x="26" y="13"/>
                </a:cubicBezTo>
                <a:cubicBezTo>
                  <a:pt x="24" y="13"/>
                  <a:pt x="23" y="12"/>
                  <a:pt x="23" y="10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1"/>
                  <a:pt x="24" y="0"/>
                  <a:pt x="26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2" y="0"/>
                  <a:pt x="64" y="1"/>
                  <a:pt x="64" y="3"/>
                </a:cubicBezTo>
                <a:lnTo>
                  <a:pt x="64" y="10"/>
                </a:lnTo>
                <a:close/>
                <a:moveTo>
                  <a:pt x="64" y="28"/>
                </a:moveTo>
                <a:cubicBezTo>
                  <a:pt x="64" y="30"/>
                  <a:pt x="62" y="32"/>
                  <a:pt x="60" y="32"/>
                </a:cubicBezTo>
                <a:cubicBezTo>
                  <a:pt x="26" y="32"/>
                  <a:pt x="26" y="32"/>
                  <a:pt x="26" y="32"/>
                </a:cubicBezTo>
                <a:cubicBezTo>
                  <a:pt x="24" y="32"/>
                  <a:pt x="23" y="30"/>
                  <a:pt x="23" y="28"/>
                </a:cubicBezTo>
                <a:cubicBezTo>
                  <a:pt x="23" y="21"/>
                  <a:pt x="23" y="21"/>
                  <a:pt x="23" y="21"/>
                </a:cubicBezTo>
                <a:cubicBezTo>
                  <a:pt x="23" y="19"/>
                  <a:pt x="24" y="18"/>
                  <a:pt x="26" y="18"/>
                </a:cubicBezTo>
                <a:cubicBezTo>
                  <a:pt x="60" y="18"/>
                  <a:pt x="60" y="18"/>
                  <a:pt x="60" y="18"/>
                </a:cubicBezTo>
                <a:cubicBezTo>
                  <a:pt x="62" y="18"/>
                  <a:pt x="64" y="19"/>
                  <a:pt x="64" y="21"/>
                </a:cubicBezTo>
                <a:lnTo>
                  <a:pt x="64" y="28"/>
                </a:lnTo>
                <a:close/>
                <a:moveTo>
                  <a:pt x="64" y="46"/>
                </a:moveTo>
                <a:cubicBezTo>
                  <a:pt x="64" y="48"/>
                  <a:pt x="62" y="50"/>
                  <a:pt x="60" y="50"/>
                </a:cubicBezTo>
                <a:cubicBezTo>
                  <a:pt x="26" y="50"/>
                  <a:pt x="26" y="50"/>
                  <a:pt x="26" y="50"/>
                </a:cubicBezTo>
                <a:cubicBezTo>
                  <a:pt x="24" y="50"/>
                  <a:pt x="23" y="48"/>
                  <a:pt x="23" y="46"/>
                </a:cubicBezTo>
                <a:cubicBezTo>
                  <a:pt x="23" y="40"/>
                  <a:pt x="23" y="40"/>
                  <a:pt x="23" y="40"/>
                </a:cubicBezTo>
                <a:cubicBezTo>
                  <a:pt x="23" y="38"/>
                  <a:pt x="24" y="36"/>
                  <a:pt x="26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2" y="36"/>
                  <a:pt x="64" y="38"/>
                  <a:pt x="64" y="40"/>
                </a:cubicBezTo>
                <a:lnTo>
                  <a:pt x="64" y="4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1" name="Freeform 161"/>
          <p:cNvSpPr/>
          <p:nvPr/>
        </p:nvSpPr>
        <p:spPr>
          <a:xfrm>
            <a:off x="1979640" y="3994200"/>
            <a:ext cx="189000" cy="203040"/>
          </a:xfrm>
          <a:custGeom>
            <a:avLst/>
            <a:gdLst/>
            <a:ahLst/>
            <a:rect l="l" t="t" r="r" b="b"/>
            <a:pathLst>
              <a:path w="55" h="59">
                <a:moveTo>
                  <a:pt x="53" y="33"/>
                </a:moveTo>
                <a:cubicBezTo>
                  <a:pt x="53" y="34"/>
                  <a:pt x="53" y="35"/>
                  <a:pt x="53" y="36"/>
                </a:cubicBezTo>
                <a:cubicBezTo>
                  <a:pt x="53" y="37"/>
                  <a:pt x="53" y="39"/>
                  <a:pt x="52" y="41"/>
                </a:cubicBezTo>
                <a:cubicBezTo>
                  <a:pt x="52" y="41"/>
                  <a:pt x="52" y="42"/>
                  <a:pt x="52" y="42"/>
                </a:cubicBezTo>
                <a:cubicBezTo>
                  <a:pt x="52" y="45"/>
                  <a:pt x="51" y="47"/>
                  <a:pt x="50" y="49"/>
                </a:cubicBezTo>
                <a:cubicBezTo>
                  <a:pt x="50" y="55"/>
                  <a:pt x="45" y="59"/>
                  <a:pt x="39" y="59"/>
                </a:cubicBezTo>
                <a:cubicBezTo>
                  <a:pt x="37" y="59"/>
                  <a:pt x="37" y="59"/>
                  <a:pt x="37" y="59"/>
                </a:cubicBezTo>
                <a:cubicBezTo>
                  <a:pt x="34" y="59"/>
                  <a:pt x="34" y="59"/>
                  <a:pt x="34" y="59"/>
                </a:cubicBezTo>
                <a:cubicBezTo>
                  <a:pt x="29" y="59"/>
                  <a:pt x="24" y="58"/>
                  <a:pt x="20" y="56"/>
                </a:cubicBezTo>
                <a:cubicBezTo>
                  <a:pt x="19" y="56"/>
                  <a:pt x="16" y="55"/>
                  <a:pt x="15" y="55"/>
                </a:cubicBezTo>
                <a:cubicBezTo>
                  <a:pt x="4" y="55"/>
                  <a:pt x="4" y="55"/>
                  <a:pt x="4" y="55"/>
                </a:cubicBezTo>
                <a:cubicBezTo>
                  <a:pt x="2" y="55"/>
                  <a:pt x="0" y="53"/>
                  <a:pt x="0" y="50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5"/>
                  <a:pt x="2" y="23"/>
                  <a:pt x="4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6" y="22"/>
                  <a:pt x="18" y="19"/>
                  <a:pt x="19" y="17"/>
                </a:cubicBezTo>
                <a:cubicBezTo>
                  <a:pt x="20" y="16"/>
                  <a:pt x="21" y="14"/>
                  <a:pt x="23" y="13"/>
                </a:cubicBezTo>
                <a:cubicBezTo>
                  <a:pt x="25" y="10"/>
                  <a:pt x="24" y="5"/>
                  <a:pt x="27" y="1"/>
                </a:cubicBezTo>
                <a:cubicBezTo>
                  <a:pt x="28" y="0"/>
                  <a:pt x="29" y="0"/>
                  <a:pt x="31" y="0"/>
                </a:cubicBezTo>
                <a:cubicBezTo>
                  <a:pt x="34" y="0"/>
                  <a:pt x="38" y="1"/>
                  <a:pt x="40" y="5"/>
                </a:cubicBezTo>
                <a:cubicBezTo>
                  <a:pt x="41" y="7"/>
                  <a:pt x="41" y="9"/>
                  <a:pt x="41" y="11"/>
                </a:cubicBezTo>
                <a:cubicBezTo>
                  <a:pt x="41" y="14"/>
                  <a:pt x="40" y="16"/>
                  <a:pt x="39" y="18"/>
                </a:cubicBezTo>
                <a:cubicBezTo>
                  <a:pt x="45" y="18"/>
                  <a:pt x="45" y="18"/>
                  <a:pt x="45" y="18"/>
                </a:cubicBezTo>
                <a:cubicBezTo>
                  <a:pt x="50" y="18"/>
                  <a:pt x="55" y="22"/>
                  <a:pt x="55" y="27"/>
                </a:cubicBezTo>
                <a:cubicBezTo>
                  <a:pt x="55" y="29"/>
                  <a:pt x="54" y="31"/>
                  <a:pt x="53" y="33"/>
                </a:cubicBezTo>
                <a:close/>
                <a:moveTo>
                  <a:pt x="7" y="46"/>
                </a:moveTo>
                <a:cubicBezTo>
                  <a:pt x="5" y="46"/>
                  <a:pt x="4" y="47"/>
                  <a:pt x="4" y="48"/>
                </a:cubicBezTo>
                <a:cubicBezTo>
                  <a:pt x="4" y="49"/>
                  <a:pt x="5" y="50"/>
                  <a:pt x="7" y="50"/>
                </a:cubicBezTo>
                <a:cubicBezTo>
                  <a:pt x="8" y="50"/>
                  <a:pt x="9" y="49"/>
                  <a:pt x="9" y="48"/>
                </a:cubicBezTo>
                <a:cubicBezTo>
                  <a:pt x="9" y="47"/>
                  <a:pt x="8" y="46"/>
                  <a:pt x="7" y="46"/>
                </a:cubicBezTo>
                <a:close/>
                <a:moveTo>
                  <a:pt x="45" y="23"/>
                </a:moveTo>
                <a:cubicBezTo>
                  <a:pt x="33" y="23"/>
                  <a:pt x="33" y="23"/>
                  <a:pt x="33" y="23"/>
                </a:cubicBezTo>
                <a:cubicBezTo>
                  <a:pt x="33" y="19"/>
                  <a:pt x="36" y="16"/>
                  <a:pt x="36" y="11"/>
                </a:cubicBezTo>
                <a:cubicBezTo>
                  <a:pt x="36" y="7"/>
                  <a:pt x="36" y="5"/>
                  <a:pt x="31" y="5"/>
                </a:cubicBezTo>
                <a:cubicBezTo>
                  <a:pt x="28" y="7"/>
                  <a:pt x="30" y="12"/>
                  <a:pt x="26" y="16"/>
                </a:cubicBezTo>
                <a:cubicBezTo>
                  <a:pt x="25" y="17"/>
                  <a:pt x="24" y="18"/>
                  <a:pt x="23" y="19"/>
                </a:cubicBezTo>
                <a:cubicBezTo>
                  <a:pt x="22" y="21"/>
                  <a:pt x="17" y="27"/>
                  <a:pt x="15" y="27"/>
                </a:cubicBezTo>
                <a:cubicBezTo>
                  <a:pt x="13" y="27"/>
                  <a:pt x="13" y="27"/>
                  <a:pt x="13" y="27"/>
                </a:cubicBezTo>
                <a:cubicBezTo>
                  <a:pt x="13" y="50"/>
                  <a:pt x="13" y="50"/>
                  <a:pt x="13" y="50"/>
                </a:cubicBezTo>
                <a:cubicBezTo>
                  <a:pt x="15" y="50"/>
                  <a:pt x="15" y="50"/>
                  <a:pt x="15" y="50"/>
                </a:cubicBezTo>
                <a:cubicBezTo>
                  <a:pt x="17" y="50"/>
                  <a:pt x="20" y="52"/>
                  <a:pt x="22" y="52"/>
                </a:cubicBezTo>
                <a:cubicBezTo>
                  <a:pt x="26" y="54"/>
                  <a:pt x="30" y="55"/>
                  <a:pt x="34" y="55"/>
                </a:cubicBezTo>
                <a:cubicBezTo>
                  <a:pt x="38" y="55"/>
                  <a:pt x="38" y="55"/>
                  <a:pt x="38" y="55"/>
                </a:cubicBezTo>
                <a:cubicBezTo>
                  <a:pt x="42" y="55"/>
                  <a:pt x="45" y="53"/>
                  <a:pt x="45" y="49"/>
                </a:cubicBezTo>
                <a:cubicBezTo>
                  <a:pt x="45" y="48"/>
                  <a:pt x="45" y="47"/>
                  <a:pt x="45" y="47"/>
                </a:cubicBezTo>
                <a:cubicBezTo>
                  <a:pt x="47" y="46"/>
                  <a:pt x="47" y="44"/>
                  <a:pt x="47" y="42"/>
                </a:cubicBezTo>
                <a:cubicBezTo>
                  <a:pt x="47" y="41"/>
                  <a:pt x="47" y="41"/>
                  <a:pt x="47" y="40"/>
                </a:cubicBezTo>
                <a:cubicBezTo>
                  <a:pt x="48" y="39"/>
                  <a:pt x="49" y="37"/>
                  <a:pt x="49" y="36"/>
                </a:cubicBezTo>
                <a:cubicBezTo>
                  <a:pt x="49" y="34"/>
                  <a:pt x="48" y="33"/>
                  <a:pt x="47" y="32"/>
                </a:cubicBezTo>
                <a:cubicBezTo>
                  <a:pt x="49" y="32"/>
                  <a:pt x="50" y="29"/>
                  <a:pt x="50" y="27"/>
                </a:cubicBezTo>
                <a:cubicBezTo>
                  <a:pt x="50" y="25"/>
                  <a:pt x="48" y="23"/>
                  <a:pt x="45" y="2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2" name="Freeform 162"/>
          <p:cNvSpPr/>
          <p:nvPr/>
        </p:nvSpPr>
        <p:spPr>
          <a:xfrm>
            <a:off x="2475000" y="4011480"/>
            <a:ext cx="189000" cy="185760"/>
          </a:xfrm>
          <a:custGeom>
            <a:avLst/>
            <a:gdLst/>
            <a:ahLst/>
            <a:rect l="l" t="t" r="r" b="b"/>
            <a:pathLst>
              <a:path w="55" h="54">
                <a:moveTo>
                  <a:pt x="27" y="54"/>
                </a:moveTo>
                <a:cubicBezTo>
                  <a:pt x="12" y="54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4"/>
                  <a:pt x="27" y="54"/>
                </a:cubicBezTo>
                <a:close/>
                <a:moveTo>
                  <a:pt x="40" y="33"/>
                </a:moveTo>
                <a:cubicBezTo>
                  <a:pt x="34" y="27"/>
                  <a:pt x="34" y="27"/>
                  <a:pt x="34" y="27"/>
                </a:cubicBezTo>
                <a:cubicBezTo>
                  <a:pt x="40" y="20"/>
                  <a:pt x="40" y="20"/>
                  <a:pt x="40" y="20"/>
                </a:cubicBezTo>
                <a:cubicBezTo>
                  <a:pt x="41" y="20"/>
                  <a:pt x="41" y="19"/>
                  <a:pt x="41" y="19"/>
                </a:cubicBezTo>
                <a:cubicBezTo>
                  <a:pt x="41" y="18"/>
                  <a:pt x="41" y="18"/>
                  <a:pt x="40" y="17"/>
                </a:cubicBezTo>
                <a:cubicBezTo>
                  <a:pt x="37" y="14"/>
                  <a:pt x="37" y="14"/>
                  <a:pt x="37" y="14"/>
                </a:cubicBezTo>
                <a:cubicBezTo>
                  <a:pt x="36" y="14"/>
                  <a:pt x="36" y="13"/>
                  <a:pt x="35" y="13"/>
                </a:cubicBezTo>
                <a:cubicBezTo>
                  <a:pt x="35" y="13"/>
                  <a:pt x="34" y="14"/>
                  <a:pt x="34" y="14"/>
                </a:cubicBezTo>
                <a:cubicBezTo>
                  <a:pt x="27" y="20"/>
                  <a:pt x="27" y="20"/>
                  <a:pt x="27" y="20"/>
                </a:cubicBezTo>
                <a:cubicBezTo>
                  <a:pt x="21" y="14"/>
                  <a:pt x="21" y="14"/>
                  <a:pt x="21" y="14"/>
                </a:cubicBezTo>
                <a:cubicBezTo>
                  <a:pt x="20" y="14"/>
                  <a:pt x="20" y="13"/>
                  <a:pt x="19" y="13"/>
                </a:cubicBezTo>
                <a:cubicBezTo>
                  <a:pt x="19" y="13"/>
                  <a:pt x="18" y="14"/>
                  <a:pt x="17" y="14"/>
                </a:cubicBezTo>
                <a:cubicBezTo>
                  <a:pt x="14" y="17"/>
                  <a:pt x="14" y="17"/>
                  <a:pt x="14" y="17"/>
                </a:cubicBezTo>
                <a:cubicBezTo>
                  <a:pt x="14" y="18"/>
                  <a:pt x="14" y="18"/>
                  <a:pt x="14" y="19"/>
                </a:cubicBezTo>
                <a:cubicBezTo>
                  <a:pt x="14" y="19"/>
                  <a:pt x="14" y="20"/>
                  <a:pt x="14" y="20"/>
                </a:cubicBezTo>
                <a:cubicBezTo>
                  <a:pt x="21" y="27"/>
                  <a:pt x="21" y="27"/>
                  <a:pt x="21" y="27"/>
                </a:cubicBezTo>
                <a:cubicBezTo>
                  <a:pt x="14" y="33"/>
                  <a:pt x="14" y="33"/>
                  <a:pt x="14" y="33"/>
                </a:cubicBezTo>
                <a:cubicBezTo>
                  <a:pt x="14" y="34"/>
                  <a:pt x="14" y="34"/>
                  <a:pt x="14" y="35"/>
                </a:cubicBezTo>
                <a:cubicBezTo>
                  <a:pt x="14" y="36"/>
                  <a:pt x="14" y="36"/>
                  <a:pt x="14" y="37"/>
                </a:cubicBezTo>
                <a:cubicBezTo>
                  <a:pt x="17" y="40"/>
                  <a:pt x="17" y="40"/>
                  <a:pt x="17" y="40"/>
                </a:cubicBezTo>
                <a:cubicBezTo>
                  <a:pt x="18" y="40"/>
                  <a:pt x="19" y="41"/>
                  <a:pt x="19" y="41"/>
                </a:cubicBezTo>
                <a:cubicBezTo>
                  <a:pt x="20" y="41"/>
                  <a:pt x="20" y="40"/>
                  <a:pt x="21" y="40"/>
                </a:cubicBezTo>
                <a:cubicBezTo>
                  <a:pt x="27" y="33"/>
                  <a:pt x="27" y="33"/>
                  <a:pt x="27" y="33"/>
                </a:cubicBezTo>
                <a:cubicBezTo>
                  <a:pt x="34" y="40"/>
                  <a:pt x="34" y="40"/>
                  <a:pt x="34" y="40"/>
                </a:cubicBezTo>
                <a:cubicBezTo>
                  <a:pt x="34" y="40"/>
                  <a:pt x="35" y="41"/>
                  <a:pt x="35" y="41"/>
                </a:cubicBezTo>
                <a:cubicBezTo>
                  <a:pt x="36" y="41"/>
                  <a:pt x="36" y="40"/>
                  <a:pt x="37" y="40"/>
                </a:cubicBezTo>
                <a:cubicBezTo>
                  <a:pt x="40" y="37"/>
                  <a:pt x="40" y="37"/>
                  <a:pt x="40" y="37"/>
                </a:cubicBezTo>
                <a:cubicBezTo>
                  <a:pt x="41" y="36"/>
                  <a:pt x="41" y="36"/>
                  <a:pt x="41" y="35"/>
                </a:cubicBezTo>
                <a:cubicBezTo>
                  <a:pt x="41" y="34"/>
                  <a:pt x="41" y="34"/>
                  <a:pt x="40" y="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3" name="Freeform 163"/>
          <p:cNvSpPr/>
          <p:nvPr/>
        </p:nvSpPr>
        <p:spPr>
          <a:xfrm>
            <a:off x="2968560" y="4011480"/>
            <a:ext cx="189000" cy="185760"/>
          </a:xfrm>
          <a:custGeom>
            <a:avLst/>
            <a:gdLst/>
            <a:ahLst/>
            <a:rect l="l" t="t" r="r" b="b"/>
            <a:pathLst>
              <a:path w="55" h="54">
                <a:moveTo>
                  <a:pt x="55" y="44"/>
                </a:moveTo>
                <a:cubicBezTo>
                  <a:pt x="55" y="50"/>
                  <a:pt x="50" y="54"/>
                  <a:pt x="44" y="54"/>
                </a:cubicBezTo>
                <a:cubicBezTo>
                  <a:pt x="10" y="54"/>
                  <a:pt x="10" y="54"/>
                  <a:pt x="10" y="54"/>
                </a:cubicBezTo>
                <a:cubicBezTo>
                  <a:pt x="4" y="54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4"/>
                  <a:pt x="55" y="10"/>
                </a:cubicBezTo>
                <a:lnTo>
                  <a:pt x="55" y="44"/>
                </a:lnTo>
                <a:close/>
                <a:moveTo>
                  <a:pt x="45" y="10"/>
                </a:moveTo>
                <a:cubicBezTo>
                  <a:pt x="45" y="9"/>
                  <a:pt x="45" y="9"/>
                  <a:pt x="44" y="9"/>
                </a:cubicBezTo>
                <a:cubicBezTo>
                  <a:pt x="10" y="9"/>
                  <a:pt x="10" y="9"/>
                  <a:pt x="10" y="9"/>
                </a:cubicBezTo>
                <a:cubicBezTo>
                  <a:pt x="9" y="9"/>
                  <a:pt x="9" y="9"/>
                  <a:pt x="9" y="10"/>
                </a:cubicBezTo>
                <a:cubicBezTo>
                  <a:pt x="9" y="44"/>
                  <a:pt x="9" y="44"/>
                  <a:pt x="9" y="44"/>
                </a:cubicBezTo>
                <a:cubicBezTo>
                  <a:pt x="9" y="45"/>
                  <a:pt x="9" y="45"/>
                  <a:pt x="10" y="45"/>
                </a:cubicBezTo>
                <a:cubicBezTo>
                  <a:pt x="44" y="45"/>
                  <a:pt x="44" y="45"/>
                  <a:pt x="44" y="45"/>
                </a:cubicBezTo>
                <a:cubicBezTo>
                  <a:pt x="45" y="45"/>
                  <a:pt x="45" y="45"/>
                  <a:pt x="45" y="44"/>
                </a:cubicBezTo>
                <a:lnTo>
                  <a:pt x="45" y="10"/>
                </a:lnTo>
                <a:close/>
                <a:moveTo>
                  <a:pt x="36" y="38"/>
                </a:moveTo>
                <a:cubicBezTo>
                  <a:pt x="36" y="40"/>
                  <a:pt x="35" y="41"/>
                  <a:pt x="34" y="41"/>
                </a:cubicBezTo>
                <a:cubicBezTo>
                  <a:pt x="34" y="41"/>
                  <a:pt x="33" y="41"/>
                  <a:pt x="33" y="40"/>
                </a:cubicBezTo>
                <a:cubicBezTo>
                  <a:pt x="17" y="29"/>
                  <a:pt x="17" y="29"/>
                  <a:pt x="17" y="29"/>
                </a:cubicBezTo>
                <a:cubicBezTo>
                  <a:pt x="16" y="28"/>
                  <a:pt x="16" y="28"/>
                  <a:pt x="16" y="27"/>
                </a:cubicBezTo>
                <a:cubicBezTo>
                  <a:pt x="16" y="26"/>
                  <a:pt x="16" y="26"/>
                  <a:pt x="17" y="25"/>
                </a:cubicBezTo>
                <a:cubicBezTo>
                  <a:pt x="33" y="14"/>
                  <a:pt x="33" y="14"/>
                  <a:pt x="33" y="14"/>
                </a:cubicBezTo>
                <a:cubicBezTo>
                  <a:pt x="33" y="13"/>
                  <a:pt x="34" y="13"/>
                  <a:pt x="34" y="13"/>
                </a:cubicBezTo>
                <a:cubicBezTo>
                  <a:pt x="35" y="13"/>
                  <a:pt x="36" y="14"/>
                  <a:pt x="36" y="16"/>
                </a:cubicBezTo>
                <a:lnTo>
                  <a:pt x="36" y="3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4" name="Freeform 164"/>
          <p:cNvSpPr/>
          <p:nvPr/>
        </p:nvSpPr>
        <p:spPr>
          <a:xfrm>
            <a:off x="3463920" y="4011480"/>
            <a:ext cx="189000" cy="185760"/>
          </a:xfrm>
          <a:custGeom>
            <a:avLst/>
            <a:gdLst/>
            <a:ahLst/>
            <a:rect l="l" t="t" r="r" b="b"/>
            <a:pathLst>
              <a:path w="55" h="54">
                <a:moveTo>
                  <a:pt x="55" y="44"/>
                </a:moveTo>
                <a:cubicBezTo>
                  <a:pt x="55" y="50"/>
                  <a:pt x="50" y="54"/>
                  <a:pt x="44" y="54"/>
                </a:cubicBezTo>
                <a:cubicBezTo>
                  <a:pt x="10" y="54"/>
                  <a:pt x="10" y="54"/>
                  <a:pt x="10" y="54"/>
                </a:cubicBezTo>
                <a:cubicBezTo>
                  <a:pt x="4" y="54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4"/>
                  <a:pt x="55" y="10"/>
                </a:cubicBezTo>
                <a:lnTo>
                  <a:pt x="55" y="44"/>
                </a:lnTo>
                <a:close/>
                <a:moveTo>
                  <a:pt x="45" y="10"/>
                </a:moveTo>
                <a:cubicBezTo>
                  <a:pt x="45" y="9"/>
                  <a:pt x="45" y="9"/>
                  <a:pt x="44" y="9"/>
                </a:cubicBezTo>
                <a:cubicBezTo>
                  <a:pt x="10" y="9"/>
                  <a:pt x="10" y="9"/>
                  <a:pt x="10" y="9"/>
                </a:cubicBezTo>
                <a:cubicBezTo>
                  <a:pt x="9" y="9"/>
                  <a:pt x="9" y="9"/>
                  <a:pt x="9" y="10"/>
                </a:cubicBezTo>
                <a:cubicBezTo>
                  <a:pt x="9" y="44"/>
                  <a:pt x="9" y="44"/>
                  <a:pt x="9" y="44"/>
                </a:cubicBezTo>
                <a:cubicBezTo>
                  <a:pt x="9" y="45"/>
                  <a:pt x="9" y="45"/>
                  <a:pt x="10" y="45"/>
                </a:cubicBezTo>
                <a:cubicBezTo>
                  <a:pt x="44" y="45"/>
                  <a:pt x="44" y="45"/>
                  <a:pt x="44" y="45"/>
                </a:cubicBezTo>
                <a:cubicBezTo>
                  <a:pt x="45" y="45"/>
                  <a:pt x="45" y="45"/>
                  <a:pt x="45" y="44"/>
                </a:cubicBezTo>
                <a:lnTo>
                  <a:pt x="45" y="10"/>
                </a:lnTo>
                <a:close/>
                <a:moveTo>
                  <a:pt x="39" y="36"/>
                </a:moveTo>
                <a:cubicBezTo>
                  <a:pt x="16" y="36"/>
                  <a:pt x="16" y="36"/>
                  <a:pt x="16" y="36"/>
                </a:cubicBezTo>
                <a:cubicBezTo>
                  <a:pt x="15" y="36"/>
                  <a:pt x="14" y="36"/>
                  <a:pt x="14" y="35"/>
                </a:cubicBezTo>
                <a:cubicBezTo>
                  <a:pt x="13" y="34"/>
                  <a:pt x="13" y="33"/>
                  <a:pt x="14" y="32"/>
                </a:cubicBezTo>
                <a:cubicBezTo>
                  <a:pt x="25" y="16"/>
                  <a:pt x="25" y="16"/>
                  <a:pt x="25" y="16"/>
                </a:cubicBezTo>
                <a:cubicBezTo>
                  <a:pt x="26" y="16"/>
                  <a:pt x="26" y="16"/>
                  <a:pt x="27" y="16"/>
                </a:cubicBezTo>
                <a:cubicBezTo>
                  <a:pt x="28" y="16"/>
                  <a:pt x="29" y="16"/>
                  <a:pt x="29" y="16"/>
                </a:cubicBezTo>
                <a:cubicBezTo>
                  <a:pt x="40" y="32"/>
                  <a:pt x="40" y="32"/>
                  <a:pt x="40" y="32"/>
                </a:cubicBezTo>
                <a:cubicBezTo>
                  <a:pt x="41" y="33"/>
                  <a:pt x="41" y="34"/>
                  <a:pt x="41" y="35"/>
                </a:cubicBezTo>
                <a:cubicBezTo>
                  <a:pt x="40" y="36"/>
                  <a:pt x="39" y="36"/>
                  <a:pt x="39" y="3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5" name="Freeform 165"/>
          <p:cNvSpPr/>
          <p:nvPr/>
        </p:nvSpPr>
        <p:spPr>
          <a:xfrm>
            <a:off x="3959280" y="4011480"/>
            <a:ext cx="189000" cy="185760"/>
          </a:xfrm>
          <a:custGeom>
            <a:avLst/>
            <a:gdLst/>
            <a:ahLst/>
            <a:rect l="l" t="t" r="r" b="b"/>
            <a:pathLst>
              <a:path w="55" h="54">
                <a:moveTo>
                  <a:pt x="55" y="52"/>
                </a:moveTo>
                <a:cubicBezTo>
                  <a:pt x="55" y="53"/>
                  <a:pt x="54" y="54"/>
                  <a:pt x="52" y="54"/>
                </a:cubicBezTo>
                <a:cubicBezTo>
                  <a:pt x="2" y="54"/>
                  <a:pt x="2" y="54"/>
                  <a:pt x="2" y="54"/>
                </a:cubicBezTo>
                <a:cubicBezTo>
                  <a:pt x="1" y="54"/>
                  <a:pt x="0" y="53"/>
                  <a:pt x="0" y="52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54" y="0"/>
                  <a:pt x="55" y="1"/>
                  <a:pt x="55" y="2"/>
                </a:cubicBezTo>
                <a:lnTo>
                  <a:pt x="55" y="52"/>
                </a:lnTo>
                <a:close/>
                <a:moveTo>
                  <a:pt x="25" y="6"/>
                </a:moveTo>
                <a:cubicBezTo>
                  <a:pt x="25" y="6"/>
                  <a:pt x="24" y="5"/>
                  <a:pt x="24" y="5"/>
                </a:cubicBezTo>
                <a:cubicBezTo>
                  <a:pt x="7" y="5"/>
                  <a:pt x="7" y="5"/>
                  <a:pt x="7" y="5"/>
                </a:cubicBezTo>
                <a:cubicBezTo>
                  <a:pt x="6" y="5"/>
                  <a:pt x="5" y="6"/>
                  <a:pt x="5" y="6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44"/>
                  <a:pt x="6" y="44"/>
                  <a:pt x="7" y="44"/>
                </a:cubicBezTo>
                <a:cubicBezTo>
                  <a:pt x="24" y="44"/>
                  <a:pt x="24" y="44"/>
                  <a:pt x="24" y="44"/>
                </a:cubicBezTo>
                <a:cubicBezTo>
                  <a:pt x="24" y="44"/>
                  <a:pt x="25" y="44"/>
                  <a:pt x="25" y="43"/>
                </a:cubicBezTo>
                <a:lnTo>
                  <a:pt x="25" y="6"/>
                </a:lnTo>
                <a:close/>
                <a:moveTo>
                  <a:pt x="49" y="6"/>
                </a:moveTo>
                <a:cubicBezTo>
                  <a:pt x="49" y="6"/>
                  <a:pt x="48" y="5"/>
                  <a:pt x="48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0" y="5"/>
                  <a:pt x="29" y="6"/>
                  <a:pt x="29" y="6"/>
                </a:cubicBezTo>
                <a:cubicBezTo>
                  <a:pt x="29" y="29"/>
                  <a:pt x="29" y="29"/>
                  <a:pt x="29" y="29"/>
                </a:cubicBezTo>
                <a:cubicBezTo>
                  <a:pt x="29" y="30"/>
                  <a:pt x="30" y="30"/>
                  <a:pt x="31" y="30"/>
                </a:cubicBezTo>
                <a:cubicBezTo>
                  <a:pt x="48" y="30"/>
                  <a:pt x="48" y="30"/>
                  <a:pt x="48" y="30"/>
                </a:cubicBezTo>
                <a:cubicBezTo>
                  <a:pt x="48" y="30"/>
                  <a:pt x="49" y="30"/>
                  <a:pt x="49" y="29"/>
                </a:cubicBezTo>
                <a:lnTo>
                  <a:pt x="49" y="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6" name="Freeform 166"/>
          <p:cNvSpPr/>
          <p:nvPr/>
        </p:nvSpPr>
        <p:spPr>
          <a:xfrm>
            <a:off x="4452840" y="4011480"/>
            <a:ext cx="220680" cy="173160"/>
          </a:xfrm>
          <a:custGeom>
            <a:avLst/>
            <a:gdLst/>
            <a:ahLst/>
            <a:rect l="l" t="t" r="r" b="b"/>
            <a:pathLst>
              <a:path w="64" h="50">
                <a:moveTo>
                  <a:pt x="64" y="14"/>
                </a:moveTo>
                <a:cubicBezTo>
                  <a:pt x="45" y="14"/>
                  <a:pt x="45" y="14"/>
                  <a:pt x="45" y="14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2"/>
                  <a:pt x="44" y="10"/>
                  <a:pt x="32" y="10"/>
                </a:cubicBezTo>
                <a:cubicBezTo>
                  <a:pt x="19" y="10"/>
                  <a:pt x="18" y="12"/>
                  <a:pt x="18" y="14"/>
                </a:cubicBezTo>
                <a:cubicBezTo>
                  <a:pt x="18" y="14"/>
                  <a:pt x="18" y="14"/>
                  <a:pt x="18" y="14"/>
                </a:cubicBezTo>
                <a:cubicBezTo>
                  <a:pt x="0" y="14"/>
                  <a:pt x="0" y="14"/>
                  <a:pt x="0" y="14"/>
                </a:cubicBezTo>
                <a:cubicBezTo>
                  <a:pt x="0" y="14"/>
                  <a:pt x="0" y="14"/>
                  <a:pt x="0" y="14"/>
                </a:cubicBezTo>
                <a:cubicBezTo>
                  <a:pt x="0" y="11"/>
                  <a:pt x="4" y="0"/>
                  <a:pt x="32" y="0"/>
                </a:cubicBezTo>
                <a:cubicBezTo>
                  <a:pt x="59" y="0"/>
                  <a:pt x="64" y="11"/>
                  <a:pt x="64" y="14"/>
                </a:cubicBezTo>
                <a:close/>
                <a:moveTo>
                  <a:pt x="0" y="20"/>
                </a:moveTo>
                <a:cubicBezTo>
                  <a:pt x="0" y="15"/>
                  <a:pt x="0" y="15"/>
                  <a:pt x="0" y="15"/>
                </a:cubicBezTo>
                <a:cubicBezTo>
                  <a:pt x="18" y="15"/>
                  <a:pt x="18" y="15"/>
                  <a:pt x="18" y="15"/>
                </a:cubicBezTo>
                <a:cubicBezTo>
                  <a:pt x="18" y="20"/>
                  <a:pt x="18" y="20"/>
                  <a:pt x="18" y="20"/>
                </a:cubicBezTo>
                <a:cubicBezTo>
                  <a:pt x="18" y="21"/>
                  <a:pt x="17" y="22"/>
                  <a:pt x="16" y="22"/>
                </a:cubicBezTo>
                <a:cubicBezTo>
                  <a:pt x="2" y="22"/>
                  <a:pt x="2" y="22"/>
                  <a:pt x="2" y="22"/>
                </a:cubicBezTo>
                <a:cubicBezTo>
                  <a:pt x="1" y="22"/>
                  <a:pt x="0" y="21"/>
                  <a:pt x="0" y="20"/>
                </a:cubicBezTo>
                <a:close/>
                <a:moveTo>
                  <a:pt x="9" y="35"/>
                </a:moveTo>
                <a:cubicBezTo>
                  <a:pt x="9" y="36"/>
                  <a:pt x="8" y="36"/>
                  <a:pt x="8" y="36"/>
                </a:cubicBezTo>
                <a:cubicBezTo>
                  <a:pt x="1" y="36"/>
                  <a:pt x="1" y="36"/>
                  <a:pt x="1" y="36"/>
                </a:cubicBezTo>
                <a:cubicBezTo>
                  <a:pt x="0" y="36"/>
                  <a:pt x="0" y="36"/>
                  <a:pt x="0" y="35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7"/>
                  <a:pt x="0" y="27"/>
                  <a:pt x="1" y="27"/>
                </a:cubicBezTo>
                <a:cubicBezTo>
                  <a:pt x="8" y="27"/>
                  <a:pt x="8" y="27"/>
                  <a:pt x="8" y="27"/>
                </a:cubicBezTo>
                <a:cubicBezTo>
                  <a:pt x="8" y="27"/>
                  <a:pt x="9" y="27"/>
                  <a:pt x="9" y="28"/>
                </a:cubicBezTo>
                <a:lnTo>
                  <a:pt x="9" y="35"/>
                </a:lnTo>
                <a:close/>
                <a:moveTo>
                  <a:pt x="16" y="49"/>
                </a:moveTo>
                <a:cubicBezTo>
                  <a:pt x="16" y="49"/>
                  <a:pt x="15" y="50"/>
                  <a:pt x="15" y="50"/>
                </a:cubicBezTo>
                <a:cubicBezTo>
                  <a:pt x="8" y="50"/>
                  <a:pt x="8" y="50"/>
                  <a:pt x="8" y="50"/>
                </a:cubicBezTo>
                <a:cubicBezTo>
                  <a:pt x="7" y="50"/>
                  <a:pt x="7" y="49"/>
                  <a:pt x="7" y="49"/>
                </a:cubicBezTo>
                <a:cubicBezTo>
                  <a:pt x="7" y="42"/>
                  <a:pt x="7" y="42"/>
                  <a:pt x="7" y="42"/>
                </a:cubicBezTo>
                <a:cubicBezTo>
                  <a:pt x="7" y="41"/>
                  <a:pt x="7" y="41"/>
                  <a:pt x="8" y="41"/>
                </a:cubicBezTo>
                <a:cubicBezTo>
                  <a:pt x="15" y="41"/>
                  <a:pt x="15" y="41"/>
                  <a:pt x="15" y="41"/>
                </a:cubicBezTo>
                <a:cubicBezTo>
                  <a:pt x="15" y="41"/>
                  <a:pt x="16" y="41"/>
                  <a:pt x="16" y="42"/>
                </a:cubicBezTo>
                <a:lnTo>
                  <a:pt x="16" y="49"/>
                </a:lnTo>
                <a:close/>
                <a:moveTo>
                  <a:pt x="23" y="35"/>
                </a:moveTo>
                <a:cubicBezTo>
                  <a:pt x="23" y="36"/>
                  <a:pt x="22" y="36"/>
                  <a:pt x="21" y="36"/>
                </a:cubicBezTo>
                <a:cubicBezTo>
                  <a:pt x="15" y="36"/>
                  <a:pt x="15" y="36"/>
                  <a:pt x="15" y="36"/>
                </a:cubicBezTo>
                <a:cubicBezTo>
                  <a:pt x="14" y="36"/>
                  <a:pt x="13" y="36"/>
                  <a:pt x="13" y="35"/>
                </a:cubicBezTo>
                <a:cubicBezTo>
                  <a:pt x="13" y="28"/>
                  <a:pt x="13" y="28"/>
                  <a:pt x="13" y="28"/>
                </a:cubicBezTo>
                <a:cubicBezTo>
                  <a:pt x="13" y="27"/>
                  <a:pt x="14" y="27"/>
                  <a:pt x="15" y="27"/>
                </a:cubicBezTo>
                <a:cubicBezTo>
                  <a:pt x="21" y="27"/>
                  <a:pt x="21" y="27"/>
                  <a:pt x="21" y="27"/>
                </a:cubicBezTo>
                <a:cubicBezTo>
                  <a:pt x="22" y="27"/>
                  <a:pt x="23" y="27"/>
                  <a:pt x="23" y="28"/>
                </a:cubicBezTo>
                <a:lnTo>
                  <a:pt x="23" y="35"/>
                </a:lnTo>
                <a:close/>
                <a:moveTo>
                  <a:pt x="29" y="49"/>
                </a:moveTo>
                <a:cubicBezTo>
                  <a:pt x="29" y="49"/>
                  <a:pt x="29" y="50"/>
                  <a:pt x="28" y="50"/>
                </a:cubicBezTo>
                <a:cubicBezTo>
                  <a:pt x="21" y="50"/>
                  <a:pt x="21" y="50"/>
                  <a:pt x="21" y="50"/>
                </a:cubicBezTo>
                <a:cubicBezTo>
                  <a:pt x="21" y="50"/>
                  <a:pt x="20" y="49"/>
                  <a:pt x="20" y="49"/>
                </a:cubicBezTo>
                <a:cubicBezTo>
                  <a:pt x="20" y="42"/>
                  <a:pt x="20" y="42"/>
                  <a:pt x="20" y="42"/>
                </a:cubicBezTo>
                <a:cubicBezTo>
                  <a:pt x="20" y="41"/>
                  <a:pt x="21" y="41"/>
                  <a:pt x="21" y="41"/>
                </a:cubicBezTo>
                <a:cubicBezTo>
                  <a:pt x="28" y="41"/>
                  <a:pt x="28" y="41"/>
                  <a:pt x="28" y="41"/>
                </a:cubicBezTo>
                <a:cubicBezTo>
                  <a:pt x="29" y="41"/>
                  <a:pt x="29" y="41"/>
                  <a:pt x="29" y="42"/>
                </a:cubicBezTo>
                <a:lnTo>
                  <a:pt x="29" y="49"/>
                </a:lnTo>
                <a:close/>
                <a:moveTo>
                  <a:pt x="36" y="35"/>
                </a:moveTo>
                <a:cubicBezTo>
                  <a:pt x="36" y="36"/>
                  <a:pt x="36" y="36"/>
                  <a:pt x="35" y="36"/>
                </a:cubicBezTo>
                <a:cubicBezTo>
                  <a:pt x="28" y="36"/>
                  <a:pt x="28" y="36"/>
                  <a:pt x="28" y="36"/>
                </a:cubicBezTo>
                <a:cubicBezTo>
                  <a:pt x="28" y="36"/>
                  <a:pt x="27" y="36"/>
                  <a:pt x="27" y="35"/>
                </a:cubicBezTo>
                <a:cubicBezTo>
                  <a:pt x="27" y="28"/>
                  <a:pt x="27" y="28"/>
                  <a:pt x="27" y="28"/>
                </a:cubicBezTo>
                <a:cubicBezTo>
                  <a:pt x="27" y="27"/>
                  <a:pt x="28" y="27"/>
                  <a:pt x="28" y="27"/>
                </a:cubicBezTo>
                <a:cubicBezTo>
                  <a:pt x="35" y="27"/>
                  <a:pt x="35" y="27"/>
                  <a:pt x="35" y="27"/>
                </a:cubicBezTo>
                <a:cubicBezTo>
                  <a:pt x="36" y="27"/>
                  <a:pt x="36" y="27"/>
                  <a:pt x="36" y="28"/>
                </a:cubicBezTo>
                <a:lnTo>
                  <a:pt x="36" y="35"/>
                </a:lnTo>
                <a:close/>
                <a:moveTo>
                  <a:pt x="43" y="49"/>
                </a:moveTo>
                <a:cubicBezTo>
                  <a:pt x="43" y="49"/>
                  <a:pt x="43" y="50"/>
                  <a:pt x="42" y="50"/>
                </a:cubicBezTo>
                <a:cubicBezTo>
                  <a:pt x="35" y="50"/>
                  <a:pt x="35" y="50"/>
                  <a:pt x="35" y="50"/>
                </a:cubicBezTo>
                <a:cubicBezTo>
                  <a:pt x="35" y="50"/>
                  <a:pt x="34" y="49"/>
                  <a:pt x="34" y="49"/>
                </a:cubicBezTo>
                <a:cubicBezTo>
                  <a:pt x="34" y="42"/>
                  <a:pt x="34" y="42"/>
                  <a:pt x="34" y="42"/>
                </a:cubicBezTo>
                <a:cubicBezTo>
                  <a:pt x="34" y="41"/>
                  <a:pt x="35" y="41"/>
                  <a:pt x="35" y="41"/>
                </a:cubicBezTo>
                <a:cubicBezTo>
                  <a:pt x="42" y="41"/>
                  <a:pt x="42" y="41"/>
                  <a:pt x="42" y="41"/>
                </a:cubicBezTo>
                <a:cubicBezTo>
                  <a:pt x="43" y="41"/>
                  <a:pt x="43" y="41"/>
                  <a:pt x="43" y="42"/>
                </a:cubicBezTo>
                <a:lnTo>
                  <a:pt x="43" y="49"/>
                </a:lnTo>
                <a:close/>
                <a:moveTo>
                  <a:pt x="50" y="35"/>
                </a:moveTo>
                <a:cubicBezTo>
                  <a:pt x="50" y="36"/>
                  <a:pt x="50" y="36"/>
                  <a:pt x="49" y="36"/>
                </a:cubicBezTo>
                <a:cubicBezTo>
                  <a:pt x="42" y="36"/>
                  <a:pt x="42" y="36"/>
                  <a:pt x="42" y="36"/>
                </a:cubicBezTo>
                <a:cubicBezTo>
                  <a:pt x="41" y="36"/>
                  <a:pt x="41" y="36"/>
                  <a:pt x="41" y="35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7"/>
                  <a:pt x="41" y="27"/>
                  <a:pt x="42" y="27"/>
                </a:cubicBezTo>
                <a:cubicBezTo>
                  <a:pt x="49" y="27"/>
                  <a:pt x="49" y="27"/>
                  <a:pt x="49" y="27"/>
                </a:cubicBezTo>
                <a:cubicBezTo>
                  <a:pt x="50" y="27"/>
                  <a:pt x="50" y="27"/>
                  <a:pt x="50" y="28"/>
                </a:cubicBezTo>
                <a:lnTo>
                  <a:pt x="50" y="35"/>
                </a:lnTo>
                <a:close/>
                <a:moveTo>
                  <a:pt x="64" y="20"/>
                </a:moveTo>
                <a:cubicBezTo>
                  <a:pt x="64" y="21"/>
                  <a:pt x="63" y="22"/>
                  <a:pt x="61" y="22"/>
                </a:cubicBezTo>
                <a:cubicBezTo>
                  <a:pt x="48" y="22"/>
                  <a:pt x="48" y="22"/>
                  <a:pt x="48" y="22"/>
                </a:cubicBezTo>
                <a:cubicBezTo>
                  <a:pt x="46" y="22"/>
                  <a:pt x="45" y="21"/>
                  <a:pt x="45" y="20"/>
                </a:cubicBezTo>
                <a:cubicBezTo>
                  <a:pt x="45" y="15"/>
                  <a:pt x="45" y="15"/>
                  <a:pt x="45" y="15"/>
                </a:cubicBezTo>
                <a:cubicBezTo>
                  <a:pt x="64" y="15"/>
                  <a:pt x="64" y="15"/>
                  <a:pt x="64" y="15"/>
                </a:cubicBezTo>
                <a:lnTo>
                  <a:pt x="64" y="20"/>
                </a:lnTo>
                <a:close/>
                <a:moveTo>
                  <a:pt x="57" y="49"/>
                </a:moveTo>
                <a:cubicBezTo>
                  <a:pt x="57" y="49"/>
                  <a:pt x="56" y="50"/>
                  <a:pt x="56" y="50"/>
                </a:cubicBezTo>
                <a:cubicBezTo>
                  <a:pt x="49" y="50"/>
                  <a:pt x="49" y="50"/>
                  <a:pt x="49" y="50"/>
                </a:cubicBezTo>
                <a:cubicBezTo>
                  <a:pt x="48" y="50"/>
                  <a:pt x="48" y="49"/>
                  <a:pt x="48" y="49"/>
                </a:cubicBezTo>
                <a:cubicBezTo>
                  <a:pt x="48" y="42"/>
                  <a:pt x="48" y="42"/>
                  <a:pt x="48" y="42"/>
                </a:cubicBezTo>
                <a:cubicBezTo>
                  <a:pt x="48" y="41"/>
                  <a:pt x="48" y="41"/>
                  <a:pt x="49" y="41"/>
                </a:cubicBezTo>
                <a:cubicBezTo>
                  <a:pt x="56" y="41"/>
                  <a:pt x="56" y="41"/>
                  <a:pt x="56" y="41"/>
                </a:cubicBezTo>
                <a:cubicBezTo>
                  <a:pt x="56" y="41"/>
                  <a:pt x="57" y="41"/>
                  <a:pt x="57" y="42"/>
                </a:cubicBezTo>
                <a:lnTo>
                  <a:pt x="57" y="49"/>
                </a:lnTo>
                <a:close/>
                <a:moveTo>
                  <a:pt x="64" y="35"/>
                </a:moveTo>
                <a:cubicBezTo>
                  <a:pt x="64" y="36"/>
                  <a:pt x="63" y="36"/>
                  <a:pt x="63" y="36"/>
                </a:cubicBezTo>
                <a:cubicBezTo>
                  <a:pt x="56" y="36"/>
                  <a:pt x="56" y="36"/>
                  <a:pt x="56" y="36"/>
                </a:cubicBezTo>
                <a:cubicBezTo>
                  <a:pt x="55" y="36"/>
                  <a:pt x="55" y="36"/>
                  <a:pt x="55" y="35"/>
                </a:cubicBezTo>
                <a:cubicBezTo>
                  <a:pt x="55" y="28"/>
                  <a:pt x="55" y="28"/>
                  <a:pt x="55" y="28"/>
                </a:cubicBezTo>
                <a:cubicBezTo>
                  <a:pt x="55" y="27"/>
                  <a:pt x="55" y="27"/>
                  <a:pt x="56" y="27"/>
                </a:cubicBezTo>
                <a:cubicBezTo>
                  <a:pt x="63" y="27"/>
                  <a:pt x="63" y="27"/>
                  <a:pt x="63" y="27"/>
                </a:cubicBezTo>
                <a:cubicBezTo>
                  <a:pt x="63" y="27"/>
                  <a:pt x="64" y="27"/>
                  <a:pt x="64" y="28"/>
                </a:cubicBezTo>
                <a:lnTo>
                  <a:pt x="64" y="3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7" name="Freeform 167"/>
          <p:cNvSpPr/>
          <p:nvPr/>
        </p:nvSpPr>
        <p:spPr>
          <a:xfrm>
            <a:off x="4959360" y="3994200"/>
            <a:ext cx="195120" cy="203040"/>
          </a:xfrm>
          <a:custGeom>
            <a:avLst/>
            <a:gdLst/>
            <a:ahLst/>
            <a:rect l="l" t="t" r="r" b="b"/>
            <a:pathLst>
              <a:path w="123" h="128">
                <a:moveTo>
                  <a:pt x="123" y="78"/>
                </a:moveTo>
                <a:lnTo>
                  <a:pt x="90" y="113"/>
                </a:lnTo>
                <a:lnTo>
                  <a:pt x="64" y="113"/>
                </a:lnTo>
                <a:lnTo>
                  <a:pt x="47" y="128"/>
                </a:lnTo>
                <a:lnTo>
                  <a:pt x="32" y="128"/>
                </a:lnTo>
                <a:lnTo>
                  <a:pt x="32" y="113"/>
                </a:lnTo>
                <a:lnTo>
                  <a:pt x="0" y="113"/>
                </a:lnTo>
                <a:lnTo>
                  <a:pt x="0" y="22"/>
                </a:lnTo>
                <a:lnTo>
                  <a:pt x="8" y="0"/>
                </a:lnTo>
                <a:lnTo>
                  <a:pt x="123" y="0"/>
                </a:lnTo>
                <a:lnTo>
                  <a:pt x="123" y="78"/>
                </a:lnTo>
                <a:close/>
                <a:moveTo>
                  <a:pt x="112" y="74"/>
                </a:moveTo>
                <a:lnTo>
                  <a:pt x="112" y="11"/>
                </a:lnTo>
                <a:lnTo>
                  <a:pt x="19" y="11"/>
                </a:lnTo>
                <a:lnTo>
                  <a:pt x="19" y="94"/>
                </a:lnTo>
                <a:lnTo>
                  <a:pt x="45" y="94"/>
                </a:lnTo>
                <a:lnTo>
                  <a:pt x="45" y="109"/>
                </a:lnTo>
                <a:lnTo>
                  <a:pt x="62" y="94"/>
                </a:lnTo>
                <a:lnTo>
                  <a:pt x="93" y="94"/>
                </a:lnTo>
                <a:lnTo>
                  <a:pt x="112" y="74"/>
                </a:lnTo>
                <a:close/>
                <a:moveTo>
                  <a:pt x="62" y="68"/>
                </a:moveTo>
                <a:lnTo>
                  <a:pt x="51" y="68"/>
                </a:lnTo>
                <a:lnTo>
                  <a:pt x="51" y="33"/>
                </a:lnTo>
                <a:lnTo>
                  <a:pt x="62" y="33"/>
                </a:lnTo>
                <a:lnTo>
                  <a:pt x="62" y="68"/>
                </a:lnTo>
                <a:close/>
                <a:moveTo>
                  <a:pt x="93" y="68"/>
                </a:moveTo>
                <a:lnTo>
                  <a:pt x="82" y="68"/>
                </a:lnTo>
                <a:lnTo>
                  <a:pt x="82" y="33"/>
                </a:lnTo>
                <a:lnTo>
                  <a:pt x="93" y="33"/>
                </a:lnTo>
                <a:lnTo>
                  <a:pt x="93" y="6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8" name="Freeform 168"/>
          <p:cNvSpPr/>
          <p:nvPr/>
        </p:nvSpPr>
        <p:spPr>
          <a:xfrm>
            <a:off x="5443560" y="4011480"/>
            <a:ext cx="201600" cy="173160"/>
          </a:xfrm>
          <a:custGeom>
            <a:avLst/>
            <a:gdLst/>
            <a:ahLst/>
            <a:rect l="l" t="t" r="r" b="b"/>
            <a:pathLst>
              <a:path w="59" h="50">
                <a:moveTo>
                  <a:pt x="59" y="25"/>
                </a:moveTo>
                <a:cubicBezTo>
                  <a:pt x="59" y="26"/>
                  <a:pt x="58" y="27"/>
                  <a:pt x="57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53" y="27"/>
                  <a:pt x="52" y="26"/>
                  <a:pt x="52" y="25"/>
                </a:cubicBezTo>
                <a:cubicBezTo>
                  <a:pt x="52" y="16"/>
                  <a:pt x="52" y="16"/>
                  <a:pt x="52" y="16"/>
                </a:cubicBezTo>
                <a:cubicBezTo>
                  <a:pt x="52" y="10"/>
                  <a:pt x="48" y="6"/>
                  <a:pt x="43" y="6"/>
                </a:cubicBezTo>
                <a:cubicBezTo>
                  <a:pt x="38" y="6"/>
                  <a:pt x="34" y="10"/>
                  <a:pt x="34" y="16"/>
                </a:cubicBezTo>
                <a:cubicBezTo>
                  <a:pt x="34" y="22"/>
                  <a:pt x="34" y="22"/>
                  <a:pt x="34" y="22"/>
                </a:cubicBezTo>
                <a:cubicBezTo>
                  <a:pt x="37" y="22"/>
                  <a:pt x="37" y="22"/>
                  <a:pt x="37" y="22"/>
                </a:cubicBezTo>
                <a:cubicBezTo>
                  <a:pt x="39" y="22"/>
                  <a:pt x="41" y="24"/>
                  <a:pt x="41" y="26"/>
                </a:cubicBezTo>
                <a:cubicBezTo>
                  <a:pt x="41" y="46"/>
                  <a:pt x="41" y="46"/>
                  <a:pt x="41" y="46"/>
                </a:cubicBezTo>
                <a:cubicBezTo>
                  <a:pt x="41" y="48"/>
                  <a:pt x="39" y="50"/>
                  <a:pt x="37" y="50"/>
                </a:cubicBezTo>
                <a:cubicBezTo>
                  <a:pt x="3" y="50"/>
                  <a:pt x="3" y="50"/>
                  <a:pt x="3" y="50"/>
                </a:cubicBezTo>
                <a:cubicBezTo>
                  <a:pt x="1" y="50"/>
                  <a:pt x="0" y="48"/>
                  <a:pt x="0" y="46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24"/>
                  <a:pt x="1" y="22"/>
                  <a:pt x="3" y="22"/>
                </a:cubicBezTo>
                <a:cubicBezTo>
                  <a:pt x="27" y="22"/>
                  <a:pt x="27" y="22"/>
                  <a:pt x="27" y="22"/>
                </a:cubicBezTo>
                <a:cubicBezTo>
                  <a:pt x="27" y="16"/>
                  <a:pt x="27" y="16"/>
                  <a:pt x="27" y="16"/>
                </a:cubicBezTo>
                <a:cubicBezTo>
                  <a:pt x="27" y="7"/>
                  <a:pt x="34" y="0"/>
                  <a:pt x="43" y="0"/>
                </a:cubicBezTo>
                <a:cubicBezTo>
                  <a:pt x="52" y="0"/>
                  <a:pt x="59" y="7"/>
                  <a:pt x="59" y="16"/>
                </a:cubicBezTo>
                <a:lnTo>
                  <a:pt x="59" y="2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9" name="Freeform 169"/>
          <p:cNvSpPr/>
          <p:nvPr/>
        </p:nvSpPr>
        <p:spPr>
          <a:xfrm>
            <a:off x="5942160" y="3994200"/>
            <a:ext cx="115920" cy="220680"/>
          </a:xfrm>
          <a:custGeom>
            <a:avLst/>
            <a:gdLst/>
            <a:ahLst/>
            <a:rect l="l" t="t" r="r" b="b"/>
            <a:pathLst>
              <a:path w="34" h="64">
                <a:moveTo>
                  <a:pt x="21" y="57"/>
                </a:moveTo>
                <a:cubicBezTo>
                  <a:pt x="21" y="63"/>
                  <a:pt x="21" y="63"/>
                  <a:pt x="21" y="63"/>
                </a:cubicBezTo>
                <a:cubicBezTo>
                  <a:pt x="21" y="63"/>
                  <a:pt x="20" y="64"/>
                  <a:pt x="20" y="64"/>
                </a:cubicBezTo>
                <a:cubicBezTo>
                  <a:pt x="15" y="64"/>
                  <a:pt x="15" y="64"/>
                  <a:pt x="15" y="64"/>
                </a:cubicBezTo>
                <a:cubicBezTo>
                  <a:pt x="14" y="64"/>
                  <a:pt x="14" y="63"/>
                  <a:pt x="14" y="63"/>
                </a:cubicBezTo>
                <a:cubicBezTo>
                  <a:pt x="14" y="57"/>
                  <a:pt x="14" y="57"/>
                  <a:pt x="14" y="57"/>
                </a:cubicBezTo>
                <a:cubicBezTo>
                  <a:pt x="5" y="55"/>
                  <a:pt x="1" y="50"/>
                  <a:pt x="1" y="50"/>
                </a:cubicBezTo>
                <a:cubicBezTo>
                  <a:pt x="0" y="50"/>
                  <a:pt x="0" y="49"/>
                  <a:pt x="1" y="49"/>
                </a:cubicBezTo>
                <a:cubicBezTo>
                  <a:pt x="4" y="44"/>
                  <a:pt x="4" y="44"/>
                  <a:pt x="4" y="44"/>
                </a:cubicBezTo>
                <a:cubicBezTo>
                  <a:pt x="4" y="44"/>
                  <a:pt x="5" y="43"/>
                  <a:pt x="5" y="43"/>
                </a:cubicBezTo>
                <a:cubicBezTo>
                  <a:pt x="5" y="43"/>
                  <a:pt x="6" y="44"/>
                  <a:pt x="6" y="44"/>
                </a:cubicBezTo>
                <a:cubicBezTo>
                  <a:pt x="6" y="44"/>
                  <a:pt x="11" y="49"/>
                  <a:pt x="17" y="49"/>
                </a:cubicBezTo>
                <a:cubicBezTo>
                  <a:pt x="21" y="49"/>
                  <a:pt x="25" y="47"/>
                  <a:pt x="25" y="43"/>
                </a:cubicBezTo>
                <a:cubicBezTo>
                  <a:pt x="25" y="39"/>
                  <a:pt x="20" y="38"/>
                  <a:pt x="16" y="36"/>
                </a:cubicBezTo>
                <a:cubicBezTo>
                  <a:pt x="9" y="33"/>
                  <a:pt x="1" y="30"/>
                  <a:pt x="1" y="21"/>
                </a:cubicBezTo>
                <a:cubicBezTo>
                  <a:pt x="1" y="14"/>
                  <a:pt x="6" y="9"/>
                  <a:pt x="14" y="8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0"/>
                  <a:pt x="14" y="0"/>
                  <a:pt x="15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20" y="0"/>
                  <a:pt x="21" y="0"/>
                  <a:pt x="21" y="1"/>
                </a:cubicBezTo>
                <a:cubicBezTo>
                  <a:pt x="21" y="7"/>
                  <a:pt x="21" y="7"/>
                  <a:pt x="21" y="7"/>
                </a:cubicBezTo>
                <a:cubicBezTo>
                  <a:pt x="28" y="8"/>
                  <a:pt x="32" y="12"/>
                  <a:pt x="32" y="12"/>
                </a:cubicBezTo>
                <a:cubicBezTo>
                  <a:pt x="33" y="13"/>
                  <a:pt x="33" y="13"/>
                  <a:pt x="32" y="14"/>
                </a:cubicBezTo>
                <a:cubicBezTo>
                  <a:pt x="29" y="19"/>
                  <a:pt x="29" y="19"/>
                  <a:pt x="29" y="19"/>
                </a:cubicBezTo>
                <a:cubicBezTo>
                  <a:pt x="29" y="19"/>
                  <a:pt x="29" y="19"/>
                  <a:pt x="29" y="19"/>
                </a:cubicBezTo>
                <a:cubicBezTo>
                  <a:pt x="28" y="19"/>
                  <a:pt x="28" y="19"/>
                  <a:pt x="28" y="19"/>
                </a:cubicBezTo>
                <a:cubicBezTo>
                  <a:pt x="28" y="19"/>
                  <a:pt x="23" y="15"/>
                  <a:pt x="18" y="15"/>
                </a:cubicBezTo>
                <a:cubicBezTo>
                  <a:pt x="13" y="15"/>
                  <a:pt x="10" y="18"/>
                  <a:pt x="10" y="21"/>
                </a:cubicBezTo>
                <a:cubicBezTo>
                  <a:pt x="10" y="25"/>
                  <a:pt x="15" y="26"/>
                  <a:pt x="20" y="28"/>
                </a:cubicBezTo>
                <a:cubicBezTo>
                  <a:pt x="26" y="31"/>
                  <a:pt x="34" y="34"/>
                  <a:pt x="34" y="42"/>
                </a:cubicBezTo>
                <a:cubicBezTo>
                  <a:pt x="34" y="50"/>
                  <a:pt x="28" y="55"/>
                  <a:pt x="21" y="5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0" name="Freeform 170"/>
          <p:cNvSpPr/>
          <p:nvPr/>
        </p:nvSpPr>
        <p:spPr>
          <a:xfrm>
            <a:off x="6432480" y="4011480"/>
            <a:ext cx="189000" cy="185760"/>
          </a:xfrm>
          <a:custGeom>
            <a:avLst/>
            <a:gdLst/>
            <a:ahLst/>
            <a:rect l="l" t="t" r="r" b="b"/>
            <a:pathLst>
              <a:path w="55" h="54">
                <a:moveTo>
                  <a:pt x="0" y="3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1" y="0"/>
                  <a:pt x="1" y="0"/>
                </a:cubicBezTo>
                <a:cubicBezTo>
                  <a:pt x="2" y="0"/>
                  <a:pt x="4" y="0"/>
                  <a:pt x="5" y="0"/>
                </a:cubicBezTo>
                <a:cubicBezTo>
                  <a:pt x="9" y="0"/>
                  <a:pt x="11" y="0"/>
                  <a:pt x="11" y="0"/>
                </a:cubicBezTo>
                <a:cubicBezTo>
                  <a:pt x="13" y="0"/>
                  <a:pt x="15" y="0"/>
                  <a:pt x="17" y="0"/>
                </a:cubicBezTo>
                <a:cubicBezTo>
                  <a:pt x="19" y="0"/>
                  <a:pt x="21" y="0"/>
                  <a:pt x="22" y="0"/>
                </a:cubicBezTo>
                <a:cubicBezTo>
                  <a:pt x="24" y="0"/>
                  <a:pt x="25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2"/>
                  <a:pt x="25" y="2"/>
                  <a:pt x="25" y="2"/>
                </a:cubicBezTo>
                <a:cubicBezTo>
                  <a:pt x="25" y="3"/>
                  <a:pt x="25" y="3"/>
                  <a:pt x="25" y="3"/>
                </a:cubicBezTo>
                <a:cubicBezTo>
                  <a:pt x="24" y="3"/>
                  <a:pt x="23" y="3"/>
                  <a:pt x="21" y="3"/>
                </a:cubicBezTo>
                <a:cubicBezTo>
                  <a:pt x="20" y="3"/>
                  <a:pt x="19" y="3"/>
                  <a:pt x="18" y="4"/>
                </a:cubicBezTo>
                <a:cubicBezTo>
                  <a:pt x="18" y="4"/>
                  <a:pt x="18" y="6"/>
                  <a:pt x="18" y="9"/>
                </a:cubicBezTo>
                <a:cubicBezTo>
                  <a:pt x="18" y="10"/>
                  <a:pt x="18" y="10"/>
                  <a:pt x="18" y="11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29"/>
                  <a:pt x="18" y="29"/>
                  <a:pt x="18" y="29"/>
                </a:cubicBezTo>
                <a:cubicBezTo>
                  <a:pt x="18" y="32"/>
                  <a:pt x="19" y="34"/>
                  <a:pt x="20" y="36"/>
                </a:cubicBezTo>
                <a:cubicBezTo>
                  <a:pt x="21" y="38"/>
                  <a:pt x="22" y="39"/>
                  <a:pt x="24" y="39"/>
                </a:cubicBezTo>
                <a:cubicBezTo>
                  <a:pt x="26" y="41"/>
                  <a:pt x="28" y="41"/>
                  <a:pt x="30" y="41"/>
                </a:cubicBezTo>
                <a:cubicBezTo>
                  <a:pt x="32" y="41"/>
                  <a:pt x="35" y="41"/>
                  <a:pt x="37" y="40"/>
                </a:cubicBezTo>
                <a:cubicBezTo>
                  <a:pt x="38" y="40"/>
                  <a:pt x="39" y="39"/>
                  <a:pt x="40" y="38"/>
                </a:cubicBezTo>
                <a:cubicBezTo>
                  <a:pt x="41" y="37"/>
                  <a:pt x="42" y="37"/>
                  <a:pt x="43" y="36"/>
                </a:cubicBezTo>
                <a:cubicBezTo>
                  <a:pt x="43" y="35"/>
                  <a:pt x="44" y="33"/>
                  <a:pt x="44" y="32"/>
                </a:cubicBezTo>
                <a:cubicBezTo>
                  <a:pt x="45" y="30"/>
                  <a:pt x="45" y="27"/>
                  <a:pt x="45" y="24"/>
                </a:cubicBezTo>
                <a:cubicBezTo>
                  <a:pt x="45" y="17"/>
                  <a:pt x="45" y="17"/>
                  <a:pt x="44" y="9"/>
                </a:cubicBezTo>
                <a:cubicBezTo>
                  <a:pt x="44" y="7"/>
                  <a:pt x="44" y="7"/>
                  <a:pt x="44" y="7"/>
                </a:cubicBezTo>
                <a:cubicBezTo>
                  <a:pt x="44" y="5"/>
                  <a:pt x="44" y="4"/>
                  <a:pt x="43" y="4"/>
                </a:cubicBezTo>
                <a:cubicBezTo>
                  <a:pt x="42" y="3"/>
                  <a:pt x="41" y="3"/>
                  <a:pt x="40" y="3"/>
                </a:cubicBezTo>
                <a:cubicBezTo>
                  <a:pt x="37" y="3"/>
                  <a:pt x="37" y="3"/>
                  <a:pt x="37" y="3"/>
                </a:cubicBezTo>
                <a:cubicBezTo>
                  <a:pt x="36" y="3"/>
                  <a:pt x="36" y="3"/>
                  <a:pt x="36" y="3"/>
                </a:cubicBezTo>
                <a:cubicBezTo>
                  <a:pt x="36" y="0"/>
                  <a:pt x="36" y="0"/>
                  <a:pt x="36" y="0"/>
                </a:cubicBezTo>
                <a:cubicBezTo>
                  <a:pt x="39" y="0"/>
                  <a:pt x="39" y="0"/>
                  <a:pt x="39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49" y="0"/>
                  <a:pt x="51" y="0"/>
                  <a:pt x="54" y="0"/>
                </a:cubicBezTo>
                <a:cubicBezTo>
                  <a:pt x="54" y="0"/>
                  <a:pt x="54" y="0"/>
                  <a:pt x="54" y="0"/>
                </a:cubicBezTo>
                <a:cubicBezTo>
                  <a:pt x="55" y="0"/>
                  <a:pt x="55" y="1"/>
                  <a:pt x="55" y="1"/>
                </a:cubicBezTo>
                <a:cubicBezTo>
                  <a:pt x="55" y="2"/>
                  <a:pt x="55" y="2"/>
                  <a:pt x="54" y="3"/>
                </a:cubicBezTo>
                <a:cubicBezTo>
                  <a:pt x="53" y="3"/>
                  <a:pt x="52" y="3"/>
                  <a:pt x="51" y="3"/>
                </a:cubicBezTo>
                <a:cubicBezTo>
                  <a:pt x="50" y="3"/>
                  <a:pt x="49" y="3"/>
                  <a:pt x="49" y="4"/>
                </a:cubicBezTo>
                <a:cubicBezTo>
                  <a:pt x="48" y="4"/>
                  <a:pt x="48" y="4"/>
                  <a:pt x="48" y="5"/>
                </a:cubicBezTo>
                <a:cubicBezTo>
                  <a:pt x="48" y="6"/>
                  <a:pt x="48" y="6"/>
                  <a:pt x="48" y="7"/>
                </a:cubicBezTo>
                <a:cubicBezTo>
                  <a:pt x="48" y="7"/>
                  <a:pt x="48" y="8"/>
                  <a:pt x="49" y="21"/>
                </a:cubicBezTo>
                <a:cubicBezTo>
                  <a:pt x="49" y="27"/>
                  <a:pt x="49" y="30"/>
                  <a:pt x="48" y="32"/>
                </a:cubicBezTo>
                <a:cubicBezTo>
                  <a:pt x="48" y="34"/>
                  <a:pt x="48" y="35"/>
                  <a:pt x="47" y="36"/>
                </a:cubicBezTo>
                <a:cubicBezTo>
                  <a:pt x="46" y="38"/>
                  <a:pt x="45" y="40"/>
                  <a:pt x="43" y="41"/>
                </a:cubicBezTo>
                <a:cubicBezTo>
                  <a:pt x="41" y="42"/>
                  <a:pt x="39" y="43"/>
                  <a:pt x="37" y="44"/>
                </a:cubicBezTo>
                <a:cubicBezTo>
                  <a:pt x="34" y="45"/>
                  <a:pt x="31" y="45"/>
                  <a:pt x="27" y="45"/>
                </a:cubicBezTo>
                <a:cubicBezTo>
                  <a:pt x="23" y="45"/>
                  <a:pt x="20" y="45"/>
                  <a:pt x="17" y="44"/>
                </a:cubicBezTo>
                <a:cubicBezTo>
                  <a:pt x="14" y="42"/>
                  <a:pt x="12" y="41"/>
                  <a:pt x="11" y="39"/>
                </a:cubicBezTo>
                <a:cubicBezTo>
                  <a:pt x="9" y="37"/>
                  <a:pt x="8" y="35"/>
                  <a:pt x="8" y="32"/>
                </a:cubicBezTo>
                <a:cubicBezTo>
                  <a:pt x="8" y="30"/>
                  <a:pt x="7" y="27"/>
                  <a:pt x="7" y="24"/>
                </a:cubicBezTo>
                <a:cubicBezTo>
                  <a:pt x="7" y="12"/>
                  <a:pt x="7" y="12"/>
                  <a:pt x="7" y="12"/>
                </a:cubicBezTo>
                <a:cubicBezTo>
                  <a:pt x="7" y="7"/>
                  <a:pt x="7" y="5"/>
                  <a:pt x="7" y="4"/>
                </a:cubicBezTo>
                <a:cubicBezTo>
                  <a:pt x="6" y="3"/>
                  <a:pt x="4" y="3"/>
                  <a:pt x="1" y="3"/>
                </a:cubicBezTo>
                <a:cubicBezTo>
                  <a:pt x="1" y="3"/>
                  <a:pt x="0" y="3"/>
                  <a:pt x="0" y="3"/>
                </a:cubicBezTo>
                <a:close/>
                <a:moveTo>
                  <a:pt x="55" y="51"/>
                </a:moveTo>
                <a:cubicBezTo>
                  <a:pt x="55" y="50"/>
                  <a:pt x="54" y="50"/>
                  <a:pt x="53" y="50"/>
                </a:cubicBezTo>
                <a:cubicBezTo>
                  <a:pt x="1" y="50"/>
                  <a:pt x="1" y="50"/>
                  <a:pt x="1" y="50"/>
                </a:cubicBezTo>
                <a:cubicBezTo>
                  <a:pt x="0" y="50"/>
                  <a:pt x="0" y="50"/>
                  <a:pt x="0" y="51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4"/>
                  <a:pt x="0" y="54"/>
                  <a:pt x="1" y="54"/>
                </a:cubicBezTo>
                <a:cubicBezTo>
                  <a:pt x="53" y="54"/>
                  <a:pt x="53" y="54"/>
                  <a:pt x="53" y="54"/>
                </a:cubicBezTo>
                <a:cubicBezTo>
                  <a:pt x="54" y="54"/>
                  <a:pt x="55" y="54"/>
                  <a:pt x="55" y="53"/>
                </a:cubicBezTo>
                <a:lnTo>
                  <a:pt x="55" y="5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1" name="Freeform 171"/>
          <p:cNvSpPr/>
          <p:nvPr/>
        </p:nvSpPr>
        <p:spPr>
          <a:xfrm>
            <a:off x="6927840" y="4025880"/>
            <a:ext cx="219240" cy="158760"/>
          </a:xfrm>
          <a:custGeom>
            <a:avLst/>
            <a:gdLst/>
            <a:ahLst/>
            <a:rect l="l" t="t" r="r" b="b"/>
            <a:pathLst>
              <a:path w="64" h="46">
                <a:moveTo>
                  <a:pt x="64" y="42"/>
                </a:moveTo>
                <a:cubicBezTo>
                  <a:pt x="64" y="43"/>
                  <a:pt x="63" y="44"/>
                  <a:pt x="62" y="44"/>
                </a:cubicBezTo>
                <a:cubicBezTo>
                  <a:pt x="62" y="45"/>
                  <a:pt x="62" y="45"/>
                  <a:pt x="61" y="45"/>
                </a:cubicBezTo>
                <a:cubicBezTo>
                  <a:pt x="61" y="45"/>
                  <a:pt x="60" y="44"/>
                  <a:pt x="60" y="44"/>
                </a:cubicBezTo>
                <a:cubicBezTo>
                  <a:pt x="45" y="30"/>
                  <a:pt x="45" y="30"/>
                  <a:pt x="45" y="30"/>
                </a:cubicBezTo>
                <a:cubicBezTo>
                  <a:pt x="45" y="36"/>
                  <a:pt x="45" y="36"/>
                  <a:pt x="45" y="36"/>
                </a:cubicBezTo>
                <a:cubicBezTo>
                  <a:pt x="45" y="41"/>
                  <a:pt x="41" y="46"/>
                  <a:pt x="35" y="46"/>
                </a:cubicBezTo>
                <a:cubicBezTo>
                  <a:pt x="10" y="46"/>
                  <a:pt x="10" y="46"/>
                  <a:pt x="10" y="46"/>
                </a:cubicBezTo>
                <a:cubicBezTo>
                  <a:pt x="4" y="46"/>
                  <a:pt x="0" y="41"/>
                  <a:pt x="0" y="36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41" y="0"/>
                  <a:pt x="45" y="5"/>
                  <a:pt x="45" y="10"/>
                </a:cubicBezTo>
                <a:cubicBezTo>
                  <a:pt x="45" y="16"/>
                  <a:pt x="45" y="16"/>
                  <a:pt x="45" y="16"/>
                </a:cubicBezTo>
                <a:cubicBezTo>
                  <a:pt x="60" y="2"/>
                  <a:pt x="60" y="2"/>
                  <a:pt x="60" y="2"/>
                </a:cubicBezTo>
                <a:cubicBezTo>
                  <a:pt x="60" y="1"/>
                  <a:pt x="61" y="1"/>
                  <a:pt x="61" y="1"/>
                </a:cubicBezTo>
                <a:cubicBezTo>
                  <a:pt x="62" y="1"/>
                  <a:pt x="62" y="1"/>
                  <a:pt x="62" y="1"/>
                </a:cubicBezTo>
                <a:cubicBezTo>
                  <a:pt x="63" y="2"/>
                  <a:pt x="64" y="3"/>
                  <a:pt x="64" y="4"/>
                </a:cubicBezTo>
                <a:lnTo>
                  <a:pt x="64" y="4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2" name="Freeform 172"/>
          <p:cNvSpPr/>
          <p:nvPr/>
        </p:nvSpPr>
        <p:spPr>
          <a:xfrm>
            <a:off x="7423200" y="4029120"/>
            <a:ext cx="139680" cy="150840"/>
          </a:xfrm>
          <a:custGeom>
            <a:avLst/>
            <a:gdLst/>
            <a:ahLst/>
            <a:rect l="l" t="t" r="r" b="b"/>
            <a:pathLst>
              <a:path w="41" h="44">
                <a:moveTo>
                  <a:pt x="27" y="41"/>
                </a:moveTo>
                <a:cubicBezTo>
                  <a:pt x="27" y="43"/>
                  <a:pt x="26" y="44"/>
                  <a:pt x="25" y="44"/>
                </a:cubicBezTo>
                <a:cubicBezTo>
                  <a:pt x="24" y="44"/>
                  <a:pt x="24" y="43"/>
                  <a:pt x="23" y="43"/>
                </a:cubicBezTo>
                <a:cubicBezTo>
                  <a:pt x="11" y="31"/>
                  <a:pt x="11" y="31"/>
                  <a:pt x="11" y="31"/>
                </a:cubicBezTo>
                <a:cubicBezTo>
                  <a:pt x="2" y="31"/>
                  <a:pt x="2" y="31"/>
                  <a:pt x="2" y="31"/>
                </a:cubicBezTo>
                <a:cubicBezTo>
                  <a:pt x="1" y="31"/>
                  <a:pt x="0" y="30"/>
                  <a:pt x="0" y="29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4"/>
                  <a:pt x="1" y="13"/>
                  <a:pt x="2" y="13"/>
                </a:cubicBezTo>
                <a:cubicBezTo>
                  <a:pt x="11" y="13"/>
                  <a:pt x="11" y="13"/>
                  <a:pt x="11" y="13"/>
                </a:cubicBezTo>
                <a:cubicBezTo>
                  <a:pt x="23" y="1"/>
                  <a:pt x="23" y="1"/>
                  <a:pt x="23" y="1"/>
                </a:cubicBez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7" y="1"/>
                  <a:pt x="27" y="3"/>
                </a:cubicBezTo>
                <a:lnTo>
                  <a:pt x="27" y="41"/>
                </a:lnTo>
                <a:close/>
                <a:moveTo>
                  <a:pt x="35" y="30"/>
                </a:moveTo>
                <a:cubicBezTo>
                  <a:pt x="35" y="30"/>
                  <a:pt x="35" y="31"/>
                  <a:pt x="34" y="31"/>
                </a:cubicBezTo>
                <a:cubicBezTo>
                  <a:pt x="33" y="31"/>
                  <a:pt x="32" y="30"/>
                  <a:pt x="32" y="28"/>
                </a:cubicBezTo>
                <a:cubicBezTo>
                  <a:pt x="32" y="26"/>
                  <a:pt x="36" y="26"/>
                  <a:pt x="36" y="22"/>
                </a:cubicBezTo>
                <a:cubicBezTo>
                  <a:pt x="36" y="18"/>
                  <a:pt x="32" y="18"/>
                  <a:pt x="32" y="16"/>
                </a:cubicBezTo>
                <a:cubicBezTo>
                  <a:pt x="32" y="14"/>
                  <a:pt x="33" y="13"/>
                  <a:pt x="34" y="13"/>
                </a:cubicBezTo>
                <a:cubicBezTo>
                  <a:pt x="35" y="13"/>
                  <a:pt x="35" y="13"/>
                  <a:pt x="35" y="14"/>
                </a:cubicBezTo>
                <a:cubicBezTo>
                  <a:pt x="39" y="15"/>
                  <a:pt x="41" y="18"/>
                  <a:pt x="41" y="22"/>
                </a:cubicBezTo>
                <a:cubicBezTo>
                  <a:pt x="41" y="26"/>
                  <a:pt x="39" y="29"/>
                  <a:pt x="35" y="3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3" name="Freeform 173"/>
          <p:cNvSpPr/>
          <p:nvPr/>
        </p:nvSpPr>
        <p:spPr>
          <a:xfrm>
            <a:off x="7916760" y="4002120"/>
            <a:ext cx="250920" cy="206280"/>
          </a:xfrm>
          <a:custGeom>
            <a:avLst/>
            <a:gdLst/>
            <a:ahLst/>
            <a:rect l="l" t="t" r="r" b="b"/>
            <a:pathLst>
              <a:path w="73" h="60">
                <a:moveTo>
                  <a:pt x="49" y="18"/>
                </a:moveTo>
                <a:cubicBezTo>
                  <a:pt x="37" y="18"/>
                  <a:pt x="27" y="27"/>
                  <a:pt x="27" y="39"/>
                </a:cubicBezTo>
                <a:cubicBezTo>
                  <a:pt x="27" y="41"/>
                  <a:pt x="28" y="42"/>
                  <a:pt x="28" y="44"/>
                </a:cubicBezTo>
                <a:cubicBezTo>
                  <a:pt x="27" y="44"/>
                  <a:pt x="26" y="44"/>
                  <a:pt x="26" y="44"/>
                </a:cubicBezTo>
                <a:cubicBezTo>
                  <a:pt x="22" y="44"/>
                  <a:pt x="20" y="44"/>
                  <a:pt x="17" y="43"/>
                </a:cubicBezTo>
                <a:cubicBezTo>
                  <a:pt x="8" y="47"/>
                  <a:pt x="8" y="47"/>
                  <a:pt x="8" y="47"/>
                </a:cubicBezTo>
                <a:cubicBezTo>
                  <a:pt x="10" y="40"/>
                  <a:pt x="10" y="40"/>
                  <a:pt x="10" y="40"/>
                </a:cubicBezTo>
                <a:cubicBezTo>
                  <a:pt x="4" y="35"/>
                  <a:pt x="0" y="29"/>
                  <a:pt x="0" y="22"/>
                </a:cubicBezTo>
                <a:cubicBezTo>
                  <a:pt x="0" y="10"/>
                  <a:pt x="11" y="0"/>
                  <a:pt x="26" y="0"/>
                </a:cubicBezTo>
                <a:cubicBezTo>
                  <a:pt x="38" y="0"/>
                  <a:pt x="50" y="8"/>
                  <a:pt x="52" y="18"/>
                </a:cubicBezTo>
                <a:cubicBezTo>
                  <a:pt x="51" y="18"/>
                  <a:pt x="50" y="18"/>
                  <a:pt x="49" y="18"/>
                </a:cubicBezTo>
                <a:close/>
                <a:moveTo>
                  <a:pt x="17" y="11"/>
                </a:moveTo>
                <a:cubicBezTo>
                  <a:pt x="15" y="11"/>
                  <a:pt x="13" y="12"/>
                  <a:pt x="13" y="14"/>
                </a:cubicBezTo>
                <a:cubicBezTo>
                  <a:pt x="13" y="16"/>
                  <a:pt x="15" y="18"/>
                  <a:pt x="17" y="18"/>
                </a:cubicBezTo>
                <a:cubicBezTo>
                  <a:pt x="19" y="18"/>
                  <a:pt x="20" y="16"/>
                  <a:pt x="20" y="14"/>
                </a:cubicBezTo>
                <a:cubicBezTo>
                  <a:pt x="20" y="12"/>
                  <a:pt x="19" y="11"/>
                  <a:pt x="17" y="11"/>
                </a:cubicBezTo>
                <a:close/>
                <a:moveTo>
                  <a:pt x="64" y="53"/>
                </a:moveTo>
                <a:cubicBezTo>
                  <a:pt x="66" y="60"/>
                  <a:pt x="66" y="60"/>
                  <a:pt x="66" y="60"/>
                </a:cubicBezTo>
                <a:cubicBezTo>
                  <a:pt x="59" y="56"/>
                  <a:pt x="59" y="56"/>
                  <a:pt x="59" y="56"/>
                </a:cubicBezTo>
                <a:cubicBezTo>
                  <a:pt x="56" y="56"/>
                  <a:pt x="53" y="57"/>
                  <a:pt x="51" y="57"/>
                </a:cubicBezTo>
                <a:cubicBezTo>
                  <a:pt x="39" y="57"/>
                  <a:pt x="29" y="49"/>
                  <a:pt x="29" y="38"/>
                </a:cubicBezTo>
                <a:cubicBezTo>
                  <a:pt x="29" y="28"/>
                  <a:pt x="39" y="20"/>
                  <a:pt x="51" y="20"/>
                </a:cubicBezTo>
                <a:cubicBezTo>
                  <a:pt x="63" y="20"/>
                  <a:pt x="73" y="28"/>
                  <a:pt x="73" y="38"/>
                </a:cubicBezTo>
                <a:cubicBezTo>
                  <a:pt x="73" y="44"/>
                  <a:pt x="69" y="49"/>
                  <a:pt x="64" y="53"/>
                </a:cubicBezTo>
                <a:close/>
                <a:moveTo>
                  <a:pt x="35" y="11"/>
                </a:moveTo>
                <a:cubicBezTo>
                  <a:pt x="33" y="11"/>
                  <a:pt x="31" y="12"/>
                  <a:pt x="31" y="14"/>
                </a:cubicBezTo>
                <a:cubicBezTo>
                  <a:pt x="31" y="16"/>
                  <a:pt x="33" y="18"/>
                  <a:pt x="35" y="18"/>
                </a:cubicBezTo>
                <a:cubicBezTo>
                  <a:pt x="37" y="18"/>
                  <a:pt x="39" y="16"/>
                  <a:pt x="39" y="14"/>
                </a:cubicBezTo>
                <a:cubicBezTo>
                  <a:pt x="39" y="12"/>
                  <a:pt x="37" y="11"/>
                  <a:pt x="35" y="11"/>
                </a:cubicBezTo>
                <a:close/>
                <a:moveTo>
                  <a:pt x="44" y="30"/>
                </a:moveTo>
                <a:cubicBezTo>
                  <a:pt x="42" y="30"/>
                  <a:pt x="41" y="31"/>
                  <a:pt x="41" y="33"/>
                </a:cubicBezTo>
                <a:cubicBezTo>
                  <a:pt x="41" y="34"/>
                  <a:pt x="42" y="35"/>
                  <a:pt x="44" y="35"/>
                </a:cubicBezTo>
                <a:cubicBezTo>
                  <a:pt x="46" y="35"/>
                  <a:pt x="47" y="34"/>
                  <a:pt x="47" y="33"/>
                </a:cubicBezTo>
                <a:cubicBezTo>
                  <a:pt x="47" y="31"/>
                  <a:pt x="46" y="30"/>
                  <a:pt x="44" y="30"/>
                </a:cubicBezTo>
                <a:close/>
                <a:moveTo>
                  <a:pt x="58" y="30"/>
                </a:moveTo>
                <a:cubicBezTo>
                  <a:pt x="57" y="30"/>
                  <a:pt x="55" y="31"/>
                  <a:pt x="55" y="33"/>
                </a:cubicBezTo>
                <a:cubicBezTo>
                  <a:pt x="55" y="34"/>
                  <a:pt x="57" y="35"/>
                  <a:pt x="58" y="35"/>
                </a:cubicBezTo>
                <a:cubicBezTo>
                  <a:pt x="60" y="35"/>
                  <a:pt x="61" y="34"/>
                  <a:pt x="61" y="33"/>
                </a:cubicBezTo>
                <a:cubicBezTo>
                  <a:pt x="61" y="31"/>
                  <a:pt x="60" y="30"/>
                  <a:pt x="58" y="3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4" name="Freeform 174"/>
          <p:cNvSpPr/>
          <p:nvPr/>
        </p:nvSpPr>
        <p:spPr>
          <a:xfrm>
            <a:off x="8415360" y="4011480"/>
            <a:ext cx="241200" cy="168480"/>
          </a:xfrm>
          <a:custGeom>
            <a:avLst/>
            <a:gdLst/>
            <a:ahLst/>
            <a:rect l="l" t="t" r="r" b="b"/>
            <a:pathLst>
              <a:path w="70" h="49">
                <a:moveTo>
                  <a:pt x="64" y="20"/>
                </a:moveTo>
                <a:cubicBezTo>
                  <a:pt x="55" y="13"/>
                  <a:pt x="46" y="9"/>
                  <a:pt x="35" y="9"/>
                </a:cubicBezTo>
                <a:cubicBezTo>
                  <a:pt x="24" y="9"/>
                  <a:pt x="15" y="13"/>
                  <a:pt x="7" y="20"/>
                </a:cubicBezTo>
                <a:cubicBezTo>
                  <a:pt x="7" y="20"/>
                  <a:pt x="7" y="20"/>
                  <a:pt x="6" y="20"/>
                </a:cubicBezTo>
                <a:cubicBezTo>
                  <a:pt x="5" y="20"/>
                  <a:pt x="0" y="15"/>
                  <a:pt x="0" y="14"/>
                </a:cubicBezTo>
                <a:cubicBezTo>
                  <a:pt x="0" y="14"/>
                  <a:pt x="0" y="14"/>
                  <a:pt x="1" y="13"/>
                </a:cubicBezTo>
                <a:cubicBezTo>
                  <a:pt x="10" y="4"/>
                  <a:pt x="23" y="0"/>
                  <a:pt x="35" y="0"/>
                </a:cubicBezTo>
                <a:cubicBezTo>
                  <a:pt x="48" y="0"/>
                  <a:pt x="61" y="4"/>
                  <a:pt x="70" y="13"/>
                </a:cubicBezTo>
                <a:cubicBezTo>
                  <a:pt x="70" y="14"/>
                  <a:pt x="70" y="14"/>
                  <a:pt x="70" y="14"/>
                </a:cubicBezTo>
                <a:cubicBezTo>
                  <a:pt x="70" y="15"/>
                  <a:pt x="65" y="20"/>
                  <a:pt x="64" y="20"/>
                </a:cubicBezTo>
                <a:cubicBezTo>
                  <a:pt x="64" y="20"/>
                  <a:pt x="64" y="20"/>
                  <a:pt x="64" y="20"/>
                </a:cubicBezTo>
                <a:close/>
                <a:moveTo>
                  <a:pt x="54" y="30"/>
                </a:moveTo>
                <a:cubicBezTo>
                  <a:pt x="48" y="25"/>
                  <a:pt x="43" y="22"/>
                  <a:pt x="35" y="22"/>
                </a:cubicBezTo>
                <a:cubicBezTo>
                  <a:pt x="25" y="22"/>
                  <a:pt x="16" y="30"/>
                  <a:pt x="16" y="30"/>
                </a:cubicBezTo>
                <a:cubicBezTo>
                  <a:pt x="15" y="30"/>
                  <a:pt x="10" y="25"/>
                  <a:pt x="10" y="24"/>
                </a:cubicBezTo>
                <a:cubicBezTo>
                  <a:pt x="10" y="24"/>
                  <a:pt x="10" y="23"/>
                  <a:pt x="10" y="23"/>
                </a:cubicBezTo>
                <a:cubicBezTo>
                  <a:pt x="17" y="17"/>
                  <a:pt x="26" y="13"/>
                  <a:pt x="35" y="13"/>
                </a:cubicBezTo>
                <a:cubicBezTo>
                  <a:pt x="44" y="13"/>
                  <a:pt x="54" y="17"/>
                  <a:pt x="60" y="23"/>
                </a:cubicBezTo>
                <a:cubicBezTo>
                  <a:pt x="61" y="23"/>
                  <a:pt x="61" y="24"/>
                  <a:pt x="61" y="24"/>
                </a:cubicBezTo>
                <a:cubicBezTo>
                  <a:pt x="61" y="25"/>
                  <a:pt x="56" y="30"/>
                  <a:pt x="55" y="30"/>
                </a:cubicBezTo>
                <a:cubicBezTo>
                  <a:pt x="54" y="30"/>
                  <a:pt x="54" y="30"/>
                  <a:pt x="54" y="30"/>
                </a:cubicBezTo>
                <a:close/>
                <a:moveTo>
                  <a:pt x="35" y="36"/>
                </a:moveTo>
                <a:cubicBezTo>
                  <a:pt x="30" y="36"/>
                  <a:pt x="26" y="40"/>
                  <a:pt x="26" y="40"/>
                </a:cubicBezTo>
                <a:cubicBezTo>
                  <a:pt x="25" y="40"/>
                  <a:pt x="20" y="35"/>
                  <a:pt x="20" y="34"/>
                </a:cubicBezTo>
                <a:cubicBezTo>
                  <a:pt x="20" y="33"/>
                  <a:pt x="20" y="33"/>
                  <a:pt x="20" y="33"/>
                </a:cubicBezTo>
                <a:cubicBezTo>
                  <a:pt x="24" y="29"/>
                  <a:pt x="30" y="27"/>
                  <a:pt x="35" y="27"/>
                </a:cubicBezTo>
                <a:cubicBezTo>
                  <a:pt x="41" y="27"/>
                  <a:pt x="47" y="29"/>
                  <a:pt x="51" y="33"/>
                </a:cubicBezTo>
                <a:cubicBezTo>
                  <a:pt x="51" y="33"/>
                  <a:pt x="51" y="33"/>
                  <a:pt x="51" y="34"/>
                </a:cubicBezTo>
                <a:cubicBezTo>
                  <a:pt x="51" y="35"/>
                  <a:pt x="46" y="40"/>
                  <a:pt x="45" y="40"/>
                </a:cubicBezTo>
                <a:cubicBezTo>
                  <a:pt x="44" y="40"/>
                  <a:pt x="41" y="36"/>
                  <a:pt x="35" y="36"/>
                </a:cubicBezTo>
                <a:close/>
                <a:moveTo>
                  <a:pt x="29" y="43"/>
                </a:moveTo>
                <a:cubicBezTo>
                  <a:pt x="29" y="42"/>
                  <a:pt x="34" y="41"/>
                  <a:pt x="35" y="41"/>
                </a:cubicBezTo>
                <a:cubicBezTo>
                  <a:pt x="37" y="41"/>
                  <a:pt x="41" y="42"/>
                  <a:pt x="41" y="43"/>
                </a:cubicBezTo>
                <a:cubicBezTo>
                  <a:pt x="41" y="44"/>
                  <a:pt x="36" y="49"/>
                  <a:pt x="35" y="49"/>
                </a:cubicBezTo>
                <a:cubicBezTo>
                  <a:pt x="34" y="49"/>
                  <a:pt x="29" y="44"/>
                  <a:pt x="29" y="4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5" name="Freeform 175"/>
          <p:cNvSpPr/>
          <p:nvPr/>
        </p:nvSpPr>
        <p:spPr>
          <a:xfrm>
            <a:off x="8869320" y="4011480"/>
            <a:ext cx="198360" cy="200160"/>
          </a:xfrm>
          <a:custGeom>
            <a:avLst/>
            <a:gdLst/>
            <a:ahLst/>
            <a:rect l="l" t="t" r="r" b="b"/>
            <a:pathLst>
              <a:path w="58" h="58">
                <a:moveTo>
                  <a:pt x="11" y="57"/>
                </a:moveTo>
                <a:cubicBezTo>
                  <a:pt x="10" y="58"/>
                  <a:pt x="9" y="58"/>
                  <a:pt x="8" y="58"/>
                </a:cubicBezTo>
                <a:cubicBezTo>
                  <a:pt x="7" y="58"/>
                  <a:pt x="6" y="58"/>
                  <a:pt x="5" y="57"/>
                </a:cubicBezTo>
                <a:cubicBezTo>
                  <a:pt x="1" y="53"/>
                  <a:pt x="1" y="53"/>
                  <a:pt x="1" y="53"/>
                </a:cubicBezTo>
                <a:cubicBezTo>
                  <a:pt x="0" y="52"/>
                  <a:pt x="0" y="51"/>
                  <a:pt x="0" y="50"/>
                </a:cubicBezTo>
                <a:cubicBezTo>
                  <a:pt x="0" y="49"/>
                  <a:pt x="0" y="47"/>
                  <a:pt x="1" y="47"/>
                </a:cubicBezTo>
                <a:cubicBezTo>
                  <a:pt x="25" y="22"/>
                  <a:pt x="25" y="22"/>
                  <a:pt x="25" y="22"/>
                </a:cubicBezTo>
                <a:cubicBezTo>
                  <a:pt x="27" y="27"/>
                  <a:pt x="31" y="31"/>
                  <a:pt x="35" y="33"/>
                </a:cubicBezTo>
                <a:lnTo>
                  <a:pt x="11" y="57"/>
                </a:lnTo>
                <a:close/>
                <a:moveTo>
                  <a:pt x="10" y="45"/>
                </a:moveTo>
                <a:cubicBezTo>
                  <a:pt x="9" y="45"/>
                  <a:pt x="8" y="46"/>
                  <a:pt x="8" y="48"/>
                </a:cubicBezTo>
                <a:cubicBezTo>
                  <a:pt x="8" y="49"/>
                  <a:pt x="9" y="50"/>
                  <a:pt x="10" y="50"/>
                </a:cubicBezTo>
                <a:cubicBezTo>
                  <a:pt x="11" y="50"/>
                  <a:pt x="12" y="49"/>
                  <a:pt x="12" y="48"/>
                </a:cubicBezTo>
                <a:cubicBezTo>
                  <a:pt x="12" y="46"/>
                  <a:pt x="11" y="45"/>
                  <a:pt x="10" y="45"/>
                </a:cubicBezTo>
                <a:close/>
                <a:moveTo>
                  <a:pt x="57" y="21"/>
                </a:moveTo>
                <a:cubicBezTo>
                  <a:pt x="55" y="27"/>
                  <a:pt x="49" y="32"/>
                  <a:pt x="42" y="32"/>
                </a:cubicBezTo>
                <a:cubicBezTo>
                  <a:pt x="33" y="32"/>
                  <a:pt x="26" y="24"/>
                  <a:pt x="26" y="16"/>
                </a:cubicBezTo>
                <a:cubicBezTo>
                  <a:pt x="26" y="7"/>
                  <a:pt x="33" y="0"/>
                  <a:pt x="42" y="0"/>
                </a:cubicBezTo>
                <a:cubicBezTo>
                  <a:pt x="45" y="0"/>
                  <a:pt x="48" y="0"/>
                  <a:pt x="50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1" y="3"/>
                  <a:pt x="51" y="4"/>
                  <a:pt x="50" y="4"/>
                </a:cubicBezTo>
                <a:cubicBezTo>
                  <a:pt x="40" y="10"/>
                  <a:pt x="40" y="10"/>
                  <a:pt x="40" y="10"/>
                </a:cubicBezTo>
                <a:cubicBezTo>
                  <a:pt x="40" y="18"/>
                  <a:pt x="40" y="18"/>
                  <a:pt x="40" y="18"/>
                </a:cubicBezTo>
                <a:cubicBezTo>
                  <a:pt x="47" y="22"/>
                  <a:pt x="47" y="22"/>
                  <a:pt x="47" y="22"/>
                </a:cubicBezTo>
                <a:cubicBezTo>
                  <a:pt x="48" y="21"/>
                  <a:pt x="56" y="16"/>
                  <a:pt x="57" y="16"/>
                </a:cubicBezTo>
                <a:cubicBezTo>
                  <a:pt x="58" y="16"/>
                  <a:pt x="58" y="16"/>
                  <a:pt x="58" y="17"/>
                </a:cubicBezTo>
                <a:cubicBezTo>
                  <a:pt x="58" y="18"/>
                  <a:pt x="58" y="20"/>
                  <a:pt x="57" y="2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6" name="Freeform 176"/>
          <p:cNvSpPr/>
          <p:nvPr/>
        </p:nvSpPr>
        <p:spPr>
          <a:xfrm>
            <a:off x="87480" y="4451400"/>
            <a:ext cx="168120" cy="223920"/>
          </a:xfrm>
          <a:custGeom>
            <a:avLst/>
            <a:gdLst/>
            <a:ahLst/>
            <a:rect l="l" t="t" r="r" b="b"/>
            <a:pathLst>
              <a:path w="49" h="65">
                <a:moveTo>
                  <a:pt x="17" y="41"/>
                </a:moveTo>
                <a:cubicBezTo>
                  <a:pt x="17" y="41"/>
                  <a:pt x="17" y="41"/>
                  <a:pt x="13" y="43"/>
                </a:cubicBezTo>
                <a:cubicBezTo>
                  <a:pt x="3" y="46"/>
                  <a:pt x="3" y="46"/>
                  <a:pt x="2" y="46"/>
                </a:cubicBezTo>
                <a:cubicBezTo>
                  <a:pt x="2" y="46"/>
                  <a:pt x="1" y="45"/>
                  <a:pt x="1" y="44"/>
                </a:cubicBezTo>
                <a:cubicBezTo>
                  <a:pt x="0" y="44"/>
                  <a:pt x="0" y="43"/>
                  <a:pt x="0" y="42"/>
                </a:cubicBezTo>
                <a:cubicBezTo>
                  <a:pt x="0" y="38"/>
                  <a:pt x="0" y="33"/>
                  <a:pt x="1" y="31"/>
                </a:cubicBezTo>
                <a:cubicBezTo>
                  <a:pt x="2" y="31"/>
                  <a:pt x="2" y="30"/>
                  <a:pt x="3" y="30"/>
                </a:cubicBezTo>
                <a:cubicBezTo>
                  <a:pt x="4" y="30"/>
                  <a:pt x="4" y="30"/>
                  <a:pt x="14" y="35"/>
                </a:cubicBezTo>
                <a:cubicBezTo>
                  <a:pt x="14" y="35"/>
                  <a:pt x="14" y="35"/>
                  <a:pt x="17" y="36"/>
                </a:cubicBezTo>
                <a:cubicBezTo>
                  <a:pt x="18" y="36"/>
                  <a:pt x="19" y="37"/>
                  <a:pt x="19" y="39"/>
                </a:cubicBezTo>
                <a:cubicBezTo>
                  <a:pt x="19" y="40"/>
                  <a:pt x="18" y="41"/>
                  <a:pt x="17" y="41"/>
                </a:cubicBezTo>
                <a:close/>
                <a:moveTo>
                  <a:pt x="23" y="31"/>
                </a:moveTo>
                <a:cubicBezTo>
                  <a:pt x="22" y="31"/>
                  <a:pt x="21" y="32"/>
                  <a:pt x="19" y="29"/>
                </a:cubicBezTo>
                <a:cubicBezTo>
                  <a:pt x="5" y="8"/>
                  <a:pt x="5" y="7"/>
                  <a:pt x="5" y="7"/>
                </a:cubicBezTo>
                <a:cubicBezTo>
                  <a:pt x="5" y="6"/>
                  <a:pt x="5" y="6"/>
                  <a:pt x="6" y="5"/>
                </a:cubicBezTo>
                <a:cubicBezTo>
                  <a:pt x="8" y="3"/>
                  <a:pt x="18" y="0"/>
                  <a:pt x="21" y="1"/>
                </a:cubicBezTo>
                <a:cubicBezTo>
                  <a:pt x="22" y="1"/>
                  <a:pt x="23" y="1"/>
                  <a:pt x="23" y="2"/>
                </a:cubicBezTo>
                <a:cubicBezTo>
                  <a:pt x="23" y="3"/>
                  <a:pt x="24" y="22"/>
                  <a:pt x="25" y="27"/>
                </a:cubicBezTo>
                <a:cubicBezTo>
                  <a:pt x="25" y="30"/>
                  <a:pt x="23" y="31"/>
                  <a:pt x="23" y="31"/>
                </a:cubicBezTo>
                <a:close/>
                <a:moveTo>
                  <a:pt x="24" y="52"/>
                </a:moveTo>
                <a:cubicBezTo>
                  <a:pt x="24" y="62"/>
                  <a:pt x="24" y="63"/>
                  <a:pt x="24" y="63"/>
                </a:cubicBezTo>
                <a:cubicBezTo>
                  <a:pt x="24" y="64"/>
                  <a:pt x="23" y="64"/>
                  <a:pt x="22" y="65"/>
                </a:cubicBezTo>
                <a:cubicBezTo>
                  <a:pt x="20" y="65"/>
                  <a:pt x="12" y="62"/>
                  <a:pt x="10" y="60"/>
                </a:cubicBezTo>
                <a:cubicBezTo>
                  <a:pt x="10" y="60"/>
                  <a:pt x="10" y="59"/>
                  <a:pt x="9" y="59"/>
                </a:cubicBezTo>
                <a:cubicBezTo>
                  <a:pt x="9" y="58"/>
                  <a:pt x="9" y="58"/>
                  <a:pt x="10" y="58"/>
                </a:cubicBezTo>
                <a:cubicBezTo>
                  <a:pt x="10" y="57"/>
                  <a:pt x="10" y="57"/>
                  <a:pt x="17" y="48"/>
                </a:cubicBezTo>
                <a:cubicBezTo>
                  <a:pt x="17" y="48"/>
                  <a:pt x="17" y="48"/>
                  <a:pt x="19" y="46"/>
                </a:cubicBezTo>
                <a:cubicBezTo>
                  <a:pt x="20" y="45"/>
                  <a:pt x="21" y="45"/>
                  <a:pt x="23" y="45"/>
                </a:cubicBezTo>
                <a:cubicBezTo>
                  <a:pt x="24" y="46"/>
                  <a:pt x="24" y="47"/>
                  <a:pt x="24" y="48"/>
                </a:cubicBezTo>
                <a:cubicBezTo>
                  <a:pt x="24" y="48"/>
                  <a:pt x="24" y="48"/>
                  <a:pt x="24" y="52"/>
                </a:cubicBezTo>
                <a:close/>
                <a:moveTo>
                  <a:pt x="47" y="33"/>
                </a:moveTo>
                <a:cubicBezTo>
                  <a:pt x="47" y="33"/>
                  <a:pt x="46" y="33"/>
                  <a:pt x="35" y="36"/>
                </a:cubicBezTo>
                <a:cubicBezTo>
                  <a:pt x="34" y="36"/>
                  <a:pt x="33" y="36"/>
                  <a:pt x="32" y="37"/>
                </a:cubicBezTo>
                <a:cubicBezTo>
                  <a:pt x="32" y="37"/>
                  <a:pt x="32" y="37"/>
                  <a:pt x="32" y="37"/>
                </a:cubicBezTo>
                <a:cubicBezTo>
                  <a:pt x="31" y="37"/>
                  <a:pt x="30" y="36"/>
                  <a:pt x="29" y="35"/>
                </a:cubicBezTo>
                <a:cubicBezTo>
                  <a:pt x="29" y="34"/>
                  <a:pt x="29" y="33"/>
                  <a:pt x="29" y="32"/>
                </a:cubicBezTo>
                <a:cubicBezTo>
                  <a:pt x="29" y="32"/>
                  <a:pt x="29" y="32"/>
                  <a:pt x="32" y="28"/>
                </a:cubicBezTo>
                <a:cubicBezTo>
                  <a:pt x="38" y="20"/>
                  <a:pt x="38" y="20"/>
                  <a:pt x="39" y="20"/>
                </a:cubicBezTo>
                <a:cubicBezTo>
                  <a:pt x="39" y="19"/>
                  <a:pt x="40" y="19"/>
                  <a:pt x="41" y="20"/>
                </a:cubicBezTo>
                <a:cubicBezTo>
                  <a:pt x="43" y="21"/>
                  <a:pt x="48" y="28"/>
                  <a:pt x="48" y="30"/>
                </a:cubicBezTo>
                <a:cubicBezTo>
                  <a:pt x="48" y="31"/>
                  <a:pt x="48" y="31"/>
                  <a:pt x="48" y="31"/>
                </a:cubicBezTo>
                <a:cubicBezTo>
                  <a:pt x="48" y="31"/>
                  <a:pt x="48" y="32"/>
                  <a:pt x="47" y="33"/>
                </a:cubicBezTo>
                <a:close/>
                <a:moveTo>
                  <a:pt x="40" y="60"/>
                </a:moveTo>
                <a:cubicBezTo>
                  <a:pt x="40" y="60"/>
                  <a:pt x="39" y="60"/>
                  <a:pt x="38" y="59"/>
                </a:cubicBezTo>
                <a:cubicBezTo>
                  <a:pt x="38" y="59"/>
                  <a:pt x="37" y="58"/>
                  <a:pt x="32" y="49"/>
                </a:cubicBezTo>
                <a:cubicBezTo>
                  <a:pt x="30" y="46"/>
                  <a:pt x="30" y="46"/>
                  <a:pt x="30" y="46"/>
                </a:cubicBezTo>
                <a:cubicBezTo>
                  <a:pt x="29" y="45"/>
                  <a:pt x="29" y="44"/>
                  <a:pt x="30" y="43"/>
                </a:cubicBezTo>
                <a:cubicBezTo>
                  <a:pt x="31" y="42"/>
                  <a:pt x="32" y="42"/>
                  <a:pt x="33" y="42"/>
                </a:cubicBezTo>
                <a:cubicBezTo>
                  <a:pt x="33" y="42"/>
                  <a:pt x="33" y="42"/>
                  <a:pt x="37" y="44"/>
                </a:cubicBezTo>
                <a:cubicBezTo>
                  <a:pt x="47" y="47"/>
                  <a:pt x="47" y="47"/>
                  <a:pt x="48" y="47"/>
                </a:cubicBezTo>
                <a:cubicBezTo>
                  <a:pt x="48" y="48"/>
                  <a:pt x="49" y="48"/>
                  <a:pt x="49" y="49"/>
                </a:cubicBezTo>
                <a:cubicBezTo>
                  <a:pt x="48" y="52"/>
                  <a:pt x="43" y="59"/>
                  <a:pt x="40" y="6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7" name="Freeform 177"/>
          <p:cNvSpPr/>
          <p:nvPr/>
        </p:nvSpPr>
        <p:spPr>
          <a:xfrm>
            <a:off x="495360" y="4468680"/>
            <a:ext cx="189000" cy="189000"/>
          </a:xfrm>
          <a:custGeom>
            <a:avLst/>
            <a:gdLst/>
            <a:ahLst/>
            <a:rect l="l" t="t" r="r" b="b"/>
            <a:pathLst>
              <a:path w="55" h="55">
                <a:moveTo>
                  <a:pt x="55" y="45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5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5"/>
                </a:lnTo>
                <a:close/>
                <a:moveTo>
                  <a:pt x="46" y="28"/>
                </a:moveTo>
                <a:cubicBezTo>
                  <a:pt x="46" y="26"/>
                  <a:pt x="44" y="24"/>
                  <a:pt x="42" y="24"/>
                </a:cubicBezTo>
                <a:cubicBezTo>
                  <a:pt x="37" y="24"/>
                  <a:pt x="32" y="24"/>
                  <a:pt x="27" y="24"/>
                </a:cubicBezTo>
                <a:cubicBezTo>
                  <a:pt x="22" y="24"/>
                  <a:pt x="17" y="24"/>
                  <a:pt x="13" y="24"/>
                </a:cubicBezTo>
                <a:cubicBezTo>
                  <a:pt x="10" y="24"/>
                  <a:pt x="9" y="26"/>
                  <a:pt x="8" y="28"/>
                </a:cubicBezTo>
                <a:cubicBezTo>
                  <a:pt x="8" y="31"/>
                  <a:pt x="8" y="34"/>
                  <a:pt x="8" y="37"/>
                </a:cubicBezTo>
                <a:cubicBezTo>
                  <a:pt x="8" y="40"/>
                  <a:pt x="8" y="44"/>
                  <a:pt x="8" y="47"/>
                </a:cubicBezTo>
                <a:cubicBezTo>
                  <a:pt x="9" y="49"/>
                  <a:pt x="10" y="50"/>
                  <a:pt x="12" y="50"/>
                </a:cubicBezTo>
                <a:cubicBezTo>
                  <a:pt x="17" y="51"/>
                  <a:pt x="22" y="51"/>
                  <a:pt x="27" y="51"/>
                </a:cubicBezTo>
                <a:cubicBezTo>
                  <a:pt x="32" y="51"/>
                  <a:pt x="37" y="51"/>
                  <a:pt x="42" y="50"/>
                </a:cubicBezTo>
                <a:cubicBezTo>
                  <a:pt x="44" y="50"/>
                  <a:pt x="46" y="49"/>
                  <a:pt x="46" y="47"/>
                </a:cubicBezTo>
                <a:cubicBezTo>
                  <a:pt x="47" y="44"/>
                  <a:pt x="47" y="40"/>
                  <a:pt x="47" y="37"/>
                </a:cubicBezTo>
                <a:cubicBezTo>
                  <a:pt x="47" y="34"/>
                  <a:pt x="47" y="31"/>
                  <a:pt x="46" y="28"/>
                </a:cubicBezTo>
                <a:close/>
                <a:moveTo>
                  <a:pt x="19" y="31"/>
                </a:moveTo>
                <a:cubicBezTo>
                  <a:pt x="16" y="31"/>
                  <a:pt x="16" y="31"/>
                  <a:pt x="16" y="31"/>
                </a:cubicBezTo>
                <a:cubicBezTo>
                  <a:pt x="16" y="46"/>
                  <a:pt x="16" y="46"/>
                  <a:pt x="16" y="46"/>
                </a:cubicBezTo>
                <a:cubicBezTo>
                  <a:pt x="13" y="46"/>
                  <a:pt x="13" y="46"/>
                  <a:pt x="13" y="46"/>
                </a:cubicBezTo>
                <a:cubicBezTo>
                  <a:pt x="13" y="31"/>
                  <a:pt x="13" y="31"/>
                  <a:pt x="13" y="31"/>
                </a:cubicBezTo>
                <a:cubicBezTo>
                  <a:pt x="10" y="31"/>
                  <a:pt x="10" y="31"/>
                  <a:pt x="10" y="31"/>
                </a:cubicBezTo>
                <a:cubicBezTo>
                  <a:pt x="10" y="28"/>
                  <a:pt x="10" y="28"/>
                  <a:pt x="10" y="28"/>
                </a:cubicBezTo>
                <a:cubicBezTo>
                  <a:pt x="19" y="28"/>
                  <a:pt x="19" y="28"/>
                  <a:pt x="19" y="28"/>
                </a:cubicBezTo>
                <a:lnTo>
                  <a:pt x="19" y="31"/>
                </a:lnTo>
                <a:close/>
                <a:moveTo>
                  <a:pt x="23" y="4"/>
                </a:moveTo>
                <a:cubicBezTo>
                  <a:pt x="20" y="4"/>
                  <a:pt x="20" y="4"/>
                  <a:pt x="20" y="4"/>
                </a:cubicBezTo>
                <a:cubicBezTo>
                  <a:pt x="19" y="10"/>
                  <a:pt x="19" y="10"/>
                  <a:pt x="19" y="10"/>
                </a:cubicBezTo>
                <a:cubicBezTo>
                  <a:pt x="17" y="4"/>
                  <a:pt x="17" y="4"/>
                  <a:pt x="17" y="4"/>
                </a:cubicBezTo>
                <a:cubicBezTo>
                  <a:pt x="14" y="4"/>
                  <a:pt x="14" y="4"/>
                  <a:pt x="14" y="4"/>
                </a:cubicBezTo>
                <a:cubicBezTo>
                  <a:pt x="14" y="5"/>
                  <a:pt x="15" y="7"/>
                  <a:pt x="16" y="8"/>
                </a:cubicBezTo>
                <a:cubicBezTo>
                  <a:pt x="16" y="11"/>
                  <a:pt x="17" y="13"/>
                  <a:pt x="17" y="14"/>
                </a:cubicBezTo>
                <a:cubicBezTo>
                  <a:pt x="17" y="21"/>
                  <a:pt x="17" y="21"/>
                  <a:pt x="17" y="21"/>
                </a:cubicBezTo>
                <a:cubicBezTo>
                  <a:pt x="20" y="21"/>
                  <a:pt x="20" y="21"/>
                  <a:pt x="20" y="21"/>
                </a:cubicBezTo>
                <a:cubicBezTo>
                  <a:pt x="20" y="14"/>
                  <a:pt x="20" y="14"/>
                  <a:pt x="20" y="14"/>
                </a:cubicBezTo>
                <a:lnTo>
                  <a:pt x="23" y="4"/>
                </a:lnTo>
                <a:close/>
                <a:moveTo>
                  <a:pt x="26" y="46"/>
                </a:moveTo>
                <a:cubicBezTo>
                  <a:pt x="24" y="46"/>
                  <a:pt x="24" y="46"/>
                  <a:pt x="24" y="46"/>
                </a:cubicBezTo>
                <a:cubicBezTo>
                  <a:pt x="24" y="44"/>
                  <a:pt x="24" y="44"/>
                  <a:pt x="24" y="44"/>
                </a:cubicBezTo>
                <a:cubicBezTo>
                  <a:pt x="23" y="45"/>
                  <a:pt x="22" y="46"/>
                  <a:pt x="21" y="46"/>
                </a:cubicBezTo>
                <a:cubicBezTo>
                  <a:pt x="20" y="46"/>
                  <a:pt x="20" y="46"/>
                  <a:pt x="19" y="45"/>
                </a:cubicBezTo>
                <a:cubicBezTo>
                  <a:pt x="19" y="45"/>
                  <a:pt x="19" y="44"/>
                  <a:pt x="19" y="43"/>
                </a:cubicBezTo>
                <a:cubicBezTo>
                  <a:pt x="19" y="33"/>
                  <a:pt x="19" y="33"/>
                  <a:pt x="19" y="33"/>
                </a:cubicBezTo>
                <a:cubicBezTo>
                  <a:pt x="21" y="33"/>
                  <a:pt x="21" y="33"/>
                  <a:pt x="21" y="33"/>
                </a:cubicBezTo>
                <a:cubicBezTo>
                  <a:pt x="21" y="42"/>
                  <a:pt x="21" y="42"/>
                  <a:pt x="21" y="42"/>
                </a:cubicBezTo>
                <a:cubicBezTo>
                  <a:pt x="21" y="43"/>
                  <a:pt x="21" y="43"/>
                  <a:pt x="22" y="43"/>
                </a:cubicBezTo>
                <a:cubicBezTo>
                  <a:pt x="22" y="44"/>
                  <a:pt x="22" y="44"/>
                  <a:pt x="22" y="44"/>
                </a:cubicBezTo>
                <a:cubicBezTo>
                  <a:pt x="23" y="44"/>
                  <a:pt x="23" y="43"/>
                  <a:pt x="24" y="43"/>
                </a:cubicBezTo>
                <a:cubicBezTo>
                  <a:pt x="24" y="33"/>
                  <a:pt x="24" y="33"/>
                  <a:pt x="24" y="33"/>
                </a:cubicBezTo>
                <a:cubicBezTo>
                  <a:pt x="26" y="33"/>
                  <a:pt x="26" y="33"/>
                  <a:pt x="26" y="33"/>
                </a:cubicBezTo>
                <a:lnTo>
                  <a:pt x="26" y="46"/>
                </a:lnTo>
                <a:close/>
                <a:moveTo>
                  <a:pt x="30" y="12"/>
                </a:moveTo>
                <a:cubicBezTo>
                  <a:pt x="30" y="11"/>
                  <a:pt x="30" y="10"/>
                  <a:pt x="29" y="9"/>
                </a:cubicBezTo>
                <a:cubicBezTo>
                  <a:pt x="29" y="8"/>
                  <a:pt x="28" y="8"/>
                  <a:pt x="27" y="8"/>
                </a:cubicBezTo>
                <a:cubicBezTo>
                  <a:pt x="25" y="8"/>
                  <a:pt x="25" y="8"/>
                  <a:pt x="24" y="9"/>
                </a:cubicBezTo>
                <a:cubicBezTo>
                  <a:pt x="23" y="10"/>
                  <a:pt x="23" y="11"/>
                  <a:pt x="23" y="12"/>
                </a:cubicBezTo>
                <a:cubicBezTo>
                  <a:pt x="23" y="17"/>
                  <a:pt x="23" y="17"/>
                  <a:pt x="23" y="17"/>
                </a:cubicBezTo>
                <a:cubicBezTo>
                  <a:pt x="23" y="18"/>
                  <a:pt x="23" y="19"/>
                  <a:pt x="24" y="20"/>
                </a:cubicBezTo>
                <a:cubicBezTo>
                  <a:pt x="25" y="21"/>
                  <a:pt x="25" y="21"/>
                  <a:pt x="27" y="21"/>
                </a:cubicBezTo>
                <a:cubicBezTo>
                  <a:pt x="28" y="21"/>
                  <a:pt x="29" y="21"/>
                  <a:pt x="29" y="20"/>
                </a:cubicBezTo>
                <a:cubicBezTo>
                  <a:pt x="30" y="19"/>
                  <a:pt x="30" y="18"/>
                  <a:pt x="30" y="17"/>
                </a:cubicBezTo>
                <a:lnTo>
                  <a:pt x="30" y="12"/>
                </a:lnTo>
                <a:close/>
                <a:moveTo>
                  <a:pt x="28" y="17"/>
                </a:moveTo>
                <a:cubicBezTo>
                  <a:pt x="28" y="19"/>
                  <a:pt x="27" y="19"/>
                  <a:pt x="27" y="19"/>
                </a:cubicBezTo>
                <a:cubicBezTo>
                  <a:pt x="26" y="19"/>
                  <a:pt x="26" y="19"/>
                  <a:pt x="26" y="17"/>
                </a:cubicBezTo>
                <a:cubicBezTo>
                  <a:pt x="26" y="12"/>
                  <a:pt x="26" y="12"/>
                  <a:pt x="26" y="12"/>
                </a:cubicBezTo>
                <a:cubicBezTo>
                  <a:pt x="26" y="11"/>
                  <a:pt x="26" y="10"/>
                  <a:pt x="27" y="10"/>
                </a:cubicBezTo>
                <a:cubicBezTo>
                  <a:pt x="27" y="10"/>
                  <a:pt x="28" y="11"/>
                  <a:pt x="28" y="12"/>
                </a:cubicBezTo>
                <a:lnTo>
                  <a:pt x="28" y="17"/>
                </a:lnTo>
                <a:close/>
                <a:moveTo>
                  <a:pt x="35" y="42"/>
                </a:moveTo>
                <a:cubicBezTo>
                  <a:pt x="35" y="43"/>
                  <a:pt x="35" y="44"/>
                  <a:pt x="35" y="45"/>
                </a:cubicBezTo>
                <a:cubicBezTo>
                  <a:pt x="34" y="46"/>
                  <a:pt x="34" y="46"/>
                  <a:pt x="33" y="46"/>
                </a:cubicBezTo>
                <a:cubicBezTo>
                  <a:pt x="32" y="46"/>
                  <a:pt x="31" y="46"/>
                  <a:pt x="30" y="45"/>
                </a:cubicBezTo>
                <a:cubicBezTo>
                  <a:pt x="30" y="46"/>
                  <a:pt x="30" y="46"/>
                  <a:pt x="30" y="46"/>
                </a:cubicBezTo>
                <a:cubicBezTo>
                  <a:pt x="28" y="46"/>
                  <a:pt x="28" y="46"/>
                  <a:pt x="28" y="46"/>
                </a:cubicBezTo>
                <a:cubicBezTo>
                  <a:pt x="28" y="28"/>
                  <a:pt x="28" y="28"/>
                  <a:pt x="28" y="28"/>
                </a:cubicBezTo>
                <a:cubicBezTo>
                  <a:pt x="30" y="28"/>
                  <a:pt x="30" y="28"/>
                  <a:pt x="30" y="28"/>
                </a:cubicBezTo>
                <a:cubicBezTo>
                  <a:pt x="30" y="34"/>
                  <a:pt x="30" y="34"/>
                  <a:pt x="30" y="34"/>
                </a:cubicBezTo>
                <a:cubicBezTo>
                  <a:pt x="31" y="33"/>
                  <a:pt x="32" y="33"/>
                  <a:pt x="33" y="33"/>
                </a:cubicBezTo>
                <a:cubicBezTo>
                  <a:pt x="34" y="33"/>
                  <a:pt x="34" y="33"/>
                  <a:pt x="35" y="34"/>
                </a:cubicBezTo>
                <a:cubicBezTo>
                  <a:pt x="35" y="35"/>
                  <a:pt x="35" y="35"/>
                  <a:pt x="35" y="37"/>
                </a:cubicBezTo>
                <a:lnTo>
                  <a:pt x="35" y="42"/>
                </a:lnTo>
                <a:close/>
                <a:moveTo>
                  <a:pt x="33" y="36"/>
                </a:moveTo>
                <a:cubicBezTo>
                  <a:pt x="33" y="35"/>
                  <a:pt x="32" y="35"/>
                  <a:pt x="32" y="35"/>
                </a:cubicBezTo>
                <a:cubicBezTo>
                  <a:pt x="31" y="35"/>
                  <a:pt x="31" y="35"/>
                  <a:pt x="30" y="35"/>
                </a:cubicBezTo>
                <a:cubicBezTo>
                  <a:pt x="30" y="43"/>
                  <a:pt x="30" y="43"/>
                  <a:pt x="30" y="43"/>
                </a:cubicBezTo>
                <a:cubicBezTo>
                  <a:pt x="31" y="44"/>
                  <a:pt x="31" y="44"/>
                  <a:pt x="32" y="44"/>
                </a:cubicBezTo>
                <a:cubicBezTo>
                  <a:pt x="32" y="44"/>
                  <a:pt x="33" y="43"/>
                  <a:pt x="33" y="42"/>
                </a:cubicBezTo>
                <a:lnTo>
                  <a:pt x="33" y="36"/>
                </a:lnTo>
                <a:close/>
                <a:moveTo>
                  <a:pt x="39" y="21"/>
                </a:moveTo>
                <a:cubicBezTo>
                  <a:pt x="39" y="8"/>
                  <a:pt x="39" y="8"/>
                  <a:pt x="39" y="8"/>
                </a:cubicBezTo>
                <a:cubicBezTo>
                  <a:pt x="37" y="8"/>
                  <a:pt x="37" y="8"/>
                  <a:pt x="37" y="8"/>
                </a:cubicBezTo>
                <a:cubicBezTo>
                  <a:pt x="37" y="18"/>
                  <a:pt x="37" y="18"/>
                  <a:pt x="37" y="18"/>
                </a:cubicBezTo>
                <a:cubicBezTo>
                  <a:pt x="36" y="19"/>
                  <a:pt x="36" y="19"/>
                  <a:pt x="35" y="19"/>
                </a:cubicBezTo>
                <a:cubicBezTo>
                  <a:pt x="35" y="19"/>
                  <a:pt x="35" y="19"/>
                  <a:pt x="35" y="19"/>
                </a:cubicBezTo>
                <a:cubicBezTo>
                  <a:pt x="35" y="19"/>
                  <a:pt x="35" y="18"/>
                  <a:pt x="35" y="18"/>
                </a:cubicBezTo>
                <a:cubicBezTo>
                  <a:pt x="35" y="8"/>
                  <a:pt x="35" y="8"/>
                  <a:pt x="35" y="8"/>
                </a:cubicBezTo>
                <a:cubicBezTo>
                  <a:pt x="32" y="8"/>
                  <a:pt x="32" y="8"/>
                  <a:pt x="32" y="8"/>
                </a:cubicBezTo>
                <a:cubicBezTo>
                  <a:pt x="32" y="19"/>
                  <a:pt x="32" y="19"/>
                  <a:pt x="32" y="19"/>
                </a:cubicBezTo>
                <a:cubicBezTo>
                  <a:pt x="32" y="19"/>
                  <a:pt x="32" y="20"/>
                  <a:pt x="32" y="20"/>
                </a:cubicBezTo>
                <a:cubicBezTo>
                  <a:pt x="33" y="21"/>
                  <a:pt x="33" y="21"/>
                  <a:pt x="34" y="21"/>
                </a:cubicBezTo>
                <a:cubicBezTo>
                  <a:pt x="35" y="21"/>
                  <a:pt x="36" y="21"/>
                  <a:pt x="37" y="20"/>
                </a:cubicBezTo>
                <a:cubicBezTo>
                  <a:pt x="37" y="21"/>
                  <a:pt x="37" y="21"/>
                  <a:pt x="37" y="21"/>
                </a:cubicBezTo>
                <a:lnTo>
                  <a:pt x="39" y="21"/>
                </a:lnTo>
                <a:close/>
                <a:moveTo>
                  <a:pt x="44" y="42"/>
                </a:moveTo>
                <a:cubicBezTo>
                  <a:pt x="44" y="42"/>
                  <a:pt x="44" y="43"/>
                  <a:pt x="44" y="43"/>
                </a:cubicBezTo>
                <a:cubicBezTo>
                  <a:pt x="44" y="44"/>
                  <a:pt x="44" y="44"/>
                  <a:pt x="43" y="45"/>
                </a:cubicBezTo>
                <a:cubicBezTo>
                  <a:pt x="43" y="46"/>
                  <a:pt x="42" y="46"/>
                  <a:pt x="40" y="46"/>
                </a:cubicBezTo>
                <a:cubicBezTo>
                  <a:pt x="39" y="46"/>
                  <a:pt x="38" y="46"/>
                  <a:pt x="38" y="45"/>
                </a:cubicBezTo>
                <a:cubicBezTo>
                  <a:pt x="37" y="44"/>
                  <a:pt x="37" y="43"/>
                  <a:pt x="37" y="42"/>
                </a:cubicBezTo>
                <a:cubicBezTo>
                  <a:pt x="37" y="37"/>
                  <a:pt x="37" y="37"/>
                  <a:pt x="37" y="37"/>
                </a:cubicBezTo>
                <a:cubicBezTo>
                  <a:pt x="37" y="36"/>
                  <a:pt x="37" y="35"/>
                  <a:pt x="37" y="34"/>
                </a:cubicBezTo>
                <a:cubicBezTo>
                  <a:pt x="38" y="33"/>
                  <a:pt x="39" y="33"/>
                  <a:pt x="40" y="33"/>
                </a:cubicBezTo>
                <a:cubicBezTo>
                  <a:pt x="42" y="33"/>
                  <a:pt x="42" y="33"/>
                  <a:pt x="43" y="34"/>
                </a:cubicBezTo>
                <a:cubicBezTo>
                  <a:pt x="44" y="35"/>
                  <a:pt x="44" y="36"/>
                  <a:pt x="44" y="37"/>
                </a:cubicBezTo>
                <a:cubicBezTo>
                  <a:pt x="44" y="40"/>
                  <a:pt x="44" y="40"/>
                  <a:pt x="44" y="40"/>
                </a:cubicBezTo>
                <a:cubicBezTo>
                  <a:pt x="39" y="40"/>
                  <a:pt x="39" y="40"/>
                  <a:pt x="39" y="40"/>
                </a:cubicBezTo>
                <a:cubicBezTo>
                  <a:pt x="39" y="42"/>
                  <a:pt x="39" y="42"/>
                  <a:pt x="39" y="42"/>
                </a:cubicBezTo>
                <a:cubicBezTo>
                  <a:pt x="39" y="43"/>
                  <a:pt x="40" y="44"/>
                  <a:pt x="40" y="44"/>
                </a:cubicBezTo>
                <a:cubicBezTo>
                  <a:pt x="41" y="44"/>
                  <a:pt x="41" y="44"/>
                  <a:pt x="41" y="43"/>
                </a:cubicBezTo>
                <a:cubicBezTo>
                  <a:pt x="41" y="43"/>
                  <a:pt x="41" y="42"/>
                  <a:pt x="41" y="41"/>
                </a:cubicBezTo>
                <a:cubicBezTo>
                  <a:pt x="44" y="41"/>
                  <a:pt x="44" y="41"/>
                  <a:pt x="44" y="41"/>
                </a:cubicBezTo>
                <a:lnTo>
                  <a:pt x="44" y="42"/>
                </a:lnTo>
                <a:close/>
                <a:moveTo>
                  <a:pt x="41" y="38"/>
                </a:moveTo>
                <a:cubicBezTo>
                  <a:pt x="41" y="37"/>
                  <a:pt x="41" y="37"/>
                  <a:pt x="41" y="37"/>
                </a:cubicBezTo>
                <a:cubicBezTo>
                  <a:pt x="41" y="35"/>
                  <a:pt x="41" y="35"/>
                  <a:pt x="40" y="35"/>
                </a:cubicBezTo>
                <a:cubicBezTo>
                  <a:pt x="40" y="35"/>
                  <a:pt x="39" y="35"/>
                  <a:pt x="39" y="37"/>
                </a:cubicBezTo>
                <a:cubicBezTo>
                  <a:pt x="39" y="38"/>
                  <a:pt x="39" y="38"/>
                  <a:pt x="39" y="38"/>
                </a:cubicBezTo>
                <a:lnTo>
                  <a:pt x="41" y="3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8" name="Freeform 178"/>
          <p:cNvSpPr/>
          <p:nvPr/>
        </p:nvSpPr>
        <p:spPr>
          <a:xfrm>
            <a:off x="988920" y="4468680"/>
            <a:ext cx="250920" cy="189000"/>
          </a:xfrm>
          <a:custGeom>
            <a:avLst/>
            <a:gdLst/>
            <a:ahLst/>
            <a:rect l="l" t="t" r="r" b="b"/>
            <a:pathLst>
              <a:path w="158" h="119">
                <a:moveTo>
                  <a:pt x="158" y="119"/>
                </a:moveTo>
                <a:lnTo>
                  <a:pt x="0" y="119"/>
                </a:lnTo>
                <a:lnTo>
                  <a:pt x="0" y="0"/>
                </a:lnTo>
                <a:lnTo>
                  <a:pt x="9" y="0"/>
                </a:lnTo>
                <a:lnTo>
                  <a:pt x="9" y="108"/>
                </a:lnTo>
                <a:lnTo>
                  <a:pt x="158" y="108"/>
                </a:lnTo>
                <a:lnTo>
                  <a:pt x="158" y="119"/>
                </a:lnTo>
                <a:close/>
                <a:moveTo>
                  <a:pt x="50" y="99"/>
                </a:moveTo>
                <a:lnTo>
                  <a:pt x="29" y="99"/>
                </a:lnTo>
                <a:lnTo>
                  <a:pt x="29" y="60"/>
                </a:lnTo>
                <a:lnTo>
                  <a:pt x="50" y="60"/>
                </a:lnTo>
                <a:lnTo>
                  <a:pt x="50" y="99"/>
                </a:lnTo>
                <a:close/>
                <a:moveTo>
                  <a:pt x="78" y="99"/>
                </a:moveTo>
                <a:lnTo>
                  <a:pt x="59" y="99"/>
                </a:lnTo>
                <a:lnTo>
                  <a:pt x="59" y="19"/>
                </a:lnTo>
                <a:lnTo>
                  <a:pt x="78" y="19"/>
                </a:lnTo>
                <a:lnTo>
                  <a:pt x="78" y="99"/>
                </a:lnTo>
                <a:close/>
                <a:moveTo>
                  <a:pt x="109" y="99"/>
                </a:moveTo>
                <a:lnTo>
                  <a:pt x="89" y="99"/>
                </a:lnTo>
                <a:lnTo>
                  <a:pt x="89" y="39"/>
                </a:lnTo>
                <a:lnTo>
                  <a:pt x="109" y="39"/>
                </a:lnTo>
                <a:lnTo>
                  <a:pt x="109" y="99"/>
                </a:lnTo>
                <a:close/>
                <a:moveTo>
                  <a:pt x="139" y="99"/>
                </a:moveTo>
                <a:lnTo>
                  <a:pt x="119" y="99"/>
                </a:lnTo>
                <a:lnTo>
                  <a:pt x="119" y="11"/>
                </a:lnTo>
                <a:lnTo>
                  <a:pt x="139" y="11"/>
                </a:lnTo>
                <a:lnTo>
                  <a:pt x="139" y="9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9" name="Freeform 179"/>
          <p:cNvSpPr/>
          <p:nvPr/>
        </p:nvSpPr>
        <p:spPr>
          <a:xfrm>
            <a:off x="990720" y="3105000"/>
            <a:ext cx="188640" cy="154080"/>
          </a:xfrm>
          <a:custGeom>
            <a:avLst/>
            <a:gdLst/>
            <a:ahLst/>
            <a:rect l="l" t="t" r="r" b="b"/>
            <a:pathLst>
              <a:path w="55" h="45">
                <a:moveTo>
                  <a:pt x="55" y="7"/>
                </a:moveTo>
                <a:cubicBezTo>
                  <a:pt x="55" y="8"/>
                  <a:pt x="54" y="9"/>
                  <a:pt x="52" y="9"/>
                </a:cubicBezTo>
                <a:cubicBezTo>
                  <a:pt x="2" y="9"/>
                  <a:pt x="2" y="9"/>
                  <a:pt x="2" y="9"/>
                </a:cubicBezTo>
                <a:cubicBezTo>
                  <a:pt x="1" y="9"/>
                  <a:pt x="0" y="8"/>
                  <a:pt x="0" y="7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54" y="0"/>
                  <a:pt x="55" y="1"/>
                  <a:pt x="55" y="2"/>
                </a:cubicBezTo>
                <a:lnTo>
                  <a:pt x="55" y="7"/>
                </a:lnTo>
                <a:close/>
                <a:moveTo>
                  <a:pt x="55" y="25"/>
                </a:moveTo>
                <a:cubicBezTo>
                  <a:pt x="55" y="26"/>
                  <a:pt x="54" y="27"/>
                  <a:pt x="52" y="27"/>
                </a:cubicBezTo>
                <a:cubicBezTo>
                  <a:pt x="2" y="27"/>
                  <a:pt x="2" y="27"/>
                  <a:pt x="2" y="27"/>
                </a:cubicBezTo>
                <a:cubicBezTo>
                  <a:pt x="1" y="27"/>
                  <a:pt x="0" y="26"/>
                  <a:pt x="0" y="25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19"/>
                  <a:pt x="1" y="18"/>
                  <a:pt x="2" y="18"/>
                </a:cubicBezTo>
                <a:cubicBezTo>
                  <a:pt x="52" y="18"/>
                  <a:pt x="52" y="18"/>
                  <a:pt x="52" y="18"/>
                </a:cubicBezTo>
                <a:cubicBezTo>
                  <a:pt x="54" y="18"/>
                  <a:pt x="55" y="19"/>
                  <a:pt x="55" y="20"/>
                </a:cubicBezTo>
                <a:lnTo>
                  <a:pt x="55" y="25"/>
                </a:lnTo>
                <a:close/>
                <a:moveTo>
                  <a:pt x="55" y="43"/>
                </a:moveTo>
                <a:cubicBezTo>
                  <a:pt x="55" y="44"/>
                  <a:pt x="54" y="45"/>
                  <a:pt x="52" y="45"/>
                </a:cubicBezTo>
                <a:cubicBezTo>
                  <a:pt x="2" y="45"/>
                  <a:pt x="2" y="45"/>
                  <a:pt x="2" y="45"/>
                </a:cubicBezTo>
                <a:cubicBezTo>
                  <a:pt x="1" y="45"/>
                  <a:pt x="0" y="44"/>
                  <a:pt x="0" y="43"/>
                </a:cubicBezTo>
                <a:cubicBezTo>
                  <a:pt x="0" y="39"/>
                  <a:pt x="0" y="39"/>
                  <a:pt x="0" y="39"/>
                </a:cubicBezTo>
                <a:cubicBezTo>
                  <a:pt x="0" y="37"/>
                  <a:pt x="1" y="36"/>
                  <a:pt x="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4" y="36"/>
                  <a:pt x="55" y="37"/>
                  <a:pt x="55" y="39"/>
                </a:cubicBezTo>
                <a:lnTo>
                  <a:pt x="55" y="4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Freeform 5"/>
          <p:cNvSpPr/>
          <p:nvPr/>
        </p:nvSpPr>
        <p:spPr>
          <a:xfrm>
            <a:off x="71280" y="162000"/>
            <a:ext cx="233640" cy="182520"/>
          </a:xfrm>
          <a:custGeom>
            <a:avLst/>
            <a:gdLst/>
            <a:ahLst/>
            <a:rect l="l" t="t" r="r" b="b"/>
            <a:pathLst>
              <a:path w="68" h="53">
                <a:moveTo>
                  <a:pt x="68" y="7"/>
                </a:moveTo>
                <a:cubicBezTo>
                  <a:pt x="68" y="8"/>
                  <a:pt x="67" y="9"/>
                  <a:pt x="65" y="9"/>
                </a:cubicBezTo>
                <a:cubicBezTo>
                  <a:pt x="2" y="9"/>
                  <a:pt x="2" y="9"/>
                  <a:pt x="2" y="9"/>
                </a:cubicBezTo>
                <a:cubicBezTo>
                  <a:pt x="1" y="9"/>
                  <a:pt x="0" y="8"/>
                  <a:pt x="0" y="7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7" y="0"/>
                  <a:pt x="68" y="1"/>
                  <a:pt x="68" y="2"/>
                </a:cubicBezTo>
                <a:lnTo>
                  <a:pt x="68" y="7"/>
                </a:lnTo>
                <a:close/>
                <a:moveTo>
                  <a:pt x="68" y="21"/>
                </a:moveTo>
                <a:cubicBezTo>
                  <a:pt x="68" y="23"/>
                  <a:pt x="67" y="24"/>
                  <a:pt x="65" y="24"/>
                </a:cubicBezTo>
                <a:cubicBezTo>
                  <a:pt x="2" y="24"/>
                  <a:pt x="2" y="24"/>
                  <a:pt x="2" y="24"/>
                </a:cubicBezTo>
                <a:cubicBezTo>
                  <a:pt x="1" y="24"/>
                  <a:pt x="0" y="23"/>
                  <a:pt x="0" y="21"/>
                </a:cubicBezTo>
                <a:cubicBezTo>
                  <a:pt x="0" y="17"/>
                  <a:pt x="0" y="17"/>
                  <a:pt x="0" y="17"/>
                </a:cubicBezTo>
                <a:cubicBezTo>
                  <a:pt x="0" y="15"/>
                  <a:pt x="1" y="14"/>
                  <a:pt x="2" y="14"/>
                </a:cubicBezTo>
                <a:cubicBezTo>
                  <a:pt x="65" y="14"/>
                  <a:pt x="65" y="14"/>
                  <a:pt x="65" y="14"/>
                </a:cubicBezTo>
                <a:cubicBezTo>
                  <a:pt x="67" y="14"/>
                  <a:pt x="68" y="15"/>
                  <a:pt x="68" y="17"/>
                </a:cubicBezTo>
                <a:lnTo>
                  <a:pt x="68" y="21"/>
                </a:lnTo>
                <a:close/>
                <a:moveTo>
                  <a:pt x="68" y="36"/>
                </a:moveTo>
                <a:cubicBezTo>
                  <a:pt x="68" y="37"/>
                  <a:pt x="67" y="38"/>
                  <a:pt x="65" y="38"/>
                </a:cubicBezTo>
                <a:cubicBezTo>
                  <a:pt x="2" y="38"/>
                  <a:pt x="2" y="38"/>
                  <a:pt x="2" y="38"/>
                </a:cubicBezTo>
                <a:cubicBezTo>
                  <a:pt x="1" y="38"/>
                  <a:pt x="0" y="37"/>
                  <a:pt x="0" y="36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30"/>
                  <a:pt x="1" y="29"/>
                  <a:pt x="2" y="29"/>
                </a:cubicBezTo>
                <a:cubicBezTo>
                  <a:pt x="65" y="29"/>
                  <a:pt x="65" y="29"/>
                  <a:pt x="65" y="29"/>
                </a:cubicBezTo>
                <a:cubicBezTo>
                  <a:pt x="67" y="29"/>
                  <a:pt x="68" y="30"/>
                  <a:pt x="68" y="31"/>
                </a:cubicBezTo>
                <a:lnTo>
                  <a:pt x="68" y="36"/>
                </a:lnTo>
                <a:close/>
                <a:moveTo>
                  <a:pt x="68" y="51"/>
                </a:moveTo>
                <a:cubicBezTo>
                  <a:pt x="68" y="52"/>
                  <a:pt x="67" y="53"/>
                  <a:pt x="65" y="53"/>
                </a:cubicBezTo>
                <a:cubicBezTo>
                  <a:pt x="2" y="53"/>
                  <a:pt x="2" y="53"/>
                  <a:pt x="2" y="53"/>
                </a:cubicBezTo>
                <a:cubicBezTo>
                  <a:pt x="1" y="53"/>
                  <a:pt x="0" y="52"/>
                  <a:pt x="0" y="51"/>
                </a:cubicBezTo>
                <a:cubicBezTo>
                  <a:pt x="0" y="46"/>
                  <a:pt x="0" y="46"/>
                  <a:pt x="0" y="46"/>
                </a:cubicBezTo>
                <a:cubicBezTo>
                  <a:pt x="0" y="44"/>
                  <a:pt x="1" y="43"/>
                  <a:pt x="2" y="43"/>
                </a:cubicBezTo>
                <a:cubicBezTo>
                  <a:pt x="65" y="43"/>
                  <a:pt x="65" y="43"/>
                  <a:pt x="65" y="43"/>
                </a:cubicBezTo>
                <a:cubicBezTo>
                  <a:pt x="67" y="43"/>
                  <a:pt x="68" y="44"/>
                  <a:pt x="68" y="46"/>
                </a:cubicBezTo>
                <a:lnTo>
                  <a:pt x="68" y="5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1" name="Freeform 6"/>
          <p:cNvSpPr/>
          <p:nvPr/>
        </p:nvSpPr>
        <p:spPr>
          <a:xfrm>
            <a:off x="493560" y="144360"/>
            <a:ext cx="233640" cy="230400"/>
          </a:xfrm>
          <a:custGeom>
            <a:avLst/>
            <a:gdLst/>
            <a:ahLst/>
            <a:rect l="l" t="t" r="r" b="b"/>
            <a:pathLst>
              <a:path w="68" h="67">
                <a:moveTo>
                  <a:pt x="68" y="58"/>
                </a:moveTo>
                <a:cubicBezTo>
                  <a:pt x="68" y="58"/>
                  <a:pt x="67" y="59"/>
                  <a:pt x="67" y="59"/>
                </a:cubicBezTo>
                <a:cubicBezTo>
                  <a:pt x="67" y="59"/>
                  <a:pt x="67" y="59"/>
                  <a:pt x="67" y="59"/>
                </a:cubicBezTo>
                <a:cubicBezTo>
                  <a:pt x="66" y="59"/>
                  <a:pt x="66" y="59"/>
                  <a:pt x="66" y="59"/>
                </a:cubicBezTo>
                <a:cubicBezTo>
                  <a:pt x="62" y="55"/>
                  <a:pt x="62" y="55"/>
                  <a:pt x="62" y="55"/>
                </a:cubicBezTo>
                <a:cubicBezTo>
                  <a:pt x="56" y="63"/>
                  <a:pt x="46" y="67"/>
                  <a:pt x="34" y="67"/>
                </a:cubicBezTo>
                <a:cubicBezTo>
                  <a:pt x="22" y="67"/>
                  <a:pt x="11" y="63"/>
                  <a:pt x="5" y="55"/>
                </a:cubicBezTo>
                <a:cubicBezTo>
                  <a:pt x="2" y="59"/>
                  <a:pt x="2" y="59"/>
                  <a:pt x="2" y="59"/>
                </a:cubicBezTo>
                <a:cubicBezTo>
                  <a:pt x="2" y="59"/>
                  <a:pt x="1" y="59"/>
                  <a:pt x="1" y="59"/>
                </a:cubicBezTo>
                <a:cubicBezTo>
                  <a:pt x="1" y="59"/>
                  <a:pt x="1" y="59"/>
                  <a:pt x="1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4"/>
                  <a:pt x="0" y="43"/>
                  <a:pt x="1" y="43"/>
                </a:cubicBezTo>
                <a:cubicBezTo>
                  <a:pt x="14" y="43"/>
                  <a:pt x="14" y="43"/>
                  <a:pt x="14" y="43"/>
                </a:cubicBezTo>
                <a:cubicBezTo>
                  <a:pt x="15" y="43"/>
                  <a:pt x="15" y="44"/>
                  <a:pt x="15" y="44"/>
                </a:cubicBezTo>
                <a:cubicBezTo>
                  <a:pt x="16" y="45"/>
                  <a:pt x="16" y="45"/>
                  <a:pt x="15" y="46"/>
                </a:cubicBezTo>
                <a:cubicBezTo>
                  <a:pt x="11" y="49"/>
                  <a:pt x="11" y="49"/>
                  <a:pt x="11" y="49"/>
                </a:cubicBezTo>
                <a:cubicBezTo>
                  <a:pt x="15" y="54"/>
                  <a:pt x="21" y="57"/>
                  <a:pt x="29" y="58"/>
                </a:cubicBezTo>
                <a:cubicBezTo>
                  <a:pt x="29" y="34"/>
                  <a:pt x="29" y="34"/>
                  <a:pt x="29" y="34"/>
                </a:cubicBezTo>
                <a:cubicBezTo>
                  <a:pt x="22" y="34"/>
                  <a:pt x="22" y="34"/>
                  <a:pt x="22" y="34"/>
                </a:cubicBezTo>
                <a:cubicBezTo>
                  <a:pt x="20" y="34"/>
                  <a:pt x="19" y="33"/>
                  <a:pt x="19" y="31"/>
                </a:cubicBezTo>
                <a:cubicBezTo>
                  <a:pt x="19" y="26"/>
                  <a:pt x="19" y="26"/>
                  <a:pt x="19" y="26"/>
                </a:cubicBezTo>
                <a:cubicBezTo>
                  <a:pt x="19" y="25"/>
                  <a:pt x="20" y="24"/>
                  <a:pt x="22" y="24"/>
                </a:cubicBezTo>
                <a:cubicBezTo>
                  <a:pt x="29" y="24"/>
                  <a:pt x="29" y="24"/>
                  <a:pt x="29" y="24"/>
                </a:cubicBezTo>
                <a:cubicBezTo>
                  <a:pt x="29" y="18"/>
                  <a:pt x="29" y="18"/>
                  <a:pt x="29" y="18"/>
                </a:cubicBezTo>
                <a:cubicBezTo>
                  <a:pt x="26" y="16"/>
                  <a:pt x="24" y="13"/>
                  <a:pt x="24" y="9"/>
                </a:cubicBezTo>
                <a:cubicBezTo>
                  <a:pt x="24" y="4"/>
                  <a:pt x="28" y="0"/>
                  <a:pt x="34" y="0"/>
                </a:cubicBezTo>
                <a:cubicBezTo>
                  <a:pt x="39" y="0"/>
                  <a:pt x="43" y="4"/>
                  <a:pt x="43" y="9"/>
                </a:cubicBezTo>
                <a:cubicBezTo>
                  <a:pt x="43" y="13"/>
                  <a:pt x="42" y="16"/>
                  <a:pt x="39" y="18"/>
                </a:cubicBezTo>
                <a:cubicBezTo>
                  <a:pt x="39" y="24"/>
                  <a:pt x="39" y="24"/>
                  <a:pt x="39" y="24"/>
                </a:cubicBezTo>
                <a:cubicBezTo>
                  <a:pt x="46" y="24"/>
                  <a:pt x="46" y="24"/>
                  <a:pt x="46" y="24"/>
                </a:cubicBezTo>
                <a:cubicBezTo>
                  <a:pt x="47" y="24"/>
                  <a:pt x="48" y="25"/>
                  <a:pt x="48" y="26"/>
                </a:cubicBezTo>
                <a:cubicBezTo>
                  <a:pt x="48" y="31"/>
                  <a:pt x="48" y="31"/>
                  <a:pt x="48" y="31"/>
                </a:cubicBezTo>
                <a:cubicBezTo>
                  <a:pt x="48" y="33"/>
                  <a:pt x="47" y="34"/>
                  <a:pt x="46" y="34"/>
                </a:cubicBezTo>
                <a:cubicBezTo>
                  <a:pt x="39" y="34"/>
                  <a:pt x="39" y="34"/>
                  <a:pt x="39" y="34"/>
                </a:cubicBezTo>
                <a:cubicBezTo>
                  <a:pt x="39" y="58"/>
                  <a:pt x="39" y="58"/>
                  <a:pt x="39" y="58"/>
                </a:cubicBezTo>
                <a:cubicBezTo>
                  <a:pt x="46" y="57"/>
                  <a:pt x="53" y="54"/>
                  <a:pt x="56" y="49"/>
                </a:cubicBezTo>
                <a:cubicBezTo>
                  <a:pt x="52" y="46"/>
                  <a:pt x="52" y="46"/>
                  <a:pt x="52" y="46"/>
                </a:cubicBezTo>
                <a:cubicBezTo>
                  <a:pt x="52" y="45"/>
                  <a:pt x="52" y="45"/>
                  <a:pt x="52" y="44"/>
                </a:cubicBezTo>
                <a:cubicBezTo>
                  <a:pt x="52" y="44"/>
                  <a:pt x="53" y="43"/>
                  <a:pt x="53" y="43"/>
                </a:cubicBezTo>
                <a:cubicBezTo>
                  <a:pt x="67" y="43"/>
                  <a:pt x="67" y="43"/>
                  <a:pt x="67" y="43"/>
                </a:cubicBezTo>
                <a:cubicBezTo>
                  <a:pt x="67" y="43"/>
                  <a:pt x="68" y="44"/>
                  <a:pt x="68" y="45"/>
                </a:cubicBezTo>
                <a:lnTo>
                  <a:pt x="68" y="58"/>
                </a:lnTo>
                <a:close/>
                <a:moveTo>
                  <a:pt x="34" y="7"/>
                </a:moveTo>
                <a:cubicBezTo>
                  <a:pt x="32" y="7"/>
                  <a:pt x="31" y="8"/>
                  <a:pt x="31" y="9"/>
                </a:cubicBezTo>
                <a:cubicBezTo>
                  <a:pt x="31" y="11"/>
                  <a:pt x="32" y="12"/>
                  <a:pt x="34" y="12"/>
                </a:cubicBezTo>
                <a:cubicBezTo>
                  <a:pt x="35" y="12"/>
                  <a:pt x="36" y="11"/>
                  <a:pt x="36" y="9"/>
                </a:cubicBezTo>
                <a:cubicBezTo>
                  <a:pt x="36" y="8"/>
                  <a:pt x="35" y="7"/>
                  <a:pt x="34" y="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2" name="Freeform 7"/>
          <p:cNvSpPr/>
          <p:nvPr/>
        </p:nvSpPr>
        <p:spPr>
          <a:xfrm>
            <a:off x="992160" y="203040"/>
            <a:ext cx="127080" cy="130320"/>
          </a:xfrm>
          <a:custGeom>
            <a:avLst/>
            <a:gdLst/>
            <a:ahLst/>
            <a:rect l="l" t="t" r="r" b="b"/>
            <a:pathLst>
              <a:path w="37" h="38">
                <a:moveTo>
                  <a:pt x="22" y="36"/>
                </a:moveTo>
                <a:cubicBezTo>
                  <a:pt x="20" y="38"/>
                  <a:pt x="20" y="38"/>
                  <a:pt x="20" y="38"/>
                </a:cubicBezTo>
                <a:cubicBezTo>
                  <a:pt x="20" y="38"/>
                  <a:pt x="20" y="38"/>
                  <a:pt x="19" y="38"/>
                </a:cubicBezTo>
                <a:cubicBezTo>
                  <a:pt x="19" y="38"/>
                  <a:pt x="19" y="38"/>
                  <a:pt x="19" y="38"/>
                </a:cubicBezTo>
                <a:cubicBezTo>
                  <a:pt x="1" y="20"/>
                  <a:pt x="1" y="20"/>
                  <a:pt x="1" y="20"/>
                </a:cubicBezTo>
                <a:cubicBezTo>
                  <a:pt x="1" y="20"/>
                  <a:pt x="0" y="19"/>
                  <a:pt x="0" y="19"/>
                </a:cubicBezTo>
                <a:cubicBezTo>
                  <a:pt x="0" y="19"/>
                  <a:pt x="1" y="18"/>
                  <a:pt x="1" y="18"/>
                </a:cubicBezTo>
                <a:cubicBezTo>
                  <a:pt x="19" y="1"/>
                  <a:pt x="19" y="1"/>
                  <a:pt x="19" y="1"/>
                </a:cubicBezTo>
                <a:cubicBezTo>
                  <a:pt x="19" y="0"/>
                  <a:pt x="19" y="0"/>
                  <a:pt x="19" y="0"/>
                </a:cubicBezTo>
                <a:cubicBezTo>
                  <a:pt x="20" y="0"/>
                  <a:pt x="20" y="0"/>
                  <a:pt x="20" y="1"/>
                </a:cubicBezTo>
                <a:cubicBezTo>
                  <a:pt x="22" y="2"/>
                  <a:pt x="22" y="2"/>
                  <a:pt x="22" y="2"/>
                </a:cubicBezTo>
                <a:cubicBezTo>
                  <a:pt x="22" y="3"/>
                  <a:pt x="23" y="3"/>
                  <a:pt x="23" y="3"/>
                </a:cubicBezTo>
                <a:cubicBezTo>
                  <a:pt x="23" y="4"/>
                  <a:pt x="22" y="4"/>
                  <a:pt x="22" y="4"/>
                </a:cubicBezTo>
                <a:cubicBezTo>
                  <a:pt x="7" y="19"/>
                  <a:pt x="7" y="19"/>
                  <a:pt x="7" y="19"/>
                </a:cubicBezTo>
                <a:cubicBezTo>
                  <a:pt x="22" y="34"/>
                  <a:pt x="22" y="34"/>
                  <a:pt x="22" y="34"/>
                </a:cubicBezTo>
                <a:cubicBezTo>
                  <a:pt x="22" y="34"/>
                  <a:pt x="23" y="35"/>
                  <a:pt x="23" y="35"/>
                </a:cubicBezTo>
                <a:cubicBezTo>
                  <a:pt x="23" y="35"/>
                  <a:pt x="22" y="36"/>
                  <a:pt x="22" y="36"/>
                </a:cubicBezTo>
                <a:close/>
                <a:moveTo>
                  <a:pt x="37" y="36"/>
                </a:moveTo>
                <a:cubicBezTo>
                  <a:pt x="35" y="38"/>
                  <a:pt x="35" y="38"/>
                  <a:pt x="35" y="38"/>
                </a:cubicBezTo>
                <a:cubicBezTo>
                  <a:pt x="35" y="38"/>
                  <a:pt x="34" y="38"/>
                  <a:pt x="34" y="38"/>
                </a:cubicBezTo>
                <a:cubicBezTo>
                  <a:pt x="34" y="38"/>
                  <a:pt x="33" y="38"/>
                  <a:pt x="33" y="38"/>
                </a:cubicBezTo>
                <a:cubicBezTo>
                  <a:pt x="15" y="20"/>
                  <a:pt x="15" y="20"/>
                  <a:pt x="15" y="20"/>
                </a:cubicBezTo>
                <a:cubicBezTo>
                  <a:pt x="15" y="20"/>
                  <a:pt x="15" y="19"/>
                  <a:pt x="15" y="19"/>
                </a:cubicBezTo>
                <a:cubicBezTo>
                  <a:pt x="15" y="19"/>
                  <a:pt x="15" y="18"/>
                  <a:pt x="15" y="18"/>
                </a:cubicBez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4" y="0"/>
                  <a:pt x="34" y="0"/>
                </a:cubicBezTo>
                <a:cubicBezTo>
                  <a:pt x="34" y="0"/>
                  <a:pt x="35" y="0"/>
                  <a:pt x="35" y="1"/>
                </a:cubicBezTo>
                <a:cubicBezTo>
                  <a:pt x="37" y="2"/>
                  <a:pt x="37" y="2"/>
                  <a:pt x="37" y="2"/>
                </a:cubicBezTo>
                <a:cubicBezTo>
                  <a:pt x="37" y="3"/>
                  <a:pt x="37" y="3"/>
                  <a:pt x="37" y="3"/>
                </a:cubicBezTo>
                <a:cubicBezTo>
                  <a:pt x="37" y="4"/>
                  <a:pt x="37" y="4"/>
                  <a:pt x="37" y="4"/>
                </a:cubicBezTo>
                <a:cubicBezTo>
                  <a:pt x="22" y="19"/>
                  <a:pt x="22" y="19"/>
                  <a:pt x="22" y="19"/>
                </a:cubicBezTo>
                <a:cubicBezTo>
                  <a:pt x="37" y="34"/>
                  <a:pt x="37" y="34"/>
                  <a:pt x="37" y="34"/>
                </a:cubicBezTo>
                <a:cubicBezTo>
                  <a:pt x="37" y="34"/>
                  <a:pt x="37" y="35"/>
                  <a:pt x="37" y="35"/>
                </a:cubicBezTo>
                <a:cubicBezTo>
                  <a:pt x="37" y="35"/>
                  <a:pt x="37" y="36"/>
                  <a:pt x="37" y="3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3" name="Freeform 8"/>
          <p:cNvSpPr/>
          <p:nvPr/>
        </p:nvSpPr>
        <p:spPr>
          <a:xfrm>
            <a:off x="1486080" y="203040"/>
            <a:ext cx="79200" cy="130320"/>
          </a:xfrm>
          <a:custGeom>
            <a:avLst/>
            <a:gdLst/>
            <a:ahLst/>
            <a:rect l="l" t="t" r="r" b="b"/>
            <a:pathLst>
              <a:path w="23" h="38">
                <a:moveTo>
                  <a:pt x="22" y="4"/>
                </a:moveTo>
                <a:cubicBezTo>
                  <a:pt x="7" y="19"/>
                  <a:pt x="7" y="19"/>
                  <a:pt x="7" y="19"/>
                </a:cubicBezTo>
                <a:cubicBezTo>
                  <a:pt x="22" y="34"/>
                  <a:pt x="22" y="34"/>
                  <a:pt x="22" y="34"/>
                </a:cubicBezTo>
                <a:cubicBezTo>
                  <a:pt x="22" y="34"/>
                  <a:pt x="23" y="35"/>
                  <a:pt x="23" y="35"/>
                </a:cubicBezTo>
                <a:cubicBezTo>
                  <a:pt x="23" y="35"/>
                  <a:pt x="22" y="36"/>
                  <a:pt x="22" y="36"/>
                </a:cubicBezTo>
                <a:cubicBezTo>
                  <a:pt x="20" y="38"/>
                  <a:pt x="20" y="38"/>
                  <a:pt x="20" y="38"/>
                </a:cubicBezTo>
                <a:cubicBezTo>
                  <a:pt x="20" y="38"/>
                  <a:pt x="20" y="38"/>
                  <a:pt x="19" y="38"/>
                </a:cubicBezTo>
                <a:cubicBezTo>
                  <a:pt x="19" y="38"/>
                  <a:pt x="19" y="38"/>
                  <a:pt x="19" y="38"/>
                </a:cubicBezTo>
                <a:cubicBezTo>
                  <a:pt x="1" y="20"/>
                  <a:pt x="1" y="20"/>
                  <a:pt x="1" y="20"/>
                </a:cubicBezTo>
                <a:cubicBezTo>
                  <a:pt x="1" y="20"/>
                  <a:pt x="0" y="19"/>
                  <a:pt x="0" y="19"/>
                </a:cubicBezTo>
                <a:cubicBezTo>
                  <a:pt x="0" y="19"/>
                  <a:pt x="1" y="18"/>
                  <a:pt x="1" y="18"/>
                </a:cubicBezTo>
                <a:cubicBezTo>
                  <a:pt x="19" y="1"/>
                  <a:pt x="19" y="1"/>
                  <a:pt x="19" y="1"/>
                </a:cubicBezTo>
                <a:cubicBezTo>
                  <a:pt x="19" y="0"/>
                  <a:pt x="19" y="0"/>
                  <a:pt x="19" y="0"/>
                </a:cubicBezTo>
                <a:cubicBezTo>
                  <a:pt x="20" y="0"/>
                  <a:pt x="20" y="0"/>
                  <a:pt x="20" y="1"/>
                </a:cubicBezTo>
                <a:cubicBezTo>
                  <a:pt x="22" y="2"/>
                  <a:pt x="22" y="2"/>
                  <a:pt x="22" y="2"/>
                </a:cubicBezTo>
                <a:cubicBezTo>
                  <a:pt x="22" y="3"/>
                  <a:pt x="23" y="3"/>
                  <a:pt x="23" y="3"/>
                </a:cubicBezTo>
                <a:cubicBezTo>
                  <a:pt x="23" y="4"/>
                  <a:pt x="22" y="4"/>
                  <a:pt x="22" y="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4" name="Freeform 9"/>
          <p:cNvSpPr/>
          <p:nvPr/>
        </p:nvSpPr>
        <p:spPr>
          <a:xfrm>
            <a:off x="1984320" y="162000"/>
            <a:ext cx="216000" cy="199800"/>
          </a:xfrm>
          <a:custGeom>
            <a:avLst/>
            <a:gdLst/>
            <a:ahLst/>
            <a:rect l="l" t="t" r="r" b="b"/>
            <a:pathLst>
              <a:path w="63" h="58">
                <a:moveTo>
                  <a:pt x="63" y="12"/>
                </a:moveTo>
                <a:cubicBezTo>
                  <a:pt x="63" y="13"/>
                  <a:pt x="62" y="14"/>
                  <a:pt x="61" y="1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4"/>
                  <a:pt x="0" y="13"/>
                  <a:pt x="0" y="12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3" y="0"/>
                </a:cubicBezTo>
                <a:cubicBezTo>
                  <a:pt x="61" y="0"/>
                  <a:pt x="61" y="0"/>
                  <a:pt x="61" y="0"/>
                </a:cubicBezTo>
                <a:cubicBezTo>
                  <a:pt x="62" y="0"/>
                  <a:pt x="63" y="1"/>
                  <a:pt x="63" y="2"/>
                </a:cubicBezTo>
                <a:lnTo>
                  <a:pt x="63" y="12"/>
                </a:lnTo>
                <a:close/>
                <a:moveTo>
                  <a:pt x="61" y="55"/>
                </a:moveTo>
                <a:cubicBezTo>
                  <a:pt x="61" y="57"/>
                  <a:pt x="60" y="58"/>
                  <a:pt x="59" y="58"/>
                </a:cubicBezTo>
                <a:cubicBezTo>
                  <a:pt x="5" y="58"/>
                  <a:pt x="5" y="58"/>
                  <a:pt x="5" y="58"/>
                </a:cubicBezTo>
                <a:cubicBezTo>
                  <a:pt x="4" y="58"/>
                  <a:pt x="3" y="57"/>
                  <a:pt x="3" y="55"/>
                </a:cubicBezTo>
                <a:cubicBezTo>
                  <a:pt x="3" y="19"/>
                  <a:pt x="3" y="19"/>
                  <a:pt x="3" y="19"/>
                </a:cubicBezTo>
                <a:cubicBezTo>
                  <a:pt x="3" y="18"/>
                  <a:pt x="4" y="17"/>
                  <a:pt x="5" y="17"/>
                </a:cubicBezTo>
                <a:cubicBezTo>
                  <a:pt x="59" y="17"/>
                  <a:pt x="59" y="17"/>
                  <a:pt x="59" y="17"/>
                </a:cubicBezTo>
                <a:cubicBezTo>
                  <a:pt x="60" y="17"/>
                  <a:pt x="61" y="18"/>
                  <a:pt x="61" y="19"/>
                </a:cubicBezTo>
                <a:lnTo>
                  <a:pt x="61" y="55"/>
                </a:lnTo>
                <a:close/>
                <a:moveTo>
                  <a:pt x="37" y="24"/>
                </a:moveTo>
                <a:cubicBezTo>
                  <a:pt x="27" y="24"/>
                  <a:pt x="27" y="24"/>
                  <a:pt x="27" y="24"/>
                </a:cubicBezTo>
                <a:cubicBezTo>
                  <a:pt x="26" y="24"/>
                  <a:pt x="24" y="25"/>
                  <a:pt x="24" y="26"/>
                </a:cubicBezTo>
                <a:cubicBezTo>
                  <a:pt x="24" y="28"/>
                  <a:pt x="26" y="29"/>
                  <a:pt x="27" y="29"/>
                </a:cubicBezTo>
                <a:cubicBezTo>
                  <a:pt x="37" y="29"/>
                  <a:pt x="37" y="29"/>
                  <a:pt x="37" y="29"/>
                </a:cubicBezTo>
                <a:cubicBezTo>
                  <a:pt x="38" y="29"/>
                  <a:pt x="39" y="28"/>
                  <a:pt x="39" y="26"/>
                </a:cubicBezTo>
                <a:cubicBezTo>
                  <a:pt x="39" y="25"/>
                  <a:pt x="38" y="24"/>
                  <a:pt x="37" y="2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5" name="Freeform 10"/>
          <p:cNvSpPr/>
          <p:nvPr/>
        </p:nvSpPr>
        <p:spPr>
          <a:xfrm>
            <a:off x="2471760" y="162000"/>
            <a:ext cx="201600" cy="199800"/>
          </a:xfrm>
          <a:custGeom>
            <a:avLst/>
            <a:gdLst/>
            <a:ahLst/>
            <a:rect l="l" t="t" r="r" b="b"/>
            <a:pathLst>
              <a:path w="59" h="58">
                <a:moveTo>
                  <a:pt x="30" y="58"/>
                </a:moveTo>
                <a:cubicBezTo>
                  <a:pt x="13" y="58"/>
                  <a:pt x="0" y="45"/>
                  <a:pt x="0" y="29"/>
                </a:cubicBezTo>
                <a:cubicBezTo>
                  <a:pt x="0" y="13"/>
                  <a:pt x="13" y="0"/>
                  <a:pt x="30" y="0"/>
                </a:cubicBezTo>
                <a:cubicBezTo>
                  <a:pt x="46" y="0"/>
                  <a:pt x="59" y="13"/>
                  <a:pt x="59" y="29"/>
                </a:cubicBezTo>
                <a:cubicBezTo>
                  <a:pt x="59" y="45"/>
                  <a:pt x="46" y="58"/>
                  <a:pt x="30" y="58"/>
                </a:cubicBezTo>
                <a:close/>
                <a:moveTo>
                  <a:pt x="9" y="29"/>
                </a:moveTo>
                <a:cubicBezTo>
                  <a:pt x="9" y="40"/>
                  <a:pt x="18" y="49"/>
                  <a:pt x="30" y="49"/>
                </a:cubicBezTo>
                <a:cubicBezTo>
                  <a:pt x="41" y="49"/>
                  <a:pt x="50" y="40"/>
                  <a:pt x="50" y="29"/>
                </a:cubicBezTo>
                <a:cubicBezTo>
                  <a:pt x="50" y="17"/>
                  <a:pt x="41" y="8"/>
                  <a:pt x="30" y="8"/>
                </a:cubicBezTo>
                <a:cubicBezTo>
                  <a:pt x="18" y="8"/>
                  <a:pt x="9" y="17"/>
                  <a:pt x="9" y="29"/>
                </a:cubicBezTo>
                <a:close/>
                <a:moveTo>
                  <a:pt x="43" y="31"/>
                </a:moveTo>
                <a:cubicBezTo>
                  <a:pt x="30" y="43"/>
                  <a:pt x="30" y="43"/>
                  <a:pt x="30" y="43"/>
                </a:cubicBezTo>
                <a:cubicBezTo>
                  <a:pt x="30" y="43"/>
                  <a:pt x="30" y="43"/>
                  <a:pt x="30" y="43"/>
                </a:cubicBezTo>
                <a:cubicBezTo>
                  <a:pt x="29" y="43"/>
                  <a:pt x="29" y="43"/>
                  <a:pt x="29" y="43"/>
                </a:cubicBezTo>
                <a:cubicBezTo>
                  <a:pt x="17" y="31"/>
                  <a:pt x="17" y="31"/>
                  <a:pt x="17" y="31"/>
                </a:cubicBezTo>
                <a:cubicBezTo>
                  <a:pt x="16" y="30"/>
                  <a:pt x="16" y="30"/>
                  <a:pt x="16" y="29"/>
                </a:cubicBezTo>
                <a:cubicBezTo>
                  <a:pt x="16" y="29"/>
                  <a:pt x="17" y="29"/>
                  <a:pt x="17" y="29"/>
                </a:cubicBezTo>
                <a:cubicBezTo>
                  <a:pt x="25" y="29"/>
                  <a:pt x="25" y="29"/>
                  <a:pt x="25" y="29"/>
                </a:cubicBezTo>
                <a:cubicBezTo>
                  <a:pt x="25" y="15"/>
                  <a:pt x="25" y="15"/>
                  <a:pt x="25" y="15"/>
                </a:cubicBezTo>
                <a:cubicBezTo>
                  <a:pt x="25" y="15"/>
                  <a:pt x="25" y="14"/>
                  <a:pt x="26" y="14"/>
                </a:cubicBezTo>
                <a:cubicBezTo>
                  <a:pt x="33" y="14"/>
                  <a:pt x="33" y="14"/>
                  <a:pt x="33" y="14"/>
                </a:cubicBezTo>
                <a:cubicBezTo>
                  <a:pt x="34" y="14"/>
                  <a:pt x="34" y="15"/>
                  <a:pt x="34" y="15"/>
                </a:cubicBezTo>
                <a:cubicBezTo>
                  <a:pt x="34" y="29"/>
                  <a:pt x="34" y="29"/>
                  <a:pt x="34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3" y="29"/>
                  <a:pt x="43" y="30"/>
                </a:cubicBezTo>
                <a:cubicBezTo>
                  <a:pt x="43" y="30"/>
                  <a:pt x="43" y="31"/>
                  <a:pt x="43" y="3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6" name="Freeform 11"/>
          <p:cNvSpPr/>
          <p:nvPr/>
        </p:nvSpPr>
        <p:spPr>
          <a:xfrm>
            <a:off x="2965320" y="162000"/>
            <a:ext cx="203400" cy="199800"/>
          </a:xfrm>
          <a:custGeom>
            <a:avLst/>
            <a:gdLst/>
            <a:ahLst/>
            <a:rect l="l" t="t" r="r" b="b"/>
            <a:pathLst>
              <a:path w="59" h="58">
                <a:moveTo>
                  <a:pt x="30" y="58"/>
                </a:moveTo>
                <a:cubicBezTo>
                  <a:pt x="13" y="58"/>
                  <a:pt x="0" y="45"/>
                  <a:pt x="0" y="29"/>
                </a:cubicBezTo>
                <a:cubicBezTo>
                  <a:pt x="0" y="13"/>
                  <a:pt x="13" y="0"/>
                  <a:pt x="30" y="0"/>
                </a:cubicBezTo>
                <a:cubicBezTo>
                  <a:pt x="46" y="0"/>
                  <a:pt x="59" y="13"/>
                  <a:pt x="59" y="29"/>
                </a:cubicBezTo>
                <a:cubicBezTo>
                  <a:pt x="59" y="45"/>
                  <a:pt x="46" y="58"/>
                  <a:pt x="30" y="58"/>
                </a:cubicBezTo>
                <a:close/>
                <a:moveTo>
                  <a:pt x="49" y="27"/>
                </a:moveTo>
                <a:cubicBezTo>
                  <a:pt x="45" y="24"/>
                  <a:pt x="45" y="24"/>
                  <a:pt x="45" y="24"/>
                </a:cubicBezTo>
                <a:cubicBezTo>
                  <a:pt x="31" y="10"/>
                  <a:pt x="31" y="10"/>
                  <a:pt x="31" y="10"/>
                </a:cubicBezTo>
                <a:cubicBezTo>
                  <a:pt x="31" y="9"/>
                  <a:pt x="30" y="9"/>
                  <a:pt x="30" y="9"/>
                </a:cubicBezTo>
                <a:cubicBezTo>
                  <a:pt x="29" y="9"/>
                  <a:pt x="28" y="9"/>
                  <a:pt x="28" y="10"/>
                </a:cubicBezTo>
                <a:cubicBezTo>
                  <a:pt x="24" y="13"/>
                  <a:pt x="24" y="13"/>
                  <a:pt x="24" y="13"/>
                </a:cubicBezTo>
                <a:cubicBezTo>
                  <a:pt x="24" y="14"/>
                  <a:pt x="24" y="14"/>
                  <a:pt x="24" y="15"/>
                </a:cubicBezTo>
                <a:cubicBezTo>
                  <a:pt x="24" y="16"/>
                  <a:pt x="24" y="16"/>
                  <a:pt x="24" y="17"/>
                </a:cubicBezTo>
                <a:cubicBezTo>
                  <a:pt x="32" y="24"/>
                  <a:pt x="32" y="24"/>
                  <a:pt x="32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11" y="24"/>
                  <a:pt x="10" y="25"/>
                  <a:pt x="10" y="26"/>
                </a:cubicBezTo>
                <a:cubicBezTo>
                  <a:pt x="10" y="31"/>
                  <a:pt x="10" y="31"/>
                  <a:pt x="10" y="31"/>
                </a:cubicBezTo>
                <a:cubicBezTo>
                  <a:pt x="10" y="32"/>
                  <a:pt x="11" y="34"/>
                  <a:pt x="13" y="34"/>
                </a:cubicBezTo>
                <a:cubicBezTo>
                  <a:pt x="32" y="34"/>
                  <a:pt x="32" y="34"/>
                  <a:pt x="32" y="34"/>
                </a:cubicBezTo>
                <a:cubicBezTo>
                  <a:pt x="24" y="41"/>
                  <a:pt x="24" y="41"/>
                  <a:pt x="24" y="41"/>
                </a:cubicBezTo>
                <a:cubicBezTo>
                  <a:pt x="24" y="41"/>
                  <a:pt x="24" y="42"/>
                  <a:pt x="24" y="42"/>
                </a:cubicBezTo>
                <a:cubicBezTo>
                  <a:pt x="24" y="43"/>
                  <a:pt x="24" y="44"/>
                  <a:pt x="24" y="44"/>
                </a:cubicBezTo>
                <a:cubicBezTo>
                  <a:pt x="28" y="48"/>
                  <a:pt x="28" y="48"/>
                  <a:pt x="28" y="48"/>
                </a:cubicBezTo>
                <a:cubicBezTo>
                  <a:pt x="28" y="48"/>
                  <a:pt x="29" y="48"/>
                  <a:pt x="30" y="48"/>
                </a:cubicBezTo>
                <a:cubicBezTo>
                  <a:pt x="30" y="48"/>
                  <a:pt x="31" y="48"/>
                  <a:pt x="31" y="48"/>
                </a:cubicBezTo>
                <a:cubicBezTo>
                  <a:pt x="45" y="34"/>
                  <a:pt x="45" y="34"/>
                  <a:pt x="45" y="34"/>
                </a:cubicBezTo>
                <a:cubicBezTo>
                  <a:pt x="49" y="30"/>
                  <a:pt x="49" y="30"/>
                  <a:pt x="49" y="30"/>
                </a:cubicBezTo>
                <a:cubicBezTo>
                  <a:pt x="49" y="30"/>
                  <a:pt x="49" y="29"/>
                  <a:pt x="49" y="29"/>
                </a:cubicBezTo>
                <a:cubicBezTo>
                  <a:pt x="49" y="28"/>
                  <a:pt x="49" y="27"/>
                  <a:pt x="49" y="2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7" name="Freeform 12"/>
          <p:cNvSpPr/>
          <p:nvPr/>
        </p:nvSpPr>
        <p:spPr>
          <a:xfrm>
            <a:off x="3460680" y="168120"/>
            <a:ext cx="192240" cy="203400"/>
          </a:xfrm>
          <a:custGeom>
            <a:avLst/>
            <a:gdLst/>
            <a:ahLst/>
            <a:rect l="l" t="t" r="r" b="b"/>
            <a:pathLst>
              <a:path w="56" h="59">
                <a:moveTo>
                  <a:pt x="55" y="33"/>
                </a:moveTo>
                <a:cubicBezTo>
                  <a:pt x="30" y="57"/>
                  <a:pt x="30" y="57"/>
                  <a:pt x="30" y="57"/>
                </a:cubicBezTo>
                <a:cubicBezTo>
                  <a:pt x="29" y="58"/>
                  <a:pt x="28" y="59"/>
                  <a:pt x="27" y="59"/>
                </a:cubicBezTo>
                <a:cubicBezTo>
                  <a:pt x="25" y="59"/>
                  <a:pt x="24" y="58"/>
                  <a:pt x="23" y="57"/>
                </a:cubicBezTo>
                <a:cubicBezTo>
                  <a:pt x="20" y="54"/>
                  <a:pt x="20" y="54"/>
                  <a:pt x="20" y="54"/>
                </a:cubicBezTo>
                <a:cubicBezTo>
                  <a:pt x="20" y="54"/>
                  <a:pt x="19" y="52"/>
                  <a:pt x="19" y="51"/>
                </a:cubicBezTo>
                <a:cubicBezTo>
                  <a:pt x="19" y="50"/>
                  <a:pt x="20" y="48"/>
                  <a:pt x="20" y="48"/>
                </a:cubicBezTo>
                <a:cubicBezTo>
                  <a:pt x="32" y="36"/>
                  <a:pt x="32" y="36"/>
                  <a:pt x="32" y="36"/>
                </a:cubicBezTo>
                <a:cubicBezTo>
                  <a:pt x="5" y="36"/>
                  <a:pt x="5" y="36"/>
                  <a:pt x="5" y="36"/>
                </a:cubicBezTo>
                <a:cubicBezTo>
                  <a:pt x="2" y="36"/>
                  <a:pt x="0" y="34"/>
                  <a:pt x="0" y="32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4"/>
                  <a:pt x="2" y="22"/>
                  <a:pt x="5" y="22"/>
                </a:cubicBezTo>
                <a:cubicBezTo>
                  <a:pt x="32" y="22"/>
                  <a:pt x="32" y="22"/>
                  <a:pt x="32" y="22"/>
                </a:cubicBezTo>
                <a:cubicBezTo>
                  <a:pt x="20" y="11"/>
                  <a:pt x="20" y="11"/>
                  <a:pt x="20" y="11"/>
                </a:cubicBezTo>
                <a:cubicBezTo>
                  <a:pt x="20" y="10"/>
                  <a:pt x="19" y="9"/>
                  <a:pt x="19" y="7"/>
                </a:cubicBezTo>
                <a:cubicBezTo>
                  <a:pt x="19" y="6"/>
                  <a:pt x="20" y="5"/>
                  <a:pt x="20" y="4"/>
                </a:cubicBezTo>
                <a:cubicBezTo>
                  <a:pt x="23" y="1"/>
                  <a:pt x="23" y="1"/>
                  <a:pt x="23" y="1"/>
                </a:cubicBezTo>
                <a:cubicBezTo>
                  <a:pt x="24" y="0"/>
                  <a:pt x="25" y="0"/>
                  <a:pt x="27" y="0"/>
                </a:cubicBezTo>
                <a:cubicBezTo>
                  <a:pt x="28" y="0"/>
                  <a:pt x="29" y="0"/>
                  <a:pt x="30" y="1"/>
                </a:cubicBezTo>
                <a:cubicBezTo>
                  <a:pt x="55" y="26"/>
                  <a:pt x="55" y="26"/>
                  <a:pt x="55" y="26"/>
                </a:cubicBezTo>
                <a:cubicBezTo>
                  <a:pt x="56" y="27"/>
                  <a:pt x="56" y="28"/>
                  <a:pt x="56" y="29"/>
                </a:cubicBezTo>
                <a:cubicBezTo>
                  <a:pt x="56" y="30"/>
                  <a:pt x="56" y="32"/>
                  <a:pt x="55" y="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8" name="Freeform 13"/>
          <p:cNvSpPr/>
          <p:nvPr/>
        </p:nvSpPr>
        <p:spPr>
          <a:xfrm>
            <a:off x="3954600" y="220680"/>
            <a:ext cx="233280" cy="82440"/>
          </a:xfrm>
          <a:custGeom>
            <a:avLst/>
            <a:gdLst/>
            <a:ahLst/>
            <a:rect l="l" t="t" r="r" b="b"/>
            <a:pathLst>
              <a:path w="68" h="24">
                <a:moveTo>
                  <a:pt x="68" y="13"/>
                </a:moveTo>
                <a:cubicBezTo>
                  <a:pt x="58" y="23"/>
                  <a:pt x="58" y="23"/>
                  <a:pt x="58" y="23"/>
                </a:cubicBezTo>
                <a:cubicBezTo>
                  <a:pt x="58" y="24"/>
                  <a:pt x="57" y="24"/>
                  <a:pt x="56" y="24"/>
                </a:cubicBezTo>
                <a:cubicBezTo>
                  <a:pt x="55" y="24"/>
                  <a:pt x="54" y="23"/>
                  <a:pt x="54" y="21"/>
                </a:cubicBezTo>
                <a:cubicBezTo>
                  <a:pt x="54" y="17"/>
                  <a:pt x="54" y="17"/>
                  <a:pt x="54" y="17"/>
                </a:cubicBezTo>
                <a:cubicBezTo>
                  <a:pt x="15" y="17"/>
                  <a:pt x="15" y="17"/>
                  <a:pt x="15" y="17"/>
                </a:cubicBezTo>
                <a:cubicBezTo>
                  <a:pt x="15" y="21"/>
                  <a:pt x="15" y="21"/>
                  <a:pt x="15" y="21"/>
                </a:cubicBezTo>
                <a:cubicBezTo>
                  <a:pt x="15" y="23"/>
                  <a:pt x="14" y="24"/>
                  <a:pt x="13" y="24"/>
                </a:cubicBezTo>
                <a:cubicBezTo>
                  <a:pt x="12" y="24"/>
                  <a:pt x="11" y="24"/>
                  <a:pt x="11" y="23"/>
                </a:cubicBezTo>
                <a:cubicBezTo>
                  <a:pt x="1" y="13"/>
                  <a:pt x="1" y="13"/>
                  <a:pt x="1" y="13"/>
                </a:cubicBezTo>
                <a:cubicBezTo>
                  <a:pt x="1" y="13"/>
                  <a:pt x="0" y="12"/>
                  <a:pt x="0" y="12"/>
                </a:cubicBezTo>
                <a:cubicBezTo>
                  <a:pt x="0" y="11"/>
                  <a:pt x="1" y="10"/>
                  <a:pt x="1" y="10"/>
                </a:cubicBezTo>
                <a:cubicBezTo>
                  <a:pt x="11" y="0"/>
                  <a:pt x="11" y="0"/>
                  <a:pt x="11" y="0"/>
                </a:cubicBezTo>
                <a:cubicBezTo>
                  <a:pt x="11" y="0"/>
                  <a:pt x="12" y="0"/>
                  <a:pt x="13" y="0"/>
                </a:cubicBezTo>
                <a:cubicBezTo>
                  <a:pt x="14" y="0"/>
                  <a:pt x="15" y="1"/>
                  <a:pt x="15" y="2"/>
                </a:cubicBezTo>
                <a:cubicBezTo>
                  <a:pt x="15" y="7"/>
                  <a:pt x="15" y="7"/>
                  <a:pt x="15" y="7"/>
                </a:cubicBezTo>
                <a:cubicBezTo>
                  <a:pt x="54" y="7"/>
                  <a:pt x="54" y="7"/>
                  <a:pt x="54" y="7"/>
                </a:cubicBezTo>
                <a:cubicBezTo>
                  <a:pt x="54" y="2"/>
                  <a:pt x="54" y="2"/>
                  <a:pt x="54" y="2"/>
                </a:cubicBezTo>
                <a:cubicBezTo>
                  <a:pt x="54" y="1"/>
                  <a:pt x="55" y="0"/>
                  <a:pt x="56" y="0"/>
                </a:cubicBezTo>
                <a:cubicBezTo>
                  <a:pt x="57" y="0"/>
                  <a:pt x="58" y="0"/>
                  <a:pt x="58" y="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10"/>
                  <a:pt x="68" y="11"/>
                  <a:pt x="68" y="12"/>
                </a:cubicBezTo>
                <a:cubicBezTo>
                  <a:pt x="68" y="12"/>
                  <a:pt x="68" y="13"/>
                  <a:pt x="68" y="1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5640" bIns="356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9" name="Freeform 14"/>
          <p:cNvSpPr/>
          <p:nvPr/>
        </p:nvSpPr>
        <p:spPr>
          <a:xfrm>
            <a:off x="4448160" y="162000"/>
            <a:ext cx="268200" cy="206280"/>
          </a:xfrm>
          <a:custGeom>
            <a:avLst/>
            <a:gdLst/>
            <a:ahLst/>
            <a:rect l="l" t="t" r="r" b="b"/>
            <a:pathLst>
              <a:path w="78" h="60">
                <a:moveTo>
                  <a:pt x="78" y="47"/>
                </a:moveTo>
                <a:cubicBezTo>
                  <a:pt x="78" y="48"/>
                  <a:pt x="77" y="48"/>
                  <a:pt x="76" y="48"/>
                </a:cubicBezTo>
                <a:cubicBezTo>
                  <a:pt x="73" y="48"/>
                  <a:pt x="73" y="48"/>
                  <a:pt x="73" y="48"/>
                </a:cubicBezTo>
                <a:cubicBezTo>
                  <a:pt x="73" y="53"/>
                  <a:pt x="73" y="53"/>
                  <a:pt x="73" y="53"/>
                </a:cubicBezTo>
                <a:cubicBezTo>
                  <a:pt x="73" y="57"/>
                  <a:pt x="69" y="60"/>
                  <a:pt x="65" y="60"/>
                </a:cubicBezTo>
                <a:cubicBezTo>
                  <a:pt x="61" y="60"/>
                  <a:pt x="58" y="57"/>
                  <a:pt x="58" y="53"/>
                </a:cubicBezTo>
                <a:cubicBezTo>
                  <a:pt x="58" y="48"/>
                  <a:pt x="58" y="48"/>
                  <a:pt x="58" y="48"/>
                </a:cubicBezTo>
                <a:cubicBezTo>
                  <a:pt x="19" y="48"/>
                  <a:pt x="19" y="48"/>
                  <a:pt x="19" y="48"/>
                </a:cubicBezTo>
                <a:cubicBezTo>
                  <a:pt x="19" y="53"/>
                  <a:pt x="19" y="53"/>
                  <a:pt x="19" y="53"/>
                </a:cubicBezTo>
                <a:cubicBezTo>
                  <a:pt x="19" y="57"/>
                  <a:pt x="16" y="60"/>
                  <a:pt x="12" y="60"/>
                </a:cubicBezTo>
                <a:cubicBezTo>
                  <a:pt x="8" y="60"/>
                  <a:pt x="5" y="57"/>
                  <a:pt x="5" y="53"/>
                </a:cubicBezTo>
                <a:cubicBezTo>
                  <a:pt x="5" y="48"/>
                  <a:pt x="5" y="48"/>
                  <a:pt x="5" y="48"/>
                </a:cubicBezTo>
                <a:cubicBezTo>
                  <a:pt x="1" y="48"/>
                  <a:pt x="1" y="48"/>
                  <a:pt x="1" y="48"/>
                </a:cubicBezTo>
                <a:cubicBezTo>
                  <a:pt x="0" y="48"/>
                  <a:pt x="0" y="48"/>
                  <a:pt x="0" y="47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28"/>
                  <a:pt x="4" y="24"/>
                  <a:pt x="8" y="24"/>
                </a:cubicBezTo>
                <a:cubicBezTo>
                  <a:pt x="9" y="24"/>
                  <a:pt x="9" y="24"/>
                  <a:pt x="9" y="24"/>
                </a:cubicBezTo>
                <a:cubicBezTo>
                  <a:pt x="13" y="8"/>
                  <a:pt x="13" y="8"/>
                  <a:pt x="13" y="8"/>
                </a:cubicBezTo>
                <a:cubicBezTo>
                  <a:pt x="14" y="3"/>
                  <a:pt x="19" y="0"/>
                  <a:pt x="24" y="0"/>
                </a:cubicBezTo>
                <a:cubicBezTo>
                  <a:pt x="53" y="0"/>
                  <a:pt x="53" y="0"/>
                  <a:pt x="53" y="0"/>
                </a:cubicBezTo>
                <a:cubicBezTo>
                  <a:pt x="58" y="0"/>
                  <a:pt x="63" y="3"/>
                  <a:pt x="64" y="8"/>
                </a:cubicBezTo>
                <a:cubicBezTo>
                  <a:pt x="68" y="24"/>
                  <a:pt x="68" y="24"/>
                  <a:pt x="68" y="24"/>
                </a:cubicBezTo>
                <a:cubicBezTo>
                  <a:pt x="69" y="24"/>
                  <a:pt x="69" y="24"/>
                  <a:pt x="69" y="24"/>
                </a:cubicBezTo>
                <a:cubicBezTo>
                  <a:pt x="74" y="24"/>
                  <a:pt x="78" y="28"/>
                  <a:pt x="78" y="32"/>
                </a:cubicBezTo>
                <a:lnTo>
                  <a:pt x="78" y="47"/>
                </a:lnTo>
                <a:close/>
                <a:moveTo>
                  <a:pt x="12" y="30"/>
                </a:moveTo>
                <a:cubicBezTo>
                  <a:pt x="9" y="30"/>
                  <a:pt x="6" y="33"/>
                  <a:pt x="6" y="36"/>
                </a:cubicBezTo>
                <a:cubicBezTo>
                  <a:pt x="6" y="39"/>
                  <a:pt x="9" y="42"/>
                  <a:pt x="12" y="42"/>
                </a:cubicBezTo>
                <a:cubicBezTo>
                  <a:pt x="15" y="42"/>
                  <a:pt x="18" y="39"/>
                  <a:pt x="18" y="36"/>
                </a:cubicBezTo>
                <a:cubicBezTo>
                  <a:pt x="18" y="33"/>
                  <a:pt x="15" y="30"/>
                  <a:pt x="12" y="30"/>
                </a:cubicBezTo>
                <a:close/>
                <a:moveTo>
                  <a:pt x="58" y="24"/>
                </a:moveTo>
                <a:cubicBezTo>
                  <a:pt x="55" y="10"/>
                  <a:pt x="55" y="10"/>
                  <a:pt x="55" y="10"/>
                </a:cubicBezTo>
                <a:cubicBezTo>
                  <a:pt x="54" y="10"/>
                  <a:pt x="54" y="9"/>
                  <a:pt x="53" y="9"/>
                </a:cubicBezTo>
                <a:cubicBezTo>
                  <a:pt x="24" y="9"/>
                  <a:pt x="24" y="9"/>
                  <a:pt x="24" y="9"/>
                </a:cubicBezTo>
                <a:cubicBezTo>
                  <a:pt x="24" y="9"/>
                  <a:pt x="23" y="10"/>
                  <a:pt x="23" y="10"/>
                </a:cubicBezTo>
                <a:cubicBezTo>
                  <a:pt x="19" y="24"/>
                  <a:pt x="19" y="24"/>
                  <a:pt x="19" y="24"/>
                </a:cubicBezTo>
                <a:lnTo>
                  <a:pt x="58" y="24"/>
                </a:lnTo>
                <a:close/>
                <a:moveTo>
                  <a:pt x="65" y="30"/>
                </a:moveTo>
                <a:cubicBezTo>
                  <a:pt x="62" y="30"/>
                  <a:pt x="59" y="33"/>
                  <a:pt x="59" y="36"/>
                </a:cubicBezTo>
                <a:cubicBezTo>
                  <a:pt x="59" y="39"/>
                  <a:pt x="62" y="42"/>
                  <a:pt x="65" y="42"/>
                </a:cubicBezTo>
                <a:cubicBezTo>
                  <a:pt x="69" y="42"/>
                  <a:pt x="71" y="39"/>
                  <a:pt x="71" y="36"/>
                </a:cubicBezTo>
                <a:cubicBezTo>
                  <a:pt x="71" y="33"/>
                  <a:pt x="69" y="30"/>
                  <a:pt x="65" y="3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70" name="Freeform 15"/>
          <p:cNvSpPr/>
          <p:nvPr/>
        </p:nvSpPr>
        <p:spPr>
          <a:xfrm>
            <a:off x="4943520" y="162000"/>
            <a:ext cx="266760" cy="199800"/>
          </a:xfrm>
          <a:custGeom>
            <a:avLst/>
            <a:gdLst/>
            <a:ahLst/>
            <a:rect l="l" t="t" r="r" b="b"/>
            <a:pathLst>
              <a:path w="168" h="126">
                <a:moveTo>
                  <a:pt x="168" y="126"/>
                </a:moveTo>
                <a:lnTo>
                  <a:pt x="0" y="126"/>
                </a:lnTo>
                <a:lnTo>
                  <a:pt x="0" y="0"/>
                </a:lnTo>
                <a:lnTo>
                  <a:pt x="10" y="0"/>
                </a:lnTo>
                <a:lnTo>
                  <a:pt x="10" y="115"/>
                </a:lnTo>
                <a:lnTo>
                  <a:pt x="168" y="115"/>
                </a:lnTo>
                <a:lnTo>
                  <a:pt x="168" y="126"/>
                </a:lnTo>
                <a:close/>
                <a:moveTo>
                  <a:pt x="54" y="104"/>
                </a:moveTo>
                <a:lnTo>
                  <a:pt x="32" y="104"/>
                </a:lnTo>
                <a:lnTo>
                  <a:pt x="32" y="63"/>
                </a:lnTo>
                <a:lnTo>
                  <a:pt x="54" y="63"/>
                </a:lnTo>
                <a:lnTo>
                  <a:pt x="54" y="104"/>
                </a:lnTo>
                <a:close/>
                <a:moveTo>
                  <a:pt x="84" y="104"/>
                </a:moveTo>
                <a:lnTo>
                  <a:pt x="64" y="104"/>
                </a:lnTo>
                <a:lnTo>
                  <a:pt x="64" y="19"/>
                </a:lnTo>
                <a:lnTo>
                  <a:pt x="84" y="19"/>
                </a:lnTo>
                <a:lnTo>
                  <a:pt x="84" y="104"/>
                </a:lnTo>
                <a:close/>
                <a:moveTo>
                  <a:pt x="116" y="104"/>
                </a:moveTo>
                <a:lnTo>
                  <a:pt x="95" y="104"/>
                </a:lnTo>
                <a:lnTo>
                  <a:pt x="95" y="41"/>
                </a:lnTo>
                <a:lnTo>
                  <a:pt x="116" y="41"/>
                </a:lnTo>
                <a:lnTo>
                  <a:pt x="116" y="104"/>
                </a:lnTo>
                <a:close/>
                <a:moveTo>
                  <a:pt x="147" y="104"/>
                </a:moveTo>
                <a:lnTo>
                  <a:pt x="127" y="104"/>
                </a:lnTo>
                <a:lnTo>
                  <a:pt x="127" y="9"/>
                </a:lnTo>
                <a:lnTo>
                  <a:pt x="147" y="9"/>
                </a:lnTo>
                <a:lnTo>
                  <a:pt x="147" y="10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71" name="Freeform 16"/>
          <p:cNvSpPr/>
          <p:nvPr/>
        </p:nvSpPr>
        <p:spPr>
          <a:xfrm>
            <a:off x="5446800" y="162000"/>
            <a:ext cx="209520" cy="182520"/>
          </a:xfrm>
          <a:custGeom>
            <a:avLst/>
            <a:gdLst/>
            <a:ahLst/>
            <a:rect l="l" t="t" r="r" b="b"/>
            <a:pathLst>
              <a:path w="61" h="53">
                <a:moveTo>
                  <a:pt x="61" y="53"/>
                </a:moveTo>
                <a:cubicBezTo>
                  <a:pt x="17" y="53"/>
                  <a:pt x="17" y="53"/>
                  <a:pt x="17" y="53"/>
                </a:cubicBezTo>
                <a:cubicBezTo>
                  <a:pt x="17" y="46"/>
                  <a:pt x="17" y="46"/>
                  <a:pt x="17" y="46"/>
                </a:cubicBezTo>
                <a:cubicBezTo>
                  <a:pt x="22" y="38"/>
                  <a:pt x="22" y="38"/>
                  <a:pt x="22" y="38"/>
                </a:cubicBezTo>
                <a:cubicBezTo>
                  <a:pt x="21" y="38"/>
                  <a:pt x="17" y="38"/>
                  <a:pt x="17" y="38"/>
                </a:cubicBezTo>
                <a:cubicBezTo>
                  <a:pt x="9" y="38"/>
                  <a:pt x="2" y="32"/>
                  <a:pt x="2" y="24"/>
                </a:cubicBezTo>
                <a:cubicBezTo>
                  <a:pt x="2" y="12"/>
                  <a:pt x="2" y="12"/>
                  <a:pt x="2" y="12"/>
                </a:cubicBezTo>
                <a:cubicBezTo>
                  <a:pt x="0" y="9"/>
                  <a:pt x="0" y="9"/>
                  <a:pt x="0" y="9"/>
                </a:cubicBezTo>
                <a:cubicBezTo>
                  <a:pt x="1" y="4"/>
                  <a:pt x="1" y="4"/>
                  <a:pt x="1" y="4"/>
                </a:cubicBezTo>
                <a:cubicBezTo>
                  <a:pt x="19" y="4"/>
                  <a:pt x="19" y="4"/>
                  <a:pt x="19" y="4"/>
                </a:cubicBezTo>
                <a:cubicBezTo>
                  <a:pt x="21" y="0"/>
                  <a:pt x="21" y="0"/>
                  <a:pt x="21" y="0"/>
                </a:cubicBezTo>
                <a:cubicBezTo>
                  <a:pt x="57" y="0"/>
                  <a:pt x="57" y="0"/>
                  <a:pt x="57" y="0"/>
                </a:cubicBezTo>
                <a:cubicBezTo>
                  <a:pt x="58" y="7"/>
                  <a:pt x="58" y="7"/>
                  <a:pt x="58" y="7"/>
                </a:cubicBezTo>
                <a:cubicBezTo>
                  <a:pt x="56" y="8"/>
                  <a:pt x="56" y="8"/>
                  <a:pt x="56" y="8"/>
                </a:cubicBezTo>
                <a:cubicBezTo>
                  <a:pt x="56" y="38"/>
                  <a:pt x="56" y="38"/>
                  <a:pt x="56" y="38"/>
                </a:cubicBezTo>
                <a:cubicBezTo>
                  <a:pt x="61" y="46"/>
                  <a:pt x="61" y="46"/>
                  <a:pt x="61" y="46"/>
                </a:cubicBezTo>
                <a:lnTo>
                  <a:pt x="61" y="53"/>
                </a:lnTo>
                <a:close/>
                <a:moveTo>
                  <a:pt x="22" y="14"/>
                </a:moveTo>
                <a:cubicBezTo>
                  <a:pt x="12" y="14"/>
                  <a:pt x="12" y="14"/>
                  <a:pt x="12" y="14"/>
                </a:cubicBezTo>
                <a:cubicBezTo>
                  <a:pt x="12" y="19"/>
                  <a:pt x="12" y="24"/>
                  <a:pt x="12" y="24"/>
                </a:cubicBezTo>
                <a:cubicBezTo>
                  <a:pt x="12" y="27"/>
                  <a:pt x="14" y="29"/>
                  <a:pt x="17" y="29"/>
                </a:cubicBezTo>
                <a:cubicBezTo>
                  <a:pt x="20" y="29"/>
                  <a:pt x="21" y="29"/>
                  <a:pt x="22" y="29"/>
                </a:cubicBezTo>
                <a:lnTo>
                  <a:pt x="22" y="1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72" name="Freeform 17"/>
          <p:cNvSpPr/>
          <p:nvPr/>
        </p:nvSpPr>
        <p:spPr>
          <a:xfrm>
            <a:off x="5942160" y="144360"/>
            <a:ext cx="215640" cy="233640"/>
          </a:xfrm>
          <a:custGeom>
            <a:avLst/>
            <a:gdLst/>
            <a:ahLst/>
            <a:rect l="l" t="t" r="r" b="b"/>
            <a:pathLst>
              <a:path w="63" h="68">
                <a:moveTo>
                  <a:pt x="58" y="58"/>
                </a:moveTo>
                <a:cubicBezTo>
                  <a:pt x="41" y="58"/>
                  <a:pt x="41" y="58"/>
                  <a:pt x="41" y="58"/>
                </a:cubicBezTo>
                <a:cubicBezTo>
                  <a:pt x="41" y="63"/>
                  <a:pt x="37" y="68"/>
                  <a:pt x="31" y="68"/>
                </a:cubicBezTo>
                <a:cubicBezTo>
                  <a:pt x="26" y="68"/>
                  <a:pt x="22" y="63"/>
                  <a:pt x="22" y="58"/>
                </a:cubicBezTo>
                <a:cubicBezTo>
                  <a:pt x="5" y="58"/>
                  <a:pt x="5" y="58"/>
                  <a:pt x="5" y="58"/>
                </a:cubicBezTo>
                <a:cubicBezTo>
                  <a:pt x="2" y="58"/>
                  <a:pt x="0" y="56"/>
                  <a:pt x="0" y="53"/>
                </a:cubicBezTo>
                <a:cubicBezTo>
                  <a:pt x="5" y="48"/>
                  <a:pt x="12" y="40"/>
                  <a:pt x="12" y="22"/>
                </a:cubicBezTo>
                <a:cubicBezTo>
                  <a:pt x="12" y="14"/>
                  <a:pt x="18" y="6"/>
                  <a:pt x="28" y="5"/>
                </a:cubicBezTo>
                <a:cubicBezTo>
                  <a:pt x="28" y="4"/>
                  <a:pt x="28" y="4"/>
                  <a:pt x="28" y="3"/>
                </a:cubicBezTo>
                <a:cubicBezTo>
                  <a:pt x="28" y="1"/>
                  <a:pt x="29" y="0"/>
                  <a:pt x="31" y="0"/>
                </a:cubicBezTo>
                <a:cubicBezTo>
                  <a:pt x="33" y="0"/>
                  <a:pt x="35" y="1"/>
                  <a:pt x="35" y="3"/>
                </a:cubicBezTo>
                <a:cubicBezTo>
                  <a:pt x="35" y="4"/>
                  <a:pt x="35" y="4"/>
                  <a:pt x="35" y="5"/>
                </a:cubicBezTo>
                <a:cubicBezTo>
                  <a:pt x="45" y="6"/>
                  <a:pt x="51" y="14"/>
                  <a:pt x="51" y="22"/>
                </a:cubicBezTo>
                <a:cubicBezTo>
                  <a:pt x="51" y="40"/>
                  <a:pt x="57" y="48"/>
                  <a:pt x="63" y="53"/>
                </a:cubicBezTo>
                <a:cubicBezTo>
                  <a:pt x="63" y="56"/>
                  <a:pt x="61" y="58"/>
                  <a:pt x="58" y="58"/>
                </a:cubicBezTo>
                <a:close/>
                <a:moveTo>
                  <a:pt x="56" y="53"/>
                </a:moveTo>
                <a:cubicBezTo>
                  <a:pt x="49" y="45"/>
                  <a:pt x="46" y="35"/>
                  <a:pt x="46" y="22"/>
                </a:cubicBezTo>
                <a:cubicBezTo>
                  <a:pt x="46" y="17"/>
                  <a:pt x="41" y="9"/>
                  <a:pt x="31" y="9"/>
                </a:cubicBezTo>
                <a:cubicBezTo>
                  <a:pt x="22" y="9"/>
                  <a:pt x="17" y="17"/>
                  <a:pt x="17" y="22"/>
                </a:cubicBezTo>
                <a:cubicBezTo>
                  <a:pt x="17" y="35"/>
                  <a:pt x="14" y="45"/>
                  <a:pt x="7" y="53"/>
                </a:cubicBezTo>
                <a:lnTo>
                  <a:pt x="56" y="53"/>
                </a:lnTo>
                <a:close/>
                <a:moveTo>
                  <a:pt x="31" y="63"/>
                </a:moveTo>
                <a:cubicBezTo>
                  <a:pt x="28" y="63"/>
                  <a:pt x="26" y="61"/>
                  <a:pt x="26" y="58"/>
                </a:cubicBezTo>
                <a:cubicBezTo>
                  <a:pt x="26" y="58"/>
                  <a:pt x="26" y="57"/>
                  <a:pt x="25" y="57"/>
                </a:cubicBezTo>
                <a:cubicBezTo>
                  <a:pt x="25" y="57"/>
                  <a:pt x="25" y="58"/>
                  <a:pt x="25" y="58"/>
                </a:cubicBezTo>
                <a:cubicBezTo>
                  <a:pt x="25" y="62"/>
                  <a:pt x="28" y="65"/>
                  <a:pt x="31" y="65"/>
                </a:cubicBezTo>
                <a:cubicBezTo>
                  <a:pt x="32" y="65"/>
                  <a:pt x="32" y="64"/>
                  <a:pt x="32" y="64"/>
                </a:cubicBezTo>
                <a:cubicBezTo>
                  <a:pt x="32" y="64"/>
                  <a:pt x="32" y="63"/>
                  <a:pt x="31" y="6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73" name="Freeform 18"/>
          <p:cNvSpPr/>
          <p:nvPr/>
        </p:nvSpPr>
        <p:spPr>
          <a:xfrm>
            <a:off x="6426360" y="144360"/>
            <a:ext cx="233280" cy="233640"/>
          </a:xfrm>
          <a:custGeom>
            <a:avLst/>
            <a:gdLst/>
            <a:ahLst/>
            <a:rect l="l" t="t" r="r" b="b"/>
            <a:pathLst>
              <a:path w="68" h="68">
                <a:moveTo>
                  <a:pt x="26" y="41"/>
                </a:moveTo>
                <a:cubicBezTo>
                  <a:pt x="26" y="42"/>
                  <a:pt x="25" y="43"/>
                  <a:pt x="24" y="43"/>
                </a:cubicBezTo>
                <a:cubicBezTo>
                  <a:pt x="24" y="65"/>
                  <a:pt x="24" y="65"/>
                  <a:pt x="24" y="65"/>
                </a:cubicBezTo>
                <a:cubicBezTo>
                  <a:pt x="24" y="67"/>
                  <a:pt x="23" y="68"/>
                  <a:pt x="22" y="68"/>
                </a:cubicBezTo>
                <a:cubicBezTo>
                  <a:pt x="2" y="68"/>
                  <a:pt x="2" y="68"/>
                  <a:pt x="2" y="68"/>
                </a:cubicBezTo>
                <a:cubicBezTo>
                  <a:pt x="1" y="68"/>
                  <a:pt x="0" y="67"/>
                  <a:pt x="0" y="65"/>
                </a:cubicBezTo>
                <a:cubicBezTo>
                  <a:pt x="0" y="46"/>
                  <a:pt x="0" y="46"/>
                  <a:pt x="0" y="46"/>
                </a:cubicBezTo>
                <a:cubicBezTo>
                  <a:pt x="9" y="13"/>
                  <a:pt x="9" y="13"/>
                  <a:pt x="9" y="13"/>
                </a:cubicBezTo>
                <a:cubicBezTo>
                  <a:pt x="9" y="12"/>
                  <a:pt x="10" y="12"/>
                  <a:pt x="10" y="12"/>
                </a:cubicBezTo>
                <a:cubicBezTo>
                  <a:pt x="26" y="12"/>
                  <a:pt x="26" y="12"/>
                  <a:pt x="26" y="12"/>
                </a:cubicBezTo>
                <a:lnTo>
                  <a:pt x="26" y="41"/>
                </a:lnTo>
                <a:close/>
                <a:moveTo>
                  <a:pt x="28" y="9"/>
                </a:moveTo>
                <a:cubicBezTo>
                  <a:pt x="14" y="9"/>
                  <a:pt x="14" y="9"/>
                  <a:pt x="14" y="9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0"/>
                  <a:pt x="15" y="0"/>
                  <a:pt x="16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7" y="0"/>
                  <a:pt x="28" y="0"/>
                  <a:pt x="28" y="1"/>
                </a:cubicBezTo>
                <a:lnTo>
                  <a:pt x="28" y="9"/>
                </a:lnTo>
                <a:close/>
                <a:moveTo>
                  <a:pt x="39" y="39"/>
                </a:moveTo>
                <a:cubicBezTo>
                  <a:pt x="29" y="39"/>
                  <a:pt x="29" y="39"/>
                  <a:pt x="29" y="39"/>
                </a:cubicBezTo>
                <a:cubicBezTo>
                  <a:pt x="29" y="12"/>
                  <a:pt x="29" y="12"/>
                  <a:pt x="29" y="12"/>
                </a:cubicBezTo>
                <a:cubicBezTo>
                  <a:pt x="39" y="12"/>
                  <a:pt x="39" y="12"/>
                  <a:pt x="39" y="12"/>
                </a:cubicBezTo>
                <a:lnTo>
                  <a:pt x="39" y="39"/>
                </a:lnTo>
                <a:close/>
                <a:moveTo>
                  <a:pt x="53" y="9"/>
                </a:moveTo>
                <a:cubicBezTo>
                  <a:pt x="40" y="9"/>
                  <a:pt x="40" y="9"/>
                  <a:pt x="40" y="9"/>
                </a:cubicBezTo>
                <a:cubicBezTo>
                  <a:pt x="40" y="1"/>
                  <a:pt x="40" y="1"/>
                  <a:pt x="40" y="1"/>
                </a:cubicBezTo>
                <a:cubicBezTo>
                  <a:pt x="40" y="0"/>
                  <a:pt x="40" y="0"/>
                  <a:pt x="41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53" y="0"/>
                  <a:pt x="53" y="0"/>
                  <a:pt x="53" y="1"/>
                </a:cubicBezTo>
                <a:lnTo>
                  <a:pt x="53" y="9"/>
                </a:lnTo>
                <a:close/>
                <a:moveTo>
                  <a:pt x="68" y="65"/>
                </a:moveTo>
                <a:cubicBezTo>
                  <a:pt x="68" y="67"/>
                  <a:pt x="67" y="68"/>
                  <a:pt x="65" y="68"/>
                </a:cubicBezTo>
                <a:cubicBezTo>
                  <a:pt x="46" y="68"/>
                  <a:pt x="46" y="68"/>
                  <a:pt x="46" y="68"/>
                </a:cubicBezTo>
                <a:cubicBezTo>
                  <a:pt x="45" y="68"/>
                  <a:pt x="43" y="67"/>
                  <a:pt x="43" y="65"/>
                </a:cubicBezTo>
                <a:cubicBezTo>
                  <a:pt x="43" y="43"/>
                  <a:pt x="43" y="43"/>
                  <a:pt x="43" y="43"/>
                </a:cubicBezTo>
                <a:cubicBezTo>
                  <a:pt x="42" y="43"/>
                  <a:pt x="41" y="42"/>
                  <a:pt x="41" y="41"/>
                </a:cubicBezTo>
                <a:cubicBezTo>
                  <a:pt x="41" y="12"/>
                  <a:pt x="41" y="12"/>
                  <a:pt x="41" y="12"/>
                </a:cubicBezTo>
                <a:cubicBezTo>
                  <a:pt x="57" y="12"/>
                  <a:pt x="57" y="12"/>
                  <a:pt x="57" y="12"/>
                </a:cubicBezTo>
                <a:cubicBezTo>
                  <a:pt x="58" y="12"/>
                  <a:pt x="58" y="12"/>
                  <a:pt x="58" y="13"/>
                </a:cubicBezTo>
                <a:cubicBezTo>
                  <a:pt x="68" y="46"/>
                  <a:pt x="68" y="46"/>
                  <a:pt x="68" y="46"/>
                </a:cubicBezTo>
                <a:lnTo>
                  <a:pt x="68" y="6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74" name="Freeform 19"/>
          <p:cNvSpPr/>
          <p:nvPr/>
        </p:nvSpPr>
        <p:spPr>
          <a:xfrm>
            <a:off x="6926400" y="162000"/>
            <a:ext cx="158760" cy="216000"/>
          </a:xfrm>
          <a:custGeom>
            <a:avLst/>
            <a:gdLst/>
            <a:ahLst/>
            <a:rect l="l" t="t" r="r" b="b"/>
            <a:pathLst>
              <a:path w="46" h="63">
                <a:moveTo>
                  <a:pt x="37" y="29"/>
                </a:moveTo>
                <a:cubicBezTo>
                  <a:pt x="43" y="30"/>
                  <a:pt x="46" y="33"/>
                  <a:pt x="45" y="41"/>
                </a:cubicBezTo>
                <a:cubicBezTo>
                  <a:pt x="45" y="50"/>
                  <a:pt x="38" y="53"/>
                  <a:pt x="28" y="53"/>
                </a:cubicBezTo>
                <a:cubicBezTo>
                  <a:pt x="28" y="63"/>
                  <a:pt x="28" y="63"/>
                  <a:pt x="28" y="63"/>
                </a:cubicBezTo>
                <a:cubicBezTo>
                  <a:pt x="22" y="63"/>
                  <a:pt x="22" y="63"/>
                  <a:pt x="22" y="63"/>
                </a:cubicBezTo>
                <a:cubicBezTo>
                  <a:pt x="22" y="53"/>
                  <a:pt x="22" y="53"/>
                  <a:pt x="22" y="53"/>
                </a:cubicBezTo>
                <a:cubicBezTo>
                  <a:pt x="21" y="53"/>
                  <a:pt x="19" y="53"/>
                  <a:pt x="17" y="53"/>
                </a:cubicBezTo>
                <a:cubicBezTo>
                  <a:pt x="17" y="63"/>
                  <a:pt x="17" y="63"/>
                  <a:pt x="17" y="63"/>
                </a:cubicBezTo>
                <a:cubicBezTo>
                  <a:pt x="12" y="63"/>
                  <a:pt x="12" y="63"/>
                  <a:pt x="12" y="63"/>
                </a:cubicBezTo>
                <a:cubicBezTo>
                  <a:pt x="12" y="53"/>
                  <a:pt x="12" y="53"/>
                  <a:pt x="12" y="53"/>
                </a:cubicBezTo>
                <a:cubicBezTo>
                  <a:pt x="10" y="53"/>
                  <a:pt x="9" y="53"/>
                  <a:pt x="7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1" y="46"/>
                  <a:pt x="1" y="46"/>
                  <a:pt x="1" y="46"/>
                </a:cubicBezTo>
                <a:cubicBezTo>
                  <a:pt x="5" y="46"/>
                  <a:pt x="5" y="46"/>
                  <a:pt x="5" y="46"/>
                </a:cubicBezTo>
                <a:cubicBezTo>
                  <a:pt x="7" y="46"/>
                  <a:pt x="7" y="45"/>
                  <a:pt x="7" y="44"/>
                </a:cubicBezTo>
                <a:cubicBezTo>
                  <a:pt x="7" y="29"/>
                  <a:pt x="7" y="29"/>
                  <a:pt x="7" y="29"/>
                </a:cubicBezTo>
                <a:cubicBezTo>
                  <a:pt x="8" y="29"/>
                  <a:pt x="8" y="29"/>
                  <a:pt x="8" y="29"/>
                </a:cubicBezTo>
                <a:cubicBezTo>
                  <a:pt x="8" y="29"/>
                  <a:pt x="8" y="29"/>
                  <a:pt x="7" y="29"/>
                </a:cubicBezTo>
                <a:cubicBezTo>
                  <a:pt x="7" y="18"/>
                  <a:pt x="7" y="18"/>
                  <a:pt x="7" y="18"/>
                </a:cubicBezTo>
                <a:cubicBezTo>
                  <a:pt x="7" y="17"/>
                  <a:pt x="6" y="15"/>
                  <a:pt x="4" y="15"/>
                </a:cubicBezTo>
                <a:cubicBezTo>
                  <a:pt x="4" y="15"/>
                  <a:pt x="4" y="15"/>
                  <a:pt x="0" y="15"/>
                </a:cubicBezTo>
                <a:cubicBezTo>
                  <a:pt x="0" y="9"/>
                  <a:pt x="0" y="9"/>
                  <a:pt x="0" y="9"/>
                </a:cubicBezTo>
                <a:cubicBezTo>
                  <a:pt x="8" y="9"/>
                  <a:pt x="8" y="9"/>
                  <a:pt x="8" y="9"/>
                </a:cubicBezTo>
                <a:cubicBezTo>
                  <a:pt x="9" y="9"/>
                  <a:pt x="10" y="9"/>
                  <a:pt x="12" y="9"/>
                </a:cubicBezTo>
                <a:cubicBezTo>
                  <a:pt x="12" y="0"/>
                  <a:pt x="12" y="0"/>
                  <a:pt x="12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7" y="9"/>
                  <a:pt x="17" y="9"/>
                  <a:pt x="17" y="9"/>
                </a:cubicBezTo>
                <a:cubicBezTo>
                  <a:pt x="19" y="9"/>
                  <a:pt x="21" y="9"/>
                  <a:pt x="22" y="9"/>
                </a:cubicBezTo>
                <a:cubicBezTo>
                  <a:pt x="22" y="0"/>
                  <a:pt x="22" y="0"/>
                  <a:pt x="22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28" y="9"/>
                  <a:pt x="28" y="9"/>
                  <a:pt x="28" y="9"/>
                </a:cubicBezTo>
                <a:cubicBezTo>
                  <a:pt x="35" y="10"/>
                  <a:pt x="41" y="12"/>
                  <a:pt x="42" y="19"/>
                </a:cubicBezTo>
                <a:cubicBezTo>
                  <a:pt x="43" y="24"/>
                  <a:pt x="40" y="27"/>
                  <a:pt x="37" y="29"/>
                </a:cubicBezTo>
                <a:close/>
                <a:moveTo>
                  <a:pt x="18" y="16"/>
                </a:moveTo>
                <a:cubicBezTo>
                  <a:pt x="18" y="27"/>
                  <a:pt x="18" y="27"/>
                  <a:pt x="18" y="27"/>
                </a:cubicBezTo>
                <a:cubicBezTo>
                  <a:pt x="21" y="27"/>
                  <a:pt x="31" y="28"/>
                  <a:pt x="31" y="22"/>
                </a:cubicBezTo>
                <a:cubicBezTo>
                  <a:pt x="31" y="15"/>
                  <a:pt x="21" y="16"/>
                  <a:pt x="18" y="16"/>
                </a:cubicBezTo>
                <a:close/>
                <a:moveTo>
                  <a:pt x="18" y="33"/>
                </a:moveTo>
                <a:cubicBezTo>
                  <a:pt x="18" y="46"/>
                  <a:pt x="18" y="46"/>
                  <a:pt x="18" y="46"/>
                </a:cubicBezTo>
                <a:cubicBezTo>
                  <a:pt x="22" y="46"/>
                  <a:pt x="34" y="47"/>
                  <a:pt x="34" y="40"/>
                </a:cubicBezTo>
                <a:cubicBezTo>
                  <a:pt x="34" y="32"/>
                  <a:pt x="22" y="33"/>
                  <a:pt x="18" y="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75" name="Freeform 20"/>
          <p:cNvSpPr/>
          <p:nvPr/>
        </p:nvSpPr>
        <p:spPr>
          <a:xfrm>
            <a:off x="7413480" y="155520"/>
            <a:ext cx="220680" cy="206280"/>
          </a:xfrm>
          <a:custGeom>
            <a:avLst/>
            <a:gdLst/>
            <a:ahLst/>
            <a:rect l="l" t="t" r="r" b="b"/>
            <a:pathLst>
              <a:path w="64" h="60">
                <a:moveTo>
                  <a:pt x="63" y="20"/>
                </a:moveTo>
                <a:cubicBezTo>
                  <a:pt x="53" y="54"/>
                  <a:pt x="53" y="54"/>
                  <a:pt x="53" y="54"/>
                </a:cubicBezTo>
                <a:cubicBezTo>
                  <a:pt x="52" y="57"/>
                  <a:pt x="49" y="60"/>
                  <a:pt x="45" y="60"/>
                </a:cubicBezTo>
                <a:cubicBezTo>
                  <a:pt x="10" y="60"/>
                  <a:pt x="10" y="60"/>
                  <a:pt x="10" y="60"/>
                </a:cubicBezTo>
                <a:cubicBezTo>
                  <a:pt x="6" y="60"/>
                  <a:pt x="2" y="57"/>
                  <a:pt x="1" y="53"/>
                </a:cubicBezTo>
                <a:cubicBezTo>
                  <a:pt x="0" y="51"/>
                  <a:pt x="0" y="49"/>
                  <a:pt x="1" y="48"/>
                </a:cubicBezTo>
                <a:cubicBezTo>
                  <a:pt x="1" y="47"/>
                  <a:pt x="1" y="46"/>
                  <a:pt x="1" y="46"/>
                </a:cubicBezTo>
                <a:cubicBezTo>
                  <a:pt x="1" y="45"/>
                  <a:pt x="1" y="44"/>
                  <a:pt x="1" y="44"/>
                </a:cubicBezTo>
                <a:cubicBezTo>
                  <a:pt x="1" y="43"/>
                  <a:pt x="2" y="42"/>
                  <a:pt x="2" y="41"/>
                </a:cubicBezTo>
                <a:cubicBezTo>
                  <a:pt x="4" y="40"/>
                  <a:pt x="5" y="36"/>
                  <a:pt x="5" y="34"/>
                </a:cubicBezTo>
                <a:cubicBezTo>
                  <a:pt x="5" y="34"/>
                  <a:pt x="5" y="33"/>
                  <a:pt x="5" y="32"/>
                </a:cubicBezTo>
                <a:cubicBezTo>
                  <a:pt x="5" y="32"/>
                  <a:pt x="6" y="31"/>
                  <a:pt x="7" y="30"/>
                </a:cubicBezTo>
                <a:cubicBezTo>
                  <a:pt x="8" y="29"/>
                  <a:pt x="9" y="25"/>
                  <a:pt x="9" y="23"/>
                </a:cubicBezTo>
                <a:cubicBezTo>
                  <a:pt x="9" y="23"/>
                  <a:pt x="9" y="22"/>
                  <a:pt x="9" y="21"/>
                </a:cubicBezTo>
                <a:cubicBezTo>
                  <a:pt x="9" y="20"/>
                  <a:pt x="10" y="20"/>
                  <a:pt x="11" y="19"/>
                </a:cubicBezTo>
                <a:cubicBezTo>
                  <a:pt x="12" y="18"/>
                  <a:pt x="13" y="14"/>
                  <a:pt x="13" y="12"/>
                </a:cubicBezTo>
                <a:cubicBezTo>
                  <a:pt x="13" y="12"/>
                  <a:pt x="13" y="11"/>
                  <a:pt x="13" y="10"/>
                </a:cubicBezTo>
                <a:cubicBezTo>
                  <a:pt x="13" y="10"/>
                  <a:pt x="14" y="9"/>
                  <a:pt x="15" y="8"/>
                </a:cubicBezTo>
                <a:cubicBezTo>
                  <a:pt x="16" y="6"/>
                  <a:pt x="17" y="0"/>
                  <a:pt x="22" y="2"/>
                </a:cubicBezTo>
                <a:cubicBezTo>
                  <a:pt x="22" y="2"/>
                  <a:pt x="22" y="2"/>
                  <a:pt x="22" y="2"/>
                </a:cubicBezTo>
                <a:cubicBezTo>
                  <a:pt x="22" y="2"/>
                  <a:pt x="23" y="2"/>
                  <a:pt x="23" y="2"/>
                </a:cubicBezTo>
                <a:cubicBezTo>
                  <a:pt x="52" y="2"/>
                  <a:pt x="52" y="2"/>
                  <a:pt x="52" y="2"/>
                </a:cubicBezTo>
                <a:cubicBezTo>
                  <a:pt x="54" y="2"/>
                  <a:pt x="56" y="2"/>
                  <a:pt x="57" y="4"/>
                </a:cubicBezTo>
                <a:cubicBezTo>
                  <a:pt x="58" y="5"/>
                  <a:pt x="58" y="7"/>
                  <a:pt x="57" y="9"/>
                </a:cubicBezTo>
                <a:cubicBezTo>
                  <a:pt x="47" y="43"/>
                  <a:pt x="47" y="43"/>
                  <a:pt x="47" y="43"/>
                </a:cubicBezTo>
                <a:cubicBezTo>
                  <a:pt x="45" y="49"/>
                  <a:pt x="44" y="50"/>
                  <a:pt x="39" y="50"/>
                </a:cubicBezTo>
                <a:cubicBezTo>
                  <a:pt x="6" y="50"/>
                  <a:pt x="6" y="50"/>
                  <a:pt x="6" y="50"/>
                </a:cubicBezTo>
                <a:cubicBezTo>
                  <a:pt x="6" y="50"/>
                  <a:pt x="5" y="50"/>
                  <a:pt x="5" y="51"/>
                </a:cubicBezTo>
                <a:cubicBezTo>
                  <a:pt x="5" y="51"/>
                  <a:pt x="5" y="52"/>
                  <a:pt x="5" y="52"/>
                </a:cubicBezTo>
                <a:cubicBezTo>
                  <a:pt x="6" y="55"/>
                  <a:pt x="8" y="55"/>
                  <a:pt x="10" y="55"/>
                </a:cubicBezTo>
                <a:cubicBezTo>
                  <a:pt x="45" y="55"/>
                  <a:pt x="45" y="55"/>
                  <a:pt x="45" y="55"/>
                </a:cubicBezTo>
                <a:cubicBezTo>
                  <a:pt x="47" y="55"/>
                  <a:pt x="48" y="54"/>
                  <a:pt x="49" y="53"/>
                </a:cubicBezTo>
                <a:cubicBezTo>
                  <a:pt x="60" y="15"/>
                  <a:pt x="60" y="15"/>
                  <a:pt x="60" y="15"/>
                </a:cubicBezTo>
                <a:cubicBezTo>
                  <a:pt x="60" y="15"/>
                  <a:pt x="60" y="14"/>
                  <a:pt x="60" y="13"/>
                </a:cubicBezTo>
                <a:cubicBezTo>
                  <a:pt x="61" y="14"/>
                  <a:pt x="62" y="14"/>
                  <a:pt x="63" y="15"/>
                </a:cubicBezTo>
                <a:cubicBezTo>
                  <a:pt x="64" y="16"/>
                  <a:pt x="64" y="18"/>
                  <a:pt x="63" y="20"/>
                </a:cubicBezTo>
                <a:close/>
                <a:moveTo>
                  <a:pt x="20" y="26"/>
                </a:moveTo>
                <a:cubicBezTo>
                  <a:pt x="43" y="26"/>
                  <a:pt x="43" y="26"/>
                  <a:pt x="43" y="26"/>
                </a:cubicBezTo>
                <a:cubicBezTo>
                  <a:pt x="44" y="26"/>
                  <a:pt x="44" y="25"/>
                  <a:pt x="45" y="25"/>
                </a:cubicBezTo>
                <a:cubicBezTo>
                  <a:pt x="45" y="22"/>
                  <a:pt x="45" y="22"/>
                  <a:pt x="45" y="22"/>
                </a:cubicBezTo>
                <a:cubicBezTo>
                  <a:pt x="46" y="22"/>
                  <a:pt x="45" y="21"/>
                  <a:pt x="45" y="21"/>
                </a:cubicBezTo>
                <a:cubicBezTo>
                  <a:pt x="22" y="21"/>
                  <a:pt x="22" y="21"/>
                  <a:pt x="22" y="21"/>
                </a:cubicBezTo>
                <a:cubicBezTo>
                  <a:pt x="21" y="21"/>
                  <a:pt x="20" y="22"/>
                  <a:pt x="20" y="22"/>
                </a:cubicBezTo>
                <a:cubicBezTo>
                  <a:pt x="19" y="25"/>
                  <a:pt x="19" y="25"/>
                  <a:pt x="19" y="25"/>
                </a:cubicBezTo>
                <a:cubicBezTo>
                  <a:pt x="19" y="25"/>
                  <a:pt x="19" y="26"/>
                  <a:pt x="20" y="26"/>
                </a:cubicBezTo>
                <a:close/>
                <a:moveTo>
                  <a:pt x="23" y="16"/>
                </a:moveTo>
                <a:cubicBezTo>
                  <a:pt x="46" y="16"/>
                  <a:pt x="46" y="16"/>
                  <a:pt x="46" y="16"/>
                </a:cubicBezTo>
                <a:cubicBezTo>
                  <a:pt x="47" y="16"/>
                  <a:pt x="48" y="16"/>
                  <a:pt x="48" y="15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8" y="11"/>
                  <a:pt x="48" y="11"/>
                </a:cubicBezTo>
                <a:cubicBezTo>
                  <a:pt x="25" y="11"/>
                  <a:pt x="25" y="11"/>
                  <a:pt x="25" y="11"/>
                </a:cubicBezTo>
                <a:cubicBezTo>
                  <a:pt x="24" y="11"/>
                  <a:pt x="23" y="12"/>
                  <a:pt x="23" y="12"/>
                </a:cubicBezTo>
                <a:cubicBezTo>
                  <a:pt x="22" y="15"/>
                  <a:pt x="22" y="15"/>
                  <a:pt x="22" y="15"/>
                </a:cubicBezTo>
                <a:cubicBezTo>
                  <a:pt x="22" y="16"/>
                  <a:pt x="22" y="16"/>
                  <a:pt x="23" y="1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76" name="Freeform 21"/>
          <p:cNvSpPr/>
          <p:nvPr/>
        </p:nvSpPr>
        <p:spPr>
          <a:xfrm>
            <a:off x="7915320" y="162000"/>
            <a:ext cx="156960" cy="216000"/>
          </a:xfrm>
          <a:custGeom>
            <a:avLst/>
            <a:gdLst/>
            <a:ahLst/>
            <a:rect l="l" t="t" r="r" b="b"/>
            <a:pathLst>
              <a:path w="46" h="63">
                <a:moveTo>
                  <a:pt x="37" y="29"/>
                </a:moveTo>
                <a:cubicBezTo>
                  <a:pt x="43" y="30"/>
                  <a:pt x="46" y="33"/>
                  <a:pt x="45" y="41"/>
                </a:cubicBezTo>
                <a:cubicBezTo>
                  <a:pt x="45" y="50"/>
                  <a:pt x="38" y="53"/>
                  <a:pt x="28" y="53"/>
                </a:cubicBezTo>
                <a:cubicBezTo>
                  <a:pt x="28" y="63"/>
                  <a:pt x="28" y="63"/>
                  <a:pt x="28" y="63"/>
                </a:cubicBezTo>
                <a:cubicBezTo>
                  <a:pt x="22" y="63"/>
                  <a:pt x="22" y="63"/>
                  <a:pt x="22" y="63"/>
                </a:cubicBezTo>
                <a:cubicBezTo>
                  <a:pt x="22" y="53"/>
                  <a:pt x="22" y="53"/>
                  <a:pt x="22" y="53"/>
                </a:cubicBezTo>
                <a:cubicBezTo>
                  <a:pt x="21" y="53"/>
                  <a:pt x="19" y="53"/>
                  <a:pt x="17" y="53"/>
                </a:cubicBezTo>
                <a:cubicBezTo>
                  <a:pt x="17" y="63"/>
                  <a:pt x="17" y="63"/>
                  <a:pt x="17" y="63"/>
                </a:cubicBezTo>
                <a:cubicBezTo>
                  <a:pt x="12" y="63"/>
                  <a:pt x="12" y="63"/>
                  <a:pt x="12" y="63"/>
                </a:cubicBezTo>
                <a:cubicBezTo>
                  <a:pt x="12" y="53"/>
                  <a:pt x="12" y="53"/>
                  <a:pt x="12" y="53"/>
                </a:cubicBezTo>
                <a:cubicBezTo>
                  <a:pt x="10" y="53"/>
                  <a:pt x="9" y="53"/>
                  <a:pt x="7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1" y="46"/>
                  <a:pt x="1" y="46"/>
                  <a:pt x="1" y="46"/>
                </a:cubicBezTo>
                <a:cubicBezTo>
                  <a:pt x="5" y="46"/>
                  <a:pt x="5" y="46"/>
                  <a:pt x="5" y="46"/>
                </a:cubicBezTo>
                <a:cubicBezTo>
                  <a:pt x="7" y="46"/>
                  <a:pt x="7" y="45"/>
                  <a:pt x="7" y="44"/>
                </a:cubicBezTo>
                <a:cubicBezTo>
                  <a:pt x="7" y="29"/>
                  <a:pt x="7" y="29"/>
                  <a:pt x="7" y="29"/>
                </a:cubicBezTo>
                <a:cubicBezTo>
                  <a:pt x="8" y="29"/>
                  <a:pt x="8" y="29"/>
                  <a:pt x="8" y="29"/>
                </a:cubicBezTo>
                <a:cubicBezTo>
                  <a:pt x="8" y="29"/>
                  <a:pt x="8" y="29"/>
                  <a:pt x="7" y="29"/>
                </a:cubicBezTo>
                <a:cubicBezTo>
                  <a:pt x="7" y="18"/>
                  <a:pt x="7" y="18"/>
                  <a:pt x="7" y="18"/>
                </a:cubicBezTo>
                <a:cubicBezTo>
                  <a:pt x="7" y="17"/>
                  <a:pt x="6" y="15"/>
                  <a:pt x="4" y="15"/>
                </a:cubicBezTo>
                <a:cubicBezTo>
                  <a:pt x="4" y="15"/>
                  <a:pt x="4" y="15"/>
                  <a:pt x="0" y="15"/>
                </a:cubicBezTo>
                <a:cubicBezTo>
                  <a:pt x="0" y="9"/>
                  <a:pt x="0" y="9"/>
                  <a:pt x="0" y="9"/>
                </a:cubicBezTo>
                <a:cubicBezTo>
                  <a:pt x="8" y="9"/>
                  <a:pt x="8" y="9"/>
                  <a:pt x="8" y="9"/>
                </a:cubicBezTo>
                <a:cubicBezTo>
                  <a:pt x="9" y="9"/>
                  <a:pt x="10" y="9"/>
                  <a:pt x="12" y="9"/>
                </a:cubicBezTo>
                <a:cubicBezTo>
                  <a:pt x="12" y="0"/>
                  <a:pt x="12" y="0"/>
                  <a:pt x="12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7" y="9"/>
                  <a:pt x="17" y="9"/>
                  <a:pt x="17" y="9"/>
                </a:cubicBezTo>
                <a:cubicBezTo>
                  <a:pt x="19" y="9"/>
                  <a:pt x="21" y="9"/>
                  <a:pt x="22" y="9"/>
                </a:cubicBezTo>
                <a:cubicBezTo>
                  <a:pt x="22" y="0"/>
                  <a:pt x="22" y="0"/>
                  <a:pt x="22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28" y="9"/>
                  <a:pt x="28" y="9"/>
                  <a:pt x="28" y="9"/>
                </a:cubicBezTo>
                <a:cubicBezTo>
                  <a:pt x="35" y="10"/>
                  <a:pt x="41" y="12"/>
                  <a:pt x="42" y="19"/>
                </a:cubicBezTo>
                <a:cubicBezTo>
                  <a:pt x="43" y="24"/>
                  <a:pt x="40" y="27"/>
                  <a:pt x="37" y="29"/>
                </a:cubicBezTo>
                <a:close/>
                <a:moveTo>
                  <a:pt x="18" y="16"/>
                </a:moveTo>
                <a:cubicBezTo>
                  <a:pt x="18" y="27"/>
                  <a:pt x="18" y="27"/>
                  <a:pt x="18" y="27"/>
                </a:cubicBezTo>
                <a:cubicBezTo>
                  <a:pt x="21" y="27"/>
                  <a:pt x="31" y="28"/>
                  <a:pt x="31" y="22"/>
                </a:cubicBezTo>
                <a:cubicBezTo>
                  <a:pt x="31" y="15"/>
                  <a:pt x="21" y="16"/>
                  <a:pt x="18" y="16"/>
                </a:cubicBezTo>
                <a:close/>
                <a:moveTo>
                  <a:pt x="18" y="33"/>
                </a:moveTo>
                <a:cubicBezTo>
                  <a:pt x="18" y="46"/>
                  <a:pt x="18" y="46"/>
                  <a:pt x="18" y="46"/>
                </a:cubicBezTo>
                <a:cubicBezTo>
                  <a:pt x="22" y="46"/>
                  <a:pt x="34" y="47"/>
                  <a:pt x="34" y="40"/>
                </a:cubicBezTo>
                <a:cubicBezTo>
                  <a:pt x="34" y="32"/>
                  <a:pt x="22" y="33"/>
                  <a:pt x="18" y="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77" name="Freeform 22"/>
          <p:cNvSpPr/>
          <p:nvPr/>
        </p:nvSpPr>
        <p:spPr>
          <a:xfrm>
            <a:off x="8402760" y="162000"/>
            <a:ext cx="233280" cy="203040"/>
          </a:xfrm>
          <a:custGeom>
            <a:avLst/>
            <a:gdLst/>
            <a:ahLst/>
            <a:rect l="l" t="t" r="r" b="b"/>
            <a:pathLst>
              <a:path w="68" h="59">
                <a:moveTo>
                  <a:pt x="68" y="24"/>
                </a:moveTo>
                <a:cubicBezTo>
                  <a:pt x="68" y="27"/>
                  <a:pt x="66" y="29"/>
                  <a:pt x="64" y="29"/>
                </a:cubicBezTo>
                <a:cubicBezTo>
                  <a:pt x="64" y="43"/>
                  <a:pt x="64" y="43"/>
                  <a:pt x="64" y="43"/>
                </a:cubicBezTo>
                <a:cubicBezTo>
                  <a:pt x="64" y="46"/>
                  <a:pt x="61" y="48"/>
                  <a:pt x="59" y="48"/>
                </a:cubicBezTo>
                <a:cubicBezTo>
                  <a:pt x="52" y="43"/>
                  <a:pt x="41" y="35"/>
                  <a:pt x="28" y="34"/>
                </a:cubicBezTo>
                <a:cubicBezTo>
                  <a:pt x="23" y="35"/>
                  <a:pt x="22" y="41"/>
                  <a:pt x="25" y="44"/>
                </a:cubicBezTo>
                <a:cubicBezTo>
                  <a:pt x="22" y="48"/>
                  <a:pt x="26" y="51"/>
                  <a:pt x="30" y="54"/>
                </a:cubicBezTo>
                <a:cubicBezTo>
                  <a:pt x="27" y="59"/>
                  <a:pt x="17" y="59"/>
                  <a:pt x="14" y="56"/>
                </a:cubicBezTo>
                <a:cubicBezTo>
                  <a:pt x="12" y="49"/>
                  <a:pt x="8" y="42"/>
                  <a:pt x="11" y="34"/>
                </a:cubicBezTo>
                <a:cubicBezTo>
                  <a:pt x="7" y="34"/>
                  <a:pt x="7" y="34"/>
                  <a:pt x="7" y="34"/>
                </a:cubicBezTo>
                <a:cubicBezTo>
                  <a:pt x="3" y="34"/>
                  <a:pt x="0" y="31"/>
                  <a:pt x="0" y="27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17"/>
                  <a:pt x="3" y="14"/>
                  <a:pt x="7" y="14"/>
                </a:cubicBezTo>
                <a:cubicBezTo>
                  <a:pt x="25" y="14"/>
                  <a:pt x="25" y="14"/>
                  <a:pt x="25" y="14"/>
                </a:cubicBezTo>
                <a:cubicBezTo>
                  <a:pt x="39" y="14"/>
                  <a:pt x="51" y="6"/>
                  <a:pt x="59" y="0"/>
                </a:cubicBezTo>
                <a:cubicBezTo>
                  <a:pt x="61" y="0"/>
                  <a:pt x="64" y="2"/>
                  <a:pt x="64" y="4"/>
                </a:cubicBezTo>
                <a:cubicBezTo>
                  <a:pt x="64" y="19"/>
                  <a:pt x="64" y="19"/>
                  <a:pt x="64" y="19"/>
                </a:cubicBezTo>
                <a:cubicBezTo>
                  <a:pt x="66" y="19"/>
                  <a:pt x="68" y="21"/>
                  <a:pt x="68" y="24"/>
                </a:cubicBezTo>
                <a:close/>
                <a:moveTo>
                  <a:pt x="59" y="6"/>
                </a:moveTo>
                <a:cubicBezTo>
                  <a:pt x="49" y="13"/>
                  <a:pt x="39" y="18"/>
                  <a:pt x="30" y="19"/>
                </a:cubicBezTo>
                <a:cubicBezTo>
                  <a:pt x="30" y="29"/>
                  <a:pt x="30" y="29"/>
                  <a:pt x="30" y="29"/>
                </a:cubicBezTo>
                <a:cubicBezTo>
                  <a:pt x="39" y="30"/>
                  <a:pt x="49" y="34"/>
                  <a:pt x="59" y="42"/>
                </a:cubicBezTo>
                <a:lnTo>
                  <a:pt x="59" y="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78" name="Freeform 23"/>
          <p:cNvSpPr/>
          <p:nvPr/>
        </p:nvSpPr>
        <p:spPr>
          <a:xfrm>
            <a:off x="8844120" y="144360"/>
            <a:ext cx="217440" cy="233640"/>
          </a:xfrm>
          <a:custGeom>
            <a:avLst/>
            <a:gdLst/>
            <a:ahLst/>
            <a:rect l="l" t="t" r="r" b="b"/>
            <a:pathLst>
              <a:path w="63" h="68">
                <a:moveTo>
                  <a:pt x="63" y="63"/>
                </a:moveTo>
                <a:cubicBezTo>
                  <a:pt x="63" y="66"/>
                  <a:pt x="61" y="68"/>
                  <a:pt x="58" y="68"/>
                </a:cubicBezTo>
                <a:cubicBezTo>
                  <a:pt x="5" y="68"/>
                  <a:pt x="5" y="68"/>
                  <a:pt x="5" y="68"/>
                </a:cubicBezTo>
                <a:cubicBezTo>
                  <a:pt x="2" y="68"/>
                  <a:pt x="0" y="66"/>
                  <a:pt x="0" y="63"/>
                </a:cubicBezTo>
                <a:cubicBezTo>
                  <a:pt x="0" y="5"/>
                  <a:pt x="0" y="5"/>
                  <a:pt x="0" y="5"/>
                </a:cubicBezTo>
                <a:cubicBezTo>
                  <a:pt x="0" y="2"/>
                  <a:pt x="2" y="0"/>
                  <a:pt x="5" y="0"/>
                </a:cubicBezTo>
                <a:cubicBezTo>
                  <a:pt x="58" y="0"/>
                  <a:pt x="58" y="0"/>
                  <a:pt x="58" y="0"/>
                </a:cubicBezTo>
                <a:cubicBezTo>
                  <a:pt x="61" y="0"/>
                  <a:pt x="63" y="2"/>
                  <a:pt x="63" y="5"/>
                </a:cubicBezTo>
                <a:lnTo>
                  <a:pt x="63" y="63"/>
                </a:lnTo>
                <a:close/>
                <a:moveTo>
                  <a:pt x="58" y="7"/>
                </a:moveTo>
                <a:cubicBezTo>
                  <a:pt x="58" y="6"/>
                  <a:pt x="57" y="5"/>
                  <a:pt x="56" y="5"/>
                </a:cubicBezTo>
                <a:cubicBezTo>
                  <a:pt x="7" y="5"/>
                  <a:pt x="7" y="5"/>
                  <a:pt x="7" y="5"/>
                </a:cubicBezTo>
                <a:cubicBezTo>
                  <a:pt x="6" y="5"/>
                  <a:pt x="5" y="6"/>
                  <a:pt x="5" y="7"/>
                </a:cubicBezTo>
                <a:cubicBezTo>
                  <a:pt x="5" y="17"/>
                  <a:pt x="5" y="17"/>
                  <a:pt x="5" y="17"/>
                </a:cubicBezTo>
                <a:cubicBezTo>
                  <a:pt x="5" y="18"/>
                  <a:pt x="6" y="19"/>
                  <a:pt x="7" y="19"/>
                </a:cubicBezTo>
                <a:cubicBezTo>
                  <a:pt x="56" y="19"/>
                  <a:pt x="56" y="19"/>
                  <a:pt x="56" y="19"/>
                </a:cubicBezTo>
                <a:cubicBezTo>
                  <a:pt x="57" y="19"/>
                  <a:pt x="58" y="18"/>
                  <a:pt x="58" y="17"/>
                </a:cubicBezTo>
                <a:lnTo>
                  <a:pt x="58" y="7"/>
                </a:lnTo>
                <a:close/>
                <a:moveTo>
                  <a:pt x="9" y="24"/>
                </a:moveTo>
                <a:cubicBezTo>
                  <a:pt x="7" y="24"/>
                  <a:pt x="5" y="26"/>
                  <a:pt x="5" y="29"/>
                </a:cubicBezTo>
                <a:cubicBezTo>
                  <a:pt x="5" y="32"/>
                  <a:pt x="7" y="34"/>
                  <a:pt x="9" y="34"/>
                </a:cubicBezTo>
                <a:cubicBezTo>
                  <a:pt x="12" y="34"/>
                  <a:pt x="14" y="32"/>
                  <a:pt x="14" y="29"/>
                </a:cubicBezTo>
                <a:cubicBezTo>
                  <a:pt x="14" y="26"/>
                  <a:pt x="12" y="24"/>
                  <a:pt x="9" y="24"/>
                </a:cubicBezTo>
                <a:close/>
                <a:moveTo>
                  <a:pt x="9" y="39"/>
                </a:moveTo>
                <a:cubicBezTo>
                  <a:pt x="7" y="39"/>
                  <a:pt x="5" y="41"/>
                  <a:pt x="5" y="43"/>
                </a:cubicBezTo>
                <a:cubicBezTo>
                  <a:pt x="5" y="46"/>
                  <a:pt x="7" y="48"/>
                  <a:pt x="9" y="48"/>
                </a:cubicBezTo>
                <a:cubicBezTo>
                  <a:pt x="12" y="48"/>
                  <a:pt x="14" y="46"/>
                  <a:pt x="14" y="43"/>
                </a:cubicBezTo>
                <a:cubicBezTo>
                  <a:pt x="14" y="41"/>
                  <a:pt x="12" y="39"/>
                  <a:pt x="9" y="39"/>
                </a:cubicBezTo>
                <a:close/>
                <a:moveTo>
                  <a:pt x="9" y="53"/>
                </a:moveTo>
                <a:cubicBezTo>
                  <a:pt x="7" y="53"/>
                  <a:pt x="5" y="55"/>
                  <a:pt x="5" y="58"/>
                </a:cubicBezTo>
                <a:cubicBezTo>
                  <a:pt x="5" y="61"/>
                  <a:pt x="7" y="63"/>
                  <a:pt x="9" y="63"/>
                </a:cubicBezTo>
                <a:cubicBezTo>
                  <a:pt x="12" y="63"/>
                  <a:pt x="14" y="61"/>
                  <a:pt x="14" y="58"/>
                </a:cubicBezTo>
                <a:cubicBezTo>
                  <a:pt x="14" y="55"/>
                  <a:pt x="12" y="53"/>
                  <a:pt x="9" y="53"/>
                </a:cubicBezTo>
                <a:close/>
                <a:moveTo>
                  <a:pt x="24" y="24"/>
                </a:moveTo>
                <a:cubicBezTo>
                  <a:pt x="21" y="24"/>
                  <a:pt x="19" y="26"/>
                  <a:pt x="19" y="29"/>
                </a:cubicBezTo>
                <a:cubicBezTo>
                  <a:pt x="19" y="32"/>
                  <a:pt x="21" y="34"/>
                  <a:pt x="24" y="34"/>
                </a:cubicBezTo>
                <a:cubicBezTo>
                  <a:pt x="27" y="34"/>
                  <a:pt x="29" y="32"/>
                  <a:pt x="29" y="29"/>
                </a:cubicBezTo>
                <a:cubicBezTo>
                  <a:pt x="29" y="26"/>
                  <a:pt x="27" y="24"/>
                  <a:pt x="24" y="24"/>
                </a:cubicBezTo>
                <a:close/>
                <a:moveTo>
                  <a:pt x="24" y="39"/>
                </a:moveTo>
                <a:cubicBezTo>
                  <a:pt x="21" y="39"/>
                  <a:pt x="19" y="41"/>
                  <a:pt x="19" y="43"/>
                </a:cubicBezTo>
                <a:cubicBezTo>
                  <a:pt x="19" y="46"/>
                  <a:pt x="21" y="48"/>
                  <a:pt x="24" y="48"/>
                </a:cubicBezTo>
                <a:cubicBezTo>
                  <a:pt x="27" y="48"/>
                  <a:pt x="29" y="46"/>
                  <a:pt x="29" y="43"/>
                </a:cubicBezTo>
                <a:cubicBezTo>
                  <a:pt x="29" y="41"/>
                  <a:pt x="27" y="39"/>
                  <a:pt x="24" y="39"/>
                </a:cubicBezTo>
                <a:close/>
                <a:moveTo>
                  <a:pt x="24" y="53"/>
                </a:moveTo>
                <a:cubicBezTo>
                  <a:pt x="21" y="53"/>
                  <a:pt x="19" y="55"/>
                  <a:pt x="19" y="58"/>
                </a:cubicBezTo>
                <a:cubicBezTo>
                  <a:pt x="19" y="61"/>
                  <a:pt x="21" y="63"/>
                  <a:pt x="24" y="63"/>
                </a:cubicBezTo>
                <a:cubicBezTo>
                  <a:pt x="27" y="63"/>
                  <a:pt x="29" y="61"/>
                  <a:pt x="29" y="58"/>
                </a:cubicBezTo>
                <a:cubicBezTo>
                  <a:pt x="29" y="55"/>
                  <a:pt x="27" y="53"/>
                  <a:pt x="24" y="53"/>
                </a:cubicBezTo>
                <a:close/>
                <a:moveTo>
                  <a:pt x="39" y="24"/>
                </a:moveTo>
                <a:cubicBezTo>
                  <a:pt x="36" y="24"/>
                  <a:pt x="34" y="26"/>
                  <a:pt x="34" y="29"/>
                </a:cubicBezTo>
                <a:cubicBezTo>
                  <a:pt x="34" y="32"/>
                  <a:pt x="36" y="34"/>
                  <a:pt x="39" y="34"/>
                </a:cubicBezTo>
                <a:cubicBezTo>
                  <a:pt x="41" y="34"/>
                  <a:pt x="43" y="32"/>
                  <a:pt x="43" y="29"/>
                </a:cubicBezTo>
                <a:cubicBezTo>
                  <a:pt x="43" y="26"/>
                  <a:pt x="41" y="24"/>
                  <a:pt x="39" y="24"/>
                </a:cubicBezTo>
                <a:close/>
                <a:moveTo>
                  <a:pt x="39" y="39"/>
                </a:moveTo>
                <a:cubicBezTo>
                  <a:pt x="36" y="39"/>
                  <a:pt x="34" y="41"/>
                  <a:pt x="34" y="43"/>
                </a:cubicBezTo>
                <a:cubicBezTo>
                  <a:pt x="34" y="46"/>
                  <a:pt x="36" y="48"/>
                  <a:pt x="39" y="48"/>
                </a:cubicBezTo>
                <a:cubicBezTo>
                  <a:pt x="41" y="48"/>
                  <a:pt x="43" y="46"/>
                  <a:pt x="43" y="43"/>
                </a:cubicBezTo>
                <a:cubicBezTo>
                  <a:pt x="43" y="41"/>
                  <a:pt x="41" y="39"/>
                  <a:pt x="39" y="39"/>
                </a:cubicBezTo>
                <a:close/>
                <a:moveTo>
                  <a:pt x="39" y="53"/>
                </a:moveTo>
                <a:cubicBezTo>
                  <a:pt x="36" y="53"/>
                  <a:pt x="34" y="55"/>
                  <a:pt x="34" y="58"/>
                </a:cubicBezTo>
                <a:cubicBezTo>
                  <a:pt x="34" y="61"/>
                  <a:pt x="36" y="63"/>
                  <a:pt x="39" y="63"/>
                </a:cubicBezTo>
                <a:cubicBezTo>
                  <a:pt x="41" y="63"/>
                  <a:pt x="43" y="61"/>
                  <a:pt x="43" y="58"/>
                </a:cubicBezTo>
                <a:cubicBezTo>
                  <a:pt x="43" y="55"/>
                  <a:pt x="41" y="53"/>
                  <a:pt x="39" y="53"/>
                </a:cubicBezTo>
                <a:close/>
                <a:moveTo>
                  <a:pt x="53" y="24"/>
                </a:moveTo>
                <a:cubicBezTo>
                  <a:pt x="51" y="24"/>
                  <a:pt x="48" y="26"/>
                  <a:pt x="48" y="29"/>
                </a:cubicBezTo>
                <a:cubicBezTo>
                  <a:pt x="48" y="32"/>
                  <a:pt x="51" y="34"/>
                  <a:pt x="53" y="34"/>
                </a:cubicBezTo>
                <a:cubicBezTo>
                  <a:pt x="56" y="34"/>
                  <a:pt x="58" y="32"/>
                  <a:pt x="58" y="29"/>
                </a:cubicBezTo>
                <a:cubicBezTo>
                  <a:pt x="58" y="26"/>
                  <a:pt x="56" y="24"/>
                  <a:pt x="53" y="24"/>
                </a:cubicBezTo>
                <a:close/>
                <a:moveTo>
                  <a:pt x="58" y="43"/>
                </a:moveTo>
                <a:cubicBezTo>
                  <a:pt x="58" y="41"/>
                  <a:pt x="56" y="39"/>
                  <a:pt x="53" y="39"/>
                </a:cubicBezTo>
                <a:cubicBezTo>
                  <a:pt x="51" y="39"/>
                  <a:pt x="48" y="41"/>
                  <a:pt x="48" y="43"/>
                </a:cubicBezTo>
                <a:cubicBezTo>
                  <a:pt x="48" y="58"/>
                  <a:pt x="48" y="58"/>
                  <a:pt x="48" y="58"/>
                </a:cubicBezTo>
                <a:cubicBezTo>
                  <a:pt x="48" y="61"/>
                  <a:pt x="51" y="63"/>
                  <a:pt x="53" y="63"/>
                </a:cubicBezTo>
                <a:cubicBezTo>
                  <a:pt x="56" y="63"/>
                  <a:pt x="58" y="61"/>
                  <a:pt x="58" y="58"/>
                </a:cubicBezTo>
                <a:lnTo>
                  <a:pt x="58" y="4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79" name="Freeform 24"/>
          <p:cNvSpPr/>
          <p:nvPr/>
        </p:nvSpPr>
        <p:spPr>
          <a:xfrm>
            <a:off x="71280" y="546120"/>
            <a:ext cx="233640" cy="200160"/>
          </a:xfrm>
          <a:custGeom>
            <a:avLst/>
            <a:gdLst/>
            <a:ahLst/>
            <a:rect l="l" t="t" r="r" b="b"/>
            <a:pathLst>
              <a:path w="68" h="58">
                <a:moveTo>
                  <a:pt x="68" y="53"/>
                </a:moveTo>
                <a:cubicBezTo>
                  <a:pt x="68" y="56"/>
                  <a:pt x="66" y="58"/>
                  <a:pt x="63" y="58"/>
                </a:cubicBezTo>
                <a:cubicBezTo>
                  <a:pt x="5" y="58"/>
                  <a:pt x="5" y="58"/>
                  <a:pt x="5" y="58"/>
                </a:cubicBezTo>
                <a:cubicBezTo>
                  <a:pt x="2" y="58"/>
                  <a:pt x="0" y="56"/>
                  <a:pt x="0" y="53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5" y="0"/>
                </a:cubicBezTo>
                <a:cubicBezTo>
                  <a:pt x="63" y="0"/>
                  <a:pt x="63" y="0"/>
                  <a:pt x="63" y="0"/>
                </a:cubicBezTo>
                <a:cubicBezTo>
                  <a:pt x="66" y="0"/>
                  <a:pt x="68" y="2"/>
                  <a:pt x="68" y="4"/>
                </a:cubicBezTo>
                <a:lnTo>
                  <a:pt x="68" y="53"/>
                </a:lnTo>
                <a:close/>
                <a:moveTo>
                  <a:pt x="63" y="14"/>
                </a:moveTo>
                <a:cubicBezTo>
                  <a:pt x="63" y="10"/>
                  <a:pt x="63" y="10"/>
                  <a:pt x="63" y="10"/>
                </a:cubicBezTo>
                <a:cubicBezTo>
                  <a:pt x="63" y="4"/>
                  <a:pt x="63" y="4"/>
                  <a:pt x="63" y="4"/>
                </a:cubicBezTo>
                <a:cubicBezTo>
                  <a:pt x="31" y="4"/>
                  <a:pt x="31" y="4"/>
                  <a:pt x="31" y="4"/>
                </a:cubicBezTo>
                <a:cubicBezTo>
                  <a:pt x="29" y="9"/>
                  <a:pt x="29" y="9"/>
                  <a:pt x="29" y="9"/>
                </a:cubicBezTo>
                <a:cubicBezTo>
                  <a:pt x="5" y="9"/>
                  <a:pt x="5" y="9"/>
                  <a:pt x="5" y="9"/>
                </a:cubicBezTo>
                <a:cubicBezTo>
                  <a:pt x="5" y="14"/>
                  <a:pt x="5" y="14"/>
                  <a:pt x="5" y="14"/>
                </a:cubicBezTo>
                <a:lnTo>
                  <a:pt x="63" y="14"/>
                </a:lnTo>
                <a:close/>
                <a:moveTo>
                  <a:pt x="63" y="53"/>
                </a:moveTo>
                <a:cubicBezTo>
                  <a:pt x="63" y="48"/>
                  <a:pt x="63" y="48"/>
                  <a:pt x="63" y="48"/>
                </a:cubicBezTo>
                <a:cubicBezTo>
                  <a:pt x="5" y="48"/>
                  <a:pt x="5" y="48"/>
                  <a:pt x="5" y="48"/>
                </a:cubicBezTo>
                <a:cubicBezTo>
                  <a:pt x="5" y="53"/>
                  <a:pt x="5" y="53"/>
                  <a:pt x="5" y="53"/>
                </a:cubicBezTo>
                <a:lnTo>
                  <a:pt x="63" y="53"/>
                </a:lnTo>
                <a:close/>
                <a:moveTo>
                  <a:pt x="24" y="7"/>
                </a:moveTo>
                <a:cubicBezTo>
                  <a:pt x="24" y="2"/>
                  <a:pt x="24" y="2"/>
                  <a:pt x="24" y="2"/>
                </a:cubicBezTo>
                <a:cubicBezTo>
                  <a:pt x="9" y="2"/>
                  <a:pt x="9" y="2"/>
                  <a:pt x="9" y="2"/>
                </a:cubicBezTo>
                <a:cubicBezTo>
                  <a:pt x="9" y="7"/>
                  <a:pt x="9" y="7"/>
                  <a:pt x="9" y="7"/>
                </a:cubicBezTo>
                <a:lnTo>
                  <a:pt x="24" y="7"/>
                </a:lnTo>
                <a:close/>
                <a:moveTo>
                  <a:pt x="34" y="17"/>
                </a:moveTo>
                <a:cubicBezTo>
                  <a:pt x="26" y="17"/>
                  <a:pt x="19" y="23"/>
                  <a:pt x="19" y="31"/>
                </a:cubicBezTo>
                <a:cubicBezTo>
                  <a:pt x="19" y="39"/>
                  <a:pt x="26" y="46"/>
                  <a:pt x="34" y="46"/>
                </a:cubicBezTo>
                <a:cubicBezTo>
                  <a:pt x="42" y="46"/>
                  <a:pt x="48" y="39"/>
                  <a:pt x="48" y="31"/>
                </a:cubicBezTo>
                <a:cubicBezTo>
                  <a:pt x="48" y="23"/>
                  <a:pt x="42" y="17"/>
                  <a:pt x="34" y="17"/>
                </a:cubicBezTo>
                <a:close/>
                <a:moveTo>
                  <a:pt x="34" y="41"/>
                </a:moveTo>
                <a:cubicBezTo>
                  <a:pt x="28" y="41"/>
                  <a:pt x="24" y="37"/>
                  <a:pt x="24" y="31"/>
                </a:cubicBezTo>
                <a:cubicBezTo>
                  <a:pt x="24" y="26"/>
                  <a:pt x="28" y="21"/>
                  <a:pt x="34" y="21"/>
                </a:cubicBezTo>
                <a:cubicBezTo>
                  <a:pt x="39" y="21"/>
                  <a:pt x="43" y="26"/>
                  <a:pt x="43" y="31"/>
                </a:cubicBezTo>
                <a:cubicBezTo>
                  <a:pt x="43" y="37"/>
                  <a:pt x="39" y="41"/>
                  <a:pt x="34" y="41"/>
                </a:cubicBezTo>
                <a:close/>
                <a:moveTo>
                  <a:pt x="34" y="25"/>
                </a:moveTo>
                <a:cubicBezTo>
                  <a:pt x="30" y="25"/>
                  <a:pt x="28" y="28"/>
                  <a:pt x="28" y="31"/>
                </a:cubicBezTo>
                <a:cubicBezTo>
                  <a:pt x="28" y="32"/>
                  <a:pt x="28" y="32"/>
                  <a:pt x="29" y="32"/>
                </a:cubicBezTo>
                <a:cubicBezTo>
                  <a:pt x="30" y="32"/>
                  <a:pt x="30" y="32"/>
                  <a:pt x="30" y="31"/>
                </a:cubicBezTo>
                <a:cubicBezTo>
                  <a:pt x="30" y="29"/>
                  <a:pt x="32" y="27"/>
                  <a:pt x="34" y="27"/>
                </a:cubicBezTo>
                <a:cubicBezTo>
                  <a:pt x="34" y="27"/>
                  <a:pt x="35" y="27"/>
                  <a:pt x="35" y="26"/>
                </a:cubicBezTo>
                <a:cubicBezTo>
                  <a:pt x="35" y="26"/>
                  <a:pt x="34" y="25"/>
                  <a:pt x="34" y="2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0" name="Freeform 25"/>
          <p:cNvSpPr/>
          <p:nvPr/>
        </p:nvSpPr>
        <p:spPr>
          <a:xfrm>
            <a:off x="493560" y="577800"/>
            <a:ext cx="76320" cy="133560"/>
          </a:xfrm>
          <a:custGeom>
            <a:avLst/>
            <a:gdLst/>
            <a:ahLst/>
            <a:rect l="l" t="t" r="r" b="b"/>
            <a:pathLst>
              <a:path w="22" h="39">
                <a:moveTo>
                  <a:pt x="22" y="21"/>
                </a:moveTo>
                <a:cubicBezTo>
                  <a:pt x="5" y="38"/>
                  <a:pt x="5" y="38"/>
                  <a:pt x="5" y="38"/>
                </a:cubicBezTo>
                <a:cubicBezTo>
                  <a:pt x="4" y="39"/>
                  <a:pt x="4" y="39"/>
                  <a:pt x="3" y="39"/>
                </a:cubicBezTo>
                <a:cubicBezTo>
                  <a:pt x="2" y="39"/>
                  <a:pt x="0" y="38"/>
                  <a:pt x="0" y="37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2" y="0"/>
                  <a:pt x="3" y="0"/>
                </a:cubicBezTo>
                <a:cubicBezTo>
                  <a:pt x="4" y="0"/>
                  <a:pt x="4" y="1"/>
                  <a:pt x="5" y="1"/>
                </a:cubicBezTo>
                <a:cubicBezTo>
                  <a:pt x="22" y="18"/>
                  <a:pt x="22" y="18"/>
                  <a:pt x="22" y="18"/>
                </a:cubicBezTo>
                <a:cubicBezTo>
                  <a:pt x="22" y="18"/>
                  <a:pt x="22" y="19"/>
                  <a:pt x="22" y="20"/>
                </a:cubicBezTo>
                <a:cubicBezTo>
                  <a:pt x="22" y="20"/>
                  <a:pt x="22" y="21"/>
                  <a:pt x="22" y="2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1" name="Freeform 26"/>
          <p:cNvSpPr/>
          <p:nvPr/>
        </p:nvSpPr>
        <p:spPr>
          <a:xfrm>
            <a:off x="988920" y="546120"/>
            <a:ext cx="198360" cy="200160"/>
          </a:xfrm>
          <a:custGeom>
            <a:avLst/>
            <a:gdLst/>
            <a:ahLst/>
            <a:rect l="l" t="t" r="r" b="b"/>
            <a:pathLst>
              <a:path w="58" h="58">
                <a:moveTo>
                  <a:pt x="58" y="47"/>
                </a:moveTo>
                <a:cubicBezTo>
                  <a:pt x="58" y="53"/>
                  <a:pt x="53" y="58"/>
                  <a:pt x="47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53" y="0"/>
                  <a:pt x="58" y="4"/>
                  <a:pt x="58" y="10"/>
                </a:cubicBezTo>
                <a:lnTo>
                  <a:pt x="58" y="47"/>
                </a:lnTo>
                <a:close/>
                <a:moveTo>
                  <a:pt x="48" y="10"/>
                </a:moveTo>
                <a:cubicBezTo>
                  <a:pt x="48" y="10"/>
                  <a:pt x="48" y="9"/>
                  <a:pt x="47" y="9"/>
                </a:cubicBezTo>
                <a:cubicBezTo>
                  <a:pt x="11" y="9"/>
                  <a:pt x="11" y="9"/>
                  <a:pt x="11" y="9"/>
                </a:cubicBezTo>
                <a:cubicBezTo>
                  <a:pt x="10" y="9"/>
                  <a:pt x="9" y="10"/>
                  <a:pt x="9" y="10"/>
                </a:cubicBezTo>
                <a:cubicBezTo>
                  <a:pt x="9" y="47"/>
                  <a:pt x="9" y="47"/>
                  <a:pt x="9" y="47"/>
                </a:cubicBezTo>
                <a:cubicBezTo>
                  <a:pt x="9" y="48"/>
                  <a:pt x="10" y="48"/>
                  <a:pt x="11" y="48"/>
                </a:cubicBezTo>
                <a:cubicBezTo>
                  <a:pt x="47" y="48"/>
                  <a:pt x="47" y="48"/>
                  <a:pt x="47" y="48"/>
                </a:cubicBezTo>
                <a:cubicBezTo>
                  <a:pt x="48" y="48"/>
                  <a:pt x="48" y="48"/>
                  <a:pt x="48" y="47"/>
                </a:cubicBezTo>
                <a:lnTo>
                  <a:pt x="48" y="10"/>
                </a:lnTo>
                <a:close/>
                <a:moveTo>
                  <a:pt x="41" y="38"/>
                </a:moveTo>
                <a:cubicBezTo>
                  <a:pt x="17" y="38"/>
                  <a:pt x="17" y="38"/>
                  <a:pt x="17" y="38"/>
                </a:cubicBezTo>
                <a:cubicBezTo>
                  <a:pt x="16" y="38"/>
                  <a:pt x="15" y="38"/>
                  <a:pt x="15" y="37"/>
                </a:cubicBezTo>
                <a:cubicBezTo>
                  <a:pt x="14" y="36"/>
                  <a:pt x="14" y="35"/>
                  <a:pt x="15" y="35"/>
                </a:cubicBezTo>
                <a:cubicBezTo>
                  <a:pt x="27" y="18"/>
                  <a:pt x="27" y="18"/>
                  <a:pt x="27" y="18"/>
                </a:cubicBezTo>
                <a:cubicBezTo>
                  <a:pt x="27" y="17"/>
                  <a:pt x="28" y="17"/>
                  <a:pt x="29" y="17"/>
                </a:cubicBezTo>
                <a:cubicBezTo>
                  <a:pt x="30" y="17"/>
                  <a:pt x="30" y="17"/>
                  <a:pt x="31" y="18"/>
                </a:cubicBezTo>
                <a:cubicBezTo>
                  <a:pt x="43" y="35"/>
                  <a:pt x="43" y="35"/>
                  <a:pt x="43" y="35"/>
                </a:cubicBezTo>
                <a:cubicBezTo>
                  <a:pt x="44" y="35"/>
                  <a:pt x="44" y="36"/>
                  <a:pt x="43" y="37"/>
                </a:cubicBezTo>
                <a:cubicBezTo>
                  <a:pt x="43" y="38"/>
                  <a:pt x="42" y="38"/>
                  <a:pt x="41" y="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2" name="Freeform 29"/>
          <p:cNvSpPr/>
          <p:nvPr/>
        </p:nvSpPr>
        <p:spPr>
          <a:xfrm>
            <a:off x="2489040" y="569880"/>
            <a:ext cx="201600" cy="155520"/>
          </a:xfrm>
          <a:custGeom>
            <a:avLst/>
            <a:gdLst/>
            <a:ahLst/>
            <a:rect l="l" t="t" r="r" b="b"/>
            <a:pathLst>
              <a:path w="59" h="45">
                <a:moveTo>
                  <a:pt x="58" y="12"/>
                </a:moveTo>
                <a:cubicBezTo>
                  <a:pt x="30" y="39"/>
                  <a:pt x="30" y="39"/>
                  <a:pt x="30" y="39"/>
                </a:cubicBezTo>
                <a:cubicBezTo>
                  <a:pt x="25" y="44"/>
                  <a:pt x="25" y="44"/>
                  <a:pt x="25" y="44"/>
                </a:cubicBezTo>
                <a:cubicBezTo>
                  <a:pt x="24" y="45"/>
                  <a:pt x="24" y="45"/>
                  <a:pt x="23" y="45"/>
                </a:cubicBezTo>
                <a:cubicBezTo>
                  <a:pt x="22" y="45"/>
                  <a:pt x="21" y="45"/>
                  <a:pt x="20" y="44"/>
                </a:cubicBezTo>
                <a:cubicBezTo>
                  <a:pt x="15" y="39"/>
                  <a:pt x="15" y="39"/>
                  <a:pt x="15" y="39"/>
                </a:cubicBezTo>
                <a:cubicBezTo>
                  <a:pt x="1" y="26"/>
                  <a:pt x="1" y="26"/>
                  <a:pt x="1" y="26"/>
                </a:cubicBezTo>
                <a:cubicBezTo>
                  <a:pt x="0" y="25"/>
                  <a:pt x="0" y="24"/>
                  <a:pt x="0" y="23"/>
                </a:cubicBezTo>
                <a:cubicBezTo>
                  <a:pt x="0" y="22"/>
                  <a:pt x="0" y="21"/>
                  <a:pt x="1" y="20"/>
                </a:cubicBezTo>
                <a:cubicBezTo>
                  <a:pt x="6" y="15"/>
                  <a:pt x="6" y="15"/>
                  <a:pt x="6" y="15"/>
                </a:cubicBezTo>
                <a:cubicBezTo>
                  <a:pt x="7" y="14"/>
                  <a:pt x="8" y="14"/>
                  <a:pt x="9" y="14"/>
                </a:cubicBezTo>
                <a:cubicBezTo>
                  <a:pt x="10" y="14"/>
                  <a:pt x="11" y="14"/>
                  <a:pt x="11" y="15"/>
                </a:cubicBezTo>
                <a:cubicBezTo>
                  <a:pt x="23" y="26"/>
                  <a:pt x="23" y="26"/>
                  <a:pt x="23" y="26"/>
                </a:cubicBezTo>
                <a:cubicBezTo>
                  <a:pt x="47" y="1"/>
                  <a:pt x="47" y="1"/>
                  <a:pt x="47" y="1"/>
                </a:cubicBezTo>
                <a:cubicBezTo>
                  <a:pt x="48" y="1"/>
                  <a:pt x="49" y="0"/>
                  <a:pt x="50" y="0"/>
                </a:cubicBezTo>
                <a:cubicBezTo>
                  <a:pt x="51" y="0"/>
                  <a:pt x="52" y="1"/>
                  <a:pt x="53" y="1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7"/>
                  <a:pt x="59" y="8"/>
                  <a:pt x="59" y="9"/>
                </a:cubicBezTo>
                <a:cubicBezTo>
                  <a:pt x="59" y="10"/>
                  <a:pt x="58" y="11"/>
                  <a:pt x="58" y="1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3" name="Freeform 30"/>
          <p:cNvSpPr/>
          <p:nvPr/>
        </p:nvSpPr>
        <p:spPr>
          <a:xfrm>
            <a:off x="2965320" y="546120"/>
            <a:ext cx="220680" cy="182520"/>
          </a:xfrm>
          <a:custGeom>
            <a:avLst/>
            <a:gdLst/>
            <a:ahLst/>
            <a:rect l="l" t="t" r="r" b="b"/>
            <a:pathLst>
              <a:path w="64" h="53">
                <a:moveTo>
                  <a:pt x="54" y="42"/>
                </a:moveTo>
                <a:cubicBezTo>
                  <a:pt x="54" y="48"/>
                  <a:pt x="49" y="53"/>
                  <a:pt x="43" y="53"/>
                </a:cubicBezTo>
                <a:cubicBezTo>
                  <a:pt x="11" y="53"/>
                  <a:pt x="11" y="53"/>
                  <a:pt x="11" y="53"/>
                </a:cubicBezTo>
                <a:cubicBezTo>
                  <a:pt x="5" y="53"/>
                  <a:pt x="0" y="48"/>
                  <a:pt x="0" y="42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4" y="0"/>
                  <a:pt x="46" y="0"/>
                  <a:pt x="47" y="0"/>
                </a:cubicBezTo>
                <a:cubicBezTo>
                  <a:pt x="48" y="1"/>
                  <a:pt x="48" y="1"/>
                  <a:pt x="48" y="1"/>
                </a:cubicBezTo>
                <a:cubicBezTo>
                  <a:pt x="48" y="2"/>
                  <a:pt x="48" y="2"/>
                  <a:pt x="48" y="2"/>
                </a:cubicBezTo>
                <a:cubicBezTo>
                  <a:pt x="46" y="4"/>
                  <a:pt x="46" y="4"/>
                  <a:pt x="46" y="4"/>
                </a:cubicBezTo>
                <a:cubicBezTo>
                  <a:pt x="46" y="5"/>
                  <a:pt x="45" y="5"/>
                  <a:pt x="45" y="5"/>
                </a:cubicBezTo>
                <a:cubicBezTo>
                  <a:pt x="45" y="5"/>
                  <a:pt x="45" y="5"/>
                  <a:pt x="45" y="5"/>
                </a:cubicBezTo>
                <a:cubicBezTo>
                  <a:pt x="44" y="4"/>
                  <a:pt x="44" y="4"/>
                  <a:pt x="43" y="4"/>
                </a:cubicBezTo>
                <a:cubicBezTo>
                  <a:pt x="11" y="4"/>
                  <a:pt x="11" y="4"/>
                  <a:pt x="11" y="4"/>
                </a:cubicBezTo>
                <a:cubicBezTo>
                  <a:pt x="8" y="4"/>
                  <a:pt x="5" y="7"/>
                  <a:pt x="5" y="10"/>
                </a:cubicBezTo>
                <a:cubicBezTo>
                  <a:pt x="5" y="42"/>
                  <a:pt x="5" y="42"/>
                  <a:pt x="5" y="42"/>
                </a:cubicBezTo>
                <a:cubicBezTo>
                  <a:pt x="5" y="45"/>
                  <a:pt x="8" y="48"/>
                  <a:pt x="11" y="48"/>
                </a:cubicBezTo>
                <a:cubicBezTo>
                  <a:pt x="43" y="48"/>
                  <a:pt x="43" y="48"/>
                  <a:pt x="43" y="48"/>
                </a:cubicBezTo>
                <a:cubicBezTo>
                  <a:pt x="46" y="48"/>
                  <a:pt x="49" y="45"/>
                  <a:pt x="49" y="42"/>
                </a:cubicBezTo>
                <a:cubicBezTo>
                  <a:pt x="49" y="32"/>
                  <a:pt x="49" y="32"/>
                  <a:pt x="49" y="32"/>
                </a:cubicBezTo>
                <a:cubicBezTo>
                  <a:pt x="49" y="32"/>
                  <a:pt x="49" y="32"/>
                  <a:pt x="49" y="32"/>
                </a:cubicBezTo>
                <a:cubicBezTo>
                  <a:pt x="52" y="29"/>
                  <a:pt x="52" y="29"/>
                  <a:pt x="52" y="29"/>
                </a:cubicBezTo>
                <a:cubicBezTo>
                  <a:pt x="52" y="29"/>
                  <a:pt x="52" y="29"/>
                  <a:pt x="53" y="29"/>
                </a:cubicBezTo>
                <a:cubicBezTo>
                  <a:pt x="53" y="29"/>
                  <a:pt x="53" y="29"/>
                  <a:pt x="53" y="29"/>
                </a:cubicBezTo>
                <a:cubicBezTo>
                  <a:pt x="54" y="29"/>
                  <a:pt x="54" y="30"/>
                  <a:pt x="54" y="30"/>
                </a:cubicBezTo>
                <a:lnTo>
                  <a:pt x="54" y="42"/>
                </a:lnTo>
                <a:close/>
                <a:moveTo>
                  <a:pt x="32" y="42"/>
                </a:moveTo>
                <a:cubicBezTo>
                  <a:pt x="31" y="44"/>
                  <a:pt x="29" y="44"/>
                  <a:pt x="27" y="42"/>
                </a:cubicBezTo>
                <a:cubicBezTo>
                  <a:pt x="11" y="26"/>
                  <a:pt x="11" y="26"/>
                  <a:pt x="11" y="26"/>
                </a:cubicBezTo>
                <a:cubicBezTo>
                  <a:pt x="10" y="25"/>
                  <a:pt x="10" y="23"/>
                  <a:pt x="11" y="22"/>
                </a:cubicBezTo>
                <a:cubicBezTo>
                  <a:pt x="15" y="18"/>
                  <a:pt x="15" y="18"/>
                  <a:pt x="15" y="18"/>
                </a:cubicBezTo>
                <a:cubicBezTo>
                  <a:pt x="16" y="16"/>
                  <a:pt x="18" y="16"/>
                  <a:pt x="20" y="18"/>
                </a:cubicBezTo>
                <a:cubicBezTo>
                  <a:pt x="30" y="27"/>
                  <a:pt x="30" y="27"/>
                  <a:pt x="30" y="27"/>
                </a:cubicBezTo>
                <a:cubicBezTo>
                  <a:pt x="54" y="3"/>
                  <a:pt x="54" y="3"/>
                  <a:pt x="54" y="3"/>
                </a:cubicBezTo>
                <a:cubicBezTo>
                  <a:pt x="55" y="2"/>
                  <a:pt x="57" y="2"/>
                  <a:pt x="58" y="3"/>
                </a:cubicBezTo>
                <a:cubicBezTo>
                  <a:pt x="63" y="7"/>
                  <a:pt x="63" y="7"/>
                  <a:pt x="63" y="7"/>
                </a:cubicBezTo>
                <a:cubicBezTo>
                  <a:pt x="64" y="8"/>
                  <a:pt x="64" y="10"/>
                  <a:pt x="63" y="11"/>
                </a:cubicBezTo>
                <a:lnTo>
                  <a:pt x="32" y="4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4" name="Freeform 31"/>
          <p:cNvSpPr/>
          <p:nvPr/>
        </p:nvSpPr>
        <p:spPr>
          <a:xfrm>
            <a:off x="3460680" y="546120"/>
            <a:ext cx="198360" cy="200160"/>
          </a:xfrm>
          <a:custGeom>
            <a:avLst/>
            <a:gdLst/>
            <a:ahLst/>
            <a:rect l="l" t="t" r="r" b="b"/>
            <a:pathLst>
              <a:path w="58" h="58">
                <a:moveTo>
                  <a:pt x="29" y="58"/>
                </a:moveTo>
                <a:cubicBezTo>
                  <a:pt x="13" y="58"/>
                  <a:pt x="0" y="45"/>
                  <a:pt x="0" y="29"/>
                </a:cubicBezTo>
                <a:cubicBezTo>
                  <a:pt x="0" y="13"/>
                  <a:pt x="13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45"/>
                  <a:pt x="45" y="58"/>
                  <a:pt x="29" y="58"/>
                </a:cubicBezTo>
                <a:close/>
                <a:moveTo>
                  <a:pt x="48" y="34"/>
                </a:moveTo>
                <a:cubicBezTo>
                  <a:pt x="49" y="33"/>
                  <a:pt x="49" y="32"/>
                  <a:pt x="48" y="31"/>
                </a:cubicBezTo>
                <a:cubicBezTo>
                  <a:pt x="31" y="13"/>
                  <a:pt x="31" y="13"/>
                  <a:pt x="31" y="13"/>
                </a:cubicBezTo>
                <a:cubicBezTo>
                  <a:pt x="30" y="12"/>
                  <a:pt x="28" y="12"/>
                  <a:pt x="27" y="13"/>
                </a:cubicBezTo>
                <a:cubicBezTo>
                  <a:pt x="10" y="31"/>
                  <a:pt x="10" y="31"/>
                  <a:pt x="10" y="31"/>
                </a:cubicBezTo>
                <a:cubicBezTo>
                  <a:pt x="9" y="32"/>
                  <a:pt x="9" y="33"/>
                  <a:pt x="10" y="34"/>
                </a:cubicBezTo>
                <a:cubicBezTo>
                  <a:pt x="14" y="38"/>
                  <a:pt x="14" y="38"/>
                  <a:pt x="14" y="38"/>
                </a:cubicBezTo>
                <a:cubicBezTo>
                  <a:pt x="15" y="39"/>
                  <a:pt x="16" y="39"/>
                  <a:pt x="17" y="38"/>
                </a:cubicBezTo>
                <a:cubicBezTo>
                  <a:pt x="29" y="26"/>
                  <a:pt x="29" y="26"/>
                  <a:pt x="29" y="26"/>
                </a:cubicBezTo>
                <a:cubicBezTo>
                  <a:pt x="41" y="38"/>
                  <a:pt x="41" y="38"/>
                  <a:pt x="41" y="38"/>
                </a:cubicBezTo>
                <a:cubicBezTo>
                  <a:pt x="42" y="39"/>
                  <a:pt x="43" y="39"/>
                  <a:pt x="44" y="38"/>
                </a:cubicBezTo>
                <a:lnTo>
                  <a:pt x="48" y="3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5" name="Freeform 32"/>
          <p:cNvSpPr/>
          <p:nvPr/>
        </p:nvSpPr>
        <p:spPr>
          <a:xfrm>
            <a:off x="3968640" y="590400"/>
            <a:ext cx="208080" cy="135000"/>
          </a:xfrm>
          <a:custGeom>
            <a:avLst/>
            <a:gdLst/>
            <a:ahLst/>
            <a:rect l="l" t="t" r="r" b="b"/>
            <a:pathLst>
              <a:path w="61" h="39">
                <a:moveTo>
                  <a:pt x="54" y="38"/>
                </a:moveTo>
                <a:cubicBezTo>
                  <a:pt x="53" y="39"/>
                  <a:pt x="52" y="39"/>
                  <a:pt x="51" y="38"/>
                </a:cubicBezTo>
                <a:cubicBezTo>
                  <a:pt x="30" y="18"/>
                  <a:pt x="30" y="18"/>
                  <a:pt x="30" y="18"/>
                </a:cubicBezTo>
                <a:cubicBezTo>
                  <a:pt x="10" y="38"/>
                  <a:pt x="10" y="38"/>
                  <a:pt x="10" y="38"/>
                </a:cubicBezTo>
                <a:cubicBezTo>
                  <a:pt x="9" y="39"/>
                  <a:pt x="8" y="39"/>
                  <a:pt x="7" y="38"/>
                </a:cubicBezTo>
                <a:cubicBezTo>
                  <a:pt x="1" y="32"/>
                  <a:pt x="1" y="32"/>
                  <a:pt x="1" y="32"/>
                </a:cubicBezTo>
                <a:cubicBezTo>
                  <a:pt x="0" y="31"/>
                  <a:pt x="0" y="30"/>
                  <a:pt x="1" y="29"/>
                </a:cubicBezTo>
                <a:cubicBezTo>
                  <a:pt x="29" y="1"/>
                  <a:pt x="29" y="1"/>
                  <a:pt x="29" y="1"/>
                </a:cubicBezTo>
                <a:cubicBezTo>
                  <a:pt x="30" y="0"/>
                  <a:pt x="31" y="0"/>
                  <a:pt x="32" y="1"/>
                </a:cubicBezTo>
                <a:cubicBezTo>
                  <a:pt x="60" y="29"/>
                  <a:pt x="60" y="29"/>
                  <a:pt x="60" y="29"/>
                </a:cubicBezTo>
                <a:cubicBezTo>
                  <a:pt x="61" y="30"/>
                  <a:pt x="61" y="31"/>
                  <a:pt x="60" y="32"/>
                </a:cubicBezTo>
                <a:lnTo>
                  <a:pt x="54" y="3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6" name="Freeform 33"/>
          <p:cNvSpPr/>
          <p:nvPr/>
        </p:nvSpPr>
        <p:spPr>
          <a:xfrm>
            <a:off x="4448160" y="530280"/>
            <a:ext cx="233280" cy="233280"/>
          </a:xfrm>
          <a:custGeom>
            <a:avLst/>
            <a:gdLst/>
            <a:ahLst/>
            <a:rect l="l" t="t" r="r" b="b"/>
            <a:pathLst>
              <a:path w="68" h="68">
                <a:moveTo>
                  <a:pt x="34" y="68"/>
                </a:moveTo>
                <a:cubicBezTo>
                  <a:pt x="15" y="68"/>
                  <a:pt x="0" y="52"/>
                  <a:pt x="0" y="34"/>
                </a:cubicBezTo>
                <a:cubicBezTo>
                  <a:pt x="0" y="17"/>
                  <a:pt x="12" y="2"/>
                  <a:pt x="29" y="0"/>
                </a:cubicBezTo>
                <a:cubicBezTo>
                  <a:pt x="29" y="10"/>
                  <a:pt x="29" y="10"/>
                  <a:pt x="29" y="10"/>
                </a:cubicBezTo>
                <a:cubicBezTo>
                  <a:pt x="18" y="12"/>
                  <a:pt x="9" y="22"/>
                  <a:pt x="9" y="34"/>
                </a:cubicBezTo>
                <a:cubicBezTo>
                  <a:pt x="9" y="47"/>
                  <a:pt x="20" y="58"/>
                  <a:pt x="34" y="58"/>
                </a:cubicBezTo>
                <a:cubicBezTo>
                  <a:pt x="47" y="58"/>
                  <a:pt x="58" y="47"/>
                  <a:pt x="58" y="34"/>
                </a:cubicBezTo>
                <a:cubicBezTo>
                  <a:pt x="58" y="22"/>
                  <a:pt x="50" y="12"/>
                  <a:pt x="39" y="10"/>
                </a:cubicBezTo>
                <a:cubicBezTo>
                  <a:pt x="39" y="0"/>
                  <a:pt x="39" y="0"/>
                  <a:pt x="39" y="0"/>
                </a:cubicBezTo>
                <a:cubicBezTo>
                  <a:pt x="55" y="2"/>
                  <a:pt x="68" y="17"/>
                  <a:pt x="68" y="34"/>
                </a:cubicBezTo>
                <a:cubicBezTo>
                  <a:pt x="68" y="52"/>
                  <a:pt x="53" y="68"/>
                  <a:pt x="34" y="6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7" name="Freeform 34"/>
          <p:cNvSpPr/>
          <p:nvPr/>
        </p:nvSpPr>
        <p:spPr>
          <a:xfrm>
            <a:off x="4959360" y="577800"/>
            <a:ext cx="155520" cy="154080"/>
          </a:xfrm>
          <a:custGeom>
            <a:avLst/>
            <a:gdLst/>
            <a:ahLst/>
            <a:rect l="l" t="t" r="r" b="b"/>
            <a:pathLst>
              <a:path w="45" h="45">
                <a:moveTo>
                  <a:pt x="44" y="38"/>
                </a:moveTo>
                <a:cubicBezTo>
                  <a:pt x="38" y="44"/>
                  <a:pt x="38" y="44"/>
                  <a:pt x="38" y="44"/>
                </a:cubicBezTo>
                <a:cubicBezTo>
                  <a:pt x="38" y="44"/>
                  <a:pt x="37" y="45"/>
                  <a:pt x="36" y="45"/>
                </a:cubicBezTo>
                <a:cubicBezTo>
                  <a:pt x="35" y="45"/>
                  <a:pt x="34" y="44"/>
                  <a:pt x="33" y="44"/>
                </a:cubicBezTo>
                <a:cubicBezTo>
                  <a:pt x="22" y="32"/>
                  <a:pt x="22" y="32"/>
                  <a:pt x="22" y="32"/>
                </a:cubicBezTo>
                <a:cubicBezTo>
                  <a:pt x="11" y="44"/>
                  <a:pt x="11" y="44"/>
                  <a:pt x="11" y="44"/>
                </a:cubicBezTo>
                <a:cubicBezTo>
                  <a:pt x="10" y="44"/>
                  <a:pt x="9" y="45"/>
                  <a:pt x="8" y="45"/>
                </a:cubicBezTo>
                <a:cubicBezTo>
                  <a:pt x="7" y="45"/>
                  <a:pt x="7" y="44"/>
                  <a:pt x="6" y="44"/>
                </a:cubicBezTo>
                <a:cubicBezTo>
                  <a:pt x="1" y="38"/>
                  <a:pt x="1" y="38"/>
                  <a:pt x="1" y="38"/>
                </a:cubicBezTo>
                <a:cubicBezTo>
                  <a:pt x="0" y="38"/>
                  <a:pt x="0" y="37"/>
                  <a:pt x="0" y="36"/>
                </a:cubicBezTo>
                <a:cubicBezTo>
                  <a:pt x="0" y="35"/>
                  <a:pt x="0" y="34"/>
                  <a:pt x="1" y="33"/>
                </a:cubicBezTo>
                <a:cubicBezTo>
                  <a:pt x="12" y="22"/>
                  <a:pt x="12" y="22"/>
                  <a:pt x="12" y="22"/>
                </a:cubicBezTo>
                <a:cubicBezTo>
                  <a:pt x="1" y="11"/>
                  <a:pt x="1" y="11"/>
                  <a:pt x="1" y="11"/>
                </a:cubicBezTo>
                <a:cubicBezTo>
                  <a:pt x="0" y="10"/>
                  <a:pt x="0" y="9"/>
                  <a:pt x="0" y="8"/>
                </a:cubicBezTo>
                <a:cubicBezTo>
                  <a:pt x="0" y="7"/>
                  <a:pt x="0" y="6"/>
                  <a:pt x="1" y="6"/>
                </a:cubicBezTo>
                <a:cubicBezTo>
                  <a:pt x="6" y="1"/>
                  <a:pt x="6" y="1"/>
                  <a:pt x="6" y="1"/>
                </a:cubicBezTo>
                <a:cubicBezTo>
                  <a:pt x="7" y="0"/>
                  <a:pt x="7" y="0"/>
                  <a:pt x="8" y="0"/>
                </a:cubicBezTo>
                <a:cubicBezTo>
                  <a:pt x="9" y="0"/>
                  <a:pt x="10" y="0"/>
                  <a:pt x="11" y="1"/>
                </a:cubicBezTo>
                <a:cubicBezTo>
                  <a:pt x="22" y="12"/>
                  <a:pt x="22" y="12"/>
                  <a:pt x="22" y="12"/>
                </a:cubicBezTo>
                <a:cubicBezTo>
                  <a:pt x="33" y="1"/>
                  <a:pt x="33" y="1"/>
                  <a:pt x="33" y="1"/>
                </a:cubicBezTo>
                <a:cubicBezTo>
                  <a:pt x="34" y="0"/>
                  <a:pt x="35" y="0"/>
                  <a:pt x="36" y="0"/>
                </a:cubicBezTo>
                <a:cubicBezTo>
                  <a:pt x="37" y="0"/>
                  <a:pt x="38" y="0"/>
                  <a:pt x="38" y="1"/>
                </a:cubicBezTo>
                <a:cubicBezTo>
                  <a:pt x="44" y="6"/>
                  <a:pt x="44" y="6"/>
                  <a:pt x="44" y="6"/>
                </a:cubicBezTo>
                <a:cubicBezTo>
                  <a:pt x="44" y="6"/>
                  <a:pt x="45" y="7"/>
                  <a:pt x="45" y="8"/>
                </a:cubicBezTo>
                <a:cubicBezTo>
                  <a:pt x="45" y="9"/>
                  <a:pt x="44" y="10"/>
                  <a:pt x="44" y="11"/>
                </a:cubicBezTo>
                <a:cubicBezTo>
                  <a:pt x="32" y="22"/>
                  <a:pt x="32" y="22"/>
                  <a:pt x="32" y="22"/>
                </a:cubicBezTo>
                <a:cubicBezTo>
                  <a:pt x="44" y="33"/>
                  <a:pt x="44" y="33"/>
                  <a:pt x="44" y="33"/>
                </a:cubicBezTo>
                <a:cubicBezTo>
                  <a:pt x="44" y="34"/>
                  <a:pt x="45" y="35"/>
                  <a:pt x="45" y="36"/>
                </a:cubicBezTo>
                <a:cubicBezTo>
                  <a:pt x="45" y="37"/>
                  <a:pt x="44" y="38"/>
                  <a:pt x="44" y="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8" name="Freeform 35"/>
          <p:cNvSpPr/>
          <p:nvPr/>
        </p:nvSpPr>
        <p:spPr>
          <a:xfrm>
            <a:off x="5437080" y="546120"/>
            <a:ext cx="133560" cy="182520"/>
          </a:xfrm>
          <a:custGeom>
            <a:avLst/>
            <a:gdLst/>
            <a:ahLst/>
            <a:rect l="l" t="t" r="r" b="b"/>
            <a:pathLst>
              <a:path w="39" h="53">
                <a:moveTo>
                  <a:pt x="16" y="53"/>
                </a:moveTo>
                <a:cubicBezTo>
                  <a:pt x="15" y="53"/>
                  <a:pt x="15" y="52"/>
                  <a:pt x="15" y="52"/>
                </a:cubicBezTo>
                <a:cubicBezTo>
                  <a:pt x="15" y="39"/>
                  <a:pt x="15" y="39"/>
                  <a:pt x="15" y="39"/>
                </a:cubicBezTo>
                <a:cubicBezTo>
                  <a:pt x="4" y="39"/>
                  <a:pt x="4" y="39"/>
                  <a:pt x="4" y="39"/>
                </a:cubicBezTo>
                <a:cubicBezTo>
                  <a:pt x="3" y="39"/>
                  <a:pt x="3" y="39"/>
                  <a:pt x="3" y="38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3"/>
                  <a:pt x="3" y="33"/>
                  <a:pt x="4" y="33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30"/>
                  <a:pt x="15" y="30"/>
                  <a:pt x="15" y="30"/>
                </a:cubicBezTo>
                <a:cubicBezTo>
                  <a:pt x="4" y="30"/>
                  <a:pt x="4" y="30"/>
                  <a:pt x="4" y="30"/>
                </a:cubicBezTo>
                <a:cubicBezTo>
                  <a:pt x="3" y="30"/>
                  <a:pt x="3" y="29"/>
                  <a:pt x="3" y="28"/>
                </a:cubicBezTo>
                <a:cubicBezTo>
                  <a:pt x="3" y="25"/>
                  <a:pt x="3" y="25"/>
                  <a:pt x="3" y="25"/>
                </a:cubicBezTo>
                <a:cubicBezTo>
                  <a:pt x="3" y="24"/>
                  <a:pt x="3" y="23"/>
                  <a:pt x="4" y="23"/>
                </a:cubicBezTo>
                <a:cubicBezTo>
                  <a:pt x="12" y="23"/>
                  <a:pt x="12" y="23"/>
                  <a:pt x="12" y="23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0"/>
                </a:cubicBezTo>
                <a:cubicBezTo>
                  <a:pt x="0" y="0"/>
                  <a:pt x="1" y="0"/>
                  <a:pt x="1" y="0"/>
                </a:cubicBezTo>
                <a:cubicBezTo>
                  <a:pt x="8" y="0"/>
                  <a:pt x="8" y="0"/>
                  <a:pt x="8" y="0"/>
                </a:cubicBezTo>
                <a:cubicBezTo>
                  <a:pt x="9" y="0"/>
                  <a:pt x="9" y="0"/>
                  <a:pt x="9" y="0"/>
                </a:cubicBezTo>
                <a:cubicBezTo>
                  <a:pt x="18" y="16"/>
                  <a:pt x="18" y="16"/>
                  <a:pt x="18" y="16"/>
                </a:cubicBezTo>
                <a:cubicBezTo>
                  <a:pt x="19" y="18"/>
                  <a:pt x="19" y="20"/>
                  <a:pt x="20" y="21"/>
                </a:cubicBezTo>
                <a:cubicBezTo>
                  <a:pt x="20" y="19"/>
                  <a:pt x="21" y="18"/>
                  <a:pt x="22" y="16"/>
                </a:cubicBezTo>
                <a:cubicBezTo>
                  <a:pt x="29" y="0"/>
                  <a:pt x="29" y="0"/>
                  <a:pt x="29" y="0"/>
                </a:cubicBezTo>
                <a:cubicBezTo>
                  <a:pt x="29" y="0"/>
                  <a:pt x="30" y="0"/>
                  <a:pt x="30" y="0"/>
                </a:cubicBezTo>
                <a:cubicBezTo>
                  <a:pt x="38" y="0"/>
                  <a:pt x="38" y="0"/>
                  <a:pt x="38" y="0"/>
                </a:cubicBezTo>
                <a:cubicBezTo>
                  <a:pt x="38" y="0"/>
                  <a:pt x="38" y="0"/>
                  <a:pt x="39" y="0"/>
                </a:cubicBezTo>
                <a:cubicBezTo>
                  <a:pt x="39" y="0"/>
                  <a:pt x="39" y="1"/>
                  <a:pt x="39" y="1"/>
                </a:cubicBezTo>
                <a:cubicBezTo>
                  <a:pt x="27" y="23"/>
                  <a:pt x="27" y="23"/>
                  <a:pt x="27" y="23"/>
                </a:cubicBezTo>
                <a:cubicBezTo>
                  <a:pt x="35" y="23"/>
                  <a:pt x="35" y="23"/>
                  <a:pt x="35" y="23"/>
                </a:cubicBezTo>
                <a:cubicBezTo>
                  <a:pt x="36" y="23"/>
                  <a:pt x="36" y="24"/>
                  <a:pt x="36" y="25"/>
                </a:cubicBezTo>
                <a:cubicBezTo>
                  <a:pt x="36" y="28"/>
                  <a:pt x="36" y="28"/>
                  <a:pt x="36" y="28"/>
                </a:cubicBezTo>
                <a:cubicBezTo>
                  <a:pt x="36" y="29"/>
                  <a:pt x="36" y="30"/>
                  <a:pt x="35" y="30"/>
                </a:cubicBezTo>
                <a:cubicBezTo>
                  <a:pt x="24" y="30"/>
                  <a:pt x="24" y="30"/>
                  <a:pt x="24" y="30"/>
                </a:cubicBezTo>
                <a:cubicBezTo>
                  <a:pt x="24" y="33"/>
                  <a:pt x="24" y="33"/>
                  <a:pt x="24" y="33"/>
                </a:cubicBezTo>
                <a:cubicBezTo>
                  <a:pt x="35" y="33"/>
                  <a:pt x="35" y="33"/>
                  <a:pt x="35" y="33"/>
                </a:cubicBezTo>
                <a:cubicBezTo>
                  <a:pt x="36" y="33"/>
                  <a:pt x="36" y="33"/>
                  <a:pt x="36" y="34"/>
                </a:cubicBezTo>
                <a:cubicBezTo>
                  <a:pt x="36" y="38"/>
                  <a:pt x="36" y="38"/>
                  <a:pt x="36" y="38"/>
                </a:cubicBezTo>
                <a:cubicBezTo>
                  <a:pt x="36" y="39"/>
                  <a:pt x="36" y="39"/>
                  <a:pt x="35" y="39"/>
                </a:cubicBezTo>
                <a:cubicBezTo>
                  <a:pt x="24" y="39"/>
                  <a:pt x="24" y="39"/>
                  <a:pt x="24" y="39"/>
                </a:cubicBezTo>
                <a:cubicBezTo>
                  <a:pt x="24" y="52"/>
                  <a:pt x="24" y="52"/>
                  <a:pt x="24" y="52"/>
                </a:cubicBezTo>
                <a:cubicBezTo>
                  <a:pt x="24" y="52"/>
                  <a:pt x="23" y="53"/>
                  <a:pt x="23" y="53"/>
                </a:cubicBezTo>
                <a:lnTo>
                  <a:pt x="16" y="5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9" name="Freeform 36"/>
          <p:cNvSpPr/>
          <p:nvPr/>
        </p:nvSpPr>
        <p:spPr>
          <a:xfrm>
            <a:off x="5931000" y="560520"/>
            <a:ext cx="244440" cy="185760"/>
          </a:xfrm>
          <a:custGeom>
            <a:avLst/>
            <a:gdLst/>
            <a:ahLst/>
            <a:rect l="l" t="t" r="r" b="b"/>
            <a:pathLst>
              <a:path w="71" h="54">
                <a:moveTo>
                  <a:pt x="68" y="44"/>
                </a:moveTo>
                <a:cubicBezTo>
                  <a:pt x="68" y="49"/>
                  <a:pt x="64" y="54"/>
                  <a:pt x="59" y="54"/>
                </a:cubicBezTo>
                <a:cubicBezTo>
                  <a:pt x="10" y="54"/>
                  <a:pt x="10" y="54"/>
                  <a:pt x="10" y="54"/>
                </a:cubicBezTo>
                <a:cubicBezTo>
                  <a:pt x="5" y="54"/>
                  <a:pt x="0" y="49"/>
                  <a:pt x="0" y="44"/>
                </a:cubicBezTo>
                <a:lnTo>
                  <a:pt x="68" y="44"/>
                </a:lnTo>
                <a:close/>
                <a:moveTo>
                  <a:pt x="56" y="30"/>
                </a:moveTo>
                <a:cubicBezTo>
                  <a:pt x="54" y="30"/>
                  <a:pt x="54" y="30"/>
                  <a:pt x="54" y="30"/>
                </a:cubicBezTo>
                <a:cubicBezTo>
                  <a:pt x="54" y="31"/>
                  <a:pt x="54" y="31"/>
                  <a:pt x="54" y="31"/>
                </a:cubicBezTo>
                <a:cubicBezTo>
                  <a:pt x="54" y="35"/>
                  <a:pt x="50" y="39"/>
                  <a:pt x="45" y="39"/>
                </a:cubicBezTo>
                <a:cubicBezTo>
                  <a:pt x="19" y="39"/>
                  <a:pt x="19" y="39"/>
                  <a:pt x="19" y="39"/>
                </a:cubicBezTo>
                <a:cubicBezTo>
                  <a:pt x="14" y="39"/>
                  <a:pt x="10" y="35"/>
                  <a:pt x="10" y="31"/>
                </a:cubicBezTo>
                <a:cubicBezTo>
                  <a:pt x="10" y="3"/>
                  <a:pt x="10" y="3"/>
                  <a:pt x="10" y="3"/>
                </a:cubicBezTo>
                <a:cubicBezTo>
                  <a:pt x="10" y="2"/>
                  <a:pt x="11" y="0"/>
                  <a:pt x="1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64" y="0"/>
                  <a:pt x="71" y="7"/>
                  <a:pt x="71" y="15"/>
                </a:cubicBezTo>
                <a:cubicBezTo>
                  <a:pt x="71" y="23"/>
                  <a:pt x="64" y="30"/>
                  <a:pt x="56" y="30"/>
                </a:cubicBezTo>
                <a:close/>
                <a:moveTo>
                  <a:pt x="56" y="8"/>
                </a:moveTo>
                <a:cubicBezTo>
                  <a:pt x="54" y="8"/>
                  <a:pt x="54" y="8"/>
                  <a:pt x="54" y="8"/>
                </a:cubicBezTo>
                <a:cubicBezTo>
                  <a:pt x="54" y="22"/>
                  <a:pt x="54" y="22"/>
                  <a:pt x="54" y="22"/>
                </a:cubicBezTo>
                <a:cubicBezTo>
                  <a:pt x="56" y="22"/>
                  <a:pt x="56" y="22"/>
                  <a:pt x="56" y="22"/>
                </a:cubicBezTo>
                <a:cubicBezTo>
                  <a:pt x="60" y="22"/>
                  <a:pt x="64" y="19"/>
                  <a:pt x="64" y="15"/>
                </a:cubicBezTo>
                <a:cubicBezTo>
                  <a:pt x="64" y="11"/>
                  <a:pt x="60" y="8"/>
                  <a:pt x="56" y="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0" name="Freeform 37"/>
          <p:cNvSpPr/>
          <p:nvPr/>
        </p:nvSpPr>
        <p:spPr>
          <a:xfrm>
            <a:off x="6426360" y="560520"/>
            <a:ext cx="233280" cy="203040"/>
          </a:xfrm>
          <a:custGeom>
            <a:avLst/>
            <a:gdLst/>
            <a:ahLst/>
            <a:rect l="l" t="t" r="r" b="b"/>
            <a:pathLst>
              <a:path w="68" h="59">
                <a:moveTo>
                  <a:pt x="34" y="49"/>
                </a:moveTo>
                <a:cubicBezTo>
                  <a:pt x="33" y="49"/>
                  <a:pt x="31" y="49"/>
                  <a:pt x="29" y="49"/>
                </a:cubicBezTo>
                <a:cubicBezTo>
                  <a:pt x="24" y="53"/>
                  <a:pt x="18" y="56"/>
                  <a:pt x="11" y="58"/>
                </a:cubicBezTo>
                <a:cubicBezTo>
                  <a:pt x="10" y="58"/>
                  <a:pt x="9" y="59"/>
                  <a:pt x="7" y="59"/>
                </a:cubicBezTo>
                <a:cubicBezTo>
                  <a:pt x="6" y="59"/>
                  <a:pt x="6" y="58"/>
                  <a:pt x="5" y="57"/>
                </a:cubicBezTo>
                <a:cubicBezTo>
                  <a:pt x="5" y="57"/>
                  <a:pt x="5" y="57"/>
                  <a:pt x="5" y="57"/>
                </a:cubicBezTo>
                <a:cubicBezTo>
                  <a:pt x="5" y="56"/>
                  <a:pt x="6" y="56"/>
                  <a:pt x="6" y="55"/>
                </a:cubicBezTo>
                <a:cubicBezTo>
                  <a:pt x="9" y="52"/>
                  <a:pt x="11" y="50"/>
                  <a:pt x="13" y="44"/>
                </a:cubicBezTo>
                <a:cubicBezTo>
                  <a:pt x="5" y="39"/>
                  <a:pt x="0" y="32"/>
                  <a:pt x="0" y="25"/>
                </a:cubicBezTo>
                <a:cubicBezTo>
                  <a:pt x="0" y="11"/>
                  <a:pt x="16" y="0"/>
                  <a:pt x="34" y="0"/>
                </a:cubicBezTo>
                <a:cubicBezTo>
                  <a:pt x="53" y="0"/>
                  <a:pt x="68" y="11"/>
                  <a:pt x="68" y="25"/>
                </a:cubicBezTo>
                <a:cubicBezTo>
                  <a:pt x="68" y="38"/>
                  <a:pt x="53" y="49"/>
                  <a:pt x="34" y="4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1" name="Freeform 38"/>
          <p:cNvSpPr/>
          <p:nvPr/>
        </p:nvSpPr>
        <p:spPr>
          <a:xfrm>
            <a:off x="6919920" y="546120"/>
            <a:ext cx="198360" cy="200160"/>
          </a:xfrm>
          <a:custGeom>
            <a:avLst/>
            <a:gdLst/>
            <a:ahLst/>
            <a:rect l="l" t="t" r="r" b="b"/>
            <a:pathLst>
              <a:path w="58" h="58">
                <a:moveTo>
                  <a:pt x="29" y="58"/>
                </a:moveTo>
                <a:cubicBezTo>
                  <a:pt x="13" y="58"/>
                  <a:pt x="0" y="45"/>
                  <a:pt x="0" y="29"/>
                </a:cubicBezTo>
                <a:cubicBezTo>
                  <a:pt x="0" y="13"/>
                  <a:pt x="13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45"/>
                  <a:pt x="45" y="58"/>
                  <a:pt x="29" y="58"/>
                </a:cubicBezTo>
                <a:close/>
                <a:moveTo>
                  <a:pt x="29" y="8"/>
                </a:moveTo>
                <a:cubicBezTo>
                  <a:pt x="18" y="8"/>
                  <a:pt x="8" y="17"/>
                  <a:pt x="8" y="29"/>
                </a:cubicBezTo>
                <a:cubicBezTo>
                  <a:pt x="8" y="40"/>
                  <a:pt x="18" y="49"/>
                  <a:pt x="29" y="49"/>
                </a:cubicBezTo>
                <a:cubicBezTo>
                  <a:pt x="40" y="49"/>
                  <a:pt x="50" y="40"/>
                  <a:pt x="50" y="29"/>
                </a:cubicBezTo>
                <a:cubicBezTo>
                  <a:pt x="50" y="17"/>
                  <a:pt x="40" y="8"/>
                  <a:pt x="29" y="8"/>
                </a:cubicBezTo>
                <a:close/>
                <a:moveTo>
                  <a:pt x="39" y="34"/>
                </a:moveTo>
                <a:cubicBezTo>
                  <a:pt x="19" y="44"/>
                  <a:pt x="19" y="44"/>
                  <a:pt x="19" y="44"/>
                </a:cubicBezTo>
                <a:cubicBezTo>
                  <a:pt x="19" y="23"/>
                  <a:pt x="19" y="23"/>
                  <a:pt x="19" y="23"/>
                </a:cubicBezTo>
                <a:cubicBezTo>
                  <a:pt x="39" y="14"/>
                  <a:pt x="39" y="14"/>
                  <a:pt x="39" y="14"/>
                </a:cubicBezTo>
                <a:lnTo>
                  <a:pt x="39" y="34"/>
                </a:lnTo>
                <a:close/>
                <a:moveTo>
                  <a:pt x="34" y="31"/>
                </a:moveTo>
                <a:cubicBezTo>
                  <a:pt x="24" y="26"/>
                  <a:pt x="24" y="26"/>
                  <a:pt x="24" y="26"/>
                </a:cubicBezTo>
                <a:cubicBezTo>
                  <a:pt x="24" y="36"/>
                  <a:pt x="24" y="36"/>
                  <a:pt x="24" y="36"/>
                </a:cubicBezTo>
                <a:lnTo>
                  <a:pt x="34" y="3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2" name="Freeform 39"/>
          <p:cNvSpPr/>
          <p:nvPr/>
        </p:nvSpPr>
        <p:spPr>
          <a:xfrm>
            <a:off x="7413480" y="546120"/>
            <a:ext cx="250920" cy="200160"/>
          </a:xfrm>
          <a:custGeom>
            <a:avLst/>
            <a:gdLst/>
            <a:ahLst/>
            <a:rect l="l" t="t" r="r" b="b"/>
            <a:pathLst>
              <a:path w="73" h="58">
                <a:moveTo>
                  <a:pt x="73" y="6"/>
                </a:moveTo>
                <a:cubicBezTo>
                  <a:pt x="73" y="52"/>
                  <a:pt x="73" y="52"/>
                  <a:pt x="73" y="52"/>
                </a:cubicBezTo>
                <a:cubicBezTo>
                  <a:pt x="73" y="55"/>
                  <a:pt x="71" y="58"/>
                  <a:pt x="67" y="58"/>
                </a:cubicBezTo>
                <a:cubicBezTo>
                  <a:pt x="7" y="58"/>
                  <a:pt x="7" y="58"/>
                  <a:pt x="7" y="58"/>
                </a:cubicBezTo>
                <a:cubicBezTo>
                  <a:pt x="3" y="58"/>
                  <a:pt x="0" y="55"/>
                  <a:pt x="0" y="52"/>
                </a:cubicBezTo>
                <a:cubicBezTo>
                  <a:pt x="0" y="6"/>
                  <a:pt x="0" y="6"/>
                  <a:pt x="0" y="6"/>
                </a:cubicBezTo>
                <a:cubicBezTo>
                  <a:pt x="0" y="2"/>
                  <a:pt x="3" y="0"/>
                  <a:pt x="7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71" y="0"/>
                  <a:pt x="73" y="2"/>
                  <a:pt x="73" y="6"/>
                </a:cubicBezTo>
                <a:close/>
                <a:moveTo>
                  <a:pt x="5" y="6"/>
                </a:moveTo>
                <a:cubicBezTo>
                  <a:pt x="5" y="14"/>
                  <a:pt x="5" y="14"/>
                  <a:pt x="5" y="14"/>
                </a:cubicBezTo>
                <a:cubicBezTo>
                  <a:pt x="68" y="14"/>
                  <a:pt x="68" y="14"/>
                  <a:pt x="68" y="14"/>
                </a:cubicBezTo>
                <a:cubicBezTo>
                  <a:pt x="68" y="6"/>
                  <a:pt x="68" y="6"/>
                  <a:pt x="68" y="6"/>
                </a:cubicBezTo>
                <a:cubicBezTo>
                  <a:pt x="68" y="5"/>
                  <a:pt x="68" y="4"/>
                  <a:pt x="67" y="4"/>
                </a:cubicBezTo>
                <a:cubicBezTo>
                  <a:pt x="7" y="4"/>
                  <a:pt x="7" y="4"/>
                  <a:pt x="7" y="4"/>
                </a:cubicBezTo>
                <a:cubicBezTo>
                  <a:pt x="6" y="4"/>
                  <a:pt x="5" y="5"/>
                  <a:pt x="5" y="6"/>
                </a:cubicBezTo>
                <a:close/>
                <a:moveTo>
                  <a:pt x="68" y="52"/>
                </a:moveTo>
                <a:cubicBezTo>
                  <a:pt x="68" y="29"/>
                  <a:pt x="68" y="29"/>
                  <a:pt x="68" y="29"/>
                </a:cubicBezTo>
                <a:cubicBezTo>
                  <a:pt x="5" y="29"/>
                  <a:pt x="5" y="29"/>
                  <a:pt x="5" y="29"/>
                </a:cubicBezTo>
                <a:cubicBezTo>
                  <a:pt x="5" y="52"/>
                  <a:pt x="5" y="52"/>
                  <a:pt x="5" y="52"/>
                </a:cubicBezTo>
                <a:cubicBezTo>
                  <a:pt x="5" y="52"/>
                  <a:pt x="6" y="53"/>
                  <a:pt x="7" y="53"/>
                </a:cubicBezTo>
                <a:cubicBezTo>
                  <a:pt x="67" y="53"/>
                  <a:pt x="67" y="53"/>
                  <a:pt x="67" y="53"/>
                </a:cubicBezTo>
                <a:cubicBezTo>
                  <a:pt x="68" y="53"/>
                  <a:pt x="68" y="52"/>
                  <a:pt x="68" y="52"/>
                </a:cubicBezTo>
                <a:close/>
                <a:moveTo>
                  <a:pt x="10" y="43"/>
                </a:moveTo>
                <a:cubicBezTo>
                  <a:pt x="20" y="43"/>
                  <a:pt x="20" y="43"/>
                  <a:pt x="20" y="43"/>
                </a:cubicBezTo>
                <a:cubicBezTo>
                  <a:pt x="20" y="48"/>
                  <a:pt x="20" y="48"/>
                  <a:pt x="20" y="48"/>
                </a:cubicBezTo>
                <a:cubicBezTo>
                  <a:pt x="10" y="48"/>
                  <a:pt x="10" y="48"/>
                  <a:pt x="10" y="48"/>
                </a:cubicBezTo>
                <a:lnTo>
                  <a:pt x="10" y="43"/>
                </a:lnTo>
                <a:close/>
                <a:moveTo>
                  <a:pt x="25" y="43"/>
                </a:moveTo>
                <a:cubicBezTo>
                  <a:pt x="39" y="43"/>
                  <a:pt x="39" y="43"/>
                  <a:pt x="39" y="43"/>
                </a:cubicBezTo>
                <a:cubicBezTo>
                  <a:pt x="39" y="48"/>
                  <a:pt x="39" y="48"/>
                  <a:pt x="39" y="48"/>
                </a:cubicBezTo>
                <a:cubicBezTo>
                  <a:pt x="25" y="48"/>
                  <a:pt x="25" y="48"/>
                  <a:pt x="25" y="48"/>
                </a:cubicBezTo>
                <a:lnTo>
                  <a:pt x="25" y="4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3" name="Freeform 40"/>
          <p:cNvSpPr/>
          <p:nvPr/>
        </p:nvSpPr>
        <p:spPr>
          <a:xfrm>
            <a:off x="7908840" y="546120"/>
            <a:ext cx="216000" cy="217440"/>
          </a:xfrm>
          <a:custGeom>
            <a:avLst/>
            <a:gdLst/>
            <a:ahLst/>
            <a:rect l="l" t="t" r="r" b="b"/>
            <a:pathLst>
              <a:path w="63" h="63">
                <a:moveTo>
                  <a:pt x="63" y="43"/>
                </a:moveTo>
                <a:cubicBezTo>
                  <a:pt x="63" y="45"/>
                  <a:pt x="62" y="47"/>
                  <a:pt x="60" y="48"/>
                </a:cubicBezTo>
                <a:cubicBezTo>
                  <a:pt x="34" y="62"/>
                  <a:pt x="34" y="62"/>
                  <a:pt x="34" y="62"/>
                </a:cubicBezTo>
                <a:cubicBezTo>
                  <a:pt x="33" y="63"/>
                  <a:pt x="32" y="63"/>
                  <a:pt x="31" y="63"/>
                </a:cubicBezTo>
                <a:cubicBezTo>
                  <a:pt x="31" y="63"/>
                  <a:pt x="30" y="63"/>
                  <a:pt x="29" y="62"/>
                </a:cubicBezTo>
                <a:cubicBezTo>
                  <a:pt x="2" y="48"/>
                  <a:pt x="2" y="48"/>
                  <a:pt x="2" y="48"/>
                </a:cubicBezTo>
                <a:cubicBezTo>
                  <a:pt x="1" y="47"/>
                  <a:pt x="0" y="45"/>
                  <a:pt x="0" y="43"/>
                </a:cubicBezTo>
                <a:cubicBezTo>
                  <a:pt x="0" y="14"/>
                  <a:pt x="0" y="14"/>
                  <a:pt x="0" y="14"/>
                </a:cubicBezTo>
                <a:cubicBezTo>
                  <a:pt x="0" y="12"/>
                  <a:pt x="1" y="10"/>
                  <a:pt x="3" y="10"/>
                </a:cubicBezTo>
                <a:cubicBezTo>
                  <a:pt x="30" y="0"/>
                  <a:pt x="30" y="0"/>
                  <a:pt x="30" y="0"/>
                </a:cubicBezTo>
                <a:cubicBezTo>
                  <a:pt x="30" y="0"/>
                  <a:pt x="31" y="0"/>
                  <a:pt x="31" y="0"/>
                </a:cubicBezTo>
                <a:cubicBezTo>
                  <a:pt x="32" y="0"/>
                  <a:pt x="32" y="0"/>
                  <a:pt x="33" y="0"/>
                </a:cubicBezTo>
                <a:cubicBezTo>
                  <a:pt x="60" y="10"/>
                  <a:pt x="60" y="10"/>
                  <a:pt x="60" y="10"/>
                </a:cubicBezTo>
                <a:cubicBezTo>
                  <a:pt x="62" y="10"/>
                  <a:pt x="63" y="12"/>
                  <a:pt x="63" y="14"/>
                </a:cubicBezTo>
                <a:lnTo>
                  <a:pt x="63" y="43"/>
                </a:lnTo>
                <a:close/>
                <a:moveTo>
                  <a:pt x="58" y="14"/>
                </a:moveTo>
                <a:cubicBezTo>
                  <a:pt x="31" y="4"/>
                  <a:pt x="31" y="4"/>
                  <a:pt x="31" y="4"/>
                </a:cubicBezTo>
                <a:cubicBezTo>
                  <a:pt x="5" y="14"/>
                  <a:pt x="5" y="14"/>
                  <a:pt x="5" y="14"/>
                </a:cubicBezTo>
                <a:cubicBezTo>
                  <a:pt x="31" y="24"/>
                  <a:pt x="31" y="24"/>
                  <a:pt x="31" y="24"/>
                </a:cubicBezTo>
                <a:lnTo>
                  <a:pt x="58" y="14"/>
                </a:lnTo>
                <a:close/>
                <a:moveTo>
                  <a:pt x="58" y="43"/>
                </a:moveTo>
                <a:cubicBezTo>
                  <a:pt x="58" y="19"/>
                  <a:pt x="58" y="19"/>
                  <a:pt x="58" y="19"/>
                </a:cubicBezTo>
                <a:cubicBezTo>
                  <a:pt x="34" y="28"/>
                  <a:pt x="34" y="28"/>
                  <a:pt x="34" y="28"/>
                </a:cubicBezTo>
                <a:cubicBezTo>
                  <a:pt x="34" y="57"/>
                  <a:pt x="34" y="57"/>
                  <a:pt x="34" y="57"/>
                </a:cubicBezTo>
                <a:lnTo>
                  <a:pt x="58" y="4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4" name="Freeform 41"/>
          <p:cNvSpPr/>
          <p:nvPr/>
        </p:nvSpPr>
        <p:spPr>
          <a:xfrm>
            <a:off x="8402760" y="560520"/>
            <a:ext cx="233280" cy="185760"/>
          </a:xfrm>
          <a:custGeom>
            <a:avLst/>
            <a:gdLst/>
            <a:ahLst/>
            <a:rect l="l" t="t" r="r" b="b"/>
            <a:pathLst>
              <a:path w="68" h="54">
                <a:moveTo>
                  <a:pt x="63" y="53"/>
                </a:moveTo>
                <a:cubicBezTo>
                  <a:pt x="63" y="53"/>
                  <a:pt x="62" y="54"/>
                  <a:pt x="61" y="54"/>
                </a:cubicBezTo>
                <a:cubicBezTo>
                  <a:pt x="8" y="54"/>
                  <a:pt x="8" y="54"/>
                  <a:pt x="8" y="54"/>
                </a:cubicBezTo>
                <a:cubicBezTo>
                  <a:pt x="7" y="54"/>
                  <a:pt x="6" y="53"/>
                  <a:pt x="6" y="53"/>
                </a:cubicBezTo>
                <a:cubicBezTo>
                  <a:pt x="2" y="47"/>
                  <a:pt x="0" y="41"/>
                  <a:pt x="0" y="34"/>
                </a:cubicBezTo>
                <a:cubicBezTo>
                  <a:pt x="0" y="16"/>
                  <a:pt x="16" y="0"/>
                  <a:pt x="34" y="0"/>
                </a:cubicBezTo>
                <a:cubicBezTo>
                  <a:pt x="53" y="0"/>
                  <a:pt x="68" y="16"/>
                  <a:pt x="68" y="34"/>
                </a:cubicBezTo>
                <a:cubicBezTo>
                  <a:pt x="68" y="41"/>
                  <a:pt x="67" y="47"/>
                  <a:pt x="63" y="53"/>
                </a:cubicBezTo>
                <a:close/>
                <a:moveTo>
                  <a:pt x="10" y="30"/>
                </a:moveTo>
                <a:cubicBezTo>
                  <a:pt x="7" y="30"/>
                  <a:pt x="5" y="32"/>
                  <a:pt x="5" y="34"/>
                </a:cubicBezTo>
                <a:cubicBezTo>
                  <a:pt x="5" y="37"/>
                  <a:pt x="7" y="39"/>
                  <a:pt x="10" y="39"/>
                </a:cubicBezTo>
                <a:cubicBezTo>
                  <a:pt x="13" y="39"/>
                  <a:pt x="15" y="37"/>
                  <a:pt x="15" y="34"/>
                </a:cubicBezTo>
                <a:cubicBezTo>
                  <a:pt x="15" y="32"/>
                  <a:pt x="13" y="30"/>
                  <a:pt x="10" y="30"/>
                </a:cubicBezTo>
                <a:close/>
                <a:moveTo>
                  <a:pt x="17" y="13"/>
                </a:moveTo>
                <a:cubicBezTo>
                  <a:pt x="15" y="13"/>
                  <a:pt x="13" y="15"/>
                  <a:pt x="13" y="17"/>
                </a:cubicBezTo>
                <a:cubicBezTo>
                  <a:pt x="13" y="20"/>
                  <a:pt x="15" y="22"/>
                  <a:pt x="17" y="22"/>
                </a:cubicBezTo>
                <a:cubicBezTo>
                  <a:pt x="20" y="22"/>
                  <a:pt x="22" y="20"/>
                  <a:pt x="22" y="17"/>
                </a:cubicBezTo>
                <a:cubicBezTo>
                  <a:pt x="22" y="15"/>
                  <a:pt x="20" y="13"/>
                  <a:pt x="17" y="13"/>
                </a:cubicBezTo>
                <a:close/>
                <a:moveTo>
                  <a:pt x="42" y="21"/>
                </a:moveTo>
                <a:cubicBezTo>
                  <a:pt x="43" y="20"/>
                  <a:pt x="42" y="19"/>
                  <a:pt x="41" y="18"/>
                </a:cubicBezTo>
                <a:cubicBezTo>
                  <a:pt x="39" y="18"/>
                  <a:pt x="38" y="19"/>
                  <a:pt x="38" y="20"/>
                </a:cubicBezTo>
                <a:cubicBezTo>
                  <a:pt x="34" y="34"/>
                  <a:pt x="34" y="34"/>
                  <a:pt x="34" y="34"/>
                </a:cubicBezTo>
                <a:cubicBezTo>
                  <a:pt x="31" y="35"/>
                  <a:pt x="28" y="37"/>
                  <a:pt x="27" y="40"/>
                </a:cubicBezTo>
                <a:cubicBezTo>
                  <a:pt x="26" y="44"/>
                  <a:pt x="29" y="48"/>
                  <a:pt x="33" y="49"/>
                </a:cubicBezTo>
                <a:cubicBezTo>
                  <a:pt x="37" y="50"/>
                  <a:pt x="40" y="47"/>
                  <a:pt x="42" y="44"/>
                </a:cubicBezTo>
                <a:cubicBezTo>
                  <a:pt x="42" y="40"/>
                  <a:pt x="41" y="37"/>
                  <a:pt x="39" y="36"/>
                </a:cubicBezTo>
                <a:lnTo>
                  <a:pt x="42" y="21"/>
                </a:lnTo>
                <a:close/>
                <a:moveTo>
                  <a:pt x="34" y="5"/>
                </a:moveTo>
                <a:cubicBezTo>
                  <a:pt x="32" y="5"/>
                  <a:pt x="30" y="7"/>
                  <a:pt x="30" y="10"/>
                </a:cubicBezTo>
                <a:cubicBezTo>
                  <a:pt x="30" y="13"/>
                  <a:pt x="32" y="15"/>
                  <a:pt x="34" y="15"/>
                </a:cubicBezTo>
                <a:cubicBezTo>
                  <a:pt x="37" y="15"/>
                  <a:pt x="39" y="13"/>
                  <a:pt x="39" y="10"/>
                </a:cubicBezTo>
                <a:cubicBezTo>
                  <a:pt x="39" y="7"/>
                  <a:pt x="37" y="5"/>
                  <a:pt x="34" y="5"/>
                </a:cubicBezTo>
                <a:close/>
                <a:moveTo>
                  <a:pt x="51" y="13"/>
                </a:moveTo>
                <a:cubicBezTo>
                  <a:pt x="49" y="13"/>
                  <a:pt x="47" y="15"/>
                  <a:pt x="47" y="17"/>
                </a:cubicBezTo>
                <a:cubicBezTo>
                  <a:pt x="47" y="20"/>
                  <a:pt x="49" y="22"/>
                  <a:pt x="51" y="22"/>
                </a:cubicBezTo>
                <a:cubicBezTo>
                  <a:pt x="54" y="22"/>
                  <a:pt x="56" y="20"/>
                  <a:pt x="56" y="17"/>
                </a:cubicBezTo>
                <a:cubicBezTo>
                  <a:pt x="56" y="15"/>
                  <a:pt x="54" y="13"/>
                  <a:pt x="51" y="13"/>
                </a:cubicBezTo>
                <a:close/>
                <a:moveTo>
                  <a:pt x="59" y="30"/>
                </a:moveTo>
                <a:cubicBezTo>
                  <a:pt x="56" y="30"/>
                  <a:pt x="54" y="32"/>
                  <a:pt x="54" y="34"/>
                </a:cubicBezTo>
                <a:cubicBezTo>
                  <a:pt x="54" y="37"/>
                  <a:pt x="56" y="39"/>
                  <a:pt x="59" y="39"/>
                </a:cubicBezTo>
                <a:cubicBezTo>
                  <a:pt x="61" y="39"/>
                  <a:pt x="64" y="37"/>
                  <a:pt x="64" y="34"/>
                </a:cubicBezTo>
                <a:cubicBezTo>
                  <a:pt x="64" y="32"/>
                  <a:pt x="61" y="30"/>
                  <a:pt x="59" y="3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5" name="Freeform 42"/>
          <p:cNvSpPr/>
          <p:nvPr/>
        </p:nvSpPr>
        <p:spPr>
          <a:xfrm>
            <a:off x="8844120" y="530280"/>
            <a:ext cx="250560" cy="216000"/>
          </a:xfrm>
          <a:custGeom>
            <a:avLst/>
            <a:gdLst/>
            <a:ahLst/>
            <a:rect l="l" t="t" r="r" b="b"/>
            <a:pathLst>
              <a:path w="73" h="63">
                <a:moveTo>
                  <a:pt x="73" y="47"/>
                </a:moveTo>
                <a:cubicBezTo>
                  <a:pt x="73" y="50"/>
                  <a:pt x="70" y="53"/>
                  <a:pt x="67" y="53"/>
                </a:cubicBezTo>
                <a:cubicBezTo>
                  <a:pt x="46" y="53"/>
                  <a:pt x="46" y="53"/>
                  <a:pt x="46" y="53"/>
                </a:cubicBezTo>
                <a:cubicBezTo>
                  <a:pt x="46" y="56"/>
                  <a:pt x="48" y="59"/>
                  <a:pt x="48" y="60"/>
                </a:cubicBezTo>
                <a:cubicBezTo>
                  <a:pt x="48" y="62"/>
                  <a:pt x="47" y="63"/>
                  <a:pt x="46" y="63"/>
                </a:cubicBezTo>
                <a:cubicBezTo>
                  <a:pt x="26" y="63"/>
                  <a:pt x="26" y="63"/>
                  <a:pt x="26" y="63"/>
                </a:cubicBezTo>
                <a:cubicBezTo>
                  <a:pt x="25" y="63"/>
                  <a:pt x="24" y="62"/>
                  <a:pt x="24" y="60"/>
                </a:cubicBezTo>
                <a:cubicBezTo>
                  <a:pt x="24" y="59"/>
                  <a:pt x="26" y="56"/>
                  <a:pt x="26" y="53"/>
                </a:cubicBezTo>
                <a:cubicBezTo>
                  <a:pt x="6" y="53"/>
                  <a:pt x="6" y="53"/>
                  <a:pt x="6" y="53"/>
                </a:cubicBezTo>
                <a:cubicBezTo>
                  <a:pt x="2" y="53"/>
                  <a:pt x="0" y="50"/>
                  <a:pt x="0" y="47"/>
                </a:cubicBezTo>
                <a:cubicBezTo>
                  <a:pt x="0" y="6"/>
                  <a:pt x="0" y="6"/>
                  <a:pt x="0" y="6"/>
                </a:cubicBezTo>
                <a:cubicBezTo>
                  <a:pt x="0" y="2"/>
                  <a:pt x="2" y="0"/>
                  <a:pt x="6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70" y="0"/>
                  <a:pt x="73" y="2"/>
                  <a:pt x="73" y="6"/>
                </a:cubicBezTo>
                <a:lnTo>
                  <a:pt x="73" y="47"/>
                </a:lnTo>
                <a:close/>
                <a:moveTo>
                  <a:pt x="68" y="6"/>
                </a:moveTo>
                <a:cubicBezTo>
                  <a:pt x="68" y="5"/>
                  <a:pt x="67" y="5"/>
                  <a:pt x="67" y="5"/>
                </a:cubicBezTo>
                <a:cubicBezTo>
                  <a:pt x="6" y="5"/>
                  <a:pt x="6" y="5"/>
                  <a:pt x="6" y="5"/>
                </a:cubicBezTo>
                <a:cubicBezTo>
                  <a:pt x="5" y="5"/>
                  <a:pt x="5" y="5"/>
                  <a:pt x="5" y="6"/>
                </a:cubicBezTo>
                <a:cubicBezTo>
                  <a:pt x="5" y="37"/>
                  <a:pt x="5" y="37"/>
                  <a:pt x="5" y="37"/>
                </a:cubicBezTo>
                <a:cubicBezTo>
                  <a:pt x="5" y="38"/>
                  <a:pt x="5" y="39"/>
                  <a:pt x="6" y="39"/>
                </a:cubicBezTo>
                <a:cubicBezTo>
                  <a:pt x="67" y="39"/>
                  <a:pt x="67" y="39"/>
                  <a:pt x="67" y="39"/>
                </a:cubicBezTo>
                <a:cubicBezTo>
                  <a:pt x="67" y="39"/>
                  <a:pt x="68" y="38"/>
                  <a:pt x="68" y="37"/>
                </a:cubicBezTo>
                <a:lnTo>
                  <a:pt x="68" y="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6" name="Freeform 43"/>
          <p:cNvSpPr/>
          <p:nvPr/>
        </p:nvSpPr>
        <p:spPr>
          <a:xfrm>
            <a:off x="71280" y="932040"/>
            <a:ext cx="198720" cy="198360"/>
          </a:xfrm>
          <a:custGeom>
            <a:avLst/>
            <a:gdLst/>
            <a:ahLst/>
            <a:rect l="l" t="t" r="r" b="b"/>
            <a:pathLst>
              <a:path w="58" h="58">
                <a:moveTo>
                  <a:pt x="29" y="58"/>
                </a:moveTo>
                <a:cubicBezTo>
                  <a:pt x="13" y="58"/>
                  <a:pt x="0" y="45"/>
                  <a:pt x="0" y="29"/>
                </a:cubicBezTo>
                <a:cubicBezTo>
                  <a:pt x="0" y="13"/>
                  <a:pt x="13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45"/>
                  <a:pt x="45" y="58"/>
                  <a:pt x="29" y="58"/>
                </a:cubicBezTo>
                <a:close/>
                <a:moveTo>
                  <a:pt x="8" y="29"/>
                </a:moveTo>
                <a:cubicBezTo>
                  <a:pt x="8" y="40"/>
                  <a:pt x="18" y="49"/>
                  <a:pt x="29" y="49"/>
                </a:cubicBezTo>
                <a:cubicBezTo>
                  <a:pt x="40" y="49"/>
                  <a:pt x="50" y="40"/>
                  <a:pt x="50" y="29"/>
                </a:cubicBezTo>
                <a:cubicBezTo>
                  <a:pt x="50" y="17"/>
                  <a:pt x="40" y="8"/>
                  <a:pt x="29" y="8"/>
                </a:cubicBezTo>
                <a:cubicBezTo>
                  <a:pt x="18" y="8"/>
                  <a:pt x="8" y="17"/>
                  <a:pt x="8" y="29"/>
                </a:cubicBezTo>
                <a:close/>
                <a:moveTo>
                  <a:pt x="29" y="38"/>
                </a:moveTo>
                <a:cubicBezTo>
                  <a:pt x="24" y="38"/>
                  <a:pt x="19" y="34"/>
                  <a:pt x="19" y="29"/>
                </a:cubicBezTo>
                <a:cubicBezTo>
                  <a:pt x="19" y="23"/>
                  <a:pt x="24" y="19"/>
                  <a:pt x="29" y="19"/>
                </a:cubicBezTo>
                <a:cubicBezTo>
                  <a:pt x="34" y="19"/>
                  <a:pt x="39" y="23"/>
                  <a:pt x="39" y="29"/>
                </a:cubicBezTo>
                <a:cubicBezTo>
                  <a:pt x="39" y="34"/>
                  <a:pt x="34" y="38"/>
                  <a:pt x="29" y="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7" name="Freeform 44"/>
          <p:cNvSpPr/>
          <p:nvPr/>
        </p:nvSpPr>
        <p:spPr>
          <a:xfrm>
            <a:off x="493560" y="914400"/>
            <a:ext cx="200160" cy="230040"/>
          </a:xfrm>
          <a:custGeom>
            <a:avLst/>
            <a:gdLst/>
            <a:ahLst/>
            <a:rect l="l" t="t" r="r" b="b"/>
            <a:pathLst>
              <a:path w="58" h="67">
                <a:moveTo>
                  <a:pt x="29" y="67"/>
                </a:moveTo>
                <a:cubicBezTo>
                  <a:pt x="14" y="67"/>
                  <a:pt x="0" y="55"/>
                  <a:pt x="0" y="38"/>
                </a:cubicBezTo>
                <a:cubicBezTo>
                  <a:pt x="0" y="22"/>
                  <a:pt x="13" y="14"/>
                  <a:pt x="15" y="13"/>
                </a:cubicBezTo>
                <a:cubicBezTo>
                  <a:pt x="18" y="11"/>
                  <a:pt x="20" y="10"/>
                  <a:pt x="23" y="8"/>
                </a:cubicBezTo>
                <a:cubicBezTo>
                  <a:pt x="25" y="7"/>
                  <a:pt x="26" y="5"/>
                  <a:pt x="27" y="0"/>
                </a:cubicBezTo>
                <a:cubicBezTo>
                  <a:pt x="29" y="3"/>
                  <a:pt x="32" y="6"/>
                  <a:pt x="34" y="8"/>
                </a:cubicBezTo>
                <a:cubicBezTo>
                  <a:pt x="37" y="10"/>
                  <a:pt x="40" y="11"/>
                  <a:pt x="43" y="13"/>
                </a:cubicBezTo>
                <a:cubicBezTo>
                  <a:pt x="45" y="14"/>
                  <a:pt x="58" y="22"/>
                  <a:pt x="58" y="39"/>
                </a:cubicBezTo>
                <a:cubicBezTo>
                  <a:pt x="58" y="56"/>
                  <a:pt x="45" y="67"/>
                  <a:pt x="29" y="67"/>
                </a:cubicBezTo>
                <a:close/>
                <a:moveTo>
                  <a:pt x="52" y="40"/>
                </a:moveTo>
                <a:cubicBezTo>
                  <a:pt x="49" y="40"/>
                  <a:pt x="43" y="46"/>
                  <a:pt x="40" y="46"/>
                </a:cubicBezTo>
                <a:cubicBezTo>
                  <a:pt x="36" y="46"/>
                  <a:pt x="31" y="38"/>
                  <a:pt x="23" y="39"/>
                </a:cubicBezTo>
                <a:cubicBezTo>
                  <a:pt x="17" y="39"/>
                  <a:pt x="12" y="43"/>
                  <a:pt x="12" y="48"/>
                </a:cubicBezTo>
                <a:cubicBezTo>
                  <a:pt x="12" y="51"/>
                  <a:pt x="13" y="53"/>
                  <a:pt x="15" y="55"/>
                </a:cubicBezTo>
                <a:cubicBezTo>
                  <a:pt x="17" y="55"/>
                  <a:pt x="18" y="56"/>
                  <a:pt x="22" y="56"/>
                </a:cubicBezTo>
                <a:cubicBezTo>
                  <a:pt x="28" y="56"/>
                  <a:pt x="36" y="48"/>
                  <a:pt x="40" y="48"/>
                </a:cubicBezTo>
                <a:cubicBezTo>
                  <a:pt x="43" y="48"/>
                  <a:pt x="47" y="55"/>
                  <a:pt x="50" y="56"/>
                </a:cubicBezTo>
                <a:cubicBezTo>
                  <a:pt x="51" y="56"/>
                  <a:pt x="52" y="55"/>
                  <a:pt x="54" y="53"/>
                </a:cubicBezTo>
                <a:cubicBezTo>
                  <a:pt x="55" y="50"/>
                  <a:pt x="56" y="47"/>
                  <a:pt x="56" y="45"/>
                </a:cubicBezTo>
                <a:cubicBezTo>
                  <a:pt x="56" y="43"/>
                  <a:pt x="55" y="40"/>
                  <a:pt x="52" y="40"/>
                </a:cubicBezTo>
                <a:close/>
                <a:moveTo>
                  <a:pt x="43" y="60"/>
                </a:moveTo>
                <a:cubicBezTo>
                  <a:pt x="42" y="61"/>
                  <a:pt x="39" y="62"/>
                  <a:pt x="35" y="62"/>
                </a:cubicBezTo>
                <a:cubicBezTo>
                  <a:pt x="31" y="62"/>
                  <a:pt x="29" y="61"/>
                  <a:pt x="28" y="60"/>
                </a:cubicBezTo>
                <a:cubicBezTo>
                  <a:pt x="27" y="60"/>
                  <a:pt x="27" y="60"/>
                  <a:pt x="27" y="60"/>
                </a:cubicBezTo>
                <a:cubicBezTo>
                  <a:pt x="27" y="60"/>
                  <a:pt x="26" y="60"/>
                  <a:pt x="26" y="60"/>
                </a:cubicBezTo>
                <a:cubicBezTo>
                  <a:pt x="26" y="61"/>
                  <a:pt x="26" y="61"/>
                  <a:pt x="26" y="62"/>
                </a:cubicBezTo>
                <a:cubicBezTo>
                  <a:pt x="29" y="64"/>
                  <a:pt x="34" y="64"/>
                  <a:pt x="37" y="64"/>
                </a:cubicBezTo>
                <a:cubicBezTo>
                  <a:pt x="41" y="63"/>
                  <a:pt x="43" y="61"/>
                  <a:pt x="44" y="61"/>
                </a:cubicBezTo>
                <a:cubicBezTo>
                  <a:pt x="44" y="61"/>
                  <a:pt x="44" y="60"/>
                  <a:pt x="44" y="60"/>
                </a:cubicBezTo>
                <a:cubicBezTo>
                  <a:pt x="44" y="60"/>
                  <a:pt x="44" y="59"/>
                  <a:pt x="43" y="60"/>
                </a:cubicBezTo>
                <a:close/>
                <a:moveTo>
                  <a:pt x="41" y="53"/>
                </a:moveTo>
                <a:cubicBezTo>
                  <a:pt x="40" y="53"/>
                  <a:pt x="39" y="53"/>
                  <a:pt x="38" y="53"/>
                </a:cubicBezTo>
                <a:cubicBezTo>
                  <a:pt x="37" y="53"/>
                  <a:pt x="37" y="53"/>
                  <a:pt x="36" y="53"/>
                </a:cubicBezTo>
                <a:cubicBezTo>
                  <a:pt x="34" y="53"/>
                  <a:pt x="33" y="55"/>
                  <a:pt x="33" y="55"/>
                </a:cubicBezTo>
                <a:cubicBezTo>
                  <a:pt x="32" y="56"/>
                  <a:pt x="32" y="56"/>
                  <a:pt x="32" y="57"/>
                </a:cubicBezTo>
                <a:cubicBezTo>
                  <a:pt x="32" y="57"/>
                  <a:pt x="33" y="57"/>
                  <a:pt x="34" y="56"/>
                </a:cubicBezTo>
                <a:cubicBezTo>
                  <a:pt x="35" y="55"/>
                  <a:pt x="36" y="54"/>
                  <a:pt x="38" y="54"/>
                </a:cubicBezTo>
                <a:cubicBezTo>
                  <a:pt x="40" y="54"/>
                  <a:pt x="41" y="55"/>
                  <a:pt x="41" y="56"/>
                </a:cubicBezTo>
                <a:cubicBezTo>
                  <a:pt x="42" y="57"/>
                  <a:pt x="42" y="57"/>
                  <a:pt x="42" y="57"/>
                </a:cubicBezTo>
                <a:cubicBezTo>
                  <a:pt x="43" y="57"/>
                  <a:pt x="43" y="56"/>
                  <a:pt x="43" y="56"/>
                </a:cubicBezTo>
                <a:cubicBezTo>
                  <a:pt x="42" y="55"/>
                  <a:pt x="42" y="54"/>
                  <a:pt x="41" y="5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8" name="Freeform 45"/>
          <p:cNvSpPr/>
          <p:nvPr/>
        </p:nvSpPr>
        <p:spPr>
          <a:xfrm>
            <a:off x="1066680" y="942840"/>
            <a:ext cx="47880" cy="181080"/>
          </a:xfrm>
          <a:custGeom>
            <a:avLst/>
            <a:gdLst/>
            <a:ahLst/>
            <a:rect l="l" t="t" r="r" b="b"/>
            <a:pathLst>
              <a:path w="14" h="53">
                <a:moveTo>
                  <a:pt x="14" y="10"/>
                </a:moveTo>
                <a:cubicBezTo>
                  <a:pt x="14" y="12"/>
                  <a:pt x="13" y="14"/>
                  <a:pt x="11" y="1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4"/>
                  <a:pt x="0" y="12"/>
                  <a:pt x="0" y="10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3" y="0"/>
                  <a:pt x="14" y="1"/>
                  <a:pt x="14" y="3"/>
                </a:cubicBezTo>
                <a:lnTo>
                  <a:pt x="14" y="10"/>
                </a:lnTo>
                <a:close/>
                <a:moveTo>
                  <a:pt x="14" y="30"/>
                </a:moveTo>
                <a:cubicBezTo>
                  <a:pt x="14" y="32"/>
                  <a:pt x="13" y="34"/>
                  <a:pt x="11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1" y="34"/>
                  <a:pt x="0" y="32"/>
                  <a:pt x="0" y="30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1" y="19"/>
                  <a:pt x="3" y="19"/>
                </a:cubicBezTo>
                <a:cubicBezTo>
                  <a:pt x="11" y="19"/>
                  <a:pt x="11" y="19"/>
                  <a:pt x="11" y="19"/>
                </a:cubicBezTo>
                <a:cubicBezTo>
                  <a:pt x="13" y="19"/>
                  <a:pt x="14" y="21"/>
                  <a:pt x="14" y="23"/>
                </a:cubicBezTo>
                <a:lnTo>
                  <a:pt x="14" y="30"/>
                </a:lnTo>
                <a:close/>
                <a:moveTo>
                  <a:pt x="14" y="49"/>
                </a:moveTo>
                <a:cubicBezTo>
                  <a:pt x="14" y="51"/>
                  <a:pt x="13" y="53"/>
                  <a:pt x="11" y="53"/>
                </a:cubicBezTo>
                <a:cubicBezTo>
                  <a:pt x="3" y="53"/>
                  <a:pt x="3" y="53"/>
                  <a:pt x="3" y="53"/>
                </a:cubicBezTo>
                <a:cubicBezTo>
                  <a:pt x="1" y="53"/>
                  <a:pt x="0" y="51"/>
                  <a:pt x="0" y="49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0"/>
                  <a:pt x="1" y="38"/>
                  <a:pt x="3" y="38"/>
                </a:cubicBezTo>
                <a:cubicBezTo>
                  <a:pt x="11" y="38"/>
                  <a:pt x="11" y="38"/>
                  <a:pt x="11" y="38"/>
                </a:cubicBezTo>
                <a:cubicBezTo>
                  <a:pt x="13" y="38"/>
                  <a:pt x="14" y="40"/>
                  <a:pt x="14" y="42"/>
                </a:cubicBezTo>
                <a:lnTo>
                  <a:pt x="14" y="4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9" name="Freeform 46"/>
          <p:cNvSpPr/>
          <p:nvPr/>
        </p:nvSpPr>
        <p:spPr>
          <a:xfrm>
            <a:off x="1482840" y="932040"/>
            <a:ext cx="199800" cy="198360"/>
          </a:xfrm>
          <a:custGeom>
            <a:avLst/>
            <a:gdLst/>
            <a:ahLst/>
            <a:rect l="l" t="t" r="r" b="b"/>
            <a:pathLst>
              <a:path w="58" h="58">
                <a:moveTo>
                  <a:pt x="58" y="10"/>
                </a:moveTo>
                <a:cubicBezTo>
                  <a:pt x="58" y="47"/>
                  <a:pt x="58" y="47"/>
                  <a:pt x="58" y="47"/>
                </a:cubicBezTo>
                <a:cubicBezTo>
                  <a:pt x="58" y="53"/>
                  <a:pt x="53" y="58"/>
                  <a:pt x="47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53" y="0"/>
                  <a:pt x="58" y="4"/>
                  <a:pt x="58" y="10"/>
                </a:cubicBezTo>
                <a:close/>
                <a:moveTo>
                  <a:pt x="45" y="14"/>
                </a:moveTo>
                <a:cubicBezTo>
                  <a:pt x="13" y="14"/>
                  <a:pt x="13" y="14"/>
                  <a:pt x="13" y="14"/>
                </a:cubicBezTo>
                <a:cubicBezTo>
                  <a:pt x="11" y="14"/>
                  <a:pt x="9" y="16"/>
                  <a:pt x="9" y="18"/>
                </a:cubicBezTo>
                <a:cubicBezTo>
                  <a:pt x="9" y="20"/>
                  <a:pt x="12" y="22"/>
                  <a:pt x="13" y="23"/>
                </a:cubicBezTo>
                <a:cubicBezTo>
                  <a:pt x="17" y="25"/>
                  <a:pt x="20" y="27"/>
                  <a:pt x="23" y="30"/>
                </a:cubicBezTo>
                <a:cubicBezTo>
                  <a:pt x="25" y="31"/>
                  <a:pt x="27" y="32"/>
                  <a:pt x="29" y="32"/>
                </a:cubicBezTo>
                <a:cubicBezTo>
                  <a:pt x="31" y="32"/>
                  <a:pt x="33" y="31"/>
                  <a:pt x="34" y="30"/>
                </a:cubicBezTo>
                <a:cubicBezTo>
                  <a:pt x="38" y="27"/>
                  <a:pt x="41" y="25"/>
                  <a:pt x="45" y="23"/>
                </a:cubicBezTo>
                <a:cubicBezTo>
                  <a:pt x="46" y="22"/>
                  <a:pt x="48" y="20"/>
                  <a:pt x="48" y="18"/>
                </a:cubicBezTo>
                <a:cubicBezTo>
                  <a:pt x="48" y="16"/>
                  <a:pt x="47" y="14"/>
                  <a:pt x="45" y="14"/>
                </a:cubicBezTo>
                <a:close/>
                <a:moveTo>
                  <a:pt x="48" y="23"/>
                </a:moveTo>
                <a:cubicBezTo>
                  <a:pt x="48" y="24"/>
                  <a:pt x="47" y="25"/>
                  <a:pt x="46" y="25"/>
                </a:cubicBezTo>
                <a:cubicBezTo>
                  <a:pt x="42" y="28"/>
                  <a:pt x="39" y="30"/>
                  <a:pt x="35" y="32"/>
                </a:cubicBezTo>
                <a:cubicBezTo>
                  <a:pt x="33" y="33"/>
                  <a:pt x="31" y="35"/>
                  <a:pt x="29" y="35"/>
                </a:cubicBezTo>
                <a:cubicBezTo>
                  <a:pt x="27" y="35"/>
                  <a:pt x="24" y="33"/>
                  <a:pt x="23" y="32"/>
                </a:cubicBezTo>
                <a:cubicBezTo>
                  <a:pt x="19" y="30"/>
                  <a:pt x="15" y="28"/>
                  <a:pt x="12" y="25"/>
                </a:cubicBezTo>
                <a:cubicBezTo>
                  <a:pt x="11" y="25"/>
                  <a:pt x="10" y="24"/>
                  <a:pt x="9" y="23"/>
                </a:cubicBezTo>
                <a:cubicBezTo>
                  <a:pt x="9" y="40"/>
                  <a:pt x="9" y="40"/>
                  <a:pt x="9" y="40"/>
                </a:cubicBezTo>
                <a:cubicBezTo>
                  <a:pt x="9" y="42"/>
                  <a:pt x="11" y="43"/>
                  <a:pt x="13" y="43"/>
                </a:cubicBezTo>
                <a:cubicBezTo>
                  <a:pt x="45" y="43"/>
                  <a:pt x="45" y="43"/>
                  <a:pt x="45" y="43"/>
                </a:cubicBezTo>
                <a:cubicBezTo>
                  <a:pt x="47" y="43"/>
                  <a:pt x="48" y="42"/>
                  <a:pt x="48" y="40"/>
                </a:cubicBezTo>
                <a:lnTo>
                  <a:pt x="48" y="2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0" name="Freeform 47"/>
          <p:cNvSpPr/>
          <p:nvPr/>
        </p:nvSpPr>
        <p:spPr>
          <a:xfrm>
            <a:off x="1976400" y="952560"/>
            <a:ext cx="233280" cy="174600"/>
          </a:xfrm>
          <a:custGeom>
            <a:avLst/>
            <a:gdLst/>
            <a:ahLst/>
            <a:rect l="l" t="t" r="r" b="b"/>
            <a:pathLst>
              <a:path w="68" h="51">
                <a:moveTo>
                  <a:pt x="68" y="14"/>
                </a:moveTo>
                <a:cubicBezTo>
                  <a:pt x="56" y="26"/>
                  <a:pt x="56" y="26"/>
                  <a:pt x="56" y="26"/>
                </a:cubicBezTo>
                <a:cubicBezTo>
                  <a:pt x="56" y="26"/>
                  <a:pt x="55" y="26"/>
                  <a:pt x="55" y="26"/>
                </a:cubicBezTo>
                <a:cubicBezTo>
                  <a:pt x="54" y="26"/>
                  <a:pt x="54" y="26"/>
                  <a:pt x="54" y="25"/>
                </a:cubicBezTo>
                <a:cubicBezTo>
                  <a:pt x="54" y="18"/>
                  <a:pt x="54" y="18"/>
                  <a:pt x="54" y="18"/>
                </a:cubicBezTo>
                <a:cubicBezTo>
                  <a:pt x="2" y="18"/>
                  <a:pt x="2" y="18"/>
                  <a:pt x="2" y="18"/>
                </a:cubicBezTo>
                <a:cubicBezTo>
                  <a:pt x="1" y="18"/>
                  <a:pt x="0" y="17"/>
                  <a:pt x="0" y="17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cubicBezTo>
                  <a:pt x="54" y="8"/>
                  <a:pt x="54" y="8"/>
                  <a:pt x="54" y="8"/>
                </a:cubicBezTo>
                <a:cubicBezTo>
                  <a:pt x="54" y="1"/>
                  <a:pt x="54" y="1"/>
                  <a:pt x="54" y="1"/>
                </a:cubicBezTo>
                <a:cubicBezTo>
                  <a:pt x="54" y="0"/>
                  <a:pt x="54" y="0"/>
                  <a:pt x="55" y="0"/>
                </a:cubicBezTo>
                <a:cubicBezTo>
                  <a:pt x="55" y="0"/>
                  <a:pt x="56" y="0"/>
                  <a:pt x="56" y="0"/>
                </a:cubicBezTo>
                <a:cubicBezTo>
                  <a:pt x="68" y="12"/>
                  <a:pt x="68" y="12"/>
                  <a:pt x="68" y="12"/>
                </a:cubicBezTo>
                <a:cubicBezTo>
                  <a:pt x="68" y="12"/>
                  <a:pt x="68" y="13"/>
                  <a:pt x="68" y="13"/>
                </a:cubicBezTo>
                <a:cubicBezTo>
                  <a:pt x="68" y="13"/>
                  <a:pt x="68" y="14"/>
                  <a:pt x="68" y="14"/>
                </a:cubicBezTo>
                <a:close/>
                <a:moveTo>
                  <a:pt x="68" y="41"/>
                </a:moveTo>
                <a:cubicBezTo>
                  <a:pt x="68" y="42"/>
                  <a:pt x="68" y="42"/>
                  <a:pt x="67" y="42"/>
                </a:cubicBezTo>
                <a:cubicBezTo>
                  <a:pt x="15" y="42"/>
                  <a:pt x="15" y="42"/>
                  <a:pt x="15" y="42"/>
                </a:cubicBezTo>
                <a:cubicBezTo>
                  <a:pt x="15" y="49"/>
                  <a:pt x="15" y="49"/>
                  <a:pt x="15" y="49"/>
                </a:cubicBezTo>
                <a:cubicBezTo>
                  <a:pt x="15" y="50"/>
                  <a:pt x="14" y="51"/>
                  <a:pt x="14" y="51"/>
                </a:cubicBezTo>
                <a:cubicBezTo>
                  <a:pt x="13" y="51"/>
                  <a:pt x="13" y="50"/>
                  <a:pt x="13" y="50"/>
                </a:cubicBezTo>
                <a:cubicBezTo>
                  <a:pt x="1" y="38"/>
                  <a:pt x="1" y="38"/>
                  <a:pt x="1" y="38"/>
                </a:cubicBezTo>
                <a:cubicBezTo>
                  <a:pt x="1" y="38"/>
                  <a:pt x="0" y="38"/>
                  <a:pt x="0" y="37"/>
                </a:cubicBezTo>
                <a:cubicBezTo>
                  <a:pt x="0" y="37"/>
                  <a:pt x="1" y="37"/>
                  <a:pt x="1" y="36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3" y="24"/>
                  <a:pt x="14" y="24"/>
                </a:cubicBezTo>
                <a:cubicBezTo>
                  <a:pt x="14" y="24"/>
                  <a:pt x="15" y="24"/>
                  <a:pt x="15" y="25"/>
                </a:cubicBezTo>
                <a:cubicBezTo>
                  <a:pt x="15" y="32"/>
                  <a:pt x="15" y="32"/>
                  <a:pt x="15" y="32"/>
                </a:cubicBezTo>
                <a:cubicBezTo>
                  <a:pt x="67" y="32"/>
                  <a:pt x="67" y="32"/>
                  <a:pt x="67" y="32"/>
                </a:cubicBezTo>
                <a:cubicBezTo>
                  <a:pt x="68" y="32"/>
                  <a:pt x="68" y="33"/>
                  <a:pt x="68" y="34"/>
                </a:cubicBezTo>
                <a:lnTo>
                  <a:pt x="68" y="4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1" name="Freeform 48"/>
          <p:cNvSpPr/>
          <p:nvPr/>
        </p:nvSpPr>
        <p:spPr>
          <a:xfrm>
            <a:off x="2471760" y="932040"/>
            <a:ext cx="201600" cy="198360"/>
          </a:xfrm>
          <a:custGeom>
            <a:avLst/>
            <a:gdLst/>
            <a:ahLst/>
            <a:rect l="l" t="t" r="r" b="b"/>
            <a:pathLst>
              <a:path w="59" h="58">
                <a:moveTo>
                  <a:pt x="29" y="36"/>
                </a:moveTo>
                <a:cubicBezTo>
                  <a:pt x="16" y="48"/>
                  <a:pt x="16" y="48"/>
                  <a:pt x="16" y="48"/>
                </a:cubicBezTo>
                <a:cubicBezTo>
                  <a:pt x="22" y="54"/>
                  <a:pt x="22" y="54"/>
                  <a:pt x="22" y="54"/>
                </a:cubicBezTo>
                <a:cubicBezTo>
                  <a:pt x="22" y="54"/>
                  <a:pt x="22" y="55"/>
                  <a:pt x="22" y="55"/>
                </a:cubicBezTo>
                <a:cubicBezTo>
                  <a:pt x="22" y="57"/>
                  <a:pt x="21" y="58"/>
                  <a:pt x="20" y="58"/>
                </a:cubicBezTo>
                <a:cubicBezTo>
                  <a:pt x="3" y="58"/>
                  <a:pt x="3" y="58"/>
                  <a:pt x="3" y="58"/>
                </a:cubicBezTo>
                <a:cubicBezTo>
                  <a:pt x="2" y="58"/>
                  <a:pt x="0" y="57"/>
                  <a:pt x="0" y="55"/>
                </a:cubicBezTo>
                <a:cubicBezTo>
                  <a:pt x="0" y="38"/>
                  <a:pt x="0" y="38"/>
                  <a:pt x="0" y="38"/>
                </a:cubicBezTo>
                <a:cubicBezTo>
                  <a:pt x="0" y="37"/>
                  <a:pt x="2" y="36"/>
                  <a:pt x="3" y="36"/>
                </a:cubicBezTo>
                <a:cubicBezTo>
                  <a:pt x="4" y="36"/>
                  <a:pt x="4" y="36"/>
                  <a:pt x="5" y="37"/>
                </a:cubicBezTo>
                <a:cubicBezTo>
                  <a:pt x="10" y="42"/>
                  <a:pt x="10" y="42"/>
                  <a:pt x="10" y="42"/>
                </a:cubicBezTo>
                <a:cubicBezTo>
                  <a:pt x="23" y="30"/>
                  <a:pt x="23" y="30"/>
                  <a:pt x="23" y="30"/>
                </a:cubicBezTo>
                <a:cubicBezTo>
                  <a:pt x="23" y="29"/>
                  <a:pt x="23" y="29"/>
                  <a:pt x="24" y="29"/>
                </a:cubicBezTo>
                <a:cubicBezTo>
                  <a:pt x="24" y="29"/>
                  <a:pt x="24" y="29"/>
                  <a:pt x="24" y="30"/>
                </a:cubicBezTo>
                <a:cubicBezTo>
                  <a:pt x="29" y="34"/>
                  <a:pt x="29" y="34"/>
                  <a:pt x="29" y="34"/>
                </a:cubicBezTo>
                <a:cubicBezTo>
                  <a:pt x="29" y="34"/>
                  <a:pt x="29" y="34"/>
                  <a:pt x="29" y="35"/>
                </a:cubicBezTo>
                <a:cubicBezTo>
                  <a:pt x="29" y="35"/>
                  <a:pt x="29" y="35"/>
                  <a:pt x="29" y="36"/>
                </a:cubicBezTo>
                <a:close/>
                <a:moveTo>
                  <a:pt x="59" y="19"/>
                </a:moveTo>
                <a:cubicBezTo>
                  <a:pt x="59" y="20"/>
                  <a:pt x="58" y="21"/>
                  <a:pt x="56" y="21"/>
                </a:cubicBezTo>
                <a:cubicBezTo>
                  <a:pt x="56" y="21"/>
                  <a:pt x="55" y="21"/>
                  <a:pt x="55" y="21"/>
                </a:cubicBezTo>
                <a:cubicBezTo>
                  <a:pt x="49" y="15"/>
                  <a:pt x="49" y="15"/>
                  <a:pt x="49" y="15"/>
                </a:cubicBezTo>
                <a:cubicBezTo>
                  <a:pt x="37" y="28"/>
                  <a:pt x="37" y="28"/>
                  <a:pt x="37" y="28"/>
                </a:cubicBezTo>
                <a:cubicBezTo>
                  <a:pt x="36" y="28"/>
                  <a:pt x="36" y="28"/>
                  <a:pt x="36" y="28"/>
                </a:cubicBezTo>
                <a:cubicBezTo>
                  <a:pt x="35" y="28"/>
                  <a:pt x="35" y="28"/>
                  <a:pt x="35" y="28"/>
                </a:cubicBezTo>
                <a:cubicBezTo>
                  <a:pt x="30" y="24"/>
                  <a:pt x="30" y="24"/>
                  <a:pt x="30" y="24"/>
                </a:cubicBezTo>
                <a:cubicBezTo>
                  <a:pt x="30" y="23"/>
                  <a:pt x="30" y="23"/>
                  <a:pt x="30" y="23"/>
                </a:cubicBezTo>
                <a:cubicBezTo>
                  <a:pt x="30" y="22"/>
                  <a:pt x="30" y="22"/>
                  <a:pt x="30" y="22"/>
                </a:cubicBezTo>
                <a:cubicBezTo>
                  <a:pt x="43" y="9"/>
                  <a:pt x="43" y="9"/>
                  <a:pt x="43" y="9"/>
                </a:cubicBezTo>
                <a:cubicBezTo>
                  <a:pt x="38" y="4"/>
                  <a:pt x="38" y="4"/>
                  <a:pt x="38" y="4"/>
                </a:cubicBezTo>
                <a:cubicBezTo>
                  <a:pt x="37" y="3"/>
                  <a:pt x="37" y="3"/>
                  <a:pt x="37" y="2"/>
                </a:cubicBezTo>
                <a:cubicBezTo>
                  <a:pt x="37" y="1"/>
                  <a:pt x="38" y="0"/>
                  <a:pt x="39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8" y="0"/>
                  <a:pt x="59" y="1"/>
                  <a:pt x="59" y="2"/>
                </a:cubicBezTo>
                <a:lnTo>
                  <a:pt x="59" y="1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2" name="Freeform 49"/>
          <p:cNvSpPr/>
          <p:nvPr/>
        </p:nvSpPr>
        <p:spPr>
          <a:xfrm>
            <a:off x="2965320" y="952560"/>
            <a:ext cx="233640" cy="174600"/>
          </a:xfrm>
          <a:custGeom>
            <a:avLst/>
            <a:gdLst/>
            <a:ahLst/>
            <a:rect l="l" t="t" r="r" b="b"/>
            <a:pathLst>
              <a:path w="68" h="51">
                <a:moveTo>
                  <a:pt x="50" y="4"/>
                </a:moveTo>
                <a:cubicBezTo>
                  <a:pt x="42" y="18"/>
                  <a:pt x="34" y="32"/>
                  <a:pt x="26" y="47"/>
                </a:cubicBezTo>
                <a:cubicBezTo>
                  <a:pt x="24" y="50"/>
                  <a:pt x="24" y="50"/>
                  <a:pt x="24" y="50"/>
                </a:cubicBezTo>
                <a:cubicBezTo>
                  <a:pt x="24" y="50"/>
                  <a:pt x="24" y="51"/>
                  <a:pt x="23" y="51"/>
                </a:cubicBezTo>
                <a:cubicBezTo>
                  <a:pt x="22" y="51"/>
                  <a:pt x="19" y="48"/>
                  <a:pt x="18" y="48"/>
                </a:cubicBezTo>
                <a:cubicBezTo>
                  <a:pt x="18" y="48"/>
                  <a:pt x="17" y="47"/>
                  <a:pt x="17" y="47"/>
                </a:cubicBezTo>
                <a:cubicBezTo>
                  <a:pt x="17" y="46"/>
                  <a:pt x="19" y="44"/>
                  <a:pt x="19" y="44"/>
                </a:cubicBezTo>
                <a:cubicBezTo>
                  <a:pt x="12" y="40"/>
                  <a:pt x="6" y="35"/>
                  <a:pt x="1" y="28"/>
                </a:cubicBezTo>
                <a:cubicBezTo>
                  <a:pt x="1" y="27"/>
                  <a:pt x="0" y="26"/>
                  <a:pt x="0" y="25"/>
                </a:cubicBezTo>
                <a:cubicBezTo>
                  <a:pt x="0" y="24"/>
                  <a:pt x="1" y="23"/>
                  <a:pt x="1" y="23"/>
                </a:cubicBezTo>
                <a:cubicBezTo>
                  <a:pt x="9" y="11"/>
                  <a:pt x="20" y="3"/>
                  <a:pt x="34" y="3"/>
                </a:cubicBezTo>
                <a:cubicBezTo>
                  <a:pt x="37" y="3"/>
                  <a:pt x="39" y="3"/>
                  <a:pt x="41" y="4"/>
                </a:cubicBezTo>
                <a:cubicBezTo>
                  <a:pt x="43" y="0"/>
                  <a:pt x="43" y="0"/>
                  <a:pt x="43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45" y="0"/>
                  <a:pt x="49" y="2"/>
                  <a:pt x="49" y="2"/>
                </a:cubicBezTo>
                <a:cubicBezTo>
                  <a:pt x="50" y="3"/>
                  <a:pt x="50" y="3"/>
                  <a:pt x="50" y="3"/>
                </a:cubicBezTo>
                <a:cubicBezTo>
                  <a:pt x="50" y="3"/>
                  <a:pt x="50" y="4"/>
                  <a:pt x="50" y="4"/>
                </a:cubicBezTo>
                <a:close/>
                <a:moveTo>
                  <a:pt x="24" y="34"/>
                </a:moveTo>
                <a:cubicBezTo>
                  <a:pt x="20" y="31"/>
                  <a:pt x="17" y="26"/>
                  <a:pt x="17" y="20"/>
                </a:cubicBezTo>
                <a:cubicBezTo>
                  <a:pt x="17" y="17"/>
                  <a:pt x="18" y="14"/>
                  <a:pt x="20" y="12"/>
                </a:cubicBezTo>
                <a:cubicBezTo>
                  <a:pt x="14" y="15"/>
                  <a:pt x="9" y="20"/>
                  <a:pt x="5" y="25"/>
                </a:cubicBezTo>
                <a:cubicBezTo>
                  <a:pt x="9" y="31"/>
                  <a:pt x="15" y="36"/>
                  <a:pt x="22" y="39"/>
                </a:cubicBezTo>
                <a:lnTo>
                  <a:pt x="24" y="34"/>
                </a:lnTo>
                <a:close/>
                <a:moveTo>
                  <a:pt x="34" y="9"/>
                </a:moveTo>
                <a:cubicBezTo>
                  <a:pt x="28" y="9"/>
                  <a:pt x="23" y="14"/>
                  <a:pt x="23" y="20"/>
                </a:cubicBezTo>
                <a:cubicBezTo>
                  <a:pt x="23" y="21"/>
                  <a:pt x="24" y="22"/>
                  <a:pt x="25" y="22"/>
                </a:cubicBezTo>
                <a:cubicBezTo>
                  <a:pt x="26" y="22"/>
                  <a:pt x="27" y="21"/>
                  <a:pt x="27" y="20"/>
                </a:cubicBezTo>
                <a:cubicBezTo>
                  <a:pt x="27" y="16"/>
                  <a:pt x="30" y="12"/>
                  <a:pt x="34" y="12"/>
                </a:cubicBezTo>
                <a:cubicBezTo>
                  <a:pt x="35" y="12"/>
                  <a:pt x="36" y="12"/>
                  <a:pt x="36" y="11"/>
                </a:cubicBezTo>
                <a:cubicBezTo>
                  <a:pt x="36" y="10"/>
                  <a:pt x="35" y="9"/>
                  <a:pt x="34" y="9"/>
                </a:cubicBezTo>
                <a:close/>
                <a:moveTo>
                  <a:pt x="68" y="28"/>
                </a:moveTo>
                <a:cubicBezTo>
                  <a:pt x="67" y="30"/>
                  <a:pt x="65" y="32"/>
                  <a:pt x="64" y="33"/>
                </a:cubicBezTo>
                <a:cubicBezTo>
                  <a:pt x="56" y="42"/>
                  <a:pt x="46" y="47"/>
                  <a:pt x="34" y="47"/>
                </a:cubicBezTo>
                <a:cubicBezTo>
                  <a:pt x="37" y="42"/>
                  <a:pt x="37" y="42"/>
                  <a:pt x="37" y="42"/>
                </a:cubicBezTo>
                <a:cubicBezTo>
                  <a:pt x="48" y="41"/>
                  <a:pt x="58" y="34"/>
                  <a:pt x="64" y="25"/>
                </a:cubicBezTo>
                <a:cubicBezTo>
                  <a:pt x="61" y="21"/>
                  <a:pt x="57" y="17"/>
                  <a:pt x="53" y="14"/>
                </a:cubicBezTo>
                <a:cubicBezTo>
                  <a:pt x="55" y="10"/>
                  <a:pt x="55" y="10"/>
                  <a:pt x="55" y="10"/>
                </a:cubicBezTo>
                <a:cubicBezTo>
                  <a:pt x="60" y="13"/>
                  <a:pt x="65" y="18"/>
                  <a:pt x="68" y="23"/>
                </a:cubicBezTo>
                <a:cubicBezTo>
                  <a:pt x="68" y="23"/>
                  <a:pt x="68" y="24"/>
                  <a:pt x="68" y="25"/>
                </a:cubicBezTo>
                <a:cubicBezTo>
                  <a:pt x="68" y="26"/>
                  <a:pt x="68" y="27"/>
                  <a:pt x="68" y="28"/>
                </a:cubicBezTo>
                <a:close/>
                <a:moveTo>
                  <a:pt x="41" y="36"/>
                </a:moveTo>
                <a:cubicBezTo>
                  <a:pt x="51" y="17"/>
                  <a:pt x="51" y="17"/>
                  <a:pt x="51" y="17"/>
                </a:cubicBezTo>
                <a:cubicBezTo>
                  <a:pt x="51" y="18"/>
                  <a:pt x="51" y="19"/>
                  <a:pt x="51" y="20"/>
                </a:cubicBezTo>
                <a:cubicBezTo>
                  <a:pt x="51" y="27"/>
                  <a:pt x="47" y="34"/>
                  <a:pt x="41" y="3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3" name="Freeform 50"/>
          <p:cNvSpPr/>
          <p:nvPr/>
        </p:nvSpPr>
        <p:spPr>
          <a:xfrm>
            <a:off x="3460680" y="928800"/>
            <a:ext cx="233280" cy="201600"/>
          </a:xfrm>
          <a:custGeom>
            <a:avLst/>
            <a:gdLst/>
            <a:ahLst/>
            <a:rect l="l" t="t" r="r" b="b"/>
            <a:pathLst>
              <a:path w="68" h="59">
                <a:moveTo>
                  <a:pt x="68" y="2"/>
                </a:moveTo>
                <a:cubicBezTo>
                  <a:pt x="68" y="58"/>
                  <a:pt x="68" y="58"/>
                  <a:pt x="68" y="58"/>
                </a:cubicBezTo>
                <a:cubicBezTo>
                  <a:pt x="68" y="59"/>
                  <a:pt x="68" y="59"/>
                  <a:pt x="67" y="58"/>
                </a:cubicBezTo>
                <a:cubicBezTo>
                  <a:pt x="40" y="31"/>
                  <a:pt x="40" y="31"/>
                  <a:pt x="40" y="31"/>
                </a:cubicBezTo>
                <a:cubicBezTo>
                  <a:pt x="40" y="31"/>
                  <a:pt x="39" y="31"/>
                  <a:pt x="39" y="31"/>
                </a:cubicBezTo>
                <a:cubicBezTo>
                  <a:pt x="39" y="58"/>
                  <a:pt x="39" y="58"/>
                  <a:pt x="39" y="58"/>
                </a:cubicBezTo>
                <a:cubicBezTo>
                  <a:pt x="39" y="59"/>
                  <a:pt x="39" y="59"/>
                  <a:pt x="38" y="58"/>
                </a:cubicBezTo>
                <a:cubicBezTo>
                  <a:pt x="11" y="31"/>
                  <a:pt x="11" y="31"/>
                  <a:pt x="11" y="31"/>
                </a:cubicBezTo>
                <a:cubicBezTo>
                  <a:pt x="10" y="31"/>
                  <a:pt x="10" y="31"/>
                  <a:pt x="10" y="31"/>
                </a:cubicBezTo>
                <a:cubicBezTo>
                  <a:pt x="10" y="56"/>
                  <a:pt x="10" y="56"/>
                  <a:pt x="10" y="56"/>
                </a:cubicBezTo>
                <a:cubicBezTo>
                  <a:pt x="10" y="58"/>
                  <a:pt x="9" y="59"/>
                  <a:pt x="8" y="59"/>
                </a:cubicBezTo>
                <a:cubicBezTo>
                  <a:pt x="3" y="59"/>
                  <a:pt x="3" y="59"/>
                  <a:pt x="3" y="59"/>
                </a:cubicBezTo>
                <a:cubicBezTo>
                  <a:pt x="2" y="59"/>
                  <a:pt x="0" y="58"/>
                  <a:pt x="0" y="56"/>
                </a:cubicBezTo>
                <a:cubicBezTo>
                  <a:pt x="0" y="3"/>
                  <a:pt x="0" y="3"/>
                  <a:pt x="0" y="3"/>
                </a:cubicBezTo>
                <a:cubicBezTo>
                  <a:pt x="0" y="2"/>
                  <a:pt x="2" y="1"/>
                  <a:pt x="3" y="1"/>
                </a:cubicBezTo>
                <a:cubicBezTo>
                  <a:pt x="8" y="1"/>
                  <a:pt x="8" y="1"/>
                  <a:pt x="8" y="1"/>
                </a:cubicBezTo>
                <a:cubicBezTo>
                  <a:pt x="9" y="1"/>
                  <a:pt x="10" y="2"/>
                  <a:pt x="10" y="3"/>
                </a:cubicBezTo>
                <a:cubicBezTo>
                  <a:pt x="10" y="29"/>
                  <a:pt x="10" y="29"/>
                  <a:pt x="10" y="29"/>
                </a:cubicBezTo>
                <a:cubicBezTo>
                  <a:pt x="10" y="28"/>
                  <a:pt x="10" y="28"/>
                  <a:pt x="11" y="28"/>
                </a:cubicBezTo>
                <a:cubicBezTo>
                  <a:pt x="38" y="1"/>
                  <a:pt x="38" y="1"/>
                  <a:pt x="38" y="1"/>
                </a:cubicBezTo>
                <a:cubicBezTo>
                  <a:pt x="39" y="0"/>
                  <a:pt x="39" y="0"/>
                  <a:pt x="39" y="2"/>
                </a:cubicBezTo>
                <a:cubicBezTo>
                  <a:pt x="39" y="29"/>
                  <a:pt x="39" y="29"/>
                  <a:pt x="39" y="29"/>
                </a:cubicBezTo>
                <a:cubicBezTo>
                  <a:pt x="39" y="28"/>
                  <a:pt x="40" y="28"/>
                  <a:pt x="40" y="28"/>
                </a:cubicBezTo>
                <a:cubicBezTo>
                  <a:pt x="67" y="1"/>
                  <a:pt x="67" y="1"/>
                  <a:pt x="67" y="1"/>
                </a:cubicBezTo>
                <a:cubicBezTo>
                  <a:pt x="68" y="0"/>
                  <a:pt x="68" y="0"/>
                  <a:pt x="68" y="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4" name="Freeform 51"/>
          <p:cNvSpPr/>
          <p:nvPr/>
        </p:nvSpPr>
        <p:spPr>
          <a:xfrm>
            <a:off x="3954600" y="961920"/>
            <a:ext cx="250560" cy="150840"/>
          </a:xfrm>
          <a:custGeom>
            <a:avLst/>
            <a:gdLst/>
            <a:ahLst/>
            <a:rect l="l" t="t" r="r" b="b"/>
            <a:pathLst>
              <a:path w="73" h="44">
                <a:moveTo>
                  <a:pt x="62" y="26"/>
                </a:moveTo>
                <a:cubicBezTo>
                  <a:pt x="49" y="27"/>
                  <a:pt x="49" y="27"/>
                  <a:pt x="49" y="27"/>
                </a:cubicBezTo>
                <a:cubicBezTo>
                  <a:pt x="41" y="29"/>
                  <a:pt x="41" y="29"/>
                  <a:pt x="41" y="29"/>
                </a:cubicBezTo>
                <a:cubicBezTo>
                  <a:pt x="38" y="29"/>
                  <a:pt x="38" y="29"/>
                  <a:pt x="38" y="29"/>
                </a:cubicBezTo>
                <a:cubicBezTo>
                  <a:pt x="27" y="43"/>
                  <a:pt x="27" y="43"/>
                  <a:pt x="27" y="43"/>
                </a:cubicBezTo>
                <a:cubicBezTo>
                  <a:pt x="30" y="43"/>
                  <a:pt x="30" y="43"/>
                  <a:pt x="30" y="43"/>
                </a:cubicBezTo>
                <a:cubicBezTo>
                  <a:pt x="31" y="43"/>
                  <a:pt x="32" y="43"/>
                  <a:pt x="32" y="43"/>
                </a:cubicBezTo>
                <a:cubicBezTo>
                  <a:pt x="32" y="44"/>
                  <a:pt x="31" y="44"/>
                  <a:pt x="30" y="44"/>
                </a:cubicBezTo>
                <a:cubicBezTo>
                  <a:pt x="26" y="44"/>
                  <a:pt x="26" y="44"/>
                  <a:pt x="26" y="44"/>
                </a:cubicBezTo>
                <a:cubicBezTo>
                  <a:pt x="20" y="44"/>
                  <a:pt x="20" y="44"/>
                  <a:pt x="20" y="44"/>
                </a:cubicBezTo>
                <a:cubicBezTo>
                  <a:pt x="17" y="44"/>
                  <a:pt x="17" y="44"/>
                  <a:pt x="17" y="44"/>
                </a:cubicBezTo>
                <a:cubicBezTo>
                  <a:pt x="17" y="43"/>
                  <a:pt x="17" y="43"/>
                  <a:pt x="17" y="43"/>
                </a:cubicBezTo>
                <a:cubicBezTo>
                  <a:pt x="20" y="43"/>
                  <a:pt x="20" y="43"/>
                  <a:pt x="20" y="43"/>
                </a:cubicBezTo>
                <a:cubicBezTo>
                  <a:pt x="20" y="27"/>
                  <a:pt x="20" y="27"/>
                  <a:pt x="20" y="27"/>
                </a:cubicBezTo>
                <a:cubicBezTo>
                  <a:pt x="14" y="27"/>
                  <a:pt x="14" y="27"/>
                  <a:pt x="14" y="27"/>
                </a:cubicBezTo>
                <a:cubicBezTo>
                  <a:pt x="7" y="35"/>
                  <a:pt x="7" y="35"/>
                  <a:pt x="7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2" y="34"/>
                  <a:pt x="2" y="34"/>
                  <a:pt x="2" y="34"/>
                </a:cubicBezTo>
                <a:cubicBezTo>
                  <a:pt x="2" y="27"/>
                  <a:pt x="2" y="27"/>
                  <a:pt x="2" y="27"/>
                </a:cubicBezTo>
                <a:cubicBezTo>
                  <a:pt x="3" y="27"/>
                  <a:pt x="3" y="27"/>
                  <a:pt x="3" y="27"/>
                </a:cubicBezTo>
                <a:cubicBezTo>
                  <a:pt x="3" y="26"/>
                  <a:pt x="3" y="26"/>
                  <a:pt x="3" y="26"/>
                </a:cubicBezTo>
                <a:cubicBezTo>
                  <a:pt x="8" y="26"/>
                  <a:pt x="8" y="26"/>
                  <a:pt x="8" y="26"/>
                </a:cubicBezTo>
                <a:cubicBezTo>
                  <a:pt x="8" y="25"/>
                  <a:pt x="8" y="25"/>
                  <a:pt x="8" y="25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0"/>
                  <a:pt x="0" y="20"/>
                  <a:pt x="0" y="20"/>
                </a:cubicBezTo>
                <a:cubicBezTo>
                  <a:pt x="8" y="19"/>
                  <a:pt x="8" y="19"/>
                  <a:pt x="8" y="19"/>
                </a:cubicBezTo>
                <a:cubicBezTo>
                  <a:pt x="8" y="18"/>
                  <a:pt x="8" y="18"/>
                  <a:pt x="8" y="18"/>
                </a:cubicBezTo>
                <a:cubicBezTo>
                  <a:pt x="3" y="18"/>
                  <a:pt x="3" y="18"/>
                  <a:pt x="3" y="18"/>
                </a:cubicBezTo>
                <a:cubicBezTo>
                  <a:pt x="3" y="17"/>
                  <a:pt x="3" y="17"/>
                  <a:pt x="3" y="17"/>
                </a:cubicBezTo>
                <a:cubicBezTo>
                  <a:pt x="2" y="17"/>
                  <a:pt x="2" y="17"/>
                  <a:pt x="2" y="17"/>
                </a:cubicBezTo>
                <a:cubicBezTo>
                  <a:pt x="2" y="10"/>
                  <a:pt x="2" y="10"/>
                  <a:pt x="2" y="10"/>
                </a:cubicBezTo>
                <a:cubicBezTo>
                  <a:pt x="3" y="9"/>
                  <a:pt x="3" y="9"/>
                  <a:pt x="3" y="9"/>
                </a:cubicBezTo>
                <a:cubicBezTo>
                  <a:pt x="7" y="9"/>
                  <a:pt x="7" y="9"/>
                  <a:pt x="7" y="9"/>
                </a:cubicBezTo>
                <a:cubicBezTo>
                  <a:pt x="14" y="17"/>
                  <a:pt x="14" y="17"/>
                  <a:pt x="14" y="17"/>
                </a:cubicBezTo>
                <a:cubicBezTo>
                  <a:pt x="20" y="17"/>
                  <a:pt x="20" y="17"/>
                  <a:pt x="20" y="17"/>
                </a:cubicBezTo>
                <a:cubicBezTo>
                  <a:pt x="20" y="1"/>
                  <a:pt x="20" y="1"/>
                  <a:pt x="20" y="1"/>
                </a:cubicBezTo>
                <a:cubicBezTo>
                  <a:pt x="17" y="1"/>
                  <a:pt x="17" y="1"/>
                  <a:pt x="17" y="1"/>
                </a:cubicBezTo>
                <a:cubicBezTo>
                  <a:pt x="17" y="0"/>
                  <a:pt x="17" y="0"/>
                  <a:pt x="17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1" y="0"/>
                  <a:pt x="32" y="1"/>
                  <a:pt x="32" y="1"/>
                </a:cubicBezTo>
                <a:cubicBezTo>
                  <a:pt x="32" y="1"/>
                  <a:pt x="31" y="1"/>
                  <a:pt x="30" y="1"/>
                </a:cubicBezTo>
                <a:cubicBezTo>
                  <a:pt x="27" y="1"/>
                  <a:pt x="27" y="1"/>
                  <a:pt x="27" y="1"/>
                </a:cubicBezTo>
                <a:cubicBezTo>
                  <a:pt x="38" y="15"/>
                  <a:pt x="38" y="15"/>
                  <a:pt x="38" y="15"/>
                </a:cubicBezTo>
                <a:cubicBezTo>
                  <a:pt x="41" y="15"/>
                  <a:pt x="41" y="15"/>
                  <a:pt x="41" y="15"/>
                </a:cubicBezTo>
                <a:cubicBezTo>
                  <a:pt x="49" y="17"/>
                  <a:pt x="49" y="17"/>
                  <a:pt x="49" y="17"/>
                </a:cubicBezTo>
                <a:cubicBezTo>
                  <a:pt x="62" y="18"/>
                  <a:pt x="62" y="18"/>
                  <a:pt x="62" y="18"/>
                </a:cubicBezTo>
                <a:cubicBezTo>
                  <a:pt x="73" y="21"/>
                  <a:pt x="73" y="22"/>
                  <a:pt x="73" y="22"/>
                </a:cubicBezTo>
                <a:cubicBezTo>
                  <a:pt x="73" y="22"/>
                  <a:pt x="73" y="23"/>
                  <a:pt x="62" y="2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5" name="Freeform 52"/>
          <p:cNvSpPr/>
          <p:nvPr/>
        </p:nvSpPr>
        <p:spPr>
          <a:xfrm>
            <a:off x="4448160" y="914400"/>
            <a:ext cx="200160" cy="233280"/>
          </a:xfrm>
          <a:custGeom>
            <a:avLst/>
            <a:gdLst/>
            <a:ahLst/>
            <a:rect l="l" t="t" r="r" b="b"/>
            <a:pathLst>
              <a:path w="58" h="68">
                <a:moveTo>
                  <a:pt x="58" y="20"/>
                </a:moveTo>
                <a:cubicBezTo>
                  <a:pt x="58" y="64"/>
                  <a:pt x="58" y="64"/>
                  <a:pt x="58" y="64"/>
                </a:cubicBezTo>
                <a:cubicBezTo>
                  <a:pt x="58" y="66"/>
                  <a:pt x="56" y="68"/>
                  <a:pt x="54" y="68"/>
                </a:cubicBezTo>
                <a:cubicBezTo>
                  <a:pt x="3" y="68"/>
                  <a:pt x="3" y="68"/>
                  <a:pt x="3" y="68"/>
                </a:cubicBezTo>
                <a:cubicBezTo>
                  <a:pt x="1" y="68"/>
                  <a:pt x="0" y="66"/>
                  <a:pt x="0" y="64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9" y="0"/>
                  <a:pt x="42" y="1"/>
                  <a:pt x="44" y="2"/>
                </a:cubicBezTo>
                <a:cubicBezTo>
                  <a:pt x="55" y="14"/>
                  <a:pt x="55" y="14"/>
                  <a:pt x="55" y="14"/>
                </a:cubicBezTo>
                <a:cubicBezTo>
                  <a:pt x="57" y="16"/>
                  <a:pt x="58" y="18"/>
                  <a:pt x="58" y="20"/>
                </a:cubicBezTo>
                <a:close/>
                <a:moveTo>
                  <a:pt x="53" y="24"/>
                </a:moveTo>
                <a:cubicBezTo>
                  <a:pt x="37" y="24"/>
                  <a:pt x="37" y="24"/>
                  <a:pt x="37" y="24"/>
                </a:cubicBezTo>
                <a:cubicBezTo>
                  <a:pt x="35" y="24"/>
                  <a:pt x="34" y="22"/>
                  <a:pt x="34" y="20"/>
                </a:cubicBezTo>
                <a:cubicBezTo>
                  <a:pt x="34" y="5"/>
                  <a:pt x="34" y="5"/>
                  <a:pt x="34" y="5"/>
                </a:cubicBezTo>
                <a:cubicBezTo>
                  <a:pt x="5" y="5"/>
                  <a:pt x="5" y="5"/>
                  <a:pt x="5" y="5"/>
                </a:cubicBezTo>
                <a:cubicBezTo>
                  <a:pt x="5" y="63"/>
                  <a:pt x="5" y="63"/>
                  <a:pt x="5" y="63"/>
                </a:cubicBezTo>
                <a:cubicBezTo>
                  <a:pt x="53" y="63"/>
                  <a:pt x="53" y="63"/>
                  <a:pt x="53" y="63"/>
                </a:cubicBezTo>
                <a:lnTo>
                  <a:pt x="53" y="24"/>
                </a:lnTo>
                <a:close/>
                <a:moveTo>
                  <a:pt x="20" y="29"/>
                </a:moveTo>
                <a:cubicBezTo>
                  <a:pt x="22" y="30"/>
                  <a:pt x="22" y="30"/>
                  <a:pt x="22" y="30"/>
                </a:cubicBezTo>
                <a:cubicBezTo>
                  <a:pt x="22" y="30"/>
                  <a:pt x="22" y="31"/>
                  <a:pt x="22" y="32"/>
                </a:cubicBezTo>
                <a:cubicBezTo>
                  <a:pt x="15" y="41"/>
                  <a:pt x="15" y="41"/>
                  <a:pt x="15" y="41"/>
                </a:cubicBezTo>
                <a:cubicBezTo>
                  <a:pt x="22" y="50"/>
                  <a:pt x="22" y="50"/>
                  <a:pt x="22" y="50"/>
                </a:cubicBezTo>
                <a:cubicBezTo>
                  <a:pt x="22" y="51"/>
                  <a:pt x="22" y="52"/>
                  <a:pt x="22" y="52"/>
                </a:cubicBezTo>
                <a:cubicBezTo>
                  <a:pt x="20" y="53"/>
                  <a:pt x="20" y="53"/>
                  <a:pt x="20" y="53"/>
                </a:cubicBezTo>
                <a:cubicBezTo>
                  <a:pt x="19" y="54"/>
                  <a:pt x="18" y="54"/>
                  <a:pt x="18" y="53"/>
                </a:cubicBezTo>
                <a:cubicBezTo>
                  <a:pt x="9" y="42"/>
                  <a:pt x="9" y="42"/>
                  <a:pt x="9" y="42"/>
                </a:cubicBezTo>
                <a:cubicBezTo>
                  <a:pt x="9" y="41"/>
                  <a:pt x="9" y="41"/>
                  <a:pt x="9" y="40"/>
                </a:cubicBezTo>
                <a:cubicBezTo>
                  <a:pt x="18" y="29"/>
                  <a:pt x="18" y="29"/>
                  <a:pt x="18" y="29"/>
                </a:cubicBezTo>
                <a:cubicBezTo>
                  <a:pt x="18" y="28"/>
                  <a:pt x="19" y="28"/>
                  <a:pt x="20" y="29"/>
                </a:cubicBezTo>
                <a:close/>
                <a:moveTo>
                  <a:pt x="24" y="56"/>
                </a:moveTo>
                <a:cubicBezTo>
                  <a:pt x="29" y="25"/>
                  <a:pt x="29" y="25"/>
                  <a:pt x="29" y="25"/>
                </a:cubicBezTo>
                <a:cubicBezTo>
                  <a:pt x="29" y="24"/>
                  <a:pt x="30" y="24"/>
                  <a:pt x="31" y="24"/>
                </a:cubicBezTo>
                <a:cubicBezTo>
                  <a:pt x="33" y="24"/>
                  <a:pt x="33" y="24"/>
                  <a:pt x="33" y="24"/>
                </a:cubicBezTo>
                <a:cubicBezTo>
                  <a:pt x="34" y="24"/>
                  <a:pt x="34" y="25"/>
                  <a:pt x="34" y="26"/>
                </a:cubicBezTo>
                <a:cubicBezTo>
                  <a:pt x="29" y="57"/>
                  <a:pt x="29" y="57"/>
                  <a:pt x="29" y="57"/>
                </a:cubicBezTo>
                <a:cubicBezTo>
                  <a:pt x="29" y="58"/>
                  <a:pt x="28" y="58"/>
                  <a:pt x="27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4" y="58"/>
                  <a:pt x="24" y="57"/>
                  <a:pt x="24" y="56"/>
                </a:cubicBezTo>
                <a:close/>
                <a:moveTo>
                  <a:pt x="48" y="42"/>
                </a:moveTo>
                <a:cubicBezTo>
                  <a:pt x="40" y="53"/>
                  <a:pt x="40" y="53"/>
                  <a:pt x="40" y="53"/>
                </a:cubicBezTo>
                <a:cubicBezTo>
                  <a:pt x="39" y="54"/>
                  <a:pt x="39" y="54"/>
                  <a:pt x="38" y="53"/>
                </a:cubicBezTo>
                <a:cubicBezTo>
                  <a:pt x="36" y="52"/>
                  <a:pt x="36" y="52"/>
                  <a:pt x="36" y="52"/>
                </a:cubicBezTo>
                <a:cubicBezTo>
                  <a:pt x="36" y="52"/>
                  <a:pt x="36" y="51"/>
                  <a:pt x="36" y="50"/>
                </a:cubicBezTo>
                <a:cubicBezTo>
                  <a:pt x="43" y="41"/>
                  <a:pt x="43" y="41"/>
                  <a:pt x="43" y="41"/>
                </a:cubicBezTo>
                <a:cubicBezTo>
                  <a:pt x="36" y="32"/>
                  <a:pt x="36" y="32"/>
                  <a:pt x="36" y="32"/>
                </a:cubicBezTo>
                <a:cubicBezTo>
                  <a:pt x="36" y="31"/>
                  <a:pt x="36" y="30"/>
                  <a:pt x="36" y="30"/>
                </a:cubicBezTo>
                <a:cubicBezTo>
                  <a:pt x="38" y="29"/>
                  <a:pt x="38" y="29"/>
                  <a:pt x="38" y="29"/>
                </a:cubicBezTo>
                <a:cubicBezTo>
                  <a:pt x="39" y="28"/>
                  <a:pt x="39" y="28"/>
                  <a:pt x="40" y="29"/>
                </a:cubicBezTo>
                <a:cubicBezTo>
                  <a:pt x="48" y="40"/>
                  <a:pt x="48" y="40"/>
                  <a:pt x="48" y="40"/>
                </a:cubicBezTo>
                <a:cubicBezTo>
                  <a:pt x="49" y="41"/>
                  <a:pt x="49" y="41"/>
                  <a:pt x="48" y="42"/>
                </a:cubicBezTo>
                <a:close/>
                <a:moveTo>
                  <a:pt x="39" y="19"/>
                </a:moveTo>
                <a:cubicBezTo>
                  <a:pt x="53" y="19"/>
                  <a:pt x="53" y="19"/>
                  <a:pt x="53" y="19"/>
                </a:cubicBezTo>
                <a:cubicBezTo>
                  <a:pt x="53" y="18"/>
                  <a:pt x="52" y="18"/>
                  <a:pt x="52" y="18"/>
                </a:cubicBezTo>
                <a:cubicBezTo>
                  <a:pt x="40" y="6"/>
                  <a:pt x="40" y="6"/>
                  <a:pt x="40" y="6"/>
                </a:cubicBezTo>
                <a:cubicBezTo>
                  <a:pt x="40" y="5"/>
                  <a:pt x="39" y="5"/>
                  <a:pt x="39" y="5"/>
                </a:cubicBezTo>
                <a:lnTo>
                  <a:pt x="39" y="1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6" name="Freeform 53"/>
          <p:cNvSpPr/>
          <p:nvPr/>
        </p:nvSpPr>
        <p:spPr>
          <a:xfrm>
            <a:off x="4943520" y="914400"/>
            <a:ext cx="201600" cy="233280"/>
          </a:xfrm>
          <a:custGeom>
            <a:avLst/>
            <a:gdLst/>
            <a:ahLst/>
            <a:rect l="l" t="t" r="r" b="b"/>
            <a:pathLst>
              <a:path w="59" h="68">
                <a:moveTo>
                  <a:pt x="59" y="20"/>
                </a:moveTo>
                <a:cubicBezTo>
                  <a:pt x="59" y="64"/>
                  <a:pt x="59" y="64"/>
                  <a:pt x="59" y="64"/>
                </a:cubicBezTo>
                <a:cubicBezTo>
                  <a:pt x="59" y="66"/>
                  <a:pt x="57" y="68"/>
                  <a:pt x="55" y="68"/>
                </a:cubicBezTo>
                <a:cubicBezTo>
                  <a:pt x="4" y="68"/>
                  <a:pt x="4" y="68"/>
                  <a:pt x="4" y="68"/>
                </a:cubicBezTo>
                <a:cubicBezTo>
                  <a:pt x="2" y="68"/>
                  <a:pt x="0" y="66"/>
                  <a:pt x="0" y="64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2" y="0"/>
                  <a:pt x="4" y="0"/>
                </a:cubicBezTo>
                <a:cubicBezTo>
                  <a:pt x="38" y="0"/>
                  <a:pt x="38" y="0"/>
                  <a:pt x="38" y="0"/>
                </a:cubicBezTo>
                <a:cubicBezTo>
                  <a:pt x="40" y="0"/>
                  <a:pt x="43" y="1"/>
                  <a:pt x="44" y="2"/>
                </a:cubicBezTo>
                <a:cubicBezTo>
                  <a:pt x="56" y="14"/>
                  <a:pt x="56" y="14"/>
                  <a:pt x="56" y="14"/>
                </a:cubicBezTo>
                <a:cubicBezTo>
                  <a:pt x="58" y="16"/>
                  <a:pt x="59" y="18"/>
                  <a:pt x="59" y="20"/>
                </a:cubicBezTo>
                <a:close/>
                <a:moveTo>
                  <a:pt x="54" y="24"/>
                </a:moveTo>
                <a:cubicBezTo>
                  <a:pt x="38" y="24"/>
                  <a:pt x="38" y="24"/>
                  <a:pt x="38" y="24"/>
                </a:cubicBezTo>
                <a:cubicBezTo>
                  <a:pt x="36" y="24"/>
                  <a:pt x="34" y="22"/>
                  <a:pt x="34" y="20"/>
                </a:cubicBezTo>
                <a:cubicBezTo>
                  <a:pt x="34" y="5"/>
                  <a:pt x="34" y="5"/>
                  <a:pt x="34" y="5"/>
                </a:cubicBezTo>
                <a:cubicBezTo>
                  <a:pt x="5" y="5"/>
                  <a:pt x="5" y="5"/>
                  <a:pt x="5" y="5"/>
                </a:cubicBezTo>
                <a:cubicBezTo>
                  <a:pt x="5" y="63"/>
                  <a:pt x="5" y="63"/>
                  <a:pt x="5" y="63"/>
                </a:cubicBezTo>
                <a:cubicBezTo>
                  <a:pt x="54" y="63"/>
                  <a:pt x="54" y="63"/>
                  <a:pt x="54" y="63"/>
                </a:cubicBezTo>
                <a:lnTo>
                  <a:pt x="54" y="24"/>
                </a:lnTo>
                <a:close/>
                <a:moveTo>
                  <a:pt x="39" y="19"/>
                </a:moveTo>
                <a:cubicBezTo>
                  <a:pt x="54" y="19"/>
                  <a:pt x="54" y="19"/>
                  <a:pt x="54" y="19"/>
                </a:cubicBezTo>
                <a:cubicBezTo>
                  <a:pt x="53" y="18"/>
                  <a:pt x="53" y="18"/>
                  <a:pt x="53" y="18"/>
                </a:cubicBezTo>
                <a:cubicBezTo>
                  <a:pt x="41" y="6"/>
                  <a:pt x="41" y="6"/>
                  <a:pt x="41" y="6"/>
                </a:cubicBezTo>
                <a:cubicBezTo>
                  <a:pt x="41" y="5"/>
                  <a:pt x="40" y="5"/>
                  <a:pt x="39" y="5"/>
                </a:cubicBezTo>
                <a:lnTo>
                  <a:pt x="39" y="1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7" name="Freeform 54"/>
          <p:cNvSpPr/>
          <p:nvPr/>
        </p:nvSpPr>
        <p:spPr>
          <a:xfrm>
            <a:off x="5437080" y="914400"/>
            <a:ext cx="198720" cy="233280"/>
          </a:xfrm>
          <a:custGeom>
            <a:avLst/>
            <a:gdLst/>
            <a:ahLst/>
            <a:rect l="l" t="t" r="r" b="b"/>
            <a:pathLst>
              <a:path w="58" h="68">
                <a:moveTo>
                  <a:pt x="58" y="20"/>
                </a:moveTo>
                <a:cubicBezTo>
                  <a:pt x="58" y="64"/>
                  <a:pt x="58" y="64"/>
                  <a:pt x="58" y="64"/>
                </a:cubicBezTo>
                <a:cubicBezTo>
                  <a:pt x="58" y="66"/>
                  <a:pt x="56" y="68"/>
                  <a:pt x="54" y="68"/>
                </a:cubicBezTo>
                <a:cubicBezTo>
                  <a:pt x="3" y="68"/>
                  <a:pt x="3" y="68"/>
                  <a:pt x="3" y="68"/>
                </a:cubicBezTo>
                <a:cubicBezTo>
                  <a:pt x="1" y="68"/>
                  <a:pt x="0" y="66"/>
                  <a:pt x="0" y="64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9" y="0"/>
                  <a:pt x="42" y="1"/>
                  <a:pt x="44" y="2"/>
                </a:cubicBezTo>
                <a:cubicBezTo>
                  <a:pt x="55" y="14"/>
                  <a:pt x="55" y="14"/>
                  <a:pt x="55" y="14"/>
                </a:cubicBezTo>
                <a:cubicBezTo>
                  <a:pt x="57" y="16"/>
                  <a:pt x="58" y="18"/>
                  <a:pt x="58" y="20"/>
                </a:cubicBezTo>
                <a:close/>
                <a:moveTo>
                  <a:pt x="53" y="24"/>
                </a:moveTo>
                <a:cubicBezTo>
                  <a:pt x="37" y="24"/>
                  <a:pt x="37" y="24"/>
                  <a:pt x="37" y="24"/>
                </a:cubicBezTo>
                <a:cubicBezTo>
                  <a:pt x="35" y="24"/>
                  <a:pt x="34" y="22"/>
                  <a:pt x="34" y="20"/>
                </a:cubicBezTo>
                <a:cubicBezTo>
                  <a:pt x="34" y="5"/>
                  <a:pt x="34" y="5"/>
                  <a:pt x="34" y="5"/>
                </a:cubicBezTo>
                <a:cubicBezTo>
                  <a:pt x="5" y="5"/>
                  <a:pt x="5" y="5"/>
                  <a:pt x="5" y="5"/>
                </a:cubicBezTo>
                <a:cubicBezTo>
                  <a:pt x="5" y="63"/>
                  <a:pt x="5" y="63"/>
                  <a:pt x="5" y="63"/>
                </a:cubicBezTo>
                <a:cubicBezTo>
                  <a:pt x="53" y="63"/>
                  <a:pt x="53" y="63"/>
                  <a:pt x="53" y="63"/>
                </a:cubicBezTo>
                <a:lnTo>
                  <a:pt x="53" y="24"/>
                </a:lnTo>
                <a:close/>
                <a:moveTo>
                  <a:pt x="16" y="58"/>
                </a:moveTo>
                <a:cubicBezTo>
                  <a:pt x="28" y="58"/>
                  <a:pt x="28" y="58"/>
                  <a:pt x="28" y="58"/>
                </a:cubicBezTo>
                <a:cubicBezTo>
                  <a:pt x="28" y="54"/>
                  <a:pt x="28" y="54"/>
                  <a:pt x="28" y="54"/>
                </a:cubicBezTo>
                <a:cubicBezTo>
                  <a:pt x="24" y="54"/>
                  <a:pt x="24" y="54"/>
                  <a:pt x="24" y="54"/>
                </a:cubicBezTo>
                <a:cubicBezTo>
                  <a:pt x="24" y="48"/>
                  <a:pt x="24" y="48"/>
                  <a:pt x="24" y="48"/>
                </a:cubicBezTo>
                <a:cubicBezTo>
                  <a:pt x="30" y="48"/>
                  <a:pt x="30" y="48"/>
                  <a:pt x="30" y="48"/>
                </a:cubicBezTo>
                <a:cubicBezTo>
                  <a:pt x="31" y="48"/>
                  <a:pt x="33" y="48"/>
                  <a:pt x="34" y="47"/>
                </a:cubicBezTo>
                <a:cubicBezTo>
                  <a:pt x="38" y="46"/>
                  <a:pt x="40" y="42"/>
                  <a:pt x="40" y="38"/>
                </a:cubicBezTo>
                <a:cubicBezTo>
                  <a:pt x="40" y="34"/>
                  <a:pt x="38" y="31"/>
                  <a:pt x="34" y="30"/>
                </a:cubicBezTo>
                <a:cubicBezTo>
                  <a:pt x="33" y="29"/>
                  <a:pt x="31" y="29"/>
                  <a:pt x="30" y="29"/>
                </a:cubicBezTo>
                <a:cubicBezTo>
                  <a:pt x="16" y="29"/>
                  <a:pt x="16" y="29"/>
                  <a:pt x="16" y="29"/>
                </a:cubicBezTo>
                <a:cubicBezTo>
                  <a:pt x="16" y="33"/>
                  <a:pt x="16" y="33"/>
                  <a:pt x="16" y="33"/>
                </a:cubicBezTo>
                <a:cubicBezTo>
                  <a:pt x="19" y="33"/>
                  <a:pt x="19" y="33"/>
                  <a:pt x="19" y="33"/>
                </a:cubicBezTo>
                <a:cubicBezTo>
                  <a:pt x="19" y="54"/>
                  <a:pt x="19" y="54"/>
                  <a:pt x="19" y="54"/>
                </a:cubicBezTo>
                <a:cubicBezTo>
                  <a:pt x="16" y="54"/>
                  <a:pt x="16" y="54"/>
                  <a:pt x="16" y="54"/>
                </a:cubicBezTo>
                <a:lnTo>
                  <a:pt x="16" y="58"/>
                </a:lnTo>
                <a:close/>
                <a:moveTo>
                  <a:pt x="24" y="43"/>
                </a:moveTo>
                <a:cubicBezTo>
                  <a:pt x="24" y="33"/>
                  <a:pt x="24" y="33"/>
                  <a:pt x="24" y="33"/>
                </a:cubicBezTo>
                <a:cubicBezTo>
                  <a:pt x="29" y="33"/>
                  <a:pt x="29" y="33"/>
                  <a:pt x="29" y="33"/>
                </a:cubicBezTo>
                <a:cubicBezTo>
                  <a:pt x="30" y="33"/>
                  <a:pt x="31" y="33"/>
                  <a:pt x="32" y="34"/>
                </a:cubicBezTo>
                <a:cubicBezTo>
                  <a:pt x="34" y="35"/>
                  <a:pt x="34" y="36"/>
                  <a:pt x="34" y="38"/>
                </a:cubicBezTo>
                <a:cubicBezTo>
                  <a:pt x="34" y="40"/>
                  <a:pt x="34" y="42"/>
                  <a:pt x="32" y="43"/>
                </a:cubicBezTo>
                <a:cubicBezTo>
                  <a:pt x="31" y="43"/>
                  <a:pt x="30" y="43"/>
                  <a:pt x="29" y="43"/>
                </a:cubicBezTo>
                <a:lnTo>
                  <a:pt x="24" y="43"/>
                </a:lnTo>
                <a:close/>
                <a:moveTo>
                  <a:pt x="39" y="19"/>
                </a:moveTo>
                <a:cubicBezTo>
                  <a:pt x="53" y="19"/>
                  <a:pt x="53" y="19"/>
                  <a:pt x="53" y="19"/>
                </a:cubicBezTo>
                <a:cubicBezTo>
                  <a:pt x="53" y="18"/>
                  <a:pt x="52" y="18"/>
                  <a:pt x="52" y="18"/>
                </a:cubicBezTo>
                <a:cubicBezTo>
                  <a:pt x="40" y="6"/>
                  <a:pt x="40" y="6"/>
                  <a:pt x="40" y="6"/>
                </a:cubicBezTo>
                <a:cubicBezTo>
                  <a:pt x="40" y="5"/>
                  <a:pt x="39" y="5"/>
                  <a:pt x="39" y="5"/>
                </a:cubicBezTo>
                <a:lnTo>
                  <a:pt x="39" y="1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8" name="Freeform 55"/>
          <p:cNvSpPr/>
          <p:nvPr/>
        </p:nvSpPr>
        <p:spPr>
          <a:xfrm>
            <a:off x="5931000" y="914400"/>
            <a:ext cx="199800" cy="233280"/>
          </a:xfrm>
          <a:custGeom>
            <a:avLst/>
            <a:gdLst/>
            <a:ahLst/>
            <a:rect l="l" t="t" r="r" b="b"/>
            <a:pathLst>
              <a:path w="58" h="68">
                <a:moveTo>
                  <a:pt x="58" y="20"/>
                </a:moveTo>
                <a:cubicBezTo>
                  <a:pt x="58" y="64"/>
                  <a:pt x="58" y="64"/>
                  <a:pt x="58" y="64"/>
                </a:cubicBezTo>
                <a:cubicBezTo>
                  <a:pt x="58" y="66"/>
                  <a:pt x="56" y="68"/>
                  <a:pt x="54" y="68"/>
                </a:cubicBezTo>
                <a:cubicBezTo>
                  <a:pt x="3" y="68"/>
                  <a:pt x="3" y="68"/>
                  <a:pt x="3" y="68"/>
                </a:cubicBezTo>
                <a:cubicBezTo>
                  <a:pt x="1" y="68"/>
                  <a:pt x="0" y="66"/>
                  <a:pt x="0" y="64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9" y="0"/>
                  <a:pt x="42" y="1"/>
                  <a:pt x="44" y="2"/>
                </a:cubicBezTo>
                <a:cubicBezTo>
                  <a:pt x="55" y="14"/>
                  <a:pt x="55" y="14"/>
                  <a:pt x="55" y="14"/>
                </a:cubicBezTo>
                <a:cubicBezTo>
                  <a:pt x="57" y="16"/>
                  <a:pt x="58" y="18"/>
                  <a:pt x="58" y="20"/>
                </a:cubicBezTo>
                <a:close/>
                <a:moveTo>
                  <a:pt x="53" y="24"/>
                </a:moveTo>
                <a:cubicBezTo>
                  <a:pt x="37" y="24"/>
                  <a:pt x="37" y="24"/>
                  <a:pt x="37" y="24"/>
                </a:cubicBezTo>
                <a:cubicBezTo>
                  <a:pt x="35" y="24"/>
                  <a:pt x="34" y="22"/>
                  <a:pt x="34" y="20"/>
                </a:cubicBezTo>
                <a:cubicBezTo>
                  <a:pt x="34" y="5"/>
                  <a:pt x="34" y="5"/>
                  <a:pt x="34" y="5"/>
                </a:cubicBezTo>
                <a:cubicBezTo>
                  <a:pt x="5" y="5"/>
                  <a:pt x="5" y="5"/>
                  <a:pt x="5" y="5"/>
                </a:cubicBezTo>
                <a:cubicBezTo>
                  <a:pt x="5" y="63"/>
                  <a:pt x="5" y="63"/>
                  <a:pt x="5" y="63"/>
                </a:cubicBezTo>
                <a:cubicBezTo>
                  <a:pt x="53" y="63"/>
                  <a:pt x="53" y="63"/>
                  <a:pt x="53" y="63"/>
                </a:cubicBezTo>
                <a:lnTo>
                  <a:pt x="53" y="24"/>
                </a:lnTo>
                <a:close/>
                <a:moveTo>
                  <a:pt x="34" y="34"/>
                </a:moveTo>
                <a:cubicBezTo>
                  <a:pt x="34" y="48"/>
                  <a:pt x="34" y="48"/>
                  <a:pt x="34" y="48"/>
                </a:cubicBezTo>
                <a:cubicBezTo>
                  <a:pt x="34" y="51"/>
                  <a:pt x="32" y="53"/>
                  <a:pt x="29" y="53"/>
                </a:cubicBezTo>
                <a:cubicBezTo>
                  <a:pt x="14" y="53"/>
                  <a:pt x="14" y="53"/>
                  <a:pt x="14" y="53"/>
                </a:cubicBezTo>
                <a:cubicBezTo>
                  <a:pt x="12" y="53"/>
                  <a:pt x="9" y="51"/>
                  <a:pt x="9" y="48"/>
                </a:cubicBezTo>
                <a:cubicBezTo>
                  <a:pt x="9" y="34"/>
                  <a:pt x="9" y="34"/>
                  <a:pt x="9" y="34"/>
                </a:cubicBezTo>
                <a:cubicBezTo>
                  <a:pt x="9" y="31"/>
                  <a:pt x="12" y="29"/>
                  <a:pt x="14" y="29"/>
                </a:cubicBezTo>
                <a:cubicBezTo>
                  <a:pt x="29" y="29"/>
                  <a:pt x="29" y="29"/>
                  <a:pt x="29" y="29"/>
                </a:cubicBezTo>
                <a:cubicBezTo>
                  <a:pt x="32" y="29"/>
                  <a:pt x="34" y="31"/>
                  <a:pt x="34" y="34"/>
                </a:cubicBezTo>
                <a:close/>
                <a:moveTo>
                  <a:pt x="48" y="30"/>
                </a:moveTo>
                <a:cubicBezTo>
                  <a:pt x="48" y="52"/>
                  <a:pt x="48" y="52"/>
                  <a:pt x="48" y="52"/>
                </a:cubicBezTo>
                <a:cubicBezTo>
                  <a:pt x="48" y="52"/>
                  <a:pt x="48" y="53"/>
                  <a:pt x="48" y="53"/>
                </a:cubicBezTo>
                <a:cubicBezTo>
                  <a:pt x="47" y="53"/>
                  <a:pt x="47" y="53"/>
                  <a:pt x="47" y="53"/>
                </a:cubicBezTo>
                <a:cubicBezTo>
                  <a:pt x="47" y="53"/>
                  <a:pt x="46" y="53"/>
                  <a:pt x="46" y="5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39"/>
                  <a:pt x="36" y="39"/>
                  <a:pt x="36" y="39"/>
                </a:cubicBezTo>
                <a:cubicBezTo>
                  <a:pt x="46" y="29"/>
                  <a:pt x="46" y="29"/>
                  <a:pt x="46" y="29"/>
                </a:cubicBezTo>
                <a:cubicBezTo>
                  <a:pt x="46" y="29"/>
                  <a:pt x="47" y="29"/>
                  <a:pt x="47" y="29"/>
                </a:cubicBezTo>
                <a:cubicBezTo>
                  <a:pt x="47" y="29"/>
                  <a:pt x="47" y="29"/>
                  <a:pt x="48" y="29"/>
                </a:cubicBezTo>
                <a:cubicBezTo>
                  <a:pt x="48" y="29"/>
                  <a:pt x="48" y="30"/>
                  <a:pt x="48" y="30"/>
                </a:cubicBezTo>
                <a:close/>
                <a:moveTo>
                  <a:pt x="39" y="19"/>
                </a:moveTo>
                <a:cubicBezTo>
                  <a:pt x="53" y="19"/>
                  <a:pt x="53" y="19"/>
                  <a:pt x="53" y="19"/>
                </a:cubicBezTo>
                <a:cubicBezTo>
                  <a:pt x="53" y="18"/>
                  <a:pt x="52" y="18"/>
                  <a:pt x="52" y="18"/>
                </a:cubicBezTo>
                <a:cubicBezTo>
                  <a:pt x="40" y="6"/>
                  <a:pt x="40" y="6"/>
                  <a:pt x="40" y="6"/>
                </a:cubicBezTo>
                <a:cubicBezTo>
                  <a:pt x="40" y="5"/>
                  <a:pt x="39" y="5"/>
                  <a:pt x="39" y="5"/>
                </a:cubicBezTo>
                <a:lnTo>
                  <a:pt x="39" y="1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9" name="Freeform 56"/>
          <p:cNvSpPr/>
          <p:nvPr/>
        </p:nvSpPr>
        <p:spPr>
          <a:xfrm>
            <a:off x="6426360" y="932040"/>
            <a:ext cx="249120" cy="215640"/>
          </a:xfrm>
          <a:custGeom>
            <a:avLst/>
            <a:gdLst/>
            <a:ahLst/>
            <a:rect l="l" t="t" r="r" b="b"/>
            <a:pathLst>
              <a:path w="73" h="63">
                <a:moveTo>
                  <a:pt x="73" y="57"/>
                </a:moveTo>
                <a:cubicBezTo>
                  <a:pt x="73" y="60"/>
                  <a:pt x="71" y="63"/>
                  <a:pt x="67" y="63"/>
                </a:cubicBezTo>
                <a:cubicBezTo>
                  <a:pt x="7" y="63"/>
                  <a:pt x="7" y="63"/>
                  <a:pt x="7" y="63"/>
                </a:cubicBezTo>
                <a:cubicBezTo>
                  <a:pt x="3" y="63"/>
                  <a:pt x="0" y="60"/>
                  <a:pt x="0" y="57"/>
                </a:cubicBezTo>
                <a:cubicBezTo>
                  <a:pt x="0" y="6"/>
                  <a:pt x="0" y="6"/>
                  <a:pt x="0" y="6"/>
                </a:cubicBezTo>
                <a:cubicBezTo>
                  <a:pt x="0" y="2"/>
                  <a:pt x="3" y="0"/>
                  <a:pt x="7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71" y="0"/>
                  <a:pt x="73" y="2"/>
                  <a:pt x="73" y="6"/>
                </a:cubicBezTo>
                <a:lnTo>
                  <a:pt x="73" y="57"/>
                </a:lnTo>
                <a:close/>
                <a:moveTo>
                  <a:pt x="15" y="7"/>
                </a:moveTo>
                <a:cubicBezTo>
                  <a:pt x="15" y="6"/>
                  <a:pt x="14" y="4"/>
                  <a:pt x="13" y="4"/>
                </a:cubicBezTo>
                <a:cubicBezTo>
                  <a:pt x="8" y="4"/>
                  <a:pt x="8" y="4"/>
                  <a:pt x="8" y="4"/>
                </a:cubicBezTo>
                <a:cubicBezTo>
                  <a:pt x="6" y="4"/>
                  <a:pt x="5" y="6"/>
                  <a:pt x="5" y="7"/>
                </a:cubicBezTo>
                <a:cubicBezTo>
                  <a:pt x="5" y="12"/>
                  <a:pt x="5" y="12"/>
                  <a:pt x="5" y="12"/>
                </a:cubicBezTo>
                <a:cubicBezTo>
                  <a:pt x="5" y="13"/>
                  <a:pt x="6" y="14"/>
                  <a:pt x="8" y="14"/>
                </a:cubicBezTo>
                <a:cubicBezTo>
                  <a:pt x="13" y="14"/>
                  <a:pt x="13" y="14"/>
                  <a:pt x="13" y="14"/>
                </a:cubicBezTo>
                <a:cubicBezTo>
                  <a:pt x="14" y="14"/>
                  <a:pt x="15" y="13"/>
                  <a:pt x="15" y="12"/>
                </a:cubicBezTo>
                <a:lnTo>
                  <a:pt x="15" y="7"/>
                </a:lnTo>
                <a:close/>
                <a:moveTo>
                  <a:pt x="15" y="21"/>
                </a:moveTo>
                <a:cubicBezTo>
                  <a:pt x="15" y="20"/>
                  <a:pt x="14" y="19"/>
                  <a:pt x="13" y="19"/>
                </a:cubicBezTo>
                <a:cubicBezTo>
                  <a:pt x="8" y="19"/>
                  <a:pt x="8" y="19"/>
                  <a:pt x="8" y="19"/>
                </a:cubicBezTo>
                <a:cubicBezTo>
                  <a:pt x="6" y="19"/>
                  <a:pt x="5" y="20"/>
                  <a:pt x="5" y="21"/>
                </a:cubicBezTo>
                <a:cubicBezTo>
                  <a:pt x="5" y="26"/>
                  <a:pt x="5" y="26"/>
                  <a:pt x="5" y="26"/>
                </a:cubicBezTo>
                <a:cubicBezTo>
                  <a:pt x="5" y="28"/>
                  <a:pt x="6" y="29"/>
                  <a:pt x="8" y="29"/>
                </a:cubicBezTo>
                <a:cubicBezTo>
                  <a:pt x="13" y="29"/>
                  <a:pt x="13" y="29"/>
                  <a:pt x="13" y="29"/>
                </a:cubicBezTo>
                <a:cubicBezTo>
                  <a:pt x="14" y="29"/>
                  <a:pt x="15" y="28"/>
                  <a:pt x="15" y="26"/>
                </a:cubicBezTo>
                <a:lnTo>
                  <a:pt x="15" y="21"/>
                </a:lnTo>
                <a:close/>
                <a:moveTo>
                  <a:pt x="15" y="36"/>
                </a:moveTo>
                <a:cubicBezTo>
                  <a:pt x="15" y="35"/>
                  <a:pt x="14" y="34"/>
                  <a:pt x="13" y="34"/>
                </a:cubicBezTo>
                <a:cubicBezTo>
                  <a:pt x="8" y="34"/>
                  <a:pt x="8" y="34"/>
                  <a:pt x="8" y="34"/>
                </a:cubicBezTo>
                <a:cubicBezTo>
                  <a:pt x="6" y="34"/>
                  <a:pt x="5" y="35"/>
                  <a:pt x="5" y="36"/>
                </a:cubicBezTo>
                <a:cubicBezTo>
                  <a:pt x="5" y="41"/>
                  <a:pt x="5" y="41"/>
                  <a:pt x="5" y="41"/>
                </a:cubicBezTo>
                <a:cubicBezTo>
                  <a:pt x="5" y="42"/>
                  <a:pt x="6" y="43"/>
                  <a:pt x="8" y="43"/>
                </a:cubicBezTo>
                <a:cubicBezTo>
                  <a:pt x="13" y="43"/>
                  <a:pt x="13" y="43"/>
                  <a:pt x="13" y="43"/>
                </a:cubicBezTo>
                <a:cubicBezTo>
                  <a:pt x="14" y="43"/>
                  <a:pt x="15" y="42"/>
                  <a:pt x="15" y="41"/>
                </a:cubicBezTo>
                <a:lnTo>
                  <a:pt x="15" y="36"/>
                </a:lnTo>
                <a:close/>
                <a:moveTo>
                  <a:pt x="15" y="51"/>
                </a:moveTo>
                <a:cubicBezTo>
                  <a:pt x="15" y="49"/>
                  <a:pt x="14" y="48"/>
                  <a:pt x="13" y="48"/>
                </a:cubicBezTo>
                <a:cubicBezTo>
                  <a:pt x="8" y="48"/>
                  <a:pt x="8" y="48"/>
                  <a:pt x="8" y="48"/>
                </a:cubicBezTo>
                <a:cubicBezTo>
                  <a:pt x="6" y="48"/>
                  <a:pt x="5" y="49"/>
                  <a:pt x="5" y="51"/>
                </a:cubicBezTo>
                <a:cubicBezTo>
                  <a:pt x="5" y="55"/>
                  <a:pt x="5" y="55"/>
                  <a:pt x="5" y="55"/>
                </a:cubicBezTo>
                <a:cubicBezTo>
                  <a:pt x="5" y="57"/>
                  <a:pt x="6" y="58"/>
                  <a:pt x="8" y="58"/>
                </a:cubicBezTo>
                <a:cubicBezTo>
                  <a:pt x="13" y="58"/>
                  <a:pt x="13" y="58"/>
                  <a:pt x="13" y="58"/>
                </a:cubicBezTo>
                <a:cubicBezTo>
                  <a:pt x="14" y="58"/>
                  <a:pt x="15" y="57"/>
                  <a:pt x="15" y="55"/>
                </a:cubicBezTo>
                <a:lnTo>
                  <a:pt x="15" y="51"/>
                </a:lnTo>
                <a:close/>
                <a:moveTo>
                  <a:pt x="54" y="7"/>
                </a:moveTo>
                <a:cubicBezTo>
                  <a:pt x="54" y="6"/>
                  <a:pt x="53" y="4"/>
                  <a:pt x="51" y="4"/>
                </a:cubicBezTo>
                <a:cubicBezTo>
                  <a:pt x="22" y="4"/>
                  <a:pt x="22" y="4"/>
                  <a:pt x="22" y="4"/>
                </a:cubicBezTo>
                <a:cubicBezTo>
                  <a:pt x="21" y="4"/>
                  <a:pt x="20" y="6"/>
                  <a:pt x="20" y="7"/>
                </a:cubicBezTo>
                <a:cubicBezTo>
                  <a:pt x="20" y="26"/>
                  <a:pt x="20" y="26"/>
                  <a:pt x="20" y="26"/>
                </a:cubicBezTo>
                <a:cubicBezTo>
                  <a:pt x="20" y="28"/>
                  <a:pt x="21" y="29"/>
                  <a:pt x="22" y="29"/>
                </a:cubicBezTo>
                <a:cubicBezTo>
                  <a:pt x="51" y="29"/>
                  <a:pt x="51" y="29"/>
                  <a:pt x="51" y="29"/>
                </a:cubicBezTo>
                <a:cubicBezTo>
                  <a:pt x="53" y="29"/>
                  <a:pt x="54" y="28"/>
                  <a:pt x="54" y="26"/>
                </a:cubicBezTo>
                <a:lnTo>
                  <a:pt x="54" y="7"/>
                </a:lnTo>
                <a:close/>
                <a:moveTo>
                  <a:pt x="54" y="36"/>
                </a:moveTo>
                <a:cubicBezTo>
                  <a:pt x="54" y="35"/>
                  <a:pt x="53" y="34"/>
                  <a:pt x="51" y="34"/>
                </a:cubicBezTo>
                <a:cubicBezTo>
                  <a:pt x="22" y="34"/>
                  <a:pt x="22" y="34"/>
                  <a:pt x="22" y="34"/>
                </a:cubicBezTo>
                <a:cubicBezTo>
                  <a:pt x="21" y="34"/>
                  <a:pt x="20" y="35"/>
                  <a:pt x="20" y="36"/>
                </a:cubicBezTo>
                <a:cubicBezTo>
                  <a:pt x="20" y="55"/>
                  <a:pt x="20" y="55"/>
                  <a:pt x="20" y="55"/>
                </a:cubicBezTo>
                <a:cubicBezTo>
                  <a:pt x="20" y="57"/>
                  <a:pt x="21" y="58"/>
                  <a:pt x="22" y="58"/>
                </a:cubicBezTo>
                <a:cubicBezTo>
                  <a:pt x="51" y="58"/>
                  <a:pt x="51" y="58"/>
                  <a:pt x="51" y="58"/>
                </a:cubicBezTo>
                <a:cubicBezTo>
                  <a:pt x="53" y="58"/>
                  <a:pt x="54" y="57"/>
                  <a:pt x="54" y="55"/>
                </a:cubicBezTo>
                <a:lnTo>
                  <a:pt x="54" y="36"/>
                </a:lnTo>
                <a:close/>
                <a:moveTo>
                  <a:pt x="68" y="7"/>
                </a:moveTo>
                <a:cubicBezTo>
                  <a:pt x="68" y="6"/>
                  <a:pt x="67" y="4"/>
                  <a:pt x="66" y="4"/>
                </a:cubicBezTo>
                <a:cubicBezTo>
                  <a:pt x="61" y="4"/>
                  <a:pt x="61" y="4"/>
                  <a:pt x="61" y="4"/>
                </a:cubicBezTo>
                <a:cubicBezTo>
                  <a:pt x="60" y="4"/>
                  <a:pt x="59" y="6"/>
                  <a:pt x="59" y="7"/>
                </a:cubicBezTo>
                <a:cubicBezTo>
                  <a:pt x="59" y="12"/>
                  <a:pt x="59" y="12"/>
                  <a:pt x="59" y="12"/>
                </a:cubicBezTo>
                <a:cubicBezTo>
                  <a:pt x="59" y="13"/>
                  <a:pt x="60" y="14"/>
                  <a:pt x="61" y="14"/>
                </a:cubicBezTo>
                <a:cubicBezTo>
                  <a:pt x="66" y="14"/>
                  <a:pt x="66" y="14"/>
                  <a:pt x="66" y="14"/>
                </a:cubicBezTo>
                <a:cubicBezTo>
                  <a:pt x="67" y="14"/>
                  <a:pt x="68" y="13"/>
                  <a:pt x="68" y="12"/>
                </a:cubicBezTo>
                <a:lnTo>
                  <a:pt x="68" y="7"/>
                </a:lnTo>
                <a:close/>
                <a:moveTo>
                  <a:pt x="68" y="21"/>
                </a:moveTo>
                <a:cubicBezTo>
                  <a:pt x="68" y="20"/>
                  <a:pt x="67" y="19"/>
                  <a:pt x="66" y="19"/>
                </a:cubicBezTo>
                <a:cubicBezTo>
                  <a:pt x="61" y="19"/>
                  <a:pt x="61" y="19"/>
                  <a:pt x="61" y="19"/>
                </a:cubicBezTo>
                <a:cubicBezTo>
                  <a:pt x="60" y="19"/>
                  <a:pt x="59" y="20"/>
                  <a:pt x="59" y="21"/>
                </a:cubicBezTo>
                <a:cubicBezTo>
                  <a:pt x="59" y="26"/>
                  <a:pt x="59" y="26"/>
                  <a:pt x="59" y="26"/>
                </a:cubicBezTo>
                <a:cubicBezTo>
                  <a:pt x="59" y="28"/>
                  <a:pt x="60" y="29"/>
                  <a:pt x="61" y="29"/>
                </a:cubicBezTo>
                <a:cubicBezTo>
                  <a:pt x="66" y="29"/>
                  <a:pt x="66" y="29"/>
                  <a:pt x="66" y="29"/>
                </a:cubicBezTo>
                <a:cubicBezTo>
                  <a:pt x="67" y="29"/>
                  <a:pt x="68" y="28"/>
                  <a:pt x="68" y="26"/>
                </a:cubicBezTo>
                <a:lnTo>
                  <a:pt x="68" y="21"/>
                </a:lnTo>
                <a:close/>
                <a:moveTo>
                  <a:pt x="68" y="36"/>
                </a:moveTo>
                <a:cubicBezTo>
                  <a:pt x="68" y="35"/>
                  <a:pt x="67" y="34"/>
                  <a:pt x="66" y="34"/>
                </a:cubicBezTo>
                <a:cubicBezTo>
                  <a:pt x="61" y="34"/>
                  <a:pt x="61" y="34"/>
                  <a:pt x="61" y="34"/>
                </a:cubicBezTo>
                <a:cubicBezTo>
                  <a:pt x="60" y="34"/>
                  <a:pt x="59" y="35"/>
                  <a:pt x="59" y="36"/>
                </a:cubicBezTo>
                <a:cubicBezTo>
                  <a:pt x="59" y="41"/>
                  <a:pt x="59" y="41"/>
                  <a:pt x="59" y="41"/>
                </a:cubicBezTo>
                <a:cubicBezTo>
                  <a:pt x="59" y="42"/>
                  <a:pt x="60" y="43"/>
                  <a:pt x="61" y="43"/>
                </a:cubicBezTo>
                <a:cubicBezTo>
                  <a:pt x="66" y="43"/>
                  <a:pt x="66" y="43"/>
                  <a:pt x="66" y="43"/>
                </a:cubicBezTo>
                <a:cubicBezTo>
                  <a:pt x="67" y="43"/>
                  <a:pt x="68" y="42"/>
                  <a:pt x="68" y="41"/>
                </a:cubicBezTo>
                <a:lnTo>
                  <a:pt x="68" y="36"/>
                </a:lnTo>
                <a:close/>
                <a:moveTo>
                  <a:pt x="68" y="51"/>
                </a:moveTo>
                <a:cubicBezTo>
                  <a:pt x="68" y="49"/>
                  <a:pt x="67" y="48"/>
                  <a:pt x="66" y="48"/>
                </a:cubicBezTo>
                <a:cubicBezTo>
                  <a:pt x="61" y="48"/>
                  <a:pt x="61" y="48"/>
                  <a:pt x="61" y="48"/>
                </a:cubicBezTo>
                <a:cubicBezTo>
                  <a:pt x="60" y="48"/>
                  <a:pt x="59" y="49"/>
                  <a:pt x="59" y="51"/>
                </a:cubicBezTo>
                <a:cubicBezTo>
                  <a:pt x="59" y="55"/>
                  <a:pt x="59" y="55"/>
                  <a:pt x="59" y="55"/>
                </a:cubicBezTo>
                <a:cubicBezTo>
                  <a:pt x="59" y="57"/>
                  <a:pt x="60" y="58"/>
                  <a:pt x="61" y="58"/>
                </a:cubicBezTo>
                <a:cubicBezTo>
                  <a:pt x="66" y="58"/>
                  <a:pt x="66" y="58"/>
                  <a:pt x="66" y="58"/>
                </a:cubicBezTo>
                <a:cubicBezTo>
                  <a:pt x="67" y="58"/>
                  <a:pt x="68" y="57"/>
                  <a:pt x="68" y="55"/>
                </a:cubicBezTo>
                <a:lnTo>
                  <a:pt x="68" y="5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0" name="Freeform 57"/>
          <p:cNvSpPr/>
          <p:nvPr/>
        </p:nvSpPr>
        <p:spPr>
          <a:xfrm>
            <a:off x="6929280" y="932040"/>
            <a:ext cx="223920" cy="198360"/>
          </a:xfrm>
          <a:custGeom>
            <a:avLst/>
            <a:gdLst/>
            <a:ahLst/>
            <a:rect l="l" t="t" r="r" b="b"/>
            <a:pathLst>
              <a:path w="65" h="58">
                <a:moveTo>
                  <a:pt x="7" y="9"/>
                </a:moveTo>
                <a:cubicBezTo>
                  <a:pt x="7" y="57"/>
                  <a:pt x="7" y="57"/>
                  <a:pt x="7" y="57"/>
                </a:cubicBezTo>
                <a:cubicBezTo>
                  <a:pt x="7" y="57"/>
                  <a:pt x="7" y="58"/>
                  <a:pt x="6" y="58"/>
                </a:cubicBezTo>
                <a:cubicBezTo>
                  <a:pt x="4" y="58"/>
                  <a:pt x="4" y="58"/>
                  <a:pt x="4" y="58"/>
                </a:cubicBezTo>
                <a:cubicBezTo>
                  <a:pt x="3" y="58"/>
                  <a:pt x="2" y="57"/>
                  <a:pt x="2" y="57"/>
                </a:cubicBezTo>
                <a:cubicBezTo>
                  <a:pt x="2" y="9"/>
                  <a:pt x="2" y="9"/>
                  <a:pt x="2" y="9"/>
                </a:cubicBezTo>
                <a:cubicBezTo>
                  <a:pt x="1" y="8"/>
                  <a:pt x="0" y="6"/>
                  <a:pt x="0" y="4"/>
                </a:cubicBezTo>
                <a:cubicBezTo>
                  <a:pt x="0" y="2"/>
                  <a:pt x="2" y="0"/>
                  <a:pt x="5" y="0"/>
                </a:cubicBezTo>
                <a:cubicBezTo>
                  <a:pt x="7" y="0"/>
                  <a:pt x="10" y="2"/>
                  <a:pt x="10" y="4"/>
                </a:cubicBezTo>
                <a:cubicBezTo>
                  <a:pt x="10" y="6"/>
                  <a:pt x="9" y="8"/>
                  <a:pt x="7" y="9"/>
                </a:cubicBezTo>
                <a:close/>
                <a:moveTo>
                  <a:pt x="65" y="36"/>
                </a:moveTo>
                <a:cubicBezTo>
                  <a:pt x="65" y="37"/>
                  <a:pt x="65" y="38"/>
                  <a:pt x="63" y="38"/>
                </a:cubicBezTo>
                <a:cubicBezTo>
                  <a:pt x="59" y="41"/>
                  <a:pt x="54" y="43"/>
                  <a:pt x="49" y="43"/>
                </a:cubicBezTo>
                <a:cubicBezTo>
                  <a:pt x="43" y="43"/>
                  <a:pt x="39" y="37"/>
                  <a:pt x="31" y="37"/>
                </a:cubicBezTo>
                <a:cubicBezTo>
                  <a:pt x="25" y="37"/>
                  <a:pt x="19" y="40"/>
                  <a:pt x="13" y="43"/>
                </a:cubicBezTo>
                <a:cubicBezTo>
                  <a:pt x="13" y="43"/>
                  <a:pt x="12" y="43"/>
                  <a:pt x="12" y="43"/>
                </a:cubicBezTo>
                <a:cubicBezTo>
                  <a:pt x="11" y="43"/>
                  <a:pt x="10" y="42"/>
                  <a:pt x="10" y="41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2"/>
                  <a:pt x="10" y="11"/>
                  <a:pt x="11" y="11"/>
                </a:cubicBezTo>
                <a:cubicBezTo>
                  <a:pt x="12" y="10"/>
                  <a:pt x="13" y="9"/>
                  <a:pt x="14" y="9"/>
                </a:cubicBezTo>
                <a:cubicBezTo>
                  <a:pt x="19" y="7"/>
                  <a:pt x="24" y="4"/>
                  <a:pt x="30" y="4"/>
                </a:cubicBezTo>
                <a:cubicBezTo>
                  <a:pt x="36" y="4"/>
                  <a:pt x="40" y="6"/>
                  <a:pt x="46" y="9"/>
                </a:cubicBezTo>
                <a:cubicBezTo>
                  <a:pt x="47" y="9"/>
                  <a:pt x="48" y="10"/>
                  <a:pt x="49" y="10"/>
                </a:cubicBezTo>
                <a:cubicBezTo>
                  <a:pt x="55" y="10"/>
                  <a:pt x="61" y="4"/>
                  <a:pt x="63" y="4"/>
                </a:cubicBezTo>
                <a:cubicBezTo>
                  <a:pt x="64" y="4"/>
                  <a:pt x="65" y="6"/>
                  <a:pt x="65" y="7"/>
                </a:cubicBezTo>
                <a:lnTo>
                  <a:pt x="65" y="3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1" name="Freeform 58"/>
          <p:cNvSpPr/>
          <p:nvPr/>
        </p:nvSpPr>
        <p:spPr>
          <a:xfrm>
            <a:off x="7424640" y="932040"/>
            <a:ext cx="198360" cy="198360"/>
          </a:xfrm>
          <a:custGeom>
            <a:avLst/>
            <a:gdLst/>
            <a:ahLst/>
            <a:rect l="l" t="t" r="r" b="b"/>
            <a:pathLst>
              <a:path w="58" h="58">
                <a:moveTo>
                  <a:pt x="51" y="58"/>
                </a:moveTo>
                <a:cubicBezTo>
                  <a:pt x="7" y="58"/>
                  <a:pt x="7" y="58"/>
                  <a:pt x="7" y="58"/>
                </a:cubicBezTo>
                <a:cubicBezTo>
                  <a:pt x="2" y="58"/>
                  <a:pt x="0" y="54"/>
                  <a:pt x="3" y="50"/>
                </a:cubicBezTo>
                <a:cubicBezTo>
                  <a:pt x="22" y="20"/>
                  <a:pt x="22" y="20"/>
                  <a:pt x="22" y="20"/>
                </a:cubicBezTo>
                <a:cubicBezTo>
                  <a:pt x="22" y="4"/>
                  <a:pt x="22" y="4"/>
                  <a:pt x="22" y="4"/>
                </a:cubicBezTo>
                <a:cubicBezTo>
                  <a:pt x="19" y="4"/>
                  <a:pt x="19" y="4"/>
                  <a:pt x="19" y="4"/>
                </a:cubicBezTo>
                <a:cubicBezTo>
                  <a:pt x="18" y="4"/>
                  <a:pt x="17" y="3"/>
                  <a:pt x="17" y="2"/>
                </a:cubicBezTo>
                <a:cubicBezTo>
                  <a:pt x="17" y="1"/>
                  <a:pt x="18" y="0"/>
                  <a:pt x="19" y="0"/>
                </a:cubicBezTo>
                <a:cubicBezTo>
                  <a:pt x="39" y="0"/>
                  <a:pt x="39" y="0"/>
                  <a:pt x="39" y="0"/>
                </a:cubicBezTo>
                <a:cubicBezTo>
                  <a:pt x="40" y="0"/>
                  <a:pt x="41" y="1"/>
                  <a:pt x="41" y="2"/>
                </a:cubicBezTo>
                <a:cubicBezTo>
                  <a:pt x="41" y="3"/>
                  <a:pt x="40" y="4"/>
                  <a:pt x="39" y="4"/>
                </a:cubicBezTo>
                <a:cubicBezTo>
                  <a:pt x="36" y="4"/>
                  <a:pt x="36" y="4"/>
                  <a:pt x="36" y="4"/>
                </a:cubicBezTo>
                <a:cubicBezTo>
                  <a:pt x="36" y="20"/>
                  <a:pt x="36" y="20"/>
                  <a:pt x="36" y="20"/>
                </a:cubicBezTo>
                <a:cubicBezTo>
                  <a:pt x="55" y="50"/>
                  <a:pt x="55" y="50"/>
                  <a:pt x="55" y="50"/>
                </a:cubicBezTo>
                <a:cubicBezTo>
                  <a:pt x="58" y="54"/>
                  <a:pt x="56" y="58"/>
                  <a:pt x="51" y="58"/>
                </a:cubicBezTo>
                <a:close/>
                <a:moveTo>
                  <a:pt x="16" y="38"/>
                </a:moveTo>
                <a:cubicBezTo>
                  <a:pt x="43" y="38"/>
                  <a:pt x="43" y="38"/>
                  <a:pt x="43" y="38"/>
                </a:cubicBezTo>
                <a:cubicBezTo>
                  <a:pt x="32" y="22"/>
                  <a:pt x="32" y="22"/>
                  <a:pt x="32" y="22"/>
                </a:cubicBezTo>
                <a:cubicBezTo>
                  <a:pt x="31" y="21"/>
                  <a:pt x="31" y="21"/>
                  <a:pt x="31" y="21"/>
                </a:cubicBezTo>
                <a:cubicBezTo>
                  <a:pt x="31" y="20"/>
                  <a:pt x="31" y="20"/>
                  <a:pt x="31" y="20"/>
                </a:cubicBezTo>
                <a:cubicBezTo>
                  <a:pt x="31" y="4"/>
                  <a:pt x="31" y="4"/>
                  <a:pt x="31" y="4"/>
                </a:cubicBezTo>
                <a:cubicBezTo>
                  <a:pt x="27" y="4"/>
                  <a:pt x="27" y="4"/>
                  <a:pt x="27" y="4"/>
                </a:cubicBezTo>
                <a:cubicBezTo>
                  <a:pt x="27" y="20"/>
                  <a:pt x="27" y="20"/>
                  <a:pt x="27" y="20"/>
                </a:cubicBezTo>
                <a:cubicBezTo>
                  <a:pt x="27" y="21"/>
                  <a:pt x="27" y="21"/>
                  <a:pt x="27" y="21"/>
                </a:cubicBezTo>
                <a:cubicBezTo>
                  <a:pt x="26" y="22"/>
                  <a:pt x="26" y="22"/>
                  <a:pt x="26" y="22"/>
                </a:cubicBezTo>
                <a:lnTo>
                  <a:pt x="16" y="3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2" name="Freeform 59"/>
          <p:cNvSpPr/>
          <p:nvPr/>
        </p:nvSpPr>
        <p:spPr>
          <a:xfrm>
            <a:off x="7908840" y="932040"/>
            <a:ext cx="216000" cy="180720"/>
          </a:xfrm>
          <a:custGeom>
            <a:avLst/>
            <a:gdLst/>
            <a:ahLst/>
            <a:rect l="l" t="t" r="r" b="b"/>
            <a:pathLst>
              <a:path w="63" h="53">
                <a:moveTo>
                  <a:pt x="63" y="44"/>
                </a:moveTo>
                <a:cubicBezTo>
                  <a:pt x="63" y="49"/>
                  <a:pt x="59" y="53"/>
                  <a:pt x="54" y="53"/>
                </a:cubicBezTo>
                <a:cubicBezTo>
                  <a:pt x="8" y="53"/>
                  <a:pt x="8" y="53"/>
                  <a:pt x="8" y="53"/>
                </a:cubicBezTo>
                <a:cubicBezTo>
                  <a:pt x="4" y="53"/>
                  <a:pt x="0" y="49"/>
                  <a:pt x="0" y="44"/>
                </a:cubicBezTo>
                <a:cubicBezTo>
                  <a:pt x="0" y="8"/>
                  <a:pt x="0" y="8"/>
                  <a:pt x="0" y="8"/>
                </a:cubicBezTo>
                <a:cubicBezTo>
                  <a:pt x="0" y="3"/>
                  <a:pt x="4" y="0"/>
                  <a:pt x="8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25" y="0"/>
                  <a:pt x="29" y="3"/>
                  <a:pt x="29" y="8"/>
                </a:cubicBezTo>
                <a:cubicBezTo>
                  <a:pt x="29" y="9"/>
                  <a:pt x="29" y="9"/>
                  <a:pt x="29" y="9"/>
                </a:cubicBezTo>
                <a:cubicBezTo>
                  <a:pt x="54" y="9"/>
                  <a:pt x="54" y="9"/>
                  <a:pt x="54" y="9"/>
                </a:cubicBezTo>
                <a:cubicBezTo>
                  <a:pt x="59" y="9"/>
                  <a:pt x="63" y="13"/>
                  <a:pt x="63" y="18"/>
                </a:cubicBezTo>
                <a:lnTo>
                  <a:pt x="63" y="44"/>
                </a:lnTo>
                <a:close/>
                <a:moveTo>
                  <a:pt x="58" y="18"/>
                </a:moveTo>
                <a:cubicBezTo>
                  <a:pt x="58" y="16"/>
                  <a:pt x="56" y="14"/>
                  <a:pt x="54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6" y="14"/>
                  <a:pt x="24" y="12"/>
                  <a:pt x="24" y="10"/>
                </a:cubicBezTo>
                <a:cubicBezTo>
                  <a:pt x="24" y="8"/>
                  <a:pt x="24" y="8"/>
                  <a:pt x="24" y="8"/>
                </a:cubicBezTo>
                <a:cubicBezTo>
                  <a:pt x="24" y="6"/>
                  <a:pt x="22" y="4"/>
                  <a:pt x="20" y="4"/>
                </a:cubicBezTo>
                <a:cubicBezTo>
                  <a:pt x="8" y="4"/>
                  <a:pt x="8" y="4"/>
                  <a:pt x="8" y="4"/>
                </a:cubicBezTo>
                <a:cubicBezTo>
                  <a:pt x="6" y="4"/>
                  <a:pt x="5" y="6"/>
                  <a:pt x="5" y="8"/>
                </a:cubicBezTo>
                <a:cubicBezTo>
                  <a:pt x="5" y="44"/>
                  <a:pt x="5" y="44"/>
                  <a:pt x="5" y="44"/>
                </a:cubicBezTo>
                <a:cubicBezTo>
                  <a:pt x="5" y="47"/>
                  <a:pt x="6" y="48"/>
                  <a:pt x="8" y="48"/>
                </a:cubicBezTo>
                <a:cubicBezTo>
                  <a:pt x="54" y="48"/>
                  <a:pt x="54" y="48"/>
                  <a:pt x="54" y="48"/>
                </a:cubicBezTo>
                <a:cubicBezTo>
                  <a:pt x="56" y="48"/>
                  <a:pt x="58" y="47"/>
                  <a:pt x="58" y="44"/>
                </a:cubicBezTo>
                <a:lnTo>
                  <a:pt x="58" y="1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3" name="Freeform 60"/>
          <p:cNvSpPr/>
          <p:nvPr/>
        </p:nvSpPr>
        <p:spPr>
          <a:xfrm>
            <a:off x="8402760" y="928800"/>
            <a:ext cx="203040" cy="201600"/>
          </a:xfrm>
          <a:custGeom>
            <a:avLst/>
            <a:gdLst/>
            <a:ahLst/>
            <a:rect l="l" t="t" r="r" b="b"/>
            <a:pathLst>
              <a:path w="59" h="59">
                <a:moveTo>
                  <a:pt x="0" y="58"/>
                </a:moveTo>
                <a:cubicBezTo>
                  <a:pt x="0" y="2"/>
                  <a:pt x="0" y="2"/>
                  <a:pt x="0" y="2"/>
                </a:cubicBezTo>
                <a:cubicBezTo>
                  <a:pt x="0" y="0"/>
                  <a:pt x="1" y="0"/>
                  <a:pt x="2" y="1"/>
                </a:cubicBezTo>
                <a:cubicBezTo>
                  <a:pt x="29" y="28"/>
                  <a:pt x="29" y="28"/>
                  <a:pt x="29" y="28"/>
                </a:cubicBezTo>
                <a:cubicBezTo>
                  <a:pt x="29" y="28"/>
                  <a:pt x="29" y="28"/>
                  <a:pt x="30" y="29"/>
                </a:cubicBezTo>
                <a:cubicBezTo>
                  <a:pt x="30" y="2"/>
                  <a:pt x="30" y="2"/>
                  <a:pt x="30" y="2"/>
                </a:cubicBezTo>
                <a:cubicBezTo>
                  <a:pt x="30" y="0"/>
                  <a:pt x="30" y="0"/>
                  <a:pt x="31" y="1"/>
                </a:cubicBezTo>
                <a:cubicBezTo>
                  <a:pt x="58" y="28"/>
                  <a:pt x="58" y="28"/>
                  <a:pt x="58" y="28"/>
                </a:cubicBezTo>
                <a:cubicBezTo>
                  <a:pt x="59" y="29"/>
                  <a:pt x="59" y="30"/>
                  <a:pt x="58" y="31"/>
                </a:cubicBezTo>
                <a:cubicBezTo>
                  <a:pt x="31" y="58"/>
                  <a:pt x="31" y="58"/>
                  <a:pt x="31" y="58"/>
                </a:cubicBezTo>
                <a:cubicBezTo>
                  <a:pt x="30" y="59"/>
                  <a:pt x="30" y="59"/>
                  <a:pt x="30" y="58"/>
                </a:cubicBezTo>
                <a:cubicBezTo>
                  <a:pt x="30" y="31"/>
                  <a:pt x="30" y="31"/>
                  <a:pt x="30" y="31"/>
                </a:cubicBezTo>
                <a:cubicBezTo>
                  <a:pt x="29" y="31"/>
                  <a:pt x="29" y="31"/>
                  <a:pt x="29" y="31"/>
                </a:cubicBezTo>
                <a:cubicBezTo>
                  <a:pt x="2" y="58"/>
                  <a:pt x="2" y="58"/>
                  <a:pt x="2" y="58"/>
                </a:cubicBezTo>
                <a:cubicBezTo>
                  <a:pt x="1" y="59"/>
                  <a:pt x="0" y="59"/>
                  <a:pt x="0" y="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4" name="Freeform 61"/>
          <p:cNvSpPr/>
          <p:nvPr/>
        </p:nvSpPr>
        <p:spPr>
          <a:xfrm>
            <a:off x="8844120" y="979560"/>
            <a:ext cx="250560" cy="133200"/>
          </a:xfrm>
          <a:custGeom>
            <a:avLst/>
            <a:gdLst/>
            <a:ahLst/>
            <a:rect l="l" t="t" r="r" b="b"/>
            <a:pathLst>
              <a:path w="73" h="39">
                <a:moveTo>
                  <a:pt x="53" y="39"/>
                </a:moveTo>
                <a:cubicBezTo>
                  <a:pt x="48" y="39"/>
                  <a:pt x="44" y="37"/>
                  <a:pt x="40" y="34"/>
                </a:cubicBezTo>
                <a:cubicBezTo>
                  <a:pt x="32" y="34"/>
                  <a:pt x="32" y="34"/>
                  <a:pt x="32" y="34"/>
                </a:cubicBezTo>
                <a:cubicBezTo>
                  <a:pt x="29" y="37"/>
                  <a:pt x="24" y="39"/>
                  <a:pt x="19" y="39"/>
                </a:cubicBezTo>
                <a:cubicBezTo>
                  <a:pt x="8" y="39"/>
                  <a:pt x="0" y="30"/>
                  <a:pt x="0" y="20"/>
                </a:cubicBezTo>
                <a:cubicBezTo>
                  <a:pt x="0" y="9"/>
                  <a:pt x="8" y="0"/>
                  <a:pt x="19" y="0"/>
                </a:cubicBezTo>
                <a:cubicBezTo>
                  <a:pt x="53" y="0"/>
                  <a:pt x="53" y="0"/>
                  <a:pt x="53" y="0"/>
                </a:cubicBezTo>
                <a:cubicBezTo>
                  <a:pt x="64" y="0"/>
                  <a:pt x="73" y="9"/>
                  <a:pt x="73" y="20"/>
                </a:cubicBezTo>
                <a:cubicBezTo>
                  <a:pt x="73" y="30"/>
                  <a:pt x="64" y="39"/>
                  <a:pt x="53" y="39"/>
                </a:cubicBezTo>
                <a:close/>
                <a:moveTo>
                  <a:pt x="31" y="17"/>
                </a:moveTo>
                <a:cubicBezTo>
                  <a:pt x="31" y="16"/>
                  <a:pt x="31" y="16"/>
                  <a:pt x="30" y="16"/>
                </a:cubicBezTo>
                <a:cubicBezTo>
                  <a:pt x="23" y="16"/>
                  <a:pt x="23" y="16"/>
                  <a:pt x="23" y="16"/>
                </a:cubicBezTo>
                <a:cubicBezTo>
                  <a:pt x="23" y="9"/>
                  <a:pt x="23" y="9"/>
                  <a:pt x="23" y="9"/>
                </a:cubicBezTo>
                <a:cubicBezTo>
                  <a:pt x="23" y="8"/>
                  <a:pt x="22" y="7"/>
                  <a:pt x="22" y="7"/>
                </a:cubicBezTo>
                <a:cubicBezTo>
                  <a:pt x="17" y="7"/>
                  <a:pt x="17" y="7"/>
                  <a:pt x="17" y="7"/>
                </a:cubicBezTo>
                <a:cubicBezTo>
                  <a:pt x="16" y="7"/>
                  <a:pt x="16" y="8"/>
                  <a:pt x="16" y="9"/>
                </a:cubicBezTo>
                <a:cubicBezTo>
                  <a:pt x="16" y="16"/>
                  <a:pt x="16" y="16"/>
                  <a:pt x="16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6"/>
                  <a:pt x="7" y="16"/>
                  <a:pt x="7" y="17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3"/>
                  <a:pt x="8" y="23"/>
                  <a:pt x="8" y="23"/>
                </a:cubicBezTo>
                <a:cubicBezTo>
                  <a:pt x="16" y="23"/>
                  <a:pt x="16" y="23"/>
                  <a:pt x="16" y="23"/>
                </a:cubicBezTo>
                <a:cubicBezTo>
                  <a:pt x="16" y="30"/>
                  <a:pt x="16" y="30"/>
                  <a:pt x="16" y="30"/>
                </a:cubicBezTo>
                <a:cubicBezTo>
                  <a:pt x="16" y="31"/>
                  <a:pt x="16" y="32"/>
                  <a:pt x="17" y="32"/>
                </a:cubicBezTo>
                <a:cubicBezTo>
                  <a:pt x="22" y="32"/>
                  <a:pt x="22" y="32"/>
                  <a:pt x="22" y="32"/>
                </a:cubicBezTo>
                <a:cubicBezTo>
                  <a:pt x="22" y="32"/>
                  <a:pt x="23" y="31"/>
                  <a:pt x="23" y="30"/>
                </a:cubicBezTo>
                <a:cubicBezTo>
                  <a:pt x="23" y="23"/>
                  <a:pt x="23" y="23"/>
                  <a:pt x="23" y="23"/>
                </a:cubicBezTo>
                <a:cubicBezTo>
                  <a:pt x="30" y="23"/>
                  <a:pt x="30" y="23"/>
                  <a:pt x="30" y="23"/>
                </a:cubicBezTo>
                <a:cubicBezTo>
                  <a:pt x="31" y="23"/>
                  <a:pt x="31" y="23"/>
                  <a:pt x="31" y="22"/>
                </a:cubicBezTo>
                <a:lnTo>
                  <a:pt x="31" y="17"/>
                </a:lnTo>
                <a:close/>
                <a:moveTo>
                  <a:pt x="48" y="20"/>
                </a:moveTo>
                <a:cubicBezTo>
                  <a:pt x="46" y="20"/>
                  <a:pt x="43" y="22"/>
                  <a:pt x="43" y="24"/>
                </a:cubicBezTo>
                <a:cubicBezTo>
                  <a:pt x="43" y="27"/>
                  <a:pt x="46" y="29"/>
                  <a:pt x="48" y="29"/>
                </a:cubicBezTo>
                <a:cubicBezTo>
                  <a:pt x="51" y="29"/>
                  <a:pt x="53" y="27"/>
                  <a:pt x="53" y="24"/>
                </a:cubicBezTo>
                <a:cubicBezTo>
                  <a:pt x="53" y="22"/>
                  <a:pt x="51" y="20"/>
                  <a:pt x="48" y="20"/>
                </a:cubicBezTo>
                <a:close/>
                <a:moveTo>
                  <a:pt x="58" y="10"/>
                </a:moveTo>
                <a:cubicBezTo>
                  <a:pt x="55" y="10"/>
                  <a:pt x="53" y="12"/>
                  <a:pt x="53" y="15"/>
                </a:cubicBezTo>
                <a:cubicBezTo>
                  <a:pt x="53" y="17"/>
                  <a:pt x="55" y="20"/>
                  <a:pt x="58" y="20"/>
                </a:cubicBezTo>
                <a:cubicBezTo>
                  <a:pt x="61" y="20"/>
                  <a:pt x="63" y="17"/>
                  <a:pt x="63" y="15"/>
                </a:cubicBezTo>
                <a:cubicBezTo>
                  <a:pt x="63" y="12"/>
                  <a:pt x="61" y="10"/>
                  <a:pt x="58" y="1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5" name="Freeform 62"/>
          <p:cNvSpPr/>
          <p:nvPr/>
        </p:nvSpPr>
        <p:spPr>
          <a:xfrm>
            <a:off x="71280" y="1316160"/>
            <a:ext cx="198720" cy="199800"/>
          </a:xfrm>
          <a:custGeom>
            <a:avLst/>
            <a:gdLst/>
            <a:ahLst/>
            <a:rect l="l" t="t" r="r" b="b"/>
            <a:pathLst>
              <a:path w="58" h="58">
                <a:moveTo>
                  <a:pt x="58" y="33"/>
                </a:moveTo>
                <a:cubicBezTo>
                  <a:pt x="58" y="34"/>
                  <a:pt x="58" y="34"/>
                  <a:pt x="57" y="34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7"/>
                  <a:pt x="49" y="38"/>
                  <a:pt x="49" y="39"/>
                </a:cubicBezTo>
                <a:cubicBezTo>
                  <a:pt x="50" y="41"/>
                  <a:pt x="51" y="42"/>
                  <a:pt x="53" y="44"/>
                </a:cubicBezTo>
                <a:cubicBezTo>
                  <a:pt x="53" y="44"/>
                  <a:pt x="53" y="45"/>
                  <a:pt x="53" y="45"/>
                </a:cubicBezTo>
                <a:cubicBezTo>
                  <a:pt x="53" y="45"/>
                  <a:pt x="53" y="46"/>
                  <a:pt x="53" y="46"/>
                </a:cubicBezTo>
                <a:cubicBezTo>
                  <a:pt x="52" y="47"/>
                  <a:pt x="47" y="53"/>
                  <a:pt x="45" y="53"/>
                </a:cubicBezTo>
                <a:cubicBezTo>
                  <a:pt x="45" y="53"/>
                  <a:pt x="45" y="53"/>
                  <a:pt x="44" y="52"/>
                </a:cubicBezTo>
                <a:cubicBezTo>
                  <a:pt x="39" y="48"/>
                  <a:pt x="39" y="48"/>
                  <a:pt x="39" y="48"/>
                </a:cubicBezTo>
                <a:cubicBezTo>
                  <a:pt x="38" y="49"/>
                  <a:pt x="37" y="49"/>
                  <a:pt x="36" y="50"/>
                </a:cubicBezTo>
                <a:cubicBezTo>
                  <a:pt x="35" y="52"/>
                  <a:pt x="35" y="55"/>
                  <a:pt x="34" y="57"/>
                </a:cubicBezTo>
                <a:cubicBezTo>
                  <a:pt x="34" y="57"/>
                  <a:pt x="34" y="58"/>
                  <a:pt x="33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4" y="58"/>
                  <a:pt x="23" y="57"/>
                  <a:pt x="23" y="57"/>
                </a:cubicBezTo>
                <a:cubicBezTo>
                  <a:pt x="22" y="50"/>
                  <a:pt x="22" y="50"/>
                  <a:pt x="22" y="50"/>
                </a:cubicBezTo>
                <a:cubicBezTo>
                  <a:pt x="21" y="49"/>
                  <a:pt x="20" y="49"/>
                  <a:pt x="19" y="48"/>
                </a:cubicBezTo>
                <a:cubicBezTo>
                  <a:pt x="14" y="52"/>
                  <a:pt x="14" y="52"/>
                  <a:pt x="14" y="52"/>
                </a:cubicBezTo>
                <a:cubicBezTo>
                  <a:pt x="13" y="53"/>
                  <a:pt x="13" y="53"/>
                  <a:pt x="13" y="53"/>
                </a:cubicBezTo>
                <a:cubicBezTo>
                  <a:pt x="12" y="53"/>
                  <a:pt x="12" y="53"/>
                  <a:pt x="12" y="52"/>
                </a:cubicBezTo>
                <a:cubicBezTo>
                  <a:pt x="10" y="50"/>
                  <a:pt x="7" y="48"/>
                  <a:pt x="5" y="46"/>
                </a:cubicBezTo>
                <a:cubicBezTo>
                  <a:pt x="5" y="46"/>
                  <a:pt x="5" y="45"/>
                  <a:pt x="5" y="45"/>
                </a:cubicBezTo>
                <a:cubicBezTo>
                  <a:pt x="5" y="45"/>
                  <a:pt x="5" y="44"/>
                  <a:pt x="5" y="44"/>
                </a:cubicBezTo>
                <a:cubicBezTo>
                  <a:pt x="7" y="42"/>
                  <a:pt x="8" y="41"/>
                  <a:pt x="9" y="39"/>
                </a:cubicBezTo>
                <a:cubicBezTo>
                  <a:pt x="9" y="38"/>
                  <a:pt x="8" y="37"/>
                  <a:pt x="8" y="35"/>
                </a:cubicBezTo>
                <a:cubicBezTo>
                  <a:pt x="1" y="34"/>
                  <a:pt x="1" y="34"/>
                  <a:pt x="1" y="34"/>
                </a:cubicBezTo>
                <a:cubicBezTo>
                  <a:pt x="0" y="34"/>
                  <a:pt x="0" y="33"/>
                  <a:pt x="0" y="33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4"/>
                  <a:pt x="0" y="23"/>
                  <a:pt x="1" y="23"/>
                </a:cubicBezTo>
                <a:cubicBezTo>
                  <a:pt x="8" y="22"/>
                  <a:pt x="8" y="22"/>
                  <a:pt x="8" y="22"/>
                </a:cubicBezTo>
                <a:cubicBezTo>
                  <a:pt x="8" y="21"/>
                  <a:pt x="9" y="20"/>
                  <a:pt x="9" y="18"/>
                </a:cubicBezTo>
                <a:cubicBezTo>
                  <a:pt x="8" y="17"/>
                  <a:pt x="7" y="15"/>
                  <a:pt x="5" y="13"/>
                </a:cubicBezTo>
                <a:cubicBezTo>
                  <a:pt x="5" y="13"/>
                  <a:pt x="5" y="13"/>
                  <a:pt x="5" y="12"/>
                </a:cubicBezTo>
                <a:cubicBezTo>
                  <a:pt x="5" y="12"/>
                  <a:pt x="5" y="12"/>
                  <a:pt x="5" y="11"/>
                </a:cubicBezTo>
                <a:cubicBezTo>
                  <a:pt x="6" y="10"/>
                  <a:pt x="11" y="5"/>
                  <a:pt x="13" y="5"/>
                </a:cubicBezTo>
                <a:cubicBezTo>
                  <a:pt x="13" y="5"/>
                  <a:pt x="13" y="5"/>
                  <a:pt x="14" y="5"/>
                </a:cubicBezTo>
                <a:cubicBezTo>
                  <a:pt x="19" y="9"/>
                  <a:pt x="19" y="9"/>
                  <a:pt x="19" y="9"/>
                </a:cubicBezTo>
                <a:cubicBezTo>
                  <a:pt x="20" y="9"/>
                  <a:pt x="21" y="8"/>
                  <a:pt x="22" y="8"/>
                </a:cubicBezTo>
                <a:cubicBezTo>
                  <a:pt x="22" y="5"/>
                  <a:pt x="23" y="3"/>
                  <a:pt x="23" y="1"/>
                </a:cubicBezTo>
                <a:cubicBezTo>
                  <a:pt x="23" y="0"/>
                  <a:pt x="24" y="0"/>
                  <a:pt x="25" y="0"/>
                </a:cubicBezTo>
                <a:cubicBezTo>
                  <a:pt x="33" y="0"/>
                  <a:pt x="33" y="0"/>
                  <a:pt x="33" y="0"/>
                </a:cubicBezTo>
                <a:cubicBezTo>
                  <a:pt x="34" y="0"/>
                  <a:pt x="34" y="0"/>
                  <a:pt x="34" y="1"/>
                </a:cubicBezTo>
                <a:cubicBezTo>
                  <a:pt x="36" y="8"/>
                  <a:pt x="36" y="8"/>
                  <a:pt x="36" y="8"/>
                </a:cubicBezTo>
                <a:cubicBezTo>
                  <a:pt x="37" y="8"/>
                  <a:pt x="38" y="9"/>
                  <a:pt x="39" y="9"/>
                </a:cubicBezTo>
                <a:cubicBezTo>
                  <a:pt x="44" y="5"/>
                  <a:pt x="44" y="5"/>
                  <a:pt x="44" y="5"/>
                </a:cubicBezTo>
                <a:cubicBezTo>
                  <a:pt x="45" y="5"/>
                  <a:pt x="45" y="5"/>
                  <a:pt x="45" y="5"/>
                </a:cubicBezTo>
                <a:cubicBezTo>
                  <a:pt x="46" y="5"/>
                  <a:pt x="46" y="5"/>
                  <a:pt x="46" y="5"/>
                </a:cubicBezTo>
                <a:cubicBezTo>
                  <a:pt x="48" y="7"/>
                  <a:pt x="51" y="9"/>
                  <a:pt x="52" y="12"/>
                </a:cubicBezTo>
                <a:cubicBezTo>
                  <a:pt x="53" y="12"/>
                  <a:pt x="53" y="12"/>
                  <a:pt x="53" y="12"/>
                </a:cubicBezTo>
                <a:cubicBezTo>
                  <a:pt x="53" y="13"/>
                  <a:pt x="53" y="13"/>
                  <a:pt x="52" y="13"/>
                </a:cubicBezTo>
                <a:cubicBezTo>
                  <a:pt x="51" y="15"/>
                  <a:pt x="50" y="17"/>
                  <a:pt x="48" y="18"/>
                </a:cubicBezTo>
                <a:cubicBezTo>
                  <a:pt x="49" y="20"/>
                  <a:pt x="50" y="21"/>
                  <a:pt x="50" y="22"/>
                </a:cubicBezTo>
                <a:cubicBezTo>
                  <a:pt x="57" y="23"/>
                  <a:pt x="57" y="23"/>
                  <a:pt x="57" y="23"/>
                </a:cubicBezTo>
                <a:cubicBezTo>
                  <a:pt x="58" y="23"/>
                  <a:pt x="58" y="24"/>
                  <a:pt x="58" y="25"/>
                </a:cubicBezTo>
                <a:lnTo>
                  <a:pt x="58" y="33"/>
                </a:lnTo>
                <a:close/>
                <a:moveTo>
                  <a:pt x="29" y="19"/>
                </a:moveTo>
                <a:cubicBezTo>
                  <a:pt x="24" y="19"/>
                  <a:pt x="19" y="23"/>
                  <a:pt x="19" y="29"/>
                </a:cubicBezTo>
                <a:cubicBezTo>
                  <a:pt x="19" y="34"/>
                  <a:pt x="24" y="38"/>
                  <a:pt x="29" y="38"/>
                </a:cubicBezTo>
                <a:cubicBezTo>
                  <a:pt x="34" y="38"/>
                  <a:pt x="39" y="34"/>
                  <a:pt x="39" y="29"/>
                </a:cubicBezTo>
                <a:cubicBezTo>
                  <a:pt x="39" y="23"/>
                  <a:pt x="34" y="19"/>
                  <a:pt x="29" y="1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6" name="Freeform 63"/>
          <p:cNvSpPr/>
          <p:nvPr/>
        </p:nvSpPr>
        <p:spPr>
          <a:xfrm>
            <a:off x="493560" y="1316160"/>
            <a:ext cx="200160" cy="199800"/>
          </a:xfrm>
          <a:custGeom>
            <a:avLst/>
            <a:gdLst/>
            <a:ahLst/>
            <a:rect l="l" t="t" r="r" b="b"/>
            <a:pathLst>
              <a:path w="58" h="58">
                <a:moveTo>
                  <a:pt x="58" y="47"/>
                </a:moveTo>
                <a:cubicBezTo>
                  <a:pt x="58" y="53"/>
                  <a:pt x="53" y="58"/>
                  <a:pt x="47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53" y="0"/>
                  <a:pt x="58" y="4"/>
                  <a:pt x="58" y="10"/>
                </a:cubicBezTo>
                <a:lnTo>
                  <a:pt x="58" y="47"/>
                </a:lnTo>
                <a:close/>
                <a:moveTo>
                  <a:pt x="27" y="19"/>
                </a:moveTo>
                <a:cubicBezTo>
                  <a:pt x="25" y="20"/>
                  <a:pt x="23" y="20"/>
                  <a:pt x="22" y="20"/>
                </a:cubicBezTo>
                <a:cubicBezTo>
                  <a:pt x="20" y="19"/>
                  <a:pt x="19" y="19"/>
                  <a:pt x="17" y="19"/>
                </a:cubicBezTo>
                <a:cubicBezTo>
                  <a:pt x="13" y="19"/>
                  <a:pt x="10" y="22"/>
                  <a:pt x="10" y="27"/>
                </a:cubicBezTo>
                <a:cubicBezTo>
                  <a:pt x="10" y="29"/>
                  <a:pt x="11" y="32"/>
                  <a:pt x="14" y="33"/>
                </a:cubicBezTo>
                <a:cubicBezTo>
                  <a:pt x="14" y="33"/>
                  <a:pt x="14" y="33"/>
                  <a:pt x="14" y="33"/>
                </a:cubicBezTo>
                <a:cubicBezTo>
                  <a:pt x="12" y="34"/>
                  <a:pt x="12" y="35"/>
                  <a:pt x="12" y="36"/>
                </a:cubicBezTo>
                <a:cubicBezTo>
                  <a:pt x="12" y="38"/>
                  <a:pt x="13" y="39"/>
                  <a:pt x="14" y="39"/>
                </a:cubicBezTo>
                <a:cubicBezTo>
                  <a:pt x="14" y="39"/>
                  <a:pt x="14" y="39"/>
                  <a:pt x="14" y="39"/>
                </a:cubicBezTo>
                <a:cubicBezTo>
                  <a:pt x="11" y="40"/>
                  <a:pt x="9" y="42"/>
                  <a:pt x="9" y="45"/>
                </a:cubicBezTo>
                <a:cubicBezTo>
                  <a:pt x="9" y="50"/>
                  <a:pt x="14" y="51"/>
                  <a:pt x="18" y="51"/>
                </a:cubicBezTo>
                <a:cubicBezTo>
                  <a:pt x="23" y="51"/>
                  <a:pt x="27" y="49"/>
                  <a:pt x="27" y="44"/>
                </a:cubicBezTo>
                <a:cubicBezTo>
                  <a:pt x="27" y="40"/>
                  <a:pt x="23" y="39"/>
                  <a:pt x="20" y="38"/>
                </a:cubicBezTo>
                <a:cubicBezTo>
                  <a:pt x="19" y="38"/>
                  <a:pt x="17" y="37"/>
                  <a:pt x="17" y="36"/>
                </a:cubicBezTo>
                <a:cubicBezTo>
                  <a:pt x="17" y="35"/>
                  <a:pt x="18" y="34"/>
                  <a:pt x="19" y="34"/>
                </a:cubicBezTo>
                <a:cubicBezTo>
                  <a:pt x="23" y="33"/>
                  <a:pt x="25" y="30"/>
                  <a:pt x="25" y="26"/>
                </a:cubicBezTo>
                <a:cubicBezTo>
                  <a:pt x="25" y="26"/>
                  <a:pt x="25" y="25"/>
                  <a:pt x="25" y="24"/>
                </a:cubicBezTo>
                <a:cubicBezTo>
                  <a:pt x="26" y="24"/>
                  <a:pt x="26" y="24"/>
                  <a:pt x="27" y="24"/>
                </a:cubicBezTo>
                <a:lnTo>
                  <a:pt x="27" y="19"/>
                </a:lnTo>
                <a:close/>
                <a:moveTo>
                  <a:pt x="18" y="47"/>
                </a:moveTo>
                <a:cubicBezTo>
                  <a:pt x="17" y="47"/>
                  <a:pt x="14" y="47"/>
                  <a:pt x="14" y="44"/>
                </a:cubicBezTo>
                <a:cubicBezTo>
                  <a:pt x="14" y="42"/>
                  <a:pt x="16" y="42"/>
                  <a:pt x="18" y="42"/>
                </a:cubicBezTo>
                <a:cubicBezTo>
                  <a:pt x="20" y="42"/>
                  <a:pt x="22" y="42"/>
                  <a:pt x="22" y="44"/>
                </a:cubicBezTo>
                <a:cubicBezTo>
                  <a:pt x="22" y="46"/>
                  <a:pt x="20" y="47"/>
                  <a:pt x="18" y="47"/>
                </a:cubicBezTo>
                <a:close/>
                <a:moveTo>
                  <a:pt x="18" y="30"/>
                </a:moveTo>
                <a:cubicBezTo>
                  <a:pt x="16" y="30"/>
                  <a:pt x="15" y="29"/>
                  <a:pt x="15" y="27"/>
                </a:cubicBezTo>
                <a:cubicBezTo>
                  <a:pt x="15" y="25"/>
                  <a:pt x="16" y="23"/>
                  <a:pt x="18" y="23"/>
                </a:cubicBezTo>
                <a:cubicBezTo>
                  <a:pt x="20" y="23"/>
                  <a:pt x="20" y="25"/>
                  <a:pt x="20" y="27"/>
                </a:cubicBezTo>
                <a:cubicBezTo>
                  <a:pt x="20" y="29"/>
                  <a:pt x="20" y="30"/>
                  <a:pt x="18" y="30"/>
                </a:cubicBezTo>
                <a:close/>
                <a:moveTo>
                  <a:pt x="32" y="9"/>
                </a:moveTo>
                <a:cubicBezTo>
                  <a:pt x="30" y="9"/>
                  <a:pt x="28" y="10"/>
                  <a:pt x="28" y="12"/>
                </a:cubicBezTo>
                <a:cubicBezTo>
                  <a:pt x="28" y="14"/>
                  <a:pt x="30" y="16"/>
                  <a:pt x="32" y="16"/>
                </a:cubicBezTo>
                <a:cubicBezTo>
                  <a:pt x="33" y="16"/>
                  <a:pt x="35" y="14"/>
                  <a:pt x="35" y="12"/>
                </a:cubicBezTo>
                <a:cubicBezTo>
                  <a:pt x="35" y="11"/>
                  <a:pt x="34" y="9"/>
                  <a:pt x="32" y="9"/>
                </a:cubicBezTo>
                <a:close/>
                <a:moveTo>
                  <a:pt x="34" y="40"/>
                </a:moveTo>
                <a:cubicBezTo>
                  <a:pt x="34" y="39"/>
                  <a:pt x="34" y="38"/>
                  <a:pt x="34" y="37"/>
                </a:cubicBezTo>
                <a:cubicBezTo>
                  <a:pt x="34" y="22"/>
                  <a:pt x="34" y="22"/>
                  <a:pt x="34" y="22"/>
                </a:cubicBezTo>
                <a:cubicBezTo>
                  <a:pt x="34" y="21"/>
                  <a:pt x="34" y="20"/>
                  <a:pt x="34" y="19"/>
                </a:cubicBezTo>
                <a:cubicBezTo>
                  <a:pt x="29" y="19"/>
                  <a:pt x="29" y="19"/>
                  <a:pt x="29" y="19"/>
                </a:cubicBezTo>
                <a:cubicBezTo>
                  <a:pt x="29" y="20"/>
                  <a:pt x="29" y="21"/>
                  <a:pt x="29" y="22"/>
                </a:cubicBezTo>
                <a:cubicBezTo>
                  <a:pt x="29" y="37"/>
                  <a:pt x="29" y="37"/>
                  <a:pt x="29" y="37"/>
                </a:cubicBezTo>
                <a:cubicBezTo>
                  <a:pt x="29" y="38"/>
                  <a:pt x="29" y="39"/>
                  <a:pt x="29" y="40"/>
                </a:cubicBezTo>
                <a:lnTo>
                  <a:pt x="34" y="40"/>
                </a:lnTo>
                <a:close/>
                <a:moveTo>
                  <a:pt x="48" y="35"/>
                </a:moveTo>
                <a:cubicBezTo>
                  <a:pt x="48" y="35"/>
                  <a:pt x="47" y="35"/>
                  <a:pt x="46" y="35"/>
                </a:cubicBezTo>
                <a:cubicBezTo>
                  <a:pt x="44" y="35"/>
                  <a:pt x="44" y="34"/>
                  <a:pt x="44" y="32"/>
                </a:cubicBezTo>
                <a:cubicBezTo>
                  <a:pt x="44" y="24"/>
                  <a:pt x="44" y="24"/>
                  <a:pt x="44" y="24"/>
                </a:cubicBezTo>
                <a:cubicBezTo>
                  <a:pt x="46" y="24"/>
                  <a:pt x="46" y="24"/>
                  <a:pt x="46" y="24"/>
                </a:cubicBezTo>
                <a:cubicBezTo>
                  <a:pt x="46" y="24"/>
                  <a:pt x="47" y="24"/>
                  <a:pt x="48" y="24"/>
                </a:cubicBezTo>
                <a:cubicBezTo>
                  <a:pt x="48" y="19"/>
                  <a:pt x="48" y="19"/>
                  <a:pt x="48" y="19"/>
                </a:cubicBezTo>
                <a:cubicBezTo>
                  <a:pt x="44" y="19"/>
                  <a:pt x="44" y="19"/>
                  <a:pt x="44" y="19"/>
                </a:cubicBezTo>
                <a:cubicBezTo>
                  <a:pt x="44" y="18"/>
                  <a:pt x="44" y="17"/>
                  <a:pt x="44" y="15"/>
                </a:cubicBezTo>
                <a:cubicBezTo>
                  <a:pt x="39" y="15"/>
                  <a:pt x="39" y="15"/>
                  <a:pt x="39" y="15"/>
                </a:cubicBezTo>
                <a:cubicBezTo>
                  <a:pt x="39" y="16"/>
                  <a:pt x="39" y="17"/>
                  <a:pt x="39" y="18"/>
                </a:cubicBezTo>
                <a:cubicBezTo>
                  <a:pt x="39" y="19"/>
                  <a:pt x="39" y="19"/>
                  <a:pt x="39" y="19"/>
                </a:cubicBezTo>
                <a:cubicBezTo>
                  <a:pt x="36" y="19"/>
                  <a:pt x="36" y="19"/>
                  <a:pt x="36" y="19"/>
                </a:cubicBezTo>
                <a:cubicBezTo>
                  <a:pt x="36" y="24"/>
                  <a:pt x="36" y="24"/>
                  <a:pt x="36" y="24"/>
                </a:cubicBezTo>
                <a:cubicBezTo>
                  <a:pt x="37" y="24"/>
                  <a:pt x="37" y="24"/>
                  <a:pt x="38" y="24"/>
                </a:cubicBezTo>
                <a:cubicBezTo>
                  <a:pt x="38" y="24"/>
                  <a:pt x="38" y="24"/>
                  <a:pt x="39" y="24"/>
                </a:cubicBezTo>
                <a:cubicBezTo>
                  <a:pt x="39" y="24"/>
                  <a:pt x="39" y="24"/>
                  <a:pt x="39" y="24"/>
                </a:cubicBezTo>
                <a:cubicBezTo>
                  <a:pt x="39" y="24"/>
                  <a:pt x="39" y="24"/>
                  <a:pt x="39" y="24"/>
                </a:cubicBezTo>
                <a:cubicBezTo>
                  <a:pt x="39" y="32"/>
                  <a:pt x="39" y="32"/>
                  <a:pt x="39" y="32"/>
                </a:cubicBezTo>
                <a:cubicBezTo>
                  <a:pt x="39" y="36"/>
                  <a:pt x="39" y="40"/>
                  <a:pt x="44" y="40"/>
                </a:cubicBezTo>
                <a:cubicBezTo>
                  <a:pt x="46" y="40"/>
                  <a:pt x="47" y="40"/>
                  <a:pt x="48" y="39"/>
                </a:cubicBezTo>
                <a:lnTo>
                  <a:pt x="48" y="3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7" name="Freeform 64"/>
          <p:cNvSpPr/>
          <p:nvPr/>
        </p:nvSpPr>
        <p:spPr>
          <a:xfrm>
            <a:off x="988920" y="1316160"/>
            <a:ext cx="198360" cy="199800"/>
          </a:xfrm>
          <a:custGeom>
            <a:avLst/>
            <a:gdLst/>
            <a:ahLst/>
            <a:rect l="l" t="t" r="r" b="b"/>
            <a:pathLst>
              <a:path w="58" h="58">
                <a:moveTo>
                  <a:pt x="29" y="58"/>
                </a:moveTo>
                <a:cubicBezTo>
                  <a:pt x="13" y="58"/>
                  <a:pt x="0" y="45"/>
                  <a:pt x="0" y="29"/>
                </a:cubicBezTo>
                <a:cubicBezTo>
                  <a:pt x="0" y="13"/>
                  <a:pt x="13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45"/>
                  <a:pt x="45" y="58"/>
                  <a:pt x="29" y="58"/>
                </a:cubicBezTo>
                <a:close/>
                <a:moveTo>
                  <a:pt x="42" y="26"/>
                </a:moveTo>
                <a:cubicBezTo>
                  <a:pt x="43" y="25"/>
                  <a:pt x="45" y="20"/>
                  <a:pt x="41" y="18"/>
                </a:cubicBezTo>
                <a:cubicBezTo>
                  <a:pt x="37" y="16"/>
                  <a:pt x="34" y="17"/>
                  <a:pt x="33" y="19"/>
                </a:cubicBezTo>
                <a:cubicBezTo>
                  <a:pt x="32" y="20"/>
                  <a:pt x="31" y="21"/>
                  <a:pt x="29" y="21"/>
                </a:cubicBezTo>
                <a:cubicBezTo>
                  <a:pt x="27" y="21"/>
                  <a:pt x="26" y="20"/>
                  <a:pt x="25" y="19"/>
                </a:cubicBezTo>
                <a:cubicBezTo>
                  <a:pt x="24" y="17"/>
                  <a:pt x="21" y="16"/>
                  <a:pt x="17" y="18"/>
                </a:cubicBezTo>
                <a:cubicBezTo>
                  <a:pt x="14" y="20"/>
                  <a:pt x="15" y="25"/>
                  <a:pt x="16" y="26"/>
                </a:cubicBezTo>
                <a:cubicBezTo>
                  <a:pt x="29" y="44"/>
                  <a:pt x="29" y="44"/>
                  <a:pt x="29" y="44"/>
                </a:cubicBezTo>
                <a:lnTo>
                  <a:pt x="42" y="2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8" name="Freeform 65"/>
          <p:cNvSpPr/>
          <p:nvPr/>
        </p:nvSpPr>
        <p:spPr>
          <a:xfrm>
            <a:off x="1488960" y="1298520"/>
            <a:ext cx="206640" cy="217440"/>
          </a:xfrm>
          <a:custGeom>
            <a:avLst/>
            <a:gdLst/>
            <a:ahLst/>
            <a:rect l="l" t="t" r="r" b="b"/>
            <a:pathLst>
              <a:path w="60" h="63">
                <a:moveTo>
                  <a:pt x="38" y="47"/>
                </a:moveTo>
                <a:cubicBezTo>
                  <a:pt x="38" y="50"/>
                  <a:pt x="37" y="52"/>
                  <a:pt x="36" y="54"/>
                </a:cubicBezTo>
                <a:cubicBezTo>
                  <a:pt x="32" y="61"/>
                  <a:pt x="24" y="63"/>
                  <a:pt x="17" y="63"/>
                </a:cubicBezTo>
                <a:cubicBezTo>
                  <a:pt x="11" y="63"/>
                  <a:pt x="4" y="61"/>
                  <a:pt x="1" y="56"/>
                </a:cubicBezTo>
                <a:cubicBezTo>
                  <a:pt x="0" y="55"/>
                  <a:pt x="0" y="53"/>
                  <a:pt x="0" y="51"/>
                </a:cubicBezTo>
                <a:cubicBezTo>
                  <a:pt x="0" y="47"/>
                  <a:pt x="2" y="43"/>
                  <a:pt x="6" y="41"/>
                </a:cubicBezTo>
                <a:cubicBezTo>
                  <a:pt x="10" y="38"/>
                  <a:pt x="16" y="38"/>
                  <a:pt x="21" y="37"/>
                </a:cubicBezTo>
                <a:cubicBezTo>
                  <a:pt x="20" y="35"/>
                  <a:pt x="19" y="34"/>
                  <a:pt x="19" y="32"/>
                </a:cubicBezTo>
                <a:cubicBezTo>
                  <a:pt x="19" y="30"/>
                  <a:pt x="19" y="29"/>
                  <a:pt x="20" y="28"/>
                </a:cubicBezTo>
                <a:cubicBezTo>
                  <a:pt x="19" y="29"/>
                  <a:pt x="18" y="29"/>
                  <a:pt x="17" y="29"/>
                </a:cubicBezTo>
                <a:cubicBezTo>
                  <a:pt x="10" y="29"/>
                  <a:pt x="4" y="23"/>
                  <a:pt x="4" y="16"/>
                </a:cubicBezTo>
                <a:cubicBezTo>
                  <a:pt x="4" y="11"/>
                  <a:pt x="6" y="7"/>
                  <a:pt x="9" y="5"/>
                </a:cubicBezTo>
                <a:cubicBezTo>
                  <a:pt x="13" y="1"/>
                  <a:pt x="19" y="0"/>
                  <a:pt x="24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35" y="3"/>
                  <a:pt x="35" y="3"/>
                  <a:pt x="35" y="3"/>
                </a:cubicBezTo>
                <a:cubicBezTo>
                  <a:pt x="30" y="3"/>
                  <a:pt x="30" y="3"/>
                  <a:pt x="30" y="3"/>
                </a:cubicBezTo>
                <a:cubicBezTo>
                  <a:pt x="33" y="6"/>
                  <a:pt x="35" y="9"/>
                  <a:pt x="35" y="14"/>
                </a:cubicBezTo>
                <a:cubicBezTo>
                  <a:pt x="35" y="24"/>
                  <a:pt x="26" y="25"/>
                  <a:pt x="26" y="30"/>
                </a:cubicBezTo>
                <a:cubicBezTo>
                  <a:pt x="26" y="35"/>
                  <a:pt x="38" y="37"/>
                  <a:pt x="38" y="47"/>
                </a:cubicBezTo>
                <a:close/>
                <a:moveTo>
                  <a:pt x="33" y="51"/>
                </a:moveTo>
                <a:cubicBezTo>
                  <a:pt x="33" y="45"/>
                  <a:pt x="28" y="42"/>
                  <a:pt x="24" y="40"/>
                </a:cubicBezTo>
                <a:cubicBezTo>
                  <a:pt x="23" y="40"/>
                  <a:pt x="23" y="40"/>
                  <a:pt x="22" y="40"/>
                </a:cubicBezTo>
                <a:cubicBezTo>
                  <a:pt x="16" y="40"/>
                  <a:pt x="7" y="42"/>
                  <a:pt x="7" y="49"/>
                </a:cubicBezTo>
                <a:cubicBezTo>
                  <a:pt x="7" y="57"/>
                  <a:pt x="15" y="59"/>
                  <a:pt x="21" y="59"/>
                </a:cubicBezTo>
                <a:cubicBezTo>
                  <a:pt x="26" y="59"/>
                  <a:pt x="33" y="57"/>
                  <a:pt x="33" y="51"/>
                </a:cubicBezTo>
                <a:close/>
                <a:moveTo>
                  <a:pt x="26" y="24"/>
                </a:moveTo>
                <a:cubicBezTo>
                  <a:pt x="28" y="22"/>
                  <a:pt x="28" y="20"/>
                  <a:pt x="28" y="18"/>
                </a:cubicBezTo>
                <a:cubicBezTo>
                  <a:pt x="28" y="12"/>
                  <a:pt x="25" y="3"/>
                  <a:pt x="18" y="3"/>
                </a:cubicBezTo>
                <a:cubicBezTo>
                  <a:pt x="16" y="3"/>
                  <a:pt x="14" y="4"/>
                  <a:pt x="13" y="6"/>
                </a:cubicBezTo>
                <a:cubicBezTo>
                  <a:pt x="11" y="7"/>
                  <a:pt x="11" y="9"/>
                  <a:pt x="11" y="12"/>
                </a:cubicBezTo>
                <a:cubicBezTo>
                  <a:pt x="11" y="17"/>
                  <a:pt x="14" y="26"/>
                  <a:pt x="21" y="26"/>
                </a:cubicBezTo>
                <a:cubicBezTo>
                  <a:pt x="23" y="26"/>
                  <a:pt x="25" y="25"/>
                  <a:pt x="26" y="24"/>
                </a:cubicBezTo>
                <a:close/>
                <a:moveTo>
                  <a:pt x="60" y="26"/>
                </a:moveTo>
                <a:cubicBezTo>
                  <a:pt x="60" y="30"/>
                  <a:pt x="60" y="30"/>
                  <a:pt x="60" y="30"/>
                </a:cubicBezTo>
                <a:cubicBezTo>
                  <a:pt x="52" y="30"/>
                  <a:pt x="52" y="30"/>
                  <a:pt x="52" y="30"/>
                </a:cubicBezTo>
                <a:cubicBezTo>
                  <a:pt x="52" y="39"/>
                  <a:pt x="52" y="39"/>
                  <a:pt x="52" y="39"/>
                </a:cubicBezTo>
                <a:cubicBezTo>
                  <a:pt x="48" y="39"/>
                  <a:pt x="48" y="39"/>
                  <a:pt x="48" y="39"/>
                </a:cubicBezTo>
                <a:cubicBezTo>
                  <a:pt x="48" y="30"/>
                  <a:pt x="48" y="30"/>
                  <a:pt x="48" y="30"/>
                </a:cubicBezTo>
                <a:cubicBezTo>
                  <a:pt x="40" y="30"/>
                  <a:pt x="40" y="30"/>
                  <a:pt x="40" y="30"/>
                </a:cubicBezTo>
                <a:cubicBezTo>
                  <a:pt x="40" y="26"/>
                  <a:pt x="40" y="26"/>
                  <a:pt x="40" y="26"/>
                </a:cubicBezTo>
                <a:cubicBezTo>
                  <a:pt x="48" y="26"/>
                  <a:pt x="48" y="26"/>
                  <a:pt x="48" y="26"/>
                </a:cubicBezTo>
                <a:cubicBezTo>
                  <a:pt x="48" y="18"/>
                  <a:pt x="48" y="18"/>
                  <a:pt x="48" y="18"/>
                </a:cubicBezTo>
                <a:cubicBezTo>
                  <a:pt x="52" y="18"/>
                  <a:pt x="52" y="18"/>
                  <a:pt x="52" y="18"/>
                </a:cubicBezTo>
                <a:cubicBezTo>
                  <a:pt x="52" y="26"/>
                  <a:pt x="52" y="26"/>
                  <a:pt x="52" y="26"/>
                </a:cubicBezTo>
                <a:lnTo>
                  <a:pt x="60" y="2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9" name="Freeform 66"/>
          <p:cNvSpPr/>
          <p:nvPr/>
        </p:nvSpPr>
        <p:spPr>
          <a:xfrm>
            <a:off x="1976400" y="1298520"/>
            <a:ext cx="250920" cy="233280"/>
          </a:xfrm>
          <a:custGeom>
            <a:avLst/>
            <a:gdLst/>
            <a:ahLst/>
            <a:rect l="l" t="t" r="r" b="b"/>
            <a:pathLst>
              <a:path w="73" h="68">
                <a:moveTo>
                  <a:pt x="13" y="39"/>
                </a:moveTo>
                <a:cubicBezTo>
                  <a:pt x="8" y="39"/>
                  <a:pt x="8" y="39"/>
                  <a:pt x="8" y="39"/>
                </a:cubicBezTo>
                <a:cubicBezTo>
                  <a:pt x="4" y="39"/>
                  <a:pt x="0" y="37"/>
                  <a:pt x="0" y="33"/>
                </a:cubicBezTo>
                <a:cubicBezTo>
                  <a:pt x="0" y="29"/>
                  <a:pt x="0" y="19"/>
                  <a:pt x="5" y="19"/>
                </a:cubicBezTo>
                <a:cubicBezTo>
                  <a:pt x="6" y="19"/>
                  <a:pt x="10" y="22"/>
                  <a:pt x="15" y="22"/>
                </a:cubicBezTo>
                <a:cubicBezTo>
                  <a:pt x="17" y="22"/>
                  <a:pt x="18" y="22"/>
                  <a:pt x="20" y="21"/>
                </a:cubicBezTo>
                <a:cubicBezTo>
                  <a:pt x="20" y="22"/>
                  <a:pt x="20" y="23"/>
                  <a:pt x="20" y="24"/>
                </a:cubicBezTo>
                <a:cubicBezTo>
                  <a:pt x="20" y="27"/>
                  <a:pt x="21" y="31"/>
                  <a:pt x="23" y="34"/>
                </a:cubicBezTo>
                <a:cubicBezTo>
                  <a:pt x="19" y="34"/>
                  <a:pt x="15" y="36"/>
                  <a:pt x="13" y="39"/>
                </a:cubicBezTo>
                <a:close/>
                <a:moveTo>
                  <a:pt x="15" y="19"/>
                </a:moveTo>
                <a:cubicBezTo>
                  <a:pt x="10" y="19"/>
                  <a:pt x="5" y="15"/>
                  <a:pt x="5" y="9"/>
                </a:cubicBezTo>
                <a:cubicBezTo>
                  <a:pt x="5" y="4"/>
                  <a:pt x="10" y="0"/>
                  <a:pt x="15" y="0"/>
                </a:cubicBezTo>
                <a:cubicBezTo>
                  <a:pt x="20" y="0"/>
                  <a:pt x="25" y="4"/>
                  <a:pt x="25" y="9"/>
                </a:cubicBezTo>
                <a:cubicBezTo>
                  <a:pt x="25" y="15"/>
                  <a:pt x="20" y="19"/>
                  <a:pt x="15" y="19"/>
                </a:cubicBezTo>
                <a:close/>
                <a:moveTo>
                  <a:pt x="53" y="68"/>
                </a:moveTo>
                <a:cubicBezTo>
                  <a:pt x="20" y="68"/>
                  <a:pt x="20" y="68"/>
                  <a:pt x="20" y="68"/>
                </a:cubicBezTo>
                <a:cubicBezTo>
                  <a:pt x="14" y="68"/>
                  <a:pt x="10" y="64"/>
                  <a:pt x="10" y="58"/>
                </a:cubicBezTo>
                <a:cubicBezTo>
                  <a:pt x="10" y="49"/>
                  <a:pt x="12" y="36"/>
                  <a:pt x="23" y="36"/>
                </a:cubicBezTo>
                <a:cubicBezTo>
                  <a:pt x="25" y="36"/>
                  <a:pt x="29" y="41"/>
                  <a:pt x="37" y="41"/>
                </a:cubicBezTo>
                <a:cubicBezTo>
                  <a:pt x="44" y="41"/>
                  <a:pt x="49" y="36"/>
                  <a:pt x="50" y="36"/>
                </a:cubicBezTo>
                <a:cubicBezTo>
                  <a:pt x="62" y="36"/>
                  <a:pt x="64" y="49"/>
                  <a:pt x="64" y="58"/>
                </a:cubicBezTo>
                <a:cubicBezTo>
                  <a:pt x="64" y="64"/>
                  <a:pt x="60" y="68"/>
                  <a:pt x="53" y="68"/>
                </a:cubicBezTo>
                <a:close/>
                <a:moveTo>
                  <a:pt x="37" y="39"/>
                </a:moveTo>
                <a:cubicBezTo>
                  <a:pt x="29" y="39"/>
                  <a:pt x="22" y="32"/>
                  <a:pt x="22" y="24"/>
                </a:cubicBezTo>
                <a:cubicBezTo>
                  <a:pt x="22" y="16"/>
                  <a:pt x="29" y="9"/>
                  <a:pt x="37" y="9"/>
                </a:cubicBezTo>
                <a:cubicBezTo>
                  <a:pt x="45" y="9"/>
                  <a:pt x="51" y="16"/>
                  <a:pt x="51" y="24"/>
                </a:cubicBezTo>
                <a:cubicBezTo>
                  <a:pt x="51" y="32"/>
                  <a:pt x="45" y="39"/>
                  <a:pt x="37" y="39"/>
                </a:cubicBezTo>
                <a:close/>
                <a:moveTo>
                  <a:pt x="59" y="19"/>
                </a:moveTo>
                <a:cubicBezTo>
                  <a:pt x="53" y="19"/>
                  <a:pt x="49" y="15"/>
                  <a:pt x="49" y="9"/>
                </a:cubicBezTo>
                <a:cubicBezTo>
                  <a:pt x="49" y="4"/>
                  <a:pt x="53" y="0"/>
                  <a:pt x="59" y="0"/>
                </a:cubicBezTo>
                <a:cubicBezTo>
                  <a:pt x="64" y="0"/>
                  <a:pt x="68" y="4"/>
                  <a:pt x="68" y="9"/>
                </a:cubicBezTo>
                <a:cubicBezTo>
                  <a:pt x="68" y="15"/>
                  <a:pt x="64" y="19"/>
                  <a:pt x="59" y="19"/>
                </a:cubicBezTo>
                <a:close/>
                <a:moveTo>
                  <a:pt x="66" y="39"/>
                </a:moveTo>
                <a:cubicBezTo>
                  <a:pt x="61" y="39"/>
                  <a:pt x="61" y="39"/>
                  <a:pt x="61" y="39"/>
                </a:cubicBezTo>
                <a:cubicBezTo>
                  <a:pt x="58" y="36"/>
                  <a:pt x="55" y="34"/>
                  <a:pt x="51" y="34"/>
                </a:cubicBezTo>
                <a:cubicBezTo>
                  <a:pt x="53" y="31"/>
                  <a:pt x="54" y="27"/>
                  <a:pt x="54" y="24"/>
                </a:cubicBezTo>
                <a:cubicBezTo>
                  <a:pt x="54" y="23"/>
                  <a:pt x="54" y="22"/>
                  <a:pt x="54" y="21"/>
                </a:cubicBezTo>
                <a:cubicBezTo>
                  <a:pt x="55" y="22"/>
                  <a:pt x="57" y="22"/>
                  <a:pt x="59" y="22"/>
                </a:cubicBezTo>
                <a:cubicBezTo>
                  <a:pt x="64" y="22"/>
                  <a:pt x="68" y="19"/>
                  <a:pt x="69" y="19"/>
                </a:cubicBezTo>
                <a:cubicBezTo>
                  <a:pt x="73" y="19"/>
                  <a:pt x="73" y="29"/>
                  <a:pt x="73" y="33"/>
                </a:cubicBezTo>
                <a:cubicBezTo>
                  <a:pt x="73" y="37"/>
                  <a:pt x="70" y="39"/>
                  <a:pt x="66" y="3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20" name="Freeform 67"/>
          <p:cNvSpPr/>
          <p:nvPr/>
        </p:nvSpPr>
        <p:spPr>
          <a:xfrm>
            <a:off x="2471760" y="1316160"/>
            <a:ext cx="233280" cy="199800"/>
          </a:xfrm>
          <a:custGeom>
            <a:avLst/>
            <a:gdLst/>
            <a:ahLst/>
            <a:rect l="l" t="t" r="r" b="b"/>
            <a:pathLst>
              <a:path w="68" h="58">
                <a:moveTo>
                  <a:pt x="68" y="48"/>
                </a:moveTo>
                <a:cubicBezTo>
                  <a:pt x="68" y="51"/>
                  <a:pt x="66" y="53"/>
                  <a:pt x="64" y="53"/>
                </a:cubicBezTo>
                <a:cubicBezTo>
                  <a:pt x="53" y="53"/>
                  <a:pt x="53" y="53"/>
                  <a:pt x="53" y="53"/>
                </a:cubicBezTo>
                <a:cubicBezTo>
                  <a:pt x="50" y="53"/>
                  <a:pt x="47" y="54"/>
                  <a:pt x="44" y="55"/>
                </a:cubicBezTo>
                <a:cubicBezTo>
                  <a:pt x="40" y="57"/>
                  <a:pt x="36" y="58"/>
                  <a:pt x="32" y="58"/>
                </a:cubicBezTo>
                <a:cubicBezTo>
                  <a:pt x="25" y="58"/>
                  <a:pt x="20" y="54"/>
                  <a:pt x="20" y="47"/>
                </a:cubicBezTo>
                <a:cubicBezTo>
                  <a:pt x="20" y="46"/>
                  <a:pt x="20" y="46"/>
                  <a:pt x="20" y="46"/>
                </a:cubicBezTo>
                <a:cubicBezTo>
                  <a:pt x="19" y="45"/>
                  <a:pt x="18" y="42"/>
                  <a:pt x="18" y="40"/>
                </a:cubicBezTo>
                <a:cubicBezTo>
                  <a:pt x="18" y="39"/>
                  <a:pt x="18" y="39"/>
                  <a:pt x="18" y="38"/>
                </a:cubicBezTo>
                <a:cubicBezTo>
                  <a:pt x="17" y="37"/>
                  <a:pt x="17" y="35"/>
                  <a:pt x="17" y="34"/>
                </a:cubicBezTo>
                <a:cubicBezTo>
                  <a:pt x="10" y="34"/>
                  <a:pt x="10" y="34"/>
                  <a:pt x="10" y="34"/>
                </a:cubicBezTo>
                <a:cubicBezTo>
                  <a:pt x="5" y="34"/>
                  <a:pt x="0" y="29"/>
                  <a:pt x="0" y="24"/>
                </a:cubicBezTo>
                <a:cubicBezTo>
                  <a:pt x="0" y="19"/>
                  <a:pt x="5" y="14"/>
                  <a:pt x="10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4" y="13"/>
                  <a:pt x="24" y="11"/>
                  <a:pt x="24" y="9"/>
                </a:cubicBezTo>
                <a:cubicBezTo>
                  <a:pt x="24" y="3"/>
                  <a:pt x="28" y="0"/>
                  <a:pt x="34" y="0"/>
                </a:cubicBezTo>
                <a:cubicBezTo>
                  <a:pt x="40" y="0"/>
                  <a:pt x="41" y="6"/>
                  <a:pt x="43" y="10"/>
                </a:cubicBezTo>
                <a:cubicBezTo>
                  <a:pt x="45" y="11"/>
                  <a:pt x="46" y="13"/>
                  <a:pt x="47" y="14"/>
                </a:cubicBezTo>
                <a:cubicBezTo>
                  <a:pt x="48" y="16"/>
                  <a:pt x="51" y="19"/>
                  <a:pt x="53" y="19"/>
                </a:cubicBezTo>
                <a:cubicBezTo>
                  <a:pt x="64" y="19"/>
                  <a:pt x="64" y="19"/>
                  <a:pt x="64" y="19"/>
                </a:cubicBezTo>
                <a:cubicBezTo>
                  <a:pt x="66" y="19"/>
                  <a:pt x="68" y="21"/>
                  <a:pt x="68" y="24"/>
                </a:cubicBezTo>
                <a:lnTo>
                  <a:pt x="68" y="48"/>
                </a:lnTo>
                <a:close/>
                <a:moveTo>
                  <a:pt x="54" y="48"/>
                </a:moveTo>
                <a:cubicBezTo>
                  <a:pt x="54" y="24"/>
                  <a:pt x="54" y="24"/>
                  <a:pt x="54" y="24"/>
                </a:cubicBezTo>
                <a:cubicBezTo>
                  <a:pt x="53" y="24"/>
                  <a:pt x="53" y="24"/>
                  <a:pt x="53" y="24"/>
                </a:cubicBezTo>
                <a:cubicBezTo>
                  <a:pt x="49" y="24"/>
                  <a:pt x="46" y="20"/>
                  <a:pt x="44" y="18"/>
                </a:cubicBezTo>
                <a:cubicBezTo>
                  <a:pt x="42" y="16"/>
                  <a:pt x="41" y="14"/>
                  <a:pt x="39" y="12"/>
                </a:cubicBezTo>
                <a:cubicBezTo>
                  <a:pt x="39" y="11"/>
                  <a:pt x="38" y="10"/>
                  <a:pt x="38" y="10"/>
                </a:cubicBezTo>
                <a:cubicBezTo>
                  <a:pt x="37" y="9"/>
                  <a:pt x="35" y="4"/>
                  <a:pt x="34" y="4"/>
                </a:cubicBezTo>
                <a:cubicBezTo>
                  <a:pt x="31" y="4"/>
                  <a:pt x="28" y="6"/>
                  <a:pt x="28" y="9"/>
                </a:cubicBezTo>
                <a:cubicBezTo>
                  <a:pt x="28" y="14"/>
                  <a:pt x="32" y="17"/>
                  <a:pt x="32" y="19"/>
                </a:cubicBezTo>
                <a:cubicBezTo>
                  <a:pt x="10" y="19"/>
                  <a:pt x="10" y="19"/>
                  <a:pt x="10" y="19"/>
                </a:cubicBezTo>
                <a:cubicBezTo>
                  <a:pt x="8" y="19"/>
                  <a:pt x="5" y="21"/>
                  <a:pt x="5" y="24"/>
                </a:cubicBezTo>
                <a:cubicBezTo>
                  <a:pt x="5" y="26"/>
                  <a:pt x="8" y="29"/>
                  <a:pt x="10" y="29"/>
                </a:cubicBezTo>
                <a:cubicBezTo>
                  <a:pt x="23" y="29"/>
                  <a:pt x="23" y="29"/>
                  <a:pt x="23" y="29"/>
                </a:cubicBezTo>
                <a:cubicBezTo>
                  <a:pt x="22" y="30"/>
                  <a:pt x="21" y="31"/>
                  <a:pt x="21" y="33"/>
                </a:cubicBezTo>
                <a:cubicBezTo>
                  <a:pt x="21" y="34"/>
                  <a:pt x="22" y="36"/>
                  <a:pt x="23" y="37"/>
                </a:cubicBezTo>
                <a:cubicBezTo>
                  <a:pt x="23" y="38"/>
                  <a:pt x="23" y="39"/>
                  <a:pt x="23" y="40"/>
                </a:cubicBezTo>
                <a:cubicBezTo>
                  <a:pt x="23" y="41"/>
                  <a:pt x="24" y="44"/>
                  <a:pt x="25" y="45"/>
                </a:cubicBezTo>
                <a:cubicBezTo>
                  <a:pt x="25" y="45"/>
                  <a:pt x="25" y="46"/>
                  <a:pt x="25" y="47"/>
                </a:cubicBezTo>
                <a:cubicBezTo>
                  <a:pt x="25" y="51"/>
                  <a:pt x="28" y="53"/>
                  <a:pt x="32" y="53"/>
                </a:cubicBezTo>
                <a:cubicBezTo>
                  <a:pt x="40" y="53"/>
                  <a:pt x="46" y="48"/>
                  <a:pt x="53" y="48"/>
                </a:cubicBezTo>
                <a:lnTo>
                  <a:pt x="54" y="48"/>
                </a:lnTo>
                <a:close/>
                <a:moveTo>
                  <a:pt x="61" y="43"/>
                </a:moveTo>
                <a:cubicBezTo>
                  <a:pt x="60" y="43"/>
                  <a:pt x="59" y="44"/>
                  <a:pt x="59" y="46"/>
                </a:cubicBezTo>
                <a:cubicBezTo>
                  <a:pt x="59" y="47"/>
                  <a:pt x="60" y="48"/>
                  <a:pt x="61" y="48"/>
                </a:cubicBezTo>
                <a:cubicBezTo>
                  <a:pt x="63" y="48"/>
                  <a:pt x="64" y="47"/>
                  <a:pt x="64" y="46"/>
                </a:cubicBezTo>
                <a:cubicBezTo>
                  <a:pt x="64" y="44"/>
                  <a:pt x="63" y="43"/>
                  <a:pt x="61" y="4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21" name="Freeform 68"/>
          <p:cNvSpPr/>
          <p:nvPr/>
        </p:nvSpPr>
        <p:spPr>
          <a:xfrm>
            <a:off x="2971800" y="1316160"/>
            <a:ext cx="217440" cy="199800"/>
          </a:xfrm>
          <a:custGeom>
            <a:avLst/>
            <a:gdLst/>
            <a:ahLst/>
            <a:rect l="l" t="t" r="r" b="b"/>
            <a:pathLst>
              <a:path w="63" h="58">
                <a:moveTo>
                  <a:pt x="52" y="58"/>
                </a:moveTo>
                <a:cubicBezTo>
                  <a:pt x="48" y="58"/>
                  <a:pt x="45" y="58"/>
                  <a:pt x="41" y="58"/>
                </a:cubicBezTo>
                <a:cubicBezTo>
                  <a:pt x="40" y="58"/>
                  <a:pt x="40" y="56"/>
                  <a:pt x="40" y="55"/>
                </a:cubicBezTo>
                <a:cubicBezTo>
                  <a:pt x="40" y="52"/>
                  <a:pt x="43" y="53"/>
                  <a:pt x="45" y="52"/>
                </a:cubicBezTo>
                <a:cubicBezTo>
                  <a:pt x="47" y="51"/>
                  <a:pt x="47" y="48"/>
                  <a:pt x="47" y="47"/>
                </a:cubicBezTo>
                <a:cubicBezTo>
                  <a:pt x="47" y="32"/>
                  <a:pt x="47" y="32"/>
                  <a:pt x="47" y="32"/>
                </a:cubicBezTo>
                <a:cubicBezTo>
                  <a:pt x="47" y="32"/>
                  <a:pt x="47" y="31"/>
                  <a:pt x="47" y="31"/>
                </a:cubicBezTo>
                <a:cubicBezTo>
                  <a:pt x="46" y="31"/>
                  <a:pt x="45" y="31"/>
                  <a:pt x="45" y="31"/>
                </a:cubicBezTo>
                <a:cubicBezTo>
                  <a:pt x="19" y="31"/>
                  <a:pt x="19" y="31"/>
                  <a:pt x="19" y="31"/>
                </a:cubicBezTo>
                <a:cubicBezTo>
                  <a:pt x="18" y="31"/>
                  <a:pt x="18" y="31"/>
                  <a:pt x="17" y="31"/>
                </a:cubicBezTo>
                <a:cubicBezTo>
                  <a:pt x="17" y="31"/>
                  <a:pt x="17" y="32"/>
                  <a:pt x="17" y="32"/>
                </a:cubicBezTo>
                <a:cubicBezTo>
                  <a:pt x="17" y="46"/>
                  <a:pt x="17" y="46"/>
                  <a:pt x="17" y="46"/>
                </a:cubicBezTo>
                <a:cubicBezTo>
                  <a:pt x="17" y="47"/>
                  <a:pt x="17" y="51"/>
                  <a:pt x="18" y="52"/>
                </a:cubicBezTo>
                <a:cubicBezTo>
                  <a:pt x="20" y="53"/>
                  <a:pt x="25" y="52"/>
                  <a:pt x="25" y="55"/>
                </a:cubicBezTo>
                <a:cubicBezTo>
                  <a:pt x="25" y="56"/>
                  <a:pt x="24" y="58"/>
                  <a:pt x="23" y="58"/>
                </a:cubicBezTo>
                <a:cubicBezTo>
                  <a:pt x="19" y="58"/>
                  <a:pt x="16" y="58"/>
                  <a:pt x="12" y="58"/>
                </a:cubicBezTo>
                <a:cubicBezTo>
                  <a:pt x="9" y="58"/>
                  <a:pt x="6" y="58"/>
                  <a:pt x="3" y="58"/>
                </a:cubicBezTo>
                <a:cubicBezTo>
                  <a:pt x="2" y="58"/>
                  <a:pt x="1" y="56"/>
                  <a:pt x="1" y="55"/>
                </a:cubicBezTo>
                <a:cubicBezTo>
                  <a:pt x="1" y="52"/>
                  <a:pt x="4" y="53"/>
                  <a:pt x="6" y="52"/>
                </a:cubicBezTo>
                <a:cubicBezTo>
                  <a:pt x="8" y="51"/>
                  <a:pt x="8" y="48"/>
                  <a:pt x="8" y="47"/>
                </a:cubicBezTo>
                <a:cubicBezTo>
                  <a:pt x="8" y="45"/>
                  <a:pt x="8" y="45"/>
                  <a:pt x="8" y="45"/>
                </a:cubicBezTo>
                <a:cubicBezTo>
                  <a:pt x="8" y="14"/>
                  <a:pt x="8" y="14"/>
                  <a:pt x="8" y="14"/>
                </a:cubicBezTo>
                <a:cubicBezTo>
                  <a:pt x="8" y="12"/>
                  <a:pt x="8" y="6"/>
                  <a:pt x="6" y="5"/>
                </a:cubicBezTo>
                <a:cubicBezTo>
                  <a:pt x="4" y="4"/>
                  <a:pt x="0" y="6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5" y="0"/>
                  <a:pt x="9" y="0"/>
                  <a:pt x="12" y="0"/>
                </a:cubicBezTo>
                <a:cubicBezTo>
                  <a:pt x="16" y="0"/>
                  <a:pt x="19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5"/>
                  <a:pt x="20" y="4"/>
                  <a:pt x="18" y="5"/>
                </a:cubicBezTo>
                <a:cubicBezTo>
                  <a:pt x="17" y="6"/>
                  <a:pt x="17" y="10"/>
                  <a:pt x="17" y="11"/>
                </a:cubicBezTo>
                <a:cubicBezTo>
                  <a:pt x="17" y="23"/>
                  <a:pt x="17" y="23"/>
                  <a:pt x="17" y="23"/>
                </a:cubicBezTo>
                <a:cubicBezTo>
                  <a:pt x="17" y="24"/>
                  <a:pt x="17" y="24"/>
                  <a:pt x="17" y="24"/>
                </a:cubicBezTo>
                <a:cubicBezTo>
                  <a:pt x="18" y="25"/>
                  <a:pt x="18" y="25"/>
                  <a:pt x="19" y="25"/>
                </a:cubicBezTo>
                <a:cubicBezTo>
                  <a:pt x="45" y="25"/>
                  <a:pt x="45" y="25"/>
                  <a:pt x="45" y="25"/>
                </a:cubicBezTo>
                <a:cubicBezTo>
                  <a:pt x="46" y="25"/>
                  <a:pt x="46" y="25"/>
                  <a:pt x="47" y="24"/>
                </a:cubicBezTo>
                <a:cubicBezTo>
                  <a:pt x="47" y="24"/>
                  <a:pt x="47" y="24"/>
                  <a:pt x="47" y="23"/>
                </a:cubicBezTo>
                <a:cubicBezTo>
                  <a:pt x="47" y="11"/>
                  <a:pt x="47" y="11"/>
                  <a:pt x="47" y="11"/>
                </a:cubicBezTo>
                <a:cubicBezTo>
                  <a:pt x="47" y="10"/>
                  <a:pt x="47" y="6"/>
                  <a:pt x="45" y="5"/>
                </a:cubicBezTo>
                <a:cubicBezTo>
                  <a:pt x="43" y="4"/>
                  <a:pt x="40" y="5"/>
                  <a:pt x="40" y="2"/>
                </a:cubicBezTo>
                <a:cubicBezTo>
                  <a:pt x="40" y="1"/>
                  <a:pt x="40" y="0"/>
                  <a:pt x="41" y="0"/>
                </a:cubicBezTo>
                <a:cubicBezTo>
                  <a:pt x="45" y="0"/>
                  <a:pt x="48" y="0"/>
                  <a:pt x="52" y="0"/>
                </a:cubicBezTo>
                <a:cubicBezTo>
                  <a:pt x="55" y="0"/>
                  <a:pt x="58" y="0"/>
                  <a:pt x="61" y="0"/>
                </a:cubicBezTo>
                <a:cubicBezTo>
                  <a:pt x="63" y="0"/>
                  <a:pt x="63" y="1"/>
                  <a:pt x="63" y="2"/>
                </a:cubicBezTo>
                <a:cubicBezTo>
                  <a:pt x="63" y="6"/>
                  <a:pt x="59" y="4"/>
                  <a:pt x="57" y="5"/>
                </a:cubicBezTo>
                <a:cubicBezTo>
                  <a:pt x="56" y="6"/>
                  <a:pt x="56" y="10"/>
                  <a:pt x="56" y="11"/>
                </a:cubicBezTo>
                <a:cubicBezTo>
                  <a:pt x="56" y="47"/>
                  <a:pt x="56" y="47"/>
                  <a:pt x="56" y="47"/>
                </a:cubicBezTo>
                <a:cubicBezTo>
                  <a:pt x="56" y="48"/>
                  <a:pt x="56" y="51"/>
                  <a:pt x="57" y="52"/>
                </a:cubicBezTo>
                <a:cubicBezTo>
                  <a:pt x="59" y="53"/>
                  <a:pt x="63" y="52"/>
                  <a:pt x="63" y="55"/>
                </a:cubicBezTo>
                <a:cubicBezTo>
                  <a:pt x="63" y="56"/>
                  <a:pt x="63" y="58"/>
                  <a:pt x="62" y="58"/>
                </a:cubicBezTo>
                <a:cubicBezTo>
                  <a:pt x="58" y="58"/>
                  <a:pt x="55" y="58"/>
                  <a:pt x="52" y="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22" name="Freeform 69"/>
          <p:cNvSpPr/>
          <p:nvPr/>
        </p:nvSpPr>
        <p:spPr>
          <a:xfrm>
            <a:off x="3460680" y="1316160"/>
            <a:ext cx="198360" cy="199800"/>
          </a:xfrm>
          <a:custGeom>
            <a:avLst/>
            <a:gdLst/>
            <a:ahLst/>
            <a:rect l="l" t="t" r="r" b="b"/>
            <a:pathLst>
              <a:path w="58" h="58">
                <a:moveTo>
                  <a:pt x="29" y="58"/>
                </a:moveTo>
                <a:cubicBezTo>
                  <a:pt x="20" y="58"/>
                  <a:pt x="12" y="54"/>
                  <a:pt x="6" y="47"/>
                </a:cubicBezTo>
                <a:cubicBezTo>
                  <a:pt x="6" y="47"/>
                  <a:pt x="6" y="46"/>
                  <a:pt x="7" y="46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40"/>
                  <a:pt x="12" y="40"/>
                  <a:pt x="13" y="40"/>
                </a:cubicBezTo>
                <a:cubicBezTo>
                  <a:pt x="13" y="40"/>
                  <a:pt x="13" y="40"/>
                  <a:pt x="14" y="41"/>
                </a:cubicBezTo>
                <a:cubicBezTo>
                  <a:pt x="17" y="45"/>
                  <a:pt x="23" y="48"/>
                  <a:pt x="29" y="48"/>
                </a:cubicBezTo>
                <a:cubicBezTo>
                  <a:pt x="40" y="48"/>
                  <a:pt x="48" y="39"/>
                  <a:pt x="48" y="29"/>
                </a:cubicBezTo>
                <a:cubicBezTo>
                  <a:pt x="48" y="18"/>
                  <a:pt x="40" y="9"/>
                  <a:pt x="29" y="9"/>
                </a:cubicBezTo>
                <a:cubicBezTo>
                  <a:pt x="24" y="9"/>
                  <a:pt x="19" y="11"/>
                  <a:pt x="16" y="14"/>
                </a:cubicBezTo>
                <a:cubicBezTo>
                  <a:pt x="21" y="20"/>
                  <a:pt x="21" y="20"/>
                  <a:pt x="21" y="20"/>
                </a:cubicBezTo>
                <a:cubicBezTo>
                  <a:pt x="22" y="20"/>
                  <a:pt x="22" y="21"/>
                  <a:pt x="21" y="22"/>
                </a:cubicBezTo>
                <a:cubicBezTo>
                  <a:pt x="21" y="23"/>
                  <a:pt x="20" y="24"/>
                  <a:pt x="19" y="24"/>
                </a:cubicBezTo>
                <a:cubicBezTo>
                  <a:pt x="2" y="24"/>
                  <a:pt x="2" y="24"/>
                  <a:pt x="2" y="24"/>
                </a:cubicBezTo>
                <a:cubicBezTo>
                  <a:pt x="1" y="24"/>
                  <a:pt x="0" y="23"/>
                  <a:pt x="0" y="21"/>
                </a:cubicBezTo>
                <a:cubicBezTo>
                  <a:pt x="0" y="4"/>
                  <a:pt x="0" y="4"/>
                  <a:pt x="0" y="4"/>
                </a:cubicBezTo>
                <a:cubicBezTo>
                  <a:pt x="0" y="3"/>
                  <a:pt x="0" y="3"/>
                  <a:pt x="1" y="2"/>
                </a:cubicBezTo>
                <a:cubicBezTo>
                  <a:pt x="2" y="2"/>
                  <a:pt x="3" y="2"/>
                  <a:pt x="4" y="3"/>
                </a:cubicBezTo>
                <a:cubicBezTo>
                  <a:pt x="9" y="8"/>
                  <a:pt x="9" y="8"/>
                  <a:pt x="9" y="8"/>
                </a:cubicBezTo>
                <a:cubicBezTo>
                  <a:pt x="14" y="3"/>
                  <a:pt x="21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45"/>
                  <a:pt x="45" y="58"/>
                  <a:pt x="29" y="58"/>
                </a:cubicBezTo>
                <a:close/>
                <a:moveTo>
                  <a:pt x="34" y="35"/>
                </a:moveTo>
                <a:cubicBezTo>
                  <a:pt x="34" y="35"/>
                  <a:pt x="33" y="36"/>
                  <a:pt x="33" y="36"/>
                </a:cubicBezTo>
                <a:cubicBezTo>
                  <a:pt x="20" y="36"/>
                  <a:pt x="20" y="36"/>
                  <a:pt x="20" y="36"/>
                </a:cubicBezTo>
                <a:cubicBezTo>
                  <a:pt x="20" y="36"/>
                  <a:pt x="19" y="35"/>
                  <a:pt x="19" y="35"/>
                </a:cubicBezTo>
                <a:cubicBezTo>
                  <a:pt x="19" y="32"/>
                  <a:pt x="19" y="32"/>
                  <a:pt x="19" y="32"/>
                </a:cubicBezTo>
                <a:cubicBezTo>
                  <a:pt x="19" y="32"/>
                  <a:pt x="20" y="31"/>
                  <a:pt x="20" y="31"/>
                </a:cubicBezTo>
                <a:cubicBezTo>
                  <a:pt x="29" y="31"/>
                  <a:pt x="29" y="31"/>
                  <a:pt x="29" y="31"/>
                </a:cubicBezTo>
                <a:cubicBezTo>
                  <a:pt x="29" y="18"/>
                  <a:pt x="29" y="18"/>
                  <a:pt x="29" y="18"/>
                </a:cubicBezTo>
                <a:cubicBezTo>
                  <a:pt x="29" y="17"/>
                  <a:pt x="29" y="17"/>
                  <a:pt x="30" y="17"/>
                </a:cubicBezTo>
                <a:cubicBezTo>
                  <a:pt x="33" y="17"/>
                  <a:pt x="33" y="17"/>
                  <a:pt x="33" y="17"/>
                </a:cubicBezTo>
                <a:cubicBezTo>
                  <a:pt x="33" y="17"/>
                  <a:pt x="34" y="17"/>
                  <a:pt x="34" y="18"/>
                </a:cubicBezTo>
                <a:lnTo>
                  <a:pt x="34" y="3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23" name="Freeform 70"/>
          <p:cNvSpPr/>
          <p:nvPr/>
        </p:nvSpPr>
        <p:spPr>
          <a:xfrm>
            <a:off x="3954600" y="1316160"/>
            <a:ext cx="177840" cy="182520"/>
          </a:xfrm>
          <a:custGeom>
            <a:avLst/>
            <a:gdLst/>
            <a:ahLst/>
            <a:rect l="l" t="t" r="r" b="b"/>
            <a:pathLst>
              <a:path w="52" h="53">
                <a:moveTo>
                  <a:pt x="37" y="37"/>
                </a:moveTo>
                <a:cubicBezTo>
                  <a:pt x="37" y="38"/>
                  <a:pt x="37" y="38"/>
                  <a:pt x="36" y="38"/>
                </a:cubicBezTo>
                <a:cubicBezTo>
                  <a:pt x="30" y="38"/>
                  <a:pt x="30" y="38"/>
                  <a:pt x="30" y="38"/>
                </a:cubicBezTo>
                <a:cubicBezTo>
                  <a:pt x="29" y="38"/>
                  <a:pt x="29" y="38"/>
                  <a:pt x="29" y="37"/>
                </a:cubicBezTo>
                <a:cubicBezTo>
                  <a:pt x="29" y="18"/>
                  <a:pt x="29" y="18"/>
                  <a:pt x="29" y="18"/>
                </a:cubicBezTo>
                <a:cubicBezTo>
                  <a:pt x="29" y="13"/>
                  <a:pt x="24" y="8"/>
                  <a:pt x="19" y="8"/>
                </a:cubicBezTo>
                <a:cubicBezTo>
                  <a:pt x="8" y="8"/>
                  <a:pt x="8" y="8"/>
                  <a:pt x="8" y="8"/>
                </a:cubicBezTo>
                <a:cubicBezTo>
                  <a:pt x="8" y="52"/>
                  <a:pt x="8" y="52"/>
                  <a:pt x="8" y="52"/>
                </a:cubicBezTo>
                <a:cubicBezTo>
                  <a:pt x="8" y="52"/>
                  <a:pt x="8" y="53"/>
                  <a:pt x="7" y="53"/>
                </a:cubicBezTo>
                <a:cubicBezTo>
                  <a:pt x="1" y="53"/>
                  <a:pt x="1" y="53"/>
                  <a:pt x="1" y="53"/>
                </a:cubicBezTo>
                <a:cubicBezTo>
                  <a:pt x="0" y="53"/>
                  <a:pt x="0" y="52"/>
                  <a:pt x="0" y="52"/>
                </a:cubicBezTo>
                <a:cubicBezTo>
                  <a:pt x="0" y="1"/>
                  <a:pt x="0" y="1"/>
                  <a:pt x="0" y="1"/>
                </a:cubicBezTo>
                <a:cubicBezTo>
                  <a:pt x="0" y="0"/>
                  <a:pt x="0" y="0"/>
                  <a:pt x="1" y="0"/>
                </a:cubicBezTo>
                <a:cubicBezTo>
                  <a:pt x="19" y="0"/>
                  <a:pt x="19" y="0"/>
                  <a:pt x="19" y="0"/>
                </a:cubicBezTo>
                <a:cubicBezTo>
                  <a:pt x="29" y="0"/>
                  <a:pt x="37" y="8"/>
                  <a:pt x="37" y="18"/>
                </a:cubicBezTo>
                <a:lnTo>
                  <a:pt x="37" y="37"/>
                </a:lnTo>
                <a:close/>
                <a:moveTo>
                  <a:pt x="52" y="34"/>
                </a:moveTo>
                <a:cubicBezTo>
                  <a:pt x="52" y="45"/>
                  <a:pt x="44" y="53"/>
                  <a:pt x="33" y="53"/>
                </a:cubicBezTo>
                <a:cubicBezTo>
                  <a:pt x="16" y="53"/>
                  <a:pt x="16" y="53"/>
                  <a:pt x="16" y="53"/>
                </a:cubicBezTo>
                <a:cubicBezTo>
                  <a:pt x="15" y="53"/>
                  <a:pt x="14" y="52"/>
                  <a:pt x="14" y="52"/>
                </a:cubicBezTo>
                <a:cubicBezTo>
                  <a:pt x="14" y="15"/>
                  <a:pt x="14" y="15"/>
                  <a:pt x="14" y="15"/>
                </a:cubicBezTo>
                <a:cubicBezTo>
                  <a:pt x="14" y="15"/>
                  <a:pt x="15" y="14"/>
                  <a:pt x="16" y="14"/>
                </a:cubicBezTo>
                <a:cubicBezTo>
                  <a:pt x="22" y="14"/>
                  <a:pt x="22" y="14"/>
                  <a:pt x="22" y="14"/>
                </a:cubicBezTo>
                <a:cubicBezTo>
                  <a:pt x="22" y="14"/>
                  <a:pt x="23" y="15"/>
                  <a:pt x="23" y="15"/>
                </a:cubicBezTo>
                <a:cubicBezTo>
                  <a:pt x="23" y="44"/>
                  <a:pt x="23" y="44"/>
                  <a:pt x="23" y="44"/>
                </a:cubicBezTo>
                <a:cubicBezTo>
                  <a:pt x="33" y="44"/>
                  <a:pt x="33" y="44"/>
                  <a:pt x="33" y="44"/>
                </a:cubicBezTo>
                <a:cubicBezTo>
                  <a:pt x="39" y="44"/>
                  <a:pt x="43" y="40"/>
                  <a:pt x="43" y="34"/>
                </a:cubicBezTo>
                <a:cubicBezTo>
                  <a:pt x="43" y="1"/>
                  <a:pt x="43" y="1"/>
                  <a:pt x="43" y="1"/>
                </a:cubicBezTo>
                <a:cubicBezTo>
                  <a:pt x="43" y="0"/>
                  <a:pt x="44" y="0"/>
                  <a:pt x="45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1" y="0"/>
                  <a:pt x="52" y="0"/>
                  <a:pt x="52" y="1"/>
                </a:cubicBezTo>
                <a:lnTo>
                  <a:pt x="52" y="3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24" name="Freeform 71"/>
          <p:cNvSpPr/>
          <p:nvPr/>
        </p:nvSpPr>
        <p:spPr>
          <a:xfrm>
            <a:off x="4448160" y="1316160"/>
            <a:ext cx="82440" cy="182520"/>
          </a:xfrm>
          <a:custGeom>
            <a:avLst/>
            <a:gdLst/>
            <a:ahLst/>
            <a:rect l="l" t="t" r="r" b="b"/>
            <a:pathLst>
              <a:path w="24" h="53">
                <a:moveTo>
                  <a:pt x="24" y="51"/>
                </a:moveTo>
                <a:cubicBezTo>
                  <a:pt x="24" y="52"/>
                  <a:pt x="23" y="53"/>
                  <a:pt x="22" y="53"/>
                </a:cubicBezTo>
                <a:cubicBezTo>
                  <a:pt x="2" y="53"/>
                  <a:pt x="2" y="53"/>
                  <a:pt x="2" y="53"/>
                </a:cubicBezTo>
                <a:cubicBezTo>
                  <a:pt x="1" y="53"/>
                  <a:pt x="0" y="52"/>
                  <a:pt x="0" y="51"/>
                </a:cubicBezTo>
                <a:cubicBezTo>
                  <a:pt x="0" y="46"/>
                  <a:pt x="0" y="46"/>
                  <a:pt x="0" y="46"/>
                </a:cubicBezTo>
                <a:cubicBezTo>
                  <a:pt x="0" y="44"/>
                  <a:pt x="1" y="43"/>
                  <a:pt x="2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29"/>
                  <a:pt x="5" y="29"/>
                  <a:pt x="5" y="29"/>
                </a:cubicBezTo>
                <a:cubicBezTo>
                  <a:pt x="2" y="29"/>
                  <a:pt x="2" y="29"/>
                  <a:pt x="2" y="29"/>
                </a:cubicBezTo>
                <a:cubicBezTo>
                  <a:pt x="1" y="29"/>
                  <a:pt x="0" y="28"/>
                  <a:pt x="0" y="26"/>
                </a:cubicBezTo>
                <a:cubicBezTo>
                  <a:pt x="0" y="21"/>
                  <a:pt x="0" y="21"/>
                  <a:pt x="0" y="21"/>
                </a:cubicBezTo>
                <a:cubicBezTo>
                  <a:pt x="0" y="20"/>
                  <a:pt x="1" y="19"/>
                  <a:pt x="2" y="19"/>
                </a:cubicBezTo>
                <a:cubicBezTo>
                  <a:pt x="17" y="19"/>
                  <a:pt x="17" y="19"/>
                  <a:pt x="17" y="19"/>
                </a:cubicBezTo>
                <a:cubicBezTo>
                  <a:pt x="18" y="19"/>
                  <a:pt x="19" y="20"/>
                  <a:pt x="19" y="21"/>
                </a:cubicBezTo>
                <a:cubicBezTo>
                  <a:pt x="19" y="43"/>
                  <a:pt x="19" y="43"/>
                  <a:pt x="19" y="43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4" y="44"/>
                  <a:pt x="24" y="46"/>
                </a:cubicBezTo>
                <a:lnTo>
                  <a:pt x="24" y="51"/>
                </a:lnTo>
                <a:close/>
                <a:moveTo>
                  <a:pt x="19" y="9"/>
                </a:moveTo>
                <a:cubicBezTo>
                  <a:pt x="19" y="11"/>
                  <a:pt x="18" y="12"/>
                  <a:pt x="17" y="12"/>
                </a:cubicBezTo>
                <a:cubicBezTo>
                  <a:pt x="7" y="12"/>
                  <a:pt x="7" y="12"/>
                  <a:pt x="7" y="12"/>
                </a:cubicBezTo>
                <a:cubicBezTo>
                  <a:pt x="6" y="12"/>
                  <a:pt x="5" y="11"/>
                  <a:pt x="5" y="9"/>
                </a:cubicBezTo>
                <a:cubicBezTo>
                  <a:pt x="5" y="2"/>
                  <a:pt x="5" y="2"/>
                  <a:pt x="5" y="2"/>
                </a:cubicBezTo>
                <a:cubicBezTo>
                  <a:pt x="5" y="1"/>
                  <a:pt x="6" y="0"/>
                  <a:pt x="7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8" y="0"/>
                  <a:pt x="19" y="1"/>
                  <a:pt x="19" y="2"/>
                </a:cubicBezTo>
                <a:lnTo>
                  <a:pt x="19" y="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25" name="Freeform 72"/>
          <p:cNvSpPr/>
          <p:nvPr/>
        </p:nvSpPr>
        <p:spPr>
          <a:xfrm>
            <a:off x="4943520" y="1298520"/>
            <a:ext cx="249120" cy="233280"/>
          </a:xfrm>
          <a:custGeom>
            <a:avLst/>
            <a:gdLst/>
            <a:ahLst/>
            <a:rect l="l" t="t" r="r" b="b"/>
            <a:pathLst>
              <a:path w="73" h="68">
                <a:moveTo>
                  <a:pt x="73" y="14"/>
                </a:moveTo>
                <a:cubicBezTo>
                  <a:pt x="73" y="19"/>
                  <a:pt x="73" y="19"/>
                  <a:pt x="73" y="19"/>
                </a:cubicBezTo>
                <a:cubicBezTo>
                  <a:pt x="68" y="19"/>
                  <a:pt x="68" y="19"/>
                  <a:pt x="68" y="19"/>
                </a:cubicBezTo>
                <a:cubicBezTo>
                  <a:pt x="68" y="20"/>
                  <a:pt x="67" y="22"/>
                  <a:pt x="65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6" y="22"/>
                  <a:pt x="5" y="20"/>
                  <a:pt x="5" y="19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4"/>
                  <a:pt x="0" y="14"/>
                  <a:pt x="0" y="14"/>
                </a:cubicBezTo>
                <a:cubicBezTo>
                  <a:pt x="36" y="0"/>
                  <a:pt x="36" y="0"/>
                  <a:pt x="36" y="0"/>
                </a:cubicBezTo>
                <a:lnTo>
                  <a:pt x="73" y="14"/>
                </a:lnTo>
                <a:close/>
                <a:moveTo>
                  <a:pt x="73" y="63"/>
                </a:moveTo>
                <a:cubicBezTo>
                  <a:pt x="73" y="68"/>
                  <a:pt x="73" y="68"/>
                  <a:pt x="73" y="68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3"/>
                  <a:pt x="0" y="63"/>
                  <a:pt x="0" y="63"/>
                </a:cubicBezTo>
                <a:cubicBezTo>
                  <a:pt x="0" y="62"/>
                  <a:pt x="1" y="60"/>
                  <a:pt x="2" y="60"/>
                </a:cubicBezTo>
                <a:cubicBezTo>
                  <a:pt x="70" y="60"/>
                  <a:pt x="70" y="60"/>
                  <a:pt x="70" y="60"/>
                </a:cubicBezTo>
                <a:cubicBezTo>
                  <a:pt x="71" y="60"/>
                  <a:pt x="73" y="62"/>
                  <a:pt x="73" y="63"/>
                </a:cubicBezTo>
                <a:close/>
                <a:moveTo>
                  <a:pt x="19" y="24"/>
                </a:moveTo>
                <a:cubicBezTo>
                  <a:pt x="19" y="53"/>
                  <a:pt x="19" y="53"/>
                  <a:pt x="19" y="53"/>
                </a:cubicBezTo>
                <a:cubicBezTo>
                  <a:pt x="24" y="53"/>
                  <a:pt x="24" y="53"/>
                  <a:pt x="24" y="53"/>
                </a:cubicBezTo>
                <a:cubicBezTo>
                  <a:pt x="24" y="24"/>
                  <a:pt x="24" y="24"/>
                  <a:pt x="24" y="24"/>
                </a:cubicBezTo>
                <a:cubicBezTo>
                  <a:pt x="34" y="24"/>
                  <a:pt x="34" y="24"/>
                  <a:pt x="34" y="24"/>
                </a:cubicBezTo>
                <a:cubicBezTo>
                  <a:pt x="34" y="53"/>
                  <a:pt x="34" y="53"/>
                  <a:pt x="34" y="53"/>
                </a:cubicBezTo>
                <a:cubicBezTo>
                  <a:pt x="39" y="53"/>
                  <a:pt x="39" y="53"/>
                  <a:pt x="39" y="53"/>
                </a:cubicBezTo>
                <a:cubicBezTo>
                  <a:pt x="39" y="24"/>
                  <a:pt x="39" y="24"/>
                  <a:pt x="39" y="24"/>
                </a:cubicBezTo>
                <a:cubicBezTo>
                  <a:pt x="48" y="24"/>
                  <a:pt x="48" y="24"/>
                  <a:pt x="48" y="24"/>
                </a:cubicBezTo>
                <a:cubicBezTo>
                  <a:pt x="48" y="53"/>
                  <a:pt x="48" y="53"/>
                  <a:pt x="48" y="53"/>
                </a:cubicBezTo>
                <a:cubicBezTo>
                  <a:pt x="53" y="53"/>
                  <a:pt x="53" y="53"/>
                  <a:pt x="53" y="53"/>
                </a:cubicBezTo>
                <a:cubicBezTo>
                  <a:pt x="53" y="24"/>
                  <a:pt x="53" y="24"/>
                  <a:pt x="53" y="24"/>
                </a:cubicBezTo>
                <a:cubicBezTo>
                  <a:pt x="63" y="24"/>
                  <a:pt x="63" y="24"/>
                  <a:pt x="63" y="24"/>
                </a:cubicBezTo>
                <a:cubicBezTo>
                  <a:pt x="63" y="53"/>
                  <a:pt x="63" y="53"/>
                  <a:pt x="63" y="53"/>
                </a:cubicBezTo>
                <a:cubicBezTo>
                  <a:pt x="65" y="53"/>
                  <a:pt x="65" y="53"/>
                  <a:pt x="65" y="53"/>
                </a:cubicBezTo>
                <a:cubicBezTo>
                  <a:pt x="67" y="53"/>
                  <a:pt x="68" y="54"/>
                  <a:pt x="68" y="56"/>
                </a:cubicBezTo>
                <a:cubicBezTo>
                  <a:pt x="68" y="58"/>
                  <a:pt x="68" y="58"/>
                  <a:pt x="68" y="58"/>
                </a:cubicBezTo>
                <a:cubicBezTo>
                  <a:pt x="5" y="58"/>
                  <a:pt x="5" y="58"/>
                  <a:pt x="5" y="58"/>
                </a:cubicBezTo>
                <a:cubicBezTo>
                  <a:pt x="5" y="56"/>
                  <a:pt x="5" y="56"/>
                  <a:pt x="5" y="56"/>
                </a:cubicBezTo>
                <a:cubicBezTo>
                  <a:pt x="5" y="54"/>
                  <a:pt x="6" y="53"/>
                  <a:pt x="7" y="53"/>
                </a:cubicBezTo>
                <a:cubicBezTo>
                  <a:pt x="9" y="53"/>
                  <a:pt x="9" y="53"/>
                  <a:pt x="9" y="53"/>
                </a:cubicBezTo>
                <a:cubicBezTo>
                  <a:pt x="9" y="24"/>
                  <a:pt x="9" y="24"/>
                  <a:pt x="9" y="24"/>
                </a:cubicBezTo>
                <a:lnTo>
                  <a:pt x="19" y="2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26" name="Freeform 73"/>
          <p:cNvSpPr/>
          <p:nvPr/>
        </p:nvSpPr>
        <p:spPr>
          <a:xfrm>
            <a:off x="5437080" y="1316160"/>
            <a:ext cx="133560" cy="182520"/>
          </a:xfrm>
          <a:custGeom>
            <a:avLst/>
            <a:gdLst/>
            <a:ahLst/>
            <a:rect l="l" t="t" r="r" b="b"/>
            <a:pathLst>
              <a:path w="39" h="53">
                <a:moveTo>
                  <a:pt x="16" y="53"/>
                </a:moveTo>
                <a:cubicBezTo>
                  <a:pt x="15" y="53"/>
                  <a:pt x="15" y="52"/>
                  <a:pt x="15" y="52"/>
                </a:cubicBezTo>
                <a:cubicBezTo>
                  <a:pt x="15" y="39"/>
                  <a:pt x="15" y="39"/>
                  <a:pt x="15" y="39"/>
                </a:cubicBezTo>
                <a:cubicBezTo>
                  <a:pt x="4" y="39"/>
                  <a:pt x="4" y="39"/>
                  <a:pt x="4" y="39"/>
                </a:cubicBezTo>
                <a:cubicBezTo>
                  <a:pt x="3" y="39"/>
                  <a:pt x="3" y="39"/>
                  <a:pt x="3" y="38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3"/>
                  <a:pt x="3" y="33"/>
                  <a:pt x="4" y="33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30"/>
                  <a:pt x="15" y="30"/>
                  <a:pt x="15" y="30"/>
                </a:cubicBezTo>
                <a:cubicBezTo>
                  <a:pt x="4" y="30"/>
                  <a:pt x="4" y="30"/>
                  <a:pt x="4" y="30"/>
                </a:cubicBezTo>
                <a:cubicBezTo>
                  <a:pt x="3" y="30"/>
                  <a:pt x="3" y="29"/>
                  <a:pt x="3" y="28"/>
                </a:cubicBezTo>
                <a:cubicBezTo>
                  <a:pt x="3" y="25"/>
                  <a:pt x="3" y="25"/>
                  <a:pt x="3" y="25"/>
                </a:cubicBezTo>
                <a:cubicBezTo>
                  <a:pt x="3" y="24"/>
                  <a:pt x="3" y="23"/>
                  <a:pt x="4" y="23"/>
                </a:cubicBezTo>
                <a:cubicBezTo>
                  <a:pt x="12" y="23"/>
                  <a:pt x="12" y="23"/>
                  <a:pt x="12" y="23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0"/>
                </a:cubicBezTo>
                <a:cubicBezTo>
                  <a:pt x="0" y="0"/>
                  <a:pt x="1" y="0"/>
                  <a:pt x="1" y="0"/>
                </a:cubicBezTo>
                <a:cubicBezTo>
                  <a:pt x="8" y="0"/>
                  <a:pt x="8" y="0"/>
                  <a:pt x="8" y="0"/>
                </a:cubicBezTo>
                <a:cubicBezTo>
                  <a:pt x="9" y="0"/>
                  <a:pt x="9" y="0"/>
                  <a:pt x="9" y="0"/>
                </a:cubicBezTo>
                <a:cubicBezTo>
                  <a:pt x="18" y="16"/>
                  <a:pt x="18" y="16"/>
                  <a:pt x="18" y="16"/>
                </a:cubicBezTo>
                <a:cubicBezTo>
                  <a:pt x="19" y="18"/>
                  <a:pt x="19" y="20"/>
                  <a:pt x="20" y="21"/>
                </a:cubicBezTo>
                <a:cubicBezTo>
                  <a:pt x="20" y="19"/>
                  <a:pt x="21" y="18"/>
                  <a:pt x="22" y="16"/>
                </a:cubicBezTo>
                <a:cubicBezTo>
                  <a:pt x="29" y="0"/>
                  <a:pt x="29" y="0"/>
                  <a:pt x="29" y="0"/>
                </a:cubicBezTo>
                <a:cubicBezTo>
                  <a:pt x="29" y="0"/>
                  <a:pt x="30" y="0"/>
                  <a:pt x="30" y="0"/>
                </a:cubicBezTo>
                <a:cubicBezTo>
                  <a:pt x="38" y="0"/>
                  <a:pt x="38" y="0"/>
                  <a:pt x="38" y="0"/>
                </a:cubicBezTo>
                <a:cubicBezTo>
                  <a:pt x="38" y="0"/>
                  <a:pt x="38" y="0"/>
                  <a:pt x="39" y="0"/>
                </a:cubicBezTo>
                <a:cubicBezTo>
                  <a:pt x="39" y="0"/>
                  <a:pt x="39" y="1"/>
                  <a:pt x="39" y="1"/>
                </a:cubicBezTo>
                <a:cubicBezTo>
                  <a:pt x="27" y="23"/>
                  <a:pt x="27" y="23"/>
                  <a:pt x="27" y="23"/>
                </a:cubicBezTo>
                <a:cubicBezTo>
                  <a:pt x="35" y="23"/>
                  <a:pt x="35" y="23"/>
                  <a:pt x="35" y="23"/>
                </a:cubicBezTo>
                <a:cubicBezTo>
                  <a:pt x="36" y="23"/>
                  <a:pt x="36" y="24"/>
                  <a:pt x="36" y="25"/>
                </a:cubicBezTo>
                <a:cubicBezTo>
                  <a:pt x="36" y="28"/>
                  <a:pt x="36" y="28"/>
                  <a:pt x="36" y="28"/>
                </a:cubicBezTo>
                <a:cubicBezTo>
                  <a:pt x="36" y="29"/>
                  <a:pt x="36" y="30"/>
                  <a:pt x="35" y="30"/>
                </a:cubicBezTo>
                <a:cubicBezTo>
                  <a:pt x="24" y="30"/>
                  <a:pt x="24" y="30"/>
                  <a:pt x="24" y="30"/>
                </a:cubicBezTo>
                <a:cubicBezTo>
                  <a:pt x="24" y="33"/>
                  <a:pt x="24" y="33"/>
                  <a:pt x="24" y="33"/>
                </a:cubicBezTo>
                <a:cubicBezTo>
                  <a:pt x="35" y="33"/>
                  <a:pt x="35" y="33"/>
                  <a:pt x="35" y="33"/>
                </a:cubicBezTo>
                <a:cubicBezTo>
                  <a:pt x="36" y="33"/>
                  <a:pt x="36" y="33"/>
                  <a:pt x="36" y="34"/>
                </a:cubicBezTo>
                <a:cubicBezTo>
                  <a:pt x="36" y="38"/>
                  <a:pt x="36" y="38"/>
                  <a:pt x="36" y="38"/>
                </a:cubicBezTo>
                <a:cubicBezTo>
                  <a:pt x="36" y="39"/>
                  <a:pt x="36" y="39"/>
                  <a:pt x="35" y="39"/>
                </a:cubicBezTo>
                <a:cubicBezTo>
                  <a:pt x="24" y="39"/>
                  <a:pt x="24" y="39"/>
                  <a:pt x="24" y="39"/>
                </a:cubicBezTo>
                <a:cubicBezTo>
                  <a:pt x="24" y="52"/>
                  <a:pt x="24" y="52"/>
                  <a:pt x="24" y="52"/>
                </a:cubicBezTo>
                <a:cubicBezTo>
                  <a:pt x="24" y="52"/>
                  <a:pt x="23" y="53"/>
                  <a:pt x="23" y="53"/>
                </a:cubicBezTo>
                <a:lnTo>
                  <a:pt x="16" y="5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27" name="Freeform 74"/>
          <p:cNvSpPr/>
          <p:nvPr/>
        </p:nvSpPr>
        <p:spPr>
          <a:xfrm>
            <a:off x="5931000" y="1316160"/>
            <a:ext cx="233280" cy="182520"/>
          </a:xfrm>
          <a:custGeom>
            <a:avLst/>
            <a:gdLst/>
            <a:ahLst/>
            <a:rect l="l" t="t" r="r" b="b"/>
            <a:pathLst>
              <a:path w="68" h="53">
                <a:moveTo>
                  <a:pt x="68" y="27"/>
                </a:moveTo>
                <a:cubicBezTo>
                  <a:pt x="68" y="28"/>
                  <a:pt x="67" y="29"/>
                  <a:pt x="67" y="29"/>
                </a:cubicBezTo>
                <a:cubicBezTo>
                  <a:pt x="58" y="29"/>
                  <a:pt x="58" y="29"/>
                  <a:pt x="58" y="29"/>
                </a:cubicBezTo>
                <a:cubicBezTo>
                  <a:pt x="52" y="52"/>
                  <a:pt x="52" y="52"/>
                  <a:pt x="52" y="52"/>
                </a:cubicBezTo>
                <a:cubicBezTo>
                  <a:pt x="52" y="53"/>
                  <a:pt x="52" y="53"/>
                  <a:pt x="51" y="53"/>
                </a:cubicBezTo>
                <a:cubicBezTo>
                  <a:pt x="45" y="53"/>
                  <a:pt x="45" y="53"/>
                  <a:pt x="45" y="53"/>
                </a:cubicBezTo>
                <a:cubicBezTo>
                  <a:pt x="45" y="53"/>
                  <a:pt x="44" y="53"/>
                  <a:pt x="44" y="52"/>
                </a:cubicBezTo>
                <a:cubicBezTo>
                  <a:pt x="38" y="29"/>
                  <a:pt x="38" y="29"/>
                  <a:pt x="38" y="29"/>
                </a:cubicBezTo>
                <a:cubicBezTo>
                  <a:pt x="30" y="29"/>
                  <a:pt x="30" y="29"/>
                  <a:pt x="30" y="29"/>
                </a:cubicBezTo>
                <a:cubicBezTo>
                  <a:pt x="23" y="52"/>
                  <a:pt x="23" y="52"/>
                  <a:pt x="23" y="52"/>
                </a:cubicBezTo>
                <a:cubicBezTo>
                  <a:pt x="23" y="53"/>
                  <a:pt x="23" y="53"/>
                  <a:pt x="22" y="53"/>
                </a:cubicBezTo>
                <a:cubicBezTo>
                  <a:pt x="16" y="53"/>
                  <a:pt x="16" y="53"/>
                  <a:pt x="16" y="53"/>
                </a:cubicBezTo>
                <a:cubicBezTo>
                  <a:pt x="16" y="53"/>
                  <a:pt x="15" y="53"/>
                  <a:pt x="15" y="52"/>
                </a:cubicBezTo>
                <a:cubicBezTo>
                  <a:pt x="9" y="29"/>
                  <a:pt x="9" y="29"/>
                  <a:pt x="9" y="29"/>
                </a:cubicBezTo>
                <a:cubicBezTo>
                  <a:pt x="1" y="29"/>
                  <a:pt x="1" y="29"/>
                  <a:pt x="1" y="29"/>
                </a:cubicBezTo>
                <a:cubicBezTo>
                  <a:pt x="0" y="29"/>
                  <a:pt x="0" y="28"/>
                  <a:pt x="0" y="27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4"/>
                  <a:pt x="0" y="24"/>
                  <a:pt x="1" y="24"/>
                </a:cubicBezTo>
                <a:cubicBezTo>
                  <a:pt x="8" y="24"/>
                  <a:pt x="8" y="24"/>
                  <a:pt x="8" y="24"/>
                </a:cubicBezTo>
                <a:cubicBezTo>
                  <a:pt x="6" y="19"/>
                  <a:pt x="6" y="19"/>
                  <a:pt x="6" y="19"/>
                </a:cubicBezTo>
                <a:cubicBezTo>
                  <a:pt x="1" y="19"/>
                  <a:pt x="1" y="19"/>
                  <a:pt x="1" y="19"/>
                </a:cubicBezTo>
                <a:cubicBezTo>
                  <a:pt x="0" y="19"/>
                  <a:pt x="0" y="18"/>
                  <a:pt x="0" y="18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5"/>
                  <a:pt x="0" y="14"/>
                  <a:pt x="1" y="14"/>
                </a:cubicBezTo>
                <a:cubicBezTo>
                  <a:pt x="5" y="14"/>
                  <a:pt x="5" y="14"/>
                  <a:pt x="5" y="14"/>
                </a:cubicBezTo>
                <a:cubicBezTo>
                  <a:pt x="2" y="1"/>
                  <a:pt x="2" y="1"/>
                  <a:pt x="2" y="1"/>
                </a:cubicBezTo>
                <a:cubicBezTo>
                  <a:pt x="2" y="1"/>
                  <a:pt x="2" y="0"/>
                  <a:pt x="2" y="0"/>
                </a:cubicBezTo>
                <a:cubicBezTo>
                  <a:pt x="2" y="0"/>
                  <a:pt x="3" y="0"/>
                  <a:pt x="3" y="0"/>
                </a:cubicBezTo>
                <a:cubicBezTo>
                  <a:pt x="8" y="0"/>
                  <a:pt x="8" y="0"/>
                  <a:pt x="8" y="0"/>
                </a:cubicBezTo>
                <a:cubicBezTo>
                  <a:pt x="9" y="0"/>
                  <a:pt x="9" y="0"/>
                  <a:pt x="9" y="0"/>
                </a:cubicBezTo>
                <a:cubicBezTo>
                  <a:pt x="13" y="14"/>
                  <a:pt x="13" y="14"/>
                  <a:pt x="13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30" y="0"/>
                  <a:pt x="30" y="0"/>
                  <a:pt x="30" y="0"/>
                </a:cubicBezTo>
                <a:cubicBezTo>
                  <a:pt x="30" y="0"/>
                  <a:pt x="31" y="0"/>
                  <a:pt x="31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41" y="14"/>
                  <a:pt x="41" y="14"/>
                  <a:pt x="41" y="14"/>
                </a:cubicBezTo>
                <a:cubicBezTo>
                  <a:pt x="55" y="14"/>
                  <a:pt x="55" y="14"/>
                  <a:pt x="55" y="14"/>
                </a:cubicBezTo>
                <a:cubicBezTo>
                  <a:pt x="58" y="0"/>
                  <a:pt x="58" y="0"/>
                  <a:pt x="58" y="0"/>
                </a:cubicBezTo>
                <a:cubicBezTo>
                  <a:pt x="58" y="0"/>
                  <a:pt x="59" y="0"/>
                  <a:pt x="59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5" y="0"/>
                  <a:pt x="65" y="0"/>
                  <a:pt x="66" y="0"/>
                </a:cubicBezTo>
                <a:cubicBezTo>
                  <a:pt x="66" y="0"/>
                  <a:pt x="66" y="1"/>
                  <a:pt x="66" y="1"/>
                </a:cubicBezTo>
                <a:cubicBezTo>
                  <a:pt x="62" y="14"/>
                  <a:pt x="62" y="14"/>
                  <a:pt x="62" y="14"/>
                </a:cubicBezTo>
                <a:cubicBezTo>
                  <a:pt x="67" y="14"/>
                  <a:pt x="67" y="14"/>
                  <a:pt x="67" y="14"/>
                </a:cubicBezTo>
                <a:cubicBezTo>
                  <a:pt x="67" y="14"/>
                  <a:pt x="68" y="15"/>
                  <a:pt x="68" y="15"/>
                </a:cubicBezTo>
                <a:cubicBezTo>
                  <a:pt x="68" y="18"/>
                  <a:pt x="68" y="18"/>
                  <a:pt x="68" y="18"/>
                </a:cubicBezTo>
                <a:cubicBezTo>
                  <a:pt x="68" y="18"/>
                  <a:pt x="67" y="19"/>
                  <a:pt x="67" y="19"/>
                </a:cubicBezTo>
                <a:cubicBezTo>
                  <a:pt x="61" y="19"/>
                  <a:pt x="61" y="19"/>
                  <a:pt x="61" y="19"/>
                </a:cubicBezTo>
                <a:cubicBezTo>
                  <a:pt x="60" y="24"/>
                  <a:pt x="60" y="24"/>
                  <a:pt x="60" y="24"/>
                </a:cubicBezTo>
                <a:cubicBezTo>
                  <a:pt x="67" y="24"/>
                  <a:pt x="67" y="24"/>
                  <a:pt x="67" y="24"/>
                </a:cubicBezTo>
                <a:cubicBezTo>
                  <a:pt x="67" y="24"/>
                  <a:pt x="68" y="24"/>
                  <a:pt x="68" y="25"/>
                </a:cubicBezTo>
                <a:lnTo>
                  <a:pt x="68" y="27"/>
                </a:lnTo>
                <a:close/>
                <a:moveTo>
                  <a:pt x="25" y="19"/>
                </a:moveTo>
                <a:cubicBezTo>
                  <a:pt x="14" y="19"/>
                  <a:pt x="14" y="19"/>
                  <a:pt x="14" y="19"/>
                </a:cubicBezTo>
                <a:cubicBezTo>
                  <a:pt x="15" y="24"/>
                  <a:pt x="15" y="24"/>
                  <a:pt x="15" y="24"/>
                </a:cubicBezTo>
                <a:cubicBezTo>
                  <a:pt x="24" y="24"/>
                  <a:pt x="24" y="24"/>
                  <a:pt x="24" y="24"/>
                </a:cubicBezTo>
                <a:lnTo>
                  <a:pt x="25" y="19"/>
                </a:lnTo>
                <a:close/>
                <a:moveTo>
                  <a:pt x="22" y="29"/>
                </a:moveTo>
                <a:cubicBezTo>
                  <a:pt x="16" y="29"/>
                  <a:pt x="16" y="29"/>
                  <a:pt x="16" y="29"/>
                </a:cubicBezTo>
                <a:cubicBezTo>
                  <a:pt x="19" y="40"/>
                  <a:pt x="19" y="40"/>
                  <a:pt x="19" y="40"/>
                </a:cubicBezTo>
                <a:cubicBezTo>
                  <a:pt x="19" y="40"/>
                  <a:pt x="19" y="40"/>
                  <a:pt x="19" y="40"/>
                </a:cubicBezTo>
                <a:cubicBezTo>
                  <a:pt x="19" y="40"/>
                  <a:pt x="19" y="40"/>
                  <a:pt x="19" y="40"/>
                </a:cubicBezTo>
                <a:lnTo>
                  <a:pt x="22" y="29"/>
                </a:lnTo>
                <a:close/>
                <a:moveTo>
                  <a:pt x="36" y="24"/>
                </a:moveTo>
                <a:cubicBezTo>
                  <a:pt x="35" y="19"/>
                  <a:pt x="35" y="19"/>
                  <a:pt x="35" y="19"/>
                </a:cubicBezTo>
                <a:cubicBezTo>
                  <a:pt x="32" y="19"/>
                  <a:pt x="32" y="19"/>
                  <a:pt x="32" y="19"/>
                </a:cubicBezTo>
                <a:cubicBezTo>
                  <a:pt x="31" y="24"/>
                  <a:pt x="31" y="24"/>
                  <a:pt x="31" y="24"/>
                </a:cubicBezTo>
                <a:lnTo>
                  <a:pt x="36" y="24"/>
                </a:lnTo>
                <a:close/>
                <a:moveTo>
                  <a:pt x="53" y="19"/>
                </a:moveTo>
                <a:cubicBezTo>
                  <a:pt x="42" y="19"/>
                  <a:pt x="42" y="19"/>
                  <a:pt x="42" y="19"/>
                </a:cubicBezTo>
                <a:cubicBezTo>
                  <a:pt x="43" y="24"/>
                  <a:pt x="43" y="24"/>
                  <a:pt x="43" y="24"/>
                </a:cubicBezTo>
                <a:cubicBezTo>
                  <a:pt x="52" y="24"/>
                  <a:pt x="52" y="24"/>
                  <a:pt x="52" y="24"/>
                </a:cubicBezTo>
                <a:lnTo>
                  <a:pt x="53" y="19"/>
                </a:lnTo>
                <a:close/>
                <a:moveTo>
                  <a:pt x="51" y="29"/>
                </a:moveTo>
                <a:cubicBezTo>
                  <a:pt x="45" y="29"/>
                  <a:pt x="45" y="29"/>
                  <a:pt x="45" y="29"/>
                </a:cubicBezTo>
                <a:cubicBezTo>
                  <a:pt x="48" y="40"/>
                  <a:pt x="48" y="40"/>
                  <a:pt x="48" y="40"/>
                </a:cubicBezTo>
                <a:cubicBezTo>
                  <a:pt x="48" y="40"/>
                  <a:pt x="48" y="40"/>
                  <a:pt x="48" y="40"/>
                </a:cubicBezTo>
                <a:cubicBezTo>
                  <a:pt x="48" y="40"/>
                  <a:pt x="48" y="40"/>
                  <a:pt x="48" y="40"/>
                </a:cubicBezTo>
                <a:lnTo>
                  <a:pt x="51" y="2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28" name="Freeform 75"/>
          <p:cNvSpPr/>
          <p:nvPr/>
        </p:nvSpPr>
        <p:spPr>
          <a:xfrm>
            <a:off x="6426360" y="1316160"/>
            <a:ext cx="198360" cy="199800"/>
          </a:xfrm>
          <a:custGeom>
            <a:avLst/>
            <a:gdLst/>
            <a:ahLst/>
            <a:rect l="l" t="t" r="r" b="b"/>
            <a:pathLst>
              <a:path w="58" h="58">
                <a:moveTo>
                  <a:pt x="58" y="47"/>
                </a:moveTo>
                <a:cubicBezTo>
                  <a:pt x="58" y="53"/>
                  <a:pt x="53" y="58"/>
                  <a:pt x="47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53" y="0"/>
                  <a:pt x="58" y="4"/>
                  <a:pt x="58" y="10"/>
                </a:cubicBezTo>
                <a:lnTo>
                  <a:pt x="58" y="47"/>
                </a:lnTo>
                <a:close/>
                <a:moveTo>
                  <a:pt x="45" y="26"/>
                </a:moveTo>
                <a:cubicBezTo>
                  <a:pt x="43" y="25"/>
                  <a:pt x="41" y="24"/>
                  <a:pt x="41" y="22"/>
                </a:cubicBezTo>
                <a:cubicBezTo>
                  <a:pt x="41" y="22"/>
                  <a:pt x="40" y="21"/>
                  <a:pt x="40" y="21"/>
                </a:cubicBezTo>
                <a:cubicBezTo>
                  <a:pt x="40" y="19"/>
                  <a:pt x="42" y="18"/>
                  <a:pt x="44" y="18"/>
                </a:cubicBezTo>
                <a:cubicBezTo>
                  <a:pt x="45" y="18"/>
                  <a:pt x="46" y="18"/>
                  <a:pt x="46" y="19"/>
                </a:cubicBezTo>
                <a:cubicBezTo>
                  <a:pt x="46" y="19"/>
                  <a:pt x="46" y="19"/>
                  <a:pt x="46" y="19"/>
                </a:cubicBezTo>
                <a:cubicBezTo>
                  <a:pt x="47" y="19"/>
                  <a:pt x="47" y="20"/>
                  <a:pt x="48" y="21"/>
                </a:cubicBezTo>
                <a:cubicBezTo>
                  <a:pt x="51" y="18"/>
                  <a:pt x="51" y="18"/>
                  <a:pt x="51" y="18"/>
                </a:cubicBezTo>
                <a:cubicBezTo>
                  <a:pt x="51" y="17"/>
                  <a:pt x="50" y="16"/>
                  <a:pt x="49" y="15"/>
                </a:cubicBezTo>
                <a:cubicBezTo>
                  <a:pt x="48" y="14"/>
                  <a:pt x="46" y="14"/>
                  <a:pt x="44" y="14"/>
                </a:cubicBezTo>
                <a:cubicBezTo>
                  <a:pt x="40" y="14"/>
                  <a:pt x="36" y="17"/>
                  <a:pt x="36" y="21"/>
                </a:cubicBezTo>
                <a:cubicBezTo>
                  <a:pt x="36" y="21"/>
                  <a:pt x="36" y="21"/>
                  <a:pt x="36" y="22"/>
                </a:cubicBezTo>
                <a:cubicBezTo>
                  <a:pt x="37" y="27"/>
                  <a:pt x="39" y="29"/>
                  <a:pt x="44" y="30"/>
                </a:cubicBezTo>
                <a:cubicBezTo>
                  <a:pt x="46" y="31"/>
                  <a:pt x="50" y="32"/>
                  <a:pt x="50" y="34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8"/>
                  <a:pt x="47" y="39"/>
                  <a:pt x="44" y="39"/>
                </a:cubicBezTo>
                <a:cubicBezTo>
                  <a:pt x="41" y="39"/>
                  <a:pt x="39" y="36"/>
                  <a:pt x="38" y="34"/>
                </a:cubicBezTo>
                <a:cubicBezTo>
                  <a:pt x="34" y="25"/>
                  <a:pt x="33" y="14"/>
                  <a:pt x="20" y="14"/>
                </a:cubicBezTo>
                <a:cubicBezTo>
                  <a:pt x="12" y="14"/>
                  <a:pt x="5" y="21"/>
                  <a:pt x="5" y="29"/>
                </a:cubicBezTo>
                <a:cubicBezTo>
                  <a:pt x="5" y="29"/>
                  <a:pt x="5" y="29"/>
                  <a:pt x="5" y="29"/>
                </a:cubicBezTo>
                <a:cubicBezTo>
                  <a:pt x="5" y="37"/>
                  <a:pt x="11" y="44"/>
                  <a:pt x="20" y="44"/>
                </a:cubicBezTo>
                <a:cubicBezTo>
                  <a:pt x="24" y="44"/>
                  <a:pt x="27" y="43"/>
                  <a:pt x="30" y="40"/>
                </a:cubicBezTo>
                <a:cubicBezTo>
                  <a:pt x="31" y="39"/>
                  <a:pt x="31" y="38"/>
                  <a:pt x="31" y="38"/>
                </a:cubicBezTo>
                <a:cubicBezTo>
                  <a:pt x="29" y="34"/>
                  <a:pt x="29" y="34"/>
                  <a:pt x="29" y="34"/>
                </a:cubicBezTo>
                <a:cubicBezTo>
                  <a:pt x="27" y="38"/>
                  <a:pt x="24" y="39"/>
                  <a:pt x="20" y="39"/>
                </a:cubicBezTo>
                <a:cubicBezTo>
                  <a:pt x="14" y="39"/>
                  <a:pt x="10" y="34"/>
                  <a:pt x="10" y="28"/>
                </a:cubicBezTo>
                <a:cubicBezTo>
                  <a:pt x="10" y="23"/>
                  <a:pt x="14" y="18"/>
                  <a:pt x="20" y="18"/>
                </a:cubicBezTo>
                <a:cubicBezTo>
                  <a:pt x="26" y="18"/>
                  <a:pt x="28" y="21"/>
                  <a:pt x="30" y="27"/>
                </a:cubicBezTo>
                <a:cubicBezTo>
                  <a:pt x="33" y="33"/>
                  <a:pt x="35" y="44"/>
                  <a:pt x="44" y="44"/>
                </a:cubicBezTo>
                <a:cubicBezTo>
                  <a:pt x="50" y="44"/>
                  <a:pt x="54" y="40"/>
                  <a:pt x="54" y="35"/>
                </a:cubicBezTo>
                <a:cubicBezTo>
                  <a:pt x="54" y="29"/>
                  <a:pt x="50" y="27"/>
                  <a:pt x="45" y="2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29" name="Freeform 76"/>
          <p:cNvSpPr/>
          <p:nvPr/>
        </p:nvSpPr>
        <p:spPr>
          <a:xfrm>
            <a:off x="6919920" y="1330200"/>
            <a:ext cx="133200" cy="185760"/>
          </a:xfrm>
          <a:custGeom>
            <a:avLst/>
            <a:gdLst/>
            <a:ahLst/>
            <a:rect l="l" t="t" r="r" b="b"/>
            <a:pathLst>
              <a:path w="39" h="54">
                <a:moveTo>
                  <a:pt x="28" y="0"/>
                </a:moveTo>
                <a:cubicBezTo>
                  <a:pt x="28" y="0"/>
                  <a:pt x="29" y="1"/>
                  <a:pt x="29" y="2"/>
                </a:cubicBezTo>
                <a:cubicBezTo>
                  <a:pt x="29" y="34"/>
                  <a:pt x="29" y="34"/>
                  <a:pt x="29" y="34"/>
                </a:cubicBezTo>
                <a:cubicBezTo>
                  <a:pt x="36" y="34"/>
                  <a:pt x="36" y="34"/>
                  <a:pt x="36" y="34"/>
                </a:cubicBezTo>
                <a:cubicBezTo>
                  <a:pt x="37" y="34"/>
                  <a:pt x="38" y="35"/>
                  <a:pt x="38" y="36"/>
                </a:cubicBezTo>
                <a:cubicBezTo>
                  <a:pt x="39" y="37"/>
                  <a:pt x="39" y="38"/>
                  <a:pt x="38" y="38"/>
                </a:cubicBezTo>
                <a:cubicBezTo>
                  <a:pt x="26" y="53"/>
                  <a:pt x="26" y="53"/>
                  <a:pt x="26" y="53"/>
                </a:cubicBezTo>
                <a:cubicBezTo>
                  <a:pt x="25" y="54"/>
                  <a:pt x="23" y="54"/>
                  <a:pt x="22" y="53"/>
                </a:cubicBezTo>
                <a:cubicBezTo>
                  <a:pt x="10" y="38"/>
                  <a:pt x="10" y="38"/>
                  <a:pt x="10" y="38"/>
                </a:cubicBezTo>
                <a:cubicBezTo>
                  <a:pt x="9" y="38"/>
                  <a:pt x="9" y="37"/>
                  <a:pt x="10" y="36"/>
                </a:cubicBezTo>
                <a:cubicBezTo>
                  <a:pt x="10" y="35"/>
                  <a:pt x="11" y="34"/>
                  <a:pt x="12" y="34"/>
                </a:cubicBezTo>
                <a:cubicBezTo>
                  <a:pt x="19" y="34"/>
                  <a:pt x="19" y="34"/>
                  <a:pt x="19" y="34"/>
                </a:cubicBezTo>
                <a:cubicBezTo>
                  <a:pt x="19" y="10"/>
                  <a:pt x="19" y="10"/>
                  <a:pt x="19" y="10"/>
                </a:cubicBezTo>
                <a:cubicBezTo>
                  <a:pt x="7" y="10"/>
                  <a:pt x="7" y="10"/>
                  <a:pt x="7" y="10"/>
                </a:cubicBezTo>
                <a:cubicBezTo>
                  <a:pt x="7" y="10"/>
                  <a:pt x="6" y="10"/>
                  <a:pt x="6" y="10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1"/>
                </a:cubicBezTo>
                <a:cubicBezTo>
                  <a:pt x="0" y="1"/>
                  <a:pt x="1" y="0"/>
                  <a:pt x="1" y="0"/>
                </a:cubicBezTo>
                <a:lnTo>
                  <a:pt x="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0" name="Freeform 77"/>
          <p:cNvSpPr/>
          <p:nvPr/>
        </p:nvSpPr>
        <p:spPr>
          <a:xfrm>
            <a:off x="7413480" y="1298520"/>
            <a:ext cx="233640" cy="233280"/>
          </a:xfrm>
          <a:custGeom>
            <a:avLst/>
            <a:gdLst/>
            <a:ahLst/>
            <a:rect l="l" t="t" r="r" b="b"/>
            <a:pathLst>
              <a:path w="68" h="68">
                <a:moveTo>
                  <a:pt x="68" y="34"/>
                </a:moveTo>
                <a:cubicBezTo>
                  <a:pt x="68" y="52"/>
                  <a:pt x="53" y="68"/>
                  <a:pt x="34" y="68"/>
                </a:cubicBezTo>
                <a:cubicBezTo>
                  <a:pt x="15" y="68"/>
                  <a:pt x="0" y="52"/>
                  <a:pt x="0" y="34"/>
                </a:cubicBezTo>
                <a:cubicBezTo>
                  <a:pt x="0" y="15"/>
                  <a:pt x="15" y="0"/>
                  <a:pt x="34" y="0"/>
                </a:cubicBezTo>
                <a:cubicBezTo>
                  <a:pt x="53" y="0"/>
                  <a:pt x="68" y="15"/>
                  <a:pt x="68" y="34"/>
                </a:cubicBezTo>
                <a:close/>
                <a:moveTo>
                  <a:pt x="15" y="40"/>
                </a:moveTo>
                <a:cubicBezTo>
                  <a:pt x="15" y="38"/>
                  <a:pt x="14" y="36"/>
                  <a:pt x="14" y="34"/>
                </a:cubicBezTo>
                <a:cubicBezTo>
                  <a:pt x="14" y="31"/>
                  <a:pt x="15" y="29"/>
                  <a:pt x="15" y="27"/>
                </a:cubicBezTo>
                <a:cubicBezTo>
                  <a:pt x="8" y="20"/>
                  <a:pt x="8" y="20"/>
                  <a:pt x="8" y="20"/>
                </a:cubicBezTo>
                <a:cubicBezTo>
                  <a:pt x="6" y="24"/>
                  <a:pt x="5" y="29"/>
                  <a:pt x="5" y="34"/>
                </a:cubicBezTo>
                <a:cubicBezTo>
                  <a:pt x="5" y="39"/>
                  <a:pt x="6" y="43"/>
                  <a:pt x="8" y="47"/>
                </a:cubicBezTo>
                <a:lnTo>
                  <a:pt x="15" y="40"/>
                </a:lnTo>
                <a:close/>
                <a:moveTo>
                  <a:pt x="48" y="34"/>
                </a:moveTo>
                <a:cubicBezTo>
                  <a:pt x="48" y="26"/>
                  <a:pt x="42" y="19"/>
                  <a:pt x="34" y="19"/>
                </a:cubicBezTo>
                <a:cubicBezTo>
                  <a:pt x="26" y="19"/>
                  <a:pt x="19" y="26"/>
                  <a:pt x="19" y="34"/>
                </a:cubicBezTo>
                <a:cubicBezTo>
                  <a:pt x="19" y="42"/>
                  <a:pt x="26" y="48"/>
                  <a:pt x="34" y="48"/>
                </a:cubicBezTo>
                <a:cubicBezTo>
                  <a:pt x="42" y="48"/>
                  <a:pt x="48" y="42"/>
                  <a:pt x="48" y="34"/>
                </a:cubicBezTo>
                <a:close/>
                <a:moveTo>
                  <a:pt x="20" y="8"/>
                </a:moveTo>
                <a:cubicBezTo>
                  <a:pt x="27" y="15"/>
                  <a:pt x="27" y="15"/>
                  <a:pt x="27" y="15"/>
                </a:cubicBezTo>
                <a:cubicBezTo>
                  <a:pt x="29" y="15"/>
                  <a:pt x="32" y="14"/>
                  <a:pt x="34" y="14"/>
                </a:cubicBezTo>
                <a:cubicBezTo>
                  <a:pt x="36" y="14"/>
                  <a:pt x="38" y="15"/>
                  <a:pt x="40" y="15"/>
                </a:cubicBezTo>
                <a:cubicBezTo>
                  <a:pt x="47" y="8"/>
                  <a:pt x="47" y="8"/>
                  <a:pt x="47" y="8"/>
                </a:cubicBezTo>
                <a:cubicBezTo>
                  <a:pt x="43" y="6"/>
                  <a:pt x="39" y="5"/>
                  <a:pt x="34" y="5"/>
                </a:cubicBezTo>
                <a:cubicBezTo>
                  <a:pt x="29" y="5"/>
                  <a:pt x="24" y="6"/>
                  <a:pt x="20" y="8"/>
                </a:cubicBezTo>
                <a:close/>
                <a:moveTo>
                  <a:pt x="47" y="59"/>
                </a:moveTo>
                <a:cubicBezTo>
                  <a:pt x="40" y="52"/>
                  <a:pt x="40" y="52"/>
                  <a:pt x="40" y="52"/>
                </a:cubicBezTo>
                <a:cubicBezTo>
                  <a:pt x="38" y="53"/>
                  <a:pt x="36" y="53"/>
                  <a:pt x="34" y="53"/>
                </a:cubicBezTo>
                <a:cubicBezTo>
                  <a:pt x="32" y="53"/>
                  <a:pt x="29" y="53"/>
                  <a:pt x="27" y="52"/>
                </a:cubicBezTo>
                <a:cubicBezTo>
                  <a:pt x="20" y="59"/>
                  <a:pt x="20" y="59"/>
                  <a:pt x="20" y="59"/>
                </a:cubicBezTo>
                <a:cubicBezTo>
                  <a:pt x="24" y="62"/>
                  <a:pt x="29" y="63"/>
                  <a:pt x="34" y="63"/>
                </a:cubicBezTo>
                <a:cubicBezTo>
                  <a:pt x="39" y="63"/>
                  <a:pt x="43" y="62"/>
                  <a:pt x="47" y="59"/>
                </a:cubicBezTo>
                <a:close/>
                <a:moveTo>
                  <a:pt x="60" y="47"/>
                </a:moveTo>
                <a:cubicBezTo>
                  <a:pt x="62" y="43"/>
                  <a:pt x="63" y="39"/>
                  <a:pt x="63" y="34"/>
                </a:cubicBezTo>
                <a:cubicBezTo>
                  <a:pt x="63" y="29"/>
                  <a:pt x="62" y="24"/>
                  <a:pt x="60" y="20"/>
                </a:cubicBezTo>
                <a:cubicBezTo>
                  <a:pt x="52" y="27"/>
                  <a:pt x="52" y="27"/>
                  <a:pt x="52" y="27"/>
                </a:cubicBezTo>
                <a:cubicBezTo>
                  <a:pt x="53" y="29"/>
                  <a:pt x="53" y="32"/>
                  <a:pt x="53" y="34"/>
                </a:cubicBezTo>
                <a:cubicBezTo>
                  <a:pt x="53" y="36"/>
                  <a:pt x="53" y="38"/>
                  <a:pt x="52" y="40"/>
                </a:cubicBezTo>
                <a:lnTo>
                  <a:pt x="60" y="4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1" name="Freeform 78"/>
          <p:cNvSpPr/>
          <p:nvPr/>
        </p:nvSpPr>
        <p:spPr>
          <a:xfrm>
            <a:off x="7912080" y="1298520"/>
            <a:ext cx="212760" cy="212760"/>
          </a:xfrm>
          <a:custGeom>
            <a:avLst/>
            <a:gdLst/>
            <a:ahLst/>
            <a:rect l="l" t="t" r="r" b="b"/>
            <a:pathLst>
              <a:path w="62" h="62">
                <a:moveTo>
                  <a:pt x="59" y="54"/>
                </a:moveTo>
                <a:cubicBezTo>
                  <a:pt x="53" y="59"/>
                  <a:pt x="53" y="59"/>
                  <a:pt x="53" y="59"/>
                </a:cubicBezTo>
                <a:cubicBezTo>
                  <a:pt x="51" y="61"/>
                  <a:pt x="48" y="62"/>
                  <a:pt x="45" y="62"/>
                </a:cubicBezTo>
                <a:cubicBezTo>
                  <a:pt x="43" y="62"/>
                  <a:pt x="40" y="61"/>
                  <a:pt x="38" y="59"/>
                </a:cubicBezTo>
                <a:cubicBezTo>
                  <a:pt x="30" y="51"/>
                  <a:pt x="30" y="51"/>
                  <a:pt x="30" y="51"/>
                </a:cubicBezTo>
                <a:cubicBezTo>
                  <a:pt x="28" y="49"/>
                  <a:pt x="27" y="46"/>
                  <a:pt x="27" y="43"/>
                </a:cubicBezTo>
                <a:cubicBezTo>
                  <a:pt x="27" y="40"/>
                  <a:pt x="28" y="38"/>
                  <a:pt x="30" y="36"/>
                </a:cubicBezTo>
                <a:cubicBezTo>
                  <a:pt x="27" y="32"/>
                  <a:pt x="27" y="32"/>
                  <a:pt x="27" y="32"/>
                </a:cubicBezTo>
                <a:cubicBezTo>
                  <a:pt x="25" y="34"/>
                  <a:pt x="22" y="36"/>
                  <a:pt x="19" y="36"/>
                </a:cubicBezTo>
                <a:cubicBezTo>
                  <a:pt x="16" y="36"/>
                  <a:pt x="13" y="34"/>
                  <a:pt x="11" y="32"/>
                </a:cubicBezTo>
                <a:cubicBezTo>
                  <a:pt x="3" y="24"/>
                  <a:pt x="3" y="24"/>
                  <a:pt x="3" y="24"/>
                </a:cubicBezTo>
                <a:cubicBezTo>
                  <a:pt x="1" y="22"/>
                  <a:pt x="0" y="20"/>
                  <a:pt x="0" y="17"/>
                </a:cubicBezTo>
                <a:cubicBezTo>
                  <a:pt x="0" y="14"/>
                  <a:pt x="1" y="11"/>
                  <a:pt x="3" y="9"/>
                </a:cubicBezTo>
                <a:cubicBezTo>
                  <a:pt x="9" y="3"/>
                  <a:pt x="9" y="3"/>
                  <a:pt x="9" y="3"/>
                </a:cubicBezTo>
                <a:cubicBezTo>
                  <a:pt x="11" y="1"/>
                  <a:pt x="14" y="0"/>
                  <a:pt x="17" y="0"/>
                </a:cubicBezTo>
                <a:cubicBezTo>
                  <a:pt x="19" y="0"/>
                  <a:pt x="22" y="1"/>
                  <a:pt x="24" y="4"/>
                </a:cubicBezTo>
                <a:cubicBezTo>
                  <a:pt x="32" y="11"/>
                  <a:pt x="32" y="11"/>
                  <a:pt x="32" y="11"/>
                </a:cubicBezTo>
                <a:cubicBezTo>
                  <a:pt x="34" y="13"/>
                  <a:pt x="35" y="16"/>
                  <a:pt x="35" y="19"/>
                </a:cubicBezTo>
                <a:cubicBezTo>
                  <a:pt x="35" y="22"/>
                  <a:pt x="34" y="25"/>
                  <a:pt x="32" y="27"/>
                </a:cubicBezTo>
                <a:cubicBezTo>
                  <a:pt x="35" y="30"/>
                  <a:pt x="35" y="30"/>
                  <a:pt x="35" y="30"/>
                </a:cubicBezTo>
                <a:cubicBezTo>
                  <a:pt x="37" y="28"/>
                  <a:pt x="40" y="27"/>
                  <a:pt x="43" y="27"/>
                </a:cubicBezTo>
                <a:cubicBezTo>
                  <a:pt x="46" y="27"/>
                  <a:pt x="49" y="28"/>
                  <a:pt x="51" y="30"/>
                </a:cubicBezTo>
                <a:cubicBezTo>
                  <a:pt x="59" y="38"/>
                  <a:pt x="59" y="38"/>
                  <a:pt x="59" y="38"/>
                </a:cubicBezTo>
                <a:cubicBezTo>
                  <a:pt x="61" y="40"/>
                  <a:pt x="62" y="43"/>
                  <a:pt x="62" y="46"/>
                </a:cubicBezTo>
                <a:cubicBezTo>
                  <a:pt x="62" y="49"/>
                  <a:pt x="61" y="52"/>
                  <a:pt x="59" y="54"/>
                </a:cubicBezTo>
                <a:close/>
                <a:moveTo>
                  <a:pt x="27" y="17"/>
                </a:moveTo>
                <a:cubicBezTo>
                  <a:pt x="19" y="9"/>
                  <a:pt x="19" y="9"/>
                  <a:pt x="19" y="9"/>
                </a:cubicBezTo>
                <a:cubicBezTo>
                  <a:pt x="18" y="8"/>
                  <a:pt x="18" y="8"/>
                  <a:pt x="17" y="8"/>
                </a:cubicBezTo>
                <a:cubicBezTo>
                  <a:pt x="16" y="8"/>
                  <a:pt x="15" y="8"/>
                  <a:pt x="14" y="9"/>
                </a:cubicBezTo>
                <a:cubicBezTo>
                  <a:pt x="8" y="14"/>
                  <a:pt x="8" y="14"/>
                  <a:pt x="8" y="14"/>
                </a:cubicBezTo>
                <a:cubicBezTo>
                  <a:pt x="8" y="15"/>
                  <a:pt x="7" y="16"/>
                  <a:pt x="7" y="17"/>
                </a:cubicBezTo>
                <a:cubicBezTo>
                  <a:pt x="7" y="18"/>
                  <a:pt x="8" y="19"/>
                  <a:pt x="8" y="19"/>
                </a:cubicBezTo>
                <a:cubicBezTo>
                  <a:pt x="16" y="27"/>
                  <a:pt x="16" y="27"/>
                  <a:pt x="16" y="27"/>
                </a:cubicBezTo>
                <a:cubicBezTo>
                  <a:pt x="17" y="28"/>
                  <a:pt x="18" y="28"/>
                  <a:pt x="19" y="28"/>
                </a:cubicBezTo>
                <a:cubicBezTo>
                  <a:pt x="20" y="28"/>
                  <a:pt x="21" y="28"/>
                  <a:pt x="22" y="27"/>
                </a:cubicBezTo>
                <a:cubicBezTo>
                  <a:pt x="20" y="26"/>
                  <a:pt x="19" y="25"/>
                  <a:pt x="19" y="23"/>
                </a:cubicBezTo>
                <a:cubicBezTo>
                  <a:pt x="19" y="21"/>
                  <a:pt x="21" y="19"/>
                  <a:pt x="23" y="19"/>
                </a:cubicBezTo>
                <a:cubicBezTo>
                  <a:pt x="24" y="19"/>
                  <a:pt x="26" y="21"/>
                  <a:pt x="27" y="22"/>
                </a:cubicBezTo>
                <a:cubicBezTo>
                  <a:pt x="28" y="21"/>
                  <a:pt x="28" y="20"/>
                  <a:pt x="28" y="19"/>
                </a:cubicBezTo>
                <a:cubicBezTo>
                  <a:pt x="28" y="18"/>
                  <a:pt x="28" y="17"/>
                  <a:pt x="27" y="17"/>
                </a:cubicBezTo>
                <a:close/>
                <a:moveTo>
                  <a:pt x="54" y="43"/>
                </a:moveTo>
                <a:cubicBezTo>
                  <a:pt x="46" y="35"/>
                  <a:pt x="46" y="35"/>
                  <a:pt x="46" y="35"/>
                </a:cubicBezTo>
                <a:cubicBezTo>
                  <a:pt x="45" y="35"/>
                  <a:pt x="44" y="34"/>
                  <a:pt x="43" y="34"/>
                </a:cubicBezTo>
                <a:cubicBezTo>
                  <a:pt x="42" y="34"/>
                  <a:pt x="41" y="35"/>
                  <a:pt x="40" y="36"/>
                </a:cubicBezTo>
                <a:cubicBezTo>
                  <a:pt x="42" y="37"/>
                  <a:pt x="43" y="38"/>
                  <a:pt x="43" y="40"/>
                </a:cubicBezTo>
                <a:cubicBezTo>
                  <a:pt x="43" y="42"/>
                  <a:pt x="42" y="43"/>
                  <a:pt x="40" y="43"/>
                </a:cubicBezTo>
                <a:cubicBezTo>
                  <a:pt x="38" y="43"/>
                  <a:pt x="37" y="42"/>
                  <a:pt x="35" y="41"/>
                </a:cubicBezTo>
                <a:cubicBezTo>
                  <a:pt x="34" y="41"/>
                  <a:pt x="34" y="42"/>
                  <a:pt x="34" y="43"/>
                </a:cubicBezTo>
                <a:cubicBezTo>
                  <a:pt x="34" y="44"/>
                  <a:pt x="34" y="45"/>
                  <a:pt x="35" y="46"/>
                </a:cubicBezTo>
                <a:cubicBezTo>
                  <a:pt x="43" y="54"/>
                  <a:pt x="43" y="54"/>
                  <a:pt x="43" y="54"/>
                </a:cubicBezTo>
                <a:cubicBezTo>
                  <a:pt x="44" y="55"/>
                  <a:pt x="45" y="55"/>
                  <a:pt x="45" y="55"/>
                </a:cubicBezTo>
                <a:cubicBezTo>
                  <a:pt x="46" y="55"/>
                  <a:pt x="47" y="55"/>
                  <a:pt x="48" y="54"/>
                </a:cubicBezTo>
                <a:cubicBezTo>
                  <a:pt x="54" y="48"/>
                  <a:pt x="54" y="48"/>
                  <a:pt x="54" y="48"/>
                </a:cubicBezTo>
                <a:cubicBezTo>
                  <a:pt x="54" y="48"/>
                  <a:pt x="55" y="47"/>
                  <a:pt x="55" y="46"/>
                </a:cubicBezTo>
                <a:cubicBezTo>
                  <a:pt x="55" y="45"/>
                  <a:pt x="54" y="44"/>
                  <a:pt x="54" y="4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2" name="Freeform 79"/>
          <p:cNvSpPr/>
          <p:nvPr/>
        </p:nvSpPr>
        <p:spPr>
          <a:xfrm>
            <a:off x="8402760" y="1316160"/>
            <a:ext cx="233280" cy="182520"/>
          </a:xfrm>
          <a:custGeom>
            <a:avLst/>
            <a:gdLst/>
            <a:ahLst/>
            <a:rect l="l" t="t" r="r" b="b"/>
            <a:pathLst>
              <a:path w="68" h="53">
                <a:moveTo>
                  <a:pt x="10" y="8"/>
                </a:moveTo>
                <a:cubicBezTo>
                  <a:pt x="10" y="9"/>
                  <a:pt x="10" y="9"/>
                  <a:pt x="9" y="9"/>
                </a:cubicBezTo>
                <a:cubicBezTo>
                  <a:pt x="2" y="9"/>
                  <a:pt x="2" y="9"/>
                  <a:pt x="2" y="9"/>
                </a:cubicBezTo>
                <a:cubicBezTo>
                  <a:pt x="1" y="9"/>
                  <a:pt x="0" y="9"/>
                  <a:pt x="0" y="8"/>
                </a:cubicBezTo>
                <a:cubicBezTo>
                  <a:pt x="0" y="1"/>
                  <a:pt x="0" y="1"/>
                  <a:pt x="0" y="1"/>
                </a:cubicBezTo>
                <a:cubicBezTo>
                  <a:pt x="0" y="0"/>
                  <a:pt x="1" y="0"/>
                  <a:pt x="2" y="0"/>
                </a:cubicBezTo>
                <a:cubicBezTo>
                  <a:pt x="9" y="0"/>
                  <a:pt x="9" y="0"/>
                  <a:pt x="9" y="0"/>
                </a:cubicBezTo>
                <a:cubicBezTo>
                  <a:pt x="10" y="0"/>
                  <a:pt x="10" y="0"/>
                  <a:pt x="10" y="1"/>
                </a:cubicBezTo>
                <a:lnTo>
                  <a:pt x="10" y="8"/>
                </a:lnTo>
                <a:close/>
                <a:moveTo>
                  <a:pt x="10" y="23"/>
                </a:moveTo>
                <a:cubicBezTo>
                  <a:pt x="10" y="23"/>
                  <a:pt x="10" y="24"/>
                  <a:pt x="9" y="24"/>
                </a:cubicBezTo>
                <a:cubicBezTo>
                  <a:pt x="2" y="24"/>
                  <a:pt x="2" y="24"/>
                  <a:pt x="2" y="24"/>
                </a:cubicBezTo>
                <a:cubicBezTo>
                  <a:pt x="1" y="24"/>
                  <a:pt x="0" y="23"/>
                  <a:pt x="0" y="23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5"/>
                  <a:pt x="1" y="14"/>
                  <a:pt x="2" y="14"/>
                </a:cubicBezTo>
                <a:cubicBezTo>
                  <a:pt x="9" y="14"/>
                  <a:pt x="9" y="14"/>
                  <a:pt x="9" y="14"/>
                </a:cubicBezTo>
                <a:cubicBezTo>
                  <a:pt x="10" y="14"/>
                  <a:pt x="10" y="15"/>
                  <a:pt x="10" y="15"/>
                </a:cubicBezTo>
                <a:lnTo>
                  <a:pt x="10" y="23"/>
                </a:lnTo>
                <a:close/>
                <a:moveTo>
                  <a:pt x="10" y="37"/>
                </a:moveTo>
                <a:cubicBezTo>
                  <a:pt x="10" y="38"/>
                  <a:pt x="10" y="38"/>
                  <a:pt x="9" y="38"/>
                </a:cubicBezTo>
                <a:cubicBezTo>
                  <a:pt x="2" y="38"/>
                  <a:pt x="2" y="38"/>
                  <a:pt x="2" y="38"/>
                </a:cubicBezTo>
                <a:cubicBezTo>
                  <a:pt x="1" y="38"/>
                  <a:pt x="0" y="38"/>
                  <a:pt x="0" y="37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29"/>
                  <a:pt x="1" y="29"/>
                  <a:pt x="2" y="29"/>
                </a:cubicBezTo>
                <a:cubicBezTo>
                  <a:pt x="9" y="29"/>
                  <a:pt x="9" y="29"/>
                  <a:pt x="9" y="29"/>
                </a:cubicBezTo>
                <a:cubicBezTo>
                  <a:pt x="10" y="29"/>
                  <a:pt x="10" y="29"/>
                  <a:pt x="10" y="30"/>
                </a:cubicBezTo>
                <a:lnTo>
                  <a:pt x="10" y="37"/>
                </a:lnTo>
                <a:close/>
                <a:moveTo>
                  <a:pt x="10" y="52"/>
                </a:moveTo>
                <a:cubicBezTo>
                  <a:pt x="10" y="52"/>
                  <a:pt x="10" y="53"/>
                  <a:pt x="9" y="53"/>
                </a:cubicBezTo>
                <a:cubicBezTo>
                  <a:pt x="2" y="53"/>
                  <a:pt x="2" y="53"/>
                  <a:pt x="2" y="53"/>
                </a:cubicBezTo>
                <a:cubicBezTo>
                  <a:pt x="1" y="53"/>
                  <a:pt x="0" y="52"/>
                  <a:pt x="0" y="52"/>
                </a:cubicBezTo>
                <a:cubicBezTo>
                  <a:pt x="0" y="44"/>
                  <a:pt x="0" y="44"/>
                  <a:pt x="0" y="44"/>
                </a:cubicBezTo>
                <a:cubicBezTo>
                  <a:pt x="0" y="44"/>
                  <a:pt x="1" y="43"/>
                  <a:pt x="2" y="43"/>
                </a:cubicBezTo>
                <a:cubicBezTo>
                  <a:pt x="9" y="43"/>
                  <a:pt x="9" y="43"/>
                  <a:pt x="9" y="43"/>
                </a:cubicBezTo>
                <a:cubicBezTo>
                  <a:pt x="10" y="43"/>
                  <a:pt x="10" y="44"/>
                  <a:pt x="10" y="44"/>
                </a:cubicBezTo>
                <a:lnTo>
                  <a:pt x="10" y="52"/>
                </a:lnTo>
                <a:close/>
                <a:moveTo>
                  <a:pt x="68" y="8"/>
                </a:moveTo>
                <a:cubicBezTo>
                  <a:pt x="68" y="9"/>
                  <a:pt x="68" y="9"/>
                  <a:pt x="67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6" y="9"/>
                  <a:pt x="15" y="9"/>
                  <a:pt x="15" y="8"/>
                </a:cubicBezTo>
                <a:cubicBezTo>
                  <a:pt x="15" y="1"/>
                  <a:pt x="15" y="1"/>
                  <a:pt x="15" y="1"/>
                </a:cubicBezTo>
                <a:cubicBezTo>
                  <a:pt x="15" y="0"/>
                  <a:pt x="16" y="0"/>
                  <a:pt x="16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68" y="0"/>
                  <a:pt x="68" y="0"/>
                  <a:pt x="68" y="1"/>
                </a:cubicBezTo>
                <a:lnTo>
                  <a:pt x="68" y="8"/>
                </a:lnTo>
                <a:close/>
                <a:moveTo>
                  <a:pt x="68" y="23"/>
                </a:moveTo>
                <a:cubicBezTo>
                  <a:pt x="68" y="23"/>
                  <a:pt x="68" y="24"/>
                  <a:pt x="67" y="24"/>
                </a:cubicBezTo>
                <a:cubicBezTo>
                  <a:pt x="16" y="24"/>
                  <a:pt x="16" y="24"/>
                  <a:pt x="16" y="24"/>
                </a:cubicBezTo>
                <a:cubicBezTo>
                  <a:pt x="16" y="24"/>
                  <a:pt x="15" y="23"/>
                  <a:pt x="15" y="23"/>
                </a:cubicBezTo>
                <a:cubicBezTo>
                  <a:pt x="15" y="15"/>
                  <a:pt x="15" y="15"/>
                  <a:pt x="15" y="15"/>
                </a:cubicBezTo>
                <a:cubicBezTo>
                  <a:pt x="15" y="15"/>
                  <a:pt x="16" y="14"/>
                  <a:pt x="16" y="14"/>
                </a:cubicBezTo>
                <a:cubicBezTo>
                  <a:pt x="67" y="14"/>
                  <a:pt x="67" y="14"/>
                  <a:pt x="67" y="14"/>
                </a:cubicBezTo>
                <a:cubicBezTo>
                  <a:pt x="68" y="14"/>
                  <a:pt x="68" y="15"/>
                  <a:pt x="68" y="15"/>
                </a:cubicBezTo>
                <a:lnTo>
                  <a:pt x="68" y="23"/>
                </a:lnTo>
                <a:close/>
                <a:moveTo>
                  <a:pt x="68" y="37"/>
                </a:moveTo>
                <a:cubicBezTo>
                  <a:pt x="68" y="38"/>
                  <a:pt x="68" y="38"/>
                  <a:pt x="67" y="38"/>
                </a:cubicBezTo>
                <a:cubicBezTo>
                  <a:pt x="16" y="38"/>
                  <a:pt x="16" y="38"/>
                  <a:pt x="16" y="38"/>
                </a:cubicBezTo>
                <a:cubicBezTo>
                  <a:pt x="16" y="38"/>
                  <a:pt x="15" y="38"/>
                  <a:pt x="15" y="37"/>
                </a:cubicBezTo>
                <a:cubicBezTo>
                  <a:pt x="15" y="30"/>
                  <a:pt x="15" y="30"/>
                  <a:pt x="15" y="30"/>
                </a:cubicBezTo>
                <a:cubicBezTo>
                  <a:pt x="15" y="29"/>
                  <a:pt x="16" y="29"/>
                  <a:pt x="16" y="29"/>
                </a:cubicBezTo>
                <a:cubicBezTo>
                  <a:pt x="67" y="29"/>
                  <a:pt x="67" y="29"/>
                  <a:pt x="67" y="29"/>
                </a:cubicBezTo>
                <a:cubicBezTo>
                  <a:pt x="68" y="29"/>
                  <a:pt x="68" y="29"/>
                  <a:pt x="68" y="30"/>
                </a:cubicBezTo>
                <a:lnTo>
                  <a:pt x="68" y="37"/>
                </a:lnTo>
                <a:close/>
                <a:moveTo>
                  <a:pt x="68" y="52"/>
                </a:moveTo>
                <a:cubicBezTo>
                  <a:pt x="68" y="52"/>
                  <a:pt x="68" y="53"/>
                  <a:pt x="67" y="53"/>
                </a:cubicBezTo>
                <a:cubicBezTo>
                  <a:pt x="16" y="53"/>
                  <a:pt x="16" y="53"/>
                  <a:pt x="16" y="53"/>
                </a:cubicBezTo>
                <a:cubicBezTo>
                  <a:pt x="16" y="53"/>
                  <a:pt x="15" y="52"/>
                  <a:pt x="15" y="52"/>
                </a:cubicBezTo>
                <a:cubicBezTo>
                  <a:pt x="15" y="44"/>
                  <a:pt x="15" y="44"/>
                  <a:pt x="15" y="44"/>
                </a:cubicBezTo>
                <a:cubicBezTo>
                  <a:pt x="15" y="44"/>
                  <a:pt x="16" y="43"/>
                  <a:pt x="16" y="43"/>
                </a:cubicBezTo>
                <a:cubicBezTo>
                  <a:pt x="67" y="43"/>
                  <a:pt x="67" y="43"/>
                  <a:pt x="67" y="43"/>
                </a:cubicBezTo>
                <a:cubicBezTo>
                  <a:pt x="68" y="43"/>
                  <a:pt x="68" y="44"/>
                  <a:pt x="68" y="44"/>
                </a:cubicBezTo>
                <a:lnTo>
                  <a:pt x="68" y="5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3" name="Freeform 80"/>
          <p:cNvSpPr/>
          <p:nvPr/>
        </p:nvSpPr>
        <p:spPr>
          <a:xfrm>
            <a:off x="8844120" y="1330200"/>
            <a:ext cx="182520" cy="185760"/>
          </a:xfrm>
          <a:custGeom>
            <a:avLst/>
            <a:gdLst/>
            <a:ahLst/>
            <a:rect l="l" t="t" r="r" b="b"/>
            <a:pathLst>
              <a:path w="53" h="54">
                <a:moveTo>
                  <a:pt x="29" y="53"/>
                </a:moveTo>
                <a:cubicBezTo>
                  <a:pt x="28" y="53"/>
                  <a:pt x="27" y="54"/>
                  <a:pt x="26" y="54"/>
                </a:cubicBezTo>
                <a:cubicBezTo>
                  <a:pt x="26" y="54"/>
                  <a:pt x="26" y="54"/>
                  <a:pt x="26" y="54"/>
                </a:cubicBezTo>
                <a:cubicBezTo>
                  <a:pt x="25" y="54"/>
                  <a:pt x="24" y="53"/>
                  <a:pt x="24" y="51"/>
                </a:cubicBezTo>
                <a:cubicBezTo>
                  <a:pt x="24" y="30"/>
                  <a:pt x="24" y="30"/>
                  <a:pt x="24" y="30"/>
                </a:cubicBezTo>
                <a:cubicBezTo>
                  <a:pt x="2" y="30"/>
                  <a:pt x="2" y="30"/>
                  <a:pt x="2" y="30"/>
                </a:cubicBezTo>
                <a:cubicBezTo>
                  <a:pt x="1" y="30"/>
                  <a:pt x="0" y="29"/>
                  <a:pt x="0" y="28"/>
                </a:cubicBezTo>
                <a:cubicBezTo>
                  <a:pt x="0" y="27"/>
                  <a:pt x="0" y="25"/>
                  <a:pt x="1" y="25"/>
                </a:cubicBezTo>
                <a:cubicBezTo>
                  <a:pt x="50" y="1"/>
                  <a:pt x="50" y="1"/>
                  <a:pt x="50" y="1"/>
                </a:cubicBezTo>
                <a:cubicBezTo>
                  <a:pt x="50" y="0"/>
                  <a:pt x="50" y="0"/>
                  <a:pt x="51" y="0"/>
                </a:cubicBezTo>
                <a:cubicBezTo>
                  <a:pt x="51" y="0"/>
                  <a:pt x="52" y="1"/>
                  <a:pt x="52" y="1"/>
                </a:cubicBezTo>
                <a:cubicBezTo>
                  <a:pt x="53" y="2"/>
                  <a:pt x="53" y="3"/>
                  <a:pt x="53" y="4"/>
                </a:cubicBezTo>
                <a:lnTo>
                  <a:pt x="29" y="5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4" name="Freeform 81"/>
          <p:cNvSpPr/>
          <p:nvPr/>
        </p:nvSpPr>
        <p:spPr>
          <a:xfrm>
            <a:off x="71280" y="1749600"/>
            <a:ext cx="223920" cy="99720"/>
          </a:xfrm>
          <a:custGeom>
            <a:avLst/>
            <a:gdLst/>
            <a:ahLst/>
            <a:rect l="l" t="t" r="r" b="b"/>
            <a:pathLst>
              <a:path w="65" h="29">
                <a:moveTo>
                  <a:pt x="65" y="16"/>
                </a:moveTo>
                <a:cubicBezTo>
                  <a:pt x="50" y="29"/>
                  <a:pt x="50" y="29"/>
                  <a:pt x="50" y="29"/>
                </a:cubicBezTo>
                <a:cubicBezTo>
                  <a:pt x="50" y="29"/>
                  <a:pt x="50" y="29"/>
                  <a:pt x="49" y="29"/>
                </a:cubicBezTo>
                <a:cubicBezTo>
                  <a:pt x="49" y="29"/>
                  <a:pt x="48" y="29"/>
                  <a:pt x="48" y="28"/>
                </a:cubicBezTo>
                <a:cubicBezTo>
                  <a:pt x="48" y="20"/>
                  <a:pt x="48" y="20"/>
                  <a:pt x="48" y="20"/>
                </a:cubicBezTo>
                <a:cubicBezTo>
                  <a:pt x="1" y="20"/>
                  <a:pt x="1" y="20"/>
                  <a:pt x="1" y="20"/>
                </a:cubicBezTo>
                <a:cubicBezTo>
                  <a:pt x="0" y="20"/>
                  <a:pt x="0" y="19"/>
                  <a:pt x="0" y="1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10"/>
                  <a:pt x="0" y="10"/>
                  <a:pt x="1" y="10"/>
                </a:cubicBezTo>
                <a:cubicBezTo>
                  <a:pt x="48" y="10"/>
                  <a:pt x="48" y="10"/>
                  <a:pt x="48" y="10"/>
                </a:cubicBezTo>
                <a:cubicBezTo>
                  <a:pt x="48" y="1"/>
                  <a:pt x="48" y="1"/>
                  <a:pt x="48" y="1"/>
                </a:cubicBezTo>
                <a:cubicBezTo>
                  <a:pt x="48" y="1"/>
                  <a:pt x="49" y="0"/>
                  <a:pt x="49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65" y="14"/>
                  <a:pt x="65" y="14"/>
                  <a:pt x="65" y="14"/>
                </a:cubicBezTo>
                <a:cubicBezTo>
                  <a:pt x="65" y="14"/>
                  <a:pt x="65" y="14"/>
                  <a:pt x="65" y="15"/>
                </a:cubicBezTo>
                <a:cubicBezTo>
                  <a:pt x="65" y="15"/>
                  <a:pt x="65" y="15"/>
                  <a:pt x="65" y="1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5" name="Freeform 82"/>
          <p:cNvSpPr/>
          <p:nvPr/>
        </p:nvSpPr>
        <p:spPr>
          <a:xfrm>
            <a:off x="493560" y="1690560"/>
            <a:ext cx="233640" cy="209520"/>
          </a:xfrm>
          <a:custGeom>
            <a:avLst/>
            <a:gdLst/>
            <a:ahLst/>
            <a:rect l="l" t="t" r="r" b="b"/>
            <a:pathLst>
              <a:path w="68" h="61">
                <a:moveTo>
                  <a:pt x="68" y="24"/>
                </a:moveTo>
                <a:cubicBezTo>
                  <a:pt x="48" y="43"/>
                  <a:pt x="48" y="43"/>
                  <a:pt x="48" y="43"/>
                </a:cubicBezTo>
                <a:cubicBezTo>
                  <a:pt x="48" y="44"/>
                  <a:pt x="47" y="44"/>
                  <a:pt x="47" y="44"/>
                </a:cubicBezTo>
                <a:cubicBezTo>
                  <a:pt x="45" y="44"/>
                  <a:pt x="44" y="43"/>
                  <a:pt x="44" y="41"/>
                </a:cubicBezTo>
                <a:cubicBezTo>
                  <a:pt x="44" y="32"/>
                  <a:pt x="44" y="32"/>
                  <a:pt x="44" y="32"/>
                </a:cubicBezTo>
                <a:cubicBezTo>
                  <a:pt x="36" y="32"/>
                  <a:pt x="36" y="32"/>
                  <a:pt x="36" y="32"/>
                </a:cubicBezTo>
                <a:cubicBezTo>
                  <a:pt x="19" y="32"/>
                  <a:pt x="9" y="35"/>
                  <a:pt x="9" y="53"/>
                </a:cubicBezTo>
                <a:cubicBezTo>
                  <a:pt x="9" y="55"/>
                  <a:pt x="9" y="56"/>
                  <a:pt x="9" y="58"/>
                </a:cubicBezTo>
                <a:cubicBezTo>
                  <a:pt x="9" y="58"/>
                  <a:pt x="9" y="59"/>
                  <a:pt x="9" y="60"/>
                </a:cubicBezTo>
                <a:cubicBezTo>
                  <a:pt x="9" y="60"/>
                  <a:pt x="8" y="61"/>
                  <a:pt x="8" y="61"/>
                </a:cubicBezTo>
                <a:cubicBezTo>
                  <a:pt x="7" y="61"/>
                  <a:pt x="7" y="61"/>
                  <a:pt x="7" y="60"/>
                </a:cubicBezTo>
                <a:cubicBezTo>
                  <a:pt x="6" y="59"/>
                  <a:pt x="6" y="58"/>
                  <a:pt x="5" y="57"/>
                </a:cubicBezTo>
                <a:cubicBezTo>
                  <a:pt x="3" y="52"/>
                  <a:pt x="0" y="46"/>
                  <a:pt x="0" y="40"/>
                </a:cubicBezTo>
                <a:cubicBezTo>
                  <a:pt x="0" y="36"/>
                  <a:pt x="1" y="32"/>
                  <a:pt x="2" y="28"/>
                </a:cubicBezTo>
                <a:cubicBezTo>
                  <a:pt x="8" y="14"/>
                  <a:pt x="23" y="12"/>
                  <a:pt x="36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3"/>
                  <a:pt x="44" y="3"/>
                  <a:pt x="44" y="3"/>
                </a:cubicBezTo>
                <a:cubicBezTo>
                  <a:pt x="44" y="1"/>
                  <a:pt x="45" y="0"/>
                  <a:pt x="47" y="0"/>
                </a:cubicBezTo>
                <a:cubicBezTo>
                  <a:pt x="47" y="0"/>
                  <a:pt x="48" y="0"/>
                  <a:pt x="48" y="1"/>
                </a:cubicBezTo>
                <a:cubicBezTo>
                  <a:pt x="68" y="20"/>
                  <a:pt x="68" y="20"/>
                  <a:pt x="68" y="20"/>
                </a:cubicBezTo>
                <a:cubicBezTo>
                  <a:pt x="68" y="21"/>
                  <a:pt x="68" y="21"/>
                  <a:pt x="68" y="22"/>
                </a:cubicBezTo>
                <a:cubicBezTo>
                  <a:pt x="68" y="23"/>
                  <a:pt x="68" y="23"/>
                  <a:pt x="68" y="2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6" name="Freeform 83"/>
          <p:cNvSpPr/>
          <p:nvPr/>
        </p:nvSpPr>
        <p:spPr>
          <a:xfrm>
            <a:off x="1066680" y="1700280"/>
            <a:ext cx="133560" cy="199800"/>
          </a:xfrm>
          <a:custGeom>
            <a:avLst/>
            <a:gdLst/>
            <a:ahLst/>
            <a:rect l="l" t="t" r="r" b="b"/>
            <a:pathLst>
              <a:path w="39" h="58">
                <a:moveTo>
                  <a:pt x="38" y="26"/>
                </a:moveTo>
                <a:cubicBezTo>
                  <a:pt x="24" y="55"/>
                  <a:pt x="24" y="55"/>
                  <a:pt x="24" y="55"/>
                </a:cubicBezTo>
                <a:cubicBezTo>
                  <a:pt x="23" y="57"/>
                  <a:pt x="22" y="58"/>
                  <a:pt x="20" y="58"/>
                </a:cubicBezTo>
                <a:cubicBezTo>
                  <a:pt x="18" y="58"/>
                  <a:pt x="16" y="57"/>
                  <a:pt x="16" y="55"/>
                </a:cubicBezTo>
                <a:cubicBezTo>
                  <a:pt x="2" y="26"/>
                  <a:pt x="2" y="26"/>
                  <a:pt x="2" y="26"/>
                </a:cubicBezTo>
                <a:cubicBezTo>
                  <a:pt x="1" y="24"/>
                  <a:pt x="0" y="21"/>
                  <a:pt x="0" y="19"/>
                </a:cubicBezTo>
                <a:cubicBezTo>
                  <a:pt x="0" y="8"/>
                  <a:pt x="9" y="0"/>
                  <a:pt x="20" y="0"/>
                </a:cubicBezTo>
                <a:cubicBezTo>
                  <a:pt x="31" y="0"/>
                  <a:pt x="39" y="8"/>
                  <a:pt x="39" y="19"/>
                </a:cubicBezTo>
                <a:cubicBezTo>
                  <a:pt x="39" y="21"/>
                  <a:pt x="39" y="24"/>
                  <a:pt x="38" y="26"/>
                </a:cubicBezTo>
                <a:close/>
                <a:moveTo>
                  <a:pt x="20" y="9"/>
                </a:moveTo>
                <a:cubicBezTo>
                  <a:pt x="15" y="9"/>
                  <a:pt x="10" y="14"/>
                  <a:pt x="10" y="19"/>
                </a:cubicBezTo>
                <a:cubicBezTo>
                  <a:pt x="10" y="24"/>
                  <a:pt x="15" y="29"/>
                  <a:pt x="20" y="29"/>
                </a:cubicBezTo>
                <a:cubicBezTo>
                  <a:pt x="25" y="29"/>
                  <a:pt x="30" y="24"/>
                  <a:pt x="30" y="19"/>
                </a:cubicBezTo>
                <a:cubicBezTo>
                  <a:pt x="30" y="14"/>
                  <a:pt x="25" y="9"/>
                  <a:pt x="20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7" name="Freeform 84"/>
          <p:cNvSpPr/>
          <p:nvPr/>
        </p:nvSpPr>
        <p:spPr>
          <a:xfrm>
            <a:off x="1482840" y="1700280"/>
            <a:ext cx="199800" cy="199800"/>
          </a:xfrm>
          <a:custGeom>
            <a:avLst/>
            <a:gdLst/>
            <a:ahLst/>
            <a:rect l="l" t="t" r="r" b="b"/>
            <a:pathLst>
              <a:path w="58" h="58">
                <a:moveTo>
                  <a:pt x="29" y="58"/>
                </a:moveTo>
                <a:cubicBezTo>
                  <a:pt x="13" y="58"/>
                  <a:pt x="0" y="45"/>
                  <a:pt x="0" y="29"/>
                </a:cubicBezTo>
                <a:cubicBezTo>
                  <a:pt x="0" y="13"/>
                  <a:pt x="13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45"/>
                  <a:pt x="45" y="58"/>
                  <a:pt x="29" y="58"/>
                </a:cubicBezTo>
                <a:close/>
                <a:moveTo>
                  <a:pt x="29" y="4"/>
                </a:moveTo>
                <a:cubicBezTo>
                  <a:pt x="16" y="4"/>
                  <a:pt x="5" y="15"/>
                  <a:pt x="5" y="29"/>
                </a:cubicBezTo>
                <a:cubicBezTo>
                  <a:pt x="5" y="42"/>
                  <a:pt x="16" y="53"/>
                  <a:pt x="29" y="53"/>
                </a:cubicBezTo>
                <a:cubicBezTo>
                  <a:pt x="42" y="53"/>
                  <a:pt x="53" y="42"/>
                  <a:pt x="53" y="29"/>
                </a:cubicBezTo>
                <a:cubicBezTo>
                  <a:pt x="53" y="15"/>
                  <a:pt x="42" y="4"/>
                  <a:pt x="29" y="4"/>
                </a:cubicBezTo>
                <a:close/>
                <a:moveTo>
                  <a:pt x="19" y="24"/>
                </a:moveTo>
                <a:cubicBezTo>
                  <a:pt x="17" y="24"/>
                  <a:pt x="14" y="22"/>
                  <a:pt x="14" y="19"/>
                </a:cubicBezTo>
                <a:cubicBezTo>
                  <a:pt x="14" y="16"/>
                  <a:pt x="17" y="14"/>
                  <a:pt x="19" y="14"/>
                </a:cubicBezTo>
                <a:cubicBezTo>
                  <a:pt x="22" y="14"/>
                  <a:pt x="24" y="16"/>
                  <a:pt x="24" y="19"/>
                </a:cubicBezTo>
                <a:cubicBezTo>
                  <a:pt x="24" y="22"/>
                  <a:pt x="22" y="24"/>
                  <a:pt x="19" y="24"/>
                </a:cubicBezTo>
                <a:close/>
                <a:moveTo>
                  <a:pt x="41" y="38"/>
                </a:moveTo>
                <a:cubicBezTo>
                  <a:pt x="17" y="38"/>
                  <a:pt x="17" y="38"/>
                  <a:pt x="17" y="38"/>
                </a:cubicBezTo>
                <a:cubicBezTo>
                  <a:pt x="15" y="38"/>
                  <a:pt x="14" y="37"/>
                  <a:pt x="14" y="36"/>
                </a:cubicBezTo>
                <a:cubicBezTo>
                  <a:pt x="14" y="35"/>
                  <a:pt x="15" y="34"/>
                  <a:pt x="17" y="34"/>
                </a:cubicBezTo>
                <a:cubicBezTo>
                  <a:pt x="41" y="34"/>
                  <a:pt x="41" y="34"/>
                  <a:pt x="41" y="34"/>
                </a:cubicBezTo>
                <a:cubicBezTo>
                  <a:pt x="42" y="34"/>
                  <a:pt x="43" y="35"/>
                  <a:pt x="43" y="36"/>
                </a:cubicBezTo>
                <a:cubicBezTo>
                  <a:pt x="43" y="37"/>
                  <a:pt x="42" y="38"/>
                  <a:pt x="41" y="38"/>
                </a:cubicBezTo>
                <a:close/>
                <a:moveTo>
                  <a:pt x="39" y="24"/>
                </a:moveTo>
                <a:cubicBezTo>
                  <a:pt x="36" y="24"/>
                  <a:pt x="34" y="22"/>
                  <a:pt x="34" y="19"/>
                </a:cubicBezTo>
                <a:cubicBezTo>
                  <a:pt x="34" y="16"/>
                  <a:pt x="36" y="14"/>
                  <a:pt x="39" y="14"/>
                </a:cubicBezTo>
                <a:cubicBezTo>
                  <a:pt x="41" y="14"/>
                  <a:pt x="43" y="16"/>
                  <a:pt x="43" y="19"/>
                </a:cubicBezTo>
                <a:cubicBezTo>
                  <a:pt x="43" y="22"/>
                  <a:pt x="41" y="24"/>
                  <a:pt x="39" y="2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8" name="Freeform 85"/>
          <p:cNvSpPr/>
          <p:nvPr/>
        </p:nvSpPr>
        <p:spPr>
          <a:xfrm>
            <a:off x="1976400" y="1700280"/>
            <a:ext cx="203400" cy="199800"/>
          </a:xfrm>
          <a:custGeom>
            <a:avLst/>
            <a:gdLst/>
            <a:ahLst/>
            <a:rect l="l" t="t" r="r" b="b"/>
            <a:pathLst>
              <a:path w="59" h="58">
                <a:moveTo>
                  <a:pt x="30" y="58"/>
                </a:moveTo>
                <a:cubicBezTo>
                  <a:pt x="13" y="58"/>
                  <a:pt x="0" y="45"/>
                  <a:pt x="0" y="29"/>
                </a:cubicBezTo>
                <a:cubicBezTo>
                  <a:pt x="0" y="13"/>
                  <a:pt x="13" y="0"/>
                  <a:pt x="30" y="0"/>
                </a:cubicBezTo>
                <a:cubicBezTo>
                  <a:pt x="46" y="0"/>
                  <a:pt x="59" y="13"/>
                  <a:pt x="59" y="29"/>
                </a:cubicBezTo>
                <a:cubicBezTo>
                  <a:pt x="59" y="45"/>
                  <a:pt x="46" y="58"/>
                  <a:pt x="30" y="58"/>
                </a:cubicBezTo>
                <a:close/>
                <a:moveTo>
                  <a:pt x="47" y="26"/>
                </a:moveTo>
                <a:cubicBezTo>
                  <a:pt x="47" y="25"/>
                  <a:pt x="46" y="24"/>
                  <a:pt x="44" y="24"/>
                </a:cubicBezTo>
                <a:cubicBezTo>
                  <a:pt x="15" y="24"/>
                  <a:pt x="15" y="24"/>
                  <a:pt x="15" y="24"/>
                </a:cubicBezTo>
                <a:cubicBezTo>
                  <a:pt x="14" y="24"/>
                  <a:pt x="13" y="25"/>
                  <a:pt x="13" y="26"/>
                </a:cubicBezTo>
                <a:cubicBezTo>
                  <a:pt x="13" y="31"/>
                  <a:pt x="13" y="31"/>
                  <a:pt x="13" y="31"/>
                </a:cubicBezTo>
                <a:cubicBezTo>
                  <a:pt x="13" y="32"/>
                  <a:pt x="14" y="34"/>
                  <a:pt x="15" y="34"/>
                </a:cubicBezTo>
                <a:cubicBezTo>
                  <a:pt x="44" y="34"/>
                  <a:pt x="44" y="34"/>
                  <a:pt x="44" y="34"/>
                </a:cubicBezTo>
                <a:cubicBezTo>
                  <a:pt x="46" y="34"/>
                  <a:pt x="47" y="32"/>
                  <a:pt x="47" y="31"/>
                </a:cubicBezTo>
                <a:lnTo>
                  <a:pt x="47" y="2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9" name="Freeform 86"/>
          <p:cNvSpPr/>
          <p:nvPr/>
        </p:nvSpPr>
        <p:spPr>
          <a:xfrm>
            <a:off x="2546280" y="1714680"/>
            <a:ext cx="100080" cy="168120"/>
          </a:xfrm>
          <a:custGeom>
            <a:avLst/>
            <a:gdLst/>
            <a:ahLst/>
            <a:rect l="l" t="t" r="r" b="b"/>
            <a:pathLst>
              <a:path w="29" h="49">
                <a:moveTo>
                  <a:pt x="29" y="44"/>
                </a:moveTo>
                <a:cubicBezTo>
                  <a:pt x="29" y="47"/>
                  <a:pt x="27" y="49"/>
                  <a:pt x="24" y="49"/>
                </a:cubicBezTo>
                <a:cubicBezTo>
                  <a:pt x="5" y="49"/>
                  <a:pt x="5" y="49"/>
                  <a:pt x="5" y="49"/>
                </a:cubicBezTo>
                <a:cubicBezTo>
                  <a:pt x="2" y="49"/>
                  <a:pt x="0" y="47"/>
                  <a:pt x="0" y="44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2" y="0"/>
                  <a:pt x="5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7" y="0"/>
                  <a:pt x="29" y="3"/>
                  <a:pt x="29" y="5"/>
                </a:cubicBezTo>
                <a:lnTo>
                  <a:pt x="29" y="44"/>
                </a:lnTo>
                <a:close/>
                <a:moveTo>
                  <a:pt x="25" y="11"/>
                </a:moveTo>
                <a:cubicBezTo>
                  <a:pt x="25" y="11"/>
                  <a:pt x="25" y="10"/>
                  <a:pt x="24" y="10"/>
                </a:cubicBezTo>
                <a:cubicBezTo>
                  <a:pt x="5" y="10"/>
                  <a:pt x="5" y="10"/>
                  <a:pt x="5" y="10"/>
                </a:cubicBezTo>
                <a:cubicBezTo>
                  <a:pt x="4" y="10"/>
                  <a:pt x="3" y="11"/>
                  <a:pt x="3" y="11"/>
                </a:cubicBezTo>
                <a:cubicBezTo>
                  <a:pt x="3" y="38"/>
                  <a:pt x="3" y="38"/>
                  <a:pt x="3" y="38"/>
                </a:cubicBezTo>
                <a:cubicBezTo>
                  <a:pt x="3" y="39"/>
                  <a:pt x="4" y="39"/>
                  <a:pt x="5" y="39"/>
                </a:cubicBezTo>
                <a:cubicBezTo>
                  <a:pt x="24" y="39"/>
                  <a:pt x="24" y="39"/>
                  <a:pt x="24" y="39"/>
                </a:cubicBezTo>
                <a:cubicBezTo>
                  <a:pt x="25" y="39"/>
                  <a:pt x="25" y="39"/>
                  <a:pt x="25" y="38"/>
                </a:cubicBezTo>
                <a:lnTo>
                  <a:pt x="25" y="11"/>
                </a:lnTo>
                <a:close/>
                <a:moveTo>
                  <a:pt x="17" y="5"/>
                </a:moveTo>
                <a:cubicBezTo>
                  <a:pt x="11" y="5"/>
                  <a:pt x="11" y="5"/>
                  <a:pt x="11" y="5"/>
                </a:cubicBezTo>
                <a:cubicBezTo>
                  <a:pt x="11" y="5"/>
                  <a:pt x="11" y="6"/>
                  <a:pt x="11" y="6"/>
                </a:cubicBezTo>
                <a:cubicBezTo>
                  <a:pt x="11" y="6"/>
                  <a:pt x="11" y="6"/>
                  <a:pt x="11" y="6"/>
                </a:cubicBezTo>
                <a:cubicBezTo>
                  <a:pt x="17" y="6"/>
                  <a:pt x="17" y="6"/>
                  <a:pt x="17" y="6"/>
                </a:cubicBezTo>
                <a:cubicBezTo>
                  <a:pt x="18" y="6"/>
                  <a:pt x="18" y="6"/>
                  <a:pt x="18" y="6"/>
                </a:cubicBezTo>
                <a:cubicBezTo>
                  <a:pt x="18" y="6"/>
                  <a:pt x="18" y="5"/>
                  <a:pt x="17" y="5"/>
                </a:cubicBezTo>
                <a:close/>
                <a:moveTo>
                  <a:pt x="14" y="41"/>
                </a:moveTo>
                <a:cubicBezTo>
                  <a:pt x="13" y="41"/>
                  <a:pt x="11" y="42"/>
                  <a:pt x="11" y="44"/>
                </a:cubicBezTo>
                <a:cubicBezTo>
                  <a:pt x="11" y="46"/>
                  <a:pt x="13" y="47"/>
                  <a:pt x="14" y="47"/>
                </a:cubicBezTo>
                <a:cubicBezTo>
                  <a:pt x="16" y="47"/>
                  <a:pt x="17" y="46"/>
                  <a:pt x="17" y="44"/>
                </a:cubicBezTo>
                <a:cubicBezTo>
                  <a:pt x="17" y="42"/>
                  <a:pt x="16" y="41"/>
                  <a:pt x="14" y="4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40" name="Freeform 87"/>
          <p:cNvSpPr/>
          <p:nvPr/>
        </p:nvSpPr>
        <p:spPr>
          <a:xfrm>
            <a:off x="2965320" y="1700280"/>
            <a:ext cx="203400" cy="217440"/>
          </a:xfrm>
          <a:custGeom>
            <a:avLst/>
            <a:gdLst/>
            <a:ahLst/>
            <a:rect l="l" t="t" r="r" b="b"/>
            <a:pathLst>
              <a:path w="59" h="63">
                <a:moveTo>
                  <a:pt x="59" y="46"/>
                </a:moveTo>
                <a:cubicBezTo>
                  <a:pt x="59" y="51"/>
                  <a:pt x="51" y="53"/>
                  <a:pt x="47" y="53"/>
                </a:cubicBezTo>
                <a:cubicBezTo>
                  <a:pt x="42" y="53"/>
                  <a:pt x="34" y="51"/>
                  <a:pt x="34" y="46"/>
                </a:cubicBezTo>
                <a:cubicBezTo>
                  <a:pt x="34" y="40"/>
                  <a:pt x="42" y="38"/>
                  <a:pt x="47" y="38"/>
                </a:cubicBezTo>
                <a:cubicBezTo>
                  <a:pt x="49" y="38"/>
                  <a:pt x="52" y="39"/>
                  <a:pt x="54" y="40"/>
                </a:cubicBezTo>
                <a:cubicBezTo>
                  <a:pt x="54" y="20"/>
                  <a:pt x="54" y="20"/>
                  <a:pt x="54" y="20"/>
                </a:cubicBezTo>
                <a:cubicBezTo>
                  <a:pt x="25" y="29"/>
                  <a:pt x="25" y="29"/>
                  <a:pt x="25" y="29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61"/>
                  <a:pt x="17" y="63"/>
                  <a:pt x="13" y="63"/>
                </a:cubicBezTo>
                <a:cubicBezTo>
                  <a:pt x="8" y="63"/>
                  <a:pt x="0" y="61"/>
                  <a:pt x="0" y="55"/>
                </a:cubicBezTo>
                <a:cubicBezTo>
                  <a:pt x="0" y="50"/>
                  <a:pt x="8" y="48"/>
                  <a:pt x="13" y="48"/>
                </a:cubicBezTo>
                <a:cubicBezTo>
                  <a:pt x="15" y="48"/>
                  <a:pt x="18" y="49"/>
                  <a:pt x="20" y="50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1"/>
                  <a:pt x="21" y="10"/>
                  <a:pt x="22" y="9"/>
                </a:cubicBezTo>
                <a:cubicBezTo>
                  <a:pt x="54" y="0"/>
                  <a:pt x="54" y="0"/>
                  <a:pt x="54" y="0"/>
                </a:cubicBezTo>
                <a:cubicBezTo>
                  <a:pt x="54" y="0"/>
                  <a:pt x="55" y="0"/>
                  <a:pt x="55" y="0"/>
                </a:cubicBezTo>
                <a:cubicBezTo>
                  <a:pt x="57" y="0"/>
                  <a:pt x="59" y="1"/>
                  <a:pt x="59" y="3"/>
                </a:cubicBezTo>
                <a:lnTo>
                  <a:pt x="59" y="4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41" name="Freeform 88"/>
          <p:cNvSpPr/>
          <p:nvPr/>
        </p:nvSpPr>
        <p:spPr>
          <a:xfrm>
            <a:off x="3460680" y="1700280"/>
            <a:ext cx="233280" cy="182520"/>
          </a:xfrm>
          <a:custGeom>
            <a:avLst/>
            <a:gdLst/>
            <a:ahLst/>
            <a:rect l="l" t="t" r="r" b="b"/>
            <a:pathLst>
              <a:path w="68" h="53">
                <a:moveTo>
                  <a:pt x="68" y="8"/>
                </a:moveTo>
                <a:cubicBezTo>
                  <a:pt x="68" y="9"/>
                  <a:pt x="68" y="9"/>
                  <a:pt x="67" y="9"/>
                </a:cubicBezTo>
                <a:cubicBezTo>
                  <a:pt x="2" y="9"/>
                  <a:pt x="2" y="9"/>
                  <a:pt x="2" y="9"/>
                </a:cubicBezTo>
                <a:cubicBezTo>
                  <a:pt x="1" y="9"/>
                  <a:pt x="0" y="9"/>
                  <a:pt x="0" y="8"/>
                </a:cubicBezTo>
                <a:cubicBezTo>
                  <a:pt x="0" y="1"/>
                  <a:pt x="0" y="1"/>
                  <a:pt x="0" y="1"/>
                </a:cubicBezTo>
                <a:cubicBezTo>
                  <a:pt x="0" y="0"/>
                  <a:pt x="1" y="0"/>
                  <a:pt x="2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68" y="0"/>
                  <a:pt x="68" y="0"/>
                  <a:pt x="68" y="1"/>
                </a:cubicBezTo>
                <a:lnTo>
                  <a:pt x="68" y="8"/>
                </a:lnTo>
                <a:close/>
                <a:moveTo>
                  <a:pt x="68" y="52"/>
                </a:moveTo>
                <a:cubicBezTo>
                  <a:pt x="68" y="52"/>
                  <a:pt x="68" y="53"/>
                  <a:pt x="67" y="53"/>
                </a:cubicBezTo>
                <a:cubicBezTo>
                  <a:pt x="2" y="53"/>
                  <a:pt x="2" y="53"/>
                  <a:pt x="2" y="53"/>
                </a:cubicBezTo>
                <a:cubicBezTo>
                  <a:pt x="1" y="53"/>
                  <a:pt x="0" y="52"/>
                  <a:pt x="0" y="52"/>
                </a:cubicBezTo>
                <a:cubicBezTo>
                  <a:pt x="0" y="44"/>
                  <a:pt x="0" y="44"/>
                  <a:pt x="0" y="44"/>
                </a:cubicBezTo>
                <a:cubicBezTo>
                  <a:pt x="0" y="44"/>
                  <a:pt x="1" y="43"/>
                  <a:pt x="2" y="43"/>
                </a:cubicBezTo>
                <a:cubicBezTo>
                  <a:pt x="67" y="43"/>
                  <a:pt x="67" y="43"/>
                  <a:pt x="67" y="43"/>
                </a:cubicBezTo>
                <a:cubicBezTo>
                  <a:pt x="68" y="43"/>
                  <a:pt x="68" y="44"/>
                  <a:pt x="68" y="44"/>
                </a:cubicBezTo>
                <a:lnTo>
                  <a:pt x="68" y="52"/>
                </a:lnTo>
                <a:close/>
                <a:moveTo>
                  <a:pt x="15" y="37"/>
                </a:moveTo>
                <a:cubicBezTo>
                  <a:pt x="15" y="38"/>
                  <a:pt x="14" y="38"/>
                  <a:pt x="14" y="38"/>
                </a:cubicBezTo>
                <a:cubicBezTo>
                  <a:pt x="13" y="38"/>
                  <a:pt x="13" y="38"/>
                  <a:pt x="13" y="38"/>
                </a:cubicBezTo>
                <a:cubicBezTo>
                  <a:pt x="2" y="27"/>
                  <a:pt x="2" y="27"/>
                  <a:pt x="2" y="27"/>
                </a:cubicBezTo>
                <a:cubicBezTo>
                  <a:pt x="2" y="27"/>
                  <a:pt x="2" y="27"/>
                  <a:pt x="2" y="26"/>
                </a:cubicBezTo>
                <a:cubicBezTo>
                  <a:pt x="2" y="26"/>
                  <a:pt x="2" y="26"/>
                  <a:pt x="2" y="25"/>
                </a:cubicBezTo>
                <a:cubicBezTo>
                  <a:pt x="13" y="14"/>
                  <a:pt x="13" y="14"/>
                  <a:pt x="13" y="14"/>
                </a:cubicBezTo>
                <a:cubicBezTo>
                  <a:pt x="13" y="14"/>
                  <a:pt x="13" y="14"/>
                  <a:pt x="14" y="14"/>
                </a:cubicBezTo>
                <a:cubicBezTo>
                  <a:pt x="14" y="14"/>
                  <a:pt x="15" y="15"/>
                  <a:pt x="15" y="15"/>
                </a:cubicBezTo>
                <a:lnTo>
                  <a:pt x="15" y="37"/>
                </a:lnTo>
                <a:close/>
                <a:moveTo>
                  <a:pt x="68" y="23"/>
                </a:moveTo>
                <a:cubicBezTo>
                  <a:pt x="68" y="23"/>
                  <a:pt x="68" y="24"/>
                  <a:pt x="67" y="24"/>
                </a:cubicBezTo>
                <a:cubicBezTo>
                  <a:pt x="26" y="24"/>
                  <a:pt x="26" y="24"/>
                  <a:pt x="26" y="24"/>
                </a:cubicBezTo>
                <a:cubicBezTo>
                  <a:pt x="25" y="24"/>
                  <a:pt x="25" y="23"/>
                  <a:pt x="25" y="23"/>
                </a:cubicBezTo>
                <a:cubicBezTo>
                  <a:pt x="25" y="15"/>
                  <a:pt x="25" y="15"/>
                  <a:pt x="25" y="15"/>
                </a:cubicBezTo>
                <a:cubicBezTo>
                  <a:pt x="25" y="15"/>
                  <a:pt x="25" y="14"/>
                  <a:pt x="26" y="14"/>
                </a:cubicBezTo>
                <a:cubicBezTo>
                  <a:pt x="67" y="14"/>
                  <a:pt x="67" y="14"/>
                  <a:pt x="67" y="14"/>
                </a:cubicBezTo>
                <a:cubicBezTo>
                  <a:pt x="68" y="14"/>
                  <a:pt x="68" y="15"/>
                  <a:pt x="68" y="15"/>
                </a:cubicBezTo>
                <a:lnTo>
                  <a:pt x="68" y="23"/>
                </a:lnTo>
                <a:close/>
                <a:moveTo>
                  <a:pt x="68" y="37"/>
                </a:moveTo>
                <a:cubicBezTo>
                  <a:pt x="68" y="38"/>
                  <a:pt x="68" y="38"/>
                  <a:pt x="67" y="38"/>
                </a:cubicBezTo>
                <a:cubicBezTo>
                  <a:pt x="26" y="38"/>
                  <a:pt x="26" y="38"/>
                  <a:pt x="26" y="38"/>
                </a:cubicBezTo>
                <a:cubicBezTo>
                  <a:pt x="25" y="38"/>
                  <a:pt x="25" y="38"/>
                  <a:pt x="25" y="37"/>
                </a:cubicBezTo>
                <a:cubicBezTo>
                  <a:pt x="25" y="30"/>
                  <a:pt x="25" y="30"/>
                  <a:pt x="25" y="30"/>
                </a:cubicBezTo>
                <a:cubicBezTo>
                  <a:pt x="25" y="29"/>
                  <a:pt x="25" y="29"/>
                  <a:pt x="26" y="29"/>
                </a:cubicBezTo>
                <a:cubicBezTo>
                  <a:pt x="67" y="29"/>
                  <a:pt x="67" y="29"/>
                  <a:pt x="67" y="29"/>
                </a:cubicBezTo>
                <a:cubicBezTo>
                  <a:pt x="68" y="29"/>
                  <a:pt x="68" y="29"/>
                  <a:pt x="68" y="30"/>
                </a:cubicBezTo>
                <a:lnTo>
                  <a:pt x="68" y="3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42" name="Freeform 89"/>
          <p:cNvSpPr/>
          <p:nvPr/>
        </p:nvSpPr>
        <p:spPr>
          <a:xfrm>
            <a:off x="3954600" y="1684440"/>
            <a:ext cx="233280" cy="233280"/>
          </a:xfrm>
          <a:custGeom>
            <a:avLst/>
            <a:gdLst/>
            <a:ahLst/>
            <a:rect l="l" t="t" r="r" b="b"/>
            <a:pathLst>
              <a:path w="68" h="68">
                <a:moveTo>
                  <a:pt x="68" y="3"/>
                </a:moveTo>
                <a:cubicBezTo>
                  <a:pt x="58" y="61"/>
                  <a:pt x="58" y="61"/>
                  <a:pt x="58" y="61"/>
                </a:cubicBezTo>
                <a:cubicBezTo>
                  <a:pt x="58" y="62"/>
                  <a:pt x="57" y="62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35" y="55"/>
                  <a:pt x="35" y="55"/>
                  <a:pt x="35" y="55"/>
                </a:cubicBezTo>
                <a:cubicBezTo>
                  <a:pt x="23" y="67"/>
                  <a:pt x="23" y="67"/>
                  <a:pt x="23" y="67"/>
                </a:cubicBezTo>
                <a:cubicBezTo>
                  <a:pt x="23" y="67"/>
                  <a:pt x="22" y="68"/>
                  <a:pt x="22" y="68"/>
                </a:cubicBezTo>
                <a:cubicBezTo>
                  <a:pt x="21" y="68"/>
                  <a:pt x="21" y="68"/>
                  <a:pt x="21" y="68"/>
                </a:cubicBezTo>
                <a:cubicBezTo>
                  <a:pt x="20" y="67"/>
                  <a:pt x="19" y="66"/>
                  <a:pt x="19" y="65"/>
                </a:cubicBezTo>
                <a:cubicBezTo>
                  <a:pt x="19" y="48"/>
                  <a:pt x="19" y="48"/>
                  <a:pt x="19" y="48"/>
                </a:cubicBezTo>
                <a:cubicBezTo>
                  <a:pt x="1" y="41"/>
                  <a:pt x="1" y="41"/>
                  <a:pt x="1" y="41"/>
                </a:cubicBezTo>
                <a:cubicBezTo>
                  <a:pt x="0" y="40"/>
                  <a:pt x="0" y="40"/>
                  <a:pt x="0" y="39"/>
                </a:cubicBezTo>
                <a:cubicBezTo>
                  <a:pt x="0" y="38"/>
                  <a:pt x="0" y="37"/>
                  <a:pt x="1" y="36"/>
                </a:cubicBezTo>
                <a:cubicBezTo>
                  <a:pt x="64" y="0"/>
                  <a:pt x="64" y="0"/>
                  <a:pt x="64" y="0"/>
                </a:cubicBezTo>
                <a:cubicBezTo>
                  <a:pt x="65" y="0"/>
                  <a:pt x="66" y="0"/>
                  <a:pt x="67" y="0"/>
                </a:cubicBezTo>
                <a:cubicBezTo>
                  <a:pt x="68" y="1"/>
                  <a:pt x="68" y="2"/>
                  <a:pt x="68" y="3"/>
                </a:cubicBezTo>
                <a:close/>
                <a:moveTo>
                  <a:pt x="62" y="7"/>
                </a:moveTo>
                <a:cubicBezTo>
                  <a:pt x="8" y="38"/>
                  <a:pt x="8" y="38"/>
                  <a:pt x="8" y="38"/>
                </a:cubicBezTo>
                <a:cubicBezTo>
                  <a:pt x="20" y="43"/>
                  <a:pt x="20" y="43"/>
                  <a:pt x="20" y="43"/>
                </a:cubicBezTo>
                <a:cubicBezTo>
                  <a:pt x="53" y="19"/>
                  <a:pt x="53" y="19"/>
                  <a:pt x="53" y="19"/>
                </a:cubicBezTo>
                <a:cubicBezTo>
                  <a:pt x="35" y="49"/>
                  <a:pt x="35" y="49"/>
                  <a:pt x="35" y="49"/>
                </a:cubicBezTo>
                <a:cubicBezTo>
                  <a:pt x="54" y="57"/>
                  <a:pt x="54" y="57"/>
                  <a:pt x="54" y="57"/>
                </a:cubicBezTo>
                <a:lnTo>
                  <a:pt x="62" y="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43" name="Freeform 90"/>
          <p:cNvSpPr/>
          <p:nvPr/>
        </p:nvSpPr>
        <p:spPr>
          <a:xfrm>
            <a:off x="4448160" y="1700280"/>
            <a:ext cx="203040" cy="199800"/>
          </a:xfrm>
          <a:custGeom>
            <a:avLst/>
            <a:gdLst/>
            <a:ahLst/>
            <a:rect l="l" t="t" r="r" b="b"/>
            <a:pathLst>
              <a:path w="59" h="58">
                <a:moveTo>
                  <a:pt x="25" y="55"/>
                </a:moveTo>
                <a:cubicBezTo>
                  <a:pt x="25" y="57"/>
                  <a:pt x="24" y="58"/>
                  <a:pt x="22" y="58"/>
                </a:cubicBezTo>
                <a:cubicBezTo>
                  <a:pt x="3" y="58"/>
                  <a:pt x="3" y="58"/>
                  <a:pt x="3" y="58"/>
                </a:cubicBezTo>
                <a:cubicBezTo>
                  <a:pt x="2" y="58"/>
                  <a:pt x="0" y="57"/>
                  <a:pt x="0" y="55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2" y="0"/>
                  <a:pt x="3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4" y="0"/>
                  <a:pt x="25" y="1"/>
                  <a:pt x="25" y="2"/>
                </a:cubicBezTo>
                <a:lnTo>
                  <a:pt x="25" y="55"/>
                </a:lnTo>
                <a:close/>
                <a:moveTo>
                  <a:pt x="59" y="55"/>
                </a:moveTo>
                <a:cubicBezTo>
                  <a:pt x="59" y="57"/>
                  <a:pt x="58" y="58"/>
                  <a:pt x="56" y="58"/>
                </a:cubicBezTo>
                <a:cubicBezTo>
                  <a:pt x="37" y="58"/>
                  <a:pt x="37" y="58"/>
                  <a:pt x="37" y="58"/>
                </a:cubicBezTo>
                <a:cubicBezTo>
                  <a:pt x="36" y="58"/>
                  <a:pt x="34" y="57"/>
                  <a:pt x="34" y="55"/>
                </a:cubicBezTo>
                <a:cubicBezTo>
                  <a:pt x="34" y="2"/>
                  <a:pt x="34" y="2"/>
                  <a:pt x="34" y="2"/>
                </a:cubicBezTo>
                <a:cubicBezTo>
                  <a:pt x="34" y="1"/>
                  <a:pt x="36" y="0"/>
                  <a:pt x="37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8" y="0"/>
                  <a:pt x="59" y="1"/>
                  <a:pt x="59" y="2"/>
                </a:cubicBezTo>
                <a:lnTo>
                  <a:pt x="59" y="5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44" name="Freeform 91"/>
          <p:cNvSpPr/>
          <p:nvPr/>
        </p:nvSpPr>
        <p:spPr>
          <a:xfrm>
            <a:off x="4943520" y="1700280"/>
            <a:ext cx="198360" cy="199800"/>
          </a:xfrm>
          <a:custGeom>
            <a:avLst/>
            <a:gdLst/>
            <a:ahLst/>
            <a:rect l="l" t="t" r="r" b="b"/>
            <a:pathLst>
              <a:path w="58" h="58">
                <a:moveTo>
                  <a:pt x="58" y="47"/>
                </a:moveTo>
                <a:cubicBezTo>
                  <a:pt x="58" y="53"/>
                  <a:pt x="53" y="58"/>
                  <a:pt x="47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53" y="0"/>
                  <a:pt x="58" y="4"/>
                  <a:pt x="58" y="10"/>
                </a:cubicBezTo>
                <a:lnTo>
                  <a:pt x="58" y="47"/>
                </a:lnTo>
                <a:close/>
                <a:moveTo>
                  <a:pt x="41" y="27"/>
                </a:moveTo>
                <a:cubicBezTo>
                  <a:pt x="30" y="17"/>
                  <a:pt x="30" y="17"/>
                  <a:pt x="30" y="17"/>
                </a:cubicBezTo>
                <a:cubicBezTo>
                  <a:pt x="9" y="37"/>
                  <a:pt x="9" y="37"/>
                  <a:pt x="9" y="37"/>
                </a:cubicBezTo>
                <a:cubicBezTo>
                  <a:pt x="9" y="48"/>
                  <a:pt x="9" y="48"/>
                  <a:pt x="9" y="48"/>
                </a:cubicBezTo>
                <a:cubicBezTo>
                  <a:pt x="20" y="48"/>
                  <a:pt x="20" y="48"/>
                  <a:pt x="20" y="48"/>
                </a:cubicBezTo>
                <a:lnTo>
                  <a:pt x="41" y="27"/>
                </a:lnTo>
                <a:close/>
                <a:moveTo>
                  <a:pt x="21" y="43"/>
                </a:moveTo>
                <a:cubicBezTo>
                  <a:pt x="19" y="44"/>
                  <a:pt x="19" y="44"/>
                  <a:pt x="19" y="44"/>
                </a:cubicBezTo>
                <a:cubicBezTo>
                  <a:pt x="17" y="44"/>
                  <a:pt x="17" y="44"/>
                  <a:pt x="17" y="44"/>
                </a:cubicBezTo>
                <a:cubicBezTo>
                  <a:pt x="17" y="41"/>
                  <a:pt x="17" y="41"/>
                  <a:pt x="17" y="41"/>
                </a:cubicBezTo>
                <a:cubicBezTo>
                  <a:pt x="13" y="41"/>
                  <a:pt x="13" y="41"/>
                  <a:pt x="13" y="41"/>
                </a:cubicBezTo>
                <a:cubicBezTo>
                  <a:pt x="13" y="39"/>
                  <a:pt x="13" y="39"/>
                  <a:pt x="13" y="39"/>
                </a:cubicBezTo>
                <a:cubicBezTo>
                  <a:pt x="15" y="37"/>
                  <a:pt x="15" y="37"/>
                  <a:pt x="15" y="37"/>
                </a:cubicBezTo>
                <a:lnTo>
                  <a:pt x="21" y="43"/>
                </a:lnTo>
                <a:close/>
                <a:moveTo>
                  <a:pt x="31" y="23"/>
                </a:moveTo>
                <a:cubicBezTo>
                  <a:pt x="20" y="34"/>
                  <a:pt x="20" y="34"/>
                  <a:pt x="20" y="34"/>
                </a:cubicBezTo>
                <a:cubicBezTo>
                  <a:pt x="19" y="34"/>
                  <a:pt x="19" y="35"/>
                  <a:pt x="19" y="34"/>
                </a:cubicBezTo>
                <a:cubicBezTo>
                  <a:pt x="18" y="34"/>
                  <a:pt x="18" y="33"/>
                  <a:pt x="19" y="33"/>
                </a:cubicBezTo>
                <a:cubicBezTo>
                  <a:pt x="30" y="22"/>
                  <a:pt x="30" y="22"/>
                  <a:pt x="30" y="22"/>
                </a:cubicBezTo>
                <a:cubicBezTo>
                  <a:pt x="30" y="22"/>
                  <a:pt x="31" y="22"/>
                  <a:pt x="31" y="22"/>
                </a:cubicBezTo>
                <a:cubicBezTo>
                  <a:pt x="31" y="22"/>
                  <a:pt x="31" y="23"/>
                  <a:pt x="31" y="23"/>
                </a:cubicBezTo>
                <a:close/>
                <a:moveTo>
                  <a:pt x="47" y="22"/>
                </a:moveTo>
                <a:cubicBezTo>
                  <a:pt x="48" y="20"/>
                  <a:pt x="48" y="18"/>
                  <a:pt x="47" y="16"/>
                </a:cubicBezTo>
                <a:cubicBezTo>
                  <a:pt x="41" y="11"/>
                  <a:pt x="41" y="11"/>
                  <a:pt x="41" y="11"/>
                </a:cubicBezTo>
                <a:cubicBezTo>
                  <a:pt x="40" y="9"/>
                  <a:pt x="37" y="9"/>
                  <a:pt x="36" y="11"/>
                </a:cubicBezTo>
                <a:cubicBezTo>
                  <a:pt x="33" y="14"/>
                  <a:pt x="33" y="14"/>
                  <a:pt x="33" y="14"/>
                </a:cubicBezTo>
                <a:cubicBezTo>
                  <a:pt x="43" y="25"/>
                  <a:pt x="43" y="25"/>
                  <a:pt x="43" y="25"/>
                </a:cubicBezTo>
                <a:lnTo>
                  <a:pt x="47" y="2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45" name="Freeform 92"/>
          <p:cNvSpPr/>
          <p:nvPr/>
        </p:nvSpPr>
        <p:spPr>
          <a:xfrm>
            <a:off x="5437080" y="1700280"/>
            <a:ext cx="250920" cy="199800"/>
          </a:xfrm>
          <a:custGeom>
            <a:avLst/>
            <a:gdLst/>
            <a:ahLst/>
            <a:rect l="l" t="t" r="r" b="b"/>
            <a:pathLst>
              <a:path w="73" h="58">
                <a:moveTo>
                  <a:pt x="73" y="52"/>
                </a:moveTo>
                <a:cubicBezTo>
                  <a:pt x="73" y="55"/>
                  <a:pt x="71" y="58"/>
                  <a:pt x="67" y="58"/>
                </a:cubicBezTo>
                <a:cubicBezTo>
                  <a:pt x="7" y="58"/>
                  <a:pt x="7" y="58"/>
                  <a:pt x="7" y="58"/>
                </a:cubicBezTo>
                <a:cubicBezTo>
                  <a:pt x="3" y="58"/>
                  <a:pt x="0" y="55"/>
                  <a:pt x="0" y="52"/>
                </a:cubicBezTo>
                <a:cubicBezTo>
                  <a:pt x="0" y="6"/>
                  <a:pt x="0" y="6"/>
                  <a:pt x="0" y="6"/>
                </a:cubicBezTo>
                <a:cubicBezTo>
                  <a:pt x="0" y="2"/>
                  <a:pt x="3" y="0"/>
                  <a:pt x="7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71" y="0"/>
                  <a:pt x="73" y="2"/>
                  <a:pt x="73" y="6"/>
                </a:cubicBezTo>
                <a:lnTo>
                  <a:pt x="73" y="52"/>
                </a:lnTo>
                <a:close/>
                <a:moveTo>
                  <a:pt x="7" y="4"/>
                </a:moveTo>
                <a:cubicBezTo>
                  <a:pt x="6" y="4"/>
                  <a:pt x="5" y="5"/>
                  <a:pt x="5" y="6"/>
                </a:cubicBezTo>
                <a:cubicBezTo>
                  <a:pt x="5" y="52"/>
                  <a:pt x="5" y="52"/>
                  <a:pt x="5" y="52"/>
                </a:cubicBezTo>
                <a:cubicBezTo>
                  <a:pt x="5" y="52"/>
                  <a:pt x="6" y="53"/>
                  <a:pt x="7" y="53"/>
                </a:cubicBezTo>
                <a:cubicBezTo>
                  <a:pt x="67" y="53"/>
                  <a:pt x="67" y="53"/>
                  <a:pt x="67" y="53"/>
                </a:cubicBezTo>
                <a:cubicBezTo>
                  <a:pt x="68" y="53"/>
                  <a:pt x="68" y="52"/>
                  <a:pt x="68" y="52"/>
                </a:cubicBezTo>
                <a:cubicBezTo>
                  <a:pt x="68" y="6"/>
                  <a:pt x="68" y="6"/>
                  <a:pt x="68" y="6"/>
                </a:cubicBezTo>
                <a:cubicBezTo>
                  <a:pt x="68" y="5"/>
                  <a:pt x="68" y="4"/>
                  <a:pt x="67" y="4"/>
                </a:cubicBezTo>
                <a:lnTo>
                  <a:pt x="7" y="4"/>
                </a:lnTo>
                <a:close/>
                <a:moveTo>
                  <a:pt x="17" y="24"/>
                </a:moveTo>
                <a:cubicBezTo>
                  <a:pt x="13" y="24"/>
                  <a:pt x="10" y="21"/>
                  <a:pt x="10" y="17"/>
                </a:cubicBezTo>
                <a:cubicBezTo>
                  <a:pt x="10" y="13"/>
                  <a:pt x="13" y="9"/>
                  <a:pt x="17" y="9"/>
                </a:cubicBezTo>
                <a:cubicBezTo>
                  <a:pt x="21" y="9"/>
                  <a:pt x="25" y="13"/>
                  <a:pt x="25" y="17"/>
                </a:cubicBezTo>
                <a:cubicBezTo>
                  <a:pt x="25" y="21"/>
                  <a:pt x="21" y="24"/>
                  <a:pt x="17" y="24"/>
                </a:cubicBezTo>
                <a:close/>
                <a:moveTo>
                  <a:pt x="64" y="48"/>
                </a:moveTo>
                <a:cubicBezTo>
                  <a:pt x="10" y="48"/>
                  <a:pt x="10" y="48"/>
                  <a:pt x="10" y="48"/>
                </a:cubicBezTo>
                <a:cubicBezTo>
                  <a:pt x="10" y="41"/>
                  <a:pt x="10" y="41"/>
                  <a:pt x="10" y="41"/>
                </a:cubicBezTo>
                <a:cubicBezTo>
                  <a:pt x="22" y="29"/>
                  <a:pt x="22" y="29"/>
                  <a:pt x="22" y="29"/>
                </a:cubicBezTo>
                <a:cubicBezTo>
                  <a:pt x="28" y="35"/>
                  <a:pt x="28" y="35"/>
                  <a:pt x="28" y="35"/>
                </a:cubicBezTo>
                <a:cubicBezTo>
                  <a:pt x="48" y="15"/>
                  <a:pt x="48" y="15"/>
                  <a:pt x="48" y="15"/>
                </a:cubicBezTo>
                <a:cubicBezTo>
                  <a:pt x="64" y="31"/>
                  <a:pt x="64" y="31"/>
                  <a:pt x="64" y="31"/>
                </a:cubicBezTo>
                <a:lnTo>
                  <a:pt x="64" y="4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46" name="Freeform 93"/>
          <p:cNvSpPr/>
          <p:nvPr/>
        </p:nvSpPr>
        <p:spPr>
          <a:xfrm>
            <a:off x="5934240" y="1684440"/>
            <a:ext cx="258480" cy="230040"/>
          </a:xfrm>
          <a:custGeom>
            <a:avLst/>
            <a:gdLst/>
            <a:ahLst/>
            <a:rect l="l" t="t" r="r" b="b"/>
            <a:pathLst>
              <a:path w="75" h="67">
                <a:moveTo>
                  <a:pt x="65" y="50"/>
                </a:moveTo>
                <a:cubicBezTo>
                  <a:pt x="68" y="55"/>
                  <a:pt x="71" y="57"/>
                  <a:pt x="75" y="61"/>
                </a:cubicBezTo>
                <a:cubicBezTo>
                  <a:pt x="70" y="63"/>
                  <a:pt x="65" y="65"/>
                  <a:pt x="61" y="67"/>
                </a:cubicBezTo>
                <a:cubicBezTo>
                  <a:pt x="54" y="61"/>
                  <a:pt x="58" y="37"/>
                  <a:pt x="46" y="37"/>
                </a:cubicBezTo>
                <a:cubicBezTo>
                  <a:pt x="46" y="37"/>
                  <a:pt x="46" y="37"/>
                  <a:pt x="46" y="37"/>
                </a:cubicBezTo>
                <a:cubicBezTo>
                  <a:pt x="46" y="37"/>
                  <a:pt x="46" y="37"/>
                  <a:pt x="46" y="37"/>
                </a:cubicBezTo>
                <a:cubicBezTo>
                  <a:pt x="46" y="37"/>
                  <a:pt x="46" y="37"/>
                  <a:pt x="46" y="37"/>
                </a:cubicBezTo>
                <a:cubicBezTo>
                  <a:pt x="49" y="40"/>
                  <a:pt x="50" y="41"/>
                  <a:pt x="51" y="45"/>
                </a:cubicBezTo>
                <a:cubicBezTo>
                  <a:pt x="51" y="46"/>
                  <a:pt x="51" y="46"/>
                  <a:pt x="51" y="46"/>
                </a:cubicBezTo>
                <a:cubicBezTo>
                  <a:pt x="51" y="49"/>
                  <a:pt x="50" y="52"/>
                  <a:pt x="49" y="55"/>
                </a:cubicBezTo>
                <a:cubicBezTo>
                  <a:pt x="47" y="55"/>
                  <a:pt x="44" y="56"/>
                  <a:pt x="42" y="56"/>
                </a:cubicBezTo>
                <a:cubicBezTo>
                  <a:pt x="41" y="56"/>
                  <a:pt x="40" y="55"/>
                  <a:pt x="39" y="55"/>
                </a:cubicBezTo>
                <a:cubicBezTo>
                  <a:pt x="39" y="55"/>
                  <a:pt x="39" y="54"/>
                  <a:pt x="39" y="53"/>
                </a:cubicBezTo>
                <a:cubicBezTo>
                  <a:pt x="39" y="52"/>
                  <a:pt x="39" y="51"/>
                  <a:pt x="39" y="50"/>
                </a:cubicBezTo>
                <a:cubicBezTo>
                  <a:pt x="39" y="48"/>
                  <a:pt x="44" y="46"/>
                  <a:pt x="43" y="44"/>
                </a:cubicBezTo>
                <a:cubicBezTo>
                  <a:pt x="43" y="44"/>
                  <a:pt x="42" y="44"/>
                  <a:pt x="42" y="45"/>
                </a:cubicBezTo>
                <a:cubicBezTo>
                  <a:pt x="40" y="47"/>
                  <a:pt x="36" y="50"/>
                  <a:pt x="32" y="50"/>
                </a:cubicBezTo>
                <a:cubicBezTo>
                  <a:pt x="30" y="50"/>
                  <a:pt x="25" y="41"/>
                  <a:pt x="22" y="39"/>
                </a:cubicBezTo>
                <a:cubicBezTo>
                  <a:pt x="22" y="39"/>
                  <a:pt x="22" y="38"/>
                  <a:pt x="21" y="38"/>
                </a:cubicBezTo>
                <a:cubicBezTo>
                  <a:pt x="19" y="38"/>
                  <a:pt x="3" y="42"/>
                  <a:pt x="2" y="42"/>
                </a:cubicBezTo>
                <a:cubicBezTo>
                  <a:pt x="1" y="42"/>
                  <a:pt x="0" y="42"/>
                  <a:pt x="0" y="41"/>
                </a:cubicBezTo>
                <a:cubicBezTo>
                  <a:pt x="0" y="40"/>
                  <a:pt x="1" y="39"/>
                  <a:pt x="1" y="39"/>
                </a:cubicBezTo>
                <a:cubicBezTo>
                  <a:pt x="20" y="35"/>
                  <a:pt x="20" y="35"/>
                  <a:pt x="20" y="35"/>
                </a:cubicBezTo>
                <a:cubicBezTo>
                  <a:pt x="19" y="33"/>
                  <a:pt x="22" y="33"/>
                  <a:pt x="23" y="32"/>
                </a:cubicBezTo>
                <a:cubicBezTo>
                  <a:pt x="23" y="32"/>
                  <a:pt x="24" y="32"/>
                  <a:pt x="24" y="32"/>
                </a:cubicBezTo>
                <a:cubicBezTo>
                  <a:pt x="25" y="32"/>
                  <a:pt x="26" y="33"/>
                  <a:pt x="26" y="34"/>
                </a:cubicBezTo>
                <a:cubicBezTo>
                  <a:pt x="27" y="34"/>
                  <a:pt x="32" y="32"/>
                  <a:pt x="32" y="32"/>
                </a:cubicBezTo>
                <a:cubicBezTo>
                  <a:pt x="33" y="32"/>
                  <a:pt x="34" y="33"/>
                  <a:pt x="34" y="34"/>
                </a:cubicBezTo>
                <a:cubicBezTo>
                  <a:pt x="34" y="35"/>
                  <a:pt x="34" y="35"/>
                  <a:pt x="33" y="35"/>
                </a:cubicBezTo>
                <a:cubicBezTo>
                  <a:pt x="26" y="37"/>
                  <a:pt x="26" y="37"/>
                  <a:pt x="26" y="37"/>
                </a:cubicBezTo>
                <a:cubicBezTo>
                  <a:pt x="26" y="38"/>
                  <a:pt x="26" y="38"/>
                  <a:pt x="26" y="38"/>
                </a:cubicBezTo>
                <a:cubicBezTo>
                  <a:pt x="26" y="39"/>
                  <a:pt x="32" y="45"/>
                  <a:pt x="33" y="45"/>
                </a:cubicBezTo>
                <a:cubicBezTo>
                  <a:pt x="35" y="45"/>
                  <a:pt x="40" y="40"/>
                  <a:pt x="40" y="38"/>
                </a:cubicBezTo>
                <a:cubicBezTo>
                  <a:pt x="40" y="33"/>
                  <a:pt x="34" y="36"/>
                  <a:pt x="34" y="33"/>
                </a:cubicBezTo>
                <a:cubicBezTo>
                  <a:pt x="34" y="33"/>
                  <a:pt x="35" y="32"/>
                  <a:pt x="35" y="32"/>
                </a:cubicBezTo>
                <a:cubicBezTo>
                  <a:pt x="32" y="31"/>
                  <a:pt x="32" y="31"/>
                  <a:pt x="32" y="31"/>
                </a:cubicBezTo>
                <a:cubicBezTo>
                  <a:pt x="33" y="30"/>
                  <a:pt x="34" y="28"/>
                  <a:pt x="34" y="27"/>
                </a:cubicBezTo>
                <a:cubicBezTo>
                  <a:pt x="34" y="26"/>
                  <a:pt x="34" y="25"/>
                  <a:pt x="34" y="24"/>
                </a:cubicBezTo>
                <a:cubicBezTo>
                  <a:pt x="36" y="24"/>
                  <a:pt x="37" y="24"/>
                  <a:pt x="39" y="24"/>
                </a:cubicBezTo>
                <a:cubicBezTo>
                  <a:pt x="47" y="24"/>
                  <a:pt x="45" y="25"/>
                  <a:pt x="48" y="31"/>
                </a:cubicBezTo>
                <a:cubicBezTo>
                  <a:pt x="50" y="30"/>
                  <a:pt x="50" y="30"/>
                  <a:pt x="50" y="30"/>
                </a:cubicBezTo>
                <a:cubicBezTo>
                  <a:pt x="49" y="35"/>
                  <a:pt x="45" y="32"/>
                  <a:pt x="45" y="34"/>
                </a:cubicBezTo>
                <a:cubicBezTo>
                  <a:pt x="45" y="35"/>
                  <a:pt x="45" y="35"/>
                  <a:pt x="45" y="35"/>
                </a:cubicBezTo>
                <a:cubicBezTo>
                  <a:pt x="55" y="35"/>
                  <a:pt x="60" y="43"/>
                  <a:pt x="65" y="50"/>
                </a:cubicBezTo>
                <a:close/>
                <a:moveTo>
                  <a:pt x="28" y="33"/>
                </a:moveTo>
                <a:cubicBezTo>
                  <a:pt x="28" y="32"/>
                  <a:pt x="28" y="32"/>
                  <a:pt x="28" y="32"/>
                </a:cubicBezTo>
                <a:cubicBezTo>
                  <a:pt x="29" y="32"/>
                  <a:pt x="29" y="32"/>
                  <a:pt x="30" y="32"/>
                </a:cubicBezTo>
                <a:cubicBezTo>
                  <a:pt x="31" y="32"/>
                  <a:pt x="31" y="32"/>
                  <a:pt x="32" y="32"/>
                </a:cubicBezTo>
                <a:lnTo>
                  <a:pt x="28" y="33"/>
                </a:lnTo>
                <a:close/>
                <a:moveTo>
                  <a:pt x="32" y="36"/>
                </a:moveTo>
                <a:cubicBezTo>
                  <a:pt x="36" y="43"/>
                  <a:pt x="36" y="43"/>
                  <a:pt x="36" y="43"/>
                </a:cubicBezTo>
                <a:cubicBezTo>
                  <a:pt x="33" y="45"/>
                  <a:pt x="33" y="45"/>
                  <a:pt x="33" y="45"/>
                </a:cubicBezTo>
                <a:cubicBezTo>
                  <a:pt x="30" y="36"/>
                  <a:pt x="30" y="36"/>
                  <a:pt x="30" y="36"/>
                </a:cubicBezTo>
                <a:lnTo>
                  <a:pt x="32" y="36"/>
                </a:lnTo>
                <a:close/>
                <a:moveTo>
                  <a:pt x="44" y="23"/>
                </a:moveTo>
                <a:cubicBezTo>
                  <a:pt x="44" y="23"/>
                  <a:pt x="42" y="23"/>
                  <a:pt x="40" y="23"/>
                </a:cubicBezTo>
                <a:cubicBezTo>
                  <a:pt x="37" y="23"/>
                  <a:pt x="34" y="23"/>
                  <a:pt x="31" y="24"/>
                </a:cubicBezTo>
                <a:cubicBezTo>
                  <a:pt x="32" y="23"/>
                  <a:pt x="33" y="22"/>
                  <a:pt x="35" y="22"/>
                </a:cubicBezTo>
                <a:cubicBezTo>
                  <a:pt x="38" y="20"/>
                  <a:pt x="40" y="18"/>
                  <a:pt x="43" y="15"/>
                </a:cubicBezTo>
                <a:cubicBezTo>
                  <a:pt x="44" y="16"/>
                  <a:pt x="44" y="18"/>
                  <a:pt x="46" y="18"/>
                </a:cubicBezTo>
                <a:cubicBezTo>
                  <a:pt x="47" y="18"/>
                  <a:pt x="47" y="18"/>
                  <a:pt x="47" y="18"/>
                </a:cubicBezTo>
                <a:cubicBezTo>
                  <a:pt x="47" y="21"/>
                  <a:pt x="47" y="21"/>
                  <a:pt x="47" y="21"/>
                </a:cubicBezTo>
                <a:cubicBezTo>
                  <a:pt x="48" y="21"/>
                  <a:pt x="48" y="21"/>
                  <a:pt x="48" y="21"/>
                </a:cubicBezTo>
                <a:cubicBezTo>
                  <a:pt x="53" y="19"/>
                  <a:pt x="57" y="17"/>
                  <a:pt x="62" y="14"/>
                </a:cubicBezTo>
                <a:cubicBezTo>
                  <a:pt x="68" y="9"/>
                  <a:pt x="69" y="7"/>
                  <a:pt x="72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73" y="2"/>
                  <a:pt x="72" y="4"/>
                  <a:pt x="71" y="5"/>
                </a:cubicBezTo>
                <a:cubicBezTo>
                  <a:pt x="67" y="14"/>
                  <a:pt x="61" y="19"/>
                  <a:pt x="52" y="21"/>
                </a:cubicBezTo>
                <a:cubicBezTo>
                  <a:pt x="50" y="21"/>
                  <a:pt x="48" y="21"/>
                  <a:pt x="47" y="22"/>
                </a:cubicBezTo>
                <a:cubicBezTo>
                  <a:pt x="47" y="23"/>
                  <a:pt x="48" y="24"/>
                  <a:pt x="48" y="25"/>
                </a:cubicBezTo>
                <a:cubicBezTo>
                  <a:pt x="48" y="25"/>
                  <a:pt x="48" y="26"/>
                  <a:pt x="47" y="26"/>
                </a:cubicBezTo>
                <a:cubicBezTo>
                  <a:pt x="46" y="24"/>
                  <a:pt x="45" y="23"/>
                  <a:pt x="44" y="23"/>
                </a:cubicBezTo>
                <a:close/>
                <a:moveTo>
                  <a:pt x="40" y="56"/>
                </a:moveTo>
                <a:cubicBezTo>
                  <a:pt x="41" y="59"/>
                  <a:pt x="41" y="59"/>
                  <a:pt x="41" y="59"/>
                </a:cubicBezTo>
                <a:cubicBezTo>
                  <a:pt x="39" y="60"/>
                  <a:pt x="39" y="60"/>
                  <a:pt x="39" y="60"/>
                </a:cubicBezTo>
                <a:cubicBezTo>
                  <a:pt x="39" y="56"/>
                  <a:pt x="39" y="56"/>
                  <a:pt x="39" y="56"/>
                </a:cubicBezTo>
                <a:lnTo>
                  <a:pt x="40" y="56"/>
                </a:lnTo>
                <a:close/>
                <a:moveTo>
                  <a:pt x="50" y="58"/>
                </a:moveTo>
                <a:cubicBezTo>
                  <a:pt x="51" y="58"/>
                  <a:pt x="53" y="64"/>
                  <a:pt x="54" y="66"/>
                </a:cubicBezTo>
                <a:cubicBezTo>
                  <a:pt x="51" y="67"/>
                  <a:pt x="48" y="67"/>
                  <a:pt x="45" y="67"/>
                </a:cubicBezTo>
                <a:cubicBezTo>
                  <a:pt x="43" y="67"/>
                  <a:pt x="42" y="67"/>
                  <a:pt x="40" y="67"/>
                </a:cubicBezTo>
                <a:cubicBezTo>
                  <a:pt x="39" y="61"/>
                  <a:pt x="39" y="61"/>
                  <a:pt x="39" y="61"/>
                </a:cubicBezTo>
                <a:cubicBezTo>
                  <a:pt x="41" y="60"/>
                  <a:pt x="47" y="58"/>
                  <a:pt x="50" y="58"/>
                </a:cubicBezTo>
                <a:close/>
                <a:moveTo>
                  <a:pt x="49" y="57"/>
                </a:moveTo>
                <a:cubicBezTo>
                  <a:pt x="49" y="58"/>
                  <a:pt x="43" y="58"/>
                  <a:pt x="41" y="59"/>
                </a:cubicBezTo>
                <a:cubicBezTo>
                  <a:pt x="41" y="57"/>
                  <a:pt x="41" y="57"/>
                  <a:pt x="41" y="57"/>
                </a:cubicBezTo>
                <a:cubicBezTo>
                  <a:pt x="43" y="57"/>
                  <a:pt x="46" y="56"/>
                  <a:pt x="48" y="56"/>
                </a:cubicBezTo>
                <a:cubicBezTo>
                  <a:pt x="49" y="56"/>
                  <a:pt x="49" y="56"/>
                  <a:pt x="49" y="56"/>
                </a:cubicBezTo>
                <a:cubicBezTo>
                  <a:pt x="49" y="56"/>
                  <a:pt x="49" y="56"/>
                  <a:pt x="49" y="57"/>
                </a:cubicBezTo>
                <a:close/>
                <a:moveTo>
                  <a:pt x="73" y="0"/>
                </a:moveTo>
                <a:cubicBezTo>
                  <a:pt x="73" y="0"/>
                  <a:pt x="73" y="0"/>
                  <a:pt x="73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73" y="0"/>
                  <a:pt x="73" y="0"/>
                  <a:pt x="73" y="0"/>
                </a:cubicBezTo>
                <a:close/>
                <a:moveTo>
                  <a:pt x="73" y="0"/>
                </a:moveTo>
                <a:cubicBezTo>
                  <a:pt x="73" y="0"/>
                  <a:pt x="73" y="0"/>
                  <a:pt x="73" y="0"/>
                </a:cubicBezTo>
                <a:close/>
                <a:moveTo>
                  <a:pt x="73" y="0"/>
                </a:moveTo>
                <a:cubicBezTo>
                  <a:pt x="73" y="0"/>
                  <a:pt x="73" y="0"/>
                  <a:pt x="73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47" name="Freeform 94"/>
          <p:cNvSpPr/>
          <p:nvPr/>
        </p:nvSpPr>
        <p:spPr>
          <a:xfrm>
            <a:off x="6426360" y="1697040"/>
            <a:ext cx="183960" cy="206280"/>
          </a:xfrm>
          <a:custGeom>
            <a:avLst/>
            <a:gdLst/>
            <a:ahLst/>
            <a:rect l="l" t="t" r="r" b="b"/>
            <a:pathLst>
              <a:path w="54" h="60">
                <a:moveTo>
                  <a:pt x="3" y="59"/>
                </a:moveTo>
                <a:cubicBezTo>
                  <a:pt x="1" y="60"/>
                  <a:pt x="0" y="59"/>
                  <a:pt x="0" y="58"/>
                </a:cubicBezTo>
                <a:cubicBezTo>
                  <a:pt x="0" y="2"/>
                  <a:pt x="0" y="2"/>
                  <a:pt x="0" y="2"/>
                </a:cubicBezTo>
                <a:cubicBezTo>
                  <a:pt x="0" y="0"/>
                  <a:pt x="1" y="0"/>
                  <a:pt x="3" y="1"/>
                </a:cubicBezTo>
                <a:cubicBezTo>
                  <a:pt x="53" y="29"/>
                  <a:pt x="53" y="29"/>
                  <a:pt x="53" y="29"/>
                </a:cubicBezTo>
                <a:cubicBezTo>
                  <a:pt x="54" y="29"/>
                  <a:pt x="54" y="30"/>
                  <a:pt x="53" y="31"/>
                </a:cubicBezTo>
                <a:lnTo>
                  <a:pt x="3" y="5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48" name="Freeform 95"/>
          <p:cNvSpPr/>
          <p:nvPr/>
        </p:nvSpPr>
        <p:spPr>
          <a:xfrm>
            <a:off x="6919920" y="1700280"/>
            <a:ext cx="185760" cy="182520"/>
          </a:xfrm>
          <a:custGeom>
            <a:avLst/>
            <a:gdLst/>
            <a:ahLst/>
            <a:rect l="l" t="t" r="r" b="b"/>
            <a:pathLst>
              <a:path w="54" h="53">
                <a:moveTo>
                  <a:pt x="54" y="30"/>
                </a:moveTo>
                <a:cubicBezTo>
                  <a:pt x="54" y="32"/>
                  <a:pt x="52" y="34"/>
                  <a:pt x="50" y="34"/>
                </a:cubicBezTo>
                <a:cubicBezTo>
                  <a:pt x="34" y="34"/>
                  <a:pt x="34" y="34"/>
                  <a:pt x="34" y="34"/>
                </a:cubicBezTo>
                <a:cubicBezTo>
                  <a:pt x="34" y="49"/>
                  <a:pt x="34" y="49"/>
                  <a:pt x="34" y="49"/>
                </a:cubicBezTo>
                <a:cubicBezTo>
                  <a:pt x="34" y="51"/>
                  <a:pt x="33" y="53"/>
                  <a:pt x="31" y="53"/>
                </a:cubicBezTo>
                <a:cubicBezTo>
                  <a:pt x="24" y="53"/>
                  <a:pt x="24" y="53"/>
                  <a:pt x="24" y="53"/>
                </a:cubicBezTo>
                <a:cubicBezTo>
                  <a:pt x="22" y="53"/>
                  <a:pt x="20" y="51"/>
                  <a:pt x="20" y="49"/>
                </a:cubicBezTo>
                <a:cubicBezTo>
                  <a:pt x="20" y="34"/>
                  <a:pt x="20" y="34"/>
                  <a:pt x="20" y="34"/>
                </a:cubicBezTo>
                <a:cubicBezTo>
                  <a:pt x="4" y="34"/>
                  <a:pt x="4" y="34"/>
                  <a:pt x="4" y="34"/>
                </a:cubicBezTo>
                <a:cubicBezTo>
                  <a:pt x="2" y="34"/>
                  <a:pt x="0" y="32"/>
                  <a:pt x="0" y="30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2" y="19"/>
                  <a:pt x="4" y="19"/>
                </a:cubicBezTo>
                <a:cubicBezTo>
                  <a:pt x="20" y="19"/>
                  <a:pt x="20" y="19"/>
                  <a:pt x="20" y="19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1"/>
                  <a:pt x="22" y="0"/>
                  <a:pt x="24" y="0"/>
                </a:cubicBezTo>
                <a:cubicBezTo>
                  <a:pt x="31" y="0"/>
                  <a:pt x="31" y="0"/>
                  <a:pt x="31" y="0"/>
                </a:cubicBezTo>
                <a:cubicBezTo>
                  <a:pt x="33" y="0"/>
                  <a:pt x="34" y="1"/>
                  <a:pt x="34" y="3"/>
                </a:cubicBezTo>
                <a:cubicBezTo>
                  <a:pt x="34" y="19"/>
                  <a:pt x="34" y="19"/>
                  <a:pt x="34" y="19"/>
                </a:cubicBezTo>
                <a:cubicBezTo>
                  <a:pt x="50" y="19"/>
                  <a:pt x="50" y="19"/>
                  <a:pt x="50" y="19"/>
                </a:cubicBezTo>
                <a:cubicBezTo>
                  <a:pt x="52" y="19"/>
                  <a:pt x="54" y="21"/>
                  <a:pt x="54" y="23"/>
                </a:cubicBezTo>
                <a:lnTo>
                  <a:pt x="54" y="3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49" name="Freeform 96"/>
          <p:cNvSpPr/>
          <p:nvPr/>
        </p:nvSpPr>
        <p:spPr>
          <a:xfrm>
            <a:off x="7413480" y="1684440"/>
            <a:ext cx="203400" cy="215640"/>
          </a:xfrm>
          <a:custGeom>
            <a:avLst/>
            <a:gdLst/>
            <a:ahLst/>
            <a:rect l="l" t="t" r="r" b="b"/>
            <a:pathLst>
              <a:path w="59" h="63">
                <a:moveTo>
                  <a:pt x="30" y="63"/>
                </a:moveTo>
                <a:cubicBezTo>
                  <a:pt x="14" y="63"/>
                  <a:pt x="0" y="50"/>
                  <a:pt x="0" y="34"/>
                </a:cubicBezTo>
                <a:cubicBezTo>
                  <a:pt x="0" y="24"/>
                  <a:pt x="5" y="16"/>
                  <a:pt x="12" y="10"/>
                </a:cubicBezTo>
                <a:cubicBezTo>
                  <a:pt x="14" y="9"/>
                  <a:pt x="17" y="9"/>
                  <a:pt x="19" y="11"/>
                </a:cubicBezTo>
                <a:cubicBezTo>
                  <a:pt x="21" y="14"/>
                  <a:pt x="20" y="17"/>
                  <a:pt x="18" y="18"/>
                </a:cubicBezTo>
                <a:cubicBezTo>
                  <a:pt x="13" y="22"/>
                  <a:pt x="10" y="28"/>
                  <a:pt x="10" y="34"/>
                </a:cubicBezTo>
                <a:cubicBezTo>
                  <a:pt x="10" y="44"/>
                  <a:pt x="19" y="53"/>
                  <a:pt x="30" y="53"/>
                </a:cubicBezTo>
                <a:cubicBezTo>
                  <a:pt x="40" y="53"/>
                  <a:pt x="49" y="44"/>
                  <a:pt x="49" y="34"/>
                </a:cubicBezTo>
                <a:cubicBezTo>
                  <a:pt x="49" y="28"/>
                  <a:pt x="46" y="22"/>
                  <a:pt x="41" y="18"/>
                </a:cubicBezTo>
                <a:cubicBezTo>
                  <a:pt x="39" y="17"/>
                  <a:pt x="39" y="14"/>
                  <a:pt x="40" y="11"/>
                </a:cubicBezTo>
                <a:cubicBezTo>
                  <a:pt x="42" y="9"/>
                  <a:pt x="45" y="9"/>
                  <a:pt x="47" y="10"/>
                </a:cubicBezTo>
                <a:cubicBezTo>
                  <a:pt x="55" y="16"/>
                  <a:pt x="59" y="24"/>
                  <a:pt x="59" y="34"/>
                </a:cubicBezTo>
                <a:cubicBezTo>
                  <a:pt x="59" y="50"/>
                  <a:pt x="46" y="63"/>
                  <a:pt x="30" y="63"/>
                </a:cubicBezTo>
                <a:close/>
                <a:moveTo>
                  <a:pt x="34" y="29"/>
                </a:moveTo>
                <a:cubicBezTo>
                  <a:pt x="34" y="32"/>
                  <a:pt x="32" y="34"/>
                  <a:pt x="30" y="34"/>
                </a:cubicBezTo>
                <a:cubicBezTo>
                  <a:pt x="27" y="34"/>
                  <a:pt x="25" y="32"/>
                  <a:pt x="25" y="29"/>
                </a:cubicBezTo>
                <a:cubicBezTo>
                  <a:pt x="25" y="5"/>
                  <a:pt x="25" y="5"/>
                  <a:pt x="25" y="5"/>
                </a:cubicBezTo>
                <a:cubicBezTo>
                  <a:pt x="25" y="2"/>
                  <a:pt x="27" y="0"/>
                  <a:pt x="30" y="0"/>
                </a:cubicBezTo>
                <a:cubicBezTo>
                  <a:pt x="32" y="0"/>
                  <a:pt x="34" y="2"/>
                  <a:pt x="34" y="5"/>
                </a:cubicBezTo>
                <a:lnTo>
                  <a:pt x="34" y="2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0" name="Freeform 97"/>
          <p:cNvSpPr/>
          <p:nvPr/>
        </p:nvSpPr>
        <p:spPr>
          <a:xfrm>
            <a:off x="7908840" y="1700280"/>
            <a:ext cx="184320" cy="182520"/>
          </a:xfrm>
          <a:custGeom>
            <a:avLst/>
            <a:gdLst/>
            <a:ahLst/>
            <a:rect l="l" t="t" r="r" b="b"/>
            <a:pathLst>
              <a:path w="116" h="115">
                <a:moveTo>
                  <a:pt x="54" y="52"/>
                </a:moveTo>
                <a:lnTo>
                  <a:pt x="0" y="52"/>
                </a:lnTo>
                <a:lnTo>
                  <a:pt x="0" y="0"/>
                </a:lnTo>
                <a:lnTo>
                  <a:pt x="54" y="0"/>
                </a:lnTo>
                <a:lnTo>
                  <a:pt x="54" y="52"/>
                </a:lnTo>
                <a:close/>
                <a:moveTo>
                  <a:pt x="54" y="115"/>
                </a:moveTo>
                <a:lnTo>
                  <a:pt x="0" y="115"/>
                </a:lnTo>
                <a:lnTo>
                  <a:pt x="0" y="63"/>
                </a:lnTo>
                <a:lnTo>
                  <a:pt x="54" y="63"/>
                </a:lnTo>
                <a:lnTo>
                  <a:pt x="54" y="115"/>
                </a:lnTo>
                <a:close/>
                <a:moveTo>
                  <a:pt x="43" y="42"/>
                </a:moveTo>
                <a:lnTo>
                  <a:pt x="43" y="9"/>
                </a:lnTo>
                <a:lnTo>
                  <a:pt x="10" y="9"/>
                </a:lnTo>
                <a:lnTo>
                  <a:pt x="10" y="42"/>
                </a:lnTo>
                <a:lnTo>
                  <a:pt x="43" y="42"/>
                </a:lnTo>
                <a:close/>
                <a:moveTo>
                  <a:pt x="43" y="104"/>
                </a:moveTo>
                <a:lnTo>
                  <a:pt x="43" y="74"/>
                </a:lnTo>
                <a:lnTo>
                  <a:pt x="10" y="74"/>
                </a:lnTo>
                <a:lnTo>
                  <a:pt x="10" y="104"/>
                </a:lnTo>
                <a:lnTo>
                  <a:pt x="43" y="104"/>
                </a:lnTo>
                <a:close/>
                <a:moveTo>
                  <a:pt x="32" y="31"/>
                </a:moveTo>
                <a:lnTo>
                  <a:pt x="21" y="31"/>
                </a:lnTo>
                <a:lnTo>
                  <a:pt x="21" y="20"/>
                </a:lnTo>
                <a:lnTo>
                  <a:pt x="32" y="20"/>
                </a:lnTo>
                <a:lnTo>
                  <a:pt x="32" y="31"/>
                </a:lnTo>
                <a:close/>
                <a:moveTo>
                  <a:pt x="32" y="94"/>
                </a:moveTo>
                <a:lnTo>
                  <a:pt x="21" y="94"/>
                </a:lnTo>
                <a:lnTo>
                  <a:pt x="21" y="83"/>
                </a:lnTo>
                <a:lnTo>
                  <a:pt x="32" y="83"/>
                </a:lnTo>
                <a:lnTo>
                  <a:pt x="32" y="94"/>
                </a:lnTo>
                <a:close/>
                <a:moveTo>
                  <a:pt x="116" y="52"/>
                </a:moveTo>
                <a:lnTo>
                  <a:pt x="65" y="52"/>
                </a:lnTo>
                <a:lnTo>
                  <a:pt x="65" y="0"/>
                </a:lnTo>
                <a:lnTo>
                  <a:pt x="116" y="0"/>
                </a:lnTo>
                <a:lnTo>
                  <a:pt x="116" y="52"/>
                </a:lnTo>
                <a:close/>
                <a:moveTo>
                  <a:pt x="116" y="94"/>
                </a:moveTo>
                <a:lnTo>
                  <a:pt x="84" y="94"/>
                </a:lnTo>
                <a:lnTo>
                  <a:pt x="84" y="83"/>
                </a:lnTo>
                <a:lnTo>
                  <a:pt x="73" y="83"/>
                </a:lnTo>
                <a:lnTo>
                  <a:pt x="73" y="115"/>
                </a:lnTo>
                <a:lnTo>
                  <a:pt x="65" y="115"/>
                </a:lnTo>
                <a:lnTo>
                  <a:pt x="65" y="63"/>
                </a:lnTo>
                <a:lnTo>
                  <a:pt x="95" y="63"/>
                </a:lnTo>
                <a:lnTo>
                  <a:pt x="95" y="74"/>
                </a:lnTo>
                <a:lnTo>
                  <a:pt x="106" y="74"/>
                </a:lnTo>
                <a:lnTo>
                  <a:pt x="106" y="63"/>
                </a:lnTo>
                <a:lnTo>
                  <a:pt x="116" y="63"/>
                </a:lnTo>
                <a:lnTo>
                  <a:pt x="116" y="94"/>
                </a:lnTo>
                <a:close/>
                <a:moveTo>
                  <a:pt x="106" y="42"/>
                </a:moveTo>
                <a:lnTo>
                  <a:pt x="106" y="9"/>
                </a:lnTo>
                <a:lnTo>
                  <a:pt x="73" y="9"/>
                </a:lnTo>
                <a:lnTo>
                  <a:pt x="73" y="42"/>
                </a:lnTo>
                <a:lnTo>
                  <a:pt x="106" y="42"/>
                </a:lnTo>
                <a:close/>
                <a:moveTo>
                  <a:pt x="95" y="31"/>
                </a:moveTo>
                <a:lnTo>
                  <a:pt x="84" y="31"/>
                </a:lnTo>
                <a:lnTo>
                  <a:pt x="84" y="20"/>
                </a:lnTo>
                <a:lnTo>
                  <a:pt x="95" y="20"/>
                </a:lnTo>
                <a:lnTo>
                  <a:pt x="95" y="31"/>
                </a:lnTo>
                <a:close/>
                <a:moveTo>
                  <a:pt x="95" y="115"/>
                </a:moveTo>
                <a:lnTo>
                  <a:pt x="84" y="115"/>
                </a:lnTo>
                <a:lnTo>
                  <a:pt x="84" y="104"/>
                </a:lnTo>
                <a:lnTo>
                  <a:pt x="95" y="104"/>
                </a:lnTo>
                <a:lnTo>
                  <a:pt x="95" y="115"/>
                </a:lnTo>
                <a:close/>
                <a:moveTo>
                  <a:pt x="116" y="115"/>
                </a:moveTo>
                <a:lnTo>
                  <a:pt x="106" y="115"/>
                </a:lnTo>
                <a:lnTo>
                  <a:pt x="106" y="104"/>
                </a:lnTo>
                <a:lnTo>
                  <a:pt x="116" y="104"/>
                </a:lnTo>
                <a:lnTo>
                  <a:pt x="116" y="1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1" name="Freeform 98"/>
          <p:cNvSpPr/>
          <p:nvPr/>
        </p:nvSpPr>
        <p:spPr>
          <a:xfrm>
            <a:off x="8402760" y="1700280"/>
            <a:ext cx="215640" cy="182520"/>
          </a:xfrm>
          <a:custGeom>
            <a:avLst/>
            <a:gdLst/>
            <a:ahLst/>
            <a:rect l="l" t="t" r="r" b="b"/>
            <a:pathLst>
              <a:path w="63" h="53">
                <a:moveTo>
                  <a:pt x="29" y="34"/>
                </a:moveTo>
                <a:cubicBezTo>
                  <a:pt x="29" y="44"/>
                  <a:pt x="20" y="53"/>
                  <a:pt x="9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6" y="53"/>
                  <a:pt x="5" y="52"/>
                  <a:pt x="5" y="51"/>
                </a:cubicBezTo>
                <a:cubicBezTo>
                  <a:pt x="5" y="46"/>
                  <a:pt x="5" y="46"/>
                  <a:pt x="5" y="46"/>
                </a:cubicBezTo>
                <a:cubicBezTo>
                  <a:pt x="5" y="44"/>
                  <a:pt x="6" y="43"/>
                  <a:pt x="7" y="43"/>
                </a:cubicBezTo>
                <a:cubicBezTo>
                  <a:pt x="9" y="43"/>
                  <a:pt x="9" y="43"/>
                  <a:pt x="9" y="43"/>
                </a:cubicBezTo>
                <a:cubicBezTo>
                  <a:pt x="15" y="43"/>
                  <a:pt x="19" y="39"/>
                  <a:pt x="19" y="34"/>
                </a:cubicBezTo>
                <a:cubicBezTo>
                  <a:pt x="19" y="32"/>
                  <a:pt x="19" y="32"/>
                  <a:pt x="19" y="32"/>
                </a:cubicBezTo>
                <a:cubicBezTo>
                  <a:pt x="19" y="30"/>
                  <a:pt x="18" y="29"/>
                  <a:pt x="16" y="29"/>
                </a:cubicBezTo>
                <a:cubicBezTo>
                  <a:pt x="7" y="29"/>
                  <a:pt x="7" y="29"/>
                  <a:pt x="7" y="29"/>
                </a:cubicBezTo>
                <a:cubicBezTo>
                  <a:pt x="3" y="29"/>
                  <a:pt x="0" y="25"/>
                  <a:pt x="0" y="21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6" y="0"/>
                  <a:pt x="29" y="3"/>
                  <a:pt x="29" y="7"/>
                </a:cubicBezTo>
                <a:lnTo>
                  <a:pt x="29" y="34"/>
                </a:lnTo>
                <a:close/>
                <a:moveTo>
                  <a:pt x="63" y="34"/>
                </a:moveTo>
                <a:cubicBezTo>
                  <a:pt x="63" y="44"/>
                  <a:pt x="54" y="53"/>
                  <a:pt x="43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40" y="53"/>
                  <a:pt x="39" y="52"/>
                  <a:pt x="39" y="51"/>
                </a:cubicBezTo>
                <a:cubicBezTo>
                  <a:pt x="39" y="46"/>
                  <a:pt x="39" y="46"/>
                  <a:pt x="39" y="46"/>
                </a:cubicBezTo>
                <a:cubicBezTo>
                  <a:pt x="39" y="44"/>
                  <a:pt x="40" y="43"/>
                  <a:pt x="41" y="43"/>
                </a:cubicBezTo>
                <a:cubicBezTo>
                  <a:pt x="43" y="43"/>
                  <a:pt x="43" y="43"/>
                  <a:pt x="43" y="43"/>
                </a:cubicBezTo>
                <a:cubicBezTo>
                  <a:pt x="49" y="43"/>
                  <a:pt x="53" y="39"/>
                  <a:pt x="53" y="34"/>
                </a:cubicBezTo>
                <a:cubicBezTo>
                  <a:pt x="53" y="32"/>
                  <a:pt x="53" y="32"/>
                  <a:pt x="53" y="32"/>
                </a:cubicBezTo>
                <a:cubicBezTo>
                  <a:pt x="53" y="30"/>
                  <a:pt x="52" y="29"/>
                  <a:pt x="50" y="29"/>
                </a:cubicBezTo>
                <a:cubicBezTo>
                  <a:pt x="41" y="29"/>
                  <a:pt x="41" y="29"/>
                  <a:pt x="41" y="29"/>
                </a:cubicBezTo>
                <a:cubicBezTo>
                  <a:pt x="37" y="29"/>
                  <a:pt x="34" y="25"/>
                  <a:pt x="34" y="21"/>
                </a:cubicBezTo>
                <a:cubicBezTo>
                  <a:pt x="34" y="7"/>
                  <a:pt x="34" y="7"/>
                  <a:pt x="34" y="7"/>
                </a:cubicBezTo>
                <a:cubicBezTo>
                  <a:pt x="34" y="3"/>
                  <a:pt x="37" y="0"/>
                  <a:pt x="41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60" y="0"/>
                  <a:pt x="63" y="3"/>
                  <a:pt x="63" y="7"/>
                </a:cubicBezTo>
                <a:lnTo>
                  <a:pt x="63" y="3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2" name="Freeform 99"/>
          <p:cNvSpPr/>
          <p:nvPr/>
        </p:nvSpPr>
        <p:spPr>
          <a:xfrm>
            <a:off x="8844120" y="1684440"/>
            <a:ext cx="233280" cy="218880"/>
          </a:xfrm>
          <a:custGeom>
            <a:avLst/>
            <a:gdLst/>
            <a:ahLst/>
            <a:rect l="l" t="t" r="r" b="b"/>
            <a:pathLst>
              <a:path w="68" h="64">
                <a:moveTo>
                  <a:pt x="24" y="36"/>
                </a:moveTo>
                <a:cubicBezTo>
                  <a:pt x="18" y="33"/>
                  <a:pt x="18" y="33"/>
                  <a:pt x="18" y="33"/>
                </a:cubicBezTo>
                <a:cubicBezTo>
                  <a:pt x="10" y="42"/>
                  <a:pt x="9" y="50"/>
                  <a:pt x="9" y="50"/>
                </a:cubicBezTo>
                <a:cubicBezTo>
                  <a:pt x="2" y="36"/>
                  <a:pt x="2" y="36"/>
                  <a:pt x="2" y="36"/>
                </a:cubicBezTo>
                <a:cubicBezTo>
                  <a:pt x="0" y="34"/>
                  <a:pt x="1" y="32"/>
                  <a:pt x="1" y="32"/>
                </a:cubicBezTo>
                <a:cubicBezTo>
                  <a:pt x="1" y="32"/>
                  <a:pt x="3" y="29"/>
                  <a:pt x="6" y="24"/>
                </a:cubicBezTo>
                <a:cubicBezTo>
                  <a:pt x="0" y="21"/>
                  <a:pt x="0" y="21"/>
                  <a:pt x="0" y="21"/>
                </a:cubicBezTo>
                <a:cubicBezTo>
                  <a:pt x="17" y="22"/>
                  <a:pt x="17" y="22"/>
                  <a:pt x="17" y="22"/>
                </a:cubicBezTo>
                <a:lnTo>
                  <a:pt x="24" y="36"/>
                </a:lnTo>
                <a:close/>
                <a:moveTo>
                  <a:pt x="31" y="58"/>
                </a:moveTo>
                <a:cubicBezTo>
                  <a:pt x="31" y="59"/>
                  <a:pt x="31" y="59"/>
                  <a:pt x="31" y="59"/>
                </a:cubicBezTo>
                <a:cubicBezTo>
                  <a:pt x="15" y="58"/>
                  <a:pt x="15" y="58"/>
                  <a:pt x="15" y="58"/>
                </a:cubicBezTo>
                <a:cubicBezTo>
                  <a:pt x="13" y="58"/>
                  <a:pt x="11" y="56"/>
                  <a:pt x="11" y="54"/>
                </a:cubicBezTo>
                <a:cubicBezTo>
                  <a:pt x="9" y="51"/>
                  <a:pt x="11" y="46"/>
                  <a:pt x="12" y="43"/>
                </a:cubicBezTo>
                <a:cubicBezTo>
                  <a:pt x="12" y="43"/>
                  <a:pt x="15" y="43"/>
                  <a:pt x="31" y="44"/>
                </a:cubicBezTo>
                <a:lnTo>
                  <a:pt x="31" y="58"/>
                </a:lnTo>
                <a:close/>
                <a:moveTo>
                  <a:pt x="24" y="23"/>
                </a:moveTo>
                <a:cubicBezTo>
                  <a:pt x="12" y="16"/>
                  <a:pt x="12" y="16"/>
                  <a:pt x="12" y="16"/>
                </a:cubicBezTo>
                <a:cubicBezTo>
                  <a:pt x="11" y="15"/>
                  <a:pt x="11" y="15"/>
                  <a:pt x="11" y="15"/>
                </a:cubicBezTo>
                <a:cubicBezTo>
                  <a:pt x="19" y="2"/>
                  <a:pt x="19" y="2"/>
                  <a:pt x="19" y="2"/>
                </a:cubicBezTo>
                <a:cubicBezTo>
                  <a:pt x="21" y="0"/>
                  <a:pt x="23" y="0"/>
                  <a:pt x="25" y="0"/>
                </a:cubicBezTo>
                <a:cubicBezTo>
                  <a:pt x="29" y="0"/>
                  <a:pt x="31" y="4"/>
                  <a:pt x="34" y="6"/>
                </a:cubicBezTo>
                <a:cubicBezTo>
                  <a:pt x="34" y="6"/>
                  <a:pt x="32" y="9"/>
                  <a:pt x="24" y="23"/>
                </a:cubicBezTo>
                <a:close/>
                <a:moveTo>
                  <a:pt x="59" y="6"/>
                </a:moveTo>
                <a:cubicBezTo>
                  <a:pt x="50" y="20"/>
                  <a:pt x="50" y="20"/>
                  <a:pt x="50" y="20"/>
                </a:cubicBezTo>
                <a:cubicBezTo>
                  <a:pt x="34" y="20"/>
                  <a:pt x="34" y="20"/>
                  <a:pt x="34" y="20"/>
                </a:cubicBezTo>
                <a:cubicBezTo>
                  <a:pt x="40" y="16"/>
                  <a:pt x="40" y="16"/>
                  <a:pt x="40" y="16"/>
                </a:cubicBezTo>
                <a:cubicBezTo>
                  <a:pt x="35" y="4"/>
                  <a:pt x="29" y="0"/>
                  <a:pt x="29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7" y="0"/>
                  <a:pt x="49" y="2"/>
                  <a:pt x="49" y="2"/>
                </a:cubicBezTo>
                <a:cubicBezTo>
                  <a:pt x="49" y="2"/>
                  <a:pt x="50" y="5"/>
                  <a:pt x="53" y="9"/>
                </a:cubicBezTo>
                <a:lnTo>
                  <a:pt x="59" y="6"/>
                </a:lnTo>
                <a:close/>
                <a:moveTo>
                  <a:pt x="56" y="55"/>
                </a:moveTo>
                <a:cubicBezTo>
                  <a:pt x="55" y="58"/>
                  <a:pt x="53" y="58"/>
                  <a:pt x="53" y="58"/>
                </a:cubicBezTo>
                <a:cubicBezTo>
                  <a:pt x="53" y="58"/>
                  <a:pt x="50" y="58"/>
                  <a:pt x="44" y="58"/>
                </a:cubicBezTo>
                <a:cubicBezTo>
                  <a:pt x="45" y="64"/>
                  <a:pt x="45" y="64"/>
                  <a:pt x="45" y="64"/>
                </a:cubicBezTo>
                <a:cubicBezTo>
                  <a:pt x="36" y="51"/>
                  <a:pt x="36" y="51"/>
                  <a:pt x="36" y="51"/>
                </a:cubicBezTo>
                <a:cubicBezTo>
                  <a:pt x="44" y="37"/>
                  <a:pt x="44" y="37"/>
                  <a:pt x="44" y="37"/>
                </a:cubicBezTo>
                <a:cubicBezTo>
                  <a:pt x="44" y="43"/>
                  <a:pt x="44" y="43"/>
                  <a:pt x="44" y="43"/>
                </a:cubicBezTo>
                <a:cubicBezTo>
                  <a:pt x="57" y="45"/>
                  <a:pt x="64" y="41"/>
                  <a:pt x="64" y="41"/>
                </a:cubicBezTo>
                <a:lnTo>
                  <a:pt x="56" y="55"/>
                </a:lnTo>
                <a:close/>
                <a:moveTo>
                  <a:pt x="67" y="32"/>
                </a:moveTo>
                <a:cubicBezTo>
                  <a:pt x="68" y="34"/>
                  <a:pt x="67" y="36"/>
                  <a:pt x="66" y="38"/>
                </a:cubicBezTo>
                <a:cubicBezTo>
                  <a:pt x="64" y="41"/>
                  <a:pt x="59" y="41"/>
                  <a:pt x="56" y="42"/>
                </a:cubicBezTo>
                <a:cubicBezTo>
                  <a:pt x="56" y="42"/>
                  <a:pt x="55" y="40"/>
                  <a:pt x="46" y="26"/>
                </a:cubicBezTo>
                <a:cubicBezTo>
                  <a:pt x="58" y="18"/>
                  <a:pt x="58" y="18"/>
                  <a:pt x="58" y="18"/>
                </a:cubicBezTo>
                <a:cubicBezTo>
                  <a:pt x="59" y="18"/>
                  <a:pt x="59" y="18"/>
                  <a:pt x="59" y="18"/>
                </a:cubicBezTo>
                <a:lnTo>
                  <a:pt x="67" y="3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3" name="Freeform 100"/>
          <p:cNvSpPr/>
          <p:nvPr/>
        </p:nvSpPr>
        <p:spPr>
          <a:xfrm>
            <a:off x="85680" y="2116080"/>
            <a:ext cx="154080" cy="155520"/>
          </a:xfrm>
          <a:custGeom>
            <a:avLst/>
            <a:gdLst/>
            <a:ahLst/>
            <a:rect l="l" t="t" r="r" b="b"/>
            <a:pathLst>
              <a:path w="45" h="45">
                <a:moveTo>
                  <a:pt x="44" y="38"/>
                </a:moveTo>
                <a:cubicBezTo>
                  <a:pt x="39" y="44"/>
                  <a:pt x="39" y="44"/>
                  <a:pt x="39" y="44"/>
                </a:cubicBezTo>
                <a:cubicBezTo>
                  <a:pt x="38" y="44"/>
                  <a:pt x="37" y="45"/>
                  <a:pt x="36" y="45"/>
                </a:cubicBezTo>
                <a:cubicBezTo>
                  <a:pt x="35" y="45"/>
                  <a:pt x="34" y="44"/>
                  <a:pt x="34" y="44"/>
                </a:cubicBezTo>
                <a:cubicBezTo>
                  <a:pt x="22" y="32"/>
                  <a:pt x="22" y="32"/>
                  <a:pt x="22" y="32"/>
                </a:cubicBezTo>
                <a:cubicBezTo>
                  <a:pt x="11" y="44"/>
                  <a:pt x="11" y="44"/>
                  <a:pt x="11" y="44"/>
                </a:cubicBezTo>
                <a:cubicBezTo>
                  <a:pt x="11" y="44"/>
                  <a:pt x="10" y="45"/>
                  <a:pt x="9" y="45"/>
                </a:cubicBezTo>
                <a:cubicBezTo>
                  <a:pt x="8" y="45"/>
                  <a:pt x="7" y="44"/>
                  <a:pt x="6" y="44"/>
                </a:cubicBezTo>
                <a:cubicBezTo>
                  <a:pt x="1" y="38"/>
                  <a:pt x="1" y="38"/>
                  <a:pt x="1" y="38"/>
                </a:cubicBezTo>
                <a:cubicBezTo>
                  <a:pt x="0" y="38"/>
                  <a:pt x="0" y="37"/>
                  <a:pt x="0" y="36"/>
                </a:cubicBezTo>
                <a:cubicBezTo>
                  <a:pt x="0" y="35"/>
                  <a:pt x="0" y="34"/>
                  <a:pt x="1" y="33"/>
                </a:cubicBezTo>
                <a:cubicBezTo>
                  <a:pt x="12" y="22"/>
                  <a:pt x="12" y="22"/>
                  <a:pt x="12" y="22"/>
                </a:cubicBezTo>
                <a:cubicBezTo>
                  <a:pt x="1" y="11"/>
                  <a:pt x="1" y="11"/>
                  <a:pt x="1" y="11"/>
                </a:cubicBezTo>
                <a:cubicBezTo>
                  <a:pt x="0" y="10"/>
                  <a:pt x="0" y="9"/>
                  <a:pt x="0" y="8"/>
                </a:cubicBezTo>
                <a:cubicBezTo>
                  <a:pt x="0" y="7"/>
                  <a:pt x="0" y="6"/>
                  <a:pt x="1" y="6"/>
                </a:cubicBezTo>
                <a:cubicBezTo>
                  <a:pt x="6" y="1"/>
                  <a:pt x="6" y="1"/>
                  <a:pt x="6" y="1"/>
                </a:cubicBezTo>
                <a:cubicBezTo>
                  <a:pt x="7" y="0"/>
                  <a:pt x="8" y="0"/>
                  <a:pt x="9" y="0"/>
                </a:cubicBezTo>
                <a:cubicBezTo>
                  <a:pt x="10" y="0"/>
                  <a:pt x="11" y="0"/>
                  <a:pt x="11" y="1"/>
                </a:cubicBezTo>
                <a:cubicBezTo>
                  <a:pt x="22" y="12"/>
                  <a:pt x="22" y="12"/>
                  <a:pt x="22" y="12"/>
                </a:cubicBezTo>
                <a:cubicBezTo>
                  <a:pt x="34" y="1"/>
                  <a:pt x="34" y="1"/>
                  <a:pt x="34" y="1"/>
                </a:cubicBezTo>
                <a:cubicBezTo>
                  <a:pt x="34" y="0"/>
                  <a:pt x="35" y="0"/>
                  <a:pt x="36" y="0"/>
                </a:cubicBezTo>
                <a:cubicBezTo>
                  <a:pt x="37" y="0"/>
                  <a:pt x="38" y="0"/>
                  <a:pt x="39" y="1"/>
                </a:cubicBezTo>
                <a:cubicBezTo>
                  <a:pt x="44" y="6"/>
                  <a:pt x="44" y="6"/>
                  <a:pt x="44" y="6"/>
                </a:cubicBezTo>
                <a:cubicBezTo>
                  <a:pt x="45" y="6"/>
                  <a:pt x="45" y="7"/>
                  <a:pt x="45" y="8"/>
                </a:cubicBezTo>
                <a:cubicBezTo>
                  <a:pt x="45" y="9"/>
                  <a:pt x="45" y="10"/>
                  <a:pt x="44" y="11"/>
                </a:cubicBezTo>
                <a:cubicBezTo>
                  <a:pt x="33" y="22"/>
                  <a:pt x="33" y="22"/>
                  <a:pt x="33" y="22"/>
                </a:cubicBezTo>
                <a:cubicBezTo>
                  <a:pt x="44" y="33"/>
                  <a:pt x="44" y="33"/>
                  <a:pt x="44" y="33"/>
                </a:cubicBezTo>
                <a:cubicBezTo>
                  <a:pt x="45" y="34"/>
                  <a:pt x="45" y="35"/>
                  <a:pt x="45" y="36"/>
                </a:cubicBezTo>
                <a:cubicBezTo>
                  <a:pt x="45" y="37"/>
                  <a:pt x="45" y="38"/>
                  <a:pt x="44" y="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4" name="Freeform 101"/>
          <p:cNvSpPr/>
          <p:nvPr/>
        </p:nvSpPr>
        <p:spPr>
          <a:xfrm>
            <a:off x="493560" y="2075040"/>
            <a:ext cx="233640" cy="209520"/>
          </a:xfrm>
          <a:custGeom>
            <a:avLst/>
            <a:gdLst/>
            <a:ahLst/>
            <a:rect l="l" t="t" r="r" b="b"/>
            <a:pathLst>
              <a:path w="68" h="61">
                <a:moveTo>
                  <a:pt x="63" y="57"/>
                </a:moveTo>
                <a:cubicBezTo>
                  <a:pt x="63" y="58"/>
                  <a:pt x="62" y="59"/>
                  <a:pt x="62" y="60"/>
                </a:cubicBezTo>
                <a:cubicBezTo>
                  <a:pt x="61" y="61"/>
                  <a:pt x="61" y="61"/>
                  <a:pt x="61" y="61"/>
                </a:cubicBezTo>
                <a:cubicBezTo>
                  <a:pt x="60" y="61"/>
                  <a:pt x="59" y="60"/>
                  <a:pt x="59" y="60"/>
                </a:cubicBezTo>
                <a:cubicBezTo>
                  <a:pt x="59" y="59"/>
                  <a:pt x="59" y="58"/>
                  <a:pt x="59" y="58"/>
                </a:cubicBezTo>
                <a:cubicBezTo>
                  <a:pt x="60" y="56"/>
                  <a:pt x="60" y="55"/>
                  <a:pt x="60" y="53"/>
                </a:cubicBezTo>
                <a:cubicBezTo>
                  <a:pt x="60" y="35"/>
                  <a:pt x="49" y="32"/>
                  <a:pt x="33" y="32"/>
                </a:cubicBezTo>
                <a:cubicBezTo>
                  <a:pt x="24" y="32"/>
                  <a:pt x="24" y="32"/>
                  <a:pt x="24" y="32"/>
                </a:cubicBezTo>
                <a:cubicBezTo>
                  <a:pt x="24" y="41"/>
                  <a:pt x="24" y="41"/>
                  <a:pt x="24" y="41"/>
                </a:cubicBezTo>
                <a:cubicBezTo>
                  <a:pt x="24" y="43"/>
                  <a:pt x="23" y="44"/>
                  <a:pt x="22" y="44"/>
                </a:cubicBezTo>
                <a:cubicBezTo>
                  <a:pt x="21" y="44"/>
                  <a:pt x="20" y="44"/>
                  <a:pt x="20" y="43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3"/>
                  <a:pt x="0" y="23"/>
                  <a:pt x="0" y="22"/>
                </a:cubicBezTo>
                <a:cubicBezTo>
                  <a:pt x="0" y="21"/>
                  <a:pt x="0" y="21"/>
                  <a:pt x="0" y="20"/>
                </a:cubicBezTo>
                <a:cubicBezTo>
                  <a:pt x="20" y="1"/>
                  <a:pt x="20" y="1"/>
                  <a:pt x="20" y="1"/>
                </a:cubicBezTo>
                <a:cubicBezTo>
                  <a:pt x="20" y="0"/>
                  <a:pt x="21" y="0"/>
                  <a:pt x="22" y="0"/>
                </a:cubicBezTo>
                <a:cubicBezTo>
                  <a:pt x="23" y="0"/>
                  <a:pt x="24" y="1"/>
                  <a:pt x="24" y="3"/>
                </a:cubicBezTo>
                <a:cubicBezTo>
                  <a:pt x="24" y="12"/>
                  <a:pt x="24" y="12"/>
                  <a:pt x="24" y="12"/>
                </a:cubicBezTo>
                <a:cubicBezTo>
                  <a:pt x="33" y="12"/>
                  <a:pt x="33" y="12"/>
                  <a:pt x="33" y="12"/>
                </a:cubicBezTo>
                <a:cubicBezTo>
                  <a:pt x="45" y="12"/>
                  <a:pt x="61" y="14"/>
                  <a:pt x="66" y="28"/>
                </a:cubicBezTo>
                <a:cubicBezTo>
                  <a:pt x="67" y="32"/>
                  <a:pt x="68" y="36"/>
                  <a:pt x="68" y="40"/>
                </a:cubicBezTo>
                <a:cubicBezTo>
                  <a:pt x="68" y="46"/>
                  <a:pt x="65" y="52"/>
                  <a:pt x="63" y="5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5" name="Freeform 102"/>
          <p:cNvSpPr/>
          <p:nvPr/>
        </p:nvSpPr>
        <p:spPr>
          <a:xfrm>
            <a:off x="995400" y="2100240"/>
            <a:ext cx="236520" cy="168120"/>
          </a:xfrm>
          <a:custGeom>
            <a:avLst/>
            <a:gdLst/>
            <a:ahLst/>
            <a:rect l="l" t="t" r="r" b="b"/>
            <a:pathLst>
              <a:path w="69" h="49">
                <a:moveTo>
                  <a:pt x="68" y="49"/>
                </a:moveTo>
                <a:cubicBezTo>
                  <a:pt x="41" y="49"/>
                  <a:pt x="41" y="49"/>
                  <a:pt x="41" y="49"/>
                </a:cubicBezTo>
                <a:cubicBezTo>
                  <a:pt x="42" y="49"/>
                  <a:pt x="42" y="48"/>
                  <a:pt x="42" y="48"/>
                </a:cubicBezTo>
                <a:cubicBezTo>
                  <a:pt x="41" y="38"/>
                  <a:pt x="41" y="38"/>
                  <a:pt x="41" y="38"/>
                </a:cubicBezTo>
                <a:cubicBezTo>
                  <a:pt x="41" y="37"/>
                  <a:pt x="41" y="37"/>
                  <a:pt x="40" y="37"/>
                </a:cubicBezTo>
                <a:cubicBezTo>
                  <a:pt x="30" y="37"/>
                  <a:pt x="30" y="37"/>
                  <a:pt x="30" y="37"/>
                </a:cubicBezTo>
                <a:cubicBezTo>
                  <a:pt x="29" y="37"/>
                  <a:pt x="28" y="37"/>
                  <a:pt x="28" y="38"/>
                </a:cubicBezTo>
                <a:cubicBezTo>
                  <a:pt x="28" y="48"/>
                  <a:pt x="28" y="48"/>
                  <a:pt x="28" y="48"/>
                </a:cubicBezTo>
                <a:cubicBezTo>
                  <a:pt x="28" y="48"/>
                  <a:pt x="28" y="49"/>
                  <a:pt x="29" y="49"/>
                </a:cubicBezTo>
                <a:cubicBezTo>
                  <a:pt x="2" y="49"/>
                  <a:pt x="2" y="49"/>
                  <a:pt x="2" y="49"/>
                </a:cubicBezTo>
                <a:cubicBezTo>
                  <a:pt x="1" y="49"/>
                  <a:pt x="0" y="47"/>
                  <a:pt x="0" y="46"/>
                </a:cubicBezTo>
                <a:cubicBezTo>
                  <a:pt x="0" y="45"/>
                  <a:pt x="1" y="43"/>
                  <a:pt x="1" y="42"/>
                </a:cubicBezTo>
                <a:cubicBezTo>
                  <a:pt x="17" y="2"/>
                  <a:pt x="17" y="2"/>
                  <a:pt x="17" y="2"/>
                </a:cubicBezTo>
                <a:cubicBezTo>
                  <a:pt x="18" y="1"/>
                  <a:pt x="19" y="0"/>
                  <a:pt x="20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32" y="0"/>
                  <a:pt x="31" y="1"/>
                  <a:pt x="31" y="2"/>
                </a:cubicBezTo>
                <a:cubicBezTo>
                  <a:pt x="31" y="9"/>
                  <a:pt x="31" y="9"/>
                  <a:pt x="31" y="9"/>
                </a:cubicBezTo>
                <a:cubicBezTo>
                  <a:pt x="31" y="10"/>
                  <a:pt x="31" y="10"/>
                  <a:pt x="32" y="10"/>
                </a:cubicBezTo>
                <a:cubicBezTo>
                  <a:pt x="38" y="10"/>
                  <a:pt x="38" y="10"/>
                  <a:pt x="38" y="10"/>
                </a:cubicBezTo>
                <a:cubicBezTo>
                  <a:pt x="39" y="10"/>
                  <a:pt x="39" y="10"/>
                  <a:pt x="39" y="9"/>
                </a:cubicBezTo>
                <a:cubicBezTo>
                  <a:pt x="39" y="2"/>
                  <a:pt x="39" y="2"/>
                  <a:pt x="39" y="2"/>
                </a:cubicBezTo>
                <a:cubicBezTo>
                  <a:pt x="39" y="1"/>
                  <a:pt x="38" y="0"/>
                  <a:pt x="37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1" y="0"/>
                  <a:pt x="52" y="1"/>
                  <a:pt x="53" y="2"/>
                </a:cubicBezTo>
                <a:cubicBezTo>
                  <a:pt x="68" y="42"/>
                  <a:pt x="68" y="42"/>
                  <a:pt x="68" y="42"/>
                </a:cubicBezTo>
                <a:cubicBezTo>
                  <a:pt x="69" y="43"/>
                  <a:pt x="69" y="45"/>
                  <a:pt x="69" y="46"/>
                </a:cubicBezTo>
                <a:cubicBezTo>
                  <a:pt x="69" y="47"/>
                  <a:pt x="69" y="49"/>
                  <a:pt x="68" y="49"/>
                </a:cubicBezTo>
                <a:close/>
                <a:moveTo>
                  <a:pt x="41" y="28"/>
                </a:moveTo>
                <a:cubicBezTo>
                  <a:pt x="40" y="16"/>
                  <a:pt x="40" y="16"/>
                  <a:pt x="40" y="16"/>
                </a:cubicBezTo>
                <a:cubicBezTo>
                  <a:pt x="40" y="16"/>
                  <a:pt x="39" y="15"/>
                  <a:pt x="38" y="15"/>
                </a:cubicBezTo>
                <a:cubicBezTo>
                  <a:pt x="31" y="15"/>
                  <a:pt x="31" y="15"/>
                  <a:pt x="31" y="15"/>
                </a:cubicBezTo>
                <a:cubicBezTo>
                  <a:pt x="31" y="15"/>
                  <a:pt x="30" y="16"/>
                  <a:pt x="30" y="16"/>
                </a:cubicBezTo>
                <a:cubicBezTo>
                  <a:pt x="29" y="28"/>
                  <a:pt x="29" y="28"/>
                  <a:pt x="29" y="28"/>
                </a:cubicBezTo>
                <a:cubicBezTo>
                  <a:pt x="29" y="29"/>
                  <a:pt x="29" y="29"/>
                  <a:pt x="29" y="29"/>
                </a:cubicBezTo>
                <a:cubicBezTo>
                  <a:pt x="29" y="29"/>
                  <a:pt x="30" y="30"/>
                  <a:pt x="30" y="30"/>
                </a:cubicBezTo>
                <a:cubicBezTo>
                  <a:pt x="40" y="30"/>
                  <a:pt x="40" y="30"/>
                  <a:pt x="40" y="30"/>
                </a:cubicBezTo>
                <a:cubicBezTo>
                  <a:pt x="40" y="30"/>
                  <a:pt x="41" y="29"/>
                  <a:pt x="41" y="29"/>
                </a:cubicBezTo>
                <a:lnTo>
                  <a:pt x="41" y="2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6" name="Freeform 103"/>
          <p:cNvSpPr/>
          <p:nvPr/>
        </p:nvSpPr>
        <p:spPr>
          <a:xfrm>
            <a:off x="1482840" y="2085840"/>
            <a:ext cx="164880" cy="182520"/>
          </a:xfrm>
          <a:custGeom>
            <a:avLst/>
            <a:gdLst/>
            <a:ahLst/>
            <a:rect l="l" t="t" r="r" b="b"/>
            <a:pathLst>
              <a:path w="48" h="53">
                <a:moveTo>
                  <a:pt x="31" y="33"/>
                </a:moveTo>
                <a:cubicBezTo>
                  <a:pt x="18" y="33"/>
                  <a:pt x="18" y="33"/>
                  <a:pt x="18" y="33"/>
                </a:cubicBezTo>
                <a:cubicBezTo>
                  <a:pt x="18" y="37"/>
                  <a:pt x="18" y="37"/>
                  <a:pt x="18" y="37"/>
                </a:cubicBezTo>
                <a:cubicBezTo>
                  <a:pt x="37" y="37"/>
                  <a:pt x="37" y="37"/>
                  <a:pt x="37" y="37"/>
                </a:cubicBezTo>
                <a:cubicBezTo>
                  <a:pt x="38" y="37"/>
                  <a:pt x="39" y="38"/>
                  <a:pt x="39" y="38"/>
                </a:cubicBezTo>
                <a:cubicBezTo>
                  <a:pt x="39" y="43"/>
                  <a:pt x="39" y="43"/>
                  <a:pt x="39" y="43"/>
                </a:cubicBezTo>
                <a:cubicBezTo>
                  <a:pt x="39" y="44"/>
                  <a:pt x="38" y="44"/>
                  <a:pt x="37" y="44"/>
                </a:cubicBezTo>
                <a:cubicBezTo>
                  <a:pt x="18" y="44"/>
                  <a:pt x="18" y="44"/>
                  <a:pt x="18" y="44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52"/>
                  <a:pt x="18" y="53"/>
                  <a:pt x="17" y="53"/>
                </a:cubicBezTo>
                <a:cubicBezTo>
                  <a:pt x="11" y="53"/>
                  <a:pt x="11" y="53"/>
                  <a:pt x="11" y="53"/>
                </a:cubicBezTo>
                <a:cubicBezTo>
                  <a:pt x="10" y="53"/>
                  <a:pt x="9" y="52"/>
                  <a:pt x="9" y="52"/>
                </a:cubicBezTo>
                <a:cubicBezTo>
                  <a:pt x="9" y="44"/>
                  <a:pt x="9" y="44"/>
                  <a:pt x="9" y="44"/>
                </a:cubicBezTo>
                <a:cubicBezTo>
                  <a:pt x="1" y="44"/>
                  <a:pt x="1" y="44"/>
                  <a:pt x="1" y="44"/>
                </a:cubicBezTo>
                <a:cubicBezTo>
                  <a:pt x="0" y="44"/>
                  <a:pt x="0" y="44"/>
                  <a:pt x="0" y="43"/>
                </a:cubicBezTo>
                <a:cubicBezTo>
                  <a:pt x="0" y="38"/>
                  <a:pt x="0" y="38"/>
                  <a:pt x="0" y="38"/>
                </a:cubicBezTo>
                <a:cubicBezTo>
                  <a:pt x="0" y="38"/>
                  <a:pt x="0" y="37"/>
                  <a:pt x="1" y="37"/>
                </a:cubicBezTo>
                <a:cubicBezTo>
                  <a:pt x="9" y="37"/>
                  <a:pt x="9" y="37"/>
                  <a:pt x="9" y="37"/>
                </a:cubicBezTo>
                <a:cubicBezTo>
                  <a:pt x="9" y="33"/>
                  <a:pt x="9" y="33"/>
                  <a:pt x="9" y="33"/>
                </a:cubicBezTo>
                <a:cubicBezTo>
                  <a:pt x="1" y="33"/>
                  <a:pt x="1" y="33"/>
                  <a:pt x="1" y="33"/>
                </a:cubicBezTo>
                <a:cubicBezTo>
                  <a:pt x="0" y="33"/>
                  <a:pt x="0" y="32"/>
                  <a:pt x="0" y="32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25"/>
                  <a:pt x="0" y="25"/>
                  <a:pt x="1" y="25"/>
                </a:cubicBezTo>
                <a:cubicBezTo>
                  <a:pt x="9" y="25"/>
                  <a:pt x="9" y="25"/>
                  <a:pt x="9" y="25"/>
                </a:cubicBezTo>
                <a:cubicBezTo>
                  <a:pt x="9" y="1"/>
                  <a:pt x="9" y="1"/>
                  <a:pt x="9" y="1"/>
                </a:cubicBezTo>
                <a:cubicBezTo>
                  <a:pt x="9" y="0"/>
                  <a:pt x="10" y="0"/>
                  <a:pt x="11" y="0"/>
                </a:cubicBezTo>
                <a:cubicBezTo>
                  <a:pt x="31" y="0"/>
                  <a:pt x="31" y="0"/>
                  <a:pt x="31" y="0"/>
                </a:cubicBezTo>
                <a:cubicBezTo>
                  <a:pt x="41" y="0"/>
                  <a:pt x="48" y="6"/>
                  <a:pt x="48" y="16"/>
                </a:cubicBezTo>
                <a:cubicBezTo>
                  <a:pt x="48" y="26"/>
                  <a:pt x="41" y="33"/>
                  <a:pt x="31" y="33"/>
                </a:cubicBezTo>
                <a:close/>
                <a:moveTo>
                  <a:pt x="30" y="8"/>
                </a:moveTo>
                <a:cubicBezTo>
                  <a:pt x="18" y="8"/>
                  <a:pt x="18" y="8"/>
                  <a:pt x="18" y="8"/>
                </a:cubicBezTo>
                <a:cubicBezTo>
                  <a:pt x="18" y="25"/>
                  <a:pt x="18" y="25"/>
                  <a:pt x="18" y="25"/>
                </a:cubicBezTo>
                <a:cubicBezTo>
                  <a:pt x="30" y="25"/>
                  <a:pt x="30" y="25"/>
                  <a:pt x="30" y="25"/>
                </a:cubicBezTo>
                <a:cubicBezTo>
                  <a:pt x="36" y="25"/>
                  <a:pt x="39" y="21"/>
                  <a:pt x="39" y="16"/>
                </a:cubicBezTo>
                <a:cubicBezTo>
                  <a:pt x="39" y="11"/>
                  <a:pt x="36" y="8"/>
                  <a:pt x="30" y="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7" name="Freeform 104"/>
          <p:cNvSpPr/>
          <p:nvPr/>
        </p:nvSpPr>
        <p:spPr>
          <a:xfrm>
            <a:off x="1976400" y="2085840"/>
            <a:ext cx="165240" cy="182520"/>
          </a:xfrm>
          <a:custGeom>
            <a:avLst/>
            <a:gdLst/>
            <a:ahLst/>
            <a:rect l="l" t="t" r="r" b="b"/>
            <a:pathLst>
              <a:path w="48" h="53">
                <a:moveTo>
                  <a:pt x="31" y="33"/>
                </a:moveTo>
                <a:cubicBezTo>
                  <a:pt x="18" y="33"/>
                  <a:pt x="18" y="33"/>
                  <a:pt x="18" y="33"/>
                </a:cubicBezTo>
                <a:cubicBezTo>
                  <a:pt x="18" y="37"/>
                  <a:pt x="18" y="37"/>
                  <a:pt x="18" y="37"/>
                </a:cubicBezTo>
                <a:cubicBezTo>
                  <a:pt x="37" y="37"/>
                  <a:pt x="37" y="37"/>
                  <a:pt x="37" y="37"/>
                </a:cubicBezTo>
                <a:cubicBezTo>
                  <a:pt x="38" y="37"/>
                  <a:pt x="39" y="38"/>
                  <a:pt x="39" y="38"/>
                </a:cubicBezTo>
                <a:cubicBezTo>
                  <a:pt x="39" y="43"/>
                  <a:pt x="39" y="43"/>
                  <a:pt x="39" y="43"/>
                </a:cubicBezTo>
                <a:cubicBezTo>
                  <a:pt x="39" y="44"/>
                  <a:pt x="38" y="44"/>
                  <a:pt x="37" y="44"/>
                </a:cubicBezTo>
                <a:cubicBezTo>
                  <a:pt x="18" y="44"/>
                  <a:pt x="18" y="44"/>
                  <a:pt x="18" y="44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52"/>
                  <a:pt x="18" y="53"/>
                  <a:pt x="17" y="53"/>
                </a:cubicBezTo>
                <a:cubicBezTo>
                  <a:pt x="11" y="53"/>
                  <a:pt x="11" y="53"/>
                  <a:pt x="11" y="53"/>
                </a:cubicBezTo>
                <a:cubicBezTo>
                  <a:pt x="10" y="53"/>
                  <a:pt x="9" y="52"/>
                  <a:pt x="9" y="52"/>
                </a:cubicBezTo>
                <a:cubicBezTo>
                  <a:pt x="9" y="44"/>
                  <a:pt x="9" y="44"/>
                  <a:pt x="9" y="44"/>
                </a:cubicBezTo>
                <a:cubicBezTo>
                  <a:pt x="1" y="44"/>
                  <a:pt x="1" y="44"/>
                  <a:pt x="1" y="44"/>
                </a:cubicBezTo>
                <a:cubicBezTo>
                  <a:pt x="0" y="44"/>
                  <a:pt x="0" y="44"/>
                  <a:pt x="0" y="43"/>
                </a:cubicBezTo>
                <a:cubicBezTo>
                  <a:pt x="0" y="38"/>
                  <a:pt x="0" y="38"/>
                  <a:pt x="0" y="38"/>
                </a:cubicBezTo>
                <a:cubicBezTo>
                  <a:pt x="0" y="38"/>
                  <a:pt x="0" y="37"/>
                  <a:pt x="1" y="37"/>
                </a:cubicBezTo>
                <a:cubicBezTo>
                  <a:pt x="9" y="37"/>
                  <a:pt x="9" y="37"/>
                  <a:pt x="9" y="37"/>
                </a:cubicBezTo>
                <a:cubicBezTo>
                  <a:pt x="9" y="33"/>
                  <a:pt x="9" y="33"/>
                  <a:pt x="9" y="33"/>
                </a:cubicBezTo>
                <a:cubicBezTo>
                  <a:pt x="1" y="33"/>
                  <a:pt x="1" y="33"/>
                  <a:pt x="1" y="33"/>
                </a:cubicBezTo>
                <a:cubicBezTo>
                  <a:pt x="0" y="33"/>
                  <a:pt x="0" y="32"/>
                  <a:pt x="0" y="32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25"/>
                  <a:pt x="0" y="25"/>
                  <a:pt x="1" y="25"/>
                </a:cubicBezTo>
                <a:cubicBezTo>
                  <a:pt x="9" y="25"/>
                  <a:pt x="9" y="25"/>
                  <a:pt x="9" y="25"/>
                </a:cubicBezTo>
                <a:cubicBezTo>
                  <a:pt x="9" y="1"/>
                  <a:pt x="9" y="1"/>
                  <a:pt x="9" y="1"/>
                </a:cubicBezTo>
                <a:cubicBezTo>
                  <a:pt x="9" y="0"/>
                  <a:pt x="10" y="0"/>
                  <a:pt x="11" y="0"/>
                </a:cubicBezTo>
                <a:cubicBezTo>
                  <a:pt x="31" y="0"/>
                  <a:pt x="31" y="0"/>
                  <a:pt x="31" y="0"/>
                </a:cubicBezTo>
                <a:cubicBezTo>
                  <a:pt x="41" y="0"/>
                  <a:pt x="48" y="6"/>
                  <a:pt x="48" y="16"/>
                </a:cubicBezTo>
                <a:cubicBezTo>
                  <a:pt x="48" y="26"/>
                  <a:pt x="41" y="33"/>
                  <a:pt x="31" y="33"/>
                </a:cubicBezTo>
                <a:close/>
                <a:moveTo>
                  <a:pt x="30" y="8"/>
                </a:moveTo>
                <a:cubicBezTo>
                  <a:pt x="18" y="8"/>
                  <a:pt x="18" y="8"/>
                  <a:pt x="18" y="8"/>
                </a:cubicBezTo>
                <a:cubicBezTo>
                  <a:pt x="18" y="25"/>
                  <a:pt x="18" y="25"/>
                  <a:pt x="18" y="25"/>
                </a:cubicBezTo>
                <a:cubicBezTo>
                  <a:pt x="30" y="25"/>
                  <a:pt x="30" y="25"/>
                  <a:pt x="30" y="25"/>
                </a:cubicBezTo>
                <a:cubicBezTo>
                  <a:pt x="36" y="25"/>
                  <a:pt x="39" y="21"/>
                  <a:pt x="39" y="16"/>
                </a:cubicBezTo>
                <a:cubicBezTo>
                  <a:pt x="39" y="11"/>
                  <a:pt x="36" y="8"/>
                  <a:pt x="30" y="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8" name="Freeform 105"/>
          <p:cNvSpPr/>
          <p:nvPr/>
        </p:nvSpPr>
        <p:spPr>
          <a:xfrm>
            <a:off x="2471760" y="2085840"/>
            <a:ext cx="218880" cy="216000"/>
          </a:xfrm>
          <a:custGeom>
            <a:avLst/>
            <a:gdLst/>
            <a:ahLst/>
            <a:rect l="l" t="t" r="r" b="b"/>
            <a:pathLst>
              <a:path w="64" h="63">
                <a:moveTo>
                  <a:pt x="59" y="63"/>
                </a:moveTo>
                <a:cubicBezTo>
                  <a:pt x="57" y="63"/>
                  <a:pt x="56" y="62"/>
                  <a:pt x="55" y="61"/>
                </a:cubicBezTo>
                <a:cubicBezTo>
                  <a:pt x="42" y="48"/>
                  <a:pt x="42" y="48"/>
                  <a:pt x="42" y="48"/>
                </a:cubicBezTo>
                <a:cubicBezTo>
                  <a:pt x="38" y="51"/>
                  <a:pt x="33" y="53"/>
                  <a:pt x="27" y="53"/>
                </a:cubicBezTo>
                <a:cubicBezTo>
                  <a:pt x="12" y="53"/>
                  <a:pt x="0" y="41"/>
                  <a:pt x="0" y="26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4" y="12"/>
                  <a:pt x="54" y="26"/>
                </a:cubicBezTo>
                <a:cubicBezTo>
                  <a:pt x="54" y="32"/>
                  <a:pt x="52" y="37"/>
                  <a:pt x="49" y="41"/>
                </a:cubicBezTo>
                <a:cubicBezTo>
                  <a:pt x="62" y="54"/>
                  <a:pt x="62" y="54"/>
                  <a:pt x="62" y="54"/>
                </a:cubicBezTo>
                <a:cubicBezTo>
                  <a:pt x="63" y="55"/>
                  <a:pt x="64" y="57"/>
                  <a:pt x="64" y="58"/>
                </a:cubicBezTo>
                <a:cubicBezTo>
                  <a:pt x="64" y="61"/>
                  <a:pt x="61" y="63"/>
                  <a:pt x="59" y="63"/>
                </a:cubicBezTo>
                <a:close/>
                <a:moveTo>
                  <a:pt x="27" y="9"/>
                </a:moveTo>
                <a:cubicBezTo>
                  <a:pt x="18" y="9"/>
                  <a:pt x="10" y="17"/>
                  <a:pt x="10" y="26"/>
                </a:cubicBezTo>
                <a:cubicBezTo>
                  <a:pt x="10" y="36"/>
                  <a:pt x="18" y="43"/>
                  <a:pt x="27" y="43"/>
                </a:cubicBezTo>
                <a:cubicBezTo>
                  <a:pt x="37" y="43"/>
                  <a:pt x="44" y="36"/>
                  <a:pt x="44" y="26"/>
                </a:cubicBezTo>
                <a:cubicBezTo>
                  <a:pt x="44" y="17"/>
                  <a:pt x="37" y="9"/>
                  <a:pt x="27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9" name="Freeform 106"/>
          <p:cNvSpPr/>
          <p:nvPr/>
        </p:nvSpPr>
        <p:spPr>
          <a:xfrm>
            <a:off x="2965320" y="2068560"/>
            <a:ext cx="233640" cy="233280"/>
          </a:xfrm>
          <a:custGeom>
            <a:avLst/>
            <a:gdLst/>
            <a:ahLst/>
            <a:rect l="l" t="t" r="r" b="b"/>
            <a:pathLst>
              <a:path w="68" h="68">
                <a:moveTo>
                  <a:pt x="68" y="3"/>
                </a:moveTo>
                <a:cubicBezTo>
                  <a:pt x="58" y="61"/>
                  <a:pt x="58" y="61"/>
                  <a:pt x="58" y="61"/>
                </a:cubicBezTo>
                <a:cubicBezTo>
                  <a:pt x="58" y="62"/>
                  <a:pt x="57" y="62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35" y="55"/>
                  <a:pt x="35" y="55"/>
                  <a:pt x="35" y="55"/>
                </a:cubicBezTo>
                <a:cubicBezTo>
                  <a:pt x="23" y="67"/>
                  <a:pt x="23" y="67"/>
                  <a:pt x="23" y="67"/>
                </a:cubicBezTo>
                <a:cubicBezTo>
                  <a:pt x="23" y="67"/>
                  <a:pt x="22" y="68"/>
                  <a:pt x="22" y="68"/>
                </a:cubicBezTo>
                <a:cubicBezTo>
                  <a:pt x="21" y="68"/>
                  <a:pt x="21" y="68"/>
                  <a:pt x="21" y="68"/>
                </a:cubicBezTo>
                <a:cubicBezTo>
                  <a:pt x="20" y="67"/>
                  <a:pt x="19" y="66"/>
                  <a:pt x="19" y="65"/>
                </a:cubicBezTo>
                <a:cubicBezTo>
                  <a:pt x="19" y="48"/>
                  <a:pt x="19" y="48"/>
                  <a:pt x="19" y="48"/>
                </a:cubicBezTo>
                <a:cubicBezTo>
                  <a:pt x="1" y="41"/>
                  <a:pt x="1" y="41"/>
                  <a:pt x="1" y="41"/>
                </a:cubicBezTo>
                <a:cubicBezTo>
                  <a:pt x="0" y="40"/>
                  <a:pt x="0" y="40"/>
                  <a:pt x="0" y="39"/>
                </a:cubicBezTo>
                <a:cubicBezTo>
                  <a:pt x="0" y="38"/>
                  <a:pt x="0" y="37"/>
                  <a:pt x="1" y="36"/>
                </a:cubicBezTo>
                <a:cubicBezTo>
                  <a:pt x="64" y="0"/>
                  <a:pt x="64" y="0"/>
                  <a:pt x="64" y="0"/>
                </a:cubicBezTo>
                <a:cubicBezTo>
                  <a:pt x="65" y="0"/>
                  <a:pt x="66" y="0"/>
                  <a:pt x="67" y="0"/>
                </a:cubicBezTo>
                <a:cubicBezTo>
                  <a:pt x="68" y="1"/>
                  <a:pt x="68" y="2"/>
                  <a:pt x="68" y="3"/>
                </a:cubicBezTo>
                <a:close/>
                <a:moveTo>
                  <a:pt x="62" y="7"/>
                </a:moveTo>
                <a:cubicBezTo>
                  <a:pt x="8" y="38"/>
                  <a:pt x="8" y="38"/>
                  <a:pt x="8" y="38"/>
                </a:cubicBezTo>
                <a:cubicBezTo>
                  <a:pt x="20" y="43"/>
                  <a:pt x="20" y="43"/>
                  <a:pt x="20" y="43"/>
                </a:cubicBezTo>
                <a:cubicBezTo>
                  <a:pt x="53" y="19"/>
                  <a:pt x="53" y="19"/>
                  <a:pt x="53" y="19"/>
                </a:cubicBezTo>
                <a:cubicBezTo>
                  <a:pt x="35" y="49"/>
                  <a:pt x="35" y="49"/>
                  <a:pt x="35" y="49"/>
                </a:cubicBezTo>
                <a:cubicBezTo>
                  <a:pt x="54" y="57"/>
                  <a:pt x="54" y="57"/>
                  <a:pt x="54" y="57"/>
                </a:cubicBezTo>
                <a:lnTo>
                  <a:pt x="62" y="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60" name="Freeform 107"/>
          <p:cNvSpPr/>
          <p:nvPr/>
        </p:nvSpPr>
        <p:spPr>
          <a:xfrm>
            <a:off x="3460680" y="2085840"/>
            <a:ext cx="198360" cy="198720"/>
          </a:xfrm>
          <a:custGeom>
            <a:avLst/>
            <a:gdLst/>
            <a:ahLst/>
            <a:rect l="l" t="t" r="r" b="b"/>
            <a:pathLst>
              <a:path w="58" h="58">
                <a:moveTo>
                  <a:pt x="58" y="47"/>
                </a:moveTo>
                <a:cubicBezTo>
                  <a:pt x="58" y="53"/>
                  <a:pt x="53" y="58"/>
                  <a:pt x="47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53" y="0"/>
                  <a:pt x="58" y="4"/>
                  <a:pt x="58" y="10"/>
                </a:cubicBezTo>
                <a:lnTo>
                  <a:pt x="58" y="47"/>
                </a:lnTo>
                <a:close/>
                <a:moveTo>
                  <a:pt x="51" y="23"/>
                </a:moveTo>
                <a:cubicBezTo>
                  <a:pt x="52" y="22"/>
                  <a:pt x="52" y="21"/>
                  <a:pt x="51" y="20"/>
                </a:cubicBezTo>
                <a:cubicBezTo>
                  <a:pt x="38" y="6"/>
                  <a:pt x="38" y="6"/>
                  <a:pt x="38" y="6"/>
                </a:cubicBezTo>
                <a:cubicBezTo>
                  <a:pt x="37" y="6"/>
                  <a:pt x="36" y="5"/>
                  <a:pt x="35" y="6"/>
                </a:cubicBezTo>
                <a:cubicBezTo>
                  <a:pt x="34" y="6"/>
                  <a:pt x="34" y="7"/>
                  <a:pt x="34" y="8"/>
                </a:cubicBezTo>
                <a:cubicBezTo>
                  <a:pt x="34" y="14"/>
                  <a:pt x="34" y="14"/>
                  <a:pt x="34" y="14"/>
                </a:cubicBezTo>
                <a:cubicBezTo>
                  <a:pt x="12" y="14"/>
                  <a:pt x="9" y="27"/>
                  <a:pt x="9" y="36"/>
                </a:cubicBezTo>
                <a:cubicBezTo>
                  <a:pt x="9" y="44"/>
                  <a:pt x="16" y="51"/>
                  <a:pt x="16" y="51"/>
                </a:cubicBezTo>
                <a:cubicBezTo>
                  <a:pt x="16" y="52"/>
                  <a:pt x="16" y="52"/>
                  <a:pt x="17" y="52"/>
                </a:cubicBezTo>
                <a:cubicBezTo>
                  <a:pt x="17" y="52"/>
                  <a:pt x="17" y="52"/>
                  <a:pt x="17" y="52"/>
                </a:cubicBezTo>
                <a:cubicBezTo>
                  <a:pt x="18" y="51"/>
                  <a:pt x="18" y="51"/>
                  <a:pt x="18" y="50"/>
                </a:cubicBezTo>
                <a:cubicBezTo>
                  <a:pt x="17" y="41"/>
                  <a:pt x="18" y="36"/>
                  <a:pt x="20" y="32"/>
                </a:cubicBezTo>
                <a:cubicBezTo>
                  <a:pt x="23" y="30"/>
                  <a:pt x="27" y="29"/>
                  <a:pt x="34" y="29"/>
                </a:cubicBezTo>
                <a:cubicBezTo>
                  <a:pt x="34" y="35"/>
                  <a:pt x="34" y="35"/>
                  <a:pt x="34" y="35"/>
                </a:cubicBezTo>
                <a:cubicBezTo>
                  <a:pt x="34" y="36"/>
                  <a:pt x="34" y="37"/>
                  <a:pt x="35" y="37"/>
                </a:cubicBezTo>
                <a:cubicBezTo>
                  <a:pt x="36" y="37"/>
                  <a:pt x="36" y="37"/>
                  <a:pt x="36" y="37"/>
                </a:cubicBezTo>
                <a:cubicBezTo>
                  <a:pt x="37" y="37"/>
                  <a:pt x="37" y="37"/>
                  <a:pt x="38" y="36"/>
                </a:cubicBezTo>
                <a:lnTo>
                  <a:pt x="51" y="2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61" name="Freeform 108"/>
          <p:cNvSpPr/>
          <p:nvPr/>
        </p:nvSpPr>
        <p:spPr>
          <a:xfrm>
            <a:off x="3954600" y="2085840"/>
            <a:ext cx="164880" cy="198720"/>
          </a:xfrm>
          <a:custGeom>
            <a:avLst/>
            <a:gdLst/>
            <a:ahLst/>
            <a:rect l="l" t="t" r="r" b="b"/>
            <a:pathLst>
              <a:path w="48" h="58">
                <a:moveTo>
                  <a:pt x="48" y="31"/>
                </a:moveTo>
                <a:cubicBezTo>
                  <a:pt x="48" y="47"/>
                  <a:pt x="26" y="57"/>
                  <a:pt x="25" y="58"/>
                </a:cubicBezTo>
                <a:cubicBezTo>
                  <a:pt x="25" y="58"/>
                  <a:pt x="24" y="58"/>
                  <a:pt x="24" y="58"/>
                </a:cubicBezTo>
                <a:cubicBezTo>
                  <a:pt x="24" y="58"/>
                  <a:pt x="23" y="58"/>
                  <a:pt x="23" y="58"/>
                </a:cubicBezTo>
                <a:cubicBezTo>
                  <a:pt x="22" y="57"/>
                  <a:pt x="0" y="47"/>
                  <a:pt x="0" y="31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47" y="0"/>
                  <a:pt x="48" y="1"/>
                  <a:pt x="48" y="2"/>
                </a:cubicBezTo>
                <a:lnTo>
                  <a:pt x="48" y="31"/>
                </a:lnTo>
                <a:close/>
                <a:moveTo>
                  <a:pt x="41" y="7"/>
                </a:moveTo>
                <a:cubicBezTo>
                  <a:pt x="24" y="7"/>
                  <a:pt x="24" y="7"/>
                  <a:pt x="24" y="7"/>
                </a:cubicBezTo>
                <a:cubicBezTo>
                  <a:pt x="24" y="50"/>
                  <a:pt x="24" y="50"/>
                  <a:pt x="24" y="50"/>
                </a:cubicBezTo>
                <a:cubicBezTo>
                  <a:pt x="26" y="49"/>
                  <a:pt x="29" y="47"/>
                  <a:pt x="32" y="45"/>
                </a:cubicBezTo>
                <a:cubicBezTo>
                  <a:pt x="36" y="42"/>
                  <a:pt x="41" y="37"/>
                  <a:pt x="41" y="31"/>
                </a:cubicBezTo>
                <a:lnTo>
                  <a:pt x="41" y="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62" name="Freeform 109"/>
          <p:cNvSpPr/>
          <p:nvPr/>
        </p:nvSpPr>
        <p:spPr>
          <a:xfrm>
            <a:off x="4448160" y="2085840"/>
            <a:ext cx="233280" cy="198720"/>
          </a:xfrm>
          <a:custGeom>
            <a:avLst/>
            <a:gdLst/>
            <a:ahLst/>
            <a:rect l="l" t="t" r="r" b="b"/>
            <a:pathLst>
              <a:path w="68" h="58">
                <a:moveTo>
                  <a:pt x="10" y="57"/>
                </a:moveTo>
                <a:cubicBezTo>
                  <a:pt x="10" y="57"/>
                  <a:pt x="10" y="58"/>
                  <a:pt x="9" y="58"/>
                </a:cubicBezTo>
                <a:cubicBezTo>
                  <a:pt x="2" y="58"/>
                  <a:pt x="2" y="58"/>
                  <a:pt x="2" y="58"/>
                </a:cubicBezTo>
                <a:cubicBezTo>
                  <a:pt x="1" y="58"/>
                  <a:pt x="0" y="57"/>
                  <a:pt x="0" y="57"/>
                </a:cubicBezTo>
                <a:cubicBezTo>
                  <a:pt x="0" y="49"/>
                  <a:pt x="0" y="49"/>
                  <a:pt x="0" y="49"/>
                </a:cubicBezTo>
                <a:cubicBezTo>
                  <a:pt x="0" y="49"/>
                  <a:pt x="1" y="48"/>
                  <a:pt x="2" y="48"/>
                </a:cubicBezTo>
                <a:cubicBezTo>
                  <a:pt x="9" y="48"/>
                  <a:pt x="9" y="48"/>
                  <a:pt x="9" y="48"/>
                </a:cubicBezTo>
                <a:cubicBezTo>
                  <a:pt x="10" y="48"/>
                  <a:pt x="10" y="49"/>
                  <a:pt x="10" y="49"/>
                </a:cubicBezTo>
                <a:lnTo>
                  <a:pt x="10" y="57"/>
                </a:lnTo>
                <a:close/>
                <a:moveTo>
                  <a:pt x="25" y="57"/>
                </a:moveTo>
                <a:cubicBezTo>
                  <a:pt x="25" y="57"/>
                  <a:pt x="24" y="58"/>
                  <a:pt x="24" y="58"/>
                </a:cubicBezTo>
                <a:cubicBezTo>
                  <a:pt x="16" y="58"/>
                  <a:pt x="16" y="58"/>
                  <a:pt x="16" y="58"/>
                </a:cubicBezTo>
                <a:cubicBezTo>
                  <a:pt x="16" y="58"/>
                  <a:pt x="15" y="57"/>
                  <a:pt x="15" y="57"/>
                </a:cubicBezTo>
                <a:cubicBezTo>
                  <a:pt x="15" y="44"/>
                  <a:pt x="15" y="44"/>
                  <a:pt x="15" y="44"/>
                </a:cubicBezTo>
                <a:cubicBezTo>
                  <a:pt x="15" y="44"/>
                  <a:pt x="16" y="43"/>
                  <a:pt x="16" y="43"/>
                </a:cubicBezTo>
                <a:cubicBezTo>
                  <a:pt x="24" y="43"/>
                  <a:pt x="24" y="43"/>
                  <a:pt x="24" y="43"/>
                </a:cubicBezTo>
                <a:cubicBezTo>
                  <a:pt x="24" y="43"/>
                  <a:pt x="25" y="44"/>
                  <a:pt x="25" y="44"/>
                </a:cubicBezTo>
                <a:lnTo>
                  <a:pt x="25" y="57"/>
                </a:lnTo>
                <a:close/>
                <a:moveTo>
                  <a:pt x="39" y="57"/>
                </a:moveTo>
                <a:cubicBezTo>
                  <a:pt x="39" y="57"/>
                  <a:pt x="39" y="58"/>
                  <a:pt x="38" y="58"/>
                </a:cubicBezTo>
                <a:cubicBezTo>
                  <a:pt x="31" y="58"/>
                  <a:pt x="31" y="58"/>
                  <a:pt x="31" y="58"/>
                </a:cubicBezTo>
                <a:cubicBezTo>
                  <a:pt x="30" y="58"/>
                  <a:pt x="30" y="57"/>
                  <a:pt x="30" y="57"/>
                </a:cubicBezTo>
                <a:cubicBezTo>
                  <a:pt x="30" y="35"/>
                  <a:pt x="30" y="35"/>
                  <a:pt x="30" y="35"/>
                </a:cubicBezTo>
                <a:cubicBezTo>
                  <a:pt x="30" y="34"/>
                  <a:pt x="30" y="34"/>
                  <a:pt x="31" y="34"/>
                </a:cubicBezTo>
                <a:cubicBezTo>
                  <a:pt x="38" y="34"/>
                  <a:pt x="38" y="34"/>
                  <a:pt x="38" y="34"/>
                </a:cubicBezTo>
                <a:cubicBezTo>
                  <a:pt x="39" y="34"/>
                  <a:pt x="39" y="34"/>
                  <a:pt x="39" y="35"/>
                </a:cubicBezTo>
                <a:lnTo>
                  <a:pt x="39" y="57"/>
                </a:lnTo>
                <a:close/>
                <a:moveTo>
                  <a:pt x="54" y="57"/>
                </a:moveTo>
                <a:cubicBezTo>
                  <a:pt x="54" y="57"/>
                  <a:pt x="53" y="58"/>
                  <a:pt x="53" y="58"/>
                </a:cubicBezTo>
                <a:cubicBezTo>
                  <a:pt x="45" y="58"/>
                  <a:pt x="45" y="58"/>
                  <a:pt x="45" y="58"/>
                </a:cubicBezTo>
                <a:cubicBezTo>
                  <a:pt x="45" y="58"/>
                  <a:pt x="44" y="57"/>
                  <a:pt x="44" y="57"/>
                </a:cubicBezTo>
                <a:cubicBezTo>
                  <a:pt x="44" y="20"/>
                  <a:pt x="44" y="20"/>
                  <a:pt x="44" y="20"/>
                </a:cubicBezTo>
                <a:cubicBezTo>
                  <a:pt x="44" y="20"/>
                  <a:pt x="45" y="19"/>
                  <a:pt x="45" y="19"/>
                </a:cubicBezTo>
                <a:cubicBezTo>
                  <a:pt x="53" y="19"/>
                  <a:pt x="53" y="19"/>
                  <a:pt x="53" y="19"/>
                </a:cubicBezTo>
                <a:cubicBezTo>
                  <a:pt x="53" y="19"/>
                  <a:pt x="54" y="20"/>
                  <a:pt x="54" y="20"/>
                </a:cubicBezTo>
                <a:lnTo>
                  <a:pt x="54" y="57"/>
                </a:lnTo>
                <a:close/>
                <a:moveTo>
                  <a:pt x="68" y="57"/>
                </a:moveTo>
                <a:cubicBezTo>
                  <a:pt x="68" y="57"/>
                  <a:pt x="68" y="58"/>
                  <a:pt x="67" y="58"/>
                </a:cubicBezTo>
                <a:cubicBezTo>
                  <a:pt x="60" y="58"/>
                  <a:pt x="60" y="58"/>
                  <a:pt x="60" y="58"/>
                </a:cubicBezTo>
                <a:cubicBezTo>
                  <a:pt x="59" y="58"/>
                  <a:pt x="59" y="57"/>
                  <a:pt x="59" y="57"/>
                </a:cubicBezTo>
                <a:cubicBezTo>
                  <a:pt x="59" y="1"/>
                  <a:pt x="59" y="1"/>
                  <a:pt x="59" y="1"/>
                </a:cubicBezTo>
                <a:cubicBezTo>
                  <a:pt x="59" y="0"/>
                  <a:pt x="59" y="0"/>
                  <a:pt x="60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68" y="0"/>
                  <a:pt x="68" y="0"/>
                  <a:pt x="68" y="1"/>
                </a:cubicBezTo>
                <a:lnTo>
                  <a:pt x="68" y="5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63" name="Freeform 110"/>
          <p:cNvSpPr/>
          <p:nvPr/>
        </p:nvSpPr>
        <p:spPr>
          <a:xfrm>
            <a:off x="4943520" y="2100240"/>
            <a:ext cx="198360" cy="184320"/>
          </a:xfrm>
          <a:custGeom>
            <a:avLst/>
            <a:gdLst/>
            <a:ahLst/>
            <a:rect l="l" t="t" r="r" b="b"/>
            <a:pathLst>
              <a:path w="58" h="54">
                <a:moveTo>
                  <a:pt x="8" y="10"/>
                </a:move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0" y="5"/>
                  <a:pt x="0" y="5"/>
                </a:cubicBezTo>
                <a:cubicBezTo>
                  <a:pt x="8" y="5"/>
                  <a:pt x="8" y="5"/>
                  <a:pt x="8" y="5"/>
                </a:cubicBezTo>
                <a:lnTo>
                  <a:pt x="8" y="10"/>
                </a:lnTo>
                <a:close/>
                <a:moveTo>
                  <a:pt x="33" y="30"/>
                </a:moveTo>
                <a:cubicBezTo>
                  <a:pt x="0" y="30"/>
                  <a:pt x="0" y="30"/>
                  <a:pt x="0" y="30"/>
                </a:cubicBezTo>
                <a:cubicBezTo>
                  <a:pt x="0" y="25"/>
                  <a:pt x="0" y="25"/>
                  <a:pt x="0" y="25"/>
                </a:cubicBezTo>
                <a:cubicBezTo>
                  <a:pt x="33" y="25"/>
                  <a:pt x="33" y="25"/>
                  <a:pt x="33" y="25"/>
                </a:cubicBezTo>
                <a:lnTo>
                  <a:pt x="33" y="30"/>
                </a:lnTo>
                <a:close/>
                <a:moveTo>
                  <a:pt x="13" y="49"/>
                </a:moveTo>
                <a:cubicBezTo>
                  <a:pt x="0" y="49"/>
                  <a:pt x="0" y="49"/>
                  <a:pt x="0" y="49"/>
                </a:cubicBezTo>
                <a:cubicBezTo>
                  <a:pt x="0" y="44"/>
                  <a:pt x="0" y="44"/>
                  <a:pt x="0" y="44"/>
                </a:cubicBezTo>
                <a:cubicBezTo>
                  <a:pt x="13" y="44"/>
                  <a:pt x="13" y="44"/>
                  <a:pt x="13" y="44"/>
                </a:cubicBezTo>
                <a:lnTo>
                  <a:pt x="13" y="49"/>
                </a:lnTo>
                <a:close/>
                <a:moveTo>
                  <a:pt x="24" y="3"/>
                </a:moveTo>
                <a:cubicBezTo>
                  <a:pt x="24" y="13"/>
                  <a:pt x="24" y="13"/>
                  <a:pt x="24" y="13"/>
                </a:cubicBezTo>
                <a:cubicBezTo>
                  <a:pt x="24" y="14"/>
                  <a:pt x="23" y="15"/>
                  <a:pt x="22" y="15"/>
                </a:cubicBezTo>
                <a:cubicBezTo>
                  <a:pt x="12" y="15"/>
                  <a:pt x="12" y="15"/>
                  <a:pt x="12" y="15"/>
                </a:cubicBezTo>
                <a:cubicBezTo>
                  <a:pt x="11" y="15"/>
                  <a:pt x="9" y="14"/>
                  <a:pt x="9" y="13"/>
                </a:cubicBezTo>
                <a:cubicBezTo>
                  <a:pt x="9" y="3"/>
                  <a:pt x="9" y="3"/>
                  <a:pt x="9" y="3"/>
                </a:cubicBezTo>
                <a:cubicBezTo>
                  <a:pt x="9" y="2"/>
                  <a:pt x="11" y="0"/>
                  <a:pt x="12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2"/>
                  <a:pt x="24" y="3"/>
                </a:cubicBezTo>
                <a:close/>
                <a:moveTo>
                  <a:pt x="29" y="42"/>
                </a:moveTo>
                <a:cubicBezTo>
                  <a:pt x="29" y="51"/>
                  <a:pt x="29" y="51"/>
                  <a:pt x="29" y="51"/>
                </a:cubicBezTo>
                <a:cubicBezTo>
                  <a:pt x="29" y="53"/>
                  <a:pt x="28" y="54"/>
                  <a:pt x="26" y="54"/>
                </a:cubicBezTo>
                <a:cubicBezTo>
                  <a:pt x="17" y="54"/>
                  <a:pt x="17" y="54"/>
                  <a:pt x="17" y="54"/>
                </a:cubicBezTo>
                <a:cubicBezTo>
                  <a:pt x="15" y="54"/>
                  <a:pt x="14" y="53"/>
                  <a:pt x="14" y="51"/>
                </a:cubicBezTo>
                <a:cubicBezTo>
                  <a:pt x="14" y="42"/>
                  <a:pt x="14" y="42"/>
                  <a:pt x="14" y="42"/>
                </a:cubicBezTo>
                <a:cubicBezTo>
                  <a:pt x="14" y="40"/>
                  <a:pt x="15" y="39"/>
                  <a:pt x="17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8" y="39"/>
                  <a:pt x="29" y="40"/>
                  <a:pt x="29" y="42"/>
                </a:cubicBezTo>
                <a:close/>
                <a:moveTo>
                  <a:pt x="58" y="10"/>
                </a:moveTo>
                <a:cubicBezTo>
                  <a:pt x="25" y="10"/>
                  <a:pt x="25" y="10"/>
                  <a:pt x="25" y="10"/>
                </a:cubicBezTo>
                <a:cubicBezTo>
                  <a:pt x="25" y="5"/>
                  <a:pt x="25" y="5"/>
                  <a:pt x="25" y="5"/>
                </a:cubicBezTo>
                <a:cubicBezTo>
                  <a:pt x="58" y="5"/>
                  <a:pt x="58" y="5"/>
                  <a:pt x="58" y="5"/>
                </a:cubicBezTo>
                <a:lnTo>
                  <a:pt x="58" y="10"/>
                </a:lnTo>
                <a:close/>
                <a:moveTo>
                  <a:pt x="58" y="49"/>
                </a:moveTo>
                <a:cubicBezTo>
                  <a:pt x="30" y="49"/>
                  <a:pt x="30" y="49"/>
                  <a:pt x="30" y="49"/>
                </a:cubicBezTo>
                <a:cubicBezTo>
                  <a:pt x="30" y="44"/>
                  <a:pt x="30" y="44"/>
                  <a:pt x="30" y="44"/>
                </a:cubicBezTo>
                <a:cubicBezTo>
                  <a:pt x="58" y="44"/>
                  <a:pt x="58" y="44"/>
                  <a:pt x="58" y="44"/>
                </a:cubicBezTo>
                <a:lnTo>
                  <a:pt x="58" y="49"/>
                </a:lnTo>
                <a:close/>
                <a:moveTo>
                  <a:pt x="48" y="22"/>
                </a:moveTo>
                <a:cubicBezTo>
                  <a:pt x="48" y="32"/>
                  <a:pt x="48" y="32"/>
                  <a:pt x="48" y="32"/>
                </a:cubicBezTo>
                <a:cubicBezTo>
                  <a:pt x="48" y="33"/>
                  <a:pt x="47" y="34"/>
                  <a:pt x="46" y="34"/>
                </a:cubicBezTo>
                <a:cubicBezTo>
                  <a:pt x="36" y="34"/>
                  <a:pt x="36" y="34"/>
                  <a:pt x="36" y="34"/>
                </a:cubicBezTo>
                <a:cubicBezTo>
                  <a:pt x="35" y="34"/>
                  <a:pt x="34" y="33"/>
                  <a:pt x="34" y="32"/>
                </a:cubicBezTo>
                <a:cubicBezTo>
                  <a:pt x="34" y="22"/>
                  <a:pt x="34" y="22"/>
                  <a:pt x="34" y="22"/>
                </a:cubicBezTo>
                <a:cubicBezTo>
                  <a:pt x="34" y="21"/>
                  <a:pt x="35" y="20"/>
                  <a:pt x="36" y="20"/>
                </a:cubicBezTo>
                <a:cubicBezTo>
                  <a:pt x="46" y="20"/>
                  <a:pt x="46" y="20"/>
                  <a:pt x="46" y="20"/>
                </a:cubicBezTo>
                <a:cubicBezTo>
                  <a:pt x="47" y="20"/>
                  <a:pt x="48" y="21"/>
                  <a:pt x="48" y="22"/>
                </a:cubicBezTo>
                <a:close/>
                <a:moveTo>
                  <a:pt x="58" y="30"/>
                </a:moveTo>
                <a:cubicBezTo>
                  <a:pt x="50" y="30"/>
                  <a:pt x="50" y="30"/>
                  <a:pt x="50" y="30"/>
                </a:cubicBezTo>
                <a:cubicBezTo>
                  <a:pt x="50" y="25"/>
                  <a:pt x="50" y="25"/>
                  <a:pt x="50" y="25"/>
                </a:cubicBezTo>
                <a:cubicBezTo>
                  <a:pt x="58" y="25"/>
                  <a:pt x="58" y="25"/>
                  <a:pt x="58" y="25"/>
                </a:cubicBezTo>
                <a:lnTo>
                  <a:pt x="58" y="3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64" name="Freeform 111"/>
          <p:cNvSpPr/>
          <p:nvPr/>
        </p:nvSpPr>
        <p:spPr>
          <a:xfrm>
            <a:off x="5437080" y="2092320"/>
            <a:ext cx="133560" cy="182520"/>
          </a:xfrm>
          <a:custGeom>
            <a:avLst/>
            <a:gdLst/>
            <a:ahLst/>
            <a:rect l="l" t="t" r="r" b="b"/>
            <a:pathLst>
              <a:path w="39" h="53">
                <a:moveTo>
                  <a:pt x="37" y="22"/>
                </a:moveTo>
                <a:cubicBezTo>
                  <a:pt x="3" y="22"/>
                  <a:pt x="3" y="22"/>
                  <a:pt x="3" y="22"/>
                </a:cubicBezTo>
                <a:cubicBezTo>
                  <a:pt x="2" y="22"/>
                  <a:pt x="0" y="21"/>
                  <a:pt x="0" y="19"/>
                </a:cubicBezTo>
                <a:cubicBezTo>
                  <a:pt x="0" y="19"/>
                  <a:pt x="1" y="18"/>
                  <a:pt x="1" y="18"/>
                </a:cubicBezTo>
                <a:cubicBezTo>
                  <a:pt x="18" y="1"/>
                  <a:pt x="18" y="1"/>
                  <a:pt x="18" y="1"/>
                </a:cubicBezTo>
                <a:cubicBezTo>
                  <a:pt x="19" y="0"/>
                  <a:pt x="19" y="0"/>
                  <a:pt x="20" y="0"/>
                </a:cubicBezTo>
                <a:cubicBezTo>
                  <a:pt x="21" y="0"/>
                  <a:pt x="21" y="0"/>
                  <a:pt x="22" y="1"/>
                </a:cubicBezTo>
                <a:cubicBezTo>
                  <a:pt x="39" y="18"/>
                  <a:pt x="39" y="18"/>
                  <a:pt x="39" y="18"/>
                </a:cubicBezTo>
                <a:cubicBezTo>
                  <a:pt x="39" y="18"/>
                  <a:pt x="39" y="19"/>
                  <a:pt x="39" y="19"/>
                </a:cubicBezTo>
                <a:cubicBezTo>
                  <a:pt x="39" y="21"/>
                  <a:pt x="38" y="22"/>
                  <a:pt x="37" y="22"/>
                </a:cubicBezTo>
                <a:close/>
                <a:moveTo>
                  <a:pt x="39" y="36"/>
                </a:moveTo>
                <a:cubicBezTo>
                  <a:pt x="22" y="53"/>
                  <a:pt x="22" y="53"/>
                  <a:pt x="22" y="53"/>
                </a:cubicBezTo>
                <a:cubicBezTo>
                  <a:pt x="21" y="53"/>
                  <a:pt x="21" y="53"/>
                  <a:pt x="20" y="53"/>
                </a:cubicBezTo>
                <a:cubicBezTo>
                  <a:pt x="19" y="53"/>
                  <a:pt x="19" y="53"/>
                  <a:pt x="18" y="53"/>
                </a:cubicBezTo>
                <a:cubicBezTo>
                  <a:pt x="1" y="36"/>
                  <a:pt x="1" y="36"/>
                  <a:pt x="1" y="36"/>
                </a:cubicBezTo>
                <a:cubicBezTo>
                  <a:pt x="1" y="35"/>
                  <a:pt x="0" y="35"/>
                  <a:pt x="0" y="34"/>
                </a:cubicBezTo>
                <a:cubicBezTo>
                  <a:pt x="0" y="33"/>
                  <a:pt x="2" y="32"/>
                  <a:pt x="3" y="32"/>
                </a:cubicBezTo>
                <a:cubicBezTo>
                  <a:pt x="37" y="32"/>
                  <a:pt x="37" y="32"/>
                  <a:pt x="37" y="32"/>
                </a:cubicBezTo>
                <a:cubicBezTo>
                  <a:pt x="38" y="32"/>
                  <a:pt x="39" y="33"/>
                  <a:pt x="39" y="34"/>
                </a:cubicBezTo>
                <a:cubicBezTo>
                  <a:pt x="39" y="35"/>
                  <a:pt x="39" y="35"/>
                  <a:pt x="39" y="3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65" name="Freeform 112"/>
          <p:cNvSpPr/>
          <p:nvPr/>
        </p:nvSpPr>
        <p:spPr>
          <a:xfrm>
            <a:off x="5934240" y="2068560"/>
            <a:ext cx="230040" cy="233280"/>
          </a:xfrm>
          <a:custGeom>
            <a:avLst/>
            <a:gdLst/>
            <a:ahLst/>
            <a:rect l="l" t="t" r="r" b="b"/>
            <a:pathLst>
              <a:path w="67" h="68">
                <a:moveTo>
                  <a:pt x="26" y="55"/>
                </a:moveTo>
                <a:cubicBezTo>
                  <a:pt x="14" y="67"/>
                  <a:pt x="14" y="67"/>
                  <a:pt x="14" y="67"/>
                </a:cubicBezTo>
                <a:cubicBezTo>
                  <a:pt x="14" y="68"/>
                  <a:pt x="14" y="68"/>
                  <a:pt x="13" y="68"/>
                </a:cubicBezTo>
                <a:cubicBezTo>
                  <a:pt x="13" y="68"/>
                  <a:pt x="13" y="68"/>
                  <a:pt x="12" y="67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4"/>
                  <a:pt x="0" y="54"/>
                </a:cubicBezTo>
                <a:cubicBezTo>
                  <a:pt x="0" y="53"/>
                  <a:pt x="1" y="53"/>
                  <a:pt x="1" y="53"/>
                </a:cubicBezTo>
                <a:cubicBezTo>
                  <a:pt x="8" y="53"/>
                  <a:pt x="8" y="53"/>
                  <a:pt x="8" y="53"/>
                </a:cubicBezTo>
                <a:cubicBezTo>
                  <a:pt x="8" y="1"/>
                  <a:pt x="8" y="1"/>
                  <a:pt x="8" y="1"/>
                </a:cubicBezTo>
                <a:cubicBezTo>
                  <a:pt x="8" y="0"/>
                  <a:pt x="9" y="0"/>
                  <a:pt x="10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8" y="0"/>
                  <a:pt x="18" y="0"/>
                  <a:pt x="18" y="1"/>
                </a:cubicBezTo>
                <a:cubicBezTo>
                  <a:pt x="18" y="53"/>
                  <a:pt x="18" y="53"/>
                  <a:pt x="18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6" y="53"/>
                  <a:pt x="27" y="54"/>
                  <a:pt x="27" y="54"/>
                </a:cubicBezTo>
                <a:cubicBezTo>
                  <a:pt x="27" y="55"/>
                  <a:pt x="27" y="55"/>
                  <a:pt x="26" y="55"/>
                </a:cubicBezTo>
                <a:close/>
                <a:moveTo>
                  <a:pt x="67" y="8"/>
                </a:moveTo>
                <a:cubicBezTo>
                  <a:pt x="67" y="9"/>
                  <a:pt x="66" y="9"/>
                  <a:pt x="66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3" y="9"/>
                  <a:pt x="33" y="9"/>
                  <a:pt x="33" y="8"/>
                </a:cubicBez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3" y="0"/>
                  <a:pt x="34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6" y="0"/>
                  <a:pt x="67" y="0"/>
                  <a:pt x="67" y="1"/>
                </a:cubicBezTo>
                <a:lnTo>
                  <a:pt x="67" y="8"/>
                </a:lnTo>
                <a:close/>
                <a:moveTo>
                  <a:pt x="60" y="28"/>
                </a:moveTo>
                <a:cubicBezTo>
                  <a:pt x="60" y="28"/>
                  <a:pt x="59" y="29"/>
                  <a:pt x="58" y="29"/>
                </a:cubicBezTo>
                <a:cubicBezTo>
                  <a:pt x="34" y="29"/>
                  <a:pt x="34" y="29"/>
                  <a:pt x="34" y="29"/>
                </a:cubicBezTo>
                <a:cubicBezTo>
                  <a:pt x="33" y="29"/>
                  <a:pt x="33" y="28"/>
                  <a:pt x="33" y="28"/>
                </a:cubicBezTo>
                <a:cubicBezTo>
                  <a:pt x="33" y="20"/>
                  <a:pt x="33" y="20"/>
                  <a:pt x="33" y="20"/>
                </a:cubicBezTo>
                <a:cubicBezTo>
                  <a:pt x="33" y="20"/>
                  <a:pt x="33" y="19"/>
                  <a:pt x="34" y="19"/>
                </a:cubicBezTo>
                <a:cubicBezTo>
                  <a:pt x="58" y="19"/>
                  <a:pt x="58" y="19"/>
                  <a:pt x="58" y="19"/>
                </a:cubicBezTo>
                <a:cubicBezTo>
                  <a:pt x="59" y="19"/>
                  <a:pt x="60" y="20"/>
                  <a:pt x="60" y="20"/>
                </a:cubicBezTo>
                <a:lnTo>
                  <a:pt x="60" y="28"/>
                </a:lnTo>
                <a:close/>
                <a:moveTo>
                  <a:pt x="52" y="47"/>
                </a:moveTo>
                <a:cubicBezTo>
                  <a:pt x="52" y="48"/>
                  <a:pt x="52" y="48"/>
                  <a:pt x="51" y="48"/>
                </a:cubicBezTo>
                <a:cubicBezTo>
                  <a:pt x="34" y="48"/>
                  <a:pt x="34" y="48"/>
                  <a:pt x="34" y="48"/>
                </a:cubicBezTo>
                <a:cubicBezTo>
                  <a:pt x="33" y="48"/>
                  <a:pt x="33" y="48"/>
                  <a:pt x="33" y="47"/>
                </a:cubicBezTo>
                <a:cubicBezTo>
                  <a:pt x="33" y="40"/>
                  <a:pt x="33" y="40"/>
                  <a:pt x="33" y="40"/>
                </a:cubicBezTo>
                <a:cubicBezTo>
                  <a:pt x="33" y="39"/>
                  <a:pt x="33" y="39"/>
                  <a:pt x="34" y="39"/>
                </a:cubicBezTo>
                <a:cubicBezTo>
                  <a:pt x="51" y="39"/>
                  <a:pt x="51" y="39"/>
                  <a:pt x="51" y="39"/>
                </a:cubicBezTo>
                <a:cubicBezTo>
                  <a:pt x="52" y="39"/>
                  <a:pt x="52" y="39"/>
                  <a:pt x="52" y="40"/>
                </a:cubicBezTo>
                <a:lnTo>
                  <a:pt x="52" y="47"/>
                </a:lnTo>
                <a:close/>
                <a:moveTo>
                  <a:pt x="45" y="67"/>
                </a:moveTo>
                <a:cubicBezTo>
                  <a:pt x="45" y="67"/>
                  <a:pt x="44" y="68"/>
                  <a:pt x="44" y="68"/>
                </a:cubicBezTo>
                <a:cubicBezTo>
                  <a:pt x="34" y="68"/>
                  <a:pt x="34" y="68"/>
                  <a:pt x="34" y="68"/>
                </a:cubicBezTo>
                <a:cubicBezTo>
                  <a:pt x="33" y="68"/>
                  <a:pt x="33" y="67"/>
                  <a:pt x="33" y="67"/>
                </a:cubicBezTo>
                <a:cubicBezTo>
                  <a:pt x="33" y="59"/>
                  <a:pt x="33" y="59"/>
                  <a:pt x="33" y="59"/>
                </a:cubicBezTo>
                <a:cubicBezTo>
                  <a:pt x="33" y="59"/>
                  <a:pt x="33" y="58"/>
                  <a:pt x="34" y="58"/>
                </a:cubicBezTo>
                <a:cubicBezTo>
                  <a:pt x="44" y="58"/>
                  <a:pt x="44" y="58"/>
                  <a:pt x="44" y="58"/>
                </a:cubicBezTo>
                <a:cubicBezTo>
                  <a:pt x="44" y="58"/>
                  <a:pt x="45" y="59"/>
                  <a:pt x="45" y="59"/>
                </a:cubicBezTo>
                <a:lnTo>
                  <a:pt x="45" y="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66" name="Freeform 113"/>
          <p:cNvSpPr/>
          <p:nvPr/>
        </p:nvSpPr>
        <p:spPr>
          <a:xfrm>
            <a:off x="6429240" y="2068560"/>
            <a:ext cx="189000" cy="233280"/>
          </a:xfrm>
          <a:custGeom>
            <a:avLst/>
            <a:gdLst/>
            <a:ahLst/>
            <a:rect l="l" t="t" r="r" b="b"/>
            <a:pathLst>
              <a:path w="55" h="68">
                <a:moveTo>
                  <a:pt x="26" y="55"/>
                </a:moveTo>
                <a:cubicBezTo>
                  <a:pt x="14" y="67"/>
                  <a:pt x="14" y="67"/>
                  <a:pt x="14" y="67"/>
                </a:cubicBezTo>
                <a:cubicBezTo>
                  <a:pt x="14" y="68"/>
                  <a:pt x="14" y="68"/>
                  <a:pt x="13" y="68"/>
                </a:cubicBezTo>
                <a:cubicBezTo>
                  <a:pt x="13" y="68"/>
                  <a:pt x="13" y="68"/>
                  <a:pt x="12" y="67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4"/>
                  <a:pt x="0" y="54"/>
                </a:cubicBezTo>
                <a:cubicBezTo>
                  <a:pt x="0" y="53"/>
                  <a:pt x="1" y="53"/>
                  <a:pt x="1" y="53"/>
                </a:cubicBezTo>
                <a:cubicBezTo>
                  <a:pt x="8" y="53"/>
                  <a:pt x="8" y="53"/>
                  <a:pt x="8" y="53"/>
                </a:cubicBezTo>
                <a:cubicBezTo>
                  <a:pt x="8" y="1"/>
                  <a:pt x="8" y="1"/>
                  <a:pt x="8" y="1"/>
                </a:cubicBezTo>
                <a:cubicBezTo>
                  <a:pt x="8" y="0"/>
                  <a:pt x="9" y="0"/>
                  <a:pt x="10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8" y="0"/>
                  <a:pt x="18" y="0"/>
                  <a:pt x="18" y="1"/>
                </a:cubicBezTo>
                <a:cubicBezTo>
                  <a:pt x="18" y="53"/>
                  <a:pt x="18" y="53"/>
                  <a:pt x="18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6" y="53"/>
                  <a:pt x="27" y="54"/>
                  <a:pt x="27" y="54"/>
                </a:cubicBezTo>
                <a:cubicBezTo>
                  <a:pt x="27" y="55"/>
                  <a:pt x="27" y="55"/>
                  <a:pt x="26" y="55"/>
                </a:cubicBezTo>
                <a:close/>
                <a:moveTo>
                  <a:pt x="42" y="68"/>
                </a:moveTo>
                <a:cubicBezTo>
                  <a:pt x="40" y="68"/>
                  <a:pt x="39" y="67"/>
                  <a:pt x="38" y="67"/>
                </a:cubicBezTo>
                <a:cubicBezTo>
                  <a:pt x="37" y="67"/>
                  <a:pt x="37" y="67"/>
                  <a:pt x="36" y="67"/>
                </a:cubicBezTo>
                <a:cubicBezTo>
                  <a:pt x="38" y="62"/>
                  <a:pt x="38" y="62"/>
                  <a:pt x="38" y="62"/>
                </a:cubicBezTo>
                <a:cubicBezTo>
                  <a:pt x="38" y="62"/>
                  <a:pt x="39" y="63"/>
                  <a:pt x="39" y="63"/>
                </a:cubicBezTo>
                <a:cubicBezTo>
                  <a:pt x="40" y="63"/>
                  <a:pt x="41" y="63"/>
                  <a:pt x="42" y="63"/>
                </a:cubicBezTo>
                <a:cubicBezTo>
                  <a:pt x="46" y="63"/>
                  <a:pt x="49" y="59"/>
                  <a:pt x="49" y="55"/>
                </a:cubicBezTo>
                <a:cubicBezTo>
                  <a:pt x="49" y="55"/>
                  <a:pt x="49" y="55"/>
                  <a:pt x="49" y="55"/>
                </a:cubicBezTo>
                <a:cubicBezTo>
                  <a:pt x="48" y="57"/>
                  <a:pt x="46" y="57"/>
                  <a:pt x="44" y="57"/>
                </a:cubicBezTo>
                <a:cubicBezTo>
                  <a:pt x="38" y="57"/>
                  <a:pt x="35" y="53"/>
                  <a:pt x="35" y="48"/>
                </a:cubicBezTo>
                <a:cubicBezTo>
                  <a:pt x="35" y="43"/>
                  <a:pt x="39" y="39"/>
                  <a:pt x="44" y="39"/>
                </a:cubicBezTo>
                <a:cubicBezTo>
                  <a:pt x="50" y="39"/>
                  <a:pt x="55" y="43"/>
                  <a:pt x="55" y="52"/>
                </a:cubicBezTo>
                <a:cubicBezTo>
                  <a:pt x="55" y="59"/>
                  <a:pt x="51" y="68"/>
                  <a:pt x="42" y="68"/>
                </a:cubicBezTo>
                <a:close/>
                <a:moveTo>
                  <a:pt x="54" y="29"/>
                </a:moveTo>
                <a:cubicBezTo>
                  <a:pt x="36" y="29"/>
                  <a:pt x="36" y="29"/>
                  <a:pt x="36" y="29"/>
                </a:cubicBezTo>
                <a:cubicBezTo>
                  <a:pt x="36" y="25"/>
                  <a:pt x="36" y="25"/>
                  <a:pt x="36" y="25"/>
                </a:cubicBezTo>
                <a:cubicBezTo>
                  <a:pt x="43" y="25"/>
                  <a:pt x="43" y="25"/>
                  <a:pt x="43" y="25"/>
                </a:cubicBezTo>
                <a:cubicBezTo>
                  <a:pt x="43" y="8"/>
                  <a:pt x="43" y="8"/>
                  <a:pt x="43" y="8"/>
                </a:cubicBezTo>
                <a:cubicBezTo>
                  <a:pt x="43" y="8"/>
                  <a:pt x="43" y="7"/>
                  <a:pt x="43" y="7"/>
                </a:cubicBezTo>
                <a:cubicBezTo>
                  <a:pt x="43" y="6"/>
                  <a:pt x="43" y="6"/>
                  <a:pt x="43" y="6"/>
                </a:cubicBezTo>
                <a:cubicBezTo>
                  <a:pt x="43" y="6"/>
                  <a:pt x="43" y="6"/>
                  <a:pt x="43" y="6"/>
                </a:cubicBezTo>
                <a:cubicBezTo>
                  <a:pt x="42" y="7"/>
                  <a:pt x="42" y="7"/>
                  <a:pt x="42" y="7"/>
                </a:cubicBezTo>
                <a:cubicBezTo>
                  <a:pt x="42" y="7"/>
                  <a:pt x="42" y="7"/>
                  <a:pt x="41" y="8"/>
                </a:cubicBezTo>
                <a:cubicBezTo>
                  <a:pt x="39" y="10"/>
                  <a:pt x="39" y="10"/>
                  <a:pt x="39" y="10"/>
                </a:cubicBezTo>
                <a:cubicBezTo>
                  <a:pt x="36" y="7"/>
                  <a:pt x="36" y="7"/>
                  <a:pt x="36" y="7"/>
                </a:cubicBezTo>
                <a:cubicBezTo>
                  <a:pt x="43" y="0"/>
                  <a:pt x="43" y="0"/>
                  <a:pt x="43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48" y="25"/>
                  <a:pt x="48" y="25"/>
                  <a:pt x="48" y="25"/>
                </a:cubicBezTo>
                <a:cubicBezTo>
                  <a:pt x="54" y="25"/>
                  <a:pt x="54" y="25"/>
                  <a:pt x="54" y="25"/>
                </a:cubicBezTo>
                <a:lnTo>
                  <a:pt x="54" y="29"/>
                </a:lnTo>
                <a:close/>
                <a:moveTo>
                  <a:pt x="44" y="43"/>
                </a:moveTo>
                <a:cubicBezTo>
                  <a:pt x="42" y="43"/>
                  <a:pt x="40" y="45"/>
                  <a:pt x="40" y="48"/>
                </a:cubicBezTo>
                <a:cubicBezTo>
                  <a:pt x="40" y="51"/>
                  <a:pt x="42" y="53"/>
                  <a:pt x="45" y="53"/>
                </a:cubicBezTo>
                <a:cubicBezTo>
                  <a:pt x="48" y="53"/>
                  <a:pt x="50" y="52"/>
                  <a:pt x="50" y="50"/>
                </a:cubicBezTo>
                <a:cubicBezTo>
                  <a:pt x="50" y="46"/>
                  <a:pt x="47" y="43"/>
                  <a:pt x="44" y="4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67" name="Freeform 114"/>
          <p:cNvSpPr/>
          <p:nvPr/>
        </p:nvSpPr>
        <p:spPr>
          <a:xfrm>
            <a:off x="6919920" y="2100240"/>
            <a:ext cx="281160" cy="184320"/>
          </a:xfrm>
          <a:custGeom>
            <a:avLst/>
            <a:gdLst/>
            <a:ahLst/>
            <a:rect l="l" t="t" r="r" b="b"/>
            <a:pathLst>
              <a:path w="82" h="54">
                <a:moveTo>
                  <a:pt x="13" y="36"/>
                </a:moveTo>
                <a:cubicBezTo>
                  <a:pt x="8" y="36"/>
                  <a:pt x="8" y="36"/>
                  <a:pt x="8" y="36"/>
                </a:cubicBezTo>
                <a:cubicBezTo>
                  <a:pt x="8" y="33"/>
                  <a:pt x="8" y="33"/>
                  <a:pt x="8" y="33"/>
                </a:cubicBezTo>
                <a:cubicBezTo>
                  <a:pt x="6" y="33"/>
                  <a:pt x="6" y="33"/>
                  <a:pt x="6" y="33"/>
                </a:cubicBezTo>
                <a:cubicBezTo>
                  <a:pt x="5" y="33"/>
                  <a:pt x="5" y="32"/>
                  <a:pt x="5" y="30"/>
                </a:cubicBezTo>
                <a:cubicBezTo>
                  <a:pt x="5" y="29"/>
                  <a:pt x="5" y="29"/>
                  <a:pt x="5" y="28"/>
                </a:cubicBezTo>
                <a:cubicBezTo>
                  <a:pt x="2" y="28"/>
                  <a:pt x="0" y="28"/>
                  <a:pt x="0" y="27"/>
                </a:cubicBezTo>
                <a:cubicBezTo>
                  <a:pt x="0" y="27"/>
                  <a:pt x="2" y="26"/>
                  <a:pt x="5" y="26"/>
                </a:cubicBezTo>
                <a:cubicBezTo>
                  <a:pt x="5" y="25"/>
                  <a:pt x="5" y="25"/>
                  <a:pt x="5" y="24"/>
                </a:cubicBezTo>
                <a:cubicBezTo>
                  <a:pt x="5" y="22"/>
                  <a:pt x="5" y="21"/>
                  <a:pt x="6" y="21"/>
                </a:cubicBezTo>
                <a:cubicBezTo>
                  <a:pt x="8" y="21"/>
                  <a:pt x="8" y="21"/>
                  <a:pt x="8" y="21"/>
                </a:cubicBezTo>
                <a:cubicBezTo>
                  <a:pt x="8" y="19"/>
                  <a:pt x="8" y="19"/>
                  <a:pt x="8" y="19"/>
                </a:cubicBezTo>
                <a:cubicBezTo>
                  <a:pt x="13" y="19"/>
                  <a:pt x="13" y="19"/>
                  <a:pt x="13" y="19"/>
                </a:cubicBezTo>
                <a:cubicBezTo>
                  <a:pt x="17" y="19"/>
                  <a:pt x="21" y="20"/>
                  <a:pt x="23" y="21"/>
                </a:cubicBezTo>
                <a:cubicBezTo>
                  <a:pt x="66" y="21"/>
                  <a:pt x="66" y="21"/>
                  <a:pt x="66" y="21"/>
                </a:cubicBezTo>
                <a:cubicBezTo>
                  <a:pt x="68" y="22"/>
                  <a:pt x="71" y="22"/>
                  <a:pt x="73" y="22"/>
                </a:cubicBezTo>
                <a:cubicBezTo>
                  <a:pt x="80" y="23"/>
                  <a:pt x="82" y="26"/>
                  <a:pt x="82" y="27"/>
                </a:cubicBezTo>
                <a:cubicBezTo>
                  <a:pt x="82" y="28"/>
                  <a:pt x="80" y="31"/>
                  <a:pt x="73" y="32"/>
                </a:cubicBezTo>
                <a:cubicBezTo>
                  <a:pt x="71" y="32"/>
                  <a:pt x="68" y="33"/>
                  <a:pt x="66" y="33"/>
                </a:cubicBezTo>
                <a:cubicBezTo>
                  <a:pt x="23" y="33"/>
                  <a:pt x="23" y="33"/>
                  <a:pt x="23" y="33"/>
                </a:cubicBezTo>
                <a:cubicBezTo>
                  <a:pt x="21" y="35"/>
                  <a:pt x="17" y="36"/>
                  <a:pt x="13" y="36"/>
                </a:cubicBezTo>
                <a:close/>
                <a:moveTo>
                  <a:pt x="12" y="18"/>
                </a:moveTo>
                <a:cubicBezTo>
                  <a:pt x="16" y="0"/>
                  <a:pt x="16" y="0"/>
                  <a:pt x="16" y="0"/>
                </a:cubicBezTo>
                <a:cubicBezTo>
                  <a:pt x="17" y="0"/>
                  <a:pt x="19" y="0"/>
                  <a:pt x="19" y="0"/>
                </a:cubicBezTo>
                <a:cubicBezTo>
                  <a:pt x="22" y="0"/>
                  <a:pt x="24" y="2"/>
                  <a:pt x="25" y="3"/>
                </a:cubicBezTo>
                <a:cubicBezTo>
                  <a:pt x="26" y="4"/>
                  <a:pt x="33" y="10"/>
                  <a:pt x="36" y="14"/>
                </a:cubicBezTo>
                <a:cubicBezTo>
                  <a:pt x="36" y="14"/>
                  <a:pt x="40" y="17"/>
                  <a:pt x="45" y="17"/>
                </a:cubicBezTo>
                <a:cubicBezTo>
                  <a:pt x="54" y="19"/>
                  <a:pt x="62" y="20"/>
                  <a:pt x="62" y="20"/>
                </a:cubicBezTo>
                <a:cubicBezTo>
                  <a:pt x="23" y="20"/>
                  <a:pt x="23" y="20"/>
                  <a:pt x="23" y="20"/>
                </a:cubicBezTo>
                <a:cubicBezTo>
                  <a:pt x="21" y="19"/>
                  <a:pt x="17" y="18"/>
                  <a:pt x="13" y="18"/>
                </a:cubicBezTo>
                <a:lnTo>
                  <a:pt x="12" y="18"/>
                </a:lnTo>
                <a:close/>
                <a:moveTo>
                  <a:pt x="62" y="34"/>
                </a:moveTo>
                <a:cubicBezTo>
                  <a:pt x="62" y="34"/>
                  <a:pt x="54" y="35"/>
                  <a:pt x="45" y="37"/>
                </a:cubicBezTo>
                <a:cubicBezTo>
                  <a:pt x="40" y="37"/>
                  <a:pt x="36" y="40"/>
                  <a:pt x="36" y="40"/>
                </a:cubicBezTo>
                <a:cubicBezTo>
                  <a:pt x="33" y="44"/>
                  <a:pt x="26" y="50"/>
                  <a:pt x="25" y="51"/>
                </a:cubicBezTo>
                <a:cubicBezTo>
                  <a:pt x="24" y="53"/>
                  <a:pt x="22" y="54"/>
                  <a:pt x="19" y="54"/>
                </a:cubicBezTo>
                <a:cubicBezTo>
                  <a:pt x="19" y="54"/>
                  <a:pt x="17" y="54"/>
                  <a:pt x="16" y="54"/>
                </a:cubicBezTo>
                <a:cubicBezTo>
                  <a:pt x="12" y="36"/>
                  <a:pt x="12" y="36"/>
                  <a:pt x="12" y="36"/>
                </a:cubicBezTo>
                <a:cubicBezTo>
                  <a:pt x="13" y="36"/>
                  <a:pt x="13" y="36"/>
                  <a:pt x="13" y="36"/>
                </a:cubicBezTo>
                <a:cubicBezTo>
                  <a:pt x="17" y="36"/>
                  <a:pt x="21" y="35"/>
                  <a:pt x="23" y="34"/>
                </a:cubicBezTo>
                <a:lnTo>
                  <a:pt x="62" y="34"/>
                </a:lnTo>
                <a:close/>
                <a:moveTo>
                  <a:pt x="68" y="27"/>
                </a:moveTo>
                <a:cubicBezTo>
                  <a:pt x="68" y="29"/>
                  <a:pt x="67" y="30"/>
                  <a:pt x="66" y="31"/>
                </a:cubicBezTo>
                <a:cubicBezTo>
                  <a:pt x="69" y="32"/>
                  <a:pt x="69" y="32"/>
                  <a:pt x="69" y="32"/>
                </a:cubicBezTo>
                <a:cubicBezTo>
                  <a:pt x="70" y="31"/>
                  <a:pt x="71" y="29"/>
                  <a:pt x="71" y="27"/>
                </a:cubicBezTo>
                <a:cubicBezTo>
                  <a:pt x="71" y="25"/>
                  <a:pt x="70" y="24"/>
                  <a:pt x="69" y="23"/>
                </a:cubicBezTo>
                <a:cubicBezTo>
                  <a:pt x="66" y="24"/>
                  <a:pt x="66" y="24"/>
                  <a:pt x="66" y="24"/>
                </a:cubicBezTo>
                <a:cubicBezTo>
                  <a:pt x="67" y="24"/>
                  <a:pt x="68" y="26"/>
                  <a:pt x="68" y="2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68" name="Freeform 115"/>
          <p:cNvSpPr/>
          <p:nvPr/>
        </p:nvSpPr>
        <p:spPr>
          <a:xfrm>
            <a:off x="7413480" y="2085840"/>
            <a:ext cx="203400" cy="198720"/>
          </a:xfrm>
          <a:custGeom>
            <a:avLst/>
            <a:gdLst/>
            <a:ahLst/>
            <a:rect l="l" t="t" r="r" b="b"/>
            <a:pathLst>
              <a:path w="59" h="58">
                <a:moveTo>
                  <a:pt x="59" y="47"/>
                </a:moveTo>
                <a:cubicBezTo>
                  <a:pt x="59" y="53"/>
                  <a:pt x="54" y="58"/>
                  <a:pt x="48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54" y="0"/>
                  <a:pt x="59" y="4"/>
                  <a:pt x="59" y="10"/>
                </a:cubicBezTo>
                <a:lnTo>
                  <a:pt x="59" y="4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69" name="Freeform 116"/>
          <p:cNvSpPr/>
          <p:nvPr/>
        </p:nvSpPr>
        <p:spPr>
          <a:xfrm>
            <a:off x="7908840" y="2071800"/>
            <a:ext cx="219240" cy="206280"/>
          </a:xfrm>
          <a:custGeom>
            <a:avLst/>
            <a:gdLst/>
            <a:ahLst/>
            <a:rect l="l" t="t" r="r" b="b"/>
            <a:pathLst>
              <a:path w="64" h="60">
                <a:moveTo>
                  <a:pt x="63" y="25"/>
                </a:moveTo>
                <a:cubicBezTo>
                  <a:pt x="49" y="39"/>
                  <a:pt x="49" y="39"/>
                  <a:pt x="49" y="39"/>
                </a:cubicBezTo>
                <a:cubicBezTo>
                  <a:pt x="52" y="57"/>
                  <a:pt x="52" y="57"/>
                  <a:pt x="52" y="57"/>
                </a:cubicBezTo>
                <a:cubicBezTo>
                  <a:pt x="52" y="58"/>
                  <a:pt x="52" y="58"/>
                  <a:pt x="52" y="58"/>
                </a:cubicBezTo>
                <a:cubicBezTo>
                  <a:pt x="52" y="59"/>
                  <a:pt x="52" y="60"/>
                  <a:pt x="51" y="60"/>
                </a:cubicBezTo>
                <a:cubicBezTo>
                  <a:pt x="50" y="60"/>
                  <a:pt x="50" y="60"/>
                  <a:pt x="49" y="60"/>
                </a:cubicBezTo>
                <a:cubicBezTo>
                  <a:pt x="32" y="51"/>
                  <a:pt x="32" y="51"/>
                  <a:pt x="32" y="51"/>
                </a:cubicBezTo>
                <a:cubicBezTo>
                  <a:pt x="15" y="60"/>
                  <a:pt x="15" y="60"/>
                  <a:pt x="15" y="60"/>
                </a:cubicBezTo>
                <a:cubicBezTo>
                  <a:pt x="14" y="60"/>
                  <a:pt x="14" y="60"/>
                  <a:pt x="13" y="60"/>
                </a:cubicBezTo>
                <a:cubicBezTo>
                  <a:pt x="12" y="60"/>
                  <a:pt x="12" y="59"/>
                  <a:pt x="12" y="58"/>
                </a:cubicBezTo>
                <a:cubicBezTo>
                  <a:pt x="12" y="58"/>
                  <a:pt x="12" y="58"/>
                  <a:pt x="12" y="57"/>
                </a:cubicBezTo>
                <a:cubicBezTo>
                  <a:pt x="15" y="39"/>
                  <a:pt x="15" y="39"/>
                  <a:pt x="15" y="39"/>
                </a:cubicBezTo>
                <a:cubicBezTo>
                  <a:pt x="1" y="25"/>
                  <a:pt x="1" y="25"/>
                  <a:pt x="1" y="25"/>
                </a:cubicBezTo>
                <a:cubicBezTo>
                  <a:pt x="1" y="25"/>
                  <a:pt x="0" y="24"/>
                  <a:pt x="0" y="23"/>
                </a:cubicBezTo>
                <a:cubicBezTo>
                  <a:pt x="0" y="22"/>
                  <a:pt x="2" y="22"/>
                  <a:pt x="3" y="22"/>
                </a:cubicBezTo>
                <a:cubicBezTo>
                  <a:pt x="22" y="19"/>
                  <a:pt x="22" y="19"/>
                  <a:pt x="22" y="19"/>
                </a:cubicBezTo>
                <a:cubicBezTo>
                  <a:pt x="30" y="1"/>
                  <a:pt x="30" y="1"/>
                  <a:pt x="30" y="1"/>
                </a:cubicBezTo>
                <a:cubicBezTo>
                  <a:pt x="31" y="1"/>
                  <a:pt x="31" y="0"/>
                  <a:pt x="32" y="0"/>
                </a:cubicBezTo>
                <a:cubicBezTo>
                  <a:pt x="33" y="0"/>
                  <a:pt x="34" y="1"/>
                  <a:pt x="34" y="1"/>
                </a:cubicBezTo>
                <a:cubicBezTo>
                  <a:pt x="42" y="19"/>
                  <a:pt x="42" y="19"/>
                  <a:pt x="42" y="19"/>
                </a:cubicBezTo>
                <a:cubicBezTo>
                  <a:pt x="61" y="22"/>
                  <a:pt x="61" y="22"/>
                  <a:pt x="61" y="22"/>
                </a:cubicBezTo>
                <a:cubicBezTo>
                  <a:pt x="62" y="22"/>
                  <a:pt x="64" y="22"/>
                  <a:pt x="64" y="23"/>
                </a:cubicBezTo>
                <a:cubicBezTo>
                  <a:pt x="64" y="24"/>
                  <a:pt x="63" y="25"/>
                  <a:pt x="63" y="2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70" name="Freeform 117"/>
          <p:cNvSpPr/>
          <p:nvPr/>
        </p:nvSpPr>
        <p:spPr>
          <a:xfrm>
            <a:off x="8399520" y="2071800"/>
            <a:ext cx="222120" cy="206280"/>
          </a:xfrm>
          <a:custGeom>
            <a:avLst/>
            <a:gdLst/>
            <a:ahLst/>
            <a:rect l="l" t="t" r="r" b="b"/>
            <a:pathLst>
              <a:path w="65" h="60">
                <a:moveTo>
                  <a:pt x="49" y="39"/>
                </a:moveTo>
                <a:cubicBezTo>
                  <a:pt x="52" y="57"/>
                  <a:pt x="52" y="57"/>
                  <a:pt x="52" y="57"/>
                </a:cubicBezTo>
                <a:cubicBezTo>
                  <a:pt x="53" y="59"/>
                  <a:pt x="52" y="60"/>
                  <a:pt x="51" y="60"/>
                </a:cubicBezTo>
                <a:cubicBezTo>
                  <a:pt x="50" y="60"/>
                  <a:pt x="50" y="60"/>
                  <a:pt x="49" y="60"/>
                </a:cubicBezTo>
                <a:cubicBezTo>
                  <a:pt x="32" y="51"/>
                  <a:pt x="32" y="51"/>
                  <a:pt x="32" y="51"/>
                </a:cubicBezTo>
                <a:cubicBezTo>
                  <a:pt x="15" y="60"/>
                  <a:pt x="15" y="60"/>
                  <a:pt x="15" y="60"/>
                </a:cubicBezTo>
                <a:cubicBezTo>
                  <a:pt x="15" y="60"/>
                  <a:pt x="14" y="60"/>
                  <a:pt x="14" y="60"/>
                </a:cubicBezTo>
                <a:cubicBezTo>
                  <a:pt x="13" y="60"/>
                  <a:pt x="12" y="59"/>
                  <a:pt x="12" y="57"/>
                </a:cubicBezTo>
                <a:cubicBezTo>
                  <a:pt x="16" y="39"/>
                  <a:pt x="16" y="39"/>
                  <a:pt x="16" y="39"/>
                </a:cubicBezTo>
                <a:cubicBezTo>
                  <a:pt x="2" y="25"/>
                  <a:pt x="2" y="25"/>
                  <a:pt x="2" y="25"/>
                </a:cubicBezTo>
                <a:cubicBezTo>
                  <a:pt x="0" y="23"/>
                  <a:pt x="1" y="22"/>
                  <a:pt x="3" y="22"/>
                </a:cubicBezTo>
                <a:cubicBezTo>
                  <a:pt x="22" y="19"/>
                  <a:pt x="22" y="19"/>
                  <a:pt x="22" y="19"/>
                </a:cubicBezTo>
                <a:cubicBezTo>
                  <a:pt x="30" y="1"/>
                  <a:pt x="30" y="1"/>
                  <a:pt x="30" y="1"/>
                </a:cubicBezTo>
                <a:cubicBezTo>
                  <a:pt x="31" y="0"/>
                  <a:pt x="32" y="0"/>
                  <a:pt x="32" y="0"/>
                </a:cubicBezTo>
                <a:cubicBezTo>
                  <a:pt x="33" y="0"/>
                  <a:pt x="34" y="0"/>
                  <a:pt x="34" y="1"/>
                </a:cubicBezTo>
                <a:cubicBezTo>
                  <a:pt x="43" y="19"/>
                  <a:pt x="43" y="19"/>
                  <a:pt x="43" y="19"/>
                </a:cubicBezTo>
                <a:cubicBezTo>
                  <a:pt x="62" y="22"/>
                  <a:pt x="62" y="22"/>
                  <a:pt x="62" y="22"/>
                </a:cubicBezTo>
                <a:cubicBezTo>
                  <a:pt x="64" y="22"/>
                  <a:pt x="65" y="23"/>
                  <a:pt x="63" y="25"/>
                </a:cubicBezTo>
                <a:lnTo>
                  <a:pt x="49" y="39"/>
                </a:lnTo>
                <a:close/>
                <a:moveTo>
                  <a:pt x="56" y="26"/>
                </a:moveTo>
                <a:cubicBezTo>
                  <a:pt x="42" y="24"/>
                  <a:pt x="42" y="24"/>
                  <a:pt x="42" y="24"/>
                </a:cubicBezTo>
                <a:cubicBezTo>
                  <a:pt x="40" y="23"/>
                  <a:pt x="40" y="23"/>
                  <a:pt x="40" y="23"/>
                </a:cubicBezTo>
                <a:cubicBezTo>
                  <a:pt x="38" y="21"/>
                  <a:pt x="38" y="21"/>
                  <a:pt x="38" y="21"/>
                </a:cubicBezTo>
                <a:cubicBezTo>
                  <a:pt x="32" y="9"/>
                  <a:pt x="32" y="9"/>
                  <a:pt x="32" y="9"/>
                </a:cubicBezTo>
                <a:cubicBezTo>
                  <a:pt x="32" y="45"/>
                  <a:pt x="32" y="45"/>
                  <a:pt x="32" y="45"/>
                </a:cubicBezTo>
                <a:cubicBezTo>
                  <a:pt x="35" y="46"/>
                  <a:pt x="35" y="46"/>
                  <a:pt x="35" y="46"/>
                </a:cubicBezTo>
                <a:cubicBezTo>
                  <a:pt x="47" y="53"/>
                  <a:pt x="47" y="53"/>
                  <a:pt x="47" y="53"/>
                </a:cubicBezTo>
                <a:cubicBezTo>
                  <a:pt x="44" y="39"/>
                  <a:pt x="44" y="39"/>
                  <a:pt x="44" y="39"/>
                </a:cubicBezTo>
                <a:cubicBezTo>
                  <a:pt x="44" y="37"/>
                  <a:pt x="44" y="37"/>
                  <a:pt x="44" y="37"/>
                </a:cubicBezTo>
                <a:cubicBezTo>
                  <a:pt x="46" y="35"/>
                  <a:pt x="46" y="35"/>
                  <a:pt x="46" y="35"/>
                </a:cubicBezTo>
                <a:lnTo>
                  <a:pt x="56" y="2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71" name="Freeform 118"/>
          <p:cNvSpPr/>
          <p:nvPr/>
        </p:nvSpPr>
        <p:spPr>
          <a:xfrm>
            <a:off x="8844120" y="2082960"/>
            <a:ext cx="134640" cy="201600"/>
          </a:xfrm>
          <a:custGeom>
            <a:avLst/>
            <a:gdLst/>
            <a:ahLst/>
            <a:rect l="l" t="t" r="r" b="b"/>
            <a:pathLst>
              <a:path w="39" h="59">
                <a:moveTo>
                  <a:pt x="39" y="2"/>
                </a:moveTo>
                <a:cubicBezTo>
                  <a:pt x="39" y="58"/>
                  <a:pt x="39" y="58"/>
                  <a:pt x="39" y="58"/>
                </a:cubicBezTo>
                <a:cubicBezTo>
                  <a:pt x="39" y="59"/>
                  <a:pt x="39" y="59"/>
                  <a:pt x="38" y="58"/>
                </a:cubicBezTo>
                <a:cubicBezTo>
                  <a:pt x="11" y="31"/>
                  <a:pt x="11" y="31"/>
                  <a:pt x="11" y="31"/>
                </a:cubicBezTo>
                <a:cubicBezTo>
                  <a:pt x="10" y="31"/>
                  <a:pt x="10" y="31"/>
                  <a:pt x="10" y="31"/>
                </a:cubicBezTo>
                <a:cubicBezTo>
                  <a:pt x="10" y="56"/>
                  <a:pt x="10" y="56"/>
                  <a:pt x="10" y="56"/>
                </a:cubicBezTo>
                <a:cubicBezTo>
                  <a:pt x="10" y="58"/>
                  <a:pt x="9" y="59"/>
                  <a:pt x="8" y="59"/>
                </a:cubicBezTo>
                <a:cubicBezTo>
                  <a:pt x="3" y="59"/>
                  <a:pt x="3" y="59"/>
                  <a:pt x="3" y="59"/>
                </a:cubicBezTo>
                <a:cubicBezTo>
                  <a:pt x="2" y="59"/>
                  <a:pt x="0" y="58"/>
                  <a:pt x="0" y="56"/>
                </a:cubicBezTo>
                <a:cubicBezTo>
                  <a:pt x="0" y="3"/>
                  <a:pt x="0" y="3"/>
                  <a:pt x="0" y="3"/>
                </a:cubicBezTo>
                <a:cubicBezTo>
                  <a:pt x="0" y="2"/>
                  <a:pt x="2" y="1"/>
                  <a:pt x="3" y="1"/>
                </a:cubicBezTo>
                <a:cubicBezTo>
                  <a:pt x="8" y="1"/>
                  <a:pt x="8" y="1"/>
                  <a:pt x="8" y="1"/>
                </a:cubicBezTo>
                <a:cubicBezTo>
                  <a:pt x="9" y="1"/>
                  <a:pt x="10" y="2"/>
                  <a:pt x="10" y="3"/>
                </a:cubicBezTo>
                <a:cubicBezTo>
                  <a:pt x="10" y="29"/>
                  <a:pt x="10" y="29"/>
                  <a:pt x="10" y="29"/>
                </a:cubicBezTo>
                <a:cubicBezTo>
                  <a:pt x="10" y="28"/>
                  <a:pt x="10" y="28"/>
                  <a:pt x="11" y="28"/>
                </a:cubicBezTo>
                <a:cubicBezTo>
                  <a:pt x="38" y="1"/>
                  <a:pt x="38" y="1"/>
                  <a:pt x="38" y="1"/>
                </a:cubicBezTo>
                <a:cubicBezTo>
                  <a:pt x="39" y="0"/>
                  <a:pt x="39" y="0"/>
                  <a:pt x="39" y="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72" name="Freeform 119"/>
          <p:cNvSpPr/>
          <p:nvPr/>
        </p:nvSpPr>
        <p:spPr>
          <a:xfrm>
            <a:off x="71280" y="2470320"/>
            <a:ext cx="233640" cy="199800"/>
          </a:xfrm>
          <a:custGeom>
            <a:avLst/>
            <a:gdLst/>
            <a:ahLst/>
            <a:rect l="l" t="t" r="r" b="b"/>
            <a:pathLst>
              <a:path w="68" h="58">
                <a:moveTo>
                  <a:pt x="68" y="30"/>
                </a:moveTo>
                <a:cubicBezTo>
                  <a:pt x="68" y="32"/>
                  <a:pt x="68" y="32"/>
                  <a:pt x="68" y="32"/>
                </a:cubicBezTo>
                <a:cubicBezTo>
                  <a:pt x="68" y="33"/>
                  <a:pt x="67" y="34"/>
                  <a:pt x="67" y="34"/>
                </a:cubicBezTo>
                <a:cubicBezTo>
                  <a:pt x="1" y="34"/>
                  <a:pt x="1" y="34"/>
                  <a:pt x="1" y="34"/>
                </a:cubicBezTo>
                <a:cubicBezTo>
                  <a:pt x="0" y="34"/>
                  <a:pt x="0" y="33"/>
                  <a:pt x="0" y="32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29"/>
                  <a:pt x="0" y="29"/>
                  <a:pt x="1" y="29"/>
                </a:cubicBezTo>
                <a:cubicBezTo>
                  <a:pt x="67" y="29"/>
                  <a:pt x="67" y="29"/>
                  <a:pt x="67" y="29"/>
                </a:cubicBezTo>
                <a:cubicBezTo>
                  <a:pt x="67" y="29"/>
                  <a:pt x="68" y="29"/>
                  <a:pt x="68" y="30"/>
                </a:cubicBezTo>
                <a:close/>
                <a:moveTo>
                  <a:pt x="16" y="23"/>
                </a:moveTo>
                <a:cubicBezTo>
                  <a:pt x="15" y="21"/>
                  <a:pt x="14" y="18"/>
                  <a:pt x="14" y="16"/>
                </a:cubicBezTo>
                <a:cubicBezTo>
                  <a:pt x="14" y="11"/>
                  <a:pt x="16" y="8"/>
                  <a:pt x="19" y="4"/>
                </a:cubicBezTo>
                <a:cubicBezTo>
                  <a:pt x="23" y="1"/>
                  <a:pt x="28" y="0"/>
                  <a:pt x="34" y="0"/>
                </a:cubicBezTo>
                <a:cubicBezTo>
                  <a:pt x="36" y="0"/>
                  <a:pt x="38" y="0"/>
                  <a:pt x="41" y="0"/>
                </a:cubicBezTo>
                <a:cubicBezTo>
                  <a:pt x="42" y="1"/>
                  <a:pt x="45" y="1"/>
                  <a:pt x="47" y="2"/>
                </a:cubicBezTo>
                <a:cubicBezTo>
                  <a:pt x="48" y="3"/>
                  <a:pt x="48" y="5"/>
                  <a:pt x="48" y="7"/>
                </a:cubicBezTo>
                <a:cubicBezTo>
                  <a:pt x="49" y="10"/>
                  <a:pt x="49" y="12"/>
                  <a:pt x="49" y="14"/>
                </a:cubicBezTo>
                <a:cubicBezTo>
                  <a:pt x="49" y="14"/>
                  <a:pt x="49" y="15"/>
                  <a:pt x="49" y="15"/>
                </a:cubicBezTo>
                <a:cubicBezTo>
                  <a:pt x="48" y="15"/>
                  <a:pt x="48" y="15"/>
                  <a:pt x="48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4" y="15"/>
                  <a:pt x="44" y="15"/>
                  <a:pt x="44" y="15"/>
                </a:cubicBezTo>
                <a:cubicBezTo>
                  <a:pt x="43" y="11"/>
                  <a:pt x="42" y="9"/>
                  <a:pt x="40" y="7"/>
                </a:cubicBezTo>
                <a:cubicBezTo>
                  <a:pt x="38" y="5"/>
                  <a:pt x="36" y="4"/>
                  <a:pt x="32" y="4"/>
                </a:cubicBezTo>
                <a:cubicBezTo>
                  <a:pt x="30" y="4"/>
                  <a:pt x="27" y="5"/>
                  <a:pt x="26" y="6"/>
                </a:cubicBezTo>
                <a:cubicBezTo>
                  <a:pt x="24" y="8"/>
                  <a:pt x="23" y="9"/>
                  <a:pt x="23" y="12"/>
                </a:cubicBezTo>
                <a:cubicBezTo>
                  <a:pt x="23" y="13"/>
                  <a:pt x="24" y="15"/>
                  <a:pt x="26" y="17"/>
                </a:cubicBezTo>
                <a:cubicBezTo>
                  <a:pt x="27" y="19"/>
                  <a:pt x="31" y="20"/>
                  <a:pt x="36" y="22"/>
                </a:cubicBezTo>
                <a:cubicBezTo>
                  <a:pt x="38" y="22"/>
                  <a:pt x="40" y="23"/>
                  <a:pt x="43" y="24"/>
                </a:cubicBezTo>
                <a:cubicBezTo>
                  <a:pt x="44" y="25"/>
                  <a:pt x="45" y="26"/>
                  <a:pt x="46" y="26"/>
                </a:cubicBezTo>
                <a:cubicBezTo>
                  <a:pt x="18" y="26"/>
                  <a:pt x="18" y="26"/>
                  <a:pt x="18" y="26"/>
                </a:cubicBezTo>
                <a:cubicBezTo>
                  <a:pt x="17" y="25"/>
                  <a:pt x="17" y="24"/>
                  <a:pt x="16" y="23"/>
                </a:cubicBezTo>
                <a:close/>
                <a:moveTo>
                  <a:pt x="53" y="36"/>
                </a:moveTo>
                <a:cubicBezTo>
                  <a:pt x="53" y="37"/>
                  <a:pt x="53" y="38"/>
                  <a:pt x="53" y="39"/>
                </a:cubicBezTo>
                <a:cubicBezTo>
                  <a:pt x="53" y="42"/>
                  <a:pt x="53" y="45"/>
                  <a:pt x="52" y="48"/>
                </a:cubicBezTo>
                <a:cubicBezTo>
                  <a:pt x="51" y="49"/>
                  <a:pt x="50" y="50"/>
                  <a:pt x="49" y="51"/>
                </a:cubicBezTo>
                <a:cubicBezTo>
                  <a:pt x="48" y="52"/>
                  <a:pt x="47" y="53"/>
                  <a:pt x="45" y="55"/>
                </a:cubicBezTo>
                <a:cubicBezTo>
                  <a:pt x="43" y="56"/>
                  <a:pt x="41" y="57"/>
                  <a:pt x="39" y="57"/>
                </a:cubicBezTo>
                <a:cubicBezTo>
                  <a:pt x="37" y="58"/>
                  <a:pt x="34" y="58"/>
                  <a:pt x="31" y="58"/>
                </a:cubicBezTo>
                <a:cubicBezTo>
                  <a:pt x="29" y="58"/>
                  <a:pt x="27" y="58"/>
                  <a:pt x="24" y="57"/>
                </a:cubicBezTo>
                <a:cubicBezTo>
                  <a:pt x="19" y="55"/>
                  <a:pt x="19" y="55"/>
                  <a:pt x="19" y="55"/>
                </a:cubicBezTo>
                <a:cubicBezTo>
                  <a:pt x="17" y="55"/>
                  <a:pt x="16" y="55"/>
                  <a:pt x="16" y="54"/>
                </a:cubicBezTo>
                <a:cubicBezTo>
                  <a:pt x="16" y="54"/>
                  <a:pt x="16" y="54"/>
                  <a:pt x="16" y="54"/>
                </a:cubicBezTo>
                <a:cubicBezTo>
                  <a:pt x="16" y="53"/>
                  <a:pt x="16" y="53"/>
                  <a:pt x="16" y="53"/>
                </a:cubicBezTo>
                <a:cubicBezTo>
                  <a:pt x="16" y="53"/>
                  <a:pt x="16" y="51"/>
                  <a:pt x="15" y="47"/>
                </a:cubicBezTo>
                <a:cubicBezTo>
                  <a:pt x="15" y="45"/>
                  <a:pt x="16" y="44"/>
                  <a:pt x="16" y="43"/>
                </a:cubicBezTo>
                <a:cubicBezTo>
                  <a:pt x="16" y="41"/>
                  <a:pt x="16" y="41"/>
                  <a:pt x="16" y="41"/>
                </a:cubicBezTo>
                <a:cubicBezTo>
                  <a:pt x="19" y="41"/>
                  <a:pt x="19" y="41"/>
                  <a:pt x="19" y="41"/>
                </a:cubicBezTo>
                <a:cubicBezTo>
                  <a:pt x="21" y="45"/>
                  <a:pt x="21" y="47"/>
                  <a:pt x="22" y="47"/>
                </a:cubicBezTo>
                <a:cubicBezTo>
                  <a:pt x="23" y="49"/>
                  <a:pt x="24" y="50"/>
                  <a:pt x="25" y="51"/>
                </a:cubicBezTo>
                <a:cubicBezTo>
                  <a:pt x="26" y="52"/>
                  <a:pt x="27" y="52"/>
                  <a:pt x="29" y="53"/>
                </a:cubicBezTo>
                <a:cubicBezTo>
                  <a:pt x="30" y="54"/>
                  <a:pt x="32" y="54"/>
                  <a:pt x="34" y="54"/>
                </a:cubicBezTo>
                <a:cubicBezTo>
                  <a:pt x="36" y="54"/>
                  <a:pt x="37" y="53"/>
                  <a:pt x="39" y="53"/>
                </a:cubicBezTo>
                <a:cubicBezTo>
                  <a:pt x="41" y="52"/>
                  <a:pt x="43" y="51"/>
                  <a:pt x="44" y="50"/>
                </a:cubicBezTo>
                <a:cubicBezTo>
                  <a:pt x="45" y="48"/>
                  <a:pt x="46" y="46"/>
                  <a:pt x="46" y="45"/>
                </a:cubicBezTo>
                <a:cubicBezTo>
                  <a:pt x="46" y="43"/>
                  <a:pt x="45" y="41"/>
                  <a:pt x="43" y="39"/>
                </a:cubicBezTo>
                <a:cubicBezTo>
                  <a:pt x="42" y="38"/>
                  <a:pt x="40" y="37"/>
                  <a:pt x="37" y="36"/>
                </a:cubicBezTo>
                <a:lnTo>
                  <a:pt x="53" y="3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73" name="Freeform 120"/>
          <p:cNvSpPr/>
          <p:nvPr/>
        </p:nvSpPr>
        <p:spPr>
          <a:xfrm>
            <a:off x="493560" y="2470320"/>
            <a:ext cx="233640" cy="199800"/>
          </a:xfrm>
          <a:custGeom>
            <a:avLst/>
            <a:gdLst/>
            <a:ahLst/>
            <a:rect l="l" t="t" r="r" b="b"/>
            <a:pathLst>
              <a:path w="68" h="58">
                <a:moveTo>
                  <a:pt x="11" y="58"/>
                </a:moveTo>
                <a:cubicBezTo>
                  <a:pt x="9" y="58"/>
                  <a:pt x="9" y="58"/>
                  <a:pt x="9" y="58"/>
                </a:cubicBezTo>
                <a:cubicBezTo>
                  <a:pt x="4" y="58"/>
                  <a:pt x="0" y="54"/>
                  <a:pt x="0" y="49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13"/>
                  <a:pt x="4" y="9"/>
                  <a:pt x="9" y="9"/>
                </a:cubicBezTo>
                <a:cubicBezTo>
                  <a:pt x="11" y="9"/>
                  <a:pt x="11" y="9"/>
                  <a:pt x="11" y="9"/>
                </a:cubicBezTo>
                <a:lnTo>
                  <a:pt x="11" y="58"/>
                </a:lnTo>
                <a:close/>
                <a:moveTo>
                  <a:pt x="54" y="58"/>
                </a:moveTo>
                <a:cubicBezTo>
                  <a:pt x="15" y="58"/>
                  <a:pt x="15" y="58"/>
                  <a:pt x="15" y="58"/>
                </a:cubicBezTo>
                <a:cubicBezTo>
                  <a:pt x="15" y="9"/>
                  <a:pt x="15" y="9"/>
                  <a:pt x="15" y="9"/>
                </a:cubicBezTo>
                <a:cubicBezTo>
                  <a:pt x="20" y="9"/>
                  <a:pt x="20" y="9"/>
                  <a:pt x="20" y="9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1"/>
                  <a:pt x="22" y="0"/>
                  <a:pt x="24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7" y="0"/>
                  <a:pt x="49" y="1"/>
                  <a:pt x="49" y="3"/>
                </a:cubicBezTo>
                <a:cubicBezTo>
                  <a:pt x="49" y="9"/>
                  <a:pt x="49" y="9"/>
                  <a:pt x="49" y="9"/>
                </a:cubicBezTo>
                <a:cubicBezTo>
                  <a:pt x="54" y="9"/>
                  <a:pt x="54" y="9"/>
                  <a:pt x="54" y="9"/>
                </a:cubicBezTo>
                <a:lnTo>
                  <a:pt x="54" y="58"/>
                </a:lnTo>
                <a:close/>
                <a:moveTo>
                  <a:pt x="44" y="9"/>
                </a:moveTo>
                <a:cubicBezTo>
                  <a:pt x="44" y="4"/>
                  <a:pt x="44" y="4"/>
                  <a:pt x="44" y="4"/>
                </a:cubicBezTo>
                <a:cubicBezTo>
                  <a:pt x="25" y="4"/>
                  <a:pt x="25" y="4"/>
                  <a:pt x="25" y="4"/>
                </a:cubicBezTo>
                <a:cubicBezTo>
                  <a:pt x="25" y="9"/>
                  <a:pt x="25" y="9"/>
                  <a:pt x="25" y="9"/>
                </a:cubicBezTo>
                <a:lnTo>
                  <a:pt x="44" y="9"/>
                </a:lnTo>
                <a:close/>
                <a:moveTo>
                  <a:pt x="68" y="49"/>
                </a:moveTo>
                <a:cubicBezTo>
                  <a:pt x="68" y="54"/>
                  <a:pt x="65" y="58"/>
                  <a:pt x="60" y="58"/>
                </a:cubicBezTo>
                <a:cubicBezTo>
                  <a:pt x="58" y="58"/>
                  <a:pt x="58" y="58"/>
                  <a:pt x="58" y="58"/>
                </a:cubicBezTo>
                <a:cubicBezTo>
                  <a:pt x="58" y="9"/>
                  <a:pt x="58" y="9"/>
                  <a:pt x="58" y="9"/>
                </a:cubicBezTo>
                <a:cubicBezTo>
                  <a:pt x="60" y="9"/>
                  <a:pt x="60" y="9"/>
                  <a:pt x="60" y="9"/>
                </a:cubicBezTo>
                <a:cubicBezTo>
                  <a:pt x="65" y="9"/>
                  <a:pt x="68" y="13"/>
                  <a:pt x="68" y="18"/>
                </a:cubicBezTo>
                <a:lnTo>
                  <a:pt x="68" y="4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74" name="Freeform 121"/>
          <p:cNvSpPr/>
          <p:nvPr/>
        </p:nvSpPr>
        <p:spPr>
          <a:xfrm>
            <a:off x="988920" y="2470320"/>
            <a:ext cx="219240" cy="182520"/>
          </a:xfrm>
          <a:custGeom>
            <a:avLst/>
            <a:gdLst/>
            <a:ahLst/>
            <a:rect l="l" t="t" r="r" b="b"/>
            <a:pathLst>
              <a:path w="64" h="53">
                <a:moveTo>
                  <a:pt x="64" y="47"/>
                </a:moveTo>
                <a:cubicBezTo>
                  <a:pt x="64" y="50"/>
                  <a:pt x="61" y="53"/>
                  <a:pt x="58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3" y="53"/>
                  <a:pt x="0" y="50"/>
                  <a:pt x="0" y="47"/>
                </a:cubicBezTo>
                <a:cubicBezTo>
                  <a:pt x="0" y="6"/>
                  <a:pt x="0" y="6"/>
                  <a:pt x="0" y="6"/>
                </a:cubicBezTo>
                <a:cubicBezTo>
                  <a:pt x="0" y="2"/>
                  <a:pt x="3" y="0"/>
                  <a:pt x="7" y="0"/>
                </a:cubicBezTo>
                <a:cubicBezTo>
                  <a:pt x="58" y="0"/>
                  <a:pt x="58" y="0"/>
                  <a:pt x="58" y="0"/>
                </a:cubicBezTo>
                <a:cubicBezTo>
                  <a:pt x="61" y="0"/>
                  <a:pt x="64" y="2"/>
                  <a:pt x="64" y="6"/>
                </a:cubicBezTo>
                <a:lnTo>
                  <a:pt x="64" y="47"/>
                </a:lnTo>
                <a:close/>
                <a:moveTo>
                  <a:pt x="20" y="10"/>
                </a:moveTo>
                <a:cubicBezTo>
                  <a:pt x="20" y="10"/>
                  <a:pt x="19" y="9"/>
                  <a:pt x="19" y="9"/>
                </a:cubicBezTo>
                <a:cubicBezTo>
                  <a:pt x="7" y="9"/>
                  <a:pt x="7" y="9"/>
                  <a:pt x="7" y="9"/>
                </a:cubicBezTo>
                <a:cubicBezTo>
                  <a:pt x="6" y="9"/>
                  <a:pt x="5" y="10"/>
                  <a:pt x="5" y="10"/>
                </a:cubicBezTo>
                <a:cubicBezTo>
                  <a:pt x="5" y="18"/>
                  <a:pt x="5" y="18"/>
                  <a:pt x="5" y="18"/>
                </a:cubicBezTo>
                <a:cubicBezTo>
                  <a:pt x="5" y="18"/>
                  <a:pt x="6" y="19"/>
                  <a:pt x="7" y="19"/>
                </a:cubicBezTo>
                <a:cubicBezTo>
                  <a:pt x="19" y="19"/>
                  <a:pt x="19" y="19"/>
                  <a:pt x="19" y="19"/>
                </a:cubicBezTo>
                <a:cubicBezTo>
                  <a:pt x="19" y="19"/>
                  <a:pt x="20" y="18"/>
                  <a:pt x="20" y="18"/>
                </a:cubicBezTo>
                <a:lnTo>
                  <a:pt x="20" y="10"/>
                </a:lnTo>
                <a:close/>
                <a:moveTo>
                  <a:pt x="20" y="25"/>
                </a:moveTo>
                <a:cubicBezTo>
                  <a:pt x="20" y="24"/>
                  <a:pt x="19" y="24"/>
                  <a:pt x="19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6" y="24"/>
                  <a:pt x="5" y="24"/>
                  <a:pt x="5" y="25"/>
                </a:cubicBezTo>
                <a:cubicBezTo>
                  <a:pt x="5" y="32"/>
                  <a:pt x="5" y="32"/>
                  <a:pt x="5" y="32"/>
                </a:cubicBezTo>
                <a:cubicBezTo>
                  <a:pt x="5" y="33"/>
                  <a:pt x="6" y="34"/>
                  <a:pt x="7" y="34"/>
                </a:cubicBezTo>
                <a:cubicBezTo>
                  <a:pt x="19" y="34"/>
                  <a:pt x="19" y="34"/>
                  <a:pt x="19" y="34"/>
                </a:cubicBezTo>
                <a:cubicBezTo>
                  <a:pt x="19" y="34"/>
                  <a:pt x="20" y="33"/>
                  <a:pt x="20" y="32"/>
                </a:cubicBezTo>
                <a:lnTo>
                  <a:pt x="20" y="25"/>
                </a:lnTo>
                <a:close/>
                <a:moveTo>
                  <a:pt x="20" y="40"/>
                </a:moveTo>
                <a:cubicBezTo>
                  <a:pt x="20" y="39"/>
                  <a:pt x="19" y="38"/>
                  <a:pt x="19" y="38"/>
                </a:cubicBezTo>
                <a:cubicBezTo>
                  <a:pt x="7" y="38"/>
                  <a:pt x="7" y="38"/>
                  <a:pt x="7" y="38"/>
                </a:cubicBezTo>
                <a:cubicBezTo>
                  <a:pt x="6" y="38"/>
                  <a:pt x="5" y="39"/>
                  <a:pt x="5" y="40"/>
                </a:cubicBezTo>
                <a:cubicBezTo>
                  <a:pt x="5" y="47"/>
                  <a:pt x="5" y="47"/>
                  <a:pt x="5" y="47"/>
                </a:cubicBezTo>
                <a:cubicBezTo>
                  <a:pt x="5" y="48"/>
                  <a:pt x="6" y="48"/>
                  <a:pt x="7" y="48"/>
                </a:cubicBezTo>
                <a:cubicBezTo>
                  <a:pt x="19" y="48"/>
                  <a:pt x="19" y="48"/>
                  <a:pt x="19" y="48"/>
                </a:cubicBezTo>
                <a:cubicBezTo>
                  <a:pt x="19" y="48"/>
                  <a:pt x="20" y="48"/>
                  <a:pt x="20" y="47"/>
                </a:cubicBezTo>
                <a:lnTo>
                  <a:pt x="20" y="40"/>
                </a:lnTo>
                <a:close/>
                <a:moveTo>
                  <a:pt x="39" y="10"/>
                </a:moveTo>
                <a:cubicBezTo>
                  <a:pt x="39" y="10"/>
                  <a:pt x="39" y="9"/>
                  <a:pt x="38" y="9"/>
                </a:cubicBezTo>
                <a:cubicBezTo>
                  <a:pt x="26" y="9"/>
                  <a:pt x="26" y="9"/>
                  <a:pt x="26" y="9"/>
                </a:cubicBezTo>
                <a:cubicBezTo>
                  <a:pt x="25" y="9"/>
                  <a:pt x="25" y="10"/>
                  <a:pt x="25" y="10"/>
                </a:cubicBezTo>
                <a:cubicBezTo>
                  <a:pt x="25" y="18"/>
                  <a:pt x="25" y="18"/>
                  <a:pt x="25" y="18"/>
                </a:cubicBezTo>
                <a:cubicBezTo>
                  <a:pt x="25" y="18"/>
                  <a:pt x="25" y="19"/>
                  <a:pt x="26" y="19"/>
                </a:cubicBezTo>
                <a:cubicBezTo>
                  <a:pt x="38" y="19"/>
                  <a:pt x="38" y="19"/>
                  <a:pt x="38" y="19"/>
                </a:cubicBezTo>
                <a:cubicBezTo>
                  <a:pt x="39" y="19"/>
                  <a:pt x="39" y="18"/>
                  <a:pt x="39" y="18"/>
                </a:cubicBezTo>
                <a:lnTo>
                  <a:pt x="39" y="10"/>
                </a:lnTo>
                <a:close/>
                <a:moveTo>
                  <a:pt x="39" y="25"/>
                </a:moveTo>
                <a:cubicBezTo>
                  <a:pt x="39" y="24"/>
                  <a:pt x="39" y="24"/>
                  <a:pt x="38" y="24"/>
                </a:cubicBezTo>
                <a:cubicBezTo>
                  <a:pt x="26" y="24"/>
                  <a:pt x="26" y="24"/>
                  <a:pt x="26" y="24"/>
                </a:cubicBezTo>
                <a:cubicBezTo>
                  <a:pt x="25" y="24"/>
                  <a:pt x="25" y="24"/>
                  <a:pt x="25" y="25"/>
                </a:cubicBezTo>
                <a:cubicBezTo>
                  <a:pt x="25" y="32"/>
                  <a:pt x="25" y="32"/>
                  <a:pt x="25" y="32"/>
                </a:cubicBezTo>
                <a:cubicBezTo>
                  <a:pt x="25" y="33"/>
                  <a:pt x="25" y="34"/>
                  <a:pt x="26" y="34"/>
                </a:cubicBezTo>
                <a:cubicBezTo>
                  <a:pt x="38" y="34"/>
                  <a:pt x="38" y="34"/>
                  <a:pt x="38" y="34"/>
                </a:cubicBezTo>
                <a:cubicBezTo>
                  <a:pt x="39" y="34"/>
                  <a:pt x="39" y="33"/>
                  <a:pt x="39" y="32"/>
                </a:cubicBezTo>
                <a:lnTo>
                  <a:pt x="39" y="25"/>
                </a:lnTo>
                <a:close/>
                <a:moveTo>
                  <a:pt x="39" y="40"/>
                </a:moveTo>
                <a:cubicBezTo>
                  <a:pt x="39" y="39"/>
                  <a:pt x="39" y="38"/>
                  <a:pt x="38" y="38"/>
                </a:cubicBezTo>
                <a:cubicBezTo>
                  <a:pt x="26" y="38"/>
                  <a:pt x="26" y="38"/>
                  <a:pt x="26" y="38"/>
                </a:cubicBezTo>
                <a:cubicBezTo>
                  <a:pt x="25" y="38"/>
                  <a:pt x="25" y="39"/>
                  <a:pt x="25" y="40"/>
                </a:cubicBezTo>
                <a:cubicBezTo>
                  <a:pt x="25" y="47"/>
                  <a:pt x="25" y="47"/>
                  <a:pt x="25" y="47"/>
                </a:cubicBezTo>
                <a:cubicBezTo>
                  <a:pt x="25" y="48"/>
                  <a:pt x="25" y="48"/>
                  <a:pt x="26" y="48"/>
                </a:cubicBezTo>
                <a:cubicBezTo>
                  <a:pt x="38" y="48"/>
                  <a:pt x="38" y="48"/>
                  <a:pt x="38" y="48"/>
                </a:cubicBezTo>
                <a:cubicBezTo>
                  <a:pt x="39" y="48"/>
                  <a:pt x="39" y="48"/>
                  <a:pt x="39" y="47"/>
                </a:cubicBezTo>
                <a:lnTo>
                  <a:pt x="39" y="40"/>
                </a:lnTo>
                <a:close/>
                <a:moveTo>
                  <a:pt x="59" y="10"/>
                </a:moveTo>
                <a:cubicBezTo>
                  <a:pt x="59" y="10"/>
                  <a:pt x="58" y="9"/>
                  <a:pt x="58" y="9"/>
                </a:cubicBezTo>
                <a:cubicBezTo>
                  <a:pt x="45" y="9"/>
                  <a:pt x="45" y="9"/>
                  <a:pt x="45" y="9"/>
                </a:cubicBezTo>
                <a:cubicBezTo>
                  <a:pt x="45" y="9"/>
                  <a:pt x="44" y="10"/>
                  <a:pt x="44" y="10"/>
                </a:cubicBezTo>
                <a:cubicBezTo>
                  <a:pt x="44" y="18"/>
                  <a:pt x="44" y="18"/>
                  <a:pt x="44" y="18"/>
                </a:cubicBezTo>
                <a:cubicBezTo>
                  <a:pt x="44" y="18"/>
                  <a:pt x="45" y="19"/>
                  <a:pt x="45" y="19"/>
                </a:cubicBezTo>
                <a:cubicBezTo>
                  <a:pt x="58" y="19"/>
                  <a:pt x="58" y="19"/>
                  <a:pt x="58" y="19"/>
                </a:cubicBezTo>
                <a:cubicBezTo>
                  <a:pt x="58" y="19"/>
                  <a:pt x="59" y="18"/>
                  <a:pt x="59" y="18"/>
                </a:cubicBezTo>
                <a:lnTo>
                  <a:pt x="59" y="10"/>
                </a:lnTo>
                <a:close/>
                <a:moveTo>
                  <a:pt x="59" y="25"/>
                </a:moveTo>
                <a:cubicBezTo>
                  <a:pt x="59" y="24"/>
                  <a:pt x="58" y="24"/>
                  <a:pt x="58" y="24"/>
                </a:cubicBezTo>
                <a:cubicBezTo>
                  <a:pt x="45" y="24"/>
                  <a:pt x="45" y="24"/>
                  <a:pt x="45" y="24"/>
                </a:cubicBezTo>
                <a:cubicBezTo>
                  <a:pt x="45" y="24"/>
                  <a:pt x="44" y="24"/>
                  <a:pt x="44" y="25"/>
                </a:cubicBezTo>
                <a:cubicBezTo>
                  <a:pt x="44" y="32"/>
                  <a:pt x="44" y="32"/>
                  <a:pt x="44" y="32"/>
                </a:cubicBezTo>
                <a:cubicBezTo>
                  <a:pt x="44" y="33"/>
                  <a:pt x="45" y="34"/>
                  <a:pt x="45" y="34"/>
                </a:cubicBezTo>
                <a:cubicBezTo>
                  <a:pt x="58" y="34"/>
                  <a:pt x="58" y="34"/>
                  <a:pt x="58" y="34"/>
                </a:cubicBezTo>
                <a:cubicBezTo>
                  <a:pt x="58" y="34"/>
                  <a:pt x="59" y="33"/>
                  <a:pt x="59" y="32"/>
                </a:cubicBezTo>
                <a:lnTo>
                  <a:pt x="59" y="25"/>
                </a:lnTo>
                <a:close/>
                <a:moveTo>
                  <a:pt x="59" y="40"/>
                </a:moveTo>
                <a:cubicBezTo>
                  <a:pt x="59" y="39"/>
                  <a:pt x="58" y="38"/>
                  <a:pt x="58" y="38"/>
                </a:cubicBezTo>
                <a:cubicBezTo>
                  <a:pt x="45" y="38"/>
                  <a:pt x="45" y="38"/>
                  <a:pt x="45" y="38"/>
                </a:cubicBezTo>
                <a:cubicBezTo>
                  <a:pt x="45" y="38"/>
                  <a:pt x="44" y="39"/>
                  <a:pt x="44" y="40"/>
                </a:cubicBezTo>
                <a:cubicBezTo>
                  <a:pt x="44" y="47"/>
                  <a:pt x="44" y="47"/>
                  <a:pt x="44" y="47"/>
                </a:cubicBezTo>
                <a:cubicBezTo>
                  <a:pt x="44" y="48"/>
                  <a:pt x="45" y="48"/>
                  <a:pt x="45" y="48"/>
                </a:cubicBezTo>
                <a:cubicBezTo>
                  <a:pt x="58" y="48"/>
                  <a:pt x="58" y="48"/>
                  <a:pt x="58" y="48"/>
                </a:cubicBezTo>
                <a:cubicBezTo>
                  <a:pt x="58" y="48"/>
                  <a:pt x="59" y="48"/>
                  <a:pt x="59" y="47"/>
                </a:cubicBezTo>
                <a:lnTo>
                  <a:pt x="59" y="4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75" name="Freeform 122"/>
          <p:cNvSpPr/>
          <p:nvPr/>
        </p:nvSpPr>
        <p:spPr>
          <a:xfrm>
            <a:off x="1482840" y="2470320"/>
            <a:ext cx="250560" cy="196560"/>
          </a:xfrm>
          <a:custGeom>
            <a:avLst/>
            <a:gdLst/>
            <a:ahLst/>
            <a:rect l="l" t="t" r="r" b="b"/>
            <a:pathLst>
              <a:path w="73" h="57">
                <a:moveTo>
                  <a:pt x="57" y="37"/>
                </a:moveTo>
                <a:cubicBezTo>
                  <a:pt x="38" y="56"/>
                  <a:pt x="38" y="56"/>
                  <a:pt x="38" y="56"/>
                </a:cubicBezTo>
                <a:cubicBezTo>
                  <a:pt x="37" y="57"/>
                  <a:pt x="36" y="57"/>
                  <a:pt x="34" y="57"/>
                </a:cubicBezTo>
                <a:cubicBezTo>
                  <a:pt x="33" y="57"/>
                  <a:pt x="32" y="57"/>
                  <a:pt x="31" y="56"/>
                </a:cubicBezTo>
                <a:cubicBezTo>
                  <a:pt x="4" y="28"/>
                  <a:pt x="4" y="28"/>
                  <a:pt x="4" y="28"/>
                </a:cubicBezTo>
                <a:cubicBezTo>
                  <a:pt x="2" y="27"/>
                  <a:pt x="0" y="23"/>
                  <a:pt x="0" y="20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3" y="0"/>
                  <a:pt x="5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24" y="0"/>
                  <a:pt x="27" y="1"/>
                  <a:pt x="29" y="3"/>
                </a:cubicBezTo>
                <a:cubicBezTo>
                  <a:pt x="57" y="30"/>
                  <a:pt x="57" y="30"/>
                  <a:pt x="57" y="30"/>
                </a:cubicBezTo>
                <a:cubicBezTo>
                  <a:pt x="57" y="31"/>
                  <a:pt x="58" y="32"/>
                  <a:pt x="58" y="34"/>
                </a:cubicBezTo>
                <a:cubicBezTo>
                  <a:pt x="58" y="35"/>
                  <a:pt x="57" y="36"/>
                  <a:pt x="57" y="37"/>
                </a:cubicBezTo>
                <a:close/>
                <a:moveTo>
                  <a:pt x="13" y="7"/>
                </a:moveTo>
                <a:cubicBezTo>
                  <a:pt x="10" y="7"/>
                  <a:pt x="8" y="9"/>
                  <a:pt x="8" y="12"/>
                </a:cubicBezTo>
                <a:cubicBezTo>
                  <a:pt x="8" y="14"/>
                  <a:pt x="10" y="17"/>
                  <a:pt x="13" y="17"/>
                </a:cubicBezTo>
                <a:cubicBezTo>
                  <a:pt x="15" y="17"/>
                  <a:pt x="17" y="14"/>
                  <a:pt x="17" y="12"/>
                </a:cubicBezTo>
                <a:cubicBezTo>
                  <a:pt x="17" y="9"/>
                  <a:pt x="15" y="7"/>
                  <a:pt x="13" y="7"/>
                </a:cubicBezTo>
                <a:close/>
                <a:moveTo>
                  <a:pt x="71" y="37"/>
                </a:moveTo>
                <a:cubicBezTo>
                  <a:pt x="52" y="56"/>
                  <a:pt x="52" y="56"/>
                  <a:pt x="52" y="56"/>
                </a:cubicBezTo>
                <a:cubicBezTo>
                  <a:pt x="52" y="57"/>
                  <a:pt x="50" y="57"/>
                  <a:pt x="49" y="57"/>
                </a:cubicBezTo>
                <a:cubicBezTo>
                  <a:pt x="47" y="57"/>
                  <a:pt x="46" y="56"/>
                  <a:pt x="45" y="55"/>
                </a:cubicBezTo>
                <a:cubicBezTo>
                  <a:pt x="63" y="37"/>
                  <a:pt x="63" y="37"/>
                  <a:pt x="63" y="37"/>
                </a:cubicBezTo>
                <a:cubicBezTo>
                  <a:pt x="63" y="36"/>
                  <a:pt x="64" y="35"/>
                  <a:pt x="64" y="34"/>
                </a:cubicBezTo>
                <a:cubicBezTo>
                  <a:pt x="64" y="32"/>
                  <a:pt x="63" y="31"/>
                  <a:pt x="63" y="30"/>
                </a:cubicBezTo>
                <a:cubicBezTo>
                  <a:pt x="35" y="3"/>
                  <a:pt x="35" y="3"/>
                  <a:pt x="35" y="3"/>
                </a:cubicBezTo>
                <a:cubicBezTo>
                  <a:pt x="34" y="1"/>
                  <a:pt x="30" y="0"/>
                  <a:pt x="27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8" y="0"/>
                  <a:pt x="42" y="1"/>
                  <a:pt x="44" y="3"/>
                </a:cubicBezTo>
                <a:cubicBezTo>
                  <a:pt x="71" y="30"/>
                  <a:pt x="71" y="30"/>
                  <a:pt x="71" y="30"/>
                </a:cubicBezTo>
                <a:cubicBezTo>
                  <a:pt x="72" y="31"/>
                  <a:pt x="73" y="32"/>
                  <a:pt x="73" y="34"/>
                </a:cubicBezTo>
                <a:cubicBezTo>
                  <a:pt x="73" y="35"/>
                  <a:pt x="72" y="36"/>
                  <a:pt x="71" y="3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76" name="Freeform 123"/>
          <p:cNvSpPr/>
          <p:nvPr/>
        </p:nvSpPr>
        <p:spPr>
          <a:xfrm>
            <a:off x="1976400" y="2511360"/>
            <a:ext cx="217440" cy="141480"/>
          </a:xfrm>
          <a:custGeom>
            <a:avLst/>
            <a:gdLst/>
            <a:ahLst/>
            <a:rect l="l" t="t" r="r" b="b"/>
            <a:pathLst>
              <a:path w="63" h="41">
                <a:moveTo>
                  <a:pt x="4" y="38"/>
                </a:moveTo>
                <a:cubicBezTo>
                  <a:pt x="4" y="38"/>
                  <a:pt x="3" y="38"/>
                  <a:pt x="3" y="38"/>
                </a:cubicBezTo>
                <a:cubicBezTo>
                  <a:pt x="1" y="36"/>
                  <a:pt x="1" y="36"/>
                  <a:pt x="1" y="36"/>
                </a:cubicBezTo>
                <a:cubicBezTo>
                  <a:pt x="0" y="35"/>
                  <a:pt x="0" y="35"/>
                  <a:pt x="1" y="34"/>
                </a:cubicBezTo>
                <a:cubicBezTo>
                  <a:pt x="16" y="19"/>
                  <a:pt x="16" y="19"/>
                  <a:pt x="16" y="19"/>
                </a:cubicBezTo>
                <a:cubicBezTo>
                  <a:pt x="1" y="4"/>
                  <a:pt x="1" y="4"/>
                  <a:pt x="1" y="4"/>
                </a:cubicBezTo>
                <a:cubicBezTo>
                  <a:pt x="0" y="4"/>
                  <a:pt x="0" y="3"/>
                  <a:pt x="1" y="2"/>
                </a:cubicBezTo>
                <a:cubicBezTo>
                  <a:pt x="3" y="1"/>
                  <a:pt x="3" y="1"/>
                  <a:pt x="3" y="1"/>
                </a:cubicBezTo>
                <a:cubicBezTo>
                  <a:pt x="3" y="0"/>
                  <a:pt x="4" y="0"/>
                  <a:pt x="4" y="1"/>
                </a:cubicBezTo>
                <a:cubicBezTo>
                  <a:pt x="22" y="18"/>
                  <a:pt x="22" y="18"/>
                  <a:pt x="22" y="18"/>
                </a:cubicBezTo>
                <a:cubicBezTo>
                  <a:pt x="22" y="19"/>
                  <a:pt x="22" y="20"/>
                  <a:pt x="22" y="20"/>
                </a:cubicBezTo>
                <a:lnTo>
                  <a:pt x="4" y="38"/>
                </a:lnTo>
                <a:close/>
                <a:moveTo>
                  <a:pt x="63" y="40"/>
                </a:moveTo>
                <a:cubicBezTo>
                  <a:pt x="63" y="40"/>
                  <a:pt x="62" y="41"/>
                  <a:pt x="62" y="41"/>
                </a:cubicBezTo>
                <a:cubicBezTo>
                  <a:pt x="25" y="41"/>
                  <a:pt x="25" y="41"/>
                  <a:pt x="25" y="41"/>
                </a:cubicBezTo>
                <a:cubicBezTo>
                  <a:pt x="25" y="41"/>
                  <a:pt x="24" y="40"/>
                  <a:pt x="24" y="40"/>
                </a:cubicBezTo>
                <a:cubicBezTo>
                  <a:pt x="24" y="37"/>
                  <a:pt x="24" y="37"/>
                  <a:pt x="24" y="37"/>
                </a:cubicBezTo>
                <a:cubicBezTo>
                  <a:pt x="24" y="37"/>
                  <a:pt x="25" y="36"/>
                  <a:pt x="25" y="36"/>
                </a:cubicBezTo>
                <a:cubicBezTo>
                  <a:pt x="62" y="36"/>
                  <a:pt x="62" y="36"/>
                  <a:pt x="62" y="36"/>
                </a:cubicBezTo>
                <a:cubicBezTo>
                  <a:pt x="62" y="36"/>
                  <a:pt x="63" y="37"/>
                  <a:pt x="63" y="37"/>
                </a:cubicBezTo>
                <a:lnTo>
                  <a:pt x="63" y="4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77" name="Freeform 124"/>
          <p:cNvSpPr/>
          <p:nvPr/>
        </p:nvSpPr>
        <p:spPr>
          <a:xfrm>
            <a:off x="2471760" y="2470320"/>
            <a:ext cx="218880" cy="182520"/>
          </a:xfrm>
          <a:custGeom>
            <a:avLst/>
            <a:gdLst/>
            <a:ahLst/>
            <a:rect l="l" t="t" r="r" b="b"/>
            <a:pathLst>
              <a:path w="64" h="53">
                <a:moveTo>
                  <a:pt x="30" y="19"/>
                </a:moveTo>
                <a:cubicBezTo>
                  <a:pt x="30" y="22"/>
                  <a:pt x="27" y="24"/>
                  <a:pt x="25" y="24"/>
                </a:cubicBezTo>
                <a:cubicBezTo>
                  <a:pt x="5" y="24"/>
                  <a:pt x="5" y="24"/>
                  <a:pt x="5" y="24"/>
                </a:cubicBezTo>
                <a:cubicBezTo>
                  <a:pt x="3" y="24"/>
                  <a:pt x="0" y="22"/>
                  <a:pt x="0" y="19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3" y="0"/>
                  <a:pt x="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7" y="0"/>
                  <a:pt x="30" y="2"/>
                  <a:pt x="30" y="4"/>
                </a:cubicBezTo>
                <a:lnTo>
                  <a:pt x="30" y="19"/>
                </a:lnTo>
                <a:close/>
                <a:moveTo>
                  <a:pt x="30" y="48"/>
                </a:moveTo>
                <a:cubicBezTo>
                  <a:pt x="30" y="51"/>
                  <a:pt x="27" y="53"/>
                  <a:pt x="25" y="53"/>
                </a:cubicBezTo>
                <a:cubicBezTo>
                  <a:pt x="5" y="53"/>
                  <a:pt x="5" y="53"/>
                  <a:pt x="5" y="53"/>
                </a:cubicBezTo>
                <a:cubicBezTo>
                  <a:pt x="3" y="53"/>
                  <a:pt x="0" y="51"/>
                  <a:pt x="0" y="48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1"/>
                  <a:pt x="3" y="29"/>
                  <a:pt x="5" y="29"/>
                </a:cubicBezTo>
                <a:cubicBezTo>
                  <a:pt x="25" y="29"/>
                  <a:pt x="25" y="29"/>
                  <a:pt x="25" y="29"/>
                </a:cubicBezTo>
                <a:cubicBezTo>
                  <a:pt x="27" y="29"/>
                  <a:pt x="30" y="31"/>
                  <a:pt x="30" y="34"/>
                </a:cubicBezTo>
                <a:lnTo>
                  <a:pt x="30" y="48"/>
                </a:lnTo>
                <a:close/>
                <a:moveTo>
                  <a:pt x="64" y="19"/>
                </a:moveTo>
                <a:cubicBezTo>
                  <a:pt x="64" y="22"/>
                  <a:pt x="61" y="24"/>
                  <a:pt x="59" y="24"/>
                </a:cubicBezTo>
                <a:cubicBezTo>
                  <a:pt x="39" y="24"/>
                  <a:pt x="39" y="24"/>
                  <a:pt x="39" y="24"/>
                </a:cubicBezTo>
                <a:cubicBezTo>
                  <a:pt x="37" y="24"/>
                  <a:pt x="34" y="22"/>
                  <a:pt x="34" y="19"/>
                </a:cubicBezTo>
                <a:cubicBezTo>
                  <a:pt x="34" y="4"/>
                  <a:pt x="34" y="4"/>
                  <a:pt x="34" y="4"/>
                </a:cubicBezTo>
                <a:cubicBezTo>
                  <a:pt x="34" y="2"/>
                  <a:pt x="37" y="0"/>
                  <a:pt x="39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61" y="0"/>
                  <a:pt x="64" y="2"/>
                  <a:pt x="64" y="4"/>
                </a:cubicBezTo>
                <a:lnTo>
                  <a:pt x="64" y="19"/>
                </a:lnTo>
                <a:close/>
                <a:moveTo>
                  <a:pt x="64" y="48"/>
                </a:moveTo>
                <a:cubicBezTo>
                  <a:pt x="64" y="51"/>
                  <a:pt x="61" y="53"/>
                  <a:pt x="59" y="53"/>
                </a:cubicBezTo>
                <a:cubicBezTo>
                  <a:pt x="39" y="53"/>
                  <a:pt x="39" y="53"/>
                  <a:pt x="39" y="53"/>
                </a:cubicBezTo>
                <a:cubicBezTo>
                  <a:pt x="37" y="53"/>
                  <a:pt x="34" y="51"/>
                  <a:pt x="34" y="48"/>
                </a:cubicBezTo>
                <a:cubicBezTo>
                  <a:pt x="34" y="34"/>
                  <a:pt x="34" y="34"/>
                  <a:pt x="34" y="34"/>
                </a:cubicBezTo>
                <a:cubicBezTo>
                  <a:pt x="34" y="31"/>
                  <a:pt x="37" y="29"/>
                  <a:pt x="39" y="29"/>
                </a:cubicBezTo>
                <a:cubicBezTo>
                  <a:pt x="59" y="29"/>
                  <a:pt x="59" y="29"/>
                  <a:pt x="59" y="29"/>
                </a:cubicBezTo>
                <a:cubicBezTo>
                  <a:pt x="61" y="29"/>
                  <a:pt x="64" y="31"/>
                  <a:pt x="64" y="34"/>
                </a:cubicBezTo>
                <a:lnTo>
                  <a:pt x="64" y="4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78" name="Freeform 125"/>
          <p:cNvSpPr/>
          <p:nvPr/>
        </p:nvSpPr>
        <p:spPr>
          <a:xfrm>
            <a:off x="2965320" y="2470320"/>
            <a:ext cx="203400" cy="217440"/>
          </a:xfrm>
          <a:custGeom>
            <a:avLst/>
            <a:gdLst/>
            <a:ahLst/>
            <a:rect l="l" t="t" r="r" b="b"/>
            <a:pathLst>
              <a:path w="59" h="63">
                <a:moveTo>
                  <a:pt x="49" y="43"/>
                </a:moveTo>
                <a:cubicBezTo>
                  <a:pt x="42" y="43"/>
                  <a:pt x="42" y="43"/>
                  <a:pt x="42" y="43"/>
                </a:cubicBezTo>
                <a:cubicBezTo>
                  <a:pt x="43" y="46"/>
                  <a:pt x="44" y="48"/>
                  <a:pt x="44" y="51"/>
                </a:cubicBezTo>
                <a:cubicBezTo>
                  <a:pt x="44" y="53"/>
                  <a:pt x="44" y="55"/>
                  <a:pt x="43" y="58"/>
                </a:cubicBezTo>
                <a:cubicBezTo>
                  <a:pt x="41" y="61"/>
                  <a:pt x="37" y="63"/>
                  <a:pt x="33" y="63"/>
                </a:cubicBezTo>
                <a:cubicBezTo>
                  <a:pt x="32" y="63"/>
                  <a:pt x="31" y="62"/>
                  <a:pt x="30" y="61"/>
                </a:cubicBezTo>
                <a:cubicBezTo>
                  <a:pt x="26" y="58"/>
                  <a:pt x="27" y="52"/>
                  <a:pt x="25" y="49"/>
                </a:cubicBezTo>
                <a:cubicBezTo>
                  <a:pt x="24" y="48"/>
                  <a:pt x="22" y="46"/>
                  <a:pt x="21" y="44"/>
                </a:cubicBezTo>
                <a:cubicBezTo>
                  <a:pt x="20" y="43"/>
                  <a:pt x="17" y="39"/>
                  <a:pt x="16" y="38"/>
                </a:cubicBezTo>
                <a:cubicBezTo>
                  <a:pt x="5" y="38"/>
                  <a:pt x="5" y="38"/>
                  <a:pt x="5" y="38"/>
                </a:cubicBezTo>
                <a:cubicBezTo>
                  <a:pt x="3" y="38"/>
                  <a:pt x="0" y="36"/>
                  <a:pt x="0" y="34"/>
                </a:cubicBezTo>
                <a:cubicBezTo>
                  <a:pt x="0" y="9"/>
                  <a:pt x="0" y="9"/>
                  <a:pt x="0" y="9"/>
                </a:cubicBezTo>
                <a:cubicBezTo>
                  <a:pt x="0" y="7"/>
                  <a:pt x="3" y="4"/>
                  <a:pt x="5" y="4"/>
                </a:cubicBezTo>
                <a:cubicBezTo>
                  <a:pt x="16" y="4"/>
                  <a:pt x="16" y="4"/>
                  <a:pt x="16" y="4"/>
                </a:cubicBezTo>
                <a:cubicBezTo>
                  <a:pt x="17" y="4"/>
                  <a:pt x="20" y="3"/>
                  <a:pt x="21" y="3"/>
                </a:cubicBezTo>
                <a:cubicBezTo>
                  <a:pt x="27" y="1"/>
                  <a:pt x="32" y="0"/>
                  <a:pt x="38" y="0"/>
                </a:cubicBezTo>
                <a:cubicBezTo>
                  <a:pt x="42" y="0"/>
                  <a:pt x="42" y="0"/>
                  <a:pt x="42" y="0"/>
                </a:cubicBezTo>
                <a:cubicBezTo>
                  <a:pt x="49" y="0"/>
                  <a:pt x="54" y="4"/>
                  <a:pt x="54" y="11"/>
                </a:cubicBezTo>
                <a:cubicBezTo>
                  <a:pt x="54" y="11"/>
                  <a:pt x="54" y="11"/>
                  <a:pt x="54" y="11"/>
                </a:cubicBezTo>
                <a:cubicBezTo>
                  <a:pt x="55" y="13"/>
                  <a:pt x="56" y="15"/>
                  <a:pt x="56" y="18"/>
                </a:cubicBezTo>
                <a:cubicBezTo>
                  <a:pt x="56" y="18"/>
                  <a:pt x="56" y="19"/>
                  <a:pt x="56" y="19"/>
                </a:cubicBezTo>
                <a:cubicBezTo>
                  <a:pt x="57" y="21"/>
                  <a:pt x="57" y="23"/>
                  <a:pt x="57" y="25"/>
                </a:cubicBezTo>
                <a:cubicBezTo>
                  <a:pt x="57" y="26"/>
                  <a:pt x="57" y="27"/>
                  <a:pt x="57" y="27"/>
                </a:cubicBezTo>
                <a:cubicBezTo>
                  <a:pt x="58" y="29"/>
                  <a:pt x="59" y="31"/>
                  <a:pt x="59" y="34"/>
                </a:cubicBezTo>
                <a:cubicBezTo>
                  <a:pt x="59" y="39"/>
                  <a:pt x="54" y="43"/>
                  <a:pt x="49" y="43"/>
                </a:cubicBezTo>
                <a:close/>
                <a:moveTo>
                  <a:pt x="8" y="9"/>
                </a:moveTo>
                <a:cubicBezTo>
                  <a:pt x="6" y="9"/>
                  <a:pt x="5" y="10"/>
                  <a:pt x="5" y="12"/>
                </a:cubicBezTo>
                <a:cubicBezTo>
                  <a:pt x="5" y="13"/>
                  <a:pt x="6" y="14"/>
                  <a:pt x="8" y="14"/>
                </a:cubicBezTo>
                <a:cubicBezTo>
                  <a:pt x="9" y="14"/>
                  <a:pt x="10" y="13"/>
                  <a:pt x="10" y="12"/>
                </a:cubicBezTo>
                <a:cubicBezTo>
                  <a:pt x="10" y="10"/>
                  <a:pt x="9" y="9"/>
                  <a:pt x="8" y="9"/>
                </a:cubicBezTo>
                <a:close/>
                <a:moveTo>
                  <a:pt x="51" y="29"/>
                </a:moveTo>
                <a:cubicBezTo>
                  <a:pt x="52" y="28"/>
                  <a:pt x="52" y="26"/>
                  <a:pt x="52" y="25"/>
                </a:cubicBezTo>
                <a:cubicBezTo>
                  <a:pt x="52" y="23"/>
                  <a:pt x="52" y="21"/>
                  <a:pt x="50" y="20"/>
                </a:cubicBezTo>
                <a:cubicBezTo>
                  <a:pt x="51" y="19"/>
                  <a:pt x="51" y="19"/>
                  <a:pt x="51" y="18"/>
                </a:cubicBezTo>
                <a:cubicBezTo>
                  <a:pt x="51" y="16"/>
                  <a:pt x="50" y="14"/>
                  <a:pt x="49" y="13"/>
                </a:cubicBezTo>
                <a:cubicBezTo>
                  <a:pt x="49" y="12"/>
                  <a:pt x="49" y="11"/>
                  <a:pt x="49" y="11"/>
                </a:cubicBezTo>
                <a:cubicBezTo>
                  <a:pt x="49" y="6"/>
                  <a:pt x="46" y="4"/>
                  <a:pt x="42" y="4"/>
                </a:cubicBezTo>
                <a:cubicBezTo>
                  <a:pt x="37" y="4"/>
                  <a:pt x="37" y="4"/>
                  <a:pt x="37" y="4"/>
                </a:cubicBezTo>
                <a:cubicBezTo>
                  <a:pt x="32" y="4"/>
                  <a:pt x="28" y="6"/>
                  <a:pt x="24" y="7"/>
                </a:cubicBezTo>
                <a:cubicBezTo>
                  <a:pt x="22" y="8"/>
                  <a:pt x="18" y="9"/>
                  <a:pt x="16" y="9"/>
                </a:cubicBezTo>
                <a:cubicBezTo>
                  <a:pt x="15" y="9"/>
                  <a:pt x="15" y="9"/>
                  <a:pt x="15" y="9"/>
                </a:cubicBezTo>
                <a:cubicBezTo>
                  <a:pt x="15" y="34"/>
                  <a:pt x="15" y="34"/>
                  <a:pt x="15" y="34"/>
                </a:cubicBezTo>
                <a:cubicBezTo>
                  <a:pt x="16" y="34"/>
                  <a:pt x="16" y="34"/>
                  <a:pt x="16" y="34"/>
                </a:cubicBezTo>
                <a:cubicBezTo>
                  <a:pt x="19" y="34"/>
                  <a:pt x="24" y="40"/>
                  <a:pt x="25" y="42"/>
                </a:cubicBezTo>
                <a:cubicBezTo>
                  <a:pt x="26" y="43"/>
                  <a:pt x="27" y="45"/>
                  <a:pt x="28" y="46"/>
                </a:cubicBezTo>
                <a:cubicBezTo>
                  <a:pt x="32" y="50"/>
                  <a:pt x="31" y="55"/>
                  <a:pt x="33" y="58"/>
                </a:cubicBezTo>
                <a:cubicBezTo>
                  <a:pt x="38" y="58"/>
                  <a:pt x="39" y="55"/>
                  <a:pt x="39" y="51"/>
                </a:cubicBezTo>
                <a:cubicBezTo>
                  <a:pt x="39" y="46"/>
                  <a:pt x="36" y="43"/>
                  <a:pt x="36" y="38"/>
                </a:cubicBezTo>
                <a:cubicBezTo>
                  <a:pt x="49" y="38"/>
                  <a:pt x="49" y="38"/>
                  <a:pt x="49" y="38"/>
                </a:cubicBezTo>
                <a:cubicBezTo>
                  <a:pt x="52" y="38"/>
                  <a:pt x="54" y="36"/>
                  <a:pt x="54" y="34"/>
                </a:cubicBezTo>
                <a:cubicBezTo>
                  <a:pt x="54" y="32"/>
                  <a:pt x="53" y="29"/>
                  <a:pt x="51" y="2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79" name="Freeform 126"/>
          <p:cNvSpPr/>
          <p:nvPr/>
        </p:nvSpPr>
        <p:spPr>
          <a:xfrm>
            <a:off x="3476520" y="2502000"/>
            <a:ext cx="155520" cy="153720"/>
          </a:xfrm>
          <a:custGeom>
            <a:avLst/>
            <a:gdLst/>
            <a:ahLst/>
            <a:rect l="l" t="t" r="r" b="b"/>
            <a:pathLst>
              <a:path w="45" h="45">
                <a:moveTo>
                  <a:pt x="44" y="38"/>
                </a:moveTo>
                <a:cubicBezTo>
                  <a:pt x="38" y="44"/>
                  <a:pt x="38" y="44"/>
                  <a:pt x="38" y="44"/>
                </a:cubicBezTo>
                <a:cubicBezTo>
                  <a:pt x="38" y="44"/>
                  <a:pt x="37" y="45"/>
                  <a:pt x="36" y="45"/>
                </a:cubicBezTo>
                <a:cubicBezTo>
                  <a:pt x="35" y="45"/>
                  <a:pt x="34" y="44"/>
                  <a:pt x="33" y="44"/>
                </a:cubicBezTo>
                <a:cubicBezTo>
                  <a:pt x="22" y="32"/>
                  <a:pt x="22" y="32"/>
                  <a:pt x="22" y="32"/>
                </a:cubicBezTo>
                <a:cubicBezTo>
                  <a:pt x="11" y="44"/>
                  <a:pt x="11" y="44"/>
                  <a:pt x="11" y="44"/>
                </a:cubicBezTo>
                <a:cubicBezTo>
                  <a:pt x="10" y="44"/>
                  <a:pt x="9" y="45"/>
                  <a:pt x="8" y="45"/>
                </a:cubicBezTo>
                <a:cubicBezTo>
                  <a:pt x="7" y="45"/>
                  <a:pt x="7" y="44"/>
                  <a:pt x="6" y="44"/>
                </a:cubicBezTo>
                <a:cubicBezTo>
                  <a:pt x="1" y="38"/>
                  <a:pt x="1" y="38"/>
                  <a:pt x="1" y="38"/>
                </a:cubicBezTo>
                <a:cubicBezTo>
                  <a:pt x="0" y="38"/>
                  <a:pt x="0" y="37"/>
                  <a:pt x="0" y="36"/>
                </a:cubicBezTo>
                <a:cubicBezTo>
                  <a:pt x="0" y="35"/>
                  <a:pt x="0" y="34"/>
                  <a:pt x="1" y="33"/>
                </a:cubicBezTo>
                <a:cubicBezTo>
                  <a:pt x="12" y="22"/>
                  <a:pt x="12" y="22"/>
                  <a:pt x="12" y="22"/>
                </a:cubicBezTo>
                <a:cubicBezTo>
                  <a:pt x="1" y="11"/>
                  <a:pt x="1" y="11"/>
                  <a:pt x="1" y="11"/>
                </a:cubicBezTo>
                <a:cubicBezTo>
                  <a:pt x="0" y="10"/>
                  <a:pt x="0" y="9"/>
                  <a:pt x="0" y="8"/>
                </a:cubicBezTo>
                <a:cubicBezTo>
                  <a:pt x="0" y="7"/>
                  <a:pt x="0" y="6"/>
                  <a:pt x="1" y="6"/>
                </a:cubicBezTo>
                <a:cubicBezTo>
                  <a:pt x="6" y="1"/>
                  <a:pt x="6" y="1"/>
                  <a:pt x="6" y="1"/>
                </a:cubicBezTo>
                <a:cubicBezTo>
                  <a:pt x="7" y="0"/>
                  <a:pt x="7" y="0"/>
                  <a:pt x="8" y="0"/>
                </a:cubicBezTo>
                <a:cubicBezTo>
                  <a:pt x="9" y="0"/>
                  <a:pt x="10" y="0"/>
                  <a:pt x="11" y="1"/>
                </a:cubicBezTo>
                <a:cubicBezTo>
                  <a:pt x="22" y="12"/>
                  <a:pt x="22" y="12"/>
                  <a:pt x="22" y="12"/>
                </a:cubicBezTo>
                <a:cubicBezTo>
                  <a:pt x="33" y="1"/>
                  <a:pt x="33" y="1"/>
                  <a:pt x="33" y="1"/>
                </a:cubicBezTo>
                <a:cubicBezTo>
                  <a:pt x="34" y="0"/>
                  <a:pt x="35" y="0"/>
                  <a:pt x="36" y="0"/>
                </a:cubicBezTo>
                <a:cubicBezTo>
                  <a:pt x="37" y="0"/>
                  <a:pt x="38" y="0"/>
                  <a:pt x="38" y="1"/>
                </a:cubicBezTo>
                <a:cubicBezTo>
                  <a:pt x="44" y="6"/>
                  <a:pt x="44" y="6"/>
                  <a:pt x="44" y="6"/>
                </a:cubicBezTo>
                <a:cubicBezTo>
                  <a:pt x="44" y="6"/>
                  <a:pt x="45" y="7"/>
                  <a:pt x="45" y="8"/>
                </a:cubicBezTo>
                <a:cubicBezTo>
                  <a:pt x="45" y="9"/>
                  <a:pt x="44" y="10"/>
                  <a:pt x="44" y="11"/>
                </a:cubicBezTo>
                <a:cubicBezTo>
                  <a:pt x="32" y="22"/>
                  <a:pt x="32" y="22"/>
                  <a:pt x="32" y="22"/>
                </a:cubicBezTo>
                <a:cubicBezTo>
                  <a:pt x="44" y="33"/>
                  <a:pt x="44" y="33"/>
                  <a:pt x="44" y="33"/>
                </a:cubicBezTo>
                <a:cubicBezTo>
                  <a:pt x="44" y="34"/>
                  <a:pt x="45" y="35"/>
                  <a:pt x="45" y="36"/>
                </a:cubicBezTo>
                <a:cubicBezTo>
                  <a:pt x="45" y="37"/>
                  <a:pt x="44" y="38"/>
                  <a:pt x="44" y="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80" name="Freeform 127"/>
          <p:cNvSpPr/>
          <p:nvPr/>
        </p:nvSpPr>
        <p:spPr>
          <a:xfrm>
            <a:off x="3954600" y="2470320"/>
            <a:ext cx="198360" cy="199800"/>
          </a:xfrm>
          <a:custGeom>
            <a:avLst/>
            <a:gdLst/>
            <a:ahLst/>
            <a:rect l="l" t="t" r="r" b="b"/>
            <a:pathLst>
              <a:path w="58" h="58">
                <a:moveTo>
                  <a:pt x="58" y="47"/>
                </a:moveTo>
                <a:cubicBezTo>
                  <a:pt x="58" y="53"/>
                  <a:pt x="53" y="58"/>
                  <a:pt x="47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53" y="0"/>
                  <a:pt x="58" y="4"/>
                  <a:pt x="58" y="10"/>
                </a:cubicBezTo>
                <a:lnTo>
                  <a:pt x="58" y="47"/>
                </a:lnTo>
                <a:close/>
                <a:moveTo>
                  <a:pt x="48" y="10"/>
                </a:moveTo>
                <a:cubicBezTo>
                  <a:pt x="48" y="10"/>
                  <a:pt x="48" y="9"/>
                  <a:pt x="47" y="9"/>
                </a:cubicBezTo>
                <a:cubicBezTo>
                  <a:pt x="11" y="9"/>
                  <a:pt x="11" y="9"/>
                  <a:pt x="11" y="9"/>
                </a:cubicBezTo>
                <a:cubicBezTo>
                  <a:pt x="10" y="9"/>
                  <a:pt x="9" y="10"/>
                  <a:pt x="9" y="10"/>
                </a:cubicBezTo>
                <a:cubicBezTo>
                  <a:pt x="9" y="47"/>
                  <a:pt x="9" y="47"/>
                  <a:pt x="9" y="47"/>
                </a:cubicBezTo>
                <a:cubicBezTo>
                  <a:pt x="9" y="48"/>
                  <a:pt x="10" y="48"/>
                  <a:pt x="11" y="48"/>
                </a:cubicBezTo>
                <a:cubicBezTo>
                  <a:pt x="47" y="48"/>
                  <a:pt x="47" y="48"/>
                  <a:pt x="47" y="48"/>
                </a:cubicBezTo>
                <a:cubicBezTo>
                  <a:pt x="48" y="48"/>
                  <a:pt x="48" y="48"/>
                  <a:pt x="48" y="47"/>
                </a:cubicBezTo>
                <a:lnTo>
                  <a:pt x="48" y="10"/>
                </a:lnTo>
                <a:close/>
                <a:moveTo>
                  <a:pt x="43" y="23"/>
                </a:moveTo>
                <a:cubicBezTo>
                  <a:pt x="31" y="40"/>
                  <a:pt x="31" y="40"/>
                  <a:pt x="31" y="40"/>
                </a:cubicBezTo>
                <a:cubicBezTo>
                  <a:pt x="30" y="40"/>
                  <a:pt x="30" y="41"/>
                  <a:pt x="29" y="41"/>
                </a:cubicBezTo>
                <a:cubicBezTo>
                  <a:pt x="28" y="41"/>
                  <a:pt x="27" y="40"/>
                  <a:pt x="27" y="40"/>
                </a:cubicBezTo>
                <a:cubicBezTo>
                  <a:pt x="15" y="23"/>
                  <a:pt x="15" y="23"/>
                  <a:pt x="15" y="23"/>
                </a:cubicBezTo>
                <a:cubicBezTo>
                  <a:pt x="14" y="22"/>
                  <a:pt x="14" y="21"/>
                  <a:pt x="15" y="20"/>
                </a:cubicBezTo>
                <a:cubicBezTo>
                  <a:pt x="15" y="19"/>
                  <a:pt x="16" y="19"/>
                  <a:pt x="17" y="19"/>
                </a:cubicBezTo>
                <a:cubicBezTo>
                  <a:pt x="41" y="19"/>
                  <a:pt x="41" y="19"/>
                  <a:pt x="41" y="19"/>
                </a:cubicBezTo>
                <a:cubicBezTo>
                  <a:pt x="42" y="19"/>
                  <a:pt x="43" y="19"/>
                  <a:pt x="43" y="20"/>
                </a:cubicBezTo>
                <a:cubicBezTo>
                  <a:pt x="44" y="21"/>
                  <a:pt x="44" y="22"/>
                  <a:pt x="43" y="2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81" name="Freeform 128"/>
          <p:cNvSpPr/>
          <p:nvPr/>
        </p:nvSpPr>
        <p:spPr>
          <a:xfrm>
            <a:off x="4448160" y="2470320"/>
            <a:ext cx="200160" cy="199800"/>
          </a:xfrm>
          <a:custGeom>
            <a:avLst/>
            <a:gdLst/>
            <a:ahLst/>
            <a:rect l="l" t="t" r="r" b="b"/>
            <a:pathLst>
              <a:path w="58" h="58">
                <a:moveTo>
                  <a:pt x="58" y="47"/>
                </a:moveTo>
                <a:cubicBezTo>
                  <a:pt x="58" y="53"/>
                  <a:pt x="53" y="58"/>
                  <a:pt x="47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53" y="0"/>
                  <a:pt x="58" y="4"/>
                  <a:pt x="58" y="10"/>
                </a:cubicBezTo>
                <a:lnTo>
                  <a:pt x="58" y="47"/>
                </a:lnTo>
                <a:close/>
                <a:moveTo>
                  <a:pt x="48" y="10"/>
                </a:moveTo>
                <a:cubicBezTo>
                  <a:pt x="48" y="10"/>
                  <a:pt x="48" y="9"/>
                  <a:pt x="47" y="9"/>
                </a:cubicBezTo>
                <a:cubicBezTo>
                  <a:pt x="11" y="9"/>
                  <a:pt x="11" y="9"/>
                  <a:pt x="11" y="9"/>
                </a:cubicBezTo>
                <a:cubicBezTo>
                  <a:pt x="10" y="9"/>
                  <a:pt x="9" y="10"/>
                  <a:pt x="9" y="10"/>
                </a:cubicBezTo>
                <a:cubicBezTo>
                  <a:pt x="9" y="47"/>
                  <a:pt x="9" y="47"/>
                  <a:pt x="9" y="47"/>
                </a:cubicBezTo>
                <a:cubicBezTo>
                  <a:pt x="9" y="48"/>
                  <a:pt x="10" y="48"/>
                  <a:pt x="11" y="48"/>
                </a:cubicBezTo>
                <a:cubicBezTo>
                  <a:pt x="47" y="48"/>
                  <a:pt x="47" y="48"/>
                  <a:pt x="47" y="48"/>
                </a:cubicBezTo>
                <a:cubicBezTo>
                  <a:pt x="48" y="48"/>
                  <a:pt x="48" y="48"/>
                  <a:pt x="48" y="47"/>
                </a:cubicBezTo>
                <a:lnTo>
                  <a:pt x="48" y="10"/>
                </a:lnTo>
                <a:close/>
                <a:moveTo>
                  <a:pt x="40" y="31"/>
                </a:moveTo>
                <a:cubicBezTo>
                  <a:pt x="23" y="43"/>
                  <a:pt x="23" y="43"/>
                  <a:pt x="23" y="43"/>
                </a:cubicBezTo>
                <a:cubicBezTo>
                  <a:pt x="22" y="43"/>
                  <a:pt x="21" y="43"/>
                  <a:pt x="21" y="43"/>
                </a:cubicBezTo>
                <a:cubicBezTo>
                  <a:pt x="20" y="43"/>
                  <a:pt x="19" y="42"/>
                  <a:pt x="19" y="41"/>
                </a:cubicBezTo>
                <a:cubicBezTo>
                  <a:pt x="19" y="17"/>
                  <a:pt x="19" y="17"/>
                  <a:pt x="19" y="17"/>
                </a:cubicBezTo>
                <a:cubicBezTo>
                  <a:pt x="19" y="16"/>
                  <a:pt x="20" y="15"/>
                  <a:pt x="21" y="14"/>
                </a:cubicBezTo>
                <a:cubicBezTo>
                  <a:pt x="21" y="14"/>
                  <a:pt x="22" y="14"/>
                  <a:pt x="23" y="15"/>
                </a:cubicBezTo>
                <a:cubicBezTo>
                  <a:pt x="40" y="27"/>
                  <a:pt x="40" y="27"/>
                  <a:pt x="40" y="27"/>
                </a:cubicBezTo>
                <a:cubicBezTo>
                  <a:pt x="41" y="27"/>
                  <a:pt x="41" y="28"/>
                  <a:pt x="41" y="29"/>
                </a:cubicBezTo>
                <a:cubicBezTo>
                  <a:pt x="41" y="30"/>
                  <a:pt x="41" y="30"/>
                  <a:pt x="40" y="3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82" name="Freeform 129"/>
          <p:cNvSpPr/>
          <p:nvPr/>
        </p:nvSpPr>
        <p:spPr>
          <a:xfrm>
            <a:off x="4946760" y="2452680"/>
            <a:ext cx="191880" cy="235080"/>
          </a:xfrm>
          <a:custGeom>
            <a:avLst/>
            <a:gdLst/>
            <a:ahLst/>
            <a:rect l="l" t="t" r="r" b="b"/>
            <a:pathLst>
              <a:path w="56" h="68">
                <a:moveTo>
                  <a:pt x="53" y="58"/>
                </a:moveTo>
                <a:cubicBezTo>
                  <a:pt x="36" y="58"/>
                  <a:pt x="36" y="58"/>
                  <a:pt x="36" y="58"/>
                </a:cubicBezTo>
                <a:cubicBezTo>
                  <a:pt x="36" y="60"/>
                  <a:pt x="36" y="63"/>
                  <a:pt x="36" y="65"/>
                </a:cubicBezTo>
                <a:cubicBezTo>
                  <a:pt x="36" y="67"/>
                  <a:pt x="35" y="68"/>
                  <a:pt x="34" y="68"/>
                </a:cubicBezTo>
                <a:cubicBezTo>
                  <a:pt x="22" y="68"/>
                  <a:pt x="22" y="68"/>
                  <a:pt x="22" y="68"/>
                </a:cubicBezTo>
                <a:cubicBezTo>
                  <a:pt x="21" y="68"/>
                  <a:pt x="20" y="67"/>
                  <a:pt x="20" y="65"/>
                </a:cubicBezTo>
                <a:cubicBezTo>
                  <a:pt x="20" y="63"/>
                  <a:pt x="20" y="60"/>
                  <a:pt x="20" y="58"/>
                </a:cubicBezTo>
                <a:cubicBezTo>
                  <a:pt x="2" y="58"/>
                  <a:pt x="2" y="58"/>
                  <a:pt x="2" y="58"/>
                </a:cubicBezTo>
                <a:cubicBezTo>
                  <a:pt x="1" y="58"/>
                  <a:pt x="0" y="57"/>
                  <a:pt x="0" y="56"/>
                </a:cubicBezTo>
                <a:cubicBezTo>
                  <a:pt x="0" y="55"/>
                  <a:pt x="0" y="54"/>
                  <a:pt x="1" y="54"/>
                </a:cubicBezTo>
                <a:cubicBezTo>
                  <a:pt x="16" y="39"/>
                  <a:pt x="16" y="39"/>
                  <a:pt x="16" y="39"/>
                </a:cubicBezTo>
                <a:cubicBezTo>
                  <a:pt x="7" y="39"/>
                  <a:pt x="7" y="39"/>
                  <a:pt x="7" y="39"/>
                </a:cubicBezTo>
                <a:cubicBezTo>
                  <a:pt x="6" y="39"/>
                  <a:pt x="5" y="37"/>
                  <a:pt x="5" y="36"/>
                </a:cubicBezTo>
                <a:cubicBezTo>
                  <a:pt x="5" y="35"/>
                  <a:pt x="5" y="35"/>
                  <a:pt x="6" y="34"/>
                </a:cubicBezTo>
                <a:cubicBezTo>
                  <a:pt x="21" y="19"/>
                  <a:pt x="21" y="19"/>
                  <a:pt x="21" y="19"/>
                </a:cubicBezTo>
                <a:cubicBezTo>
                  <a:pt x="13" y="19"/>
                  <a:pt x="13" y="19"/>
                  <a:pt x="13" y="19"/>
                </a:cubicBezTo>
                <a:cubicBezTo>
                  <a:pt x="12" y="19"/>
                  <a:pt x="11" y="18"/>
                  <a:pt x="11" y="17"/>
                </a:cubicBezTo>
                <a:cubicBezTo>
                  <a:pt x="11" y="16"/>
                  <a:pt x="11" y="15"/>
                  <a:pt x="12" y="15"/>
                </a:cubicBezTo>
                <a:cubicBezTo>
                  <a:pt x="26" y="0"/>
                  <a:pt x="26" y="0"/>
                  <a:pt x="26" y="0"/>
                </a:cubicBezTo>
                <a:cubicBezTo>
                  <a:pt x="27" y="0"/>
                  <a:pt x="27" y="0"/>
                  <a:pt x="28" y="0"/>
                </a:cubicBezTo>
                <a:cubicBezTo>
                  <a:pt x="29" y="0"/>
                  <a:pt x="29" y="0"/>
                  <a:pt x="30" y="0"/>
                </a:cubicBezTo>
                <a:cubicBezTo>
                  <a:pt x="44" y="15"/>
                  <a:pt x="44" y="15"/>
                  <a:pt x="44" y="15"/>
                </a:cubicBezTo>
                <a:cubicBezTo>
                  <a:pt x="45" y="15"/>
                  <a:pt x="45" y="16"/>
                  <a:pt x="45" y="17"/>
                </a:cubicBezTo>
                <a:cubicBezTo>
                  <a:pt x="45" y="18"/>
                  <a:pt x="44" y="19"/>
                  <a:pt x="42" y="19"/>
                </a:cubicBezTo>
                <a:cubicBezTo>
                  <a:pt x="35" y="19"/>
                  <a:pt x="35" y="19"/>
                  <a:pt x="35" y="19"/>
                </a:cubicBezTo>
                <a:cubicBezTo>
                  <a:pt x="50" y="34"/>
                  <a:pt x="50" y="34"/>
                  <a:pt x="50" y="34"/>
                </a:cubicBezTo>
                <a:cubicBezTo>
                  <a:pt x="51" y="35"/>
                  <a:pt x="51" y="35"/>
                  <a:pt x="51" y="36"/>
                </a:cubicBezTo>
                <a:cubicBezTo>
                  <a:pt x="51" y="37"/>
                  <a:pt x="50" y="39"/>
                  <a:pt x="49" y="39"/>
                </a:cubicBezTo>
                <a:cubicBezTo>
                  <a:pt x="40" y="39"/>
                  <a:pt x="40" y="39"/>
                  <a:pt x="40" y="39"/>
                </a:cubicBezTo>
                <a:cubicBezTo>
                  <a:pt x="55" y="54"/>
                  <a:pt x="55" y="54"/>
                  <a:pt x="55" y="54"/>
                </a:cubicBezTo>
                <a:cubicBezTo>
                  <a:pt x="56" y="54"/>
                  <a:pt x="56" y="55"/>
                  <a:pt x="56" y="56"/>
                </a:cubicBezTo>
                <a:cubicBezTo>
                  <a:pt x="56" y="57"/>
                  <a:pt x="55" y="58"/>
                  <a:pt x="53" y="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83" name="Freeform 130"/>
          <p:cNvSpPr/>
          <p:nvPr/>
        </p:nvSpPr>
        <p:spPr>
          <a:xfrm>
            <a:off x="5437080" y="2470320"/>
            <a:ext cx="147600" cy="182520"/>
          </a:xfrm>
          <a:custGeom>
            <a:avLst/>
            <a:gdLst/>
            <a:ahLst/>
            <a:rect l="l" t="t" r="r" b="b"/>
            <a:pathLst>
              <a:path w="43" h="53">
                <a:moveTo>
                  <a:pt x="17" y="53"/>
                </a:moveTo>
                <a:cubicBezTo>
                  <a:pt x="11" y="53"/>
                  <a:pt x="11" y="53"/>
                  <a:pt x="11" y="53"/>
                </a:cubicBezTo>
                <a:cubicBezTo>
                  <a:pt x="10" y="53"/>
                  <a:pt x="9" y="52"/>
                  <a:pt x="9" y="52"/>
                </a:cubicBezTo>
                <a:cubicBezTo>
                  <a:pt x="9" y="29"/>
                  <a:pt x="9" y="29"/>
                  <a:pt x="9" y="29"/>
                </a:cubicBezTo>
                <a:cubicBezTo>
                  <a:pt x="1" y="31"/>
                  <a:pt x="1" y="31"/>
                  <a:pt x="1" y="31"/>
                </a:cubicBezTo>
                <a:cubicBezTo>
                  <a:pt x="1" y="31"/>
                  <a:pt x="1" y="31"/>
                  <a:pt x="1" y="31"/>
                </a:cubicBezTo>
                <a:cubicBezTo>
                  <a:pt x="1" y="31"/>
                  <a:pt x="0" y="31"/>
                  <a:pt x="0" y="31"/>
                </a:cubicBezTo>
                <a:cubicBezTo>
                  <a:pt x="0" y="31"/>
                  <a:pt x="0" y="30"/>
                  <a:pt x="0" y="30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5"/>
                  <a:pt x="0" y="24"/>
                  <a:pt x="1" y="24"/>
                </a:cubicBezTo>
                <a:cubicBezTo>
                  <a:pt x="9" y="21"/>
                  <a:pt x="9" y="21"/>
                  <a:pt x="9" y="21"/>
                </a:cubicBezTo>
                <a:cubicBezTo>
                  <a:pt x="9" y="18"/>
                  <a:pt x="9" y="18"/>
                  <a:pt x="9" y="18"/>
                </a:cubicBezTo>
                <a:cubicBezTo>
                  <a:pt x="1" y="20"/>
                  <a:pt x="1" y="20"/>
                  <a:pt x="1" y="20"/>
                </a:cubicBezTo>
                <a:cubicBezTo>
                  <a:pt x="1" y="20"/>
                  <a:pt x="1" y="20"/>
                  <a:pt x="1" y="20"/>
                </a:cubicBezTo>
                <a:cubicBezTo>
                  <a:pt x="1" y="20"/>
                  <a:pt x="0" y="20"/>
                  <a:pt x="0" y="20"/>
                </a:cubicBezTo>
                <a:cubicBezTo>
                  <a:pt x="0" y="20"/>
                  <a:pt x="0" y="19"/>
                  <a:pt x="0" y="19"/>
                </a:cubicBezTo>
                <a:cubicBezTo>
                  <a:pt x="0" y="14"/>
                  <a:pt x="0" y="14"/>
                  <a:pt x="0" y="14"/>
                </a:cubicBezTo>
                <a:cubicBezTo>
                  <a:pt x="0" y="14"/>
                  <a:pt x="0" y="13"/>
                  <a:pt x="1" y="13"/>
                </a:cubicBezTo>
                <a:cubicBezTo>
                  <a:pt x="9" y="10"/>
                  <a:pt x="9" y="10"/>
                  <a:pt x="9" y="10"/>
                </a:cubicBezTo>
                <a:cubicBezTo>
                  <a:pt x="9" y="1"/>
                  <a:pt x="9" y="1"/>
                  <a:pt x="9" y="1"/>
                </a:cubicBezTo>
                <a:cubicBezTo>
                  <a:pt x="9" y="0"/>
                  <a:pt x="10" y="0"/>
                  <a:pt x="11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7" y="0"/>
                  <a:pt x="18" y="0"/>
                  <a:pt x="18" y="1"/>
                </a:cubicBezTo>
                <a:cubicBezTo>
                  <a:pt x="18" y="8"/>
                  <a:pt x="18" y="8"/>
                  <a:pt x="18" y="8"/>
                </a:cubicBezTo>
                <a:cubicBezTo>
                  <a:pt x="32" y="3"/>
                  <a:pt x="32" y="3"/>
                  <a:pt x="32" y="3"/>
                </a:cubicBezTo>
                <a:cubicBezTo>
                  <a:pt x="33" y="3"/>
                  <a:pt x="33" y="3"/>
                  <a:pt x="33" y="3"/>
                </a:cubicBezTo>
                <a:cubicBezTo>
                  <a:pt x="34" y="4"/>
                  <a:pt x="34" y="4"/>
                  <a:pt x="34" y="4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10"/>
                  <a:pt x="33" y="10"/>
                  <a:pt x="33" y="10"/>
                </a:cubicBezTo>
                <a:cubicBezTo>
                  <a:pt x="18" y="15"/>
                  <a:pt x="18" y="15"/>
                  <a:pt x="18" y="15"/>
                </a:cubicBezTo>
                <a:cubicBezTo>
                  <a:pt x="18" y="19"/>
                  <a:pt x="18" y="19"/>
                  <a:pt x="18" y="19"/>
                </a:cubicBezTo>
                <a:cubicBezTo>
                  <a:pt x="32" y="14"/>
                  <a:pt x="32" y="14"/>
                  <a:pt x="32" y="14"/>
                </a:cubicBezTo>
                <a:cubicBezTo>
                  <a:pt x="33" y="14"/>
                  <a:pt x="33" y="14"/>
                  <a:pt x="33" y="14"/>
                </a:cubicBezTo>
                <a:cubicBezTo>
                  <a:pt x="34" y="15"/>
                  <a:pt x="34" y="15"/>
                  <a:pt x="34" y="15"/>
                </a:cubicBezTo>
                <a:cubicBezTo>
                  <a:pt x="34" y="20"/>
                  <a:pt x="34" y="20"/>
                  <a:pt x="34" y="20"/>
                </a:cubicBezTo>
                <a:cubicBezTo>
                  <a:pt x="34" y="21"/>
                  <a:pt x="33" y="21"/>
                  <a:pt x="33" y="21"/>
                </a:cubicBezTo>
                <a:cubicBezTo>
                  <a:pt x="18" y="26"/>
                  <a:pt x="18" y="26"/>
                  <a:pt x="18" y="26"/>
                </a:cubicBezTo>
                <a:cubicBezTo>
                  <a:pt x="18" y="44"/>
                  <a:pt x="18" y="44"/>
                  <a:pt x="18" y="44"/>
                </a:cubicBezTo>
                <a:cubicBezTo>
                  <a:pt x="27" y="44"/>
                  <a:pt x="35" y="36"/>
                  <a:pt x="35" y="26"/>
                </a:cubicBezTo>
                <a:cubicBezTo>
                  <a:pt x="35" y="26"/>
                  <a:pt x="36" y="25"/>
                  <a:pt x="36" y="25"/>
                </a:cubicBezTo>
                <a:cubicBezTo>
                  <a:pt x="42" y="25"/>
                  <a:pt x="42" y="25"/>
                  <a:pt x="42" y="25"/>
                </a:cubicBezTo>
                <a:cubicBezTo>
                  <a:pt x="43" y="25"/>
                  <a:pt x="43" y="26"/>
                  <a:pt x="43" y="26"/>
                </a:cubicBezTo>
                <a:cubicBezTo>
                  <a:pt x="43" y="41"/>
                  <a:pt x="31" y="53"/>
                  <a:pt x="17" y="5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84" name="Freeform 131"/>
          <p:cNvSpPr/>
          <p:nvPr/>
        </p:nvSpPr>
        <p:spPr>
          <a:xfrm>
            <a:off x="5931000" y="2470320"/>
            <a:ext cx="147600" cy="182520"/>
          </a:xfrm>
          <a:custGeom>
            <a:avLst/>
            <a:gdLst/>
            <a:ahLst/>
            <a:rect l="l" t="t" r="r" b="b"/>
            <a:pathLst>
              <a:path w="43" h="53">
                <a:moveTo>
                  <a:pt x="17" y="53"/>
                </a:moveTo>
                <a:cubicBezTo>
                  <a:pt x="11" y="53"/>
                  <a:pt x="11" y="53"/>
                  <a:pt x="11" y="53"/>
                </a:cubicBezTo>
                <a:cubicBezTo>
                  <a:pt x="10" y="53"/>
                  <a:pt x="9" y="52"/>
                  <a:pt x="9" y="52"/>
                </a:cubicBezTo>
                <a:cubicBezTo>
                  <a:pt x="9" y="29"/>
                  <a:pt x="9" y="29"/>
                  <a:pt x="9" y="29"/>
                </a:cubicBezTo>
                <a:cubicBezTo>
                  <a:pt x="1" y="31"/>
                  <a:pt x="1" y="31"/>
                  <a:pt x="1" y="31"/>
                </a:cubicBezTo>
                <a:cubicBezTo>
                  <a:pt x="1" y="31"/>
                  <a:pt x="1" y="31"/>
                  <a:pt x="1" y="31"/>
                </a:cubicBezTo>
                <a:cubicBezTo>
                  <a:pt x="1" y="31"/>
                  <a:pt x="0" y="31"/>
                  <a:pt x="0" y="31"/>
                </a:cubicBezTo>
                <a:cubicBezTo>
                  <a:pt x="0" y="31"/>
                  <a:pt x="0" y="30"/>
                  <a:pt x="0" y="30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5"/>
                  <a:pt x="0" y="24"/>
                  <a:pt x="1" y="24"/>
                </a:cubicBezTo>
                <a:cubicBezTo>
                  <a:pt x="9" y="21"/>
                  <a:pt x="9" y="21"/>
                  <a:pt x="9" y="21"/>
                </a:cubicBezTo>
                <a:cubicBezTo>
                  <a:pt x="9" y="18"/>
                  <a:pt x="9" y="18"/>
                  <a:pt x="9" y="18"/>
                </a:cubicBezTo>
                <a:cubicBezTo>
                  <a:pt x="1" y="20"/>
                  <a:pt x="1" y="20"/>
                  <a:pt x="1" y="20"/>
                </a:cubicBezTo>
                <a:cubicBezTo>
                  <a:pt x="1" y="20"/>
                  <a:pt x="1" y="20"/>
                  <a:pt x="1" y="20"/>
                </a:cubicBezTo>
                <a:cubicBezTo>
                  <a:pt x="1" y="20"/>
                  <a:pt x="0" y="20"/>
                  <a:pt x="0" y="20"/>
                </a:cubicBezTo>
                <a:cubicBezTo>
                  <a:pt x="0" y="20"/>
                  <a:pt x="0" y="19"/>
                  <a:pt x="0" y="19"/>
                </a:cubicBezTo>
                <a:cubicBezTo>
                  <a:pt x="0" y="14"/>
                  <a:pt x="0" y="14"/>
                  <a:pt x="0" y="14"/>
                </a:cubicBezTo>
                <a:cubicBezTo>
                  <a:pt x="0" y="14"/>
                  <a:pt x="0" y="13"/>
                  <a:pt x="1" y="13"/>
                </a:cubicBezTo>
                <a:cubicBezTo>
                  <a:pt x="9" y="10"/>
                  <a:pt x="9" y="10"/>
                  <a:pt x="9" y="10"/>
                </a:cubicBezTo>
                <a:cubicBezTo>
                  <a:pt x="9" y="1"/>
                  <a:pt x="9" y="1"/>
                  <a:pt x="9" y="1"/>
                </a:cubicBezTo>
                <a:cubicBezTo>
                  <a:pt x="9" y="0"/>
                  <a:pt x="10" y="0"/>
                  <a:pt x="11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7" y="0"/>
                  <a:pt x="18" y="0"/>
                  <a:pt x="18" y="1"/>
                </a:cubicBezTo>
                <a:cubicBezTo>
                  <a:pt x="18" y="8"/>
                  <a:pt x="18" y="8"/>
                  <a:pt x="18" y="8"/>
                </a:cubicBezTo>
                <a:cubicBezTo>
                  <a:pt x="32" y="3"/>
                  <a:pt x="32" y="3"/>
                  <a:pt x="32" y="3"/>
                </a:cubicBezTo>
                <a:cubicBezTo>
                  <a:pt x="33" y="3"/>
                  <a:pt x="33" y="3"/>
                  <a:pt x="33" y="3"/>
                </a:cubicBezTo>
                <a:cubicBezTo>
                  <a:pt x="34" y="4"/>
                  <a:pt x="34" y="4"/>
                  <a:pt x="34" y="4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10"/>
                  <a:pt x="33" y="10"/>
                  <a:pt x="33" y="10"/>
                </a:cubicBezTo>
                <a:cubicBezTo>
                  <a:pt x="18" y="15"/>
                  <a:pt x="18" y="15"/>
                  <a:pt x="18" y="15"/>
                </a:cubicBezTo>
                <a:cubicBezTo>
                  <a:pt x="18" y="19"/>
                  <a:pt x="18" y="19"/>
                  <a:pt x="18" y="19"/>
                </a:cubicBezTo>
                <a:cubicBezTo>
                  <a:pt x="32" y="14"/>
                  <a:pt x="32" y="14"/>
                  <a:pt x="32" y="14"/>
                </a:cubicBezTo>
                <a:cubicBezTo>
                  <a:pt x="33" y="14"/>
                  <a:pt x="33" y="14"/>
                  <a:pt x="33" y="14"/>
                </a:cubicBezTo>
                <a:cubicBezTo>
                  <a:pt x="34" y="15"/>
                  <a:pt x="34" y="15"/>
                  <a:pt x="34" y="15"/>
                </a:cubicBezTo>
                <a:cubicBezTo>
                  <a:pt x="34" y="20"/>
                  <a:pt x="34" y="20"/>
                  <a:pt x="34" y="20"/>
                </a:cubicBezTo>
                <a:cubicBezTo>
                  <a:pt x="34" y="21"/>
                  <a:pt x="33" y="21"/>
                  <a:pt x="33" y="21"/>
                </a:cubicBezTo>
                <a:cubicBezTo>
                  <a:pt x="18" y="26"/>
                  <a:pt x="18" y="26"/>
                  <a:pt x="18" y="26"/>
                </a:cubicBezTo>
                <a:cubicBezTo>
                  <a:pt x="18" y="44"/>
                  <a:pt x="18" y="44"/>
                  <a:pt x="18" y="44"/>
                </a:cubicBezTo>
                <a:cubicBezTo>
                  <a:pt x="27" y="44"/>
                  <a:pt x="35" y="36"/>
                  <a:pt x="35" y="26"/>
                </a:cubicBezTo>
                <a:cubicBezTo>
                  <a:pt x="35" y="26"/>
                  <a:pt x="36" y="25"/>
                  <a:pt x="36" y="25"/>
                </a:cubicBezTo>
                <a:cubicBezTo>
                  <a:pt x="42" y="25"/>
                  <a:pt x="42" y="25"/>
                  <a:pt x="42" y="25"/>
                </a:cubicBezTo>
                <a:cubicBezTo>
                  <a:pt x="43" y="25"/>
                  <a:pt x="43" y="26"/>
                  <a:pt x="43" y="26"/>
                </a:cubicBezTo>
                <a:cubicBezTo>
                  <a:pt x="43" y="41"/>
                  <a:pt x="31" y="53"/>
                  <a:pt x="17" y="5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85" name="Freeform 132"/>
          <p:cNvSpPr/>
          <p:nvPr/>
        </p:nvSpPr>
        <p:spPr>
          <a:xfrm>
            <a:off x="6426360" y="2460600"/>
            <a:ext cx="218880" cy="209520"/>
          </a:xfrm>
          <a:custGeom>
            <a:avLst/>
            <a:gdLst/>
            <a:ahLst/>
            <a:rect l="l" t="t" r="r" b="b"/>
            <a:pathLst>
              <a:path w="64" h="61">
                <a:moveTo>
                  <a:pt x="62" y="31"/>
                </a:moveTo>
                <a:cubicBezTo>
                  <a:pt x="62" y="31"/>
                  <a:pt x="62" y="31"/>
                  <a:pt x="62" y="31"/>
                </a:cubicBezTo>
                <a:cubicBezTo>
                  <a:pt x="59" y="29"/>
                  <a:pt x="57" y="27"/>
                  <a:pt x="54" y="27"/>
                </a:cubicBezTo>
                <a:cubicBezTo>
                  <a:pt x="51" y="27"/>
                  <a:pt x="47" y="30"/>
                  <a:pt x="45" y="33"/>
                </a:cubicBezTo>
                <a:cubicBezTo>
                  <a:pt x="45" y="33"/>
                  <a:pt x="45" y="34"/>
                  <a:pt x="44" y="35"/>
                </a:cubicBezTo>
                <a:cubicBezTo>
                  <a:pt x="44" y="35"/>
                  <a:pt x="44" y="35"/>
                  <a:pt x="43" y="35"/>
                </a:cubicBezTo>
                <a:cubicBezTo>
                  <a:pt x="43" y="35"/>
                  <a:pt x="42" y="35"/>
                  <a:pt x="42" y="35"/>
                </a:cubicBezTo>
                <a:cubicBezTo>
                  <a:pt x="42" y="34"/>
                  <a:pt x="41" y="33"/>
                  <a:pt x="41" y="33"/>
                </a:cubicBezTo>
                <a:cubicBezTo>
                  <a:pt x="39" y="30"/>
                  <a:pt x="36" y="27"/>
                  <a:pt x="32" y="27"/>
                </a:cubicBezTo>
                <a:cubicBezTo>
                  <a:pt x="28" y="27"/>
                  <a:pt x="25" y="30"/>
                  <a:pt x="23" y="33"/>
                </a:cubicBezTo>
                <a:cubicBezTo>
                  <a:pt x="23" y="33"/>
                  <a:pt x="22" y="34"/>
                  <a:pt x="22" y="35"/>
                </a:cubicBezTo>
                <a:cubicBezTo>
                  <a:pt x="22" y="35"/>
                  <a:pt x="22" y="35"/>
                  <a:pt x="21" y="35"/>
                </a:cubicBezTo>
                <a:cubicBezTo>
                  <a:pt x="20" y="35"/>
                  <a:pt x="20" y="35"/>
                  <a:pt x="20" y="35"/>
                </a:cubicBezTo>
                <a:cubicBezTo>
                  <a:pt x="19" y="34"/>
                  <a:pt x="19" y="33"/>
                  <a:pt x="19" y="33"/>
                </a:cubicBezTo>
                <a:cubicBezTo>
                  <a:pt x="17" y="30"/>
                  <a:pt x="14" y="27"/>
                  <a:pt x="10" y="27"/>
                </a:cubicBezTo>
                <a:cubicBezTo>
                  <a:pt x="7" y="27"/>
                  <a:pt x="5" y="29"/>
                  <a:pt x="3" y="31"/>
                </a:cubicBezTo>
                <a:cubicBezTo>
                  <a:pt x="2" y="31"/>
                  <a:pt x="2" y="31"/>
                  <a:pt x="2" y="31"/>
                </a:cubicBezTo>
                <a:cubicBezTo>
                  <a:pt x="1" y="31"/>
                  <a:pt x="0" y="31"/>
                  <a:pt x="0" y="30"/>
                </a:cubicBezTo>
                <a:cubicBezTo>
                  <a:pt x="0" y="30"/>
                  <a:pt x="0" y="30"/>
                  <a:pt x="0" y="30"/>
                </a:cubicBezTo>
                <a:cubicBezTo>
                  <a:pt x="4" y="16"/>
                  <a:pt x="18" y="7"/>
                  <a:pt x="32" y="7"/>
                </a:cubicBezTo>
                <a:cubicBezTo>
                  <a:pt x="46" y="7"/>
                  <a:pt x="60" y="16"/>
                  <a:pt x="64" y="30"/>
                </a:cubicBezTo>
                <a:cubicBezTo>
                  <a:pt x="64" y="30"/>
                  <a:pt x="64" y="30"/>
                  <a:pt x="64" y="30"/>
                </a:cubicBezTo>
                <a:cubicBezTo>
                  <a:pt x="64" y="31"/>
                  <a:pt x="63" y="31"/>
                  <a:pt x="62" y="31"/>
                </a:cubicBezTo>
                <a:close/>
                <a:moveTo>
                  <a:pt x="34" y="51"/>
                </a:moveTo>
                <a:cubicBezTo>
                  <a:pt x="34" y="56"/>
                  <a:pt x="30" y="61"/>
                  <a:pt x="25" y="61"/>
                </a:cubicBezTo>
                <a:cubicBezTo>
                  <a:pt x="19" y="61"/>
                  <a:pt x="15" y="56"/>
                  <a:pt x="15" y="51"/>
                </a:cubicBezTo>
                <a:cubicBezTo>
                  <a:pt x="15" y="50"/>
                  <a:pt x="16" y="49"/>
                  <a:pt x="17" y="49"/>
                </a:cubicBezTo>
                <a:cubicBezTo>
                  <a:pt x="19" y="49"/>
                  <a:pt x="20" y="50"/>
                  <a:pt x="20" y="51"/>
                </a:cubicBezTo>
                <a:cubicBezTo>
                  <a:pt x="20" y="54"/>
                  <a:pt x="22" y="56"/>
                  <a:pt x="25" y="56"/>
                </a:cubicBezTo>
                <a:cubicBezTo>
                  <a:pt x="27" y="56"/>
                  <a:pt x="30" y="54"/>
                  <a:pt x="30" y="51"/>
                </a:cubicBezTo>
                <a:cubicBezTo>
                  <a:pt x="30" y="29"/>
                  <a:pt x="30" y="29"/>
                  <a:pt x="30" y="29"/>
                </a:cubicBezTo>
                <a:cubicBezTo>
                  <a:pt x="30" y="29"/>
                  <a:pt x="31" y="29"/>
                  <a:pt x="32" y="29"/>
                </a:cubicBezTo>
                <a:cubicBezTo>
                  <a:pt x="33" y="29"/>
                  <a:pt x="34" y="29"/>
                  <a:pt x="34" y="29"/>
                </a:cubicBezTo>
                <a:lnTo>
                  <a:pt x="34" y="51"/>
                </a:lnTo>
                <a:close/>
                <a:moveTo>
                  <a:pt x="34" y="6"/>
                </a:moveTo>
                <a:cubicBezTo>
                  <a:pt x="34" y="6"/>
                  <a:pt x="33" y="6"/>
                  <a:pt x="32" y="6"/>
                </a:cubicBezTo>
                <a:cubicBezTo>
                  <a:pt x="31" y="6"/>
                  <a:pt x="30" y="6"/>
                  <a:pt x="30" y="6"/>
                </a:cubicBezTo>
                <a:cubicBezTo>
                  <a:pt x="30" y="3"/>
                  <a:pt x="30" y="3"/>
                  <a:pt x="30" y="3"/>
                </a:cubicBezTo>
                <a:cubicBezTo>
                  <a:pt x="30" y="1"/>
                  <a:pt x="31" y="0"/>
                  <a:pt x="32" y="0"/>
                </a:cubicBezTo>
                <a:cubicBezTo>
                  <a:pt x="33" y="0"/>
                  <a:pt x="34" y="1"/>
                  <a:pt x="34" y="3"/>
                </a:cubicBezTo>
                <a:lnTo>
                  <a:pt x="34" y="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86" name="Freeform 133"/>
          <p:cNvSpPr/>
          <p:nvPr/>
        </p:nvSpPr>
        <p:spPr>
          <a:xfrm>
            <a:off x="6919920" y="2452680"/>
            <a:ext cx="216000" cy="217440"/>
          </a:xfrm>
          <a:custGeom>
            <a:avLst/>
            <a:gdLst/>
            <a:ahLst/>
            <a:rect l="l" t="t" r="r" b="b"/>
            <a:pathLst>
              <a:path w="63" h="63">
                <a:moveTo>
                  <a:pt x="13" y="42"/>
                </a:moveTo>
                <a:cubicBezTo>
                  <a:pt x="1" y="42"/>
                  <a:pt x="1" y="42"/>
                  <a:pt x="1" y="42"/>
                </a:cubicBezTo>
                <a:cubicBezTo>
                  <a:pt x="0" y="42"/>
                  <a:pt x="0" y="42"/>
                  <a:pt x="0" y="41"/>
                </a:cubicBezTo>
                <a:cubicBezTo>
                  <a:pt x="0" y="40"/>
                  <a:pt x="0" y="40"/>
                  <a:pt x="1" y="40"/>
                </a:cubicBezTo>
                <a:cubicBezTo>
                  <a:pt x="13" y="40"/>
                  <a:pt x="13" y="40"/>
                  <a:pt x="13" y="40"/>
                </a:cubicBezTo>
                <a:cubicBezTo>
                  <a:pt x="14" y="40"/>
                  <a:pt x="14" y="40"/>
                  <a:pt x="14" y="41"/>
                </a:cubicBezTo>
                <a:cubicBezTo>
                  <a:pt x="14" y="42"/>
                  <a:pt x="14" y="42"/>
                  <a:pt x="13" y="42"/>
                </a:cubicBezTo>
                <a:close/>
                <a:moveTo>
                  <a:pt x="30" y="19"/>
                </a:moveTo>
                <a:cubicBezTo>
                  <a:pt x="19" y="9"/>
                  <a:pt x="19" y="9"/>
                  <a:pt x="19" y="9"/>
                </a:cubicBezTo>
                <a:cubicBezTo>
                  <a:pt x="19" y="8"/>
                  <a:pt x="18" y="8"/>
                  <a:pt x="17" y="8"/>
                </a:cubicBezTo>
                <a:cubicBezTo>
                  <a:pt x="16" y="8"/>
                  <a:pt x="15" y="8"/>
                  <a:pt x="14" y="9"/>
                </a:cubicBezTo>
                <a:cubicBezTo>
                  <a:pt x="9" y="14"/>
                  <a:pt x="9" y="14"/>
                  <a:pt x="9" y="14"/>
                </a:cubicBezTo>
                <a:cubicBezTo>
                  <a:pt x="8" y="15"/>
                  <a:pt x="8" y="16"/>
                  <a:pt x="8" y="17"/>
                </a:cubicBezTo>
                <a:cubicBezTo>
                  <a:pt x="8" y="18"/>
                  <a:pt x="8" y="19"/>
                  <a:pt x="9" y="19"/>
                </a:cubicBezTo>
                <a:cubicBezTo>
                  <a:pt x="19" y="30"/>
                  <a:pt x="19" y="30"/>
                  <a:pt x="19" y="30"/>
                </a:cubicBezTo>
                <a:cubicBezTo>
                  <a:pt x="18" y="39"/>
                  <a:pt x="18" y="39"/>
                  <a:pt x="18" y="39"/>
                </a:cubicBezTo>
                <a:cubicBezTo>
                  <a:pt x="18" y="38"/>
                  <a:pt x="17" y="38"/>
                  <a:pt x="16" y="37"/>
                </a:cubicBezTo>
                <a:cubicBezTo>
                  <a:pt x="4" y="24"/>
                  <a:pt x="4" y="24"/>
                  <a:pt x="4" y="24"/>
                </a:cubicBezTo>
                <a:cubicBezTo>
                  <a:pt x="2" y="22"/>
                  <a:pt x="0" y="20"/>
                  <a:pt x="0" y="17"/>
                </a:cubicBezTo>
                <a:cubicBezTo>
                  <a:pt x="0" y="14"/>
                  <a:pt x="2" y="11"/>
                  <a:pt x="4" y="9"/>
                </a:cubicBezTo>
                <a:cubicBezTo>
                  <a:pt x="9" y="3"/>
                  <a:pt x="9" y="3"/>
                  <a:pt x="9" y="3"/>
                </a:cubicBezTo>
                <a:cubicBezTo>
                  <a:pt x="11" y="1"/>
                  <a:pt x="14" y="0"/>
                  <a:pt x="17" y="0"/>
                </a:cubicBezTo>
                <a:cubicBezTo>
                  <a:pt x="20" y="0"/>
                  <a:pt x="23" y="1"/>
                  <a:pt x="25" y="4"/>
                </a:cubicBezTo>
                <a:cubicBezTo>
                  <a:pt x="37" y="16"/>
                  <a:pt x="37" y="16"/>
                  <a:pt x="37" y="16"/>
                </a:cubicBezTo>
                <a:cubicBezTo>
                  <a:pt x="38" y="17"/>
                  <a:pt x="38" y="18"/>
                  <a:pt x="39" y="18"/>
                </a:cubicBezTo>
                <a:lnTo>
                  <a:pt x="30" y="19"/>
                </a:lnTo>
                <a:close/>
                <a:moveTo>
                  <a:pt x="7" y="58"/>
                </a:moveTo>
                <a:cubicBezTo>
                  <a:pt x="6" y="58"/>
                  <a:pt x="6" y="58"/>
                  <a:pt x="6" y="58"/>
                </a:cubicBezTo>
                <a:cubicBezTo>
                  <a:pt x="6" y="58"/>
                  <a:pt x="5" y="58"/>
                  <a:pt x="5" y="58"/>
                </a:cubicBezTo>
                <a:cubicBezTo>
                  <a:pt x="5" y="57"/>
                  <a:pt x="5" y="56"/>
                  <a:pt x="5" y="56"/>
                </a:cubicBezTo>
                <a:cubicBezTo>
                  <a:pt x="15" y="46"/>
                  <a:pt x="15" y="46"/>
                  <a:pt x="15" y="46"/>
                </a:cubicBezTo>
                <a:cubicBezTo>
                  <a:pt x="15" y="46"/>
                  <a:pt x="16" y="46"/>
                  <a:pt x="16" y="46"/>
                </a:cubicBezTo>
                <a:cubicBezTo>
                  <a:pt x="17" y="47"/>
                  <a:pt x="17" y="47"/>
                  <a:pt x="16" y="48"/>
                </a:cubicBezTo>
                <a:lnTo>
                  <a:pt x="7" y="58"/>
                </a:lnTo>
                <a:close/>
                <a:moveTo>
                  <a:pt x="23" y="62"/>
                </a:moveTo>
                <a:cubicBezTo>
                  <a:pt x="23" y="62"/>
                  <a:pt x="22" y="63"/>
                  <a:pt x="22" y="63"/>
                </a:cubicBezTo>
                <a:cubicBezTo>
                  <a:pt x="21" y="63"/>
                  <a:pt x="20" y="62"/>
                  <a:pt x="20" y="62"/>
                </a:cubicBezTo>
                <a:cubicBezTo>
                  <a:pt x="20" y="49"/>
                  <a:pt x="20" y="49"/>
                  <a:pt x="20" y="49"/>
                </a:cubicBezTo>
                <a:cubicBezTo>
                  <a:pt x="20" y="49"/>
                  <a:pt x="21" y="48"/>
                  <a:pt x="22" y="48"/>
                </a:cubicBezTo>
                <a:cubicBezTo>
                  <a:pt x="22" y="48"/>
                  <a:pt x="23" y="49"/>
                  <a:pt x="23" y="49"/>
                </a:cubicBezTo>
                <a:lnTo>
                  <a:pt x="23" y="62"/>
                </a:lnTo>
                <a:close/>
                <a:moveTo>
                  <a:pt x="59" y="54"/>
                </a:moveTo>
                <a:cubicBezTo>
                  <a:pt x="54" y="59"/>
                  <a:pt x="54" y="59"/>
                  <a:pt x="54" y="59"/>
                </a:cubicBezTo>
                <a:cubicBezTo>
                  <a:pt x="51" y="61"/>
                  <a:pt x="49" y="62"/>
                  <a:pt x="46" y="62"/>
                </a:cubicBezTo>
                <a:cubicBezTo>
                  <a:pt x="43" y="62"/>
                  <a:pt x="40" y="61"/>
                  <a:pt x="38" y="59"/>
                </a:cubicBezTo>
                <a:cubicBezTo>
                  <a:pt x="25" y="46"/>
                  <a:pt x="25" y="46"/>
                  <a:pt x="25" y="46"/>
                </a:cubicBezTo>
                <a:cubicBezTo>
                  <a:pt x="25" y="46"/>
                  <a:pt x="24" y="45"/>
                  <a:pt x="24" y="44"/>
                </a:cubicBezTo>
                <a:cubicBezTo>
                  <a:pt x="33" y="43"/>
                  <a:pt x="33" y="43"/>
                  <a:pt x="33" y="43"/>
                </a:cubicBezTo>
                <a:cubicBezTo>
                  <a:pt x="43" y="54"/>
                  <a:pt x="43" y="54"/>
                  <a:pt x="43" y="54"/>
                </a:cubicBezTo>
                <a:cubicBezTo>
                  <a:pt x="45" y="55"/>
                  <a:pt x="47" y="55"/>
                  <a:pt x="48" y="54"/>
                </a:cubicBezTo>
                <a:cubicBezTo>
                  <a:pt x="54" y="48"/>
                  <a:pt x="54" y="48"/>
                  <a:pt x="54" y="48"/>
                </a:cubicBezTo>
                <a:cubicBezTo>
                  <a:pt x="55" y="48"/>
                  <a:pt x="55" y="47"/>
                  <a:pt x="55" y="46"/>
                </a:cubicBezTo>
                <a:cubicBezTo>
                  <a:pt x="55" y="45"/>
                  <a:pt x="55" y="44"/>
                  <a:pt x="54" y="43"/>
                </a:cubicBezTo>
                <a:cubicBezTo>
                  <a:pt x="44" y="33"/>
                  <a:pt x="44" y="33"/>
                  <a:pt x="44" y="33"/>
                </a:cubicBezTo>
                <a:cubicBezTo>
                  <a:pt x="44" y="24"/>
                  <a:pt x="44" y="24"/>
                  <a:pt x="44" y="24"/>
                </a:cubicBezTo>
                <a:cubicBezTo>
                  <a:pt x="45" y="24"/>
                  <a:pt x="46" y="25"/>
                  <a:pt x="46" y="25"/>
                </a:cubicBezTo>
                <a:cubicBezTo>
                  <a:pt x="59" y="38"/>
                  <a:pt x="59" y="38"/>
                  <a:pt x="59" y="38"/>
                </a:cubicBezTo>
                <a:cubicBezTo>
                  <a:pt x="61" y="40"/>
                  <a:pt x="62" y="43"/>
                  <a:pt x="62" y="46"/>
                </a:cubicBezTo>
                <a:cubicBezTo>
                  <a:pt x="62" y="49"/>
                  <a:pt x="61" y="52"/>
                  <a:pt x="59" y="54"/>
                </a:cubicBezTo>
                <a:close/>
                <a:moveTo>
                  <a:pt x="42" y="13"/>
                </a:moveTo>
                <a:cubicBezTo>
                  <a:pt x="42" y="14"/>
                  <a:pt x="42" y="14"/>
                  <a:pt x="41" y="14"/>
                </a:cubicBezTo>
                <a:cubicBezTo>
                  <a:pt x="40" y="14"/>
                  <a:pt x="40" y="14"/>
                  <a:pt x="40" y="13"/>
                </a:cubicBezTo>
                <a:cubicBezTo>
                  <a:pt x="40" y="1"/>
                  <a:pt x="40" y="1"/>
                  <a:pt x="40" y="1"/>
                </a:cubicBezTo>
                <a:cubicBezTo>
                  <a:pt x="40" y="0"/>
                  <a:pt x="40" y="0"/>
                  <a:pt x="41" y="0"/>
                </a:cubicBezTo>
                <a:cubicBezTo>
                  <a:pt x="42" y="0"/>
                  <a:pt x="42" y="0"/>
                  <a:pt x="42" y="1"/>
                </a:cubicBezTo>
                <a:lnTo>
                  <a:pt x="42" y="13"/>
                </a:lnTo>
                <a:close/>
                <a:moveTo>
                  <a:pt x="48" y="16"/>
                </a:moveTo>
                <a:cubicBezTo>
                  <a:pt x="48" y="17"/>
                  <a:pt x="47" y="17"/>
                  <a:pt x="47" y="17"/>
                </a:cubicBezTo>
                <a:cubicBezTo>
                  <a:pt x="47" y="17"/>
                  <a:pt x="47" y="17"/>
                  <a:pt x="46" y="16"/>
                </a:cubicBezTo>
                <a:cubicBezTo>
                  <a:pt x="46" y="16"/>
                  <a:pt x="46" y="15"/>
                  <a:pt x="46" y="15"/>
                </a:cubicBezTo>
                <a:cubicBezTo>
                  <a:pt x="56" y="5"/>
                  <a:pt x="56" y="5"/>
                  <a:pt x="56" y="5"/>
                </a:cubicBezTo>
                <a:cubicBezTo>
                  <a:pt x="56" y="4"/>
                  <a:pt x="57" y="4"/>
                  <a:pt x="58" y="5"/>
                </a:cubicBezTo>
                <a:cubicBezTo>
                  <a:pt x="58" y="5"/>
                  <a:pt x="58" y="6"/>
                  <a:pt x="58" y="7"/>
                </a:cubicBezTo>
                <a:lnTo>
                  <a:pt x="48" y="16"/>
                </a:lnTo>
                <a:close/>
                <a:moveTo>
                  <a:pt x="62" y="23"/>
                </a:moveTo>
                <a:cubicBezTo>
                  <a:pt x="50" y="23"/>
                  <a:pt x="50" y="23"/>
                  <a:pt x="50" y="23"/>
                </a:cubicBezTo>
                <a:cubicBezTo>
                  <a:pt x="49" y="23"/>
                  <a:pt x="48" y="22"/>
                  <a:pt x="48" y="22"/>
                </a:cubicBezTo>
                <a:cubicBezTo>
                  <a:pt x="48" y="21"/>
                  <a:pt x="49" y="20"/>
                  <a:pt x="50" y="20"/>
                </a:cubicBezTo>
                <a:cubicBezTo>
                  <a:pt x="62" y="20"/>
                  <a:pt x="62" y="20"/>
                  <a:pt x="62" y="20"/>
                </a:cubicBezTo>
                <a:cubicBezTo>
                  <a:pt x="62" y="20"/>
                  <a:pt x="63" y="21"/>
                  <a:pt x="63" y="22"/>
                </a:cubicBezTo>
                <a:cubicBezTo>
                  <a:pt x="63" y="22"/>
                  <a:pt x="62" y="23"/>
                  <a:pt x="62" y="2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87" name="Freeform 134"/>
          <p:cNvSpPr/>
          <p:nvPr/>
        </p:nvSpPr>
        <p:spPr>
          <a:xfrm>
            <a:off x="7413480" y="2460600"/>
            <a:ext cx="220680" cy="209520"/>
          </a:xfrm>
          <a:custGeom>
            <a:avLst/>
            <a:gdLst/>
            <a:ahLst/>
            <a:rect l="l" t="t" r="r" b="b"/>
            <a:pathLst>
              <a:path w="64" h="61">
                <a:moveTo>
                  <a:pt x="64" y="57"/>
                </a:moveTo>
                <a:cubicBezTo>
                  <a:pt x="64" y="59"/>
                  <a:pt x="62" y="61"/>
                  <a:pt x="60" y="61"/>
                </a:cubicBezTo>
                <a:cubicBezTo>
                  <a:pt x="4" y="61"/>
                  <a:pt x="4" y="61"/>
                  <a:pt x="4" y="61"/>
                </a:cubicBezTo>
                <a:cubicBezTo>
                  <a:pt x="2" y="61"/>
                  <a:pt x="0" y="59"/>
                  <a:pt x="0" y="57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3"/>
                  <a:pt x="2" y="41"/>
                  <a:pt x="4" y="41"/>
                </a:cubicBezTo>
                <a:cubicBezTo>
                  <a:pt x="20" y="41"/>
                  <a:pt x="20" y="41"/>
                  <a:pt x="20" y="41"/>
                </a:cubicBezTo>
                <a:cubicBezTo>
                  <a:pt x="21" y="44"/>
                  <a:pt x="24" y="46"/>
                  <a:pt x="27" y="46"/>
                </a:cubicBezTo>
                <a:cubicBezTo>
                  <a:pt x="37" y="46"/>
                  <a:pt x="37" y="46"/>
                  <a:pt x="37" y="46"/>
                </a:cubicBezTo>
                <a:cubicBezTo>
                  <a:pt x="40" y="46"/>
                  <a:pt x="43" y="44"/>
                  <a:pt x="44" y="41"/>
                </a:cubicBezTo>
                <a:cubicBezTo>
                  <a:pt x="60" y="41"/>
                  <a:pt x="60" y="41"/>
                  <a:pt x="60" y="41"/>
                </a:cubicBezTo>
                <a:cubicBezTo>
                  <a:pt x="62" y="41"/>
                  <a:pt x="64" y="43"/>
                  <a:pt x="64" y="45"/>
                </a:cubicBezTo>
                <a:lnTo>
                  <a:pt x="64" y="57"/>
                </a:lnTo>
                <a:close/>
                <a:moveTo>
                  <a:pt x="49" y="22"/>
                </a:moveTo>
                <a:cubicBezTo>
                  <a:pt x="39" y="22"/>
                  <a:pt x="39" y="22"/>
                  <a:pt x="39" y="22"/>
                </a:cubicBezTo>
                <a:cubicBezTo>
                  <a:pt x="39" y="39"/>
                  <a:pt x="39" y="39"/>
                  <a:pt x="39" y="39"/>
                </a:cubicBezTo>
                <a:cubicBezTo>
                  <a:pt x="39" y="40"/>
                  <a:pt x="38" y="41"/>
                  <a:pt x="37" y="41"/>
                </a:cubicBezTo>
                <a:cubicBezTo>
                  <a:pt x="27" y="41"/>
                  <a:pt x="27" y="41"/>
                  <a:pt x="27" y="41"/>
                </a:cubicBezTo>
                <a:cubicBezTo>
                  <a:pt x="26" y="41"/>
                  <a:pt x="25" y="40"/>
                  <a:pt x="25" y="39"/>
                </a:cubicBezTo>
                <a:cubicBezTo>
                  <a:pt x="25" y="22"/>
                  <a:pt x="25" y="22"/>
                  <a:pt x="25" y="22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2"/>
                  <a:pt x="13" y="21"/>
                  <a:pt x="13" y="20"/>
                </a:cubicBezTo>
                <a:cubicBezTo>
                  <a:pt x="12" y="20"/>
                  <a:pt x="13" y="19"/>
                  <a:pt x="13" y="18"/>
                </a:cubicBezTo>
                <a:cubicBezTo>
                  <a:pt x="30" y="1"/>
                  <a:pt x="30" y="1"/>
                  <a:pt x="30" y="1"/>
                </a:cubicBezTo>
                <a:cubicBezTo>
                  <a:pt x="31" y="0"/>
                  <a:pt x="31" y="0"/>
                  <a:pt x="32" y="0"/>
                </a:cubicBezTo>
                <a:cubicBezTo>
                  <a:pt x="33" y="0"/>
                  <a:pt x="33" y="0"/>
                  <a:pt x="34" y="1"/>
                </a:cubicBezTo>
                <a:cubicBezTo>
                  <a:pt x="51" y="18"/>
                  <a:pt x="51" y="18"/>
                  <a:pt x="51" y="18"/>
                </a:cubicBezTo>
                <a:cubicBezTo>
                  <a:pt x="51" y="19"/>
                  <a:pt x="52" y="20"/>
                  <a:pt x="51" y="20"/>
                </a:cubicBezTo>
                <a:cubicBezTo>
                  <a:pt x="51" y="21"/>
                  <a:pt x="50" y="22"/>
                  <a:pt x="49" y="22"/>
                </a:cubicBezTo>
                <a:close/>
                <a:moveTo>
                  <a:pt x="47" y="51"/>
                </a:moveTo>
                <a:cubicBezTo>
                  <a:pt x="45" y="51"/>
                  <a:pt x="44" y="52"/>
                  <a:pt x="44" y="54"/>
                </a:cubicBezTo>
                <a:cubicBezTo>
                  <a:pt x="44" y="55"/>
                  <a:pt x="45" y="56"/>
                  <a:pt x="47" y="56"/>
                </a:cubicBezTo>
                <a:cubicBezTo>
                  <a:pt x="48" y="56"/>
                  <a:pt x="49" y="55"/>
                  <a:pt x="49" y="54"/>
                </a:cubicBezTo>
                <a:cubicBezTo>
                  <a:pt x="49" y="52"/>
                  <a:pt x="48" y="51"/>
                  <a:pt x="47" y="51"/>
                </a:cubicBezTo>
                <a:close/>
                <a:moveTo>
                  <a:pt x="56" y="51"/>
                </a:moveTo>
                <a:cubicBezTo>
                  <a:pt x="55" y="51"/>
                  <a:pt x="54" y="52"/>
                  <a:pt x="54" y="54"/>
                </a:cubicBezTo>
                <a:cubicBezTo>
                  <a:pt x="54" y="55"/>
                  <a:pt x="55" y="56"/>
                  <a:pt x="56" y="56"/>
                </a:cubicBezTo>
                <a:cubicBezTo>
                  <a:pt x="58" y="56"/>
                  <a:pt x="59" y="55"/>
                  <a:pt x="59" y="54"/>
                </a:cubicBezTo>
                <a:cubicBezTo>
                  <a:pt x="59" y="52"/>
                  <a:pt x="58" y="51"/>
                  <a:pt x="56" y="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88" name="Freeform 135"/>
          <p:cNvSpPr/>
          <p:nvPr/>
        </p:nvSpPr>
        <p:spPr>
          <a:xfrm>
            <a:off x="7908840" y="2452680"/>
            <a:ext cx="250920" cy="235080"/>
          </a:xfrm>
          <a:custGeom>
            <a:avLst/>
            <a:gdLst/>
            <a:ahLst/>
            <a:rect l="l" t="t" r="r" b="b"/>
            <a:pathLst>
              <a:path w="73" h="68">
                <a:moveTo>
                  <a:pt x="13" y="39"/>
                </a:moveTo>
                <a:cubicBezTo>
                  <a:pt x="8" y="39"/>
                  <a:pt x="8" y="39"/>
                  <a:pt x="8" y="39"/>
                </a:cubicBezTo>
                <a:cubicBezTo>
                  <a:pt x="4" y="39"/>
                  <a:pt x="0" y="37"/>
                  <a:pt x="0" y="33"/>
                </a:cubicBezTo>
                <a:cubicBezTo>
                  <a:pt x="0" y="29"/>
                  <a:pt x="0" y="19"/>
                  <a:pt x="5" y="19"/>
                </a:cubicBezTo>
                <a:cubicBezTo>
                  <a:pt x="6" y="19"/>
                  <a:pt x="10" y="22"/>
                  <a:pt x="15" y="22"/>
                </a:cubicBezTo>
                <a:cubicBezTo>
                  <a:pt x="17" y="22"/>
                  <a:pt x="18" y="22"/>
                  <a:pt x="20" y="21"/>
                </a:cubicBezTo>
                <a:cubicBezTo>
                  <a:pt x="20" y="22"/>
                  <a:pt x="20" y="23"/>
                  <a:pt x="20" y="24"/>
                </a:cubicBezTo>
                <a:cubicBezTo>
                  <a:pt x="20" y="27"/>
                  <a:pt x="21" y="31"/>
                  <a:pt x="23" y="34"/>
                </a:cubicBezTo>
                <a:cubicBezTo>
                  <a:pt x="19" y="34"/>
                  <a:pt x="15" y="36"/>
                  <a:pt x="13" y="39"/>
                </a:cubicBezTo>
                <a:close/>
                <a:moveTo>
                  <a:pt x="15" y="19"/>
                </a:moveTo>
                <a:cubicBezTo>
                  <a:pt x="10" y="19"/>
                  <a:pt x="5" y="15"/>
                  <a:pt x="5" y="9"/>
                </a:cubicBezTo>
                <a:cubicBezTo>
                  <a:pt x="5" y="4"/>
                  <a:pt x="10" y="0"/>
                  <a:pt x="15" y="0"/>
                </a:cubicBezTo>
                <a:cubicBezTo>
                  <a:pt x="20" y="0"/>
                  <a:pt x="25" y="4"/>
                  <a:pt x="25" y="9"/>
                </a:cubicBezTo>
                <a:cubicBezTo>
                  <a:pt x="25" y="15"/>
                  <a:pt x="20" y="19"/>
                  <a:pt x="15" y="19"/>
                </a:cubicBezTo>
                <a:close/>
                <a:moveTo>
                  <a:pt x="53" y="68"/>
                </a:moveTo>
                <a:cubicBezTo>
                  <a:pt x="20" y="68"/>
                  <a:pt x="20" y="68"/>
                  <a:pt x="20" y="68"/>
                </a:cubicBezTo>
                <a:cubicBezTo>
                  <a:pt x="14" y="68"/>
                  <a:pt x="10" y="64"/>
                  <a:pt x="10" y="58"/>
                </a:cubicBezTo>
                <a:cubicBezTo>
                  <a:pt x="10" y="49"/>
                  <a:pt x="12" y="36"/>
                  <a:pt x="23" y="36"/>
                </a:cubicBezTo>
                <a:cubicBezTo>
                  <a:pt x="25" y="36"/>
                  <a:pt x="29" y="41"/>
                  <a:pt x="37" y="41"/>
                </a:cubicBezTo>
                <a:cubicBezTo>
                  <a:pt x="44" y="41"/>
                  <a:pt x="49" y="36"/>
                  <a:pt x="50" y="36"/>
                </a:cubicBezTo>
                <a:cubicBezTo>
                  <a:pt x="62" y="36"/>
                  <a:pt x="64" y="49"/>
                  <a:pt x="64" y="58"/>
                </a:cubicBezTo>
                <a:cubicBezTo>
                  <a:pt x="64" y="64"/>
                  <a:pt x="60" y="68"/>
                  <a:pt x="53" y="68"/>
                </a:cubicBezTo>
                <a:close/>
                <a:moveTo>
                  <a:pt x="37" y="39"/>
                </a:moveTo>
                <a:cubicBezTo>
                  <a:pt x="29" y="39"/>
                  <a:pt x="22" y="32"/>
                  <a:pt x="22" y="24"/>
                </a:cubicBezTo>
                <a:cubicBezTo>
                  <a:pt x="22" y="16"/>
                  <a:pt x="29" y="9"/>
                  <a:pt x="37" y="9"/>
                </a:cubicBezTo>
                <a:cubicBezTo>
                  <a:pt x="45" y="9"/>
                  <a:pt x="51" y="16"/>
                  <a:pt x="51" y="24"/>
                </a:cubicBezTo>
                <a:cubicBezTo>
                  <a:pt x="51" y="32"/>
                  <a:pt x="45" y="39"/>
                  <a:pt x="37" y="39"/>
                </a:cubicBezTo>
                <a:close/>
                <a:moveTo>
                  <a:pt x="59" y="19"/>
                </a:moveTo>
                <a:cubicBezTo>
                  <a:pt x="53" y="19"/>
                  <a:pt x="49" y="15"/>
                  <a:pt x="49" y="9"/>
                </a:cubicBezTo>
                <a:cubicBezTo>
                  <a:pt x="49" y="4"/>
                  <a:pt x="53" y="0"/>
                  <a:pt x="59" y="0"/>
                </a:cubicBezTo>
                <a:cubicBezTo>
                  <a:pt x="64" y="0"/>
                  <a:pt x="68" y="4"/>
                  <a:pt x="68" y="9"/>
                </a:cubicBezTo>
                <a:cubicBezTo>
                  <a:pt x="68" y="15"/>
                  <a:pt x="64" y="19"/>
                  <a:pt x="59" y="19"/>
                </a:cubicBezTo>
                <a:close/>
                <a:moveTo>
                  <a:pt x="66" y="39"/>
                </a:moveTo>
                <a:cubicBezTo>
                  <a:pt x="61" y="39"/>
                  <a:pt x="61" y="39"/>
                  <a:pt x="61" y="39"/>
                </a:cubicBezTo>
                <a:cubicBezTo>
                  <a:pt x="58" y="36"/>
                  <a:pt x="55" y="34"/>
                  <a:pt x="51" y="34"/>
                </a:cubicBezTo>
                <a:cubicBezTo>
                  <a:pt x="53" y="31"/>
                  <a:pt x="54" y="27"/>
                  <a:pt x="54" y="24"/>
                </a:cubicBezTo>
                <a:cubicBezTo>
                  <a:pt x="54" y="23"/>
                  <a:pt x="54" y="22"/>
                  <a:pt x="54" y="21"/>
                </a:cubicBezTo>
                <a:cubicBezTo>
                  <a:pt x="55" y="22"/>
                  <a:pt x="57" y="22"/>
                  <a:pt x="59" y="22"/>
                </a:cubicBezTo>
                <a:cubicBezTo>
                  <a:pt x="64" y="22"/>
                  <a:pt x="68" y="19"/>
                  <a:pt x="69" y="19"/>
                </a:cubicBezTo>
                <a:cubicBezTo>
                  <a:pt x="73" y="19"/>
                  <a:pt x="73" y="29"/>
                  <a:pt x="73" y="33"/>
                </a:cubicBezTo>
                <a:cubicBezTo>
                  <a:pt x="73" y="37"/>
                  <a:pt x="70" y="39"/>
                  <a:pt x="66" y="3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89" name="Freeform 136"/>
          <p:cNvSpPr/>
          <p:nvPr/>
        </p:nvSpPr>
        <p:spPr>
          <a:xfrm>
            <a:off x="8399520" y="2508120"/>
            <a:ext cx="257040" cy="144720"/>
          </a:xfrm>
          <a:custGeom>
            <a:avLst/>
            <a:gdLst/>
            <a:ahLst/>
            <a:rect l="l" t="t" r="r" b="b"/>
            <a:pathLst>
              <a:path w="75" h="42">
                <a:moveTo>
                  <a:pt x="68" y="15"/>
                </a:moveTo>
                <a:cubicBezTo>
                  <a:pt x="60" y="24"/>
                  <a:pt x="60" y="23"/>
                  <a:pt x="66" y="29"/>
                </a:cubicBezTo>
                <a:cubicBezTo>
                  <a:pt x="72" y="35"/>
                  <a:pt x="73" y="37"/>
                  <a:pt x="73" y="38"/>
                </a:cubicBezTo>
                <a:cubicBezTo>
                  <a:pt x="73" y="38"/>
                  <a:pt x="75" y="42"/>
                  <a:pt x="70" y="42"/>
                </a:cubicBezTo>
                <a:cubicBezTo>
                  <a:pt x="61" y="42"/>
                  <a:pt x="61" y="42"/>
                  <a:pt x="61" y="42"/>
                </a:cubicBezTo>
                <a:cubicBezTo>
                  <a:pt x="59" y="42"/>
                  <a:pt x="56" y="40"/>
                  <a:pt x="56" y="40"/>
                </a:cubicBezTo>
                <a:cubicBezTo>
                  <a:pt x="52" y="38"/>
                  <a:pt x="49" y="31"/>
                  <a:pt x="46" y="32"/>
                </a:cubicBezTo>
                <a:cubicBezTo>
                  <a:pt x="46" y="32"/>
                  <a:pt x="43" y="33"/>
                  <a:pt x="43" y="39"/>
                </a:cubicBezTo>
                <a:cubicBezTo>
                  <a:pt x="43" y="40"/>
                  <a:pt x="43" y="41"/>
                  <a:pt x="43" y="41"/>
                </a:cubicBezTo>
                <a:cubicBezTo>
                  <a:pt x="43" y="41"/>
                  <a:pt x="42" y="42"/>
                  <a:pt x="41" y="42"/>
                </a:cubicBezTo>
                <a:cubicBezTo>
                  <a:pt x="36" y="42"/>
                  <a:pt x="36" y="42"/>
                  <a:pt x="36" y="42"/>
                </a:cubicBezTo>
                <a:cubicBezTo>
                  <a:pt x="27" y="42"/>
                  <a:pt x="18" y="34"/>
                  <a:pt x="18" y="34"/>
                </a:cubicBezTo>
                <a:cubicBezTo>
                  <a:pt x="18" y="34"/>
                  <a:pt x="9" y="24"/>
                  <a:pt x="1" y="5"/>
                </a:cubicBezTo>
                <a:cubicBezTo>
                  <a:pt x="0" y="4"/>
                  <a:pt x="1" y="3"/>
                  <a:pt x="1" y="3"/>
                </a:cubicBezTo>
                <a:cubicBezTo>
                  <a:pt x="1" y="3"/>
                  <a:pt x="2" y="2"/>
                  <a:pt x="3" y="2"/>
                </a:cubicBezTo>
                <a:cubicBezTo>
                  <a:pt x="14" y="2"/>
                  <a:pt x="14" y="2"/>
                  <a:pt x="14" y="2"/>
                </a:cubicBezTo>
                <a:cubicBezTo>
                  <a:pt x="15" y="2"/>
                  <a:pt x="15" y="3"/>
                  <a:pt x="15" y="3"/>
                </a:cubicBezTo>
                <a:cubicBezTo>
                  <a:pt x="15" y="3"/>
                  <a:pt x="16" y="3"/>
                  <a:pt x="16" y="4"/>
                </a:cubicBezTo>
                <a:cubicBezTo>
                  <a:pt x="18" y="8"/>
                  <a:pt x="20" y="12"/>
                  <a:pt x="20" y="12"/>
                </a:cubicBezTo>
                <a:cubicBezTo>
                  <a:pt x="24" y="20"/>
                  <a:pt x="26" y="21"/>
                  <a:pt x="28" y="21"/>
                </a:cubicBezTo>
                <a:cubicBezTo>
                  <a:pt x="28" y="21"/>
                  <a:pt x="30" y="19"/>
                  <a:pt x="29" y="10"/>
                </a:cubicBezTo>
                <a:cubicBezTo>
                  <a:pt x="29" y="7"/>
                  <a:pt x="28" y="5"/>
                  <a:pt x="28" y="5"/>
                </a:cubicBezTo>
                <a:cubicBezTo>
                  <a:pt x="27" y="4"/>
                  <a:pt x="26" y="4"/>
                  <a:pt x="25" y="3"/>
                </a:cubicBezTo>
                <a:cubicBezTo>
                  <a:pt x="25" y="3"/>
                  <a:pt x="25" y="2"/>
                  <a:pt x="27" y="1"/>
                </a:cubicBezTo>
                <a:cubicBezTo>
                  <a:pt x="29" y="0"/>
                  <a:pt x="32" y="0"/>
                  <a:pt x="36" y="0"/>
                </a:cubicBezTo>
                <a:cubicBezTo>
                  <a:pt x="39" y="0"/>
                  <a:pt x="40" y="1"/>
                  <a:pt x="41" y="1"/>
                </a:cubicBezTo>
                <a:cubicBezTo>
                  <a:pt x="45" y="2"/>
                  <a:pt x="43" y="5"/>
                  <a:pt x="43" y="13"/>
                </a:cubicBezTo>
                <a:cubicBezTo>
                  <a:pt x="43" y="16"/>
                  <a:pt x="43" y="19"/>
                  <a:pt x="45" y="21"/>
                </a:cubicBezTo>
                <a:cubicBezTo>
                  <a:pt x="45" y="21"/>
                  <a:pt x="47" y="21"/>
                  <a:pt x="52" y="12"/>
                </a:cubicBezTo>
                <a:cubicBezTo>
                  <a:pt x="52" y="12"/>
                  <a:pt x="55" y="8"/>
                  <a:pt x="56" y="4"/>
                </a:cubicBezTo>
                <a:cubicBezTo>
                  <a:pt x="57" y="3"/>
                  <a:pt x="57" y="3"/>
                  <a:pt x="57" y="3"/>
                </a:cubicBezTo>
                <a:cubicBezTo>
                  <a:pt x="57" y="3"/>
                  <a:pt x="58" y="2"/>
                  <a:pt x="59" y="2"/>
                </a:cubicBezTo>
                <a:cubicBezTo>
                  <a:pt x="70" y="2"/>
                  <a:pt x="70" y="2"/>
                  <a:pt x="70" y="2"/>
                </a:cubicBezTo>
                <a:cubicBezTo>
                  <a:pt x="73" y="2"/>
                  <a:pt x="74" y="3"/>
                  <a:pt x="74" y="3"/>
                </a:cubicBezTo>
                <a:cubicBezTo>
                  <a:pt x="74" y="5"/>
                  <a:pt x="72" y="9"/>
                  <a:pt x="68" y="1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90" name="Freeform 137"/>
          <p:cNvSpPr/>
          <p:nvPr/>
        </p:nvSpPr>
        <p:spPr>
          <a:xfrm>
            <a:off x="8844120" y="2452680"/>
            <a:ext cx="237960" cy="217440"/>
          </a:xfrm>
          <a:custGeom>
            <a:avLst/>
            <a:gdLst/>
            <a:ahLst/>
            <a:rect l="l" t="t" r="r" b="b"/>
            <a:pathLst>
              <a:path w="69" h="63">
                <a:moveTo>
                  <a:pt x="68" y="56"/>
                </a:moveTo>
                <a:cubicBezTo>
                  <a:pt x="69" y="57"/>
                  <a:pt x="69" y="59"/>
                  <a:pt x="68" y="60"/>
                </a:cubicBezTo>
                <a:cubicBezTo>
                  <a:pt x="67" y="62"/>
                  <a:pt x="65" y="63"/>
                  <a:pt x="64" y="63"/>
                </a:cubicBezTo>
                <a:cubicBezTo>
                  <a:pt x="5" y="63"/>
                  <a:pt x="5" y="63"/>
                  <a:pt x="5" y="63"/>
                </a:cubicBezTo>
                <a:cubicBezTo>
                  <a:pt x="4" y="63"/>
                  <a:pt x="2" y="62"/>
                  <a:pt x="1" y="60"/>
                </a:cubicBezTo>
                <a:cubicBezTo>
                  <a:pt x="0" y="59"/>
                  <a:pt x="0" y="57"/>
                  <a:pt x="1" y="56"/>
                </a:cubicBezTo>
                <a:cubicBezTo>
                  <a:pt x="30" y="2"/>
                  <a:pt x="30" y="2"/>
                  <a:pt x="30" y="2"/>
                </a:cubicBezTo>
                <a:cubicBezTo>
                  <a:pt x="31" y="1"/>
                  <a:pt x="33" y="0"/>
                  <a:pt x="34" y="0"/>
                </a:cubicBezTo>
                <a:cubicBezTo>
                  <a:pt x="36" y="0"/>
                  <a:pt x="38" y="1"/>
                  <a:pt x="39" y="2"/>
                </a:cubicBezTo>
                <a:lnTo>
                  <a:pt x="68" y="56"/>
                </a:lnTo>
                <a:close/>
                <a:moveTo>
                  <a:pt x="40" y="20"/>
                </a:moveTo>
                <a:cubicBezTo>
                  <a:pt x="40" y="20"/>
                  <a:pt x="40" y="20"/>
                  <a:pt x="40" y="20"/>
                </a:cubicBezTo>
                <a:cubicBezTo>
                  <a:pt x="39" y="19"/>
                  <a:pt x="39" y="19"/>
                  <a:pt x="39" y="19"/>
                </a:cubicBezTo>
                <a:cubicBezTo>
                  <a:pt x="30" y="19"/>
                  <a:pt x="30" y="19"/>
                  <a:pt x="30" y="19"/>
                </a:cubicBezTo>
                <a:cubicBezTo>
                  <a:pt x="30" y="19"/>
                  <a:pt x="30" y="19"/>
                  <a:pt x="29" y="20"/>
                </a:cubicBezTo>
                <a:cubicBezTo>
                  <a:pt x="29" y="20"/>
                  <a:pt x="29" y="20"/>
                  <a:pt x="29" y="20"/>
                </a:cubicBezTo>
                <a:cubicBezTo>
                  <a:pt x="30" y="38"/>
                  <a:pt x="30" y="38"/>
                  <a:pt x="30" y="38"/>
                </a:cubicBezTo>
                <a:cubicBezTo>
                  <a:pt x="30" y="38"/>
                  <a:pt x="30" y="39"/>
                  <a:pt x="31" y="39"/>
                </a:cubicBezTo>
                <a:cubicBezTo>
                  <a:pt x="38" y="39"/>
                  <a:pt x="38" y="39"/>
                  <a:pt x="38" y="39"/>
                </a:cubicBezTo>
                <a:cubicBezTo>
                  <a:pt x="39" y="39"/>
                  <a:pt x="39" y="38"/>
                  <a:pt x="39" y="38"/>
                </a:cubicBezTo>
                <a:lnTo>
                  <a:pt x="40" y="20"/>
                </a:lnTo>
                <a:close/>
                <a:moveTo>
                  <a:pt x="39" y="45"/>
                </a:moveTo>
                <a:cubicBezTo>
                  <a:pt x="39" y="44"/>
                  <a:pt x="39" y="43"/>
                  <a:pt x="38" y="43"/>
                </a:cubicBezTo>
                <a:cubicBezTo>
                  <a:pt x="31" y="43"/>
                  <a:pt x="31" y="43"/>
                  <a:pt x="31" y="43"/>
                </a:cubicBezTo>
                <a:cubicBezTo>
                  <a:pt x="30" y="43"/>
                  <a:pt x="30" y="44"/>
                  <a:pt x="30" y="45"/>
                </a:cubicBezTo>
                <a:cubicBezTo>
                  <a:pt x="30" y="52"/>
                  <a:pt x="30" y="52"/>
                  <a:pt x="30" y="52"/>
                </a:cubicBezTo>
                <a:cubicBezTo>
                  <a:pt x="30" y="53"/>
                  <a:pt x="30" y="53"/>
                  <a:pt x="31" y="53"/>
                </a:cubicBezTo>
                <a:cubicBezTo>
                  <a:pt x="38" y="53"/>
                  <a:pt x="38" y="53"/>
                  <a:pt x="38" y="53"/>
                </a:cubicBezTo>
                <a:cubicBezTo>
                  <a:pt x="39" y="53"/>
                  <a:pt x="39" y="53"/>
                  <a:pt x="39" y="52"/>
                </a:cubicBezTo>
                <a:lnTo>
                  <a:pt x="39" y="4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91" name="Freeform 138"/>
          <p:cNvSpPr/>
          <p:nvPr/>
        </p:nvSpPr>
        <p:spPr>
          <a:xfrm>
            <a:off x="71280" y="2841480"/>
            <a:ext cx="212760" cy="230400"/>
          </a:xfrm>
          <a:custGeom>
            <a:avLst/>
            <a:gdLst/>
            <a:ahLst/>
            <a:rect l="l" t="t" r="r" b="b"/>
            <a:pathLst>
              <a:path w="62" h="67">
                <a:moveTo>
                  <a:pt x="42" y="51"/>
                </a:moveTo>
                <a:cubicBezTo>
                  <a:pt x="40" y="61"/>
                  <a:pt x="31" y="67"/>
                  <a:pt x="22" y="67"/>
                </a:cubicBezTo>
                <a:cubicBezTo>
                  <a:pt x="10" y="67"/>
                  <a:pt x="0" y="57"/>
                  <a:pt x="0" y="45"/>
                </a:cubicBezTo>
                <a:cubicBezTo>
                  <a:pt x="0" y="36"/>
                  <a:pt x="6" y="27"/>
                  <a:pt x="14" y="24"/>
                </a:cubicBezTo>
                <a:cubicBezTo>
                  <a:pt x="15" y="29"/>
                  <a:pt x="15" y="29"/>
                  <a:pt x="15" y="29"/>
                </a:cubicBezTo>
                <a:cubicBezTo>
                  <a:pt x="9" y="32"/>
                  <a:pt x="5" y="38"/>
                  <a:pt x="5" y="45"/>
                </a:cubicBezTo>
                <a:cubicBezTo>
                  <a:pt x="5" y="54"/>
                  <a:pt x="12" y="62"/>
                  <a:pt x="22" y="62"/>
                </a:cubicBezTo>
                <a:cubicBezTo>
                  <a:pt x="31" y="62"/>
                  <a:pt x="39" y="54"/>
                  <a:pt x="39" y="44"/>
                </a:cubicBezTo>
                <a:lnTo>
                  <a:pt x="42" y="51"/>
                </a:lnTo>
                <a:close/>
                <a:moveTo>
                  <a:pt x="62" y="52"/>
                </a:moveTo>
                <a:cubicBezTo>
                  <a:pt x="52" y="57"/>
                  <a:pt x="52" y="57"/>
                  <a:pt x="52" y="57"/>
                </a:cubicBezTo>
                <a:cubicBezTo>
                  <a:pt x="52" y="57"/>
                  <a:pt x="51" y="57"/>
                  <a:pt x="51" y="57"/>
                </a:cubicBezTo>
                <a:cubicBezTo>
                  <a:pt x="50" y="57"/>
                  <a:pt x="49" y="56"/>
                  <a:pt x="49" y="56"/>
                </a:cubicBezTo>
                <a:cubicBezTo>
                  <a:pt x="40" y="38"/>
                  <a:pt x="40" y="38"/>
                  <a:pt x="40" y="38"/>
                </a:cubicBezTo>
                <a:cubicBezTo>
                  <a:pt x="22" y="38"/>
                  <a:pt x="22" y="38"/>
                  <a:pt x="22" y="38"/>
                </a:cubicBezTo>
                <a:cubicBezTo>
                  <a:pt x="20" y="38"/>
                  <a:pt x="19" y="37"/>
                  <a:pt x="19" y="35"/>
                </a:cubicBezTo>
                <a:cubicBezTo>
                  <a:pt x="16" y="6"/>
                  <a:pt x="16" y="6"/>
                  <a:pt x="16" y="6"/>
                </a:cubicBezTo>
                <a:cubicBezTo>
                  <a:pt x="16" y="5"/>
                  <a:pt x="16" y="5"/>
                  <a:pt x="16" y="4"/>
                </a:cubicBezTo>
                <a:cubicBezTo>
                  <a:pt x="17" y="2"/>
                  <a:pt x="19" y="0"/>
                  <a:pt x="22" y="0"/>
                </a:cubicBezTo>
                <a:cubicBezTo>
                  <a:pt x="25" y="0"/>
                  <a:pt x="28" y="3"/>
                  <a:pt x="28" y="6"/>
                </a:cubicBezTo>
                <a:cubicBezTo>
                  <a:pt x="28" y="9"/>
                  <a:pt x="25" y="12"/>
                  <a:pt x="21" y="12"/>
                </a:cubicBezTo>
                <a:cubicBezTo>
                  <a:pt x="23" y="23"/>
                  <a:pt x="23" y="23"/>
                  <a:pt x="23" y="23"/>
                </a:cubicBezTo>
                <a:cubicBezTo>
                  <a:pt x="39" y="23"/>
                  <a:pt x="39" y="23"/>
                  <a:pt x="39" y="23"/>
                </a:cubicBezTo>
                <a:cubicBezTo>
                  <a:pt x="39" y="28"/>
                  <a:pt x="39" y="28"/>
                  <a:pt x="39" y="28"/>
                </a:cubicBezTo>
                <a:cubicBezTo>
                  <a:pt x="23" y="28"/>
                  <a:pt x="23" y="28"/>
                  <a:pt x="23" y="28"/>
                </a:cubicBezTo>
                <a:cubicBezTo>
                  <a:pt x="24" y="33"/>
                  <a:pt x="24" y="33"/>
                  <a:pt x="24" y="33"/>
                </a:cubicBezTo>
                <a:cubicBezTo>
                  <a:pt x="41" y="33"/>
                  <a:pt x="41" y="33"/>
                  <a:pt x="41" y="33"/>
                </a:cubicBezTo>
                <a:cubicBezTo>
                  <a:pt x="42" y="33"/>
                  <a:pt x="43" y="33"/>
                  <a:pt x="43" y="34"/>
                </a:cubicBezTo>
                <a:cubicBezTo>
                  <a:pt x="52" y="51"/>
                  <a:pt x="52" y="51"/>
                  <a:pt x="52" y="51"/>
                </a:cubicBezTo>
                <a:cubicBezTo>
                  <a:pt x="59" y="48"/>
                  <a:pt x="59" y="48"/>
                  <a:pt x="59" y="48"/>
                </a:cubicBezTo>
                <a:lnTo>
                  <a:pt x="62" y="5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92" name="Freeform 139"/>
          <p:cNvSpPr/>
          <p:nvPr/>
        </p:nvSpPr>
        <p:spPr>
          <a:xfrm>
            <a:off x="493560" y="2838600"/>
            <a:ext cx="233640" cy="233280"/>
          </a:xfrm>
          <a:custGeom>
            <a:avLst/>
            <a:gdLst/>
            <a:ahLst/>
            <a:rect l="l" t="t" r="r" b="b"/>
            <a:pathLst>
              <a:path w="68" h="68">
                <a:moveTo>
                  <a:pt x="68" y="34"/>
                </a:moveTo>
                <a:cubicBezTo>
                  <a:pt x="68" y="52"/>
                  <a:pt x="53" y="68"/>
                  <a:pt x="34" y="68"/>
                </a:cubicBezTo>
                <a:cubicBezTo>
                  <a:pt x="15" y="68"/>
                  <a:pt x="0" y="52"/>
                  <a:pt x="0" y="34"/>
                </a:cubicBezTo>
                <a:cubicBezTo>
                  <a:pt x="0" y="15"/>
                  <a:pt x="15" y="0"/>
                  <a:pt x="34" y="0"/>
                </a:cubicBezTo>
                <a:cubicBezTo>
                  <a:pt x="53" y="0"/>
                  <a:pt x="68" y="15"/>
                  <a:pt x="68" y="34"/>
                </a:cubicBezTo>
                <a:close/>
                <a:moveTo>
                  <a:pt x="66" y="34"/>
                </a:moveTo>
                <a:cubicBezTo>
                  <a:pt x="66" y="16"/>
                  <a:pt x="52" y="1"/>
                  <a:pt x="34" y="1"/>
                </a:cubicBezTo>
                <a:cubicBezTo>
                  <a:pt x="16" y="1"/>
                  <a:pt x="1" y="16"/>
                  <a:pt x="1" y="34"/>
                </a:cubicBezTo>
                <a:cubicBezTo>
                  <a:pt x="1" y="52"/>
                  <a:pt x="16" y="66"/>
                  <a:pt x="34" y="66"/>
                </a:cubicBezTo>
                <a:cubicBezTo>
                  <a:pt x="52" y="66"/>
                  <a:pt x="66" y="52"/>
                  <a:pt x="66" y="34"/>
                </a:cubicBezTo>
                <a:close/>
                <a:moveTo>
                  <a:pt x="7" y="22"/>
                </a:moveTo>
                <a:cubicBezTo>
                  <a:pt x="21" y="60"/>
                  <a:pt x="21" y="60"/>
                  <a:pt x="21" y="60"/>
                </a:cubicBezTo>
                <a:cubicBezTo>
                  <a:pt x="11" y="55"/>
                  <a:pt x="5" y="45"/>
                  <a:pt x="5" y="34"/>
                </a:cubicBezTo>
                <a:cubicBezTo>
                  <a:pt x="5" y="29"/>
                  <a:pt x="5" y="25"/>
                  <a:pt x="7" y="22"/>
                </a:cubicBezTo>
                <a:close/>
                <a:moveTo>
                  <a:pt x="51" y="42"/>
                </a:moveTo>
                <a:cubicBezTo>
                  <a:pt x="48" y="51"/>
                  <a:pt x="48" y="51"/>
                  <a:pt x="48" y="51"/>
                </a:cubicBezTo>
                <a:cubicBezTo>
                  <a:pt x="38" y="20"/>
                  <a:pt x="38" y="20"/>
                  <a:pt x="38" y="20"/>
                </a:cubicBezTo>
                <a:cubicBezTo>
                  <a:pt x="38" y="20"/>
                  <a:pt x="40" y="20"/>
                  <a:pt x="41" y="20"/>
                </a:cubicBezTo>
                <a:cubicBezTo>
                  <a:pt x="43" y="20"/>
                  <a:pt x="43" y="17"/>
                  <a:pt x="41" y="17"/>
                </a:cubicBezTo>
                <a:cubicBezTo>
                  <a:pt x="36" y="18"/>
                  <a:pt x="33" y="18"/>
                  <a:pt x="33" y="18"/>
                </a:cubicBezTo>
                <a:cubicBezTo>
                  <a:pt x="33" y="18"/>
                  <a:pt x="30" y="18"/>
                  <a:pt x="25" y="17"/>
                </a:cubicBezTo>
                <a:cubicBezTo>
                  <a:pt x="24" y="17"/>
                  <a:pt x="24" y="20"/>
                  <a:pt x="25" y="20"/>
                </a:cubicBezTo>
                <a:cubicBezTo>
                  <a:pt x="27" y="20"/>
                  <a:pt x="28" y="20"/>
                  <a:pt x="28" y="20"/>
                </a:cubicBezTo>
                <a:cubicBezTo>
                  <a:pt x="33" y="32"/>
                  <a:pt x="33" y="32"/>
                  <a:pt x="33" y="32"/>
                </a:cubicBezTo>
                <a:cubicBezTo>
                  <a:pt x="27" y="52"/>
                  <a:pt x="27" y="52"/>
                  <a:pt x="27" y="52"/>
                </a:cubicBezTo>
                <a:cubicBezTo>
                  <a:pt x="16" y="20"/>
                  <a:pt x="16" y="20"/>
                  <a:pt x="16" y="20"/>
                </a:cubicBezTo>
                <a:cubicBezTo>
                  <a:pt x="16" y="20"/>
                  <a:pt x="18" y="20"/>
                  <a:pt x="19" y="20"/>
                </a:cubicBezTo>
                <a:cubicBezTo>
                  <a:pt x="21" y="20"/>
                  <a:pt x="21" y="17"/>
                  <a:pt x="19" y="17"/>
                </a:cubicBezTo>
                <a:cubicBezTo>
                  <a:pt x="14" y="18"/>
                  <a:pt x="11" y="18"/>
                  <a:pt x="11" y="18"/>
                </a:cubicBezTo>
                <a:cubicBezTo>
                  <a:pt x="11" y="18"/>
                  <a:pt x="10" y="18"/>
                  <a:pt x="9" y="18"/>
                </a:cubicBezTo>
                <a:cubicBezTo>
                  <a:pt x="15" y="10"/>
                  <a:pt x="24" y="5"/>
                  <a:pt x="34" y="5"/>
                </a:cubicBezTo>
                <a:cubicBezTo>
                  <a:pt x="41" y="5"/>
                  <a:pt x="48" y="7"/>
                  <a:pt x="53" y="12"/>
                </a:cubicBezTo>
                <a:cubicBezTo>
                  <a:pt x="53" y="12"/>
                  <a:pt x="53" y="12"/>
                  <a:pt x="53" y="12"/>
                </a:cubicBezTo>
                <a:cubicBezTo>
                  <a:pt x="50" y="12"/>
                  <a:pt x="48" y="15"/>
                  <a:pt x="48" y="17"/>
                </a:cubicBezTo>
                <a:cubicBezTo>
                  <a:pt x="48" y="20"/>
                  <a:pt x="50" y="22"/>
                  <a:pt x="51" y="24"/>
                </a:cubicBezTo>
                <a:cubicBezTo>
                  <a:pt x="52" y="26"/>
                  <a:pt x="53" y="29"/>
                  <a:pt x="53" y="32"/>
                </a:cubicBezTo>
                <a:cubicBezTo>
                  <a:pt x="53" y="35"/>
                  <a:pt x="52" y="38"/>
                  <a:pt x="51" y="42"/>
                </a:cubicBezTo>
                <a:close/>
                <a:moveTo>
                  <a:pt x="43" y="61"/>
                </a:moveTo>
                <a:cubicBezTo>
                  <a:pt x="43" y="61"/>
                  <a:pt x="43" y="61"/>
                  <a:pt x="43" y="61"/>
                </a:cubicBezTo>
                <a:cubicBezTo>
                  <a:pt x="40" y="62"/>
                  <a:pt x="37" y="63"/>
                  <a:pt x="34" y="63"/>
                </a:cubicBezTo>
                <a:cubicBezTo>
                  <a:pt x="31" y="63"/>
                  <a:pt x="28" y="62"/>
                  <a:pt x="26" y="62"/>
                </a:cubicBezTo>
                <a:cubicBezTo>
                  <a:pt x="34" y="36"/>
                  <a:pt x="34" y="36"/>
                  <a:pt x="34" y="36"/>
                </a:cubicBezTo>
                <a:lnTo>
                  <a:pt x="43" y="61"/>
                </a:lnTo>
                <a:close/>
                <a:moveTo>
                  <a:pt x="63" y="34"/>
                </a:moveTo>
                <a:cubicBezTo>
                  <a:pt x="63" y="44"/>
                  <a:pt x="57" y="54"/>
                  <a:pt x="48" y="59"/>
                </a:cubicBezTo>
                <a:cubicBezTo>
                  <a:pt x="57" y="33"/>
                  <a:pt x="57" y="33"/>
                  <a:pt x="57" y="33"/>
                </a:cubicBezTo>
                <a:cubicBezTo>
                  <a:pt x="59" y="29"/>
                  <a:pt x="60" y="26"/>
                  <a:pt x="60" y="23"/>
                </a:cubicBezTo>
                <a:cubicBezTo>
                  <a:pt x="60" y="22"/>
                  <a:pt x="60" y="21"/>
                  <a:pt x="59" y="20"/>
                </a:cubicBezTo>
                <a:cubicBezTo>
                  <a:pt x="62" y="24"/>
                  <a:pt x="63" y="29"/>
                  <a:pt x="63" y="3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93" name="Freeform 140"/>
          <p:cNvSpPr/>
          <p:nvPr/>
        </p:nvSpPr>
        <p:spPr>
          <a:xfrm>
            <a:off x="1001880" y="2838600"/>
            <a:ext cx="172800" cy="215640"/>
          </a:xfrm>
          <a:custGeom>
            <a:avLst/>
            <a:gdLst/>
            <a:ahLst/>
            <a:rect l="l" t="t" r="r" b="b"/>
            <a:pathLst>
              <a:path w="50" h="63">
                <a:moveTo>
                  <a:pt x="29" y="63"/>
                </a:moveTo>
                <a:cubicBezTo>
                  <a:pt x="28" y="63"/>
                  <a:pt x="26" y="62"/>
                  <a:pt x="25" y="62"/>
                </a:cubicBezTo>
                <a:cubicBezTo>
                  <a:pt x="24" y="62"/>
                  <a:pt x="22" y="63"/>
                  <a:pt x="21" y="63"/>
                </a:cubicBezTo>
                <a:cubicBezTo>
                  <a:pt x="21" y="36"/>
                  <a:pt x="21" y="36"/>
                  <a:pt x="21" y="36"/>
                </a:cubicBezTo>
                <a:cubicBezTo>
                  <a:pt x="14" y="24"/>
                  <a:pt x="8" y="11"/>
                  <a:pt x="0" y="0"/>
                </a:cubicBezTo>
                <a:cubicBezTo>
                  <a:pt x="1" y="0"/>
                  <a:pt x="3" y="0"/>
                  <a:pt x="4" y="0"/>
                </a:cubicBezTo>
                <a:cubicBezTo>
                  <a:pt x="5" y="0"/>
                  <a:pt x="7" y="0"/>
                  <a:pt x="8" y="0"/>
                </a:cubicBezTo>
                <a:cubicBezTo>
                  <a:pt x="14" y="9"/>
                  <a:pt x="19" y="18"/>
                  <a:pt x="25" y="28"/>
                </a:cubicBezTo>
                <a:cubicBezTo>
                  <a:pt x="30" y="18"/>
                  <a:pt x="36" y="9"/>
                  <a:pt x="42" y="0"/>
                </a:cubicBezTo>
                <a:cubicBezTo>
                  <a:pt x="43" y="0"/>
                  <a:pt x="44" y="0"/>
                  <a:pt x="46" y="0"/>
                </a:cubicBezTo>
                <a:cubicBezTo>
                  <a:pt x="47" y="0"/>
                  <a:pt x="49" y="0"/>
                  <a:pt x="50" y="0"/>
                </a:cubicBezTo>
                <a:cubicBezTo>
                  <a:pt x="47" y="4"/>
                  <a:pt x="44" y="8"/>
                  <a:pt x="42" y="13"/>
                </a:cubicBezTo>
                <a:cubicBezTo>
                  <a:pt x="37" y="21"/>
                  <a:pt x="33" y="28"/>
                  <a:pt x="28" y="36"/>
                </a:cubicBezTo>
                <a:lnTo>
                  <a:pt x="29" y="6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94" name="Freeform 141"/>
          <p:cNvSpPr/>
          <p:nvPr/>
        </p:nvSpPr>
        <p:spPr>
          <a:xfrm>
            <a:off x="1482840" y="2868480"/>
            <a:ext cx="233280" cy="168480"/>
          </a:xfrm>
          <a:custGeom>
            <a:avLst/>
            <a:gdLst/>
            <a:ahLst/>
            <a:rect l="l" t="t" r="r" b="b"/>
            <a:pathLst>
              <a:path w="68" h="49">
                <a:moveTo>
                  <a:pt x="67" y="41"/>
                </a:moveTo>
                <a:cubicBezTo>
                  <a:pt x="66" y="45"/>
                  <a:pt x="63" y="48"/>
                  <a:pt x="59" y="48"/>
                </a:cubicBezTo>
                <a:cubicBezTo>
                  <a:pt x="51" y="49"/>
                  <a:pt x="42" y="49"/>
                  <a:pt x="34" y="49"/>
                </a:cubicBezTo>
                <a:cubicBezTo>
                  <a:pt x="25" y="49"/>
                  <a:pt x="17" y="49"/>
                  <a:pt x="8" y="48"/>
                </a:cubicBezTo>
                <a:cubicBezTo>
                  <a:pt x="5" y="48"/>
                  <a:pt x="2" y="45"/>
                  <a:pt x="1" y="41"/>
                </a:cubicBezTo>
                <a:cubicBezTo>
                  <a:pt x="0" y="36"/>
                  <a:pt x="0" y="30"/>
                  <a:pt x="0" y="25"/>
                </a:cubicBezTo>
                <a:cubicBezTo>
                  <a:pt x="0" y="19"/>
                  <a:pt x="0" y="14"/>
                  <a:pt x="1" y="8"/>
                </a:cubicBezTo>
                <a:cubicBezTo>
                  <a:pt x="2" y="5"/>
                  <a:pt x="5" y="2"/>
                  <a:pt x="8" y="1"/>
                </a:cubicBezTo>
                <a:cubicBezTo>
                  <a:pt x="17" y="0"/>
                  <a:pt x="25" y="0"/>
                  <a:pt x="34" y="0"/>
                </a:cubicBezTo>
                <a:cubicBezTo>
                  <a:pt x="42" y="0"/>
                  <a:pt x="51" y="0"/>
                  <a:pt x="59" y="1"/>
                </a:cubicBezTo>
                <a:cubicBezTo>
                  <a:pt x="63" y="2"/>
                  <a:pt x="66" y="5"/>
                  <a:pt x="67" y="8"/>
                </a:cubicBezTo>
                <a:cubicBezTo>
                  <a:pt x="68" y="14"/>
                  <a:pt x="68" y="19"/>
                  <a:pt x="68" y="25"/>
                </a:cubicBezTo>
                <a:cubicBezTo>
                  <a:pt x="68" y="30"/>
                  <a:pt x="68" y="36"/>
                  <a:pt x="67" y="41"/>
                </a:cubicBezTo>
                <a:close/>
                <a:moveTo>
                  <a:pt x="47" y="23"/>
                </a:moveTo>
                <a:cubicBezTo>
                  <a:pt x="28" y="11"/>
                  <a:pt x="28" y="11"/>
                  <a:pt x="28" y="11"/>
                </a:cubicBezTo>
                <a:cubicBezTo>
                  <a:pt x="27" y="10"/>
                  <a:pt x="26" y="10"/>
                  <a:pt x="25" y="10"/>
                </a:cubicBezTo>
                <a:cubicBezTo>
                  <a:pt x="25" y="11"/>
                  <a:pt x="24" y="12"/>
                  <a:pt x="24" y="13"/>
                </a:cubicBezTo>
                <a:cubicBezTo>
                  <a:pt x="24" y="37"/>
                  <a:pt x="24" y="37"/>
                  <a:pt x="24" y="37"/>
                </a:cubicBezTo>
                <a:cubicBezTo>
                  <a:pt x="24" y="38"/>
                  <a:pt x="25" y="39"/>
                  <a:pt x="25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7" y="39"/>
                  <a:pt x="27" y="39"/>
                  <a:pt x="28" y="39"/>
                </a:cubicBezTo>
                <a:cubicBezTo>
                  <a:pt x="47" y="27"/>
                  <a:pt x="47" y="27"/>
                  <a:pt x="47" y="27"/>
                </a:cubicBezTo>
                <a:cubicBezTo>
                  <a:pt x="48" y="26"/>
                  <a:pt x="48" y="26"/>
                  <a:pt x="48" y="25"/>
                </a:cubicBezTo>
                <a:cubicBezTo>
                  <a:pt x="48" y="24"/>
                  <a:pt x="48" y="23"/>
                  <a:pt x="47" y="2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95" name="Freeform 142"/>
          <p:cNvSpPr/>
          <p:nvPr/>
        </p:nvSpPr>
        <p:spPr>
          <a:xfrm>
            <a:off x="1976400" y="2855880"/>
            <a:ext cx="233280" cy="181080"/>
          </a:xfrm>
          <a:custGeom>
            <a:avLst/>
            <a:gdLst/>
            <a:ahLst/>
            <a:rect l="l" t="t" r="r" b="b"/>
            <a:pathLst>
              <a:path w="68" h="53">
                <a:moveTo>
                  <a:pt x="68" y="51"/>
                </a:moveTo>
                <a:cubicBezTo>
                  <a:pt x="68" y="52"/>
                  <a:pt x="67" y="53"/>
                  <a:pt x="66" y="53"/>
                </a:cubicBezTo>
                <a:cubicBezTo>
                  <a:pt x="3" y="53"/>
                  <a:pt x="3" y="53"/>
                  <a:pt x="3" y="53"/>
                </a:cubicBezTo>
                <a:cubicBezTo>
                  <a:pt x="2" y="53"/>
                  <a:pt x="0" y="52"/>
                  <a:pt x="0" y="51"/>
                </a:cubicBezTo>
                <a:cubicBezTo>
                  <a:pt x="0" y="46"/>
                  <a:pt x="0" y="46"/>
                  <a:pt x="0" y="46"/>
                </a:cubicBezTo>
                <a:cubicBezTo>
                  <a:pt x="0" y="44"/>
                  <a:pt x="2" y="43"/>
                  <a:pt x="3" y="43"/>
                </a:cubicBezTo>
                <a:cubicBezTo>
                  <a:pt x="66" y="43"/>
                  <a:pt x="66" y="43"/>
                  <a:pt x="66" y="43"/>
                </a:cubicBezTo>
                <a:cubicBezTo>
                  <a:pt x="67" y="43"/>
                  <a:pt x="68" y="44"/>
                  <a:pt x="68" y="46"/>
                </a:cubicBezTo>
                <a:lnTo>
                  <a:pt x="68" y="51"/>
                </a:lnTo>
                <a:close/>
                <a:moveTo>
                  <a:pt x="64" y="21"/>
                </a:moveTo>
                <a:cubicBezTo>
                  <a:pt x="64" y="23"/>
                  <a:pt x="63" y="24"/>
                  <a:pt x="61" y="24"/>
                </a:cubicBezTo>
                <a:cubicBezTo>
                  <a:pt x="8" y="24"/>
                  <a:pt x="8" y="24"/>
                  <a:pt x="8" y="24"/>
                </a:cubicBezTo>
                <a:cubicBezTo>
                  <a:pt x="6" y="24"/>
                  <a:pt x="5" y="23"/>
                  <a:pt x="5" y="21"/>
                </a:cubicBezTo>
                <a:cubicBezTo>
                  <a:pt x="5" y="17"/>
                  <a:pt x="5" y="17"/>
                  <a:pt x="5" y="17"/>
                </a:cubicBezTo>
                <a:cubicBezTo>
                  <a:pt x="5" y="15"/>
                  <a:pt x="6" y="14"/>
                  <a:pt x="8" y="14"/>
                </a:cubicBezTo>
                <a:cubicBezTo>
                  <a:pt x="61" y="14"/>
                  <a:pt x="61" y="14"/>
                  <a:pt x="61" y="14"/>
                </a:cubicBezTo>
                <a:cubicBezTo>
                  <a:pt x="63" y="14"/>
                  <a:pt x="64" y="15"/>
                  <a:pt x="64" y="17"/>
                </a:cubicBezTo>
                <a:lnTo>
                  <a:pt x="64" y="21"/>
                </a:lnTo>
                <a:close/>
                <a:moveTo>
                  <a:pt x="54" y="36"/>
                </a:moveTo>
                <a:cubicBezTo>
                  <a:pt x="54" y="37"/>
                  <a:pt x="53" y="38"/>
                  <a:pt x="51" y="38"/>
                </a:cubicBezTo>
                <a:cubicBezTo>
                  <a:pt x="17" y="38"/>
                  <a:pt x="17" y="38"/>
                  <a:pt x="17" y="38"/>
                </a:cubicBezTo>
                <a:cubicBezTo>
                  <a:pt x="16" y="38"/>
                  <a:pt x="15" y="37"/>
                  <a:pt x="15" y="36"/>
                </a:cubicBezTo>
                <a:cubicBezTo>
                  <a:pt x="15" y="31"/>
                  <a:pt x="15" y="31"/>
                  <a:pt x="15" y="31"/>
                </a:cubicBezTo>
                <a:cubicBezTo>
                  <a:pt x="15" y="30"/>
                  <a:pt x="16" y="29"/>
                  <a:pt x="17" y="29"/>
                </a:cubicBezTo>
                <a:cubicBezTo>
                  <a:pt x="51" y="29"/>
                  <a:pt x="51" y="29"/>
                  <a:pt x="51" y="29"/>
                </a:cubicBezTo>
                <a:cubicBezTo>
                  <a:pt x="53" y="29"/>
                  <a:pt x="54" y="30"/>
                  <a:pt x="54" y="31"/>
                </a:cubicBezTo>
                <a:lnTo>
                  <a:pt x="54" y="36"/>
                </a:lnTo>
                <a:close/>
                <a:moveTo>
                  <a:pt x="49" y="7"/>
                </a:moveTo>
                <a:cubicBezTo>
                  <a:pt x="49" y="8"/>
                  <a:pt x="48" y="9"/>
                  <a:pt x="47" y="9"/>
                </a:cubicBezTo>
                <a:cubicBezTo>
                  <a:pt x="22" y="9"/>
                  <a:pt x="22" y="9"/>
                  <a:pt x="22" y="9"/>
                </a:cubicBezTo>
                <a:cubicBezTo>
                  <a:pt x="21" y="9"/>
                  <a:pt x="20" y="8"/>
                  <a:pt x="20" y="7"/>
                </a:cubicBezTo>
                <a:cubicBezTo>
                  <a:pt x="20" y="2"/>
                  <a:pt x="20" y="2"/>
                  <a:pt x="20" y="2"/>
                </a:cubicBezTo>
                <a:cubicBezTo>
                  <a:pt x="20" y="1"/>
                  <a:pt x="21" y="0"/>
                  <a:pt x="22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48" y="0"/>
                  <a:pt x="49" y="1"/>
                  <a:pt x="49" y="2"/>
                </a:cubicBezTo>
                <a:lnTo>
                  <a:pt x="49" y="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96" name="Freeform 143"/>
          <p:cNvSpPr/>
          <p:nvPr/>
        </p:nvSpPr>
        <p:spPr>
          <a:xfrm>
            <a:off x="2481120" y="2855880"/>
            <a:ext cx="241560" cy="198360"/>
          </a:xfrm>
          <a:custGeom>
            <a:avLst/>
            <a:gdLst/>
            <a:ahLst/>
            <a:rect l="l" t="t" r="r" b="b"/>
            <a:pathLst>
              <a:path w="70" h="58">
                <a:moveTo>
                  <a:pt x="70" y="46"/>
                </a:moveTo>
                <a:cubicBezTo>
                  <a:pt x="70" y="47"/>
                  <a:pt x="69" y="48"/>
                  <a:pt x="68" y="48"/>
                </a:cubicBezTo>
                <a:cubicBezTo>
                  <a:pt x="61" y="48"/>
                  <a:pt x="61" y="48"/>
                  <a:pt x="61" y="48"/>
                </a:cubicBezTo>
                <a:cubicBezTo>
                  <a:pt x="61" y="53"/>
                  <a:pt x="56" y="58"/>
                  <a:pt x="51" y="58"/>
                </a:cubicBezTo>
                <a:cubicBezTo>
                  <a:pt x="46" y="58"/>
                  <a:pt x="41" y="53"/>
                  <a:pt x="41" y="48"/>
                </a:cubicBezTo>
                <a:cubicBezTo>
                  <a:pt x="27" y="48"/>
                  <a:pt x="27" y="48"/>
                  <a:pt x="27" y="48"/>
                </a:cubicBezTo>
                <a:cubicBezTo>
                  <a:pt x="27" y="53"/>
                  <a:pt x="22" y="58"/>
                  <a:pt x="17" y="58"/>
                </a:cubicBezTo>
                <a:cubicBezTo>
                  <a:pt x="11" y="58"/>
                  <a:pt x="7" y="53"/>
                  <a:pt x="7" y="48"/>
                </a:cubicBezTo>
                <a:cubicBezTo>
                  <a:pt x="2" y="48"/>
                  <a:pt x="2" y="48"/>
                  <a:pt x="2" y="48"/>
                </a:cubicBezTo>
                <a:cubicBezTo>
                  <a:pt x="1" y="48"/>
                  <a:pt x="0" y="47"/>
                  <a:pt x="0" y="46"/>
                </a:cubicBezTo>
                <a:cubicBezTo>
                  <a:pt x="0" y="44"/>
                  <a:pt x="1" y="43"/>
                  <a:pt x="2" y="43"/>
                </a:cubicBezTo>
                <a:cubicBezTo>
                  <a:pt x="2" y="27"/>
                  <a:pt x="2" y="27"/>
                  <a:pt x="2" y="27"/>
                </a:cubicBezTo>
                <a:cubicBezTo>
                  <a:pt x="2" y="26"/>
                  <a:pt x="3" y="24"/>
                  <a:pt x="4" y="23"/>
                </a:cubicBezTo>
                <a:cubicBezTo>
                  <a:pt x="12" y="16"/>
                  <a:pt x="12" y="16"/>
                  <a:pt x="12" y="16"/>
                </a:cubicBezTo>
                <a:cubicBezTo>
                  <a:pt x="12" y="15"/>
                  <a:pt x="14" y="14"/>
                  <a:pt x="16" y="14"/>
                </a:cubicBezTo>
                <a:cubicBezTo>
                  <a:pt x="22" y="14"/>
                  <a:pt x="22" y="14"/>
                  <a:pt x="22" y="14"/>
                </a:cubicBezTo>
                <a:cubicBezTo>
                  <a:pt x="22" y="2"/>
                  <a:pt x="22" y="2"/>
                  <a:pt x="22" y="2"/>
                </a:cubicBezTo>
                <a:cubicBezTo>
                  <a:pt x="22" y="1"/>
                  <a:pt x="23" y="0"/>
                  <a:pt x="24" y="0"/>
                </a:cubicBezTo>
                <a:cubicBezTo>
                  <a:pt x="68" y="0"/>
                  <a:pt x="68" y="0"/>
                  <a:pt x="68" y="0"/>
                </a:cubicBezTo>
                <a:cubicBezTo>
                  <a:pt x="69" y="0"/>
                  <a:pt x="70" y="1"/>
                  <a:pt x="70" y="2"/>
                </a:cubicBezTo>
                <a:lnTo>
                  <a:pt x="70" y="46"/>
                </a:lnTo>
                <a:close/>
                <a:moveTo>
                  <a:pt x="22" y="29"/>
                </a:moveTo>
                <a:cubicBezTo>
                  <a:pt x="22" y="19"/>
                  <a:pt x="22" y="19"/>
                  <a:pt x="22" y="19"/>
                </a:cubicBezTo>
                <a:cubicBezTo>
                  <a:pt x="16" y="19"/>
                  <a:pt x="16" y="19"/>
                  <a:pt x="16" y="19"/>
                </a:cubicBezTo>
                <a:cubicBezTo>
                  <a:pt x="16" y="19"/>
                  <a:pt x="15" y="19"/>
                  <a:pt x="15" y="19"/>
                </a:cubicBezTo>
                <a:cubicBezTo>
                  <a:pt x="7" y="27"/>
                  <a:pt x="7" y="27"/>
                  <a:pt x="7" y="27"/>
                </a:cubicBezTo>
                <a:cubicBezTo>
                  <a:pt x="7" y="27"/>
                  <a:pt x="7" y="27"/>
                  <a:pt x="7" y="28"/>
                </a:cubicBezTo>
                <a:cubicBezTo>
                  <a:pt x="7" y="29"/>
                  <a:pt x="7" y="29"/>
                  <a:pt x="7" y="29"/>
                </a:cubicBezTo>
                <a:lnTo>
                  <a:pt x="22" y="29"/>
                </a:lnTo>
                <a:close/>
                <a:moveTo>
                  <a:pt x="17" y="43"/>
                </a:moveTo>
                <a:cubicBezTo>
                  <a:pt x="14" y="43"/>
                  <a:pt x="12" y="45"/>
                  <a:pt x="12" y="48"/>
                </a:cubicBezTo>
                <a:cubicBezTo>
                  <a:pt x="12" y="51"/>
                  <a:pt x="14" y="53"/>
                  <a:pt x="17" y="53"/>
                </a:cubicBezTo>
                <a:cubicBezTo>
                  <a:pt x="20" y="53"/>
                  <a:pt x="22" y="51"/>
                  <a:pt x="22" y="48"/>
                </a:cubicBezTo>
                <a:cubicBezTo>
                  <a:pt x="22" y="45"/>
                  <a:pt x="20" y="43"/>
                  <a:pt x="17" y="43"/>
                </a:cubicBezTo>
                <a:close/>
                <a:moveTo>
                  <a:pt x="61" y="15"/>
                </a:moveTo>
                <a:cubicBezTo>
                  <a:pt x="61" y="15"/>
                  <a:pt x="60" y="14"/>
                  <a:pt x="59" y="14"/>
                </a:cubicBezTo>
                <a:cubicBezTo>
                  <a:pt x="51" y="14"/>
                  <a:pt x="51" y="14"/>
                  <a:pt x="51" y="14"/>
                </a:cubicBezTo>
                <a:cubicBezTo>
                  <a:pt x="51" y="6"/>
                  <a:pt x="51" y="6"/>
                  <a:pt x="51" y="6"/>
                </a:cubicBezTo>
                <a:cubicBezTo>
                  <a:pt x="51" y="5"/>
                  <a:pt x="50" y="4"/>
                  <a:pt x="50" y="4"/>
                </a:cubicBezTo>
                <a:cubicBezTo>
                  <a:pt x="42" y="4"/>
                  <a:pt x="42" y="4"/>
                  <a:pt x="42" y="4"/>
                </a:cubicBezTo>
                <a:cubicBezTo>
                  <a:pt x="42" y="4"/>
                  <a:pt x="41" y="5"/>
                  <a:pt x="41" y="6"/>
                </a:cubicBezTo>
                <a:cubicBezTo>
                  <a:pt x="41" y="14"/>
                  <a:pt x="41" y="14"/>
                  <a:pt x="41" y="14"/>
                </a:cubicBezTo>
                <a:cubicBezTo>
                  <a:pt x="33" y="14"/>
                  <a:pt x="33" y="14"/>
                  <a:pt x="33" y="14"/>
                </a:cubicBezTo>
                <a:cubicBezTo>
                  <a:pt x="32" y="14"/>
                  <a:pt x="31" y="15"/>
                  <a:pt x="31" y="15"/>
                </a:cubicBezTo>
                <a:cubicBezTo>
                  <a:pt x="31" y="23"/>
                  <a:pt x="31" y="23"/>
                  <a:pt x="31" y="23"/>
                </a:cubicBezTo>
                <a:cubicBezTo>
                  <a:pt x="31" y="23"/>
                  <a:pt x="32" y="24"/>
                  <a:pt x="33" y="24"/>
                </a:cubicBezTo>
                <a:cubicBezTo>
                  <a:pt x="41" y="24"/>
                  <a:pt x="41" y="24"/>
                  <a:pt x="41" y="24"/>
                </a:cubicBezTo>
                <a:cubicBezTo>
                  <a:pt x="41" y="32"/>
                  <a:pt x="41" y="32"/>
                  <a:pt x="41" y="32"/>
                </a:cubicBezTo>
                <a:cubicBezTo>
                  <a:pt x="41" y="33"/>
                  <a:pt x="42" y="34"/>
                  <a:pt x="42" y="34"/>
                </a:cubicBezTo>
                <a:cubicBezTo>
                  <a:pt x="50" y="34"/>
                  <a:pt x="50" y="34"/>
                  <a:pt x="50" y="34"/>
                </a:cubicBezTo>
                <a:cubicBezTo>
                  <a:pt x="50" y="34"/>
                  <a:pt x="51" y="33"/>
                  <a:pt x="51" y="32"/>
                </a:cubicBezTo>
                <a:cubicBezTo>
                  <a:pt x="51" y="24"/>
                  <a:pt x="51" y="24"/>
                  <a:pt x="51" y="24"/>
                </a:cubicBezTo>
                <a:cubicBezTo>
                  <a:pt x="59" y="24"/>
                  <a:pt x="59" y="24"/>
                  <a:pt x="59" y="24"/>
                </a:cubicBezTo>
                <a:cubicBezTo>
                  <a:pt x="60" y="24"/>
                  <a:pt x="61" y="23"/>
                  <a:pt x="61" y="23"/>
                </a:cubicBezTo>
                <a:lnTo>
                  <a:pt x="61" y="15"/>
                </a:lnTo>
                <a:close/>
                <a:moveTo>
                  <a:pt x="51" y="43"/>
                </a:moveTo>
                <a:cubicBezTo>
                  <a:pt x="48" y="43"/>
                  <a:pt x="46" y="45"/>
                  <a:pt x="46" y="48"/>
                </a:cubicBezTo>
                <a:cubicBezTo>
                  <a:pt x="46" y="51"/>
                  <a:pt x="48" y="53"/>
                  <a:pt x="51" y="53"/>
                </a:cubicBezTo>
                <a:cubicBezTo>
                  <a:pt x="54" y="53"/>
                  <a:pt x="56" y="51"/>
                  <a:pt x="56" y="48"/>
                </a:cubicBezTo>
                <a:cubicBezTo>
                  <a:pt x="56" y="45"/>
                  <a:pt x="54" y="43"/>
                  <a:pt x="51" y="4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97" name="Freeform 144"/>
          <p:cNvSpPr/>
          <p:nvPr/>
        </p:nvSpPr>
        <p:spPr>
          <a:xfrm>
            <a:off x="2976480" y="2889360"/>
            <a:ext cx="130320" cy="123840"/>
          </a:xfrm>
          <a:custGeom>
            <a:avLst/>
            <a:gdLst/>
            <a:ahLst/>
            <a:rect l="l" t="t" r="r" b="b"/>
            <a:pathLst>
              <a:path w="38" h="36">
                <a:moveTo>
                  <a:pt x="37" y="4"/>
                </a:moveTo>
                <a:cubicBezTo>
                  <a:pt x="19" y="21"/>
                  <a:pt x="19" y="21"/>
                  <a:pt x="19" y="21"/>
                </a:cubicBezTo>
                <a:cubicBezTo>
                  <a:pt x="19" y="22"/>
                  <a:pt x="19" y="22"/>
                  <a:pt x="19" y="22"/>
                </a:cubicBezTo>
                <a:cubicBezTo>
                  <a:pt x="18" y="22"/>
                  <a:pt x="18" y="22"/>
                  <a:pt x="18" y="21"/>
                </a:cubicBezTo>
                <a:cubicBezTo>
                  <a:pt x="0" y="4"/>
                  <a:pt x="0" y="4"/>
                  <a:pt x="0" y="4"/>
                </a:cubicBezTo>
                <a:cubicBezTo>
                  <a:pt x="0" y="4"/>
                  <a:pt x="0" y="3"/>
                  <a:pt x="0" y="3"/>
                </a:cubicBezTo>
                <a:cubicBezTo>
                  <a:pt x="0" y="3"/>
                  <a:pt x="0" y="2"/>
                  <a:pt x="0" y="2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3" y="0"/>
                </a:cubicBezTo>
                <a:cubicBezTo>
                  <a:pt x="3" y="0"/>
                  <a:pt x="3" y="0"/>
                  <a:pt x="4" y="0"/>
                </a:cubicBezTo>
                <a:cubicBezTo>
                  <a:pt x="19" y="15"/>
                  <a:pt x="19" y="15"/>
                  <a:pt x="19" y="15"/>
                </a:cubicBezTo>
                <a:cubicBezTo>
                  <a:pt x="34" y="0"/>
                  <a:pt x="34" y="0"/>
                  <a:pt x="34" y="0"/>
                </a:cubicBezTo>
                <a:cubicBezTo>
                  <a:pt x="34" y="0"/>
                  <a:pt x="34" y="0"/>
                  <a:pt x="34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2"/>
                  <a:pt x="37" y="2"/>
                  <a:pt x="37" y="2"/>
                </a:cubicBezTo>
                <a:cubicBezTo>
                  <a:pt x="37" y="2"/>
                  <a:pt x="38" y="3"/>
                  <a:pt x="38" y="3"/>
                </a:cubicBezTo>
                <a:cubicBezTo>
                  <a:pt x="38" y="3"/>
                  <a:pt x="37" y="4"/>
                  <a:pt x="37" y="4"/>
                </a:cubicBezTo>
                <a:close/>
                <a:moveTo>
                  <a:pt x="37" y="18"/>
                </a:moveTo>
                <a:cubicBezTo>
                  <a:pt x="19" y="36"/>
                  <a:pt x="19" y="36"/>
                  <a:pt x="19" y="36"/>
                </a:cubicBezTo>
                <a:cubicBezTo>
                  <a:pt x="19" y="36"/>
                  <a:pt x="19" y="36"/>
                  <a:pt x="19" y="36"/>
                </a:cubicBezTo>
                <a:cubicBezTo>
                  <a:pt x="18" y="36"/>
                  <a:pt x="18" y="36"/>
                  <a:pt x="18" y="36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18"/>
                  <a:pt x="0" y="18"/>
                  <a:pt x="0" y="17"/>
                </a:cubicBezTo>
                <a:cubicBezTo>
                  <a:pt x="0" y="17"/>
                  <a:pt x="0" y="17"/>
                  <a:pt x="0" y="17"/>
                </a:cubicBezTo>
                <a:cubicBezTo>
                  <a:pt x="2" y="15"/>
                  <a:pt x="2" y="15"/>
                  <a:pt x="2" y="15"/>
                </a:cubicBezTo>
                <a:cubicBezTo>
                  <a:pt x="2" y="14"/>
                  <a:pt x="2" y="14"/>
                  <a:pt x="3" y="14"/>
                </a:cubicBezTo>
                <a:cubicBezTo>
                  <a:pt x="3" y="14"/>
                  <a:pt x="3" y="14"/>
                  <a:pt x="4" y="15"/>
                </a:cubicBezTo>
                <a:cubicBezTo>
                  <a:pt x="19" y="30"/>
                  <a:pt x="19" y="30"/>
                  <a:pt x="19" y="30"/>
                </a:cubicBezTo>
                <a:cubicBezTo>
                  <a:pt x="34" y="15"/>
                  <a:pt x="34" y="15"/>
                  <a:pt x="34" y="15"/>
                </a:cubicBezTo>
                <a:cubicBezTo>
                  <a:pt x="34" y="14"/>
                  <a:pt x="34" y="14"/>
                  <a:pt x="34" y="14"/>
                </a:cubicBezTo>
                <a:cubicBezTo>
                  <a:pt x="35" y="14"/>
                  <a:pt x="35" y="14"/>
                  <a:pt x="35" y="15"/>
                </a:cubicBezTo>
                <a:cubicBezTo>
                  <a:pt x="37" y="17"/>
                  <a:pt x="37" y="17"/>
                  <a:pt x="37" y="17"/>
                </a:cubicBezTo>
                <a:cubicBezTo>
                  <a:pt x="37" y="17"/>
                  <a:pt x="38" y="17"/>
                  <a:pt x="38" y="17"/>
                </a:cubicBezTo>
                <a:cubicBezTo>
                  <a:pt x="38" y="18"/>
                  <a:pt x="37" y="18"/>
                  <a:pt x="37" y="1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98" name="Freeform 145"/>
          <p:cNvSpPr/>
          <p:nvPr/>
        </p:nvSpPr>
        <p:spPr>
          <a:xfrm>
            <a:off x="3470400" y="2921040"/>
            <a:ext cx="129960" cy="79200"/>
          </a:xfrm>
          <a:custGeom>
            <a:avLst/>
            <a:gdLst/>
            <a:ahLst/>
            <a:rect l="l" t="t" r="r" b="b"/>
            <a:pathLst>
              <a:path w="38" h="23">
                <a:moveTo>
                  <a:pt x="37" y="5"/>
                </a:moveTo>
                <a:cubicBezTo>
                  <a:pt x="19" y="22"/>
                  <a:pt x="19" y="22"/>
                  <a:pt x="19" y="22"/>
                </a:cubicBezTo>
                <a:cubicBezTo>
                  <a:pt x="19" y="22"/>
                  <a:pt x="19" y="23"/>
                  <a:pt x="19" y="23"/>
                </a:cubicBezTo>
                <a:cubicBezTo>
                  <a:pt x="18" y="23"/>
                  <a:pt x="18" y="22"/>
                  <a:pt x="18" y="22"/>
                </a:cubicBezTo>
                <a:cubicBezTo>
                  <a:pt x="0" y="5"/>
                  <a:pt x="0" y="5"/>
                  <a:pt x="0" y="5"/>
                </a:cubicBezTo>
                <a:cubicBezTo>
                  <a:pt x="0" y="4"/>
                  <a:pt x="0" y="4"/>
                  <a:pt x="0" y="4"/>
                </a:cubicBezTo>
                <a:cubicBezTo>
                  <a:pt x="0" y="3"/>
                  <a:pt x="0" y="3"/>
                  <a:pt x="0" y="3"/>
                </a:cubicBezTo>
                <a:cubicBezTo>
                  <a:pt x="2" y="1"/>
                  <a:pt x="2" y="1"/>
                  <a:pt x="2" y="1"/>
                </a:cubicBezTo>
                <a:cubicBezTo>
                  <a:pt x="2" y="1"/>
                  <a:pt x="2" y="0"/>
                  <a:pt x="3" y="0"/>
                </a:cubicBezTo>
                <a:cubicBezTo>
                  <a:pt x="3" y="0"/>
                  <a:pt x="3" y="1"/>
                  <a:pt x="4" y="1"/>
                </a:cubicBezTo>
                <a:cubicBezTo>
                  <a:pt x="19" y="16"/>
                  <a:pt x="19" y="16"/>
                  <a:pt x="19" y="16"/>
                </a:cubicBezTo>
                <a:cubicBezTo>
                  <a:pt x="34" y="1"/>
                  <a:pt x="34" y="1"/>
                  <a:pt x="34" y="1"/>
                </a:cubicBezTo>
                <a:cubicBezTo>
                  <a:pt x="34" y="1"/>
                  <a:pt x="34" y="0"/>
                  <a:pt x="34" y="0"/>
                </a:cubicBezTo>
                <a:cubicBezTo>
                  <a:pt x="35" y="0"/>
                  <a:pt x="35" y="1"/>
                  <a:pt x="35" y="1"/>
                </a:cubicBezTo>
                <a:cubicBezTo>
                  <a:pt x="37" y="3"/>
                  <a:pt x="37" y="3"/>
                  <a:pt x="37" y="3"/>
                </a:cubicBezTo>
                <a:cubicBezTo>
                  <a:pt x="37" y="3"/>
                  <a:pt x="38" y="3"/>
                  <a:pt x="38" y="4"/>
                </a:cubicBezTo>
                <a:cubicBezTo>
                  <a:pt x="38" y="4"/>
                  <a:pt x="37" y="4"/>
                  <a:pt x="37" y="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400" bIns="324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99" name="Freeform 147"/>
          <p:cNvSpPr/>
          <p:nvPr/>
        </p:nvSpPr>
        <p:spPr>
          <a:xfrm>
            <a:off x="4448160" y="2855880"/>
            <a:ext cx="203040" cy="198360"/>
          </a:xfrm>
          <a:custGeom>
            <a:avLst/>
            <a:gdLst/>
            <a:ahLst/>
            <a:rect l="l" t="t" r="r" b="b"/>
            <a:pathLst>
              <a:path w="59" h="58">
                <a:moveTo>
                  <a:pt x="30" y="58"/>
                </a:moveTo>
                <a:cubicBezTo>
                  <a:pt x="13" y="58"/>
                  <a:pt x="0" y="45"/>
                  <a:pt x="0" y="29"/>
                </a:cubicBezTo>
                <a:cubicBezTo>
                  <a:pt x="0" y="13"/>
                  <a:pt x="13" y="0"/>
                  <a:pt x="30" y="0"/>
                </a:cubicBezTo>
                <a:cubicBezTo>
                  <a:pt x="46" y="0"/>
                  <a:pt x="59" y="13"/>
                  <a:pt x="59" y="29"/>
                </a:cubicBezTo>
                <a:cubicBezTo>
                  <a:pt x="59" y="45"/>
                  <a:pt x="46" y="58"/>
                  <a:pt x="30" y="58"/>
                </a:cubicBezTo>
                <a:close/>
                <a:moveTo>
                  <a:pt x="49" y="26"/>
                </a:moveTo>
                <a:cubicBezTo>
                  <a:pt x="49" y="25"/>
                  <a:pt x="48" y="24"/>
                  <a:pt x="47" y="24"/>
                </a:cubicBezTo>
                <a:cubicBezTo>
                  <a:pt x="28" y="24"/>
                  <a:pt x="28" y="24"/>
                  <a:pt x="28" y="24"/>
                </a:cubicBezTo>
                <a:cubicBezTo>
                  <a:pt x="35" y="17"/>
                  <a:pt x="35" y="17"/>
                  <a:pt x="35" y="17"/>
                </a:cubicBezTo>
                <a:cubicBezTo>
                  <a:pt x="35" y="16"/>
                  <a:pt x="35" y="16"/>
                  <a:pt x="35" y="15"/>
                </a:cubicBezTo>
                <a:cubicBezTo>
                  <a:pt x="35" y="14"/>
                  <a:pt x="35" y="14"/>
                  <a:pt x="35" y="13"/>
                </a:cubicBezTo>
                <a:cubicBezTo>
                  <a:pt x="31" y="10"/>
                  <a:pt x="31" y="10"/>
                  <a:pt x="31" y="10"/>
                </a:cubicBezTo>
                <a:cubicBezTo>
                  <a:pt x="31" y="9"/>
                  <a:pt x="30" y="9"/>
                  <a:pt x="30" y="9"/>
                </a:cubicBezTo>
                <a:cubicBezTo>
                  <a:pt x="29" y="9"/>
                  <a:pt x="28" y="9"/>
                  <a:pt x="28" y="10"/>
                </a:cubicBezTo>
                <a:cubicBezTo>
                  <a:pt x="14" y="24"/>
                  <a:pt x="14" y="24"/>
                  <a:pt x="14" y="24"/>
                </a:cubicBezTo>
                <a:cubicBezTo>
                  <a:pt x="11" y="27"/>
                  <a:pt x="11" y="27"/>
                  <a:pt x="11" y="27"/>
                </a:cubicBezTo>
                <a:cubicBezTo>
                  <a:pt x="10" y="27"/>
                  <a:pt x="10" y="28"/>
                  <a:pt x="10" y="29"/>
                </a:cubicBezTo>
                <a:cubicBezTo>
                  <a:pt x="10" y="29"/>
                  <a:pt x="10" y="30"/>
                  <a:pt x="11" y="30"/>
                </a:cubicBezTo>
                <a:cubicBezTo>
                  <a:pt x="14" y="34"/>
                  <a:pt x="14" y="34"/>
                  <a:pt x="14" y="34"/>
                </a:cubicBezTo>
                <a:cubicBezTo>
                  <a:pt x="28" y="48"/>
                  <a:pt x="28" y="48"/>
                  <a:pt x="28" y="48"/>
                </a:cubicBezTo>
                <a:cubicBezTo>
                  <a:pt x="28" y="48"/>
                  <a:pt x="29" y="48"/>
                  <a:pt x="30" y="48"/>
                </a:cubicBezTo>
                <a:cubicBezTo>
                  <a:pt x="30" y="48"/>
                  <a:pt x="31" y="48"/>
                  <a:pt x="31" y="48"/>
                </a:cubicBezTo>
                <a:cubicBezTo>
                  <a:pt x="35" y="44"/>
                  <a:pt x="35" y="44"/>
                  <a:pt x="35" y="44"/>
                </a:cubicBezTo>
                <a:cubicBezTo>
                  <a:pt x="35" y="44"/>
                  <a:pt x="35" y="43"/>
                  <a:pt x="35" y="42"/>
                </a:cubicBezTo>
                <a:cubicBezTo>
                  <a:pt x="35" y="42"/>
                  <a:pt x="35" y="41"/>
                  <a:pt x="35" y="41"/>
                </a:cubicBezTo>
                <a:cubicBezTo>
                  <a:pt x="28" y="34"/>
                  <a:pt x="28" y="34"/>
                  <a:pt x="28" y="34"/>
                </a:cubicBezTo>
                <a:cubicBezTo>
                  <a:pt x="47" y="34"/>
                  <a:pt x="47" y="34"/>
                  <a:pt x="47" y="34"/>
                </a:cubicBezTo>
                <a:cubicBezTo>
                  <a:pt x="48" y="34"/>
                  <a:pt x="49" y="32"/>
                  <a:pt x="49" y="31"/>
                </a:cubicBezTo>
                <a:lnTo>
                  <a:pt x="49" y="2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00" name="Freeform 148"/>
          <p:cNvSpPr/>
          <p:nvPr/>
        </p:nvSpPr>
        <p:spPr>
          <a:xfrm>
            <a:off x="4943520" y="2855880"/>
            <a:ext cx="201600" cy="198360"/>
          </a:xfrm>
          <a:custGeom>
            <a:avLst/>
            <a:gdLst/>
            <a:ahLst/>
            <a:rect l="l" t="t" r="r" b="b"/>
            <a:pathLst>
              <a:path w="59" h="58">
                <a:moveTo>
                  <a:pt x="30" y="58"/>
                </a:moveTo>
                <a:cubicBezTo>
                  <a:pt x="13" y="58"/>
                  <a:pt x="0" y="45"/>
                  <a:pt x="0" y="29"/>
                </a:cubicBezTo>
                <a:cubicBezTo>
                  <a:pt x="0" y="13"/>
                  <a:pt x="13" y="0"/>
                  <a:pt x="30" y="0"/>
                </a:cubicBezTo>
                <a:cubicBezTo>
                  <a:pt x="46" y="0"/>
                  <a:pt x="59" y="13"/>
                  <a:pt x="59" y="29"/>
                </a:cubicBezTo>
                <a:cubicBezTo>
                  <a:pt x="59" y="45"/>
                  <a:pt x="46" y="58"/>
                  <a:pt x="30" y="58"/>
                </a:cubicBezTo>
                <a:close/>
                <a:moveTo>
                  <a:pt x="9" y="29"/>
                </a:moveTo>
                <a:cubicBezTo>
                  <a:pt x="9" y="40"/>
                  <a:pt x="18" y="49"/>
                  <a:pt x="30" y="49"/>
                </a:cubicBezTo>
                <a:cubicBezTo>
                  <a:pt x="41" y="49"/>
                  <a:pt x="50" y="40"/>
                  <a:pt x="50" y="29"/>
                </a:cubicBezTo>
                <a:cubicBezTo>
                  <a:pt x="50" y="17"/>
                  <a:pt x="41" y="8"/>
                  <a:pt x="30" y="8"/>
                </a:cubicBezTo>
                <a:cubicBezTo>
                  <a:pt x="18" y="8"/>
                  <a:pt x="9" y="17"/>
                  <a:pt x="9" y="29"/>
                </a:cubicBezTo>
                <a:close/>
                <a:moveTo>
                  <a:pt x="42" y="29"/>
                </a:moveTo>
                <a:cubicBezTo>
                  <a:pt x="34" y="29"/>
                  <a:pt x="34" y="29"/>
                  <a:pt x="34" y="29"/>
                </a:cubicBezTo>
                <a:cubicBezTo>
                  <a:pt x="34" y="42"/>
                  <a:pt x="34" y="42"/>
                  <a:pt x="34" y="42"/>
                </a:cubicBezTo>
                <a:cubicBezTo>
                  <a:pt x="34" y="43"/>
                  <a:pt x="34" y="43"/>
                  <a:pt x="33" y="43"/>
                </a:cubicBezTo>
                <a:cubicBezTo>
                  <a:pt x="26" y="43"/>
                  <a:pt x="26" y="43"/>
                  <a:pt x="26" y="43"/>
                </a:cubicBezTo>
                <a:cubicBezTo>
                  <a:pt x="25" y="43"/>
                  <a:pt x="25" y="43"/>
                  <a:pt x="25" y="42"/>
                </a:cubicBezTo>
                <a:cubicBezTo>
                  <a:pt x="25" y="29"/>
                  <a:pt x="25" y="29"/>
                  <a:pt x="25" y="29"/>
                </a:cubicBezTo>
                <a:cubicBezTo>
                  <a:pt x="17" y="29"/>
                  <a:pt x="17" y="29"/>
                  <a:pt x="17" y="29"/>
                </a:cubicBezTo>
                <a:cubicBezTo>
                  <a:pt x="17" y="29"/>
                  <a:pt x="16" y="28"/>
                  <a:pt x="16" y="27"/>
                </a:cubicBezTo>
                <a:cubicBezTo>
                  <a:pt x="16" y="27"/>
                  <a:pt x="16" y="27"/>
                  <a:pt x="17" y="27"/>
                </a:cubicBezTo>
                <a:cubicBezTo>
                  <a:pt x="29" y="14"/>
                  <a:pt x="29" y="14"/>
                  <a:pt x="29" y="14"/>
                </a:cubicBezTo>
                <a:cubicBezTo>
                  <a:pt x="29" y="14"/>
                  <a:pt x="29" y="14"/>
                  <a:pt x="30" y="14"/>
                </a:cubicBezTo>
                <a:cubicBezTo>
                  <a:pt x="30" y="14"/>
                  <a:pt x="30" y="14"/>
                  <a:pt x="30" y="14"/>
                </a:cubicBezTo>
                <a:cubicBezTo>
                  <a:pt x="43" y="27"/>
                  <a:pt x="43" y="27"/>
                  <a:pt x="43" y="27"/>
                </a:cubicBezTo>
                <a:cubicBezTo>
                  <a:pt x="43" y="27"/>
                  <a:pt x="43" y="27"/>
                  <a:pt x="43" y="28"/>
                </a:cubicBezTo>
                <a:cubicBezTo>
                  <a:pt x="43" y="28"/>
                  <a:pt x="42" y="29"/>
                  <a:pt x="42" y="2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01" name="Freeform 149"/>
          <p:cNvSpPr/>
          <p:nvPr/>
        </p:nvSpPr>
        <p:spPr>
          <a:xfrm>
            <a:off x="5446800" y="2862360"/>
            <a:ext cx="191880" cy="203040"/>
          </a:xfrm>
          <a:custGeom>
            <a:avLst/>
            <a:gdLst/>
            <a:ahLst/>
            <a:rect l="l" t="t" r="r" b="b"/>
            <a:pathLst>
              <a:path w="56" h="59">
                <a:moveTo>
                  <a:pt x="56" y="32"/>
                </a:moveTo>
                <a:cubicBezTo>
                  <a:pt x="56" y="34"/>
                  <a:pt x="54" y="36"/>
                  <a:pt x="51" y="36"/>
                </a:cubicBezTo>
                <a:cubicBezTo>
                  <a:pt x="25" y="36"/>
                  <a:pt x="25" y="36"/>
                  <a:pt x="25" y="36"/>
                </a:cubicBezTo>
                <a:cubicBezTo>
                  <a:pt x="36" y="48"/>
                  <a:pt x="36" y="48"/>
                  <a:pt x="36" y="48"/>
                </a:cubicBezTo>
                <a:cubicBezTo>
                  <a:pt x="37" y="48"/>
                  <a:pt x="37" y="50"/>
                  <a:pt x="37" y="51"/>
                </a:cubicBezTo>
                <a:cubicBezTo>
                  <a:pt x="37" y="52"/>
                  <a:pt x="37" y="54"/>
                  <a:pt x="36" y="54"/>
                </a:cubicBezTo>
                <a:cubicBezTo>
                  <a:pt x="33" y="57"/>
                  <a:pt x="33" y="57"/>
                  <a:pt x="33" y="57"/>
                </a:cubicBezTo>
                <a:cubicBezTo>
                  <a:pt x="32" y="58"/>
                  <a:pt x="31" y="59"/>
                  <a:pt x="29" y="59"/>
                </a:cubicBezTo>
                <a:cubicBezTo>
                  <a:pt x="28" y="59"/>
                  <a:pt x="27" y="58"/>
                  <a:pt x="26" y="57"/>
                </a:cubicBezTo>
                <a:cubicBezTo>
                  <a:pt x="1" y="33"/>
                  <a:pt x="1" y="33"/>
                  <a:pt x="1" y="33"/>
                </a:cubicBezTo>
                <a:cubicBezTo>
                  <a:pt x="0" y="32"/>
                  <a:pt x="0" y="30"/>
                  <a:pt x="0" y="29"/>
                </a:cubicBezTo>
                <a:cubicBezTo>
                  <a:pt x="0" y="28"/>
                  <a:pt x="0" y="27"/>
                  <a:pt x="1" y="26"/>
                </a:cubicBezTo>
                <a:cubicBezTo>
                  <a:pt x="26" y="1"/>
                  <a:pt x="26" y="1"/>
                  <a:pt x="26" y="1"/>
                </a:cubicBezTo>
                <a:cubicBezTo>
                  <a:pt x="27" y="0"/>
                  <a:pt x="28" y="0"/>
                  <a:pt x="29" y="0"/>
                </a:cubicBezTo>
                <a:cubicBezTo>
                  <a:pt x="31" y="0"/>
                  <a:pt x="32" y="0"/>
                  <a:pt x="33" y="1"/>
                </a:cubicBezTo>
                <a:cubicBezTo>
                  <a:pt x="36" y="4"/>
                  <a:pt x="36" y="4"/>
                  <a:pt x="36" y="4"/>
                </a:cubicBezTo>
                <a:cubicBezTo>
                  <a:pt x="37" y="5"/>
                  <a:pt x="37" y="6"/>
                  <a:pt x="37" y="7"/>
                </a:cubicBezTo>
                <a:cubicBezTo>
                  <a:pt x="37" y="9"/>
                  <a:pt x="37" y="10"/>
                  <a:pt x="36" y="11"/>
                </a:cubicBezTo>
                <a:cubicBezTo>
                  <a:pt x="25" y="22"/>
                  <a:pt x="25" y="22"/>
                  <a:pt x="25" y="22"/>
                </a:cubicBezTo>
                <a:cubicBezTo>
                  <a:pt x="51" y="22"/>
                  <a:pt x="51" y="22"/>
                  <a:pt x="51" y="22"/>
                </a:cubicBezTo>
                <a:cubicBezTo>
                  <a:pt x="54" y="22"/>
                  <a:pt x="56" y="24"/>
                  <a:pt x="56" y="27"/>
                </a:cubicBezTo>
                <a:lnTo>
                  <a:pt x="56" y="3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02" name="Freeform 150"/>
          <p:cNvSpPr/>
          <p:nvPr/>
        </p:nvSpPr>
        <p:spPr>
          <a:xfrm>
            <a:off x="5931000" y="2855880"/>
            <a:ext cx="203040" cy="198360"/>
          </a:xfrm>
          <a:custGeom>
            <a:avLst/>
            <a:gdLst/>
            <a:ahLst/>
            <a:rect l="l" t="t" r="r" b="b"/>
            <a:pathLst>
              <a:path w="59" h="58">
                <a:moveTo>
                  <a:pt x="36" y="29"/>
                </a:moveTo>
                <a:cubicBezTo>
                  <a:pt x="49" y="42"/>
                  <a:pt x="49" y="42"/>
                  <a:pt x="49" y="42"/>
                </a:cubicBezTo>
                <a:cubicBezTo>
                  <a:pt x="55" y="37"/>
                  <a:pt x="55" y="37"/>
                  <a:pt x="55" y="37"/>
                </a:cubicBezTo>
                <a:cubicBezTo>
                  <a:pt x="55" y="36"/>
                  <a:pt x="56" y="36"/>
                  <a:pt x="57" y="36"/>
                </a:cubicBezTo>
                <a:cubicBezTo>
                  <a:pt x="58" y="37"/>
                  <a:pt x="59" y="37"/>
                  <a:pt x="59" y="38"/>
                </a:cubicBezTo>
                <a:cubicBezTo>
                  <a:pt x="59" y="55"/>
                  <a:pt x="59" y="55"/>
                  <a:pt x="59" y="55"/>
                </a:cubicBezTo>
                <a:cubicBezTo>
                  <a:pt x="59" y="57"/>
                  <a:pt x="58" y="58"/>
                  <a:pt x="56" y="58"/>
                </a:cubicBezTo>
                <a:cubicBezTo>
                  <a:pt x="39" y="58"/>
                  <a:pt x="39" y="58"/>
                  <a:pt x="39" y="58"/>
                </a:cubicBezTo>
                <a:cubicBezTo>
                  <a:pt x="38" y="58"/>
                  <a:pt x="37" y="57"/>
                  <a:pt x="37" y="56"/>
                </a:cubicBezTo>
                <a:cubicBezTo>
                  <a:pt x="37" y="55"/>
                  <a:pt x="37" y="54"/>
                  <a:pt x="38" y="54"/>
                </a:cubicBezTo>
                <a:cubicBezTo>
                  <a:pt x="43" y="48"/>
                  <a:pt x="43" y="48"/>
                  <a:pt x="43" y="48"/>
                </a:cubicBezTo>
                <a:cubicBezTo>
                  <a:pt x="30" y="35"/>
                  <a:pt x="30" y="35"/>
                  <a:pt x="30" y="35"/>
                </a:cubicBezTo>
                <a:cubicBezTo>
                  <a:pt x="16" y="48"/>
                  <a:pt x="16" y="48"/>
                  <a:pt x="16" y="48"/>
                </a:cubicBezTo>
                <a:cubicBezTo>
                  <a:pt x="22" y="54"/>
                  <a:pt x="22" y="54"/>
                  <a:pt x="22" y="54"/>
                </a:cubicBezTo>
                <a:cubicBezTo>
                  <a:pt x="22" y="54"/>
                  <a:pt x="22" y="55"/>
                  <a:pt x="22" y="56"/>
                </a:cubicBezTo>
                <a:cubicBezTo>
                  <a:pt x="22" y="57"/>
                  <a:pt x="21" y="58"/>
                  <a:pt x="20" y="58"/>
                </a:cubicBezTo>
                <a:cubicBezTo>
                  <a:pt x="3" y="58"/>
                  <a:pt x="3" y="58"/>
                  <a:pt x="3" y="58"/>
                </a:cubicBezTo>
                <a:cubicBezTo>
                  <a:pt x="2" y="58"/>
                  <a:pt x="0" y="57"/>
                  <a:pt x="0" y="55"/>
                </a:cubicBezTo>
                <a:cubicBezTo>
                  <a:pt x="0" y="38"/>
                  <a:pt x="0" y="38"/>
                  <a:pt x="0" y="38"/>
                </a:cubicBezTo>
                <a:cubicBezTo>
                  <a:pt x="0" y="37"/>
                  <a:pt x="1" y="37"/>
                  <a:pt x="2" y="36"/>
                </a:cubicBezTo>
                <a:cubicBezTo>
                  <a:pt x="3" y="36"/>
                  <a:pt x="4" y="36"/>
                  <a:pt x="5" y="37"/>
                </a:cubicBezTo>
                <a:cubicBezTo>
                  <a:pt x="10" y="42"/>
                  <a:pt x="10" y="42"/>
                  <a:pt x="10" y="42"/>
                </a:cubicBezTo>
                <a:cubicBezTo>
                  <a:pt x="24" y="29"/>
                  <a:pt x="24" y="29"/>
                  <a:pt x="24" y="29"/>
                </a:cubicBezTo>
                <a:cubicBezTo>
                  <a:pt x="10" y="15"/>
                  <a:pt x="10" y="15"/>
                  <a:pt x="10" y="15"/>
                </a:cubicBezTo>
                <a:cubicBezTo>
                  <a:pt x="5" y="21"/>
                  <a:pt x="5" y="21"/>
                  <a:pt x="5" y="21"/>
                </a:cubicBezTo>
                <a:cubicBezTo>
                  <a:pt x="4" y="21"/>
                  <a:pt x="4" y="21"/>
                  <a:pt x="3" y="21"/>
                </a:cubicBezTo>
                <a:cubicBezTo>
                  <a:pt x="3" y="21"/>
                  <a:pt x="2" y="21"/>
                  <a:pt x="2" y="21"/>
                </a:cubicBezTo>
                <a:cubicBezTo>
                  <a:pt x="1" y="21"/>
                  <a:pt x="0" y="20"/>
                  <a:pt x="0" y="19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2" y="0"/>
                  <a:pt x="3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21" y="0"/>
                  <a:pt x="22" y="0"/>
                  <a:pt x="22" y="1"/>
                </a:cubicBezTo>
                <a:cubicBezTo>
                  <a:pt x="22" y="2"/>
                  <a:pt x="22" y="3"/>
                  <a:pt x="22" y="4"/>
                </a:cubicBezTo>
                <a:cubicBezTo>
                  <a:pt x="16" y="9"/>
                  <a:pt x="16" y="9"/>
                  <a:pt x="16" y="9"/>
                </a:cubicBezTo>
                <a:cubicBezTo>
                  <a:pt x="30" y="23"/>
                  <a:pt x="30" y="23"/>
                  <a:pt x="30" y="23"/>
                </a:cubicBezTo>
                <a:cubicBezTo>
                  <a:pt x="43" y="9"/>
                  <a:pt x="43" y="9"/>
                  <a:pt x="43" y="9"/>
                </a:cubicBezTo>
                <a:cubicBezTo>
                  <a:pt x="38" y="4"/>
                  <a:pt x="38" y="4"/>
                  <a:pt x="38" y="4"/>
                </a:cubicBezTo>
                <a:cubicBezTo>
                  <a:pt x="37" y="3"/>
                  <a:pt x="37" y="2"/>
                  <a:pt x="37" y="1"/>
                </a:cubicBezTo>
                <a:cubicBezTo>
                  <a:pt x="37" y="0"/>
                  <a:pt x="38" y="0"/>
                  <a:pt x="39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8" y="0"/>
                  <a:pt x="59" y="1"/>
                  <a:pt x="59" y="2"/>
                </a:cubicBezTo>
                <a:cubicBezTo>
                  <a:pt x="59" y="19"/>
                  <a:pt x="59" y="19"/>
                  <a:pt x="59" y="19"/>
                </a:cubicBezTo>
                <a:cubicBezTo>
                  <a:pt x="59" y="20"/>
                  <a:pt x="58" y="21"/>
                  <a:pt x="57" y="21"/>
                </a:cubicBezTo>
                <a:cubicBezTo>
                  <a:pt x="57" y="21"/>
                  <a:pt x="57" y="21"/>
                  <a:pt x="56" y="21"/>
                </a:cubicBezTo>
                <a:cubicBezTo>
                  <a:pt x="56" y="21"/>
                  <a:pt x="55" y="21"/>
                  <a:pt x="55" y="21"/>
                </a:cubicBezTo>
                <a:cubicBezTo>
                  <a:pt x="49" y="15"/>
                  <a:pt x="49" y="15"/>
                  <a:pt x="49" y="15"/>
                </a:cubicBezTo>
                <a:lnTo>
                  <a:pt x="36" y="2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03" name="Freeform 151"/>
          <p:cNvSpPr/>
          <p:nvPr/>
        </p:nvSpPr>
        <p:spPr>
          <a:xfrm>
            <a:off x="6426360" y="2855880"/>
            <a:ext cx="198360" cy="198360"/>
          </a:xfrm>
          <a:custGeom>
            <a:avLst/>
            <a:gdLst/>
            <a:ahLst/>
            <a:rect l="l" t="t" r="r" b="b"/>
            <a:pathLst>
              <a:path w="58" h="58">
                <a:moveTo>
                  <a:pt x="42" y="45"/>
                </a:moveTo>
                <a:cubicBezTo>
                  <a:pt x="42" y="45"/>
                  <a:pt x="42" y="45"/>
                  <a:pt x="41" y="45"/>
                </a:cubicBezTo>
                <a:cubicBezTo>
                  <a:pt x="39" y="45"/>
                  <a:pt x="37" y="45"/>
                  <a:pt x="36" y="43"/>
                </a:cubicBezTo>
                <a:cubicBezTo>
                  <a:pt x="35" y="42"/>
                  <a:pt x="35" y="41"/>
                  <a:pt x="35" y="40"/>
                </a:cubicBezTo>
                <a:cubicBezTo>
                  <a:pt x="32" y="43"/>
                  <a:pt x="28" y="46"/>
                  <a:pt x="23" y="46"/>
                </a:cubicBezTo>
                <a:cubicBezTo>
                  <a:pt x="15" y="46"/>
                  <a:pt x="10" y="41"/>
                  <a:pt x="10" y="32"/>
                </a:cubicBezTo>
                <a:cubicBezTo>
                  <a:pt x="10" y="20"/>
                  <a:pt x="19" y="10"/>
                  <a:pt x="29" y="10"/>
                </a:cubicBezTo>
                <a:cubicBezTo>
                  <a:pt x="33" y="10"/>
                  <a:pt x="37" y="12"/>
                  <a:pt x="39" y="15"/>
                </a:cubicBezTo>
                <a:cubicBezTo>
                  <a:pt x="39" y="15"/>
                  <a:pt x="39" y="15"/>
                  <a:pt x="39" y="15"/>
                </a:cubicBezTo>
                <a:cubicBezTo>
                  <a:pt x="39" y="12"/>
                  <a:pt x="39" y="12"/>
                  <a:pt x="39" y="12"/>
                </a:cubicBezTo>
                <a:cubicBezTo>
                  <a:pt x="39" y="12"/>
                  <a:pt x="40" y="12"/>
                  <a:pt x="40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5" y="12"/>
                  <a:pt x="45" y="12"/>
                </a:cubicBezTo>
                <a:cubicBezTo>
                  <a:pt x="45" y="12"/>
                  <a:pt x="45" y="13"/>
                  <a:pt x="45" y="13"/>
                </a:cubicBezTo>
                <a:cubicBezTo>
                  <a:pt x="40" y="36"/>
                  <a:pt x="40" y="36"/>
                  <a:pt x="40" y="36"/>
                </a:cubicBezTo>
                <a:cubicBezTo>
                  <a:pt x="40" y="37"/>
                  <a:pt x="40" y="37"/>
                  <a:pt x="40" y="38"/>
                </a:cubicBezTo>
                <a:cubicBezTo>
                  <a:pt x="40" y="40"/>
                  <a:pt x="41" y="40"/>
                  <a:pt x="42" y="40"/>
                </a:cubicBezTo>
                <a:cubicBezTo>
                  <a:pt x="45" y="40"/>
                  <a:pt x="53" y="39"/>
                  <a:pt x="53" y="29"/>
                </a:cubicBezTo>
                <a:cubicBezTo>
                  <a:pt x="53" y="14"/>
                  <a:pt x="44" y="4"/>
                  <a:pt x="29" y="4"/>
                </a:cubicBezTo>
                <a:cubicBezTo>
                  <a:pt x="16" y="4"/>
                  <a:pt x="5" y="15"/>
                  <a:pt x="5" y="29"/>
                </a:cubicBezTo>
                <a:cubicBezTo>
                  <a:pt x="5" y="42"/>
                  <a:pt x="16" y="53"/>
                  <a:pt x="29" y="53"/>
                </a:cubicBezTo>
                <a:cubicBezTo>
                  <a:pt x="34" y="53"/>
                  <a:pt x="40" y="51"/>
                  <a:pt x="44" y="48"/>
                </a:cubicBezTo>
                <a:cubicBezTo>
                  <a:pt x="45" y="47"/>
                  <a:pt x="46" y="47"/>
                  <a:pt x="46" y="48"/>
                </a:cubicBezTo>
                <a:cubicBezTo>
                  <a:pt x="48" y="50"/>
                  <a:pt x="48" y="50"/>
                  <a:pt x="48" y="50"/>
                </a:cubicBezTo>
                <a:cubicBezTo>
                  <a:pt x="48" y="50"/>
                  <a:pt x="48" y="50"/>
                  <a:pt x="48" y="50"/>
                </a:cubicBezTo>
                <a:cubicBezTo>
                  <a:pt x="48" y="51"/>
                  <a:pt x="48" y="51"/>
                  <a:pt x="47" y="51"/>
                </a:cubicBezTo>
                <a:cubicBezTo>
                  <a:pt x="42" y="56"/>
                  <a:pt x="36" y="58"/>
                  <a:pt x="29" y="58"/>
                </a:cubicBezTo>
                <a:cubicBezTo>
                  <a:pt x="13" y="58"/>
                  <a:pt x="0" y="45"/>
                  <a:pt x="0" y="29"/>
                </a:cubicBezTo>
                <a:cubicBezTo>
                  <a:pt x="0" y="13"/>
                  <a:pt x="13" y="0"/>
                  <a:pt x="29" y="0"/>
                </a:cubicBezTo>
                <a:cubicBezTo>
                  <a:pt x="46" y="0"/>
                  <a:pt x="58" y="11"/>
                  <a:pt x="58" y="29"/>
                </a:cubicBezTo>
                <a:cubicBezTo>
                  <a:pt x="58" y="41"/>
                  <a:pt x="50" y="45"/>
                  <a:pt x="42" y="45"/>
                </a:cubicBezTo>
                <a:close/>
                <a:moveTo>
                  <a:pt x="29" y="15"/>
                </a:moveTo>
                <a:cubicBezTo>
                  <a:pt x="23" y="15"/>
                  <a:pt x="16" y="22"/>
                  <a:pt x="16" y="32"/>
                </a:cubicBezTo>
                <a:cubicBezTo>
                  <a:pt x="16" y="37"/>
                  <a:pt x="19" y="41"/>
                  <a:pt x="24" y="41"/>
                </a:cubicBezTo>
                <a:cubicBezTo>
                  <a:pt x="31" y="41"/>
                  <a:pt x="37" y="32"/>
                  <a:pt x="37" y="24"/>
                </a:cubicBezTo>
                <a:cubicBezTo>
                  <a:pt x="37" y="19"/>
                  <a:pt x="34" y="15"/>
                  <a:pt x="29" y="1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04" name="Freeform 152"/>
          <p:cNvSpPr/>
          <p:nvPr/>
        </p:nvSpPr>
        <p:spPr>
          <a:xfrm>
            <a:off x="6919920" y="2838600"/>
            <a:ext cx="250920" cy="233280"/>
          </a:xfrm>
          <a:custGeom>
            <a:avLst/>
            <a:gdLst/>
            <a:ahLst/>
            <a:rect l="l" t="t" r="r" b="b"/>
            <a:pathLst>
              <a:path w="73" h="68">
                <a:moveTo>
                  <a:pt x="73" y="14"/>
                </a:moveTo>
                <a:cubicBezTo>
                  <a:pt x="73" y="19"/>
                  <a:pt x="73" y="19"/>
                  <a:pt x="73" y="19"/>
                </a:cubicBezTo>
                <a:cubicBezTo>
                  <a:pt x="68" y="19"/>
                  <a:pt x="68" y="19"/>
                  <a:pt x="68" y="19"/>
                </a:cubicBezTo>
                <a:cubicBezTo>
                  <a:pt x="68" y="20"/>
                  <a:pt x="67" y="22"/>
                  <a:pt x="65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6" y="22"/>
                  <a:pt x="5" y="20"/>
                  <a:pt x="5" y="19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4"/>
                  <a:pt x="0" y="14"/>
                  <a:pt x="0" y="14"/>
                </a:cubicBezTo>
                <a:cubicBezTo>
                  <a:pt x="36" y="0"/>
                  <a:pt x="36" y="0"/>
                  <a:pt x="36" y="0"/>
                </a:cubicBezTo>
                <a:lnTo>
                  <a:pt x="73" y="14"/>
                </a:lnTo>
                <a:close/>
                <a:moveTo>
                  <a:pt x="73" y="63"/>
                </a:moveTo>
                <a:cubicBezTo>
                  <a:pt x="73" y="68"/>
                  <a:pt x="73" y="68"/>
                  <a:pt x="73" y="68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3"/>
                  <a:pt x="0" y="63"/>
                  <a:pt x="0" y="63"/>
                </a:cubicBezTo>
                <a:cubicBezTo>
                  <a:pt x="0" y="62"/>
                  <a:pt x="1" y="60"/>
                  <a:pt x="2" y="60"/>
                </a:cubicBezTo>
                <a:cubicBezTo>
                  <a:pt x="70" y="60"/>
                  <a:pt x="70" y="60"/>
                  <a:pt x="70" y="60"/>
                </a:cubicBezTo>
                <a:cubicBezTo>
                  <a:pt x="71" y="60"/>
                  <a:pt x="73" y="62"/>
                  <a:pt x="73" y="63"/>
                </a:cubicBezTo>
                <a:close/>
                <a:moveTo>
                  <a:pt x="19" y="24"/>
                </a:moveTo>
                <a:cubicBezTo>
                  <a:pt x="19" y="53"/>
                  <a:pt x="19" y="53"/>
                  <a:pt x="19" y="53"/>
                </a:cubicBezTo>
                <a:cubicBezTo>
                  <a:pt x="24" y="53"/>
                  <a:pt x="24" y="53"/>
                  <a:pt x="24" y="53"/>
                </a:cubicBezTo>
                <a:cubicBezTo>
                  <a:pt x="24" y="24"/>
                  <a:pt x="24" y="24"/>
                  <a:pt x="24" y="24"/>
                </a:cubicBezTo>
                <a:cubicBezTo>
                  <a:pt x="34" y="24"/>
                  <a:pt x="34" y="24"/>
                  <a:pt x="34" y="24"/>
                </a:cubicBezTo>
                <a:cubicBezTo>
                  <a:pt x="34" y="53"/>
                  <a:pt x="34" y="53"/>
                  <a:pt x="34" y="53"/>
                </a:cubicBezTo>
                <a:cubicBezTo>
                  <a:pt x="39" y="53"/>
                  <a:pt x="39" y="53"/>
                  <a:pt x="39" y="53"/>
                </a:cubicBezTo>
                <a:cubicBezTo>
                  <a:pt x="39" y="24"/>
                  <a:pt x="39" y="24"/>
                  <a:pt x="39" y="24"/>
                </a:cubicBezTo>
                <a:cubicBezTo>
                  <a:pt x="48" y="24"/>
                  <a:pt x="48" y="24"/>
                  <a:pt x="48" y="24"/>
                </a:cubicBezTo>
                <a:cubicBezTo>
                  <a:pt x="48" y="53"/>
                  <a:pt x="48" y="53"/>
                  <a:pt x="48" y="53"/>
                </a:cubicBezTo>
                <a:cubicBezTo>
                  <a:pt x="53" y="53"/>
                  <a:pt x="53" y="53"/>
                  <a:pt x="53" y="53"/>
                </a:cubicBezTo>
                <a:cubicBezTo>
                  <a:pt x="53" y="24"/>
                  <a:pt x="53" y="24"/>
                  <a:pt x="53" y="24"/>
                </a:cubicBezTo>
                <a:cubicBezTo>
                  <a:pt x="63" y="24"/>
                  <a:pt x="63" y="24"/>
                  <a:pt x="63" y="24"/>
                </a:cubicBezTo>
                <a:cubicBezTo>
                  <a:pt x="63" y="53"/>
                  <a:pt x="63" y="53"/>
                  <a:pt x="63" y="53"/>
                </a:cubicBezTo>
                <a:cubicBezTo>
                  <a:pt x="65" y="53"/>
                  <a:pt x="65" y="53"/>
                  <a:pt x="65" y="53"/>
                </a:cubicBezTo>
                <a:cubicBezTo>
                  <a:pt x="67" y="53"/>
                  <a:pt x="68" y="54"/>
                  <a:pt x="68" y="56"/>
                </a:cubicBezTo>
                <a:cubicBezTo>
                  <a:pt x="68" y="58"/>
                  <a:pt x="68" y="58"/>
                  <a:pt x="68" y="58"/>
                </a:cubicBezTo>
                <a:cubicBezTo>
                  <a:pt x="5" y="58"/>
                  <a:pt x="5" y="58"/>
                  <a:pt x="5" y="58"/>
                </a:cubicBezTo>
                <a:cubicBezTo>
                  <a:pt x="5" y="56"/>
                  <a:pt x="5" y="56"/>
                  <a:pt x="5" y="56"/>
                </a:cubicBezTo>
                <a:cubicBezTo>
                  <a:pt x="5" y="54"/>
                  <a:pt x="6" y="53"/>
                  <a:pt x="7" y="53"/>
                </a:cubicBezTo>
                <a:cubicBezTo>
                  <a:pt x="9" y="53"/>
                  <a:pt x="9" y="53"/>
                  <a:pt x="9" y="53"/>
                </a:cubicBezTo>
                <a:cubicBezTo>
                  <a:pt x="9" y="24"/>
                  <a:pt x="9" y="24"/>
                  <a:pt x="9" y="24"/>
                </a:cubicBezTo>
                <a:lnTo>
                  <a:pt x="19" y="2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05" name="Freeform 153"/>
          <p:cNvSpPr/>
          <p:nvPr/>
        </p:nvSpPr>
        <p:spPr>
          <a:xfrm>
            <a:off x="7413480" y="2868480"/>
            <a:ext cx="203400" cy="168480"/>
          </a:xfrm>
          <a:custGeom>
            <a:avLst/>
            <a:gdLst/>
            <a:ahLst/>
            <a:rect l="l" t="t" r="r" b="b"/>
            <a:pathLst>
              <a:path w="59" h="49">
                <a:moveTo>
                  <a:pt x="59" y="8"/>
                </a:moveTo>
                <a:cubicBezTo>
                  <a:pt x="59" y="9"/>
                  <a:pt x="58" y="10"/>
                  <a:pt x="56" y="10"/>
                </a:cubicBezTo>
                <a:cubicBezTo>
                  <a:pt x="3" y="10"/>
                  <a:pt x="3" y="10"/>
                  <a:pt x="3" y="10"/>
                </a:cubicBezTo>
                <a:cubicBezTo>
                  <a:pt x="2" y="10"/>
                  <a:pt x="0" y="9"/>
                  <a:pt x="0" y="8"/>
                </a:cubicBezTo>
                <a:cubicBezTo>
                  <a:pt x="0" y="3"/>
                  <a:pt x="0" y="3"/>
                  <a:pt x="0" y="3"/>
                </a:cubicBezTo>
                <a:cubicBezTo>
                  <a:pt x="0" y="2"/>
                  <a:pt x="2" y="0"/>
                  <a:pt x="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8" y="0"/>
                  <a:pt x="59" y="2"/>
                  <a:pt x="59" y="3"/>
                </a:cubicBezTo>
                <a:lnTo>
                  <a:pt x="59" y="8"/>
                </a:lnTo>
                <a:close/>
                <a:moveTo>
                  <a:pt x="59" y="27"/>
                </a:moveTo>
                <a:cubicBezTo>
                  <a:pt x="59" y="28"/>
                  <a:pt x="58" y="30"/>
                  <a:pt x="56" y="30"/>
                </a:cubicBezTo>
                <a:cubicBezTo>
                  <a:pt x="3" y="30"/>
                  <a:pt x="3" y="30"/>
                  <a:pt x="3" y="30"/>
                </a:cubicBezTo>
                <a:cubicBezTo>
                  <a:pt x="2" y="30"/>
                  <a:pt x="0" y="28"/>
                  <a:pt x="0" y="27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2" y="20"/>
                  <a:pt x="3" y="20"/>
                </a:cubicBezTo>
                <a:cubicBezTo>
                  <a:pt x="56" y="20"/>
                  <a:pt x="56" y="20"/>
                  <a:pt x="56" y="20"/>
                </a:cubicBezTo>
                <a:cubicBezTo>
                  <a:pt x="58" y="20"/>
                  <a:pt x="59" y="21"/>
                  <a:pt x="59" y="22"/>
                </a:cubicBezTo>
                <a:lnTo>
                  <a:pt x="59" y="27"/>
                </a:lnTo>
                <a:close/>
                <a:moveTo>
                  <a:pt x="59" y="47"/>
                </a:moveTo>
                <a:cubicBezTo>
                  <a:pt x="59" y="48"/>
                  <a:pt x="58" y="49"/>
                  <a:pt x="56" y="49"/>
                </a:cubicBezTo>
                <a:cubicBezTo>
                  <a:pt x="3" y="49"/>
                  <a:pt x="3" y="49"/>
                  <a:pt x="3" y="49"/>
                </a:cubicBezTo>
                <a:cubicBezTo>
                  <a:pt x="2" y="49"/>
                  <a:pt x="0" y="48"/>
                  <a:pt x="0" y="47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0"/>
                  <a:pt x="2" y="39"/>
                  <a:pt x="3" y="39"/>
                </a:cubicBezTo>
                <a:cubicBezTo>
                  <a:pt x="56" y="39"/>
                  <a:pt x="56" y="39"/>
                  <a:pt x="56" y="39"/>
                </a:cubicBezTo>
                <a:cubicBezTo>
                  <a:pt x="58" y="39"/>
                  <a:pt x="59" y="40"/>
                  <a:pt x="59" y="42"/>
                </a:cubicBezTo>
                <a:lnTo>
                  <a:pt x="59" y="4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06" name="Freeform 154"/>
          <p:cNvSpPr/>
          <p:nvPr/>
        </p:nvSpPr>
        <p:spPr>
          <a:xfrm>
            <a:off x="7918560" y="2838600"/>
            <a:ext cx="215640" cy="233280"/>
          </a:xfrm>
          <a:custGeom>
            <a:avLst/>
            <a:gdLst/>
            <a:ahLst/>
            <a:rect l="l" t="t" r="r" b="b"/>
            <a:pathLst>
              <a:path w="63" h="68">
                <a:moveTo>
                  <a:pt x="58" y="58"/>
                </a:moveTo>
                <a:cubicBezTo>
                  <a:pt x="41" y="58"/>
                  <a:pt x="41" y="58"/>
                  <a:pt x="41" y="58"/>
                </a:cubicBezTo>
                <a:cubicBezTo>
                  <a:pt x="41" y="63"/>
                  <a:pt x="37" y="68"/>
                  <a:pt x="31" y="68"/>
                </a:cubicBezTo>
                <a:cubicBezTo>
                  <a:pt x="26" y="68"/>
                  <a:pt x="22" y="63"/>
                  <a:pt x="22" y="58"/>
                </a:cubicBezTo>
                <a:cubicBezTo>
                  <a:pt x="5" y="58"/>
                  <a:pt x="5" y="58"/>
                  <a:pt x="5" y="58"/>
                </a:cubicBezTo>
                <a:cubicBezTo>
                  <a:pt x="2" y="58"/>
                  <a:pt x="0" y="56"/>
                  <a:pt x="0" y="53"/>
                </a:cubicBezTo>
                <a:cubicBezTo>
                  <a:pt x="5" y="48"/>
                  <a:pt x="12" y="40"/>
                  <a:pt x="12" y="22"/>
                </a:cubicBezTo>
                <a:cubicBezTo>
                  <a:pt x="12" y="14"/>
                  <a:pt x="18" y="6"/>
                  <a:pt x="28" y="5"/>
                </a:cubicBezTo>
                <a:cubicBezTo>
                  <a:pt x="28" y="4"/>
                  <a:pt x="28" y="4"/>
                  <a:pt x="28" y="3"/>
                </a:cubicBezTo>
                <a:cubicBezTo>
                  <a:pt x="28" y="1"/>
                  <a:pt x="29" y="0"/>
                  <a:pt x="31" y="0"/>
                </a:cubicBezTo>
                <a:cubicBezTo>
                  <a:pt x="33" y="0"/>
                  <a:pt x="35" y="1"/>
                  <a:pt x="35" y="3"/>
                </a:cubicBezTo>
                <a:cubicBezTo>
                  <a:pt x="35" y="4"/>
                  <a:pt x="35" y="4"/>
                  <a:pt x="35" y="5"/>
                </a:cubicBezTo>
                <a:cubicBezTo>
                  <a:pt x="45" y="6"/>
                  <a:pt x="51" y="14"/>
                  <a:pt x="51" y="22"/>
                </a:cubicBezTo>
                <a:cubicBezTo>
                  <a:pt x="51" y="40"/>
                  <a:pt x="57" y="48"/>
                  <a:pt x="63" y="53"/>
                </a:cubicBezTo>
                <a:cubicBezTo>
                  <a:pt x="63" y="56"/>
                  <a:pt x="61" y="58"/>
                  <a:pt x="58" y="58"/>
                </a:cubicBezTo>
                <a:close/>
                <a:moveTo>
                  <a:pt x="31" y="63"/>
                </a:moveTo>
                <a:cubicBezTo>
                  <a:pt x="28" y="63"/>
                  <a:pt x="26" y="61"/>
                  <a:pt x="26" y="58"/>
                </a:cubicBezTo>
                <a:cubicBezTo>
                  <a:pt x="26" y="58"/>
                  <a:pt x="26" y="57"/>
                  <a:pt x="25" y="57"/>
                </a:cubicBezTo>
                <a:cubicBezTo>
                  <a:pt x="25" y="57"/>
                  <a:pt x="25" y="58"/>
                  <a:pt x="25" y="58"/>
                </a:cubicBezTo>
                <a:cubicBezTo>
                  <a:pt x="25" y="62"/>
                  <a:pt x="28" y="65"/>
                  <a:pt x="31" y="65"/>
                </a:cubicBezTo>
                <a:cubicBezTo>
                  <a:pt x="32" y="65"/>
                  <a:pt x="32" y="64"/>
                  <a:pt x="32" y="64"/>
                </a:cubicBezTo>
                <a:cubicBezTo>
                  <a:pt x="32" y="64"/>
                  <a:pt x="32" y="63"/>
                  <a:pt x="31" y="6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07" name="Freeform 155"/>
          <p:cNvSpPr/>
          <p:nvPr/>
        </p:nvSpPr>
        <p:spPr>
          <a:xfrm>
            <a:off x="8402760" y="2868480"/>
            <a:ext cx="298440" cy="168480"/>
          </a:xfrm>
          <a:custGeom>
            <a:avLst/>
            <a:gdLst/>
            <a:ahLst/>
            <a:rect l="l" t="t" r="r" b="b"/>
            <a:pathLst>
              <a:path w="87" h="49">
                <a:moveTo>
                  <a:pt x="70" y="49"/>
                </a:moveTo>
                <a:cubicBezTo>
                  <a:pt x="61" y="49"/>
                  <a:pt x="53" y="41"/>
                  <a:pt x="53" y="32"/>
                </a:cubicBezTo>
                <a:cubicBezTo>
                  <a:pt x="53" y="27"/>
                  <a:pt x="55" y="22"/>
                  <a:pt x="59" y="19"/>
                </a:cubicBezTo>
                <a:cubicBezTo>
                  <a:pt x="56" y="16"/>
                  <a:pt x="56" y="16"/>
                  <a:pt x="56" y="16"/>
                </a:cubicBezTo>
                <a:cubicBezTo>
                  <a:pt x="43" y="33"/>
                  <a:pt x="43" y="33"/>
                  <a:pt x="43" y="33"/>
                </a:cubicBezTo>
                <a:cubicBezTo>
                  <a:pt x="43" y="34"/>
                  <a:pt x="42" y="34"/>
                  <a:pt x="41" y="34"/>
                </a:cubicBezTo>
                <a:cubicBezTo>
                  <a:pt x="34" y="34"/>
                  <a:pt x="34" y="34"/>
                  <a:pt x="34" y="34"/>
                </a:cubicBezTo>
                <a:cubicBezTo>
                  <a:pt x="32" y="43"/>
                  <a:pt x="25" y="49"/>
                  <a:pt x="17" y="49"/>
                </a:cubicBezTo>
                <a:cubicBezTo>
                  <a:pt x="7" y="49"/>
                  <a:pt x="0" y="41"/>
                  <a:pt x="0" y="32"/>
                </a:cubicBezTo>
                <a:cubicBezTo>
                  <a:pt x="0" y="23"/>
                  <a:pt x="7" y="15"/>
                  <a:pt x="17" y="15"/>
                </a:cubicBezTo>
                <a:cubicBezTo>
                  <a:pt x="20" y="15"/>
                  <a:pt x="23" y="16"/>
                  <a:pt x="25" y="17"/>
                </a:cubicBezTo>
                <a:cubicBezTo>
                  <a:pt x="30" y="10"/>
                  <a:pt x="30" y="10"/>
                  <a:pt x="30" y="10"/>
                </a:cubicBezTo>
                <a:cubicBezTo>
                  <a:pt x="22" y="10"/>
                  <a:pt x="22" y="10"/>
                  <a:pt x="22" y="10"/>
                </a:cubicBezTo>
                <a:cubicBezTo>
                  <a:pt x="20" y="10"/>
                  <a:pt x="19" y="9"/>
                  <a:pt x="19" y="8"/>
                </a:cubicBezTo>
                <a:cubicBezTo>
                  <a:pt x="19" y="6"/>
                  <a:pt x="20" y="5"/>
                  <a:pt x="22" y="5"/>
                </a:cubicBezTo>
                <a:cubicBezTo>
                  <a:pt x="36" y="5"/>
                  <a:pt x="36" y="5"/>
                  <a:pt x="36" y="5"/>
                </a:cubicBezTo>
                <a:cubicBezTo>
                  <a:pt x="36" y="10"/>
                  <a:pt x="36" y="10"/>
                  <a:pt x="36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49" y="5"/>
                  <a:pt x="49" y="5"/>
                  <a:pt x="49" y="5"/>
                </a:cubicBezTo>
                <a:cubicBezTo>
                  <a:pt x="41" y="5"/>
                  <a:pt x="41" y="5"/>
                  <a:pt x="41" y="5"/>
                </a:cubicBezTo>
                <a:cubicBezTo>
                  <a:pt x="40" y="5"/>
                  <a:pt x="39" y="4"/>
                  <a:pt x="39" y="3"/>
                </a:cubicBezTo>
                <a:cubicBezTo>
                  <a:pt x="39" y="2"/>
                  <a:pt x="40" y="0"/>
                  <a:pt x="41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2" y="0"/>
                  <a:pt x="52" y="1"/>
                  <a:pt x="53" y="1"/>
                </a:cubicBezTo>
                <a:cubicBezTo>
                  <a:pt x="63" y="17"/>
                  <a:pt x="63" y="17"/>
                  <a:pt x="63" y="17"/>
                </a:cubicBezTo>
                <a:cubicBezTo>
                  <a:pt x="65" y="16"/>
                  <a:pt x="68" y="15"/>
                  <a:pt x="70" y="15"/>
                </a:cubicBezTo>
                <a:cubicBezTo>
                  <a:pt x="80" y="15"/>
                  <a:pt x="87" y="23"/>
                  <a:pt x="87" y="32"/>
                </a:cubicBezTo>
                <a:cubicBezTo>
                  <a:pt x="87" y="41"/>
                  <a:pt x="80" y="49"/>
                  <a:pt x="70" y="49"/>
                </a:cubicBezTo>
                <a:close/>
                <a:moveTo>
                  <a:pt x="17" y="34"/>
                </a:moveTo>
                <a:cubicBezTo>
                  <a:pt x="15" y="34"/>
                  <a:pt x="14" y="32"/>
                  <a:pt x="15" y="31"/>
                </a:cubicBezTo>
                <a:cubicBezTo>
                  <a:pt x="22" y="21"/>
                  <a:pt x="22" y="21"/>
                  <a:pt x="22" y="21"/>
                </a:cubicBezTo>
                <a:cubicBezTo>
                  <a:pt x="20" y="20"/>
                  <a:pt x="19" y="20"/>
                  <a:pt x="17" y="20"/>
                </a:cubicBezTo>
                <a:cubicBezTo>
                  <a:pt x="10" y="20"/>
                  <a:pt x="5" y="25"/>
                  <a:pt x="5" y="32"/>
                </a:cubicBezTo>
                <a:cubicBezTo>
                  <a:pt x="5" y="39"/>
                  <a:pt x="10" y="44"/>
                  <a:pt x="17" y="44"/>
                </a:cubicBezTo>
                <a:cubicBezTo>
                  <a:pt x="23" y="44"/>
                  <a:pt x="28" y="40"/>
                  <a:pt x="29" y="34"/>
                </a:cubicBezTo>
                <a:lnTo>
                  <a:pt x="17" y="34"/>
                </a:lnTo>
                <a:close/>
                <a:moveTo>
                  <a:pt x="29" y="30"/>
                </a:moveTo>
                <a:cubicBezTo>
                  <a:pt x="28" y="27"/>
                  <a:pt x="27" y="26"/>
                  <a:pt x="26" y="24"/>
                </a:cubicBezTo>
                <a:cubicBezTo>
                  <a:pt x="22" y="30"/>
                  <a:pt x="22" y="30"/>
                  <a:pt x="22" y="30"/>
                </a:cubicBezTo>
                <a:lnTo>
                  <a:pt x="29" y="30"/>
                </a:lnTo>
                <a:close/>
                <a:moveTo>
                  <a:pt x="51" y="15"/>
                </a:moveTo>
                <a:cubicBezTo>
                  <a:pt x="33" y="15"/>
                  <a:pt x="33" y="15"/>
                  <a:pt x="33" y="15"/>
                </a:cubicBezTo>
                <a:cubicBezTo>
                  <a:pt x="29" y="20"/>
                  <a:pt x="29" y="20"/>
                  <a:pt x="29" y="20"/>
                </a:cubicBezTo>
                <a:cubicBezTo>
                  <a:pt x="31" y="23"/>
                  <a:pt x="33" y="26"/>
                  <a:pt x="34" y="30"/>
                </a:cubicBezTo>
                <a:cubicBezTo>
                  <a:pt x="40" y="30"/>
                  <a:pt x="40" y="30"/>
                  <a:pt x="40" y="30"/>
                </a:cubicBezTo>
                <a:lnTo>
                  <a:pt x="51" y="15"/>
                </a:lnTo>
                <a:close/>
                <a:moveTo>
                  <a:pt x="70" y="20"/>
                </a:moveTo>
                <a:cubicBezTo>
                  <a:pt x="69" y="20"/>
                  <a:pt x="67" y="20"/>
                  <a:pt x="66" y="21"/>
                </a:cubicBezTo>
                <a:cubicBezTo>
                  <a:pt x="72" y="31"/>
                  <a:pt x="72" y="31"/>
                  <a:pt x="72" y="31"/>
                </a:cubicBezTo>
                <a:cubicBezTo>
                  <a:pt x="73" y="32"/>
                  <a:pt x="73" y="33"/>
                  <a:pt x="72" y="34"/>
                </a:cubicBezTo>
                <a:cubicBezTo>
                  <a:pt x="71" y="34"/>
                  <a:pt x="71" y="34"/>
                  <a:pt x="70" y="34"/>
                </a:cubicBezTo>
                <a:cubicBezTo>
                  <a:pt x="69" y="34"/>
                  <a:pt x="69" y="34"/>
                  <a:pt x="68" y="33"/>
                </a:cubicBezTo>
                <a:cubicBezTo>
                  <a:pt x="62" y="23"/>
                  <a:pt x="62" y="23"/>
                  <a:pt x="62" y="23"/>
                </a:cubicBezTo>
                <a:cubicBezTo>
                  <a:pt x="59" y="26"/>
                  <a:pt x="58" y="29"/>
                  <a:pt x="58" y="32"/>
                </a:cubicBezTo>
                <a:cubicBezTo>
                  <a:pt x="58" y="39"/>
                  <a:pt x="64" y="44"/>
                  <a:pt x="70" y="44"/>
                </a:cubicBezTo>
                <a:cubicBezTo>
                  <a:pt x="77" y="44"/>
                  <a:pt x="82" y="39"/>
                  <a:pt x="82" y="32"/>
                </a:cubicBezTo>
                <a:cubicBezTo>
                  <a:pt x="82" y="25"/>
                  <a:pt x="77" y="20"/>
                  <a:pt x="70" y="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08" name="Freeform 156"/>
          <p:cNvSpPr/>
          <p:nvPr/>
        </p:nvSpPr>
        <p:spPr>
          <a:xfrm>
            <a:off x="8844120" y="2855880"/>
            <a:ext cx="199800" cy="198360"/>
          </a:xfrm>
          <a:custGeom>
            <a:avLst/>
            <a:gdLst/>
            <a:ahLst/>
            <a:rect l="l" t="t" r="r" b="b"/>
            <a:pathLst>
              <a:path w="58" h="58">
                <a:moveTo>
                  <a:pt x="58" y="47"/>
                </a:moveTo>
                <a:cubicBezTo>
                  <a:pt x="58" y="53"/>
                  <a:pt x="53" y="58"/>
                  <a:pt x="47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53" y="0"/>
                  <a:pt x="58" y="4"/>
                  <a:pt x="58" y="10"/>
                </a:cubicBezTo>
                <a:lnTo>
                  <a:pt x="58" y="47"/>
                </a:lnTo>
                <a:close/>
                <a:moveTo>
                  <a:pt x="48" y="11"/>
                </a:moveTo>
                <a:cubicBezTo>
                  <a:pt x="46" y="10"/>
                  <a:pt x="44" y="9"/>
                  <a:pt x="42" y="8"/>
                </a:cubicBezTo>
                <a:cubicBezTo>
                  <a:pt x="36" y="6"/>
                  <a:pt x="30" y="6"/>
                  <a:pt x="23" y="7"/>
                </a:cubicBezTo>
                <a:cubicBezTo>
                  <a:pt x="20" y="7"/>
                  <a:pt x="18" y="7"/>
                  <a:pt x="15" y="8"/>
                </a:cubicBezTo>
                <a:cubicBezTo>
                  <a:pt x="13" y="9"/>
                  <a:pt x="10" y="10"/>
                  <a:pt x="10" y="13"/>
                </a:cubicBezTo>
                <a:cubicBezTo>
                  <a:pt x="10" y="18"/>
                  <a:pt x="11" y="24"/>
                  <a:pt x="12" y="30"/>
                </a:cubicBezTo>
                <a:cubicBezTo>
                  <a:pt x="13" y="31"/>
                  <a:pt x="13" y="33"/>
                  <a:pt x="14" y="34"/>
                </a:cubicBezTo>
                <a:cubicBezTo>
                  <a:pt x="17" y="37"/>
                  <a:pt x="21" y="38"/>
                  <a:pt x="25" y="38"/>
                </a:cubicBezTo>
                <a:cubicBezTo>
                  <a:pt x="31" y="39"/>
                  <a:pt x="36" y="38"/>
                  <a:pt x="42" y="36"/>
                </a:cubicBezTo>
                <a:cubicBezTo>
                  <a:pt x="43" y="35"/>
                  <a:pt x="45" y="34"/>
                  <a:pt x="45" y="32"/>
                </a:cubicBezTo>
                <a:cubicBezTo>
                  <a:pt x="46" y="26"/>
                  <a:pt x="47" y="20"/>
                  <a:pt x="48" y="14"/>
                </a:cubicBezTo>
                <a:cubicBezTo>
                  <a:pt x="48" y="13"/>
                  <a:pt x="48" y="12"/>
                  <a:pt x="48" y="11"/>
                </a:cubicBezTo>
                <a:close/>
                <a:moveTo>
                  <a:pt x="43" y="38"/>
                </a:moveTo>
                <a:cubicBezTo>
                  <a:pt x="35" y="43"/>
                  <a:pt x="23" y="43"/>
                  <a:pt x="15" y="38"/>
                </a:cubicBezTo>
                <a:cubicBezTo>
                  <a:pt x="15" y="38"/>
                  <a:pt x="15" y="38"/>
                  <a:pt x="15" y="38"/>
                </a:cubicBezTo>
                <a:cubicBezTo>
                  <a:pt x="14" y="38"/>
                  <a:pt x="14" y="38"/>
                  <a:pt x="14" y="38"/>
                </a:cubicBezTo>
                <a:cubicBezTo>
                  <a:pt x="15" y="41"/>
                  <a:pt x="15" y="44"/>
                  <a:pt x="16" y="46"/>
                </a:cubicBezTo>
                <a:cubicBezTo>
                  <a:pt x="17" y="49"/>
                  <a:pt x="21" y="50"/>
                  <a:pt x="24" y="50"/>
                </a:cubicBezTo>
                <a:cubicBezTo>
                  <a:pt x="29" y="51"/>
                  <a:pt x="35" y="51"/>
                  <a:pt x="40" y="48"/>
                </a:cubicBezTo>
                <a:cubicBezTo>
                  <a:pt x="43" y="47"/>
                  <a:pt x="42" y="43"/>
                  <a:pt x="43" y="41"/>
                </a:cubicBezTo>
                <a:cubicBezTo>
                  <a:pt x="43" y="40"/>
                  <a:pt x="44" y="38"/>
                  <a:pt x="43" y="38"/>
                </a:cubicBezTo>
                <a:close/>
                <a:moveTo>
                  <a:pt x="35" y="14"/>
                </a:moveTo>
                <a:cubicBezTo>
                  <a:pt x="31" y="15"/>
                  <a:pt x="27" y="15"/>
                  <a:pt x="23" y="14"/>
                </a:cubicBezTo>
                <a:cubicBezTo>
                  <a:pt x="21" y="14"/>
                  <a:pt x="18" y="14"/>
                  <a:pt x="16" y="12"/>
                </a:cubicBezTo>
                <a:cubicBezTo>
                  <a:pt x="17" y="11"/>
                  <a:pt x="19" y="10"/>
                  <a:pt x="21" y="10"/>
                </a:cubicBezTo>
                <a:cubicBezTo>
                  <a:pt x="26" y="9"/>
                  <a:pt x="31" y="9"/>
                  <a:pt x="36" y="10"/>
                </a:cubicBezTo>
                <a:cubicBezTo>
                  <a:pt x="38" y="10"/>
                  <a:pt x="40" y="11"/>
                  <a:pt x="42" y="12"/>
                </a:cubicBezTo>
                <a:cubicBezTo>
                  <a:pt x="40" y="14"/>
                  <a:pt x="37" y="14"/>
                  <a:pt x="35" y="14"/>
                </a:cubicBezTo>
                <a:close/>
                <a:moveTo>
                  <a:pt x="29" y="34"/>
                </a:moveTo>
                <a:cubicBezTo>
                  <a:pt x="26" y="34"/>
                  <a:pt x="23" y="32"/>
                  <a:pt x="23" y="28"/>
                </a:cubicBezTo>
                <a:cubicBezTo>
                  <a:pt x="23" y="26"/>
                  <a:pt x="24" y="23"/>
                  <a:pt x="27" y="22"/>
                </a:cubicBezTo>
                <a:cubicBezTo>
                  <a:pt x="30" y="21"/>
                  <a:pt x="34" y="23"/>
                  <a:pt x="35" y="27"/>
                </a:cubicBezTo>
                <a:cubicBezTo>
                  <a:pt x="35" y="30"/>
                  <a:pt x="33" y="34"/>
                  <a:pt x="29" y="34"/>
                </a:cubicBezTo>
                <a:close/>
                <a:moveTo>
                  <a:pt x="27" y="25"/>
                </a:moveTo>
                <a:cubicBezTo>
                  <a:pt x="25" y="26"/>
                  <a:pt x="25" y="30"/>
                  <a:pt x="28" y="31"/>
                </a:cubicBezTo>
                <a:cubicBezTo>
                  <a:pt x="29" y="32"/>
                  <a:pt x="32" y="30"/>
                  <a:pt x="32" y="28"/>
                </a:cubicBezTo>
                <a:cubicBezTo>
                  <a:pt x="32" y="26"/>
                  <a:pt x="29" y="24"/>
                  <a:pt x="27" y="2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09" name="Freeform 157"/>
          <p:cNvSpPr/>
          <p:nvPr/>
        </p:nvSpPr>
        <p:spPr>
          <a:xfrm>
            <a:off x="71280" y="3222720"/>
            <a:ext cx="233640" cy="233280"/>
          </a:xfrm>
          <a:custGeom>
            <a:avLst/>
            <a:gdLst/>
            <a:ahLst/>
            <a:rect l="l" t="t" r="r" b="b"/>
            <a:pathLst>
              <a:path w="68" h="68">
                <a:moveTo>
                  <a:pt x="59" y="10"/>
                </a:moveTo>
                <a:cubicBezTo>
                  <a:pt x="50" y="20"/>
                  <a:pt x="50" y="20"/>
                  <a:pt x="50" y="20"/>
                </a:cubicBezTo>
                <a:cubicBezTo>
                  <a:pt x="52" y="22"/>
                  <a:pt x="52" y="22"/>
                  <a:pt x="52" y="22"/>
                </a:cubicBezTo>
                <a:cubicBezTo>
                  <a:pt x="53" y="23"/>
                  <a:pt x="53" y="25"/>
                  <a:pt x="52" y="26"/>
                </a:cubicBezTo>
                <a:cubicBezTo>
                  <a:pt x="50" y="28"/>
                  <a:pt x="50" y="28"/>
                  <a:pt x="50" y="28"/>
                </a:cubicBezTo>
                <a:cubicBezTo>
                  <a:pt x="52" y="32"/>
                  <a:pt x="53" y="36"/>
                  <a:pt x="53" y="41"/>
                </a:cubicBezTo>
                <a:cubicBezTo>
                  <a:pt x="53" y="56"/>
                  <a:pt x="41" y="68"/>
                  <a:pt x="26" y="68"/>
                </a:cubicBezTo>
                <a:cubicBezTo>
                  <a:pt x="12" y="68"/>
                  <a:pt x="0" y="56"/>
                  <a:pt x="0" y="41"/>
                </a:cubicBezTo>
                <a:cubicBezTo>
                  <a:pt x="0" y="26"/>
                  <a:pt x="12" y="14"/>
                  <a:pt x="26" y="14"/>
                </a:cubicBezTo>
                <a:cubicBezTo>
                  <a:pt x="31" y="14"/>
                  <a:pt x="36" y="16"/>
                  <a:pt x="40" y="18"/>
                </a:cubicBezTo>
                <a:cubicBezTo>
                  <a:pt x="42" y="15"/>
                  <a:pt x="42" y="15"/>
                  <a:pt x="42" y="15"/>
                </a:cubicBezTo>
                <a:cubicBezTo>
                  <a:pt x="43" y="14"/>
                  <a:pt x="44" y="14"/>
                  <a:pt x="45" y="15"/>
                </a:cubicBezTo>
                <a:cubicBezTo>
                  <a:pt x="48" y="18"/>
                  <a:pt x="48" y="18"/>
                  <a:pt x="48" y="18"/>
                </a:cubicBezTo>
                <a:cubicBezTo>
                  <a:pt x="57" y="9"/>
                  <a:pt x="57" y="9"/>
                  <a:pt x="57" y="9"/>
                </a:cubicBezTo>
                <a:lnTo>
                  <a:pt x="59" y="10"/>
                </a:lnTo>
                <a:close/>
                <a:moveTo>
                  <a:pt x="18" y="21"/>
                </a:moveTo>
                <a:cubicBezTo>
                  <a:pt x="13" y="23"/>
                  <a:pt x="8" y="27"/>
                  <a:pt x="6" y="33"/>
                </a:cubicBezTo>
                <a:cubicBezTo>
                  <a:pt x="6" y="34"/>
                  <a:pt x="6" y="35"/>
                  <a:pt x="8" y="36"/>
                </a:cubicBezTo>
                <a:cubicBezTo>
                  <a:pt x="8" y="36"/>
                  <a:pt x="8" y="36"/>
                  <a:pt x="8" y="36"/>
                </a:cubicBezTo>
                <a:cubicBezTo>
                  <a:pt x="9" y="36"/>
                  <a:pt x="10" y="36"/>
                  <a:pt x="11" y="35"/>
                </a:cubicBezTo>
                <a:cubicBezTo>
                  <a:pt x="12" y="30"/>
                  <a:pt x="16" y="27"/>
                  <a:pt x="20" y="25"/>
                </a:cubicBezTo>
                <a:cubicBezTo>
                  <a:pt x="21" y="25"/>
                  <a:pt x="22" y="23"/>
                  <a:pt x="21" y="22"/>
                </a:cubicBezTo>
                <a:cubicBezTo>
                  <a:pt x="21" y="21"/>
                  <a:pt x="20" y="20"/>
                  <a:pt x="18" y="21"/>
                </a:cubicBezTo>
                <a:close/>
                <a:moveTo>
                  <a:pt x="57" y="7"/>
                </a:moveTo>
                <a:cubicBezTo>
                  <a:pt x="56" y="7"/>
                  <a:pt x="56" y="7"/>
                  <a:pt x="56" y="6"/>
                </a:cubicBezTo>
                <a:cubicBezTo>
                  <a:pt x="52" y="3"/>
                  <a:pt x="52" y="3"/>
                  <a:pt x="52" y="3"/>
                </a:cubicBezTo>
                <a:cubicBezTo>
                  <a:pt x="52" y="2"/>
                  <a:pt x="52" y="2"/>
                  <a:pt x="52" y="1"/>
                </a:cubicBezTo>
                <a:cubicBezTo>
                  <a:pt x="53" y="1"/>
                  <a:pt x="54" y="1"/>
                  <a:pt x="54" y="1"/>
                </a:cubicBezTo>
                <a:cubicBezTo>
                  <a:pt x="58" y="5"/>
                  <a:pt x="58" y="5"/>
                  <a:pt x="58" y="5"/>
                </a:cubicBezTo>
                <a:cubicBezTo>
                  <a:pt x="58" y="5"/>
                  <a:pt x="58" y="6"/>
                  <a:pt x="58" y="6"/>
                </a:cubicBezTo>
                <a:cubicBezTo>
                  <a:pt x="57" y="7"/>
                  <a:pt x="57" y="7"/>
                  <a:pt x="57" y="7"/>
                </a:cubicBezTo>
                <a:close/>
                <a:moveTo>
                  <a:pt x="61" y="5"/>
                </a:moveTo>
                <a:cubicBezTo>
                  <a:pt x="61" y="5"/>
                  <a:pt x="60" y="6"/>
                  <a:pt x="59" y="6"/>
                </a:cubicBezTo>
                <a:cubicBezTo>
                  <a:pt x="59" y="6"/>
                  <a:pt x="58" y="5"/>
                  <a:pt x="58" y="5"/>
                </a:cubicBezTo>
                <a:cubicBezTo>
                  <a:pt x="58" y="1"/>
                  <a:pt x="58" y="1"/>
                  <a:pt x="58" y="1"/>
                </a:cubicBezTo>
                <a:cubicBezTo>
                  <a:pt x="58" y="0"/>
                  <a:pt x="59" y="0"/>
                  <a:pt x="59" y="0"/>
                </a:cubicBezTo>
                <a:cubicBezTo>
                  <a:pt x="60" y="0"/>
                  <a:pt x="61" y="0"/>
                  <a:pt x="61" y="1"/>
                </a:cubicBezTo>
                <a:lnTo>
                  <a:pt x="61" y="5"/>
                </a:lnTo>
                <a:close/>
                <a:moveTo>
                  <a:pt x="63" y="6"/>
                </a:moveTo>
                <a:cubicBezTo>
                  <a:pt x="63" y="7"/>
                  <a:pt x="62" y="7"/>
                  <a:pt x="62" y="7"/>
                </a:cubicBezTo>
                <a:cubicBezTo>
                  <a:pt x="62" y="7"/>
                  <a:pt x="61" y="7"/>
                  <a:pt x="61" y="6"/>
                </a:cubicBezTo>
                <a:cubicBezTo>
                  <a:pt x="61" y="6"/>
                  <a:pt x="61" y="5"/>
                  <a:pt x="61" y="5"/>
                </a:cubicBezTo>
                <a:cubicBezTo>
                  <a:pt x="64" y="1"/>
                  <a:pt x="64" y="1"/>
                  <a:pt x="64" y="1"/>
                </a:cubicBezTo>
                <a:cubicBezTo>
                  <a:pt x="65" y="1"/>
                  <a:pt x="66" y="1"/>
                  <a:pt x="66" y="1"/>
                </a:cubicBezTo>
                <a:cubicBezTo>
                  <a:pt x="67" y="2"/>
                  <a:pt x="67" y="2"/>
                  <a:pt x="66" y="3"/>
                </a:cubicBezTo>
                <a:lnTo>
                  <a:pt x="63" y="6"/>
                </a:lnTo>
                <a:close/>
                <a:moveTo>
                  <a:pt x="65" y="15"/>
                </a:moveTo>
                <a:cubicBezTo>
                  <a:pt x="65" y="15"/>
                  <a:pt x="65" y="15"/>
                  <a:pt x="64" y="15"/>
                </a:cubicBezTo>
                <a:cubicBezTo>
                  <a:pt x="61" y="12"/>
                  <a:pt x="61" y="12"/>
                  <a:pt x="61" y="12"/>
                </a:cubicBezTo>
                <a:cubicBezTo>
                  <a:pt x="61" y="11"/>
                  <a:pt x="61" y="10"/>
                  <a:pt x="61" y="10"/>
                </a:cubicBezTo>
                <a:cubicBezTo>
                  <a:pt x="62" y="9"/>
                  <a:pt x="62" y="9"/>
                  <a:pt x="63" y="10"/>
                </a:cubicBezTo>
                <a:cubicBezTo>
                  <a:pt x="66" y="13"/>
                  <a:pt x="66" y="13"/>
                  <a:pt x="66" y="13"/>
                </a:cubicBezTo>
                <a:cubicBezTo>
                  <a:pt x="67" y="14"/>
                  <a:pt x="67" y="15"/>
                  <a:pt x="66" y="15"/>
                </a:cubicBezTo>
                <a:cubicBezTo>
                  <a:pt x="66" y="15"/>
                  <a:pt x="66" y="15"/>
                  <a:pt x="65" y="15"/>
                </a:cubicBezTo>
                <a:close/>
                <a:moveTo>
                  <a:pt x="67" y="9"/>
                </a:moveTo>
                <a:cubicBezTo>
                  <a:pt x="63" y="9"/>
                  <a:pt x="63" y="9"/>
                  <a:pt x="63" y="9"/>
                </a:cubicBezTo>
                <a:cubicBezTo>
                  <a:pt x="62" y="9"/>
                  <a:pt x="62" y="9"/>
                  <a:pt x="62" y="8"/>
                </a:cubicBezTo>
                <a:cubicBezTo>
                  <a:pt x="62" y="8"/>
                  <a:pt x="62" y="7"/>
                  <a:pt x="63" y="7"/>
                </a:cubicBezTo>
                <a:cubicBezTo>
                  <a:pt x="67" y="7"/>
                  <a:pt x="67" y="7"/>
                  <a:pt x="67" y="7"/>
                </a:cubicBezTo>
                <a:cubicBezTo>
                  <a:pt x="67" y="7"/>
                  <a:pt x="68" y="8"/>
                  <a:pt x="68" y="8"/>
                </a:cubicBezTo>
                <a:cubicBezTo>
                  <a:pt x="68" y="9"/>
                  <a:pt x="67" y="9"/>
                  <a:pt x="67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10" name="Freeform 158"/>
          <p:cNvSpPr/>
          <p:nvPr/>
        </p:nvSpPr>
        <p:spPr>
          <a:xfrm>
            <a:off x="493560" y="3222720"/>
            <a:ext cx="233640" cy="199800"/>
          </a:xfrm>
          <a:custGeom>
            <a:avLst/>
            <a:gdLst/>
            <a:ahLst/>
            <a:rect l="l" t="t" r="r" b="b"/>
            <a:pathLst>
              <a:path w="68" h="58">
                <a:moveTo>
                  <a:pt x="68" y="30"/>
                </a:moveTo>
                <a:cubicBezTo>
                  <a:pt x="0" y="30"/>
                  <a:pt x="0" y="30"/>
                  <a:pt x="0" y="30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2"/>
                  <a:pt x="3" y="9"/>
                  <a:pt x="7" y="9"/>
                </a:cubicBezTo>
                <a:cubicBezTo>
                  <a:pt x="20" y="9"/>
                  <a:pt x="20" y="9"/>
                  <a:pt x="20" y="9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1"/>
                  <a:pt x="22" y="0"/>
                  <a:pt x="24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7" y="0"/>
                  <a:pt x="49" y="1"/>
                  <a:pt x="49" y="3"/>
                </a:cubicBezTo>
                <a:cubicBezTo>
                  <a:pt x="49" y="9"/>
                  <a:pt x="49" y="9"/>
                  <a:pt x="49" y="9"/>
                </a:cubicBezTo>
                <a:cubicBezTo>
                  <a:pt x="62" y="9"/>
                  <a:pt x="62" y="9"/>
                  <a:pt x="62" y="9"/>
                </a:cubicBezTo>
                <a:cubicBezTo>
                  <a:pt x="66" y="9"/>
                  <a:pt x="68" y="12"/>
                  <a:pt x="68" y="15"/>
                </a:cubicBezTo>
                <a:lnTo>
                  <a:pt x="68" y="30"/>
                </a:lnTo>
                <a:close/>
                <a:moveTo>
                  <a:pt x="68" y="52"/>
                </a:moveTo>
                <a:cubicBezTo>
                  <a:pt x="68" y="55"/>
                  <a:pt x="66" y="58"/>
                  <a:pt x="62" y="58"/>
                </a:cubicBezTo>
                <a:cubicBezTo>
                  <a:pt x="7" y="58"/>
                  <a:pt x="7" y="58"/>
                  <a:pt x="7" y="58"/>
                </a:cubicBezTo>
                <a:cubicBezTo>
                  <a:pt x="3" y="58"/>
                  <a:pt x="0" y="55"/>
                  <a:pt x="0" y="52"/>
                </a:cubicBezTo>
                <a:cubicBezTo>
                  <a:pt x="0" y="34"/>
                  <a:pt x="0" y="34"/>
                  <a:pt x="0" y="34"/>
                </a:cubicBezTo>
                <a:cubicBezTo>
                  <a:pt x="26" y="34"/>
                  <a:pt x="26" y="34"/>
                  <a:pt x="26" y="34"/>
                </a:cubicBezTo>
                <a:cubicBezTo>
                  <a:pt x="26" y="40"/>
                  <a:pt x="26" y="40"/>
                  <a:pt x="26" y="40"/>
                </a:cubicBezTo>
                <a:cubicBezTo>
                  <a:pt x="26" y="41"/>
                  <a:pt x="27" y="42"/>
                  <a:pt x="28" y="42"/>
                </a:cubicBezTo>
                <a:cubicBezTo>
                  <a:pt x="41" y="42"/>
                  <a:pt x="41" y="42"/>
                  <a:pt x="41" y="42"/>
                </a:cubicBezTo>
                <a:cubicBezTo>
                  <a:pt x="42" y="42"/>
                  <a:pt x="43" y="41"/>
                  <a:pt x="43" y="40"/>
                </a:cubicBezTo>
                <a:cubicBezTo>
                  <a:pt x="43" y="34"/>
                  <a:pt x="43" y="34"/>
                  <a:pt x="43" y="34"/>
                </a:cubicBezTo>
                <a:cubicBezTo>
                  <a:pt x="68" y="34"/>
                  <a:pt x="68" y="34"/>
                  <a:pt x="68" y="34"/>
                </a:cubicBezTo>
                <a:lnTo>
                  <a:pt x="68" y="52"/>
                </a:lnTo>
                <a:close/>
                <a:moveTo>
                  <a:pt x="44" y="9"/>
                </a:moveTo>
                <a:cubicBezTo>
                  <a:pt x="44" y="5"/>
                  <a:pt x="44" y="5"/>
                  <a:pt x="44" y="5"/>
                </a:cubicBezTo>
                <a:cubicBezTo>
                  <a:pt x="25" y="5"/>
                  <a:pt x="25" y="5"/>
                  <a:pt x="25" y="5"/>
                </a:cubicBezTo>
                <a:cubicBezTo>
                  <a:pt x="25" y="9"/>
                  <a:pt x="25" y="9"/>
                  <a:pt x="25" y="9"/>
                </a:cubicBezTo>
                <a:lnTo>
                  <a:pt x="44" y="9"/>
                </a:lnTo>
                <a:close/>
                <a:moveTo>
                  <a:pt x="39" y="39"/>
                </a:moveTo>
                <a:cubicBezTo>
                  <a:pt x="30" y="39"/>
                  <a:pt x="30" y="39"/>
                  <a:pt x="30" y="39"/>
                </a:cubicBezTo>
                <a:cubicBezTo>
                  <a:pt x="30" y="34"/>
                  <a:pt x="30" y="34"/>
                  <a:pt x="30" y="34"/>
                </a:cubicBezTo>
                <a:cubicBezTo>
                  <a:pt x="39" y="34"/>
                  <a:pt x="39" y="34"/>
                  <a:pt x="39" y="34"/>
                </a:cubicBezTo>
                <a:lnTo>
                  <a:pt x="39" y="3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11" name="Freeform 159"/>
          <p:cNvSpPr/>
          <p:nvPr/>
        </p:nvSpPr>
        <p:spPr>
          <a:xfrm>
            <a:off x="988920" y="3222720"/>
            <a:ext cx="185760" cy="233280"/>
          </a:xfrm>
          <a:custGeom>
            <a:avLst/>
            <a:gdLst/>
            <a:ahLst/>
            <a:rect l="l" t="t" r="r" b="b"/>
            <a:pathLst>
              <a:path w="54" h="68">
                <a:moveTo>
                  <a:pt x="54" y="65"/>
                </a:moveTo>
                <a:cubicBezTo>
                  <a:pt x="54" y="67"/>
                  <a:pt x="53" y="68"/>
                  <a:pt x="51" y="68"/>
                </a:cubicBezTo>
                <a:cubicBezTo>
                  <a:pt x="3" y="68"/>
                  <a:pt x="3" y="68"/>
                  <a:pt x="3" y="68"/>
                </a:cubicBezTo>
                <a:cubicBezTo>
                  <a:pt x="2" y="68"/>
                  <a:pt x="0" y="67"/>
                  <a:pt x="0" y="65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2" y="0"/>
                  <a:pt x="3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3" y="0"/>
                  <a:pt x="54" y="1"/>
                  <a:pt x="54" y="2"/>
                </a:cubicBezTo>
                <a:lnTo>
                  <a:pt x="54" y="65"/>
                </a:lnTo>
                <a:close/>
                <a:moveTo>
                  <a:pt x="49" y="63"/>
                </a:moveTo>
                <a:cubicBezTo>
                  <a:pt x="49" y="5"/>
                  <a:pt x="49" y="5"/>
                  <a:pt x="49" y="5"/>
                </a:cubicBezTo>
                <a:cubicBezTo>
                  <a:pt x="5" y="5"/>
                  <a:pt x="5" y="5"/>
                  <a:pt x="5" y="5"/>
                </a:cubicBezTo>
                <a:cubicBezTo>
                  <a:pt x="5" y="63"/>
                  <a:pt x="5" y="63"/>
                  <a:pt x="5" y="63"/>
                </a:cubicBezTo>
                <a:cubicBezTo>
                  <a:pt x="20" y="63"/>
                  <a:pt x="20" y="63"/>
                  <a:pt x="20" y="63"/>
                </a:cubicBezTo>
                <a:cubicBezTo>
                  <a:pt x="20" y="54"/>
                  <a:pt x="20" y="54"/>
                  <a:pt x="20" y="54"/>
                </a:cubicBezTo>
                <a:cubicBezTo>
                  <a:pt x="20" y="54"/>
                  <a:pt x="20" y="53"/>
                  <a:pt x="21" y="53"/>
                </a:cubicBezTo>
                <a:cubicBezTo>
                  <a:pt x="33" y="53"/>
                  <a:pt x="33" y="53"/>
                  <a:pt x="33" y="53"/>
                </a:cubicBezTo>
                <a:cubicBezTo>
                  <a:pt x="34" y="53"/>
                  <a:pt x="34" y="54"/>
                  <a:pt x="34" y="54"/>
                </a:cubicBezTo>
                <a:cubicBezTo>
                  <a:pt x="34" y="63"/>
                  <a:pt x="34" y="63"/>
                  <a:pt x="34" y="63"/>
                </a:cubicBezTo>
                <a:lnTo>
                  <a:pt x="49" y="63"/>
                </a:lnTo>
                <a:close/>
                <a:moveTo>
                  <a:pt x="15" y="13"/>
                </a:moveTo>
                <a:cubicBezTo>
                  <a:pt x="15" y="14"/>
                  <a:pt x="14" y="14"/>
                  <a:pt x="14" y="14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"/>
                  <a:pt x="10" y="14"/>
                  <a:pt x="10" y="13"/>
                </a:cubicBezTo>
                <a:cubicBezTo>
                  <a:pt x="10" y="11"/>
                  <a:pt x="10" y="11"/>
                  <a:pt x="10" y="11"/>
                </a:cubicBezTo>
                <a:cubicBezTo>
                  <a:pt x="10" y="10"/>
                  <a:pt x="11" y="9"/>
                  <a:pt x="11" y="9"/>
                </a:cubicBezTo>
                <a:cubicBezTo>
                  <a:pt x="14" y="9"/>
                  <a:pt x="14" y="9"/>
                  <a:pt x="14" y="9"/>
                </a:cubicBezTo>
                <a:cubicBezTo>
                  <a:pt x="14" y="9"/>
                  <a:pt x="15" y="10"/>
                  <a:pt x="15" y="11"/>
                </a:cubicBezTo>
                <a:lnTo>
                  <a:pt x="15" y="13"/>
                </a:lnTo>
                <a:close/>
                <a:moveTo>
                  <a:pt x="15" y="23"/>
                </a:moveTo>
                <a:cubicBezTo>
                  <a:pt x="15" y="23"/>
                  <a:pt x="14" y="24"/>
                  <a:pt x="14" y="24"/>
                </a:cubicBezTo>
                <a:cubicBezTo>
                  <a:pt x="11" y="24"/>
                  <a:pt x="11" y="24"/>
                  <a:pt x="11" y="24"/>
                </a:cubicBezTo>
                <a:cubicBezTo>
                  <a:pt x="11" y="24"/>
                  <a:pt x="10" y="23"/>
                  <a:pt x="10" y="23"/>
                </a:cubicBezTo>
                <a:cubicBezTo>
                  <a:pt x="10" y="20"/>
                  <a:pt x="10" y="20"/>
                  <a:pt x="10" y="20"/>
                </a:cubicBezTo>
                <a:cubicBezTo>
                  <a:pt x="10" y="20"/>
                  <a:pt x="11" y="19"/>
                  <a:pt x="11" y="19"/>
                </a:cubicBezTo>
                <a:cubicBezTo>
                  <a:pt x="14" y="19"/>
                  <a:pt x="14" y="19"/>
                  <a:pt x="14" y="19"/>
                </a:cubicBezTo>
                <a:cubicBezTo>
                  <a:pt x="14" y="19"/>
                  <a:pt x="15" y="20"/>
                  <a:pt x="15" y="20"/>
                </a:cubicBezTo>
                <a:lnTo>
                  <a:pt x="15" y="23"/>
                </a:lnTo>
                <a:close/>
                <a:moveTo>
                  <a:pt x="15" y="32"/>
                </a:moveTo>
                <a:cubicBezTo>
                  <a:pt x="15" y="33"/>
                  <a:pt x="14" y="34"/>
                  <a:pt x="14" y="34"/>
                </a:cubicBezTo>
                <a:cubicBezTo>
                  <a:pt x="11" y="34"/>
                  <a:pt x="11" y="34"/>
                  <a:pt x="11" y="34"/>
                </a:cubicBezTo>
                <a:cubicBezTo>
                  <a:pt x="11" y="34"/>
                  <a:pt x="10" y="33"/>
                  <a:pt x="10" y="32"/>
                </a:cubicBezTo>
                <a:cubicBezTo>
                  <a:pt x="10" y="30"/>
                  <a:pt x="10" y="30"/>
                  <a:pt x="10" y="30"/>
                </a:cubicBezTo>
                <a:cubicBezTo>
                  <a:pt x="10" y="29"/>
                  <a:pt x="11" y="29"/>
                  <a:pt x="11" y="29"/>
                </a:cubicBezTo>
                <a:cubicBezTo>
                  <a:pt x="14" y="29"/>
                  <a:pt x="14" y="29"/>
                  <a:pt x="14" y="29"/>
                </a:cubicBezTo>
                <a:cubicBezTo>
                  <a:pt x="14" y="29"/>
                  <a:pt x="15" y="29"/>
                  <a:pt x="15" y="30"/>
                </a:cubicBezTo>
                <a:lnTo>
                  <a:pt x="15" y="32"/>
                </a:lnTo>
                <a:close/>
                <a:moveTo>
                  <a:pt x="15" y="42"/>
                </a:moveTo>
                <a:cubicBezTo>
                  <a:pt x="15" y="43"/>
                  <a:pt x="14" y="43"/>
                  <a:pt x="14" y="43"/>
                </a:cubicBezTo>
                <a:cubicBezTo>
                  <a:pt x="11" y="43"/>
                  <a:pt x="11" y="43"/>
                  <a:pt x="11" y="43"/>
                </a:cubicBezTo>
                <a:cubicBezTo>
                  <a:pt x="11" y="43"/>
                  <a:pt x="10" y="43"/>
                  <a:pt x="10" y="42"/>
                </a:cubicBezTo>
                <a:cubicBezTo>
                  <a:pt x="10" y="40"/>
                  <a:pt x="10" y="40"/>
                  <a:pt x="10" y="40"/>
                </a:cubicBezTo>
                <a:cubicBezTo>
                  <a:pt x="10" y="39"/>
                  <a:pt x="11" y="39"/>
                  <a:pt x="11" y="39"/>
                </a:cubicBezTo>
                <a:cubicBezTo>
                  <a:pt x="14" y="39"/>
                  <a:pt x="14" y="39"/>
                  <a:pt x="14" y="39"/>
                </a:cubicBezTo>
                <a:cubicBezTo>
                  <a:pt x="14" y="39"/>
                  <a:pt x="15" y="39"/>
                  <a:pt x="15" y="40"/>
                </a:cubicBezTo>
                <a:lnTo>
                  <a:pt x="15" y="42"/>
                </a:lnTo>
                <a:close/>
                <a:moveTo>
                  <a:pt x="15" y="52"/>
                </a:moveTo>
                <a:cubicBezTo>
                  <a:pt x="15" y="53"/>
                  <a:pt x="14" y="53"/>
                  <a:pt x="14" y="53"/>
                </a:cubicBezTo>
                <a:cubicBezTo>
                  <a:pt x="11" y="53"/>
                  <a:pt x="11" y="53"/>
                  <a:pt x="11" y="53"/>
                </a:cubicBezTo>
                <a:cubicBezTo>
                  <a:pt x="11" y="53"/>
                  <a:pt x="10" y="53"/>
                  <a:pt x="10" y="52"/>
                </a:cubicBezTo>
                <a:cubicBezTo>
                  <a:pt x="10" y="49"/>
                  <a:pt x="10" y="49"/>
                  <a:pt x="10" y="49"/>
                </a:cubicBezTo>
                <a:cubicBezTo>
                  <a:pt x="10" y="49"/>
                  <a:pt x="11" y="48"/>
                  <a:pt x="11" y="48"/>
                </a:cubicBezTo>
                <a:cubicBezTo>
                  <a:pt x="14" y="48"/>
                  <a:pt x="14" y="48"/>
                  <a:pt x="14" y="48"/>
                </a:cubicBezTo>
                <a:cubicBezTo>
                  <a:pt x="14" y="48"/>
                  <a:pt x="15" y="49"/>
                  <a:pt x="15" y="49"/>
                </a:cubicBezTo>
                <a:lnTo>
                  <a:pt x="15" y="52"/>
                </a:lnTo>
                <a:close/>
                <a:moveTo>
                  <a:pt x="25" y="13"/>
                </a:moveTo>
                <a:cubicBezTo>
                  <a:pt x="25" y="14"/>
                  <a:pt x="24" y="14"/>
                  <a:pt x="24" y="14"/>
                </a:cubicBezTo>
                <a:cubicBezTo>
                  <a:pt x="21" y="14"/>
                  <a:pt x="21" y="14"/>
                  <a:pt x="21" y="14"/>
                </a:cubicBezTo>
                <a:cubicBezTo>
                  <a:pt x="20" y="14"/>
                  <a:pt x="20" y="14"/>
                  <a:pt x="20" y="13"/>
                </a:cubicBezTo>
                <a:cubicBezTo>
                  <a:pt x="20" y="11"/>
                  <a:pt x="20" y="11"/>
                  <a:pt x="20" y="11"/>
                </a:cubicBezTo>
                <a:cubicBezTo>
                  <a:pt x="20" y="10"/>
                  <a:pt x="20" y="9"/>
                  <a:pt x="21" y="9"/>
                </a:cubicBezTo>
                <a:cubicBezTo>
                  <a:pt x="24" y="9"/>
                  <a:pt x="24" y="9"/>
                  <a:pt x="24" y="9"/>
                </a:cubicBezTo>
                <a:cubicBezTo>
                  <a:pt x="24" y="9"/>
                  <a:pt x="25" y="10"/>
                  <a:pt x="25" y="11"/>
                </a:cubicBezTo>
                <a:lnTo>
                  <a:pt x="25" y="13"/>
                </a:lnTo>
                <a:close/>
                <a:moveTo>
                  <a:pt x="25" y="23"/>
                </a:moveTo>
                <a:cubicBezTo>
                  <a:pt x="25" y="23"/>
                  <a:pt x="24" y="24"/>
                  <a:pt x="24" y="24"/>
                </a:cubicBezTo>
                <a:cubicBezTo>
                  <a:pt x="21" y="24"/>
                  <a:pt x="21" y="24"/>
                  <a:pt x="21" y="24"/>
                </a:cubicBezTo>
                <a:cubicBezTo>
                  <a:pt x="20" y="24"/>
                  <a:pt x="20" y="23"/>
                  <a:pt x="20" y="23"/>
                </a:cubicBezTo>
                <a:cubicBezTo>
                  <a:pt x="20" y="20"/>
                  <a:pt x="20" y="20"/>
                  <a:pt x="20" y="20"/>
                </a:cubicBezTo>
                <a:cubicBezTo>
                  <a:pt x="20" y="20"/>
                  <a:pt x="20" y="19"/>
                  <a:pt x="21" y="19"/>
                </a:cubicBezTo>
                <a:cubicBezTo>
                  <a:pt x="24" y="19"/>
                  <a:pt x="24" y="19"/>
                  <a:pt x="24" y="19"/>
                </a:cubicBezTo>
                <a:cubicBezTo>
                  <a:pt x="24" y="19"/>
                  <a:pt x="25" y="20"/>
                  <a:pt x="25" y="20"/>
                </a:cubicBezTo>
                <a:lnTo>
                  <a:pt x="25" y="23"/>
                </a:lnTo>
                <a:close/>
                <a:moveTo>
                  <a:pt x="25" y="32"/>
                </a:moveTo>
                <a:cubicBezTo>
                  <a:pt x="25" y="33"/>
                  <a:pt x="24" y="34"/>
                  <a:pt x="24" y="34"/>
                </a:cubicBezTo>
                <a:cubicBezTo>
                  <a:pt x="21" y="34"/>
                  <a:pt x="21" y="34"/>
                  <a:pt x="21" y="34"/>
                </a:cubicBezTo>
                <a:cubicBezTo>
                  <a:pt x="20" y="34"/>
                  <a:pt x="20" y="33"/>
                  <a:pt x="20" y="32"/>
                </a:cubicBezTo>
                <a:cubicBezTo>
                  <a:pt x="20" y="30"/>
                  <a:pt x="20" y="30"/>
                  <a:pt x="20" y="30"/>
                </a:cubicBezTo>
                <a:cubicBezTo>
                  <a:pt x="20" y="29"/>
                  <a:pt x="20" y="29"/>
                  <a:pt x="21" y="29"/>
                </a:cubicBezTo>
                <a:cubicBezTo>
                  <a:pt x="24" y="29"/>
                  <a:pt x="24" y="29"/>
                  <a:pt x="24" y="29"/>
                </a:cubicBezTo>
                <a:cubicBezTo>
                  <a:pt x="24" y="29"/>
                  <a:pt x="25" y="29"/>
                  <a:pt x="25" y="30"/>
                </a:cubicBezTo>
                <a:lnTo>
                  <a:pt x="25" y="32"/>
                </a:lnTo>
                <a:close/>
                <a:moveTo>
                  <a:pt x="25" y="42"/>
                </a:moveTo>
                <a:cubicBezTo>
                  <a:pt x="25" y="43"/>
                  <a:pt x="24" y="43"/>
                  <a:pt x="24" y="43"/>
                </a:cubicBezTo>
                <a:cubicBezTo>
                  <a:pt x="21" y="43"/>
                  <a:pt x="21" y="43"/>
                  <a:pt x="21" y="43"/>
                </a:cubicBezTo>
                <a:cubicBezTo>
                  <a:pt x="20" y="43"/>
                  <a:pt x="20" y="43"/>
                  <a:pt x="20" y="42"/>
                </a:cubicBezTo>
                <a:cubicBezTo>
                  <a:pt x="20" y="40"/>
                  <a:pt x="20" y="40"/>
                  <a:pt x="20" y="40"/>
                </a:cubicBezTo>
                <a:cubicBezTo>
                  <a:pt x="20" y="39"/>
                  <a:pt x="20" y="39"/>
                  <a:pt x="21" y="39"/>
                </a:cubicBezTo>
                <a:cubicBezTo>
                  <a:pt x="24" y="39"/>
                  <a:pt x="24" y="39"/>
                  <a:pt x="24" y="39"/>
                </a:cubicBezTo>
                <a:cubicBezTo>
                  <a:pt x="24" y="39"/>
                  <a:pt x="25" y="39"/>
                  <a:pt x="25" y="40"/>
                </a:cubicBezTo>
                <a:lnTo>
                  <a:pt x="25" y="42"/>
                </a:lnTo>
                <a:close/>
                <a:moveTo>
                  <a:pt x="34" y="13"/>
                </a:moveTo>
                <a:cubicBezTo>
                  <a:pt x="34" y="14"/>
                  <a:pt x="34" y="14"/>
                  <a:pt x="33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4"/>
                  <a:pt x="30" y="14"/>
                  <a:pt x="30" y="13"/>
                </a:cubicBezTo>
                <a:cubicBezTo>
                  <a:pt x="30" y="11"/>
                  <a:pt x="30" y="11"/>
                  <a:pt x="30" y="11"/>
                </a:cubicBezTo>
                <a:cubicBezTo>
                  <a:pt x="30" y="10"/>
                  <a:pt x="30" y="9"/>
                  <a:pt x="31" y="9"/>
                </a:cubicBezTo>
                <a:cubicBezTo>
                  <a:pt x="33" y="9"/>
                  <a:pt x="33" y="9"/>
                  <a:pt x="33" y="9"/>
                </a:cubicBezTo>
                <a:cubicBezTo>
                  <a:pt x="34" y="9"/>
                  <a:pt x="34" y="10"/>
                  <a:pt x="34" y="11"/>
                </a:cubicBezTo>
                <a:lnTo>
                  <a:pt x="34" y="13"/>
                </a:lnTo>
                <a:close/>
                <a:moveTo>
                  <a:pt x="34" y="23"/>
                </a:moveTo>
                <a:cubicBezTo>
                  <a:pt x="34" y="23"/>
                  <a:pt x="34" y="24"/>
                  <a:pt x="33" y="24"/>
                </a:cubicBezTo>
                <a:cubicBezTo>
                  <a:pt x="31" y="24"/>
                  <a:pt x="31" y="24"/>
                  <a:pt x="31" y="24"/>
                </a:cubicBezTo>
                <a:cubicBezTo>
                  <a:pt x="30" y="24"/>
                  <a:pt x="30" y="23"/>
                  <a:pt x="30" y="23"/>
                </a:cubicBezTo>
                <a:cubicBezTo>
                  <a:pt x="30" y="20"/>
                  <a:pt x="30" y="20"/>
                  <a:pt x="30" y="20"/>
                </a:cubicBezTo>
                <a:cubicBezTo>
                  <a:pt x="30" y="20"/>
                  <a:pt x="30" y="19"/>
                  <a:pt x="31" y="19"/>
                </a:cubicBezTo>
                <a:cubicBezTo>
                  <a:pt x="33" y="19"/>
                  <a:pt x="33" y="19"/>
                  <a:pt x="33" y="19"/>
                </a:cubicBezTo>
                <a:cubicBezTo>
                  <a:pt x="34" y="19"/>
                  <a:pt x="34" y="20"/>
                  <a:pt x="34" y="20"/>
                </a:cubicBezTo>
                <a:lnTo>
                  <a:pt x="34" y="23"/>
                </a:lnTo>
                <a:close/>
                <a:moveTo>
                  <a:pt x="34" y="32"/>
                </a:moveTo>
                <a:cubicBezTo>
                  <a:pt x="34" y="33"/>
                  <a:pt x="34" y="34"/>
                  <a:pt x="33" y="34"/>
                </a:cubicBezTo>
                <a:cubicBezTo>
                  <a:pt x="31" y="34"/>
                  <a:pt x="31" y="34"/>
                  <a:pt x="31" y="34"/>
                </a:cubicBezTo>
                <a:cubicBezTo>
                  <a:pt x="30" y="34"/>
                  <a:pt x="30" y="33"/>
                  <a:pt x="30" y="32"/>
                </a:cubicBezTo>
                <a:cubicBezTo>
                  <a:pt x="30" y="30"/>
                  <a:pt x="30" y="30"/>
                  <a:pt x="30" y="30"/>
                </a:cubicBezTo>
                <a:cubicBezTo>
                  <a:pt x="30" y="29"/>
                  <a:pt x="30" y="29"/>
                  <a:pt x="31" y="29"/>
                </a:cubicBezTo>
                <a:cubicBezTo>
                  <a:pt x="33" y="29"/>
                  <a:pt x="33" y="29"/>
                  <a:pt x="33" y="29"/>
                </a:cubicBezTo>
                <a:cubicBezTo>
                  <a:pt x="34" y="29"/>
                  <a:pt x="34" y="29"/>
                  <a:pt x="34" y="30"/>
                </a:cubicBezTo>
                <a:lnTo>
                  <a:pt x="34" y="32"/>
                </a:lnTo>
                <a:close/>
                <a:moveTo>
                  <a:pt x="34" y="42"/>
                </a:moveTo>
                <a:cubicBezTo>
                  <a:pt x="34" y="43"/>
                  <a:pt x="34" y="43"/>
                  <a:pt x="33" y="43"/>
                </a:cubicBezTo>
                <a:cubicBezTo>
                  <a:pt x="31" y="43"/>
                  <a:pt x="31" y="43"/>
                  <a:pt x="31" y="43"/>
                </a:cubicBezTo>
                <a:cubicBezTo>
                  <a:pt x="30" y="43"/>
                  <a:pt x="30" y="43"/>
                  <a:pt x="30" y="42"/>
                </a:cubicBezTo>
                <a:cubicBezTo>
                  <a:pt x="30" y="40"/>
                  <a:pt x="30" y="40"/>
                  <a:pt x="30" y="40"/>
                </a:cubicBezTo>
                <a:cubicBezTo>
                  <a:pt x="30" y="39"/>
                  <a:pt x="30" y="39"/>
                  <a:pt x="31" y="39"/>
                </a:cubicBezTo>
                <a:cubicBezTo>
                  <a:pt x="33" y="39"/>
                  <a:pt x="33" y="39"/>
                  <a:pt x="33" y="39"/>
                </a:cubicBezTo>
                <a:cubicBezTo>
                  <a:pt x="34" y="39"/>
                  <a:pt x="34" y="39"/>
                  <a:pt x="34" y="40"/>
                </a:cubicBezTo>
                <a:lnTo>
                  <a:pt x="34" y="42"/>
                </a:lnTo>
                <a:close/>
                <a:moveTo>
                  <a:pt x="44" y="13"/>
                </a:moveTo>
                <a:cubicBezTo>
                  <a:pt x="44" y="14"/>
                  <a:pt x="44" y="14"/>
                  <a:pt x="43" y="14"/>
                </a:cubicBezTo>
                <a:cubicBezTo>
                  <a:pt x="41" y="14"/>
                  <a:pt x="41" y="14"/>
                  <a:pt x="41" y="14"/>
                </a:cubicBezTo>
                <a:cubicBezTo>
                  <a:pt x="40" y="14"/>
                  <a:pt x="39" y="14"/>
                  <a:pt x="39" y="13"/>
                </a:cubicBezTo>
                <a:cubicBezTo>
                  <a:pt x="39" y="11"/>
                  <a:pt x="39" y="11"/>
                  <a:pt x="39" y="11"/>
                </a:cubicBezTo>
                <a:cubicBezTo>
                  <a:pt x="39" y="10"/>
                  <a:pt x="40" y="9"/>
                  <a:pt x="41" y="9"/>
                </a:cubicBezTo>
                <a:cubicBezTo>
                  <a:pt x="43" y="9"/>
                  <a:pt x="43" y="9"/>
                  <a:pt x="43" y="9"/>
                </a:cubicBezTo>
                <a:cubicBezTo>
                  <a:pt x="44" y="9"/>
                  <a:pt x="44" y="10"/>
                  <a:pt x="44" y="11"/>
                </a:cubicBezTo>
                <a:lnTo>
                  <a:pt x="44" y="13"/>
                </a:lnTo>
                <a:close/>
                <a:moveTo>
                  <a:pt x="44" y="23"/>
                </a:moveTo>
                <a:cubicBezTo>
                  <a:pt x="44" y="23"/>
                  <a:pt x="44" y="24"/>
                  <a:pt x="43" y="24"/>
                </a:cubicBezTo>
                <a:cubicBezTo>
                  <a:pt x="41" y="24"/>
                  <a:pt x="41" y="24"/>
                  <a:pt x="41" y="24"/>
                </a:cubicBezTo>
                <a:cubicBezTo>
                  <a:pt x="40" y="24"/>
                  <a:pt x="39" y="23"/>
                  <a:pt x="39" y="23"/>
                </a:cubicBezTo>
                <a:cubicBezTo>
                  <a:pt x="39" y="20"/>
                  <a:pt x="39" y="20"/>
                  <a:pt x="39" y="20"/>
                </a:cubicBezTo>
                <a:cubicBezTo>
                  <a:pt x="39" y="20"/>
                  <a:pt x="40" y="19"/>
                  <a:pt x="41" y="19"/>
                </a:cubicBezTo>
                <a:cubicBezTo>
                  <a:pt x="43" y="19"/>
                  <a:pt x="43" y="19"/>
                  <a:pt x="43" y="19"/>
                </a:cubicBezTo>
                <a:cubicBezTo>
                  <a:pt x="44" y="19"/>
                  <a:pt x="44" y="20"/>
                  <a:pt x="44" y="20"/>
                </a:cubicBezTo>
                <a:lnTo>
                  <a:pt x="44" y="23"/>
                </a:lnTo>
                <a:close/>
                <a:moveTo>
                  <a:pt x="44" y="32"/>
                </a:moveTo>
                <a:cubicBezTo>
                  <a:pt x="44" y="33"/>
                  <a:pt x="44" y="34"/>
                  <a:pt x="43" y="34"/>
                </a:cubicBezTo>
                <a:cubicBezTo>
                  <a:pt x="41" y="34"/>
                  <a:pt x="41" y="34"/>
                  <a:pt x="41" y="34"/>
                </a:cubicBezTo>
                <a:cubicBezTo>
                  <a:pt x="40" y="34"/>
                  <a:pt x="39" y="33"/>
                  <a:pt x="39" y="32"/>
                </a:cubicBezTo>
                <a:cubicBezTo>
                  <a:pt x="39" y="30"/>
                  <a:pt x="39" y="30"/>
                  <a:pt x="39" y="30"/>
                </a:cubicBezTo>
                <a:cubicBezTo>
                  <a:pt x="39" y="29"/>
                  <a:pt x="40" y="29"/>
                  <a:pt x="41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44" y="29"/>
                  <a:pt x="44" y="29"/>
                  <a:pt x="44" y="30"/>
                </a:cubicBezTo>
                <a:lnTo>
                  <a:pt x="44" y="32"/>
                </a:lnTo>
                <a:close/>
                <a:moveTo>
                  <a:pt x="44" y="42"/>
                </a:moveTo>
                <a:cubicBezTo>
                  <a:pt x="44" y="43"/>
                  <a:pt x="44" y="43"/>
                  <a:pt x="43" y="43"/>
                </a:cubicBezTo>
                <a:cubicBezTo>
                  <a:pt x="41" y="43"/>
                  <a:pt x="41" y="43"/>
                  <a:pt x="41" y="43"/>
                </a:cubicBezTo>
                <a:cubicBezTo>
                  <a:pt x="40" y="43"/>
                  <a:pt x="39" y="43"/>
                  <a:pt x="39" y="42"/>
                </a:cubicBezTo>
                <a:cubicBezTo>
                  <a:pt x="39" y="40"/>
                  <a:pt x="39" y="40"/>
                  <a:pt x="39" y="40"/>
                </a:cubicBezTo>
                <a:cubicBezTo>
                  <a:pt x="39" y="39"/>
                  <a:pt x="40" y="39"/>
                  <a:pt x="41" y="39"/>
                </a:cubicBezTo>
                <a:cubicBezTo>
                  <a:pt x="43" y="39"/>
                  <a:pt x="43" y="39"/>
                  <a:pt x="43" y="39"/>
                </a:cubicBezTo>
                <a:cubicBezTo>
                  <a:pt x="44" y="39"/>
                  <a:pt x="44" y="39"/>
                  <a:pt x="44" y="40"/>
                </a:cubicBezTo>
                <a:lnTo>
                  <a:pt x="44" y="42"/>
                </a:lnTo>
                <a:close/>
                <a:moveTo>
                  <a:pt x="44" y="52"/>
                </a:moveTo>
                <a:cubicBezTo>
                  <a:pt x="44" y="53"/>
                  <a:pt x="44" y="53"/>
                  <a:pt x="43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40" y="53"/>
                  <a:pt x="39" y="53"/>
                  <a:pt x="39" y="52"/>
                </a:cubicBezTo>
                <a:cubicBezTo>
                  <a:pt x="39" y="49"/>
                  <a:pt x="39" y="49"/>
                  <a:pt x="39" y="49"/>
                </a:cubicBezTo>
                <a:cubicBezTo>
                  <a:pt x="39" y="49"/>
                  <a:pt x="40" y="48"/>
                  <a:pt x="41" y="48"/>
                </a:cubicBezTo>
                <a:cubicBezTo>
                  <a:pt x="43" y="48"/>
                  <a:pt x="43" y="48"/>
                  <a:pt x="43" y="48"/>
                </a:cubicBezTo>
                <a:cubicBezTo>
                  <a:pt x="44" y="48"/>
                  <a:pt x="44" y="49"/>
                  <a:pt x="44" y="49"/>
                </a:cubicBezTo>
                <a:lnTo>
                  <a:pt x="44" y="5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12" name="Freeform 160"/>
          <p:cNvSpPr/>
          <p:nvPr/>
        </p:nvSpPr>
        <p:spPr>
          <a:xfrm>
            <a:off x="1482840" y="3222720"/>
            <a:ext cx="268200" cy="233280"/>
          </a:xfrm>
          <a:custGeom>
            <a:avLst/>
            <a:gdLst/>
            <a:ahLst/>
            <a:rect l="l" t="t" r="r" b="b"/>
            <a:pathLst>
              <a:path w="78" h="68">
                <a:moveTo>
                  <a:pt x="78" y="42"/>
                </a:moveTo>
                <a:cubicBezTo>
                  <a:pt x="78" y="57"/>
                  <a:pt x="78" y="57"/>
                  <a:pt x="78" y="57"/>
                </a:cubicBezTo>
                <a:cubicBezTo>
                  <a:pt x="78" y="57"/>
                  <a:pt x="77" y="58"/>
                  <a:pt x="76" y="58"/>
                </a:cubicBezTo>
                <a:cubicBezTo>
                  <a:pt x="73" y="58"/>
                  <a:pt x="73" y="58"/>
                  <a:pt x="73" y="58"/>
                </a:cubicBezTo>
                <a:cubicBezTo>
                  <a:pt x="73" y="60"/>
                  <a:pt x="73" y="60"/>
                  <a:pt x="73" y="60"/>
                </a:cubicBezTo>
                <a:cubicBezTo>
                  <a:pt x="73" y="64"/>
                  <a:pt x="69" y="68"/>
                  <a:pt x="65" y="68"/>
                </a:cubicBezTo>
                <a:cubicBezTo>
                  <a:pt x="61" y="68"/>
                  <a:pt x="58" y="64"/>
                  <a:pt x="58" y="60"/>
                </a:cubicBezTo>
                <a:cubicBezTo>
                  <a:pt x="58" y="58"/>
                  <a:pt x="58" y="58"/>
                  <a:pt x="58" y="58"/>
                </a:cubicBezTo>
                <a:cubicBezTo>
                  <a:pt x="19" y="58"/>
                  <a:pt x="19" y="58"/>
                  <a:pt x="19" y="58"/>
                </a:cubicBezTo>
                <a:cubicBezTo>
                  <a:pt x="19" y="60"/>
                  <a:pt x="19" y="60"/>
                  <a:pt x="19" y="60"/>
                </a:cubicBezTo>
                <a:cubicBezTo>
                  <a:pt x="19" y="64"/>
                  <a:pt x="16" y="68"/>
                  <a:pt x="12" y="68"/>
                </a:cubicBezTo>
                <a:cubicBezTo>
                  <a:pt x="8" y="68"/>
                  <a:pt x="5" y="64"/>
                  <a:pt x="5" y="60"/>
                </a:cubicBezTo>
                <a:cubicBezTo>
                  <a:pt x="5" y="58"/>
                  <a:pt x="5" y="58"/>
                  <a:pt x="5" y="58"/>
                </a:cubicBezTo>
                <a:cubicBezTo>
                  <a:pt x="1" y="58"/>
                  <a:pt x="1" y="58"/>
                  <a:pt x="1" y="58"/>
                </a:cubicBezTo>
                <a:cubicBezTo>
                  <a:pt x="0" y="58"/>
                  <a:pt x="0" y="57"/>
                  <a:pt x="0" y="57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38"/>
                  <a:pt x="4" y="34"/>
                  <a:pt x="8" y="34"/>
                </a:cubicBezTo>
                <a:cubicBezTo>
                  <a:pt x="9" y="34"/>
                  <a:pt x="9" y="34"/>
                  <a:pt x="9" y="34"/>
                </a:cubicBezTo>
                <a:cubicBezTo>
                  <a:pt x="13" y="18"/>
                  <a:pt x="13" y="18"/>
                  <a:pt x="13" y="18"/>
                </a:cubicBezTo>
                <a:cubicBezTo>
                  <a:pt x="14" y="13"/>
                  <a:pt x="19" y="9"/>
                  <a:pt x="24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1"/>
                  <a:pt x="29" y="1"/>
                  <a:pt x="29" y="1"/>
                </a:cubicBezTo>
                <a:cubicBezTo>
                  <a:pt x="29" y="0"/>
                  <a:pt x="29" y="0"/>
                  <a:pt x="30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48" y="0"/>
                  <a:pt x="48" y="0"/>
                  <a:pt x="48" y="1"/>
                </a:cubicBezTo>
                <a:cubicBezTo>
                  <a:pt x="48" y="9"/>
                  <a:pt x="48" y="9"/>
                  <a:pt x="48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58" y="9"/>
                  <a:pt x="63" y="13"/>
                  <a:pt x="64" y="18"/>
                </a:cubicBezTo>
                <a:cubicBezTo>
                  <a:pt x="68" y="34"/>
                  <a:pt x="68" y="34"/>
                  <a:pt x="68" y="34"/>
                </a:cubicBezTo>
                <a:cubicBezTo>
                  <a:pt x="69" y="34"/>
                  <a:pt x="69" y="34"/>
                  <a:pt x="69" y="34"/>
                </a:cubicBezTo>
                <a:cubicBezTo>
                  <a:pt x="74" y="34"/>
                  <a:pt x="78" y="38"/>
                  <a:pt x="78" y="42"/>
                </a:cubicBezTo>
                <a:close/>
                <a:moveTo>
                  <a:pt x="18" y="46"/>
                </a:moveTo>
                <a:cubicBezTo>
                  <a:pt x="18" y="43"/>
                  <a:pt x="15" y="40"/>
                  <a:pt x="12" y="40"/>
                </a:cubicBezTo>
                <a:cubicBezTo>
                  <a:pt x="9" y="40"/>
                  <a:pt x="6" y="43"/>
                  <a:pt x="6" y="46"/>
                </a:cubicBezTo>
                <a:cubicBezTo>
                  <a:pt x="6" y="49"/>
                  <a:pt x="9" y="52"/>
                  <a:pt x="12" y="52"/>
                </a:cubicBezTo>
                <a:cubicBezTo>
                  <a:pt x="15" y="52"/>
                  <a:pt x="18" y="49"/>
                  <a:pt x="18" y="46"/>
                </a:cubicBezTo>
                <a:close/>
                <a:moveTo>
                  <a:pt x="58" y="34"/>
                </a:moveTo>
                <a:cubicBezTo>
                  <a:pt x="55" y="20"/>
                  <a:pt x="55" y="20"/>
                  <a:pt x="55" y="20"/>
                </a:cubicBezTo>
                <a:cubicBezTo>
                  <a:pt x="54" y="20"/>
                  <a:pt x="54" y="19"/>
                  <a:pt x="53" y="19"/>
                </a:cubicBezTo>
                <a:cubicBezTo>
                  <a:pt x="24" y="19"/>
                  <a:pt x="24" y="19"/>
                  <a:pt x="24" y="19"/>
                </a:cubicBezTo>
                <a:cubicBezTo>
                  <a:pt x="24" y="19"/>
                  <a:pt x="23" y="20"/>
                  <a:pt x="23" y="20"/>
                </a:cubicBezTo>
                <a:cubicBezTo>
                  <a:pt x="19" y="34"/>
                  <a:pt x="19" y="34"/>
                  <a:pt x="19" y="34"/>
                </a:cubicBezTo>
                <a:lnTo>
                  <a:pt x="58" y="34"/>
                </a:lnTo>
                <a:close/>
                <a:moveTo>
                  <a:pt x="71" y="46"/>
                </a:moveTo>
                <a:cubicBezTo>
                  <a:pt x="71" y="43"/>
                  <a:pt x="69" y="40"/>
                  <a:pt x="65" y="40"/>
                </a:cubicBezTo>
                <a:cubicBezTo>
                  <a:pt x="62" y="40"/>
                  <a:pt x="59" y="43"/>
                  <a:pt x="59" y="46"/>
                </a:cubicBezTo>
                <a:cubicBezTo>
                  <a:pt x="59" y="49"/>
                  <a:pt x="62" y="52"/>
                  <a:pt x="65" y="52"/>
                </a:cubicBezTo>
                <a:cubicBezTo>
                  <a:pt x="69" y="52"/>
                  <a:pt x="71" y="49"/>
                  <a:pt x="71" y="4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13" name="Freeform 161"/>
          <p:cNvSpPr/>
          <p:nvPr/>
        </p:nvSpPr>
        <p:spPr>
          <a:xfrm>
            <a:off x="1976400" y="3222720"/>
            <a:ext cx="250920" cy="217440"/>
          </a:xfrm>
          <a:custGeom>
            <a:avLst/>
            <a:gdLst/>
            <a:ahLst/>
            <a:rect l="l" t="t" r="r" b="b"/>
            <a:pathLst>
              <a:path w="73" h="63">
                <a:moveTo>
                  <a:pt x="73" y="19"/>
                </a:moveTo>
                <a:cubicBezTo>
                  <a:pt x="73" y="53"/>
                  <a:pt x="73" y="53"/>
                  <a:pt x="73" y="53"/>
                </a:cubicBezTo>
                <a:cubicBezTo>
                  <a:pt x="73" y="58"/>
                  <a:pt x="69" y="63"/>
                  <a:pt x="64" y="63"/>
                </a:cubicBezTo>
                <a:cubicBezTo>
                  <a:pt x="10" y="63"/>
                  <a:pt x="10" y="63"/>
                  <a:pt x="10" y="63"/>
                </a:cubicBezTo>
                <a:cubicBezTo>
                  <a:pt x="5" y="63"/>
                  <a:pt x="0" y="58"/>
                  <a:pt x="0" y="53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4"/>
                  <a:pt x="5" y="9"/>
                  <a:pt x="10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21" y="4"/>
                  <a:pt x="21" y="4"/>
                  <a:pt x="21" y="4"/>
                </a:cubicBezTo>
                <a:cubicBezTo>
                  <a:pt x="22" y="2"/>
                  <a:pt x="25" y="0"/>
                  <a:pt x="27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49" y="0"/>
                  <a:pt x="52" y="2"/>
                  <a:pt x="53" y="4"/>
                </a:cubicBezTo>
                <a:cubicBezTo>
                  <a:pt x="55" y="9"/>
                  <a:pt x="55" y="9"/>
                  <a:pt x="55" y="9"/>
                </a:cubicBezTo>
                <a:cubicBezTo>
                  <a:pt x="64" y="9"/>
                  <a:pt x="64" y="9"/>
                  <a:pt x="64" y="9"/>
                </a:cubicBezTo>
                <a:cubicBezTo>
                  <a:pt x="69" y="9"/>
                  <a:pt x="73" y="14"/>
                  <a:pt x="73" y="19"/>
                </a:cubicBezTo>
                <a:close/>
                <a:moveTo>
                  <a:pt x="54" y="36"/>
                </a:moveTo>
                <a:cubicBezTo>
                  <a:pt x="54" y="27"/>
                  <a:pt x="46" y="19"/>
                  <a:pt x="37" y="19"/>
                </a:cubicBezTo>
                <a:cubicBezTo>
                  <a:pt x="28" y="19"/>
                  <a:pt x="20" y="27"/>
                  <a:pt x="20" y="36"/>
                </a:cubicBezTo>
                <a:cubicBezTo>
                  <a:pt x="20" y="46"/>
                  <a:pt x="28" y="53"/>
                  <a:pt x="37" y="53"/>
                </a:cubicBezTo>
                <a:cubicBezTo>
                  <a:pt x="46" y="53"/>
                  <a:pt x="54" y="46"/>
                  <a:pt x="54" y="36"/>
                </a:cubicBezTo>
                <a:close/>
                <a:moveTo>
                  <a:pt x="48" y="36"/>
                </a:moveTo>
                <a:cubicBezTo>
                  <a:pt x="48" y="42"/>
                  <a:pt x="43" y="47"/>
                  <a:pt x="37" y="47"/>
                </a:cubicBezTo>
                <a:cubicBezTo>
                  <a:pt x="31" y="47"/>
                  <a:pt x="26" y="42"/>
                  <a:pt x="26" y="36"/>
                </a:cubicBezTo>
                <a:cubicBezTo>
                  <a:pt x="26" y="30"/>
                  <a:pt x="31" y="25"/>
                  <a:pt x="37" y="25"/>
                </a:cubicBezTo>
                <a:cubicBezTo>
                  <a:pt x="43" y="25"/>
                  <a:pt x="48" y="30"/>
                  <a:pt x="48" y="3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14" name="Freeform 162"/>
          <p:cNvSpPr/>
          <p:nvPr/>
        </p:nvSpPr>
        <p:spPr>
          <a:xfrm>
            <a:off x="2481120" y="3271680"/>
            <a:ext cx="76320" cy="133560"/>
          </a:xfrm>
          <a:custGeom>
            <a:avLst/>
            <a:gdLst/>
            <a:ahLst/>
            <a:rect l="l" t="t" r="r" b="b"/>
            <a:pathLst>
              <a:path w="22" h="39">
                <a:moveTo>
                  <a:pt x="22" y="37"/>
                </a:moveTo>
                <a:cubicBezTo>
                  <a:pt x="22" y="38"/>
                  <a:pt x="21" y="39"/>
                  <a:pt x="19" y="39"/>
                </a:cubicBezTo>
                <a:cubicBezTo>
                  <a:pt x="19" y="39"/>
                  <a:pt x="18" y="39"/>
                  <a:pt x="18" y="38"/>
                </a:cubicBezTo>
                <a:cubicBezTo>
                  <a:pt x="1" y="21"/>
                  <a:pt x="1" y="21"/>
                  <a:pt x="1" y="21"/>
                </a:cubicBezTo>
                <a:cubicBezTo>
                  <a:pt x="0" y="21"/>
                  <a:pt x="0" y="20"/>
                  <a:pt x="0" y="20"/>
                </a:cubicBezTo>
                <a:cubicBezTo>
                  <a:pt x="0" y="19"/>
                  <a:pt x="0" y="18"/>
                  <a:pt x="1" y="18"/>
                </a:cubicBezTo>
                <a:cubicBezTo>
                  <a:pt x="18" y="1"/>
                  <a:pt x="18" y="1"/>
                  <a:pt x="18" y="1"/>
                </a:cubicBezTo>
                <a:cubicBezTo>
                  <a:pt x="18" y="1"/>
                  <a:pt x="19" y="0"/>
                  <a:pt x="19" y="0"/>
                </a:cubicBezTo>
                <a:cubicBezTo>
                  <a:pt x="21" y="0"/>
                  <a:pt x="22" y="1"/>
                  <a:pt x="22" y="3"/>
                </a:cubicBezTo>
                <a:lnTo>
                  <a:pt x="22" y="3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15" name="Freeform 163"/>
          <p:cNvSpPr/>
          <p:nvPr/>
        </p:nvSpPr>
        <p:spPr>
          <a:xfrm>
            <a:off x="2965320" y="3240000"/>
            <a:ext cx="200160" cy="200160"/>
          </a:xfrm>
          <a:custGeom>
            <a:avLst/>
            <a:gdLst/>
            <a:ahLst/>
            <a:rect l="l" t="t" r="r" b="b"/>
            <a:pathLst>
              <a:path w="58" h="58">
                <a:moveTo>
                  <a:pt x="58" y="47"/>
                </a:moveTo>
                <a:cubicBezTo>
                  <a:pt x="58" y="53"/>
                  <a:pt x="53" y="58"/>
                  <a:pt x="47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53" y="0"/>
                  <a:pt x="58" y="4"/>
                  <a:pt x="58" y="10"/>
                </a:cubicBezTo>
                <a:lnTo>
                  <a:pt x="58" y="47"/>
                </a:lnTo>
                <a:close/>
                <a:moveTo>
                  <a:pt x="48" y="10"/>
                </a:moveTo>
                <a:cubicBezTo>
                  <a:pt x="48" y="10"/>
                  <a:pt x="48" y="9"/>
                  <a:pt x="47" y="9"/>
                </a:cubicBezTo>
                <a:cubicBezTo>
                  <a:pt x="11" y="9"/>
                  <a:pt x="11" y="9"/>
                  <a:pt x="11" y="9"/>
                </a:cubicBezTo>
                <a:cubicBezTo>
                  <a:pt x="10" y="9"/>
                  <a:pt x="9" y="10"/>
                  <a:pt x="9" y="10"/>
                </a:cubicBezTo>
                <a:cubicBezTo>
                  <a:pt x="9" y="47"/>
                  <a:pt x="9" y="47"/>
                  <a:pt x="9" y="47"/>
                </a:cubicBezTo>
                <a:cubicBezTo>
                  <a:pt x="9" y="48"/>
                  <a:pt x="10" y="48"/>
                  <a:pt x="11" y="48"/>
                </a:cubicBezTo>
                <a:cubicBezTo>
                  <a:pt x="47" y="48"/>
                  <a:pt x="47" y="48"/>
                  <a:pt x="47" y="48"/>
                </a:cubicBezTo>
                <a:cubicBezTo>
                  <a:pt x="48" y="48"/>
                  <a:pt x="48" y="48"/>
                  <a:pt x="48" y="47"/>
                </a:cubicBezTo>
                <a:lnTo>
                  <a:pt x="48" y="10"/>
                </a:lnTo>
                <a:close/>
                <a:moveTo>
                  <a:pt x="40" y="31"/>
                </a:moveTo>
                <a:cubicBezTo>
                  <a:pt x="23" y="43"/>
                  <a:pt x="23" y="43"/>
                  <a:pt x="23" y="43"/>
                </a:cubicBezTo>
                <a:cubicBezTo>
                  <a:pt x="22" y="43"/>
                  <a:pt x="21" y="43"/>
                  <a:pt x="21" y="43"/>
                </a:cubicBezTo>
                <a:cubicBezTo>
                  <a:pt x="20" y="43"/>
                  <a:pt x="19" y="42"/>
                  <a:pt x="19" y="41"/>
                </a:cubicBezTo>
                <a:cubicBezTo>
                  <a:pt x="19" y="17"/>
                  <a:pt x="19" y="17"/>
                  <a:pt x="19" y="17"/>
                </a:cubicBezTo>
                <a:cubicBezTo>
                  <a:pt x="19" y="16"/>
                  <a:pt x="20" y="15"/>
                  <a:pt x="21" y="14"/>
                </a:cubicBezTo>
                <a:cubicBezTo>
                  <a:pt x="21" y="14"/>
                  <a:pt x="22" y="14"/>
                  <a:pt x="23" y="15"/>
                </a:cubicBezTo>
                <a:cubicBezTo>
                  <a:pt x="40" y="27"/>
                  <a:pt x="40" y="27"/>
                  <a:pt x="40" y="27"/>
                </a:cubicBezTo>
                <a:cubicBezTo>
                  <a:pt x="41" y="27"/>
                  <a:pt x="41" y="28"/>
                  <a:pt x="41" y="29"/>
                </a:cubicBezTo>
                <a:cubicBezTo>
                  <a:pt x="41" y="30"/>
                  <a:pt x="41" y="30"/>
                  <a:pt x="40" y="3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16" name="Freeform 166"/>
          <p:cNvSpPr/>
          <p:nvPr/>
        </p:nvSpPr>
        <p:spPr>
          <a:xfrm>
            <a:off x="4448160" y="3222720"/>
            <a:ext cx="216000" cy="217440"/>
          </a:xfrm>
          <a:custGeom>
            <a:avLst/>
            <a:gdLst/>
            <a:ahLst/>
            <a:rect l="l" t="t" r="r" b="b"/>
            <a:pathLst>
              <a:path w="63" h="63">
                <a:moveTo>
                  <a:pt x="13" y="42"/>
                </a:moveTo>
                <a:cubicBezTo>
                  <a:pt x="1" y="42"/>
                  <a:pt x="1" y="42"/>
                  <a:pt x="1" y="42"/>
                </a:cubicBezTo>
                <a:cubicBezTo>
                  <a:pt x="0" y="42"/>
                  <a:pt x="0" y="42"/>
                  <a:pt x="0" y="41"/>
                </a:cubicBezTo>
                <a:cubicBezTo>
                  <a:pt x="0" y="40"/>
                  <a:pt x="0" y="40"/>
                  <a:pt x="1" y="40"/>
                </a:cubicBezTo>
                <a:cubicBezTo>
                  <a:pt x="13" y="40"/>
                  <a:pt x="13" y="40"/>
                  <a:pt x="13" y="40"/>
                </a:cubicBezTo>
                <a:cubicBezTo>
                  <a:pt x="14" y="40"/>
                  <a:pt x="14" y="40"/>
                  <a:pt x="14" y="41"/>
                </a:cubicBezTo>
                <a:cubicBezTo>
                  <a:pt x="14" y="42"/>
                  <a:pt x="14" y="42"/>
                  <a:pt x="13" y="42"/>
                </a:cubicBezTo>
                <a:close/>
                <a:moveTo>
                  <a:pt x="30" y="19"/>
                </a:moveTo>
                <a:cubicBezTo>
                  <a:pt x="19" y="9"/>
                  <a:pt x="19" y="9"/>
                  <a:pt x="19" y="9"/>
                </a:cubicBezTo>
                <a:cubicBezTo>
                  <a:pt x="19" y="8"/>
                  <a:pt x="18" y="8"/>
                  <a:pt x="17" y="8"/>
                </a:cubicBezTo>
                <a:cubicBezTo>
                  <a:pt x="16" y="8"/>
                  <a:pt x="15" y="8"/>
                  <a:pt x="14" y="9"/>
                </a:cubicBezTo>
                <a:cubicBezTo>
                  <a:pt x="9" y="14"/>
                  <a:pt x="9" y="14"/>
                  <a:pt x="9" y="14"/>
                </a:cubicBezTo>
                <a:cubicBezTo>
                  <a:pt x="8" y="15"/>
                  <a:pt x="8" y="16"/>
                  <a:pt x="8" y="17"/>
                </a:cubicBezTo>
                <a:cubicBezTo>
                  <a:pt x="8" y="18"/>
                  <a:pt x="8" y="19"/>
                  <a:pt x="9" y="19"/>
                </a:cubicBezTo>
                <a:cubicBezTo>
                  <a:pt x="19" y="30"/>
                  <a:pt x="19" y="30"/>
                  <a:pt x="19" y="30"/>
                </a:cubicBezTo>
                <a:cubicBezTo>
                  <a:pt x="18" y="39"/>
                  <a:pt x="18" y="39"/>
                  <a:pt x="18" y="39"/>
                </a:cubicBezTo>
                <a:cubicBezTo>
                  <a:pt x="18" y="38"/>
                  <a:pt x="17" y="38"/>
                  <a:pt x="16" y="37"/>
                </a:cubicBezTo>
                <a:cubicBezTo>
                  <a:pt x="4" y="24"/>
                  <a:pt x="4" y="24"/>
                  <a:pt x="4" y="24"/>
                </a:cubicBezTo>
                <a:cubicBezTo>
                  <a:pt x="2" y="22"/>
                  <a:pt x="0" y="20"/>
                  <a:pt x="0" y="17"/>
                </a:cubicBezTo>
                <a:cubicBezTo>
                  <a:pt x="0" y="14"/>
                  <a:pt x="2" y="11"/>
                  <a:pt x="4" y="9"/>
                </a:cubicBezTo>
                <a:cubicBezTo>
                  <a:pt x="9" y="3"/>
                  <a:pt x="9" y="3"/>
                  <a:pt x="9" y="3"/>
                </a:cubicBezTo>
                <a:cubicBezTo>
                  <a:pt x="11" y="1"/>
                  <a:pt x="14" y="0"/>
                  <a:pt x="17" y="0"/>
                </a:cubicBezTo>
                <a:cubicBezTo>
                  <a:pt x="20" y="0"/>
                  <a:pt x="23" y="1"/>
                  <a:pt x="25" y="4"/>
                </a:cubicBezTo>
                <a:cubicBezTo>
                  <a:pt x="37" y="16"/>
                  <a:pt x="37" y="16"/>
                  <a:pt x="37" y="16"/>
                </a:cubicBezTo>
                <a:cubicBezTo>
                  <a:pt x="38" y="17"/>
                  <a:pt x="38" y="18"/>
                  <a:pt x="39" y="18"/>
                </a:cubicBezTo>
                <a:lnTo>
                  <a:pt x="30" y="19"/>
                </a:lnTo>
                <a:close/>
                <a:moveTo>
                  <a:pt x="7" y="58"/>
                </a:moveTo>
                <a:cubicBezTo>
                  <a:pt x="6" y="58"/>
                  <a:pt x="6" y="58"/>
                  <a:pt x="6" y="58"/>
                </a:cubicBezTo>
                <a:cubicBezTo>
                  <a:pt x="6" y="58"/>
                  <a:pt x="5" y="58"/>
                  <a:pt x="5" y="58"/>
                </a:cubicBezTo>
                <a:cubicBezTo>
                  <a:pt x="5" y="57"/>
                  <a:pt x="5" y="56"/>
                  <a:pt x="5" y="56"/>
                </a:cubicBezTo>
                <a:cubicBezTo>
                  <a:pt x="15" y="46"/>
                  <a:pt x="15" y="46"/>
                  <a:pt x="15" y="46"/>
                </a:cubicBezTo>
                <a:cubicBezTo>
                  <a:pt x="15" y="46"/>
                  <a:pt x="16" y="46"/>
                  <a:pt x="16" y="46"/>
                </a:cubicBezTo>
                <a:cubicBezTo>
                  <a:pt x="17" y="47"/>
                  <a:pt x="17" y="47"/>
                  <a:pt x="16" y="48"/>
                </a:cubicBezTo>
                <a:lnTo>
                  <a:pt x="7" y="58"/>
                </a:lnTo>
                <a:close/>
                <a:moveTo>
                  <a:pt x="23" y="62"/>
                </a:moveTo>
                <a:cubicBezTo>
                  <a:pt x="23" y="62"/>
                  <a:pt x="22" y="63"/>
                  <a:pt x="22" y="63"/>
                </a:cubicBezTo>
                <a:cubicBezTo>
                  <a:pt x="21" y="63"/>
                  <a:pt x="20" y="62"/>
                  <a:pt x="20" y="62"/>
                </a:cubicBezTo>
                <a:cubicBezTo>
                  <a:pt x="20" y="49"/>
                  <a:pt x="20" y="49"/>
                  <a:pt x="20" y="49"/>
                </a:cubicBezTo>
                <a:cubicBezTo>
                  <a:pt x="20" y="49"/>
                  <a:pt x="21" y="48"/>
                  <a:pt x="22" y="48"/>
                </a:cubicBezTo>
                <a:cubicBezTo>
                  <a:pt x="22" y="48"/>
                  <a:pt x="23" y="49"/>
                  <a:pt x="23" y="49"/>
                </a:cubicBezTo>
                <a:lnTo>
                  <a:pt x="23" y="62"/>
                </a:lnTo>
                <a:close/>
                <a:moveTo>
                  <a:pt x="59" y="54"/>
                </a:moveTo>
                <a:cubicBezTo>
                  <a:pt x="54" y="59"/>
                  <a:pt x="54" y="59"/>
                  <a:pt x="54" y="59"/>
                </a:cubicBezTo>
                <a:cubicBezTo>
                  <a:pt x="51" y="61"/>
                  <a:pt x="49" y="62"/>
                  <a:pt x="46" y="62"/>
                </a:cubicBezTo>
                <a:cubicBezTo>
                  <a:pt x="43" y="62"/>
                  <a:pt x="40" y="61"/>
                  <a:pt x="38" y="59"/>
                </a:cubicBezTo>
                <a:cubicBezTo>
                  <a:pt x="25" y="46"/>
                  <a:pt x="25" y="46"/>
                  <a:pt x="25" y="46"/>
                </a:cubicBezTo>
                <a:cubicBezTo>
                  <a:pt x="25" y="46"/>
                  <a:pt x="24" y="45"/>
                  <a:pt x="24" y="44"/>
                </a:cubicBezTo>
                <a:cubicBezTo>
                  <a:pt x="33" y="43"/>
                  <a:pt x="33" y="43"/>
                  <a:pt x="33" y="43"/>
                </a:cubicBezTo>
                <a:cubicBezTo>
                  <a:pt x="43" y="54"/>
                  <a:pt x="43" y="54"/>
                  <a:pt x="43" y="54"/>
                </a:cubicBezTo>
                <a:cubicBezTo>
                  <a:pt x="45" y="55"/>
                  <a:pt x="47" y="55"/>
                  <a:pt x="48" y="54"/>
                </a:cubicBezTo>
                <a:cubicBezTo>
                  <a:pt x="54" y="48"/>
                  <a:pt x="54" y="48"/>
                  <a:pt x="54" y="48"/>
                </a:cubicBezTo>
                <a:cubicBezTo>
                  <a:pt x="55" y="48"/>
                  <a:pt x="55" y="47"/>
                  <a:pt x="55" y="46"/>
                </a:cubicBezTo>
                <a:cubicBezTo>
                  <a:pt x="55" y="45"/>
                  <a:pt x="55" y="44"/>
                  <a:pt x="54" y="43"/>
                </a:cubicBezTo>
                <a:cubicBezTo>
                  <a:pt x="44" y="33"/>
                  <a:pt x="44" y="33"/>
                  <a:pt x="44" y="33"/>
                </a:cubicBezTo>
                <a:cubicBezTo>
                  <a:pt x="44" y="24"/>
                  <a:pt x="44" y="24"/>
                  <a:pt x="44" y="24"/>
                </a:cubicBezTo>
                <a:cubicBezTo>
                  <a:pt x="45" y="24"/>
                  <a:pt x="46" y="25"/>
                  <a:pt x="46" y="25"/>
                </a:cubicBezTo>
                <a:cubicBezTo>
                  <a:pt x="59" y="38"/>
                  <a:pt x="59" y="38"/>
                  <a:pt x="59" y="38"/>
                </a:cubicBezTo>
                <a:cubicBezTo>
                  <a:pt x="61" y="40"/>
                  <a:pt x="62" y="43"/>
                  <a:pt x="62" y="46"/>
                </a:cubicBezTo>
                <a:cubicBezTo>
                  <a:pt x="62" y="49"/>
                  <a:pt x="61" y="52"/>
                  <a:pt x="59" y="54"/>
                </a:cubicBezTo>
                <a:close/>
                <a:moveTo>
                  <a:pt x="42" y="13"/>
                </a:moveTo>
                <a:cubicBezTo>
                  <a:pt x="42" y="14"/>
                  <a:pt x="42" y="14"/>
                  <a:pt x="41" y="14"/>
                </a:cubicBezTo>
                <a:cubicBezTo>
                  <a:pt x="40" y="14"/>
                  <a:pt x="40" y="14"/>
                  <a:pt x="40" y="13"/>
                </a:cubicBezTo>
                <a:cubicBezTo>
                  <a:pt x="40" y="1"/>
                  <a:pt x="40" y="1"/>
                  <a:pt x="40" y="1"/>
                </a:cubicBezTo>
                <a:cubicBezTo>
                  <a:pt x="40" y="0"/>
                  <a:pt x="40" y="0"/>
                  <a:pt x="41" y="0"/>
                </a:cubicBezTo>
                <a:cubicBezTo>
                  <a:pt x="42" y="0"/>
                  <a:pt x="42" y="0"/>
                  <a:pt x="42" y="1"/>
                </a:cubicBezTo>
                <a:lnTo>
                  <a:pt x="42" y="13"/>
                </a:lnTo>
                <a:close/>
                <a:moveTo>
                  <a:pt x="48" y="16"/>
                </a:moveTo>
                <a:cubicBezTo>
                  <a:pt x="48" y="17"/>
                  <a:pt x="47" y="17"/>
                  <a:pt x="47" y="17"/>
                </a:cubicBezTo>
                <a:cubicBezTo>
                  <a:pt x="47" y="17"/>
                  <a:pt x="47" y="17"/>
                  <a:pt x="46" y="16"/>
                </a:cubicBezTo>
                <a:cubicBezTo>
                  <a:pt x="46" y="16"/>
                  <a:pt x="46" y="15"/>
                  <a:pt x="46" y="15"/>
                </a:cubicBezTo>
                <a:cubicBezTo>
                  <a:pt x="56" y="5"/>
                  <a:pt x="56" y="5"/>
                  <a:pt x="56" y="5"/>
                </a:cubicBezTo>
                <a:cubicBezTo>
                  <a:pt x="56" y="4"/>
                  <a:pt x="57" y="4"/>
                  <a:pt x="58" y="5"/>
                </a:cubicBezTo>
                <a:cubicBezTo>
                  <a:pt x="58" y="5"/>
                  <a:pt x="58" y="6"/>
                  <a:pt x="58" y="7"/>
                </a:cubicBezTo>
                <a:lnTo>
                  <a:pt x="48" y="16"/>
                </a:lnTo>
                <a:close/>
                <a:moveTo>
                  <a:pt x="62" y="23"/>
                </a:moveTo>
                <a:cubicBezTo>
                  <a:pt x="50" y="23"/>
                  <a:pt x="50" y="23"/>
                  <a:pt x="50" y="23"/>
                </a:cubicBezTo>
                <a:cubicBezTo>
                  <a:pt x="49" y="23"/>
                  <a:pt x="48" y="22"/>
                  <a:pt x="48" y="22"/>
                </a:cubicBezTo>
                <a:cubicBezTo>
                  <a:pt x="48" y="21"/>
                  <a:pt x="49" y="20"/>
                  <a:pt x="50" y="20"/>
                </a:cubicBezTo>
                <a:cubicBezTo>
                  <a:pt x="62" y="20"/>
                  <a:pt x="62" y="20"/>
                  <a:pt x="62" y="20"/>
                </a:cubicBezTo>
                <a:cubicBezTo>
                  <a:pt x="62" y="20"/>
                  <a:pt x="63" y="21"/>
                  <a:pt x="63" y="22"/>
                </a:cubicBezTo>
                <a:cubicBezTo>
                  <a:pt x="63" y="22"/>
                  <a:pt x="62" y="23"/>
                  <a:pt x="62" y="2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17" name="Freeform 167"/>
          <p:cNvSpPr/>
          <p:nvPr/>
        </p:nvSpPr>
        <p:spPr>
          <a:xfrm>
            <a:off x="4943520" y="3240000"/>
            <a:ext cx="198360" cy="200160"/>
          </a:xfrm>
          <a:custGeom>
            <a:avLst/>
            <a:gdLst/>
            <a:ahLst/>
            <a:rect l="l" t="t" r="r" b="b"/>
            <a:pathLst>
              <a:path w="58" h="58">
                <a:moveTo>
                  <a:pt x="58" y="47"/>
                </a:moveTo>
                <a:cubicBezTo>
                  <a:pt x="58" y="53"/>
                  <a:pt x="53" y="58"/>
                  <a:pt x="47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53" y="0"/>
                  <a:pt x="58" y="4"/>
                  <a:pt x="58" y="10"/>
                </a:cubicBezTo>
                <a:lnTo>
                  <a:pt x="58" y="47"/>
                </a:lnTo>
                <a:close/>
                <a:moveTo>
                  <a:pt x="49" y="21"/>
                </a:moveTo>
                <a:cubicBezTo>
                  <a:pt x="50" y="20"/>
                  <a:pt x="50" y="18"/>
                  <a:pt x="49" y="17"/>
                </a:cubicBezTo>
                <a:cubicBezTo>
                  <a:pt x="45" y="13"/>
                  <a:pt x="45" y="13"/>
                  <a:pt x="45" y="13"/>
                </a:cubicBezTo>
                <a:cubicBezTo>
                  <a:pt x="44" y="12"/>
                  <a:pt x="43" y="12"/>
                  <a:pt x="42" y="13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2"/>
                  <a:pt x="14" y="22"/>
                  <a:pt x="13" y="23"/>
                </a:cubicBezTo>
                <a:cubicBezTo>
                  <a:pt x="9" y="27"/>
                  <a:pt x="9" y="27"/>
                  <a:pt x="9" y="27"/>
                </a:cubicBezTo>
                <a:cubicBezTo>
                  <a:pt x="8" y="28"/>
                  <a:pt x="8" y="29"/>
                  <a:pt x="9" y="30"/>
                </a:cubicBezTo>
                <a:cubicBezTo>
                  <a:pt x="22" y="44"/>
                  <a:pt x="22" y="44"/>
                  <a:pt x="22" y="44"/>
                </a:cubicBezTo>
                <a:cubicBezTo>
                  <a:pt x="23" y="45"/>
                  <a:pt x="25" y="45"/>
                  <a:pt x="26" y="44"/>
                </a:cubicBezTo>
                <a:lnTo>
                  <a:pt x="49" y="2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18" name="Freeform 168"/>
          <p:cNvSpPr/>
          <p:nvPr/>
        </p:nvSpPr>
        <p:spPr>
          <a:xfrm>
            <a:off x="5437080" y="3240000"/>
            <a:ext cx="198720" cy="200160"/>
          </a:xfrm>
          <a:custGeom>
            <a:avLst/>
            <a:gdLst/>
            <a:ahLst/>
            <a:rect l="l" t="t" r="r" b="b"/>
            <a:pathLst>
              <a:path w="58" h="58">
                <a:moveTo>
                  <a:pt x="29" y="58"/>
                </a:moveTo>
                <a:cubicBezTo>
                  <a:pt x="13" y="58"/>
                  <a:pt x="0" y="45"/>
                  <a:pt x="0" y="29"/>
                </a:cubicBezTo>
                <a:cubicBezTo>
                  <a:pt x="0" y="13"/>
                  <a:pt x="13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45"/>
                  <a:pt x="45" y="58"/>
                  <a:pt x="29" y="58"/>
                </a:cubicBezTo>
                <a:close/>
                <a:moveTo>
                  <a:pt x="44" y="30"/>
                </a:moveTo>
                <a:cubicBezTo>
                  <a:pt x="45" y="29"/>
                  <a:pt x="45" y="28"/>
                  <a:pt x="44" y="27"/>
                </a:cubicBezTo>
                <a:cubicBezTo>
                  <a:pt x="27" y="10"/>
                  <a:pt x="27" y="10"/>
                  <a:pt x="27" y="10"/>
                </a:cubicBezTo>
                <a:cubicBezTo>
                  <a:pt x="26" y="9"/>
                  <a:pt x="25" y="9"/>
                  <a:pt x="24" y="10"/>
                </a:cubicBezTo>
                <a:cubicBezTo>
                  <a:pt x="20" y="14"/>
                  <a:pt x="20" y="14"/>
                  <a:pt x="20" y="14"/>
                </a:cubicBezTo>
                <a:cubicBezTo>
                  <a:pt x="19" y="15"/>
                  <a:pt x="19" y="16"/>
                  <a:pt x="20" y="17"/>
                </a:cubicBezTo>
                <a:cubicBezTo>
                  <a:pt x="31" y="29"/>
                  <a:pt x="31" y="29"/>
                  <a:pt x="31" y="29"/>
                </a:cubicBezTo>
                <a:cubicBezTo>
                  <a:pt x="20" y="40"/>
                  <a:pt x="20" y="40"/>
                  <a:pt x="20" y="40"/>
                </a:cubicBezTo>
                <a:cubicBezTo>
                  <a:pt x="19" y="41"/>
                  <a:pt x="19" y="43"/>
                  <a:pt x="20" y="44"/>
                </a:cubicBezTo>
                <a:cubicBezTo>
                  <a:pt x="24" y="48"/>
                  <a:pt x="24" y="48"/>
                  <a:pt x="24" y="48"/>
                </a:cubicBezTo>
                <a:cubicBezTo>
                  <a:pt x="25" y="49"/>
                  <a:pt x="26" y="49"/>
                  <a:pt x="27" y="48"/>
                </a:cubicBezTo>
                <a:lnTo>
                  <a:pt x="44" y="3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19" name="Freeform 169"/>
          <p:cNvSpPr/>
          <p:nvPr/>
        </p:nvSpPr>
        <p:spPr>
          <a:xfrm>
            <a:off x="5945040" y="3222720"/>
            <a:ext cx="133560" cy="212760"/>
          </a:xfrm>
          <a:custGeom>
            <a:avLst/>
            <a:gdLst/>
            <a:ahLst/>
            <a:rect l="l" t="t" r="r" b="b"/>
            <a:pathLst>
              <a:path w="39" h="62">
                <a:moveTo>
                  <a:pt x="10" y="61"/>
                </a:moveTo>
                <a:cubicBezTo>
                  <a:pt x="9" y="62"/>
                  <a:pt x="8" y="62"/>
                  <a:pt x="7" y="61"/>
                </a:cubicBezTo>
                <a:cubicBezTo>
                  <a:pt x="1" y="55"/>
                  <a:pt x="1" y="55"/>
                  <a:pt x="1" y="55"/>
                </a:cubicBezTo>
                <a:cubicBezTo>
                  <a:pt x="0" y="54"/>
                  <a:pt x="0" y="52"/>
                  <a:pt x="1" y="51"/>
                </a:cubicBezTo>
                <a:cubicBezTo>
                  <a:pt x="21" y="31"/>
                  <a:pt x="21" y="31"/>
                  <a:pt x="21" y="31"/>
                </a:cubicBezTo>
                <a:cubicBezTo>
                  <a:pt x="1" y="11"/>
                  <a:pt x="1" y="11"/>
                  <a:pt x="1" y="11"/>
                </a:cubicBezTo>
                <a:cubicBezTo>
                  <a:pt x="0" y="10"/>
                  <a:pt x="0" y="9"/>
                  <a:pt x="1" y="8"/>
                </a:cubicBezTo>
                <a:cubicBezTo>
                  <a:pt x="7" y="1"/>
                  <a:pt x="7" y="1"/>
                  <a:pt x="7" y="1"/>
                </a:cubicBezTo>
                <a:cubicBezTo>
                  <a:pt x="8" y="0"/>
                  <a:pt x="9" y="0"/>
                  <a:pt x="10" y="1"/>
                </a:cubicBezTo>
                <a:cubicBezTo>
                  <a:pt x="38" y="30"/>
                  <a:pt x="38" y="30"/>
                  <a:pt x="38" y="30"/>
                </a:cubicBezTo>
                <a:cubicBezTo>
                  <a:pt x="39" y="31"/>
                  <a:pt x="39" y="32"/>
                  <a:pt x="38" y="33"/>
                </a:cubicBezTo>
                <a:lnTo>
                  <a:pt x="10" y="6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20" name="Freeform 170"/>
          <p:cNvSpPr/>
          <p:nvPr/>
        </p:nvSpPr>
        <p:spPr>
          <a:xfrm>
            <a:off x="6426360" y="3240000"/>
            <a:ext cx="198360" cy="200160"/>
          </a:xfrm>
          <a:custGeom>
            <a:avLst/>
            <a:gdLst/>
            <a:ahLst/>
            <a:rect l="l" t="t" r="r" b="b"/>
            <a:pathLst>
              <a:path w="58" h="58">
                <a:moveTo>
                  <a:pt x="29" y="58"/>
                </a:moveTo>
                <a:cubicBezTo>
                  <a:pt x="13" y="58"/>
                  <a:pt x="0" y="45"/>
                  <a:pt x="0" y="29"/>
                </a:cubicBezTo>
                <a:cubicBezTo>
                  <a:pt x="0" y="13"/>
                  <a:pt x="13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45"/>
                  <a:pt x="45" y="58"/>
                  <a:pt x="29" y="58"/>
                </a:cubicBezTo>
                <a:close/>
                <a:moveTo>
                  <a:pt x="8" y="29"/>
                </a:moveTo>
                <a:cubicBezTo>
                  <a:pt x="8" y="40"/>
                  <a:pt x="18" y="49"/>
                  <a:pt x="29" y="49"/>
                </a:cubicBezTo>
                <a:cubicBezTo>
                  <a:pt x="40" y="49"/>
                  <a:pt x="50" y="40"/>
                  <a:pt x="50" y="29"/>
                </a:cubicBezTo>
                <a:cubicBezTo>
                  <a:pt x="50" y="17"/>
                  <a:pt x="40" y="8"/>
                  <a:pt x="29" y="8"/>
                </a:cubicBezTo>
                <a:cubicBezTo>
                  <a:pt x="18" y="8"/>
                  <a:pt x="8" y="17"/>
                  <a:pt x="8" y="2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21" name="Freeform 171"/>
          <p:cNvSpPr/>
          <p:nvPr/>
        </p:nvSpPr>
        <p:spPr>
          <a:xfrm>
            <a:off x="6919920" y="3240000"/>
            <a:ext cx="203040" cy="200160"/>
          </a:xfrm>
          <a:custGeom>
            <a:avLst/>
            <a:gdLst/>
            <a:ahLst/>
            <a:rect l="l" t="t" r="r" b="b"/>
            <a:pathLst>
              <a:path w="59" h="58">
                <a:moveTo>
                  <a:pt x="30" y="58"/>
                </a:moveTo>
                <a:cubicBezTo>
                  <a:pt x="13" y="58"/>
                  <a:pt x="0" y="45"/>
                  <a:pt x="0" y="29"/>
                </a:cubicBezTo>
                <a:cubicBezTo>
                  <a:pt x="0" y="13"/>
                  <a:pt x="13" y="0"/>
                  <a:pt x="30" y="0"/>
                </a:cubicBezTo>
                <a:cubicBezTo>
                  <a:pt x="46" y="0"/>
                  <a:pt x="59" y="13"/>
                  <a:pt x="59" y="29"/>
                </a:cubicBezTo>
                <a:cubicBezTo>
                  <a:pt x="59" y="45"/>
                  <a:pt x="46" y="58"/>
                  <a:pt x="30" y="58"/>
                </a:cubicBezTo>
                <a:close/>
                <a:moveTo>
                  <a:pt x="30" y="8"/>
                </a:moveTo>
                <a:cubicBezTo>
                  <a:pt x="18" y="8"/>
                  <a:pt x="9" y="17"/>
                  <a:pt x="9" y="29"/>
                </a:cubicBezTo>
                <a:cubicBezTo>
                  <a:pt x="9" y="40"/>
                  <a:pt x="18" y="49"/>
                  <a:pt x="30" y="49"/>
                </a:cubicBezTo>
                <a:cubicBezTo>
                  <a:pt x="41" y="49"/>
                  <a:pt x="50" y="40"/>
                  <a:pt x="50" y="29"/>
                </a:cubicBezTo>
                <a:cubicBezTo>
                  <a:pt x="50" y="17"/>
                  <a:pt x="41" y="8"/>
                  <a:pt x="30" y="8"/>
                </a:cubicBezTo>
                <a:close/>
                <a:moveTo>
                  <a:pt x="34" y="32"/>
                </a:moveTo>
                <a:cubicBezTo>
                  <a:pt x="34" y="33"/>
                  <a:pt x="34" y="34"/>
                  <a:pt x="33" y="34"/>
                </a:cubicBezTo>
                <a:cubicBezTo>
                  <a:pt x="21" y="34"/>
                  <a:pt x="21" y="34"/>
                  <a:pt x="21" y="34"/>
                </a:cubicBezTo>
                <a:cubicBezTo>
                  <a:pt x="20" y="34"/>
                  <a:pt x="20" y="33"/>
                  <a:pt x="20" y="32"/>
                </a:cubicBezTo>
                <a:cubicBezTo>
                  <a:pt x="20" y="30"/>
                  <a:pt x="20" y="30"/>
                  <a:pt x="20" y="30"/>
                </a:cubicBezTo>
                <a:cubicBezTo>
                  <a:pt x="20" y="29"/>
                  <a:pt x="20" y="29"/>
                  <a:pt x="21" y="29"/>
                </a:cubicBezTo>
                <a:cubicBezTo>
                  <a:pt x="30" y="29"/>
                  <a:pt x="30" y="29"/>
                  <a:pt x="30" y="29"/>
                </a:cubicBezTo>
                <a:cubicBezTo>
                  <a:pt x="30" y="15"/>
                  <a:pt x="30" y="15"/>
                  <a:pt x="30" y="15"/>
                </a:cubicBezTo>
                <a:cubicBezTo>
                  <a:pt x="30" y="15"/>
                  <a:pt x="30" y="14"/>
                  <a:pt x="31" y="14"/>
                </a:cubicBezTo>
                <a:cubicBezTo>
                  <a:pt x="33" y="14"/>
                  <a:pt x="33" y="14"/>
                  <a:pt x="33" y="14"/>
                </a:cubicBezTo>
                <a:cubicBezTo>
                  <a:pt x="34" y="14"/>
                  <a:pt x="34" y="15"/>
                  <a:pt x="34" y="15"/>
                </a:cubicBezTo>
                <a:lnTo>
                  <a:pt x="34" y="3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22" name="Freeform 172"/>
          <p:cNvSpPr/>
          <p:nvPr/>
        </p:nvSpPr>
        <p:spPr>
          <a:xfrm>
            <a:off x="7413480" y="3240000"/>
            <a:ext cx="250920" cy="182520"/>
          </a:xfrm>
          <a:custGeom>
            <a:avLst/>
            <a:gdLst/>
            <a:ahLst/>
            <a:rect l="l" t="t" r="r" b="b"/>
            <a:pathLst>
              <a:path w="73" h="53">
                <a:moveTo>
                  <a:pt x="59" y="53"/>
                </a:moveTo>
                <a:cubicBezTo>
                  <a:pt x="17" y="53"/>
                  <a:pt x="17" y="53"/>
                  <a:pt x="17" y="53"/>
                </a:cubicBezTo>
                <a:cubicBezTo>
                  <a:pt x="8" y="53"/>
                  <a:pt x="0" y="45"/>
                  <a:pt x="0" y="36"/>
                </a:cubicBezTo>
                <a:cubicBezTo>
                  <a:pt x="0" y="29"/>
                  <a:pt x="4" y="23"/>
                  <a:pt x="10" y="21"/>
                </a:cubicBezTo>
                <a:cubicBezTo>
                  <a:pt x="10" y="20"/>
                  <a:pt x="10" y="20"/>
                  <a:pt x="10" y="19"/>
                </a:cubicBezTo>
                <a:cubicBezTo>
                  <a:pt x="10" y="8"/>
                  <a:pt x="19" y="0"/>
                  <a:pt x="30" y="0"/>
                </a:cubicBezTo>
                <a:cubicBezTo>
                  <a:pt x="37" y="0"/>
                  <a:pt x="45" y="4"/>
                  <a:pt x="48" y="12"/>
                </a:cubicBezTo>
                <a:cubicBezTo>
                  <a:pt x="49" y="10"/>
                  <a:pt x="52" y="9"/>
                  <a:pt x="54" y="9"/>
                </a:cubicBezTo>
                <a:cubicBezTo>
                  <a:pt x="59" y="9"/>
                  <a:pt x="64" y="14"/>
                  <a:pt x="64" y="19"/>
                </a:cubicBezTo>
                <a:cubicBezTo>
                  <a:pt x="64" y="21"/>
                  <a:pt x="63" y="23"/>
                  <a:pt x="62" y="24"/>
                </a:cubicBezTo>
                <a:cubicBezTo>
                  <a:pt x="69" y="26"/>
                  <a:pt x="73" y="32"/>
                  <a:pt x="73" y="38"/>
                </a:cubicBezTo>
                <a:cubicBezTo>
                  <a:pt x="73" y="46"/>
                  <a:pt x="67" y="53"/>
                  <a:pt x="59" y="53"/>
                </a:cubicBezTo>
                <a:close/>
                <a:moveTo>
                  <a:pt x="49" y="27"/>
                </a:moveTo>
                <a:cubicBezTo>
                  <a:pt x="35" y="13"/>
                  <a:pt x="35" y="13"/>
                  <a:pt x="35" y="13"/>
                </a:cubicBezTo>
                <a:cubicBezTo>
                  <a:pt x="35" y="13"/>
                  <a:pt x="35" y="13"/>
                  <a:pt x="34" y="13"/>
                </a:cubicBezTo>
                <a:cubicBezTo>
                  <a:pt x="34" y="13"/>
                  <a:pt x="34" y="13"/>
                  <a:pt x="34" y="13"/>
                </a:cubicBezTo>
                <a:cubicBezTo>
                  <a:pt x="20" y="27"/>
                  <a:pt x="20" y="27"/>
                  <a:pt x="20" y="27"/>
                </a:cubicBezTo>
                <a:cubicBezTo>
                  <a:pt x="20" y="27"/>
                  <a:pt x="20" y="27"/>
                  <a:pt x="20" y="27"/>
                </a:cubicBezTo>
                <a:cubicBezTo>
                  <a:pt x="20" y="28"/>
                  <a:pt x="20" y="29"/>
                  <a:pt x="21" y="29"/>
                </a:cubicBezTo>
                <a:cubicBezTo>
                  <a:pt x="30" y="29"/>
                  <a:pt x="30" y="29"/>
                  <a:pt x="30" y="29"/>
                </a:cubicBezTo>
                <a:cubicBezTo>
                  <a:pt x="30" y="42"/>
                  <a:pt x="30" y="42"/>
                  <a:pt x="30" y="42"/>
                </a:cubicBezTo>
                <a:cubicBezTo>
                  <a:pt x="30" y="43"/>
                  <a:pt x="30" y="43"/>
                  <a:pt x="31" y="43"/>
                </a:cubicBezTo>
                <a:cubicBezTo>
                  <a:pt x="38" y="43"/>
                  <a:pt x="38" y="43"/>
                  <a:pt x="38" y="43"/>
                </a:cubicBezTo>
                <a:cubicBezTo>
                  <a:pt x="39" y="43"/>
                  <a:pt x="39" y="43"/>
                  <a:pt x="39" y="42"/>
                </a:cubicBezTo>
                <a:cubicBezTo>
                  <a:pt x="39" y="29"/>
                  <a:pt x="39" y="29"/>
                  <a:pt x="39" y="29"/>
                </a:cubicBezTo>
                <a:cubicBezTo>
                  <a:pt x="48" y="29"/>
                  <a:pt x="48" y="29"/>
                  <a:pt x="48" y="29"/>
                </a:cubicBezTo>
                <a:cubicBezTo>
                  <a:pt x="49" y="29"/>
                  <a:pt x="49" y="28"/>
                  <a:pt x="49" y="27"/>
                </a:cubicBezTo>
                <a:cubicBezTo>
                  <a:pt x="49" y="27"/>
                  <a:pt x="49" y="27"/>
                  <a:pt x="49" y="2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23" name="Freeform 173"/>
          <p:cNvSpPr/>
          <p:nvPr/>
        </p:nvSpPr>
        <p:spPr>
          <a:xfrm>
            <a:off x="7908840" y="3222720"/>
            <a:ext cx="233280" cy="233280"/>
          </a:xfrm>
          <a:custGeom>
            <a:avLst/>
            <a:gdLst/>
            <a:ahLst/>
            <a:rect l="l" t="t" r="r" b="b"/>
            <a:pathLst>
              <a:path w="68" h="68">
                <a:moveTo>
                  <a:pt x="68" y="44"/>
                </a:moveTo>
                <a:cubicBezTo>
                  <a:pt x="68" y="45"/>
                  <a:pt x="67" y="46"/>
                  <a:pt x="67" y="46"/>
                </a:cubicBezTo>
                <a:cubicBezTo>
                  <a:pt x="35" y="67"/>
                  <a:pt x="35" y="67"/>
                  <a:pt x="35" y="67"/>
                </a:cubicBezTo>
                <a:cubicBezTo>
                  <a:pt x="35" y="68"/>
                  <a:pt x="34" y="68"/>
                  <a:pt x="34" y="68"/>
                </a:cubicBezTo>
                <a:cubicBezTo>
                  <a:pt x="33" y="68"/>
                  <a:pt x="33" y="68"/>
                  <a:pt x="32" y="67"/>
                </a:cubicBezTo>
                <a:cubicBezTo>
                  <a:pt x="1" y="46"/>
                  <a:pt x="1" y="46"/>
                  <a:pt x="1" y="46"/>
                </a:cubicBezTo>
                <a:cubicBezTo>
                  <a:pt x="0" y="46"/>
                  <a:pt x="0" y="45"/>
                  <a:pt x="0" y="44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2"/>
                  <a:pt x="0" y="21"/>
                  <a:pt x="1" y="21"/>
                </a:cubicBezTo>
                <a:cubicBezTo>
                  <a:pt x="32" y="0"/>
                  <a:pt x="32" y="0"/>
                  <a:pt x="32" y="0"/>
                </a:cubicBezTo>
                <a:cubicBezTo>
                  <a:pt x="33" y="0"/>
                  <a:pt x="33" y="0"/>
                  <a:pt x="34" y="0"/>
                </a:cubicBezTo>
                <a:cubicBezTo>
                  <a:pt x="34" y="0"/>
                  <a:pt x="35" y="0"/>
                  <a:pt x="35" y="0"/>
                </a:cubicBezTo>
                <a:cubicBezTo>
                  <a:pt x="67" y="21"/>
                  <a:pt x="67" y="21"/>
                  <a:pt x="67" y="21"/>
                </a:cubicBezTo>
                <a:cubicBezTo>
                  <a:pt x="67" y="21"/>
                  <a:pt x="68" y="22"/>
                  <a:pt x="68" y="23"/>
                </a:cubicBezTo>
                <a:lnTo>
                  <a:pt x="68" y="44"/>
                </a:lnTo>
                <a:close/>
                <a:moveTo>
                  <a:pt x="13" y="34"/>
                </a:moveTo>
                <a:cubicBezTo>
                  <a:pt x="6" y="29"/>
                  <a:pt x="6" y="29"/>
                  <a:pt x="6" y="29"/>
                </a:cubicBezTo>
                <a:cubicBezTo>
                  <a:pt x="6" y="39"/>
                  <a:pt x="6" y="39"/>
                  <a:pt x="6" y="39"/>
                </a:cubicBezTo>
                <a:lnTo>
                  <a:pt x="13" y="34"/>
                </a:lnTo>
                <a:close/>
                <a:moveTo>
                  <a:pt x="31" y="22"/>
                </a:moveTo>
                <a:cubicBezTo>
                  <a:pt x="31" y="8"/>
                  <a:pt x="31" y="8"/>
                  <a:pt x="31" y="8"/>
                </a:cubicBezTo>
                <a:cubicBezTo>
                  <a:pt x="8" y="23"/>
                  <a:pt x="8" y="23"/>
                  <a:pt x="8" y="23"/>
                </a:cubicBezTo>
                <a:cubicBezTo>
                  <a:pt x="18" y="30"/>
                  <a:pt x="18" y="30"/>
                  <a:pt x="18" y="30"/>
                </a:cubicBezTo>
                <a:lnTo>
                  <a:pt x="31" y="22"/>
                </a:lnTo>
                <a:close/>
                <a:moveTo>
                  <a:pt x="31" y="59"/>
                </a:moveTo>
                <a:cubicBezTo>
                  <a:pt x="31" y="46"/>
                  <a:pt x="31" y="46"/>
                  <a:pt x="31" y="46"/>
                </a:cubicBezTo>
                <a:cubicBezTo>
                  <a:pt x="18" y="37"/>
                  <a:pt x="18" y="37"/>
                  <a:pt x="18" y="37"/>
                </a:cubicBezTo>
                <a:cubicBezTo>
                  <a:pt x="8" y="44"/>
                  <a:pt x="8" y="44"/>
                  <a:pt x="8" y="44"/>
                </a:cubicBezTo>
                <a:lnTo>
                  <a:pt x="31" y="59"/>
                </a:lnTo>
                <a:close/>
                <a:moveTo>
                  <a:pt x="44" y="34"/>
                </a:moveTo>
                <a:cubicBezTo>
                  <a:pt x="34" y="27"/>
                  <a:pt x="34" y="27"/>
                  <a:pt x="34" y="27"/>
                </a:cubicBezTo>
                <a:cubicBezTo>
                  <a:pt x="23" y="34"/>
                  <a:pt x="23" y="34"/>
                  <a:pt x="23" y="34"/>
                </a:cubicBezTo>
                <a:cubicBezTo>
                  <a:pt x="34" y="41"/>
                  <a:pt x="34" y="41"/>
                  <a:pt x="34" y="41"/>
                </a:cubicBezTo>
                <a:lnTo>
                  <a:pt x="44" y="34"/>
                </a:lnTo>
                <a:close/>
                <a:moveTo>
                  <a:pt x="60" y="23"/>
                </a:moveTo>
                <a:cubicBezTo>
                  <a:pt x="37" y="8"/>
                  <a:pt x="37" y="8"/>
                  <a:pt x="37" y="8"/>
                </a:cubicBezTo>
                <a:cubicBezTo>
                  <a:pt x="37" y="22"/>
                  <a:pt x="37" y="22"/>
                  <a:pt x="37" y="22"/>
                </a:cubicBezTo>
                <a:cubicBezTo>
                  <a:pt x="49" y="30"/>
                  <a:pt x="49" y="30"/>
                  <a:pt x="49" y="30"/>
                </a:cubicBezTo>
                <a:lnTo>
                  <a:pt x="60" y="23"/>
                </a:lnTo>
                <a:close/>
                <a:moveTo>
                  <a:pt x="60" y="44"/>
                </a:moveTo>
                <a:cubicBezTo>
                  <a:pt x="49" y="37"/>
                  <a:pt x="49" y="37"/>
                  <a:pt x="49" y="37"/>
                </a:cubicBezTo>
                <a:cubicBezTo>
                  <a:pt x="37" y="46"/>
                  <a:pt x="37" y="46"/>
                  <a:pt x="37" y="46"/>
                </a:cubicBezTo>
                <a:cubicBezTo>
                  <a:pt x="37" y="59"/>
                  <a:pt x="37" y="59"/>
                  <a:pt x="37" y="59"/>
                </a:cubicBezTo>
                <a:lnTo>
                  <a:pt x="60" y="44"/>
                </a:lnTo>
                <a:close/>
                <a:moveTo>
                  <a:pt x="62" y="39"/>
                </a:moveTo>
                <a:cubicBezTo>
                  <a:pt x="62" y="29"/>
                  <a:pt x="62" y="29"/>
                  <a:pt x="62" y="29"/>
                </a:cubicBezTo>
                <a:cubicBezTo>
                  <a:pt x="55" y="34"/>
                  <a:pt x="55" y="34"/>
                  <a:pt x="55" y="34"/>
                </a:cubicBezTo>
                <a:lnTo>
                  <a:pt x="62" y="3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24" name="Freeform 174"/>
          <p:cNvSpPr/>
          <p:nvPr/>
        </p:nvSpPr>
        <p:spPr>
          <a:xfrm>
            <a:off x="8402760" y="3240000"/>
            <a:ext cx="218880" cy="200160"/>
          </a:xfrm>
          <a:custGeom>
            <a:avLst/>
            <a:gdLst/>
            <a:ahLst/>
            <a:rect l="l" t="t" r="r" b="b"/>
            <a:pathLst>
              <a:path w="64" h="58">
                <a:moveTo>
                  <a:pt x="64" y="52"/>
                </a:moveTo>
                <a:cubicBezTo>
                  <a:pt x="64" y="55"/>
                  <a:pt x="61" y="58"/>
                  <a:pt x="58" y="58"/>
                </a:cubicBezTo>
                <a:cubicBezTo>
                  <a:pt x="7" y="58"/>
                  <a:pt x="7" y="58"/>
                  <a:pt x="7" y="58"/>
                </a:cubicBezTo>
                <a:cubicBezTo>
                  <a:pt x="3" y="58"/>
                  <a:pt x="0" y="55"/>
                  <a:pt x="0" y="52"/>
                </a:cubicBezTo>
                <a:cubicBezTo>
                  <a:pt x="0" y="6"/>
                  <a:pt x="0" y="6"/>
                  <a:pt x="0" y="6"/>
                </a:cubicBezTo>
                <a:cubicBezTo>
                  <a:pt x="0" y="2"/>
                  <a:pt x="3" y="0"/>
                  <a:pt x="7" y="0"/>
                </a:cubicBezTo>
                <a:cubicBezTo>
                  <a:pt x="58" y="0"/>
                  <a:pt x="58" y="0"/>
                  <a:pt x="58" y="0"/>
                </a:cubicBezTo>
                <a:cubicBezTo>
                  <a:pt x="61" y="0"/>
                  <a:pt x="64" y="2"/>
                  <a:pt x="64" y="6"/>
                </a:cubicBezTo>
                <a:lnTo>
                  <a:pt x="64" y="52"/>
                </a:lnTo>
                <a:close/>
                <a:moveTo>
                  <a:pt x="30" y="53"/>
                </a:moveTo>
                <a:cubicBezTo>
                  <a:pt x="30" y="9"/>
                  <a:pt x="30" y="9"/>
                  <a:pt x="30" y="9"/>
                </a:cubicBezTo>
                <a:cubicBezTo>
                  <a:pt x="5" y="9"/>
                  <a:pt x="5" y="9"/>
                  <a:pt x="5" y="9"/>
                </a:cubicBezTo>
                <a:cubicBezTo>
                  <a:pt x="5" y="52"/>
                  <a:pt x="5" y="52"/>
                  <a:pt x="5" y="52"/>
                </a:cubicBezTo>
                <a:cubicBezTo>
                  <a:pt x="5" y="52"/>
                  <a:pt x="6" y="53"/>
                  <a:pt x="7" y="53"/>
                </a:cubicBezTo>
                <a:lnTo>
                  <a:pt x="30" y="53"/>
                </a:lnTo>
                <a:close/>
                <a:moveTo>
                  <a:pt x="59" y="9"/>
                </a:moveTo>
                <a:cubicBezTo>
                  <a:pt x="34" y="9"/>
                  <a:pt x="34" y="9"/>
                  <a:pt x="34" y="9"/>
                </a:cubicBezTo>
                <a:cubicBezTo>
                  <a:pt x="34" y="53"/>
                  <a:pt x="34" y="53"/>
                  <a:pt x="34" y="53"/>
                </a:cubicBezTo>
                <a:cubicBezTo>
                  <a:pt x="58" y="53"/>
                  <a:pt x="58" y="53"/>
                  <a:pt x="58" y="53"/>
                </a:cubicBezTo>
                <a:cubicBezTo>
                  <a:pt x="58" y="53"/>
                  <a:pt x="59" y="52"/>
                  <a:pt x="59" y="52"/>
                </a:cubicBezTo>
                <a:lnTo>
                  <a:pt x="59" y="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25" name="Freeform 175"/>
          <p:cNvSpPr/>
          <p:nvPr/>
        </p:nvSpPr>
        <p:spPr>
          <a:xfrm>
            <a:off x="8844120" y="3254400"/>
            <a:ext cx="233280" cy="185760"/>
          </a:xfrm>
          <a:custGeom>
            <a:avLst/>
            <a:gdLst/>
            <a:ahLst/>
            <a:rect l="l" t="t" r="r" b="b"/>
            <a:pathLst>
              <a:path w="68" h="54">
                <a:moveTo>
                  <a:pt x="54" y="20"/>
                </a:moveTo>
                <a:cubicBezTo>
                  <a:pt x="54" y="31"/>
                  <a:pt x="42" y="39"/>
                  <a:pt x="27" y="39"/>
                </a:cubicBezTo>
                <a:cubicBezTo>
                  <a:pt x="25" y="39"/>
                  <a:pt x="23" y="39"/>
                  <a:pt x="20" y="39"/>
                </a:cubicBezTo>
                <a:cubicBezTo>
                  <a:pt x="17" y="41"/>
                  <a:pt x="14" y="43"/>
                  <a:pt x="10" y="44"/>
                </a:cubicBezTo>
                <a:cubicBezTo>
                  <a:pt x="9" y="44"/>
                  <a:pt x="8" y="44"/>
                  <a:pt x="7" y="44"/>
                </a:cubicBezTo>
                <a:cubicBezTo>
                  <a:pt x="7" y="44"/>
                  <a:pt x="7" y="44"/>
                  <a:pt x="7" y="44"/>
                </a:cubicBezTo>
                <a:cubicBezTo>
                  <a:pt x="6" y="44"/>
                  <a:pt x="5" y="44"/>
                  <a:pt x="5" y="43"/>
                </a:cubicBezTo>
                <a:cubicBezTo>
                  <a:pt x="5" y="42"/>
                  <a:pt x="6" y="42"/>
                  <a:pt x="6" y="41"/>
                </a:cubicBezTo>
                <a:cubicBezTo>
                  <a:pt x="8" y="40"/>
                  <a:pt x="9" y="38"/>
                  <a:pt x="11" y="35"/>
                </a:cubicBezTo>
                <a:cubicBezTo>
                  <a:pt x="4" y="32"/>
                  <a:pt x="0" y="26"/>
                  <a:pt x="0" y="20"/>
                </a:cubicBezTo>
                <a:cubicBezTo>
                  <a:pt x="0" y="9"/>
                  <a:pt x="12" y="0"/>
                  <a:pt x="27" y="0"/>
                </a:cubicBezTo>
                <a:cubicBezTo>
                  <a:pt x="42" y="0"/>
                  <a:pt x="54" y="9"/>
                  <a:pt x="54" y="20"/>
                </a:cubicBezTo>
                <a:close/>
                <a:moveTo>
                  <a:pt x="5" y="20"/>
                </a:moveTo>
                <a:cubicBezTo>
                  <a:pt x="5" y="24"/>
                  <a:pt x="8" y="28"/>
                  <a:pt x="13" y="31"/>
                </a:cubicBezTo>
                <a:cubicBezTo>
                  <a:pt x="17" y="33"/>
                  <a:pt x="17" y="33"/>
                  <a:pt x="17" y="33"/>
                </a:cubicBezTo>
                <a:cubicBezTo>
                  <a:pt x="15" y="36"/>
                  <a:pt x="15" y="36"/>
                  <a:pt x="15" y="36"/>
                </a:cubicBezTo>
                <a:cubicBezTo>
                  <a:pt x="16" y="36"/>
                  <a:pt x="17" y="35"/>
                  <a:pt x="18" y="35"/>
                </a:cubicBezTo>
                <a:cubicBezTo>
                  <a:pt x="19" y="34"/>
                  <a:pt x="19" y="34"/>
                  <a:pt x="19" y="34"/>
                </a:cubicBezTo>
                <a:cubicBezTo>
                  <a:pt x="21" y="34"/>
                  <a:pt x="21" y="34"/>
                  <a:pt x="21" y="34"/>
                </a:cubicBezTo>
                <a:cubicBezTo>
                  <a:pt x="23" y="34"/>
                  <a:pt x="25" y="34"/>
                  <a:pt x="27" y="34"/>
                </a:cubicBezTo>
                <a:cubicBezTo>
                  <a:pt x="39" y="34"/>
                  <a:pt x="49" y="28"/>
                  <a:pt x="49" y="20"/>
                </a:cubicBezTo>
                <a:cubicBezTo>
                  <a:pt x="49" y="12"/>
                  <a:pt x="39" y="5"/>
                  <a:pt x="27" y="5"/>
                </a:cubicBezTo>
                <a:cubicBezTo>
                  <a:pt x="15" y="5"/>
                  <a:pt x="5" y="12"/>
                  <a:pt x="5" y="20"/>
                </a:cubicBezTo>
                <a:close/>
                <a:moveTo>
                  <a:pt x="63" y="51"/>
                </a:moveTo>
                <a:cubicBezTo>
                  <a:pt x="63" y="52"/>
                  <a:pt x="64" y="52"/>
                  <a:pt x="64" y="53"/>
                </a:cubicBezTo>
                <a:cubicBezTo>
                  <a:pt x="63" y="53"/>
                  <a:pt x="63" y="54"/>
                  <a:pt x="62" y="54"/>
                </a:cubicBezTo>
                <a:cubicBezTo>
                  <a:pt x="61" y="54"/>
                  <a:pt x="60" y="54"/>
                  <a:pt x="59" y="53"/>
                </a:cubicBezTo>
                <a:cubicBezTo>
                  <a:pt x="55" y="52"/>
                  <a:pt x="52" y="51"/>
                  <a:pt x="48" y="48"/>
                </a:cubicBezTo>
                <a:cubicBezTo>
                  <a:pt x="46" y="49"/>
                  <a:pt x="44" y="49"/>
                  <a:pt x="42" y="49"/>
                </a:cubicBezTo>
                <a:cubicBezTo>
                  <a:pt x="35" y="49"/>
                  <a:pt x="29" y="47"/>
                  <a:pt x="24" y="44"/>
                </a:cubicBezTo>
                <a:cubicBezTo>
                  <a:pt x="25" y="44"/>
                  <a:pt x="26" y="44"/>
                  <a:pt x="27" y="44"/>
                </a:cubicBezTo>
                <a:cubicBezTo>
                  <a:pt x="35" y="44"/>
                  <a:pt x="43" y="42"/>
                  <a:pt x="49" y="38"/>
                </a:cubicBezTo>
                <a:cubicBezTo>
                  <a:pt x="55" y="33"/>
                  <a:pt x="59" y="27"/>
                  <a:pt x="59" y="20"/>
                </a:cubicBezTo>
                <a:cubicBezTo>
                  <a:pt x="59" y="18"/>
                  <a:pt x="58" y="16"/>
                  <a:pt x="58" y="14"/>
                </a:cubicBezTo>
                <a:cubicBezTo>
                  <a:pt x="64" y="18"/>
                  <a:pt x="68" y="23"/>
                  <a:pt x="68" y="30"/>
                </a:cubicBezTo>
                <a:cubicBezTo>
                  <a:pt x="68" y="36"/>
                  <a:pt x="65" y="41"/>
                  <a:pt x="58" y="45"/>
                </a:cubicBezTo>
                <a:cubicBezTo>
                  <a:pt x="60" y="48"/>
                  <a:pt x="61" y="49"/>
                  <a:pt x="63" y="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26" name="Freeform 176"/>
          <p:cNvSpPr/>
          <p:nvPr/>
        </p:nvSpPr>
        <p:spPr>
          <a:xfrm>
            <a:off x="71280" y="3638520"/>
            <a:ext cx="233640" cy="185760"/>
          </a:xfrm>
          <a:custGeom>
            <a:avLst/>
            <a:gdLst/>
            <a:ahLst/>
            <a:rect l="l" t="t" r="r" b="b"/>
            <a:pathLst>
              <a:path w="68" h="54">
                <a:moveTo>
                  <a:pt x="53" y="20"/>
                </a:moveTo>
                <a:cubicBezTo>
                  <a:pt x="53" y="31"/>
                  <a:pt x="41" y="39"/>
                  <a:pt x="26" y="39"/>
                </a:cubicBezTo>
                <a:cubicBezTo>
                  <a:pt x="24" y="39"/>
                  <a:pt x="22" y="39"/>
                  <a:pt x="20" y="39"/>
                </a:cubicBezTo>
                <a:cubicBezTo>
                  <a:pt x="17" y="41"/>
                  <a:pt x="13" y="43"/>
                  <a:pt x="9" y="44"/>
                </a:cubicBezTo>
                <a:cubicBezTo>
                  <a:pt x="8" y="44"/>
                  <a:pt x="7" y="44"/>
                  <a:pt x="6" y="44"/>
                </a:cubicBezTo>
                <a:cubicBezTo>
                  <a:pt x="6" y="44"/>
                  <a:pt x="6" y="44"/>
                  <a:pt x="6" y="44"/>
                </a:cubicBezTo>
                <a:cubicBezTo>
                  <a:pt x="5" y="44"/>
                  <a:pt x="5" y="44"/>
                  <a:pt x="5" y="43"/>
                </a:cubicBezTo>
                <a:cubicBezTo>
                  <a:pt x="5" y="42"/>
                  <a:pt x="5" y="42"/>
                  <a:pt x="5" y="41"/>
                </a:cubicBezTo>
                <a:cubicBezTo>
                  <a:pt x="7" y="40"/>
                  <a:pt x="9" y="38"/>
                  <a:pt x="10" y="35"/>
                </a:cubicBezTo>
                <a:cubicBezTo>
                  <a:pt x="4" y="32"/>
                  <a:pt x="0" y="26"/>
                  <a:pt x="0" y="20"/>
                </a:cubicBezTo>
                <a:cubicBezTo>
                  <a:pt x="0" y="9"/>
                  <a:pt x="12" y="0"/>
                  <a:pt x="26" y="0"/>
                </a:cubicBezTo>
                <a:cubicBezTo>
                  <a:pt x="41" y="0"/>
                  <a:pt x="53" y="9"/>
                  <a:pt x="53" y="20"/>
                </a:cubicBezTo>
                <a:close/>
                <a:moveTo>
                  <a:pt x="5" y="20"/>
                </a:moveTo>
                <a:cubicBezTo>
                  <a:pt x="5" y="24"/>
                  <a:pt x="7" y="28"/>
                  <a:pt x="12" y="31"/>
                </a:cubicBezTo>
                <a:cubicBezTo>
                  <a:pt x="16" y="33"/>
                  <a:pt x="16" y="33"/>
                  <a:pt x="16" y="33"/>
                </a:cubicBezTo>
                <a:cubicBezTo>
                  <a:pt x="15" y="36"/>
                  <a:pt x="15" y="36"/>
                  <a:pt x="15" y="36"/>
                </a:cubicBezTo>
                <a:cubicBezTo>
                  <a:pt x="15" y="36"/>
                  <a:pt x="16" y="35"/>
                  <a:pt x="17" y="35"/>
                </a:cubicBezTo>
                <a:cubicBezTo>
                  <a:pt x="19" y="34"/>
                  <a:pt x="19" y="34"/>
                  <a:pt x="19" y="34"/>
                </a:cubicBezTo>
                <a:cubicBezTo>
                  <a:pt x="21" y="34"/>
                  <a:pt x="21" y="34"/>
                  <a:pt x="21" y="34"/>
                </a:cubicBezTo>
                <a:cubicBezTo>
                  <a:pt x="23" y="34"/>
                  <a:pt x="25" y="34"/>
                  <a:pt x="26" y="34"/>
                </a:cubicBezTo>
                <a:cubicBezTo>
                  <a:pt x="38" y="34"/>
                  <a:pt x="48" y="28"/>
                  <a:pt x="48" y="20"/>
                </a:cubicBezTo>
                <a:cubicBezTo>
                  <a:pt x="48" y="12"/>
                  <a:pt x="38" y="5"/>
                  <a:pt x="26" y="5"/>
                </a:cubicBezTo>
                <a:cubicBezTo>
                  <a:pt x="15" y="5"/>
                  <a:pt x="5" y="12"/>
                  <a:pt x="5" y="20"/>
                </a:cubicBezTo>
                <a:close/>
                <a:moveTo>
                  <a:pt x="62" y="51"/>
                </a:moveTo>
                <a:cubicBezTo>
                  <a:pt x="63" y="52"/>
                  <a:pt x="63" y="52"/>
                  <a:pt x="63" y="53"/>
                </a:cubicBezTo>
                <a:cubicBezTo>
                  <a:pt x="63" y="53"/>
                  <a:pt x="62" y="54"/>
                  <a:pt x="62" y="54"/>
                </a:cubicBezTo>
                <a:cubicBezTo>
                  <a:pt x="60" y="54"/>
                  <a:pt x="59" y="54"/>
                  <a:pt x="58" y="53"/>
                </a:cubicBezTo>
                <a:cubicBezTo>
                  <a:pt x="54" y="52"/>
                  <a:pt x="51" y="51"/>
                  <a:pt x="48" y="48"/>
                </a:cubicBezTo>
                <a:cubicBezTo>
                  <a:pt x="46" y="49"/>
                  <a:pt x="43" y="49"/>
                  <a:pt x="41" y="49"/>
                </a:cubicBezTo>
                <a:cubicBezTo>
                  <a:pt x="34" y="49"/>
                  <a:pt x="28" y="47"/>
                  <a:pt x="23" y="44"/>
                </a:cubicBezTo>
                <a:cubicBezTo>
                  <a:pt x="24" y="44"/>
                  <a:pt x="25" y="44"/>
                  <a:pt x="26" y="44"/>
                </a:cubicBezTo>
                <a:cubicBezTo>
                  <a:pt x="35" y="44"/>
                  <a:pt x="42" y="42"/>
                  <a:pt x="48" y="38"/>
                </a:cubicBezTo>
                <a:cubicBezTo>
                  <a:pt x="55" y="33"/>
                  <a:pt x="58" y="27"/>
                  <a:pt x="58" y="20"/>
                </a:cubicBezTo>
                <a:cubicBezTo>
                  <a:pt x="58" y="18"/>
                  <a:pt x="58" y="16"/>
                  <a:pt x="57" y="14"/>
                </a:cubicBezTo>
                <a:cubicBezTo>
                  <a:pt x="64" y="18"/>
                  <a:pt x="68" y="23"/>
                  <a:pt x="68" y="30"/>
                </a:cubicBezTo>
                <a:cubicBezTo>
                  <a:pt x="68" y="36"/>
                  <a:pt x="64" y="41"/>
                  <a:pt x="58" y="45"/>
                </a:cubicBezTo>
                <a:cubicBezTo>
                  <a:pt x="59" y="48"/>
                  <a:pt x="61" y="49"/>
                  <a:pt x="62" y="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27" name="Freeform 177"/>
          <p:cNvSpPr/>
          <p:nvPr/>
        </p:nvSpPr>
        <p:spPr>
          <a:xfrm>
            <a:off x="493560" y="3624120"/>
            <a:ext cx="200160" cy="200160"/>
          </a:xfrm>
          <a:custGeom>
            <a:avLst/>
            <a:gdLst/>
            <a:ahLst/>
            <a:rect l="l" t="t" r="r" b="b"/>
            <a:pathLst>
              <a:path w="58" h="58">
                <a:moveTo>
                  <a:pt x="29" y="58"/>
                </a:moveTo>
                <a:cubicBezTo>
                  <a:pt x="13" y="58"/>
                  <a:pt x="0" y="45"/>
                  <a:pt x="0" y="29"/>
                </a:cubicBezTo>
                <a:cubicBezTo>
                  <a:pt x="0" y="13"/>
                  <a:pt x="13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45"/>
                  <a:pt x="45" y="58"/>
                  <a:pt x="29" y="58"/>
                </a:cubicBezTo>
                <a:close/>
                <a:moveTo>
                  <a:pt x="5" y="29"/>
                </a:moveTo>
                <a:cubicBezTo>
                  <a:pt x="5" y="42"/>
                  <a:pt x="16" y="53"/>
                  <a:pt x="29" y="53"/>
                </a:cubicBezTo>
                <a:cubicBezTo>
                  <a:pt x="42" y="53"/>
                  <a:pt x="53" y="42"/>
                  <a:pt x="53" y="29"/>
                </a:cubicBezTo>
                <a:cubicBezTo>
                  <a:pt x="53" y="15"/>
                  <a:pt x="42" y="4"/>
                  <a:pt x="29" y="4"/>
                </a:cubicBezTo>
                <a:cubicBezTo>
                  <a:pt x="16" y="4"/>
                  <a:pt x="5" y="15"/>
                  <a:pt x="5" y="29"/>
                </a:cubicBezTo>
                <a:close/>
                <a:moveTo>
                  <a:pt x="43" y="40"/>
                </a:moveTo>
                <a:cubicBezTo>
                  <a:pt x="43" y="45"/>
                  <a:pt x="35" y="47"/>
                  <a:pt x="30" y="47"/>
                </a:cubicBezTo>
                <a:cubicBezTo>
                  <a:pt x="19" y="47"/>
                  <a:pt x="11" y="39"/>
                  <a:pt x="11" y="29"/>
                </a:cubicBezTo>
                <a:cubicBezTo>
                  <a:pt x="11" y="18"/>
                  <a:pt x="19" y="10"/>
                  <a:pt x="29" y="10"/>
                </a:cubicBezTo>
                <a:cubicBezTo>
                  <a:pt x="33" y="10"/>
                  <a:pt x="43" y="12"/>
                  <a:pt x="43" y="18"/>
                </a:cubicBezTo>
                <a:cubicBezTo>
                  <a:pt x="43" y="22"/>
                  <a:pt x="43" y="22"/>
                  <a:pt x="43" y="22"/>
                </a:cubicBezTo>
                <a:cubicBezTo>
                  <a:pt x="43" y="22"/>
                  <a:pt x="43" y="23"/>
                  <a:pt x="42" y="23"/>
                </a:cubicBezTo>
                <a:cubicBezTo>
                  <a:pt x="38" y="23"/>
                  <a:pt x="38" y="23"/>
                  <a:pt x="38" y="23"/>
                </a:cubicBezTo>
                <a:cubicBezTo>
                  <a:pt x="37" y="23"/>
                  <a:pt x="37" y="22"/>
                  <a:pt x="37" y="22"/>
                </a:cubicBezTo>
                <a:cubicBezTo>
                  <a:pt x="37" y="19"/>
                  <a:pt x="37" y="19"/>
                  <a:pt x="37" y="19"/>
                </a:cubicBezTo>
                <a:cubicBezTo>
                  <a:pt x="37" y="17"/>
                  <a:pt x="33" y="16"/>
                  <a:pt x="30" y="16"/>
                </a:cubicBezTo>
                <a:cubicBezTo>
                  <a:pt x="22" y="16"/>
                  <a:pt x="17" y="21"/>
                  <a:pt x="17" y="28"/>
                </a:cubicBezTo>
                <a:cubicBezTo>
                  <a:pt x="17" y="36"/>
                  <a:pt x="23" y="42"/>
                  <a:pt x="30" y="42"/>
                </a:cubicBezTo>
                <a:cubicBezTo>
                  <a:pt x="33" y="42"/>
                  <a:pt x="38" y="41"/>
                  <a:pt x="38" y="38"/>
                </a:cubicBezTo>
                <a:cubicBezTo>
                  <a:pt x="38" y="35"/>
                  <a:pt x="38" y="35"/>
                  <a:pt x="38" y="35"/>
                </a:cubicBezTo>
                <a:cubicBezTo>
                  <a:pt x="38" y="35"/>
                  <a:pt x="38" y="35"/>
                  <a:pt x="38" y="35"/>
                </a:cubicBezTo>
                <a:cubicBezTo>
                  <a:pt x="43" y="35"/>
                  <a:pt x="43" y="35"/>
                  <a:pt x="43" y="35"/>
                </a:cubicBezTo>
                <a:cubicBezTo>
                  <a:pt x="43" y="35"/>
                  <a:pt x="43" y="35"/>
                  <a:pt x="43" y="35"/>
                </a:cubicBezTo>
                <a:lnTo>
                  <a:pt x="43" y="4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28" name="Freeform 178"/>
          <p:cNvSpPr/>
          <p:nvPr/>
        </p:nvSpPr>
        <p:spPr>
          <a:xfrm>
            <a:off x="988920" y="3624120"/>
            <a:ext cx="230400" cy="206640"/>
          </a:xfrm>
          <a:custGeom>
            <a:avLst/>
            <a:gdLst/>
            <a:ahLst/>
            <a:rect l="l" t="t" r="r" b="b"/>
            <a:pathLst>
              <a:path w="145" h="130">
                <a:moveTo>
                  <a:pt x="145" y="0"/>
                </a:moveTo>
                <a:lnTo>
                  <a:pt x="123" y="109"/>
                </a:lnTo>
                <a:lnTo>
                  <a:pt x="58" y="130"/>
                </a:lnTo>
                <a:lnTo>
                  <a:pt x="0" y="109"/>
                </a:lnTo>
                <a:lnTo>
                  <a:pt x="6" y="80"/>
                </a:lnTo>
                <a:lnTo>
                  <a:pt x="30" y="80"/>
                </a:lnTo>
                <a:lnTo>
                  <a:pt x="28" y="91"/>
                </a:lnTo>
                <a:lnTo>
                  <a:pt x="62" y="104"/>
                </a:lnTo>
                <a:lnTo>
                  <a:pt x="104" y="91"/>
                </a:lnTo>
                <a:lnTo>
                  <a:pt x="108" y="63"/>
                </a:lnTo>
                <a:lnTo>
                  <a:pt x="8" y="63"/>
                </a:lnTo>
                <a:lnTo>
                  <a:pt x="13" y="39"/>
                </a:lnTo>
                <a:lnTo>
                  <a:pt x="112" y="39"/>
                </a:lnTo>
                <a:lnTo>
                  <a:pt x="117" y="24"/>
                </a:lnTo>
                <a:lnTo>
                  <a:pt x="17" y="24"/>
                </a:lnTo>
                <a:lnTo>
                  <a:pt x="21" y="0"/>
                </a:lnTo>
                <a:lnTo>
                  <a:pt x="14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29" name="Freeform 179"/>
          <p:cNvSpPr/>
          <p:nvPr/>
        </p:nvSpPr>
        <p:spPr>
          <a:xfrm>
            <a:off x="1482840" y="3608280"/>
            <a:ext cx="185760" cy="233640"/>
          </a:xfrm>
          <a:custGeom>
            <a:avLst/>
            <a:gdLst/>
            <a:ahLst/>
            <a:rect l="l" t="t" r="r" b="b"/>
            <a:pathLst>
              <a:path w="54" h="68">
                <a:moveTo>
                  <a:pt x="25" y="26"/>
                </a:moveTo>
                <a:cubicBezTo>
                  <a:pt x="25" y="29"/>
                  <a:pt x="23" y="32"/>
                  <a:pt x="20" y="33"/>
                </a:cubicBezTo>
                <a:cubicBezTo>
                  <a:pt x="20" y="63"/>
                  <a:pt x="20" y="63"/>
                  <a:pt x="20" y="63"/>
                </a:cubicBezTo>
                <a:cubicBezTo>
                  <a:pt x="20" y="66"/>
                  <a:pt x="18" y="68"/>
                  <a:pt x="15" y="68"/>
                </a:cubicBezTo>
                <a:cubicBezTo>
                  <a:pt x="10" y="68"/>
                  <a:pt x="10" y="68"/>
                  <a:pt x="10" y="68"/>
                </a:cubicBezTo>
                <a:cubicBezTo>
                  <a:pt x="7" y="68"/>
                  <a:pt x="5" y="66"/>
                  <a:pt x="5" y="63"/>
                </a:cubicBezTo>
                <a:cubicBezTo>
                  <a:pt x="5" y="33"/>
                  <a:pt x="5" y="33"/>
                  <a:pt x="5" y="33"/>
                </a:cubicBezTo>
                <a:cubicBezTo>
                  <a:pt x="2" y="32"/>
                  <a:pt x="0" y="29"/>
                  <a:pt x="0" y="26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2" y="0"/>
                  <a:pt x="3" y="0"/>
                </a:cubicBezTo>
                <a:cubicBezTo>
                  <a:pt x="4" y="0"/>
                  <a:pt x="5" y="1"/>
                  <a:pt x="5" y="2"/>
                </a:cubicBezTo>
                <a:cubicBezTo>
                  <a:pt x="5" y="18"/>
                  <a:pt x="5" y="18"/>
                  <a:pt x="5" y="18"/>
                </a:cubicBezTo>
                <a:cubicBezTo>
                  <a:pt x="5" y="19"/>
                  <a:pt x="6" y="20"/>
                  <a:pt x="8" y="20"/>
                </a:cubicBezTo>
                <a:cubicBezTo>
                  <a:pt x="9" y="20"/>
                  <a:pt x="10" y="19"/>
                  <a:pt x="10" y="18"/>
                </a:cubicBezTo>
                <a:cubicBezTo>
                  <a:pt x="10" y="2"/>
                  <a:pt x="10" y="2"/>
                  <a:pt x="10" y="2"/>
                </a:cubicBezTo>
                <a:cubicBezTo>
                  <a:pt x="10" y="1"/>
                  <a:pt x="11" y="0"/>
                  <a:pt x="13" y="0"/>
                </a:cubicBezTo>
                <a:cubicBezTo>
                  <a:pt x="14" y="0"/>
                  <a:pt x="15" y="1"/>
                  <a:pt x="15" y="2"/>
                </a:cubicBezTo>
                <a:cubicBezTo>
                  <a:pt x="15" y="18"/>
                  <a:pt x="15" y="18"/>
                  <a:pt x="15" y="18"/>
                </a:cubicBezTo>
                <a:cubicBezTo>
                  <a:pt x="15" y="19"/>
                  <a:pt x="16" y="20"/>
                  <a:pt x="17" y="20"/>
                </a:cubicBezTo>
                <a:cubicBezTo>
                  <a:pt x="19" y="20"/>
                  <a:pt x="20" y="19"/>
                  <a:pt x="20" y="18"/>
                </a:cubicBezTo>
                <a:cubicBezTo>
                  <a:pt x="20" y="2"/>
                  <a:pt x="20" y="2"/>
                  <a:pt x="20" y="2"/>
                </a:cubicBezTo>
                <a:cubicBezTo>
                  <a:pt x="20" y="1"/>
                  <a:pt x="21" y="0"/>
                  <a:pt x="22" y="0"/>
                </a:cubicBezTo>
                <a:cubicBezTo>
                  <a:pt x="24" y="0"/>
                  <a:pt x="25" y="1"/>
                  <a:pt x="25" y="2"/>
                </a:cubicBezTo>
                <a:lnTo>
                  <a:pt x="25" y="26"/>
                </a:lnTo>
                <a:close/>
                <a:moveTo>
                  <a:pt x="54" y="63"/>
                </a:moveTo>
                <a:cubicBezTo>
                  <a:pt x="54" y="66"/>
                  <a:pt x="52" y="68"/>
                  <a:pt x="49" y="68"/>
                </a:cubicBezTo>
                <a:cubicBezTo>
                  <a:pt x="44" y="68"/>
                  <a:pt x="44" y="68"/>
                  <a:pt x="44" y="68"/>
                </a:cubicBezTo>
                <a:cubicBezTo>
                  <a:pt x="42" y="68"/>
                  <a:pt x="39" y="66"/>
                  <a:pt x="39" y="63"/>
                </a:cubicBezTo>
                <a:cubicBezTo>
                  <a:pt x="39" y="43"/>
                  <a:pt x="39" y="43"/>
                  <a:pt x="39" y="43"/>
                </a:cubicBezTo>
                <a:cubicBezTo>
                  <a:pt x="31" y="43"/>
                  <a:pt x="31" y="43"/>
                  <a:pt x="31" y="43"/>
                </a:cubicBezTo>
                <a:cubicBezTo>
                  <a:pt x="30" y="43"/>
                  <a:pt x="30" y="43"/>
                  <a:pt x="30" y="42"/>
                </a:cubicBezTo>
                <a:cubicBezTo>
                  <a:pt x="30" y="12"/>
                  <a:pt x="30" y="12"/>
                  <a:pt x="30" y="12"/>
                </a:cubicBezTo>
                <a:cubicBezTo>
                  <a:pt x="30" y="5"/>
                  <a:pt x="35" y="0"/>
                  <a:pt x="42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3" y="0"/>
                  <a:pt x="54" y="1"/>
                  <a:pt x="54" y="2"/>
                </a:cubicBezTo>
                <a:lnTo>
                  <a:pt x="54" y="6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30" name="Freeform 180"/>
          <p:cNvSpPr/>
          <p:nvPr/>
        </p:nvSpPr>
        <p:spPr>
          <a:xfrm>
            <a:off x="1976400" y="3624120"/>
            <a:ext cx="200160" cy="200160"/>
          </a:xfrm>
          <a:custGeom>
            <a:avLst/>
            <a:gdLst/>
            <a:ahLst/>
            <a:rect l="l" t="t" r="r" b="b"/>
            <a:pathLst>
              <a:path w="58" h="58">
                <a:moveTo>
                  <a:pt x="58" y="47"/>
                </a:moveTo>
                <a:cubicBezTo>
                  <a:pt x="58" y="53"/>
                  <a:pt x="53" y="58"/>
                  <a:pt x="47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53" y="0"/>
                  <a:pt x="58" y="4"/>
                  <a:pt x="58" y="10"/>
                </a:cubicBezTo>
                <a:lnTo>
                  <a:pt x="58" y="47"/>
                </a:lnTo>
                <a:close/>
                <a:moveTo>
                  <a:pt x="56" y="29"/>
                </a:moveTo>
                <a:cubicBezTo>
                  <a:pt x="29" y="29"/>
                  <a:pt x="29" y="29"/>
                  <a:pt x="29" y="29"/>
                </a:cubicBezTo>
                <a:cubicBezTo>
                  <a:pt x="29" y="2"/>
                  <a:pt x="29" y="2"/>
                  <a:pt x="29" y="2"/>
                </a:cubicBezTo>
                <a:cubicBezTo>
                  <a:pt x="11" y="2"/>
                  <a:pt x="11" y="2"/>
                  <a:pt x="11" y="2"/>
                </a:cubicBezTo>
                <a:cubicBezTo>
                  <a:pt x="6" y="2"/>
                  <a:pt x="2" y="6"/>
                  <a:pt x="2" y="10"/>
                </a:cubicBezTo>
                <a:cubicBezTo>
                  <a:pt x="2" y="29"/>
                  <a:pt x="2" y="29"/>
                  <a:pt x="2" y="29"/>
                </a:cubicBezTo>
                <a:cubicBezTo>
                  <a:pt x="29" y="29"/>
                  <a:pt x="29" y="29"/>
                  <a:pt x="29" y="29"/>
                </a:cubicBezTo>
                <a:cubicBezTo>
                  <a:pt x="29" y="55"/>
                  <a:pt x="29" y="55"/>
                  <a:pt x="29" y="55"/>
                </a:cubicBezTo>
                <a:cubicBezTo>
                  <a:pt x="47" y="55"/>
                  <a:pt x="47" y="55"/>
                  <a:pt x="47" y="55"/>
                </a:cubicBezTo>
                <a:cubicBezTo>
                  <a:pt x="52" y="55"/>
                  <a:pt x="56" y="52"/>
                  <a:pt x="56" y="47"/>
                </a:cubicBezTo>
                <a:lnTo>
                  <a:pt x="56" y="2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31" name="Freeform 181"/>
          <p:cNvSpPr/>
          <p:nvPr/>
        </p:nvSpPr>
        <p:spPr>
          <a:xfrm>
            <a:off x="2475000" y="3608280"/>
            <a:ext cx="123840" cy="233640"/>
          </a:xfrm>
          <a:custGeom>
            <a:avLst/>
            <a:gdLst/>
            <a:ahLst/>
            <a:rect l="l" t="t" r="r" b="b"/>
            <a:pathLst>
              <a:path w="36" h="68">
                <a:moveTo>
                  <a:pt x="22" y="60"/>
                </a:moveTo>
                <a:cubicBezTo>
                  <a:pt x="22" y="67"/>
                  <a:pt x="22" y="67"/>
                  <a:pt x="22" y="67"/>
                </a:cubicBezTo>
                <a:cubicBezTo>
                  <a:pt x="22" y="67"/>
                  <a:pt x="22" y="68"/>
                  <a:pt x="21" y="68"/>
                </a:cubicBezTo>
                <a:cubicBezTo>
                  <a:pt x="16" y="68"/>
                  <a:pt x="16" y="68"/>
                  <a:pt x="16" y="68"/>
                </a:cubicBezTo>
                <a:cubicBezTo>
                  <a:pt x="15" y="68"/>
                  <a:pt x="15" y="67"/>
                  <a:pt x="15" y="67"/>
                </a:cubicBezTo>
                <a:cubicBezTo>
                  <a:pt x="15" y="60"/>
                  <a:pt x="15" y="60"/>
                  <a:pt x="15" y="60"/>
                </a:cubicBezTo>
                <a:cubicBezTo>
                  <a:pt x="6" y="59"/>
                  <a:pt x="1" y="53"/>
                  <a:pt x="1" y="53"/>
                </a:cubicBezTo>
                <a:cubicBezTo>
                  <a:pt x="0" y="53"/>
                  <a:pt x="0" y="52"/>
                  <a:pt x="1" y="52"/>
                </a:cubicBezTo>
                <a:cubicBezTo>
                  <a:pt x="5" y="46"/>
                  <a:pt x="5" y="46"/>
                  <a:pt x="5" y="46"/>
                </a:cubicBezTo>
                <a:cubicBezTo>
                  <a:pt x="5" y="46"/>
                  <a:pt x="5" y="46"/>
                  <a:pt x="6" y="46"/>
                </a:cubicBezTo>
                <a:cubicBezTo>
                  <a:pt x="6" y="46"/>
                  <a:pt x="6" y="46"/>
                  <a:pt x="6" y="46"/>
                </a:cubicBezTo>
                <a:cubicBezTo>
                  <a:pt x="7" y="46"/>
                  <a:pt x="12" y="51"/>
                  <a:pt x="19" y="51"/>
                </a:cubicBezTo>
                <a:cubicBezTo>
                  <a:pt x="22" y="51"/>
                  <a:pt x="26" y="49"/>
                  <a:pt x="26" y="45"/>
                </a:cubicBezTo>
                <a:cubicBezTo>
                  <a:pt x="26" y="41"/>
                  <a:pt x="22" y="40"/>
                  <a:pt x="17" y="38"/>
                </a:cubicBezTo>
                <a:cubicBezTo>
                  <a:pt x="10" y="35"/>
                  <a:pt x="1" y="32"/>
                  <a:pt x="1" y="22"/>
                </a:cubicBezTo>
                <a:cubicBezTo>
                  <a:pt x="1" y="15"/>
                  <a:pt x="7" y="9"/>
                  <a:pt x="15" y="8"/>
                </a:cubicBezTo>
                <a:cubicBezTo>
                  <a:pt x="15" y="1"/>
                  <a:pt x="15" y="1"/>
                  <a:pt x="15" y="1"/>
                </a:cubicBezTo>
                <a:cubicBezTo>
                  <a:pt x="15" y="0"/>
                  <a:pt x="15" y="0"/>
                  <a:pt x="16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22" y="0"/>
                  <a:pt x="22" y="0"/>
                  <a:pt x="22" y="1"/>
                </a:cubicBezTo>
                <a:cubicBezTo>
                  <a:pt x="22" y="8"/>
                  <a:pt x="22" y="8"/>
                  <a:pt x="22" y="8"/>
                </a:cubicBezTo>
                <a:cubicBezTo>
                  <a:pt x="30" y="8"/>
                  <a:pt x="34" y="13"/>
                  <a:pt x="34" y="13"/>
                </a:cubicBezTo>
                <a:cubicBezTo>
                  <a:pt x="35" y="13"/>
                  <a:pt x="35" y="14"/>
                  <a:pt x="34" y="14"/>
                </a:cubicBezTo>
                <a:cubicBezTo>
                  <a:pt x="31" y="20"/>
                  <a:pt x="31" y="20"/>
                  <a:pt x="31" y="20"/>
                </a:cubicBezTo>
                <a:cubicBezTo>
                  <a:pt x="31" y="20"/>
                  <a:pt x="31" y="20"/>
                  <a:pt x="30" y="20"/>
                </a:cubicBezTo>
                <a:cubicBezTo>
                  <a:pt x="30" y="20"/>
                  <a:pt x="30" y="20"/>
                  <a:pt x="29" y="20"/>
                </a:cubicBezTo>
                <a:cubicBezTo>
                  <a:pt x="29" y="20"/>
                  <a:pt x="25" y="16"/>
                  <a:pt x="19" y="16"/>
                </a:cubicBezTo>
                <a:cubicBezTo>
                  <a:pt x="14" y="16"/>
                  <a:pt x="11" y="18"/>
                  <a:pt x="11" y="22"/>
                </a:cubicBezTo>
                <a:cubicBezTo>
                  <a:pt x="11" y="26"/>
                  <a:pt x="16" y="28"/>
                  <a:pt x="21" y="30"/>
                </a:cubicBezTo>
                <a:cubicBezTo>
                  <a:pt x="28" y="32"/>
                  <a:pt x="36" y="36"/>
                  <a:pt x="36" y="45"/>
                </a:cubicBezTo>
                <a:cubicBezTo>
                  <a:pt x="36" y="52"/>
                  <a:pt x="30" y="59"/>
                  <a:pt x="22" y="6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32" name="Freeform 182"/>
          <p:cNvSpPr/>
          <p:nvPr/>
        </p:nvSpPr>
        <p:spPr>
          <a:xfrm>
            <a:off x="2971800" y="3621240"/>
            <a:ext cx="217440" cy="203040"/>
          </a:xfrm>
          <a:custGeom>
            <a:avLst/>
            <a:gdLst/>
            <a:ahLst/>
            <a:rect l="l" t="t" r="r" b="b"/>
            <a:pathLst>
              <a:path w="137" h="128">
                <a:moveTo>
                  <a:pt x="70" y="24"/>
                </a:moveTo>
                <a:lnTo>
                  <a:pt x="29" y="50"/>
                </a:lnTo>
                <a:lnTo>
                  <a:pt x="0" y="26"/>
                </a:lnTo>
                <a:lnTo>
                  <a:pt x="42" y="0"/>
                </a:lnTo>
                <a:lnTo>
                  <a:pt x="70" y="24"/>
                </a:lnTo>
                <a:close/>
                <a:moveTo>
                  <a:pt x="70" y="74"/>
                </a:moveTo>
                <a:lnTo>
                  <a:pt x="42" y="98"/>
                </a:lnTo>
                <a:lnTo>
                  <a:pt x="0" y="72"/>
                </a:lnTo>
                <a:lnTo>
                  <a:pt x="29" y="50"/>
                </a:lnTo>
                <a:lnTo>
                  <a:pt x="70" y="74"/>
                </a:lnTo>
                <a:close/>
                <a:moveTo>
                  <a:pt x="109" y="104"/>
                </a:moveTo>
                <a:lnTo>
                  <a:pt x="70" y="128"/>
                </a:lnTo>
                <a:lnTo>
                  <a:pt x="29" y="104"/>
                </a:lnTo>
                <a:lnTo>
                  <a:pt x="29" y="95"/>
                </a:lnTo>
                <a:lnTo>
                  <a:pt x="42" y="102"/>
                </a:lnTo>
                <a:lnTo>
                  <a:pt x="70" y="78"/>
                </a:lnTo>
                <a:lnTo>
                  <a:pt x="98" y="102"/>
                </a:lnTo>
                <a:lnTo>
                  <a:pt x="109" y="95"/>
                </a:lnTo>
                <a:lnTo>
                  <a:pt x="109" y="104"/>
                </a:lnTo>
                <a:close/>
                <a:moveTo>
                  <a:pt x="137" y="26"/>
                </a:moveTo>
                <a:lnTo>
                  <a:pt x="111" y="50"/>
                </a:lnTo>
                <a:lnTo>
                  <a:pt x="70" y="24"/>
                </a:lnTo>
                <a:lnTo>
                  <a:pt x="98" y="0"/>
                </a:lnTo>
                <a:lnTo>
                  <a:pt x="137" y="26"/>
                </a:lnTo>
                <a:close/>
                <a:moveTo>
                  <a:pt x="137" y="72"/>
                </a:moveTo>
                <a:lnTo>
                  <a:pt x="98" y="98"/>
                </a:lnTo>
                <a:lnTo>
                  <a:pt x="70" y="74"/>
                </a:lnTo>
                <a:lnTo>
                  <a:pt x="111" y="50"/>
                </a:lnTo>
                <a:lnTo>
                  <a:pt x="137" y="7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33" name="Freeform 183"/>
          <p:cNvSpPr/>
          <p:nvPr/>
        </p:nvSpPr>
        <p:spPr>
          <a:xfrm>
            <a:off x="3460680" y="3691080"/>
            <a:ext cx="181080" cy="50760"/>
          </a:xfrm>
          <a:custGeom>
            <a:avLst/>
            <a:gdLst/>
            <a:ahLst/>
            <a:rect l="l" t="t" r="r" b="b"/>
            <a:pathLst>
              <a:path w="53" h="15">
                <a:moveTo>
                  <a:pt x="14" y="11"/>
                </a:moveTo>
                <a:cubicBezTo>
                  <a:pt x="14" y="13"/>
                  <a:pt x="13" y="15"/>
                  <a:pt x="11" y="15"/>
                </a:cubicBezTo>
                <a:cubicBezTo>
                  <a:pt x="3" y="15"/>
                  <a:pt x="3" y="15"/>
                  <a:pt x="3" y="15"/>
                </a:cubicBezTo>
                <a:cubicBezTo>
                  <a:pt x="1" y="15"/>
                  <a:pt x="0" y="13"/>
                  <a:pt x="0" y="11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3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3" y="0"/>
                  <a:pt x="14" y="2"/>
                  <a:pt x="14" y="4"/>
                </a:cubicBezTo>
                <a:lnTo>
                  <a:pt x="14" y="11"/>
                </a:lnTo>
                <a:close/>
                <a:moveTo>
                  <a:pt x="34" y="11"/>
                </a:moveTo>
                <a:cubicBezTo>
                  <a:pt x="34" y="13"/>
                  <a:pt x="32" y="15"/>
                  <a:pt x="30" y="15"/>
                </a:cubicBezTo>
                <a:cubicBezTo>
                  <a:pt x="23" y="15"/>
                  <a:pt x="23" y="15"/>
                  <a:pt x="23" y="15"/>
                </a:cubicBezTo>
                <a:cubicBezTo>
                  <a:pt x="21" y="15"/>
                  <a:pt x="19" y="13"/>
                  <a:pt x="19" y="11"/>
                </a:cubicBezTo>
                <a:cubicBezTo>
                  <a:pt x="19" y="4"/>
                  <a:pt x="19" y="4"/>
                  <a:pt x="19" y="4"/>
                </a:cubicBezTo>
                <a:cubicBezTo>
                  <a:pt x="19" y="2"/>
                  <a:pt x="21" y="0"/>
                  <a:pt x="23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2" y="0"/>
                  <a:pt x="34" y="2"/>
                  <a:pt x="34" y="4"/>
                </a:cubicBezTo>
                <a:lnTo>
                  <a:pt x="34" y="11"/>
                </a:lnTo>
                <a:close/>
                <a:moveTo>
                  <a:pt x="53" y="11"/>
                </a:moveTo>
                <a:cubicBezTo>
                  <a:pt x="53" y="13"/>
                  <a:pt x="52" y="15"/>
                  <a:pt x="50" y="15"/>
                </a:cubicBezTo>
                <a:cubicBezTo>
                  <a:pt x="42" y="15"/>
                  <a:pt x="42" y="15"/>
                  <a:pt x="42" y="15"/>
                </a:cubicBezTo>
                <a:cubicBezTo>
                  <a:pt x="40" y="15"/>
                  <a:pt x="39" y="13"/>
                  <a:pt x="39" y="11"/>
                </a:cubicBezTo>
                <a:cubicBezTo>
                  <a:pt x="39" y="4"/>
                  <a:pt x="39" y="4"/>
                  <a:pt x="39" y="4"/>
                </a:cubicBezTo>
                <a:cubicBezTo>
                  <a:pt x="39" y="2"/>
                  <a:pt x="40" y="0"/>
                  <a:pt x="42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2" y="0"/>
                  <a:pt x="53" y="2"/>
                  <a:pt x="53" y="4"/>
                </a:cubicBezTo>
                <a:lnTo>
                  <a:pt x="53" y="1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960" bIns="39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34" name="Freeform 184"/>
          <p:cNvSpPr/>
          <p:nvPr/>
        </p:nvSpPr>
        <p:spPr>
          <a:xfrm>
            <a:off x="3954600" y="3638520"/>
            <a:ext cx="233280" cy="185760"/>
          </a:xfrm>
          <a:custGeom>
            <a:avLst/>
            <a:gdLst/>
            <a:ahLst/>
            <a:rect l="l" t="t" r="r" b="b"/>
            <a:pathLst>
              <a:path w="68" h="54">
                <a:moveTo>
                  <a:pt x="68" y="48"/>
                </a:moveTo>
                <a:cubicBezTo>
                  <a:pt x="68" y="51"/>
                  <a:pt x="66" y="54"/>
                  <a:pt x="62" y="54"/>
                </a:cubicBezTo>
                <a:cubicBezTo>
                  <a:pt x="7" y="54"/>
                  <a:pt x="7" y="54"/>
                  <a:pt x="7" y="54"/>
                </a:cubicBezTo>
                <a:cubicBezTo>
                  <a:pt x="3" y="54"/>
                  <a:pt x="0" y="51"/>
                  <a:pt x="0" y="48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3" y="0"/>
                  <a:pt x="7" y="0"/>
                </a:cubicBezTo>
                <a:cubicBezTo>
                  <a:pt x="62" y="0"/>
                  <a:pt x="62" y="0"/>
                  <a:pt x="62" y="0"/>
                </a:cubicBezTo>
                <a:cubicBezTo>
                  <a:pt x="66" y="0"/>
                  <a:pt x="68" y="3"/>
                  <a:pt x="68" y="6"/>
                </a:cubicBezTo>
                <a:lnTo>
                  <a:pt x="68" y="48"/>
                </a:lnTo>
                <a:close/>
                <a:moveTo>
                  <a:pt x="62" y="5"/>
                </a:moveTo>
                <a:cubicBezTo>
                  <a:pt x="7" y="5"/>
                  <a:pt x="7" y="5"/>
                  <a:pt x="7" y="5"/>
                </a:cubicBezTo>
                <a:cubicBezTo>
                  <a:pt x="6" y="5"/>
                  <a:pt x="5" y="6"/>
                  <a:pt x="5" y="6"/>
                </a:cubicBezTo>
                <a:cubicBezTo>
                  <a:pt x="5" y="11"/>
                  <a:pt x="7" y="15"/>
                  <a:pt x="11" y="17"/>
                </a:cubicBezTo>
                <a:cubicBezTo>
                  <a:pt x="16" y="21"/>
                  <a:pt x="21" y="25"/>
                  <a:pt x="26" y="29"/>
                </a:cubicBezTo>
                <a:cubicBezTo>
                  <a:pt x="28" y="31"/>
                  <a:pt x="32" y="34"/>
                  <a:pt x="34" y="34"/>
                </a:cubicBezTo>
                <a:cubicBezTo>
                  <a:pt x="34" y="34"/>
                  <a:pt x="34" y="34"/>
                  <a:pt x="34" y="34"/>
                </a:cubicBezTo>
                <a:cubicBezTo>
                  <a:pt x="34" y="34"/>
                  <a:pt x="34" y="34"/>
                  <a:pt x="34" y="34"/>
                </a:cubicBezTo>
                <a:cubicBezTo>
                  <a:pt x="37" y="34"/>
                  <a:pt x="41" y="31"/>
                  <a:pt x="43" y="29"/>
                </a:cubicBezTo>
                <a:cubicBezTo>
                  <a:pt x="48" y="25"/>
                  <a:pt x="53" y="21"/>
                  <a:pt x="58" y="17"/>
                </a:cubicBezTo>
                <a:cubicBezTo>
                  <a:pt x="60" y="15"/>
                  <a:pt x="64" y="11"/>
                  <a:pt x="64" y="8"/>
                </a:cubicBezTo>
                <a:cubicBezTo>
                  <a:pt x="64" y="7"/>
                  <a:pt x="64" y="5"/>
                  <a:pt x="62" y="5"/>
                </a:cubicBezTo>
                <a:close/>
                <a:moveTo>
                  <a:pt x="64" y="19"/>
                </a:moveTo>
                <a:cubicBezTo>
                  <a:pt x="63" y="20"/>
                  <a:pt x="62" y="20"/>
                  <a:pt x="61" y="21"/>
                </a:cubicBezTo>
                <a:cubicBezTo>
                  <a:pt x="56" y="25"/>
                  <a:pt x="50" y="30"/>
                  <a:pt x="45" y="34"/>
                </a:cubicBezTo>
                <a:cubicBezTo>
                  <a:pt x="42" y="36"/>
                  <a:pt x="38" y="39"/>
                  <a:pt x="34" y="39"/>
                </a:cubicBezTo>
                <a:cubicBezTo>
                  <a:pt x="34" y="39"/>
                  <a:pt x="34" y="39"/>
                  <a:pt x="34" y="39"/>
                </a:cubicBezTo>
                <a:cubicBezTo>
                  <a:pt x="34" y="39"/>
                  <a:pt x="34" y="39"/>
                  <a:pt x="34" y="39"/>
                </a:cubicBezTo>
                <a:cubicBezTo>
                  <a:pt x="30" y="39"/>
                  <a:pt x="27" y="36"/>
                  <a:pt x="24" y="34"/>
                </a:cubicBezTo>
                <a:cubicBezTo>
                  <a:pt x="19" y="30"/>
                  <a:pt x="13" y="25"/>
                  <a:pt x="8" y="21"/>
                </a:cubicBezTo>
                <a:cubicBezTo>
                  <a:pt x="7" y="20"/>
                  <a:pt x="6" y="20"/>
                  <a:pt x="5" y="19"/>
                </a:cubicBezTo>
                <a:cubicBezTo>
                  <a:pt x="5" y="48"/>
                  <a:pt x="5" y="48"/>
                  <a:pt x="5" y="48"/>
                </a:cubicBezTo>
                <a:cubicBezTo>
                  <a:pt x="5" y="48"/>
                  <a:pt x="6" y="49"/>
                  <a:pt x="7" y="49"/>
                </a:cubicBezTo>
                <a:cubicBezTo>
                  <a:pt x="62" y="49"/>
                  <a:pt x="62" y="49"/>
                  <a:pt x="62" y="49"/>
                </a:cubicBezTo>
                <a:cubicBezTo>
                  <a:pt x="63" y="49"/>
                  <a:pt x="64" y="48"/>
                  <a:pt x="64" y="48"/>
                </a:cubicBezTo>
                <a:lnTo>
                  <a:pt x="64" y="1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35" name="Freeform 185"/>
          <p:cNvSpPr/>
          <p:nvPr/>
        </p:nvSpPr>
        <p:spPr>
          <a:xfrm>
            <a:off x="4448160" y="3624120"/>
            <a:ext cx="130320" cy="182880"/>
          </a:xfrm>
          <a:custGeom>
            <a:avLst/>
            <a:gdLst/>
            <a:ahLst/>
            <a:rect l="l" t="t" r="r" b="b"/>
            <a:pathLst>
              <a:path w="38" h="53">
                <a:moveTo>
                  <a:pt x="38" y="50"/>
                </a:moveTo>
                <a:cubicBezTo>
                  <a:pt x="38" y="51"/>
                  <a:pt x="38" y="52"/>
                  <a:pt x="37" y="52"/>
                </a:cubicBezTo>
                <a:cubicBezTo>
                  <a:pt x="37" y="52"/>
                  <a:pt x="34" y="53"/>
                  <a:pt x="29" y="53"/>
                </a:cubicBezTo>
                <a:cubicBezTo>
                  <a:pt x="17" y="53"/>
                  <a:pt x="8" y="46"/>
                  <a:pt x="5" y="35"/>
                </a:cubicBezTo>
                <a:cubicBezTo>
                  <a:pt x="1" y="35"/>
                  <a:pt x="1" y="35"/>
                  <a:pt x="1" y="35"/>
                </a:cubicBezTo>
                <a:cubicBezTo>
                  <a:pt x="0" y="35"/>
                  <a:pt x="0" y="34"/>
                  <a:pt x="0" y="33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29"/>
                  <a:pt x="0" y="28"/>
                  <a:pt x="1" y="28"/>
                </a:cubicBezTo>
                <a:cubicBezTo>
                  <a:pt x="3" y="28"/>
                  <a:pt x="3" y="28"/>
                  <a:pt x="3" y="28"/>
                </a:cubicBezTo>
                <a:cubicBezTo>
                  <a:pt x="3" y="27"/>
                  <a:pt x="3" y="25"/>
                  <a:pt x="4" y="24"/>
                </a:cubicBezTo>
                <a:cubicBezTo>
                  <a:pt x="1" y="24"/>
                  <a:pt x="1" y="24"/>
                  <a:pt x="1" y="24"/>
                </a:cubicBezTo>
                <a:cubicBezTo>
                  <a:pt x="0" y="24"/>
                  <a:pt x="0" y="23"/>
                  <a:pt x="0" y="23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18"/>
                  <a:pt x="0" y="17"/>
                  <a:pt x="1" y="17"/>
                </a:cubicBezTo>
                <a:cubicBezTo>
                  <a:pt x="5" y="17"/>
                  <a:pt x="5" y="17"/>
                  <a:pt x="5" y="17"/>
                </a:cubicBezTo>
                <a:cubicBezTo>
                  <a:pt x="8" y="7"/>
                  <a:pt x="18" y="0"/>
                  <a:pt x="29" y="0"/>
                </a:cubicBezTo>
                <a:cubicBezTo>
                  <a:pt x="33" y="0"/>
                  <a:pt x="36" y="0"/>
                  <a:pt x="37" y="0"/>
                </a:cubicBezTo>
                <a:cubicBezTo>
                  <a:pt x="37" y="0"/>
                  <a:pt x="37" y="1"/>
                  <a:pt x="37" y="1"/>
                </a:cubicBezTo>
                <a:cubicBezTo>
                  <a:pt x="37" y="1"/>
                  <a:pt x="37" y="2"/>
                  <a:pt x="37" y="2"/>
                </a:cubicBezTo>
                <a:cubicBezTo>
                  <a:pt x="36" y="8"/>
                  <a:pt x="36" y="8"/>
                  <a:pt x="36" y="8"/>
                </a:cubicBezTo>
                <a:cubicBezTo>
                  <a:pt x="36" y="9"/>
                  <a:pt x="35" y="9"/>
                  <a:pt x="34" y="9"/>
                </a:cubicBezTo>
                <a:cubicBezTo>
                  <a:pt x="34" y="9"/>
                  <a:pt x="32" y="8"/>
                  <a:pt x="29" y="8"/>
                </a:cubicBezTo>
                <a:cubicBezTo>
                  <a:pt x="23" y="8"/>
                  <a:pt x="17" y="12"/>
                  <a:pt x="15" y="17"/>
                </a:cubicBezTo>
                <a:cubicBezTo>
                  <a:pt x="32" y="17"/>
                  <a:pt x="32" y="17"/>
                  <a:pt x="32" y="17"/>
                </a:cubicBezTo>
                <a:cubicBezTo>
                  <a:pt x="33" y="17"/>
                  <a:pt x="33" y="17"/>
                  <a:pt x="33" y="18"/>
                </a:cubicBezTo>
                <a:cubicBezTo>
                  <a:pt x="34" y="18"/>
                  <a:pt x="34" y="18"/>
                  <a:pt x="34" y="19"/>
                </a:cubicBezTo>
                <a:cubicBezTo>
                  <a:pt x="33" y="23"/>
                  <a:pt x="33" y="23"/>
                  <a:pt x="33" y="23"/>
                </a:cubicBezTo>
                <a:cubicBezTo>
                  <a:pt x="33" y="24"/>
                  <a:pt x="32" y="24"/>
                  <a:pt x="32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5"/>
                  <a:pt x="13" y="27"/>
                  <a:pt x="13" y="28"/>
                </a:cubicBezTo>
                <a:cubicBezTo>
                  <a:pt x="30" y="28"/>
                  <a:pt x="30" y="28"/>
                  <a:pt x="30" y="28"/>
                </a:cubicBezTo>
                <a:cubicBezTo>
                  <a:pt x="31" y="28"/>
                  <a:pt x="31" y="28"/>
                  <a:pt x="31" y="28"/>
                </a:cubicBezTo>
                <a:cubicBezTo>
                  <a:pt x="32" y="29"/>
                  <a:pt x="32" y="29"/>
                  <a:pt x="32" y="29"/>
                </a:cubicBezTo>
                <a:cubicBezTo>
                  <a:pt x="31" y="34"/>
                  <a:pt x="31" y="34"/>
                  <a:pt x="31" y="34"/>
                </a:cubicBezTo>
                <a:cubicBezTo>
                  <a:pt x="31" y="34"/>
                  <a:pt x="30" y="35"/>
                  <a:pt x="30" y="35"/>
                </a:cubicBezTo>
                <a:cubicBezTo>
                  <a:pt x="15" y="35"/>
                  <a:pt x="15" y="35"/>
                  <a:pt x="15" y="35"/>
                </a:cubicBezTo>
                <a:cubicBezTo>
                  <a:pt x="17" y="41"/>
                  <a:pt x="23" y="44"/>
                  <a:pt x="29" y="44"/>
                </a:cubicBezTo>
                <a:cubicBezTo>
                  <a:pt x="33" y="44"/>
                  <a:pt x="35" y="43"/>
                  <a:pt x="35" y="43"/>
                </a:cubicBezTo>
                <a:cubicBezTo>
                  <a:pt x="36" y="43"/>
                  <a:pt x="36" y="43"/>
                  <a:pt x="36" y="44"/>
                </a:cubicBezTo>
                <a:cubicBezTo>
                  <a:pt x="37" y="44"/>
                  <a:pt x="37" y="44"/>
                  <a:pt x="37" y="44"/>
                </a:cubicBezTo>
                <a:lnTo>
                  <a:pt x="38" y="5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36" name="Freeform 186"/>
          <p:cNvSpPr/>
          <p:nvPr/>
        </p:nvSpPr>
        <p:spPr>
          <a:xfrm>
            <a:off x="4943520" y="3608280"/>
            <a:ext cx="236520" cy="216000"/>
          </a:xfrm>
          <a:custGeom>
            <a:avLst/>
            <a:gdLst/>
            <a:ahLst/>
            <a:rect l="l" t="t" r="r" b="b"/>
            <a:pathLst>
              <a:path w="69" h="63">
                <a:moveTo>
                  <a:pt x="68" y="56"/>
                </a:moveTo>
                <a:cubicBezTo>
                  <a:pt x="69" y="57"/>
                  <a:pt x="69" y="59"/>
                  <a:pt x="68" y="60"/>
                </a:cubicBezTo>
                <a:cubicBezTo>
                  <a:pt x="67" y="62"/>
                  <a:pt x="65" y="63"/>
                  <a:pt x="64" y="63"/>
                </a:cubicBezTo>
                <a:cubicBezTo>
                  <a:pt x="5" y="63"/>
                  <a:pt x="5" y="63"/>
                  <a:pt x="5" y="63"/>
                </a:cubicBezTo>
                <a:cubicBezTo>
                  <a:pt x="4" y="63"/>
                  <a:pt x="2" y="62"/>
                  <a:pt x="1" y="60"/>
                </a:cubicBezTo>
                <a:cubicBezTo>
                  <a:pt x="0" y="59"/>
                  <a:pt x="0" y="57"/>
                  <a:pt x="1" y="56"/>
                </a:cubicBezTo>
                <a:cubicBezTo>
                  <a:pt x="30" y="2"/>
                  <a:pt x="30" y="2"/>
                  <a:pt x="30" y="2"/>
                </a:cubicBezTo>
                <a:cubicBezTo>
                  <a:pt x="31" y="1"/>
                  <a:pt x="33" y="0"/>
                  <a:pt x="34" y="0"/>
                </a:cubicBezTo>
                <a:cubicBezTo>
                  <a:pt x="36" y="0"/>
                  <a:pt x="38" y="1"/>
                  <a:pt x="39" y="2"/>
                </a:cubicBezTo>
                <a:lnTo>
                  <a:pt x="68" y="56"/>
                </a:lnTo>
                <a:close/>
                <a:moveTo>
                  <a:pt x="40" y="20"/>
                </a:moveTo>
                <a:cubicBezTo>
                  <a:pt x="40" y="20"/>
                  <a:pt x="40" y="20"/>
                  <a:pt x="40" y="20"/>
                </a:cubicBezTo>
                <a:cubicBezTo>
                  <a:pt x="39" y="19"/>
                  <a:pt x="39" y="19"/>
                  <a:pt x="39" y="19"/>
                </a:cubicBezTo>
                <a:cubicBezTo>
                  <a:pt x="30" y="19"/>
                  <a:pt x="30" y="19"/>
                  <a:pt x="30" y="19"/>
                </a:cubicBezTo>
                <a:cubicBezTo>
                  <a:pt x="30" y="19"/>
                  <a:pt x="30" y="19"/>
                  <a:pt x="29" y="20"/>
                </a:cubicBezTo>
                <a:cubicBezTo>
                  <a:pt x="29" y="20"/>
                  <a:pt x="29" y="20"/>
                  <a:pt x="29" y="20"/>
                </a:cubicBezTo>
                <a:cubicBezTo>
                  <a:pt x="30" y="38"/>
                  <a:pt x="30" y="38"/>
                  <a:pt x="30" y="38"/>
                </a:cubicBezTo>
                <a:cubicBezTo>
                  <a:pt x="30" y="38"/>
                  <a:pt x="30" y="39"/>
                  <a:pt x="31" y="39"/>
                </a:cubicBezTo>
                <a:cubicBezTo>
                  <a:pt x="38" y="39"/>
                  <a:pt x="38" y="39"/>
                  <a:pt x="38" y="39"/>
                </a:cubicBezTo>
                <a:cubicBezTo>
                  <a:pt x="39" y="39"/>
                  <a:pt x="39" y="38"/>
                  <a:pt x="39" y="38"/>
                </a:cubicBezTo>
                <a:lnTo>
                  <a:pt x="40" y="20"/>
                </a:lnTo>
                <a:close/>
                <a:moveTo>
                  <a:pt x="39" y="45"/>
                </a:moveTo>
                <a:cubicBezTo>
                  <a:pt x="39" y="44"/>
                  <a:pt x="39" y="43"/>
                  <a:pt x="38" y="43"/>
                </a:cubicBezTo>
                <a:cubicBezTo>
                  <a:pt x="31" y="43"/>
                  <a:pt x="31" y="43"/>
                  <a:pt x="31" y="43"/>
                </a:cubicBezTo>
                <a:cubicBezTo>
                  <a:pt x="30" y="43"/>
                  <a:pt x="30" y="44"/>
                  <a:pt x="30" y="45"/>
                </a:cubicBezTo>
                <a:cubicBezTo>
                  <a:pt x="30" y="52"/>
                  <a:pt x="30" y="52"/>
                  <a:pt x="30" y="52"/>
                </a:cubicBezTo>
                <a:cubicBezTo>
                  <a:pt x="30" y="53"/>
                  <a:pt x="30" y="53"/>
                  <a:pt x="31" y="53"/>
                </a:cubicBezTo>
                <a:cubicBezTo>
                  <a:pt x="38" y="53"/>
                  <a:pt x="38" y="53"/>
                  <a:pt x="38" y="53"/>
                </a:cubicBezTo>
                <a:cubicBezTo>
                  <a:pt x="39" y="53"/>
                  <a:pt x="39" y="53"/>
                  <a:pt x="39" y="52"/>
                </a:cubicBezTo>
                <a:lnTo>
                  <a:pt x="39" y="4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37" name="Freeform 187"/>
          <p:cNvSpPr/>
          <p:nvPr/>
        </p:nvSpPr>
        <p:spPr>
          <a:xfrm>
            <a:off x="5437080" y="3656160"/>
            <a:ext cx="233640" cy="150840"/>
          </a:xfrm>
          <a:custGeom>
            <a:avLst/>
            <a:gdLst/>
            <a:ahLst/>
            <a:rect l="l" t="t" r="r" b="b"/>
            <a:pathLst>
              <a:path w="68" h="44">
                <a:moveTo>
                  <a:pt x="68" y="25"/>
                </a:moveTo>
                <a:cubicBezTo>
                  <a:pt x="61" y="36"/>
                  <a:pt x="48" y="44"/>
                  <a:pt x="34" y="44"/>
                </a:cubicBezTo>
                <a:cubicBezTo>
                  <a:pt x="21" y="44"/>
                  <a:pt x="8" y="36"/>
                  <a:pt x="1" y="25"/>
                </a:cubicBezTo>
                <a:cubicBezTo>
                  <a:pt x="1" y="24"/>
                  <a:pt x="0" y="23"/>
                  <a:pt x="0" y="22"/>
                </a:cubicBezTo>
                <a:cubicBezTo>
                  <a:pt x="0" y="21"/>
                  <a:pt x="1" y="20"/>
                  <a:pt x="1" y="20"/>
                </a:cubicBezTo>
                <a:cubicBezTo>
                  <a:pt x="8" y="8"/>
                  <a:pt x="21" y="0"/>
                  <a:pt x="34" y="0"/>
                </a:cubicBezTo>
                <a:cubicBezTo>
                  <a:pt x="48" y="0"/>
                  <a:pt x="61" y="8"/>
                  <a:pt x="68" y="20"/>
                </a:cubicBezTo>
                <a:cubicBezTo>
                  <a:pt x="68" y="20"/>
                  <a:pt x="68" y="21"/>
                  <a:pt x="68" y="22"/>
                </a:cubicBezTo>
                <a:cubicBezTo>
                  <a:pt x="68" y="23"/>
                  <a:pt x="68" y="24"/>
                  <a:pt x="68" y="25"/>
                </a:cubicBezTo>
                <a:close/>
                <a:moveTo>
                  <a:pt x="49" y="9"/>
                </a:moveTo>
                <a:cubicBezTo>
                  <a:pt x="51" y="11"/>
                  <a:pt x="51" y="14"/>
                  <a:pt x="51" y="17"/>
                </a:cubicBezTo>
                <a:cubicBezTo>
                  <a:pt x="51" y="27"/>
                  <a:pt x="44" y="34"/>
                  <a:pt x="34" y="34"/>
                </a:cubicBezTo>
                <a:cubicBezTo>
                  <a:pt x="25" y="34"/>
                  <a:pt x="17" y="27"/>
                  <a:pt x="17" y="17"/>
                </a:cubicBezTo>
                <a:cubicBezTo>
                  <a:pt x="17" y="14"/>
                  <a:pt x="18" y="11"/>
                  <a:pt x="20" y="9"/>
                </a:cubicBezTo>
                <a:cubicBezTo>
                  <a:pt x="14" y="12"/>
                  <a:pt x="9" y="17"/>
                  <a:pt x="5" y="22"/>
                </a:cubicBezTo>
                <a:cubicBezTo>
                  <a:pt x="12" y="32"/>
                  <a:pt x="22" y="39"/>
                  <a:pt x="34" y="39"/>
                </a:cubicBezTo>
                <a:cubicBezTo>
                  <a:pt x="47" y="39"/>
                  <a:pt x="57" y="32"/>
                  <a:pt x="64" y="22"/>
                </a:cubicBezTo>
                <a:cubicBezTo>
                  <a:pt x="60" y="17"/>
                  <a:pt x="55" y="12"/>
                  <a:pt x="49" y="9"/>
                </a:cubicBezTo>
                <a:close/>
                <a:moveTo>
                  <a:pt x="34" y="6"/>
                </a:moveTo>
                <a:cubicBezTo>
                  <a:pt x="28" y="6"/>
                  <a:pt x="23" y="11"/>
                  <a:pt x="23" y="17"/>
                </a:cubicBezTo>
                <a:cubicBezTo>
                  <a:pt x="23" y="18"/>
                  <a:pt x="24" y="19"/>
                  <a:pt x="25" y="19"/>
                </a:cubicBezTo>
                <a:cubicBezTo>
                  <a:pt x="26" y="19"/>
                  <a:pt x="27" y="18"/>
                  <a:pt x="27" y="17"/>
                </a:cubicBezTo>
                <a:cubicBezTo>
                  <a:pt x="27" y="13"/>
                  <a:pt x="30" y="9"/>
                  <a:pt x="34" y="9"/>
                </a:cubicBezTo>
                <a:cubicBezTo>
                  <a:pt x="35" y="9"/>
                  <a:pt x="36" y="9"/>
                  <a:pt x="36" y="8"/>
                </a:cubicBezTo>
                <a:cubicBezTo>
                  <a:pt x="36" y="7"/>
                  <a:pt x="35" y="6"/>
                  <a:pt x="34" y="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38" name="Freeform 188"/>
          <p:cNvSpPr/>
          <p:nvPr/>
        </p:nvSpPr>
        <p:spPr>
          <a:xfrm>
            <a:off x="5931000" y="3624120"/>
            <a:ext cx="203040" cy="200160"/>
          </a:xfrm>
          <a:custGeom>
            <a:avLst/>
            <a:gdLst/>
            <a:ahLst/>
            <a:rect l="l" t="t" r="r" b="b"/>
            <a:pathLst>
              <a:path w="59" h="58">
                <a:moveTo>
                  <a:pt x="48" y="58"/>
                </a:moveTo>
                <a:cubicBezTo>
                  <a:pt x="41" y="58"/>
                  <a:pt x="41" y="58"/>
                  <a:pt x="41" y="58"/>
                </a:cubicBezTo>
                <a:cubicBezTo>
                  <a:pt x="41" y="35"/>
                  <a:pt x="41" y="35"/>
                  <a:pt x="41" y="35"/>
                </a:cubicBezTo>
                <a:cubicBezTo>
                  <a:pt x="48" y="35"/>
                  <a:pt x="48" y="35"/>
                  <a:pt x="48" y="35"/>
                </a:cubicBezTo>
                <a:cubicBezTo>
                  <a:pt x="49" y="26"/>
                  <a:pt x="49" y="26"/>
                  <a:pt x="49" y="26"/>
                </a:cubicBezTo>
                <a:cubicBezTo>
                  <a:pt x="41" y="26"/>
                  <a:pt x="41" y="26"/>
                  <a:pt x="41" y="26"/>
                </a:cubicBezTo>
                <a:cubicBezTo>
                  <a:pt x="41" y="21"/>
                  <a:pt x="41" y="21"/>
                  <a:pt x="41" y="21"/>
                </a:cubicBezTo>
                <a:cubicBezTo>
                  <a:pt x="41" y="18"/>
                  <a:pt x="42" y="17"/>
                  <a:pt x="45" y="17"/>
                </a:cubicBezTo>
                <a:cubicBezTo>
                  <a:pt x="50" y="17"/>
                  <a:pt x="50" y="17"/>
                  <a:pt x="50" y="17"/>
                </a:cubicBezTo>
                <a:cubicBezTo>
                  <a:pt x="50" y="9"/>
                  <a:pt x="50" y="9"/>
                  <a:pt x="50" y="9"/>
                </a:cubicBezTo>
                <a:cubicBezTo>
                  <a:pt x="49" y="9"/>
                  <a:pt x="47" y="8"/>
                  <a:pt x="43" y="8"/>
                </a:cubicBezTo>
                <a:cubicBezTo>
                  <a:pt x="37" y="8"/>
                  <a:pt x="32" y="12"/>
                  <a:pt x="32" y="20"/>
                </a:cubicBezTo>
                <a:cubicBezTo>
                  <a:pt x="32" y="26"/>
                  <a:pt x="32" y="26"/>
                  <a:pt x="32" y="26"/>
                </a:cubicBezTo>
                <a:cubicBezTo>
                  <a:pt x="24" y="26"/>
                  <a:pt x="24" y="26"/>
                  <a:pt x="24" y="26"/>
                </a:cubicBezTo>
                <a:cubicBezTo>
                  <a:pt x="24" y="35"/>
                  <a:pt x="24" y="35"/>
                  <a:pt x="24" y="35"/>
                </a:cubicBezTo>
                <a:cubicBezTo>
                  <a:pt x="32" y="35"/>
                  <a:pt x="32" y="35"/>
                  <a:pt x="32" y="35"/>
                </a:cubicBezTo>
                <a:cubicBezTo>
                  <a:pt x="32" y="58"/>
                  <a:pt x="32" y="58"/>
                  <a:pt x="32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54" y="0"/>
                  <a:pt x="59" y="4"/>
                  <a:pt x="59" y="10"/>
                </a:cubicBezTo>
                <a:cubicBezTo>
                  <a:pt x="59" y="47"/>
                  <a:pt x="59" y="47"/>
                  <a:pt x="59" y="47"/>
                </a:cubicBezTo>
                <a:cubicBezTo>
                  <a:pt x="59" y="53"/>
                  <a:pt x="54" y="58"/>
                  <a:pt x="48" y="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39" name="Freeform 189"/>
          <p:cNvSpPr/>
          <p:nvPr/>
        </p:nvSpPr>
        <p:spPr>
          <a:xfrm>
            <a:off x="6426360" y="3611520"/>
            <a:ext cx="163440" cy="230400"/>
          </a:xfrm>
          <a:custGeom>
            <a:avLst/>
            <a:gdLst/>
            <a:ahLst/>
            <a:rect l="l" t="t" r="r" b="b"/>
            <a:pathLst>
              <a:path w="48" h="67">
                <a:moveTo>
                  <a:pt x="45" y="42"/>
                </a:moveTo>
                <a:cubicBezTo>
                  <a:pt x="43" y="42"/>
                  <a:pt x="42" y="42"/>
                  <a:pt x="42" y="41"/>
                </a:cubicBezTo>
                <a:cubicBezTo>
                  <a:pt x="33" y="28"/>
                  <a:pt x="33" y="28"/>
                  <a:pt x="33" y="28"/>
                </a:cubicBezTo>
                <a:cubicBezTo>
                  <a:pt x="31" y="28"/>
                  <a:pt x="31" y="28"/>
                  <a:pt x="31" y="28"/>
                </a:cubicBezTo>
                <a:cubicBezTo>
                  <a:pt x="31" y="33"/>
                  <a:pt x="31" y="33"/>
                  <a:pt x="31" y="33"/>
                </a:cubicBezTo>
                <a:cubicBezTo>
                  <a:pt x="41" y="48"/>
                  <a:pt x="41" y="48"/>
                  <a:pt x="41" y="48"/>
                </a:cubicBezTo>
                <a:cubicBezTo>
                  <a:pt x="41" y="49"/>
                  <a:pt x="41" y="49"/>
                  <a:pt x="41" y="50"/>
                </a:cubicBezTo>
                <a:cubicBezTo>
                  <a:pt x="41" y="51"/>
                  <a:pt x="40" y="52"/>
                  <a:pt x="39" y="52"/>
                </a:cubicBezTo>
                <a:cubicBezTo>
                  <a:pt x="31" y="52"/>
                  <a:pt x="31" y="52"/>
                  <a:pt x="31" y="52"/>
                </a:cubicBezTo>
                <a:cubicBezTo>
                  <a:pt x="31" y="62"/>
                  <a:pt x="31" y="62"/>
                  <a:pt x="31" y="62"/>
                </a:cubicBezTo>
                <a:cubicBezTo>
                  <a:pt x="31" y="65"/>
                  <a:pt x="29" y="67"/>
                  <a:pt x="27" y="67"/>
                </a:cubicBezTo>
                <a:cubicBezTo>
                  <a:pt x="21" y="67"/>
                  <a:pt x="21" y="67"/>
                  <a:pt x="21" y="67"/>
                </a:cubicBezTo>
                <a:cubicBezTo>
                  <a:pt x="19" y="67"/>
                  <a:pt x="17" y="65"/>
                  <a:pt x="17" y="62"/>
                </a:cubicBezTo>
                <a:cubicBezTo>
                  <a:pt x="17" y="52"/>
                  <a:pt x="17" y="52"/>
                  <a:pt x="17" y="52"/>
                </a:cubicBezTo>
                <a:cubicBezTo>
                  <a:pt x="9" y="52"/>
                  <a:pt x="9" y="52"/>
                  <a:pt x="9" y="52"/>
                </a:cubicBezTo>
                <a:cubicBezTo>
                  <a:pt x="8" y="52"/>
                  <a:pt x="7" y="51"/>
                  <a:pt x="7" y="50"/>
                </a:cubicBezTo>
                <a:cubicBezTo>
                  <a:pt x="7" y="49"/>
                  <a:pt x="7" y="49"/>
                  <a:pt x="7" y="48"/>
                </a:cubicBezTo>
                <a:cubicBezTo>
                  <a:pt x="17" y="33"/>
                  <a:pt x="17" y="33"/>
                  <a:pt x="17" y="33"/>
                </a:cubicBezTo>
                <a:cubicBezTo>
                  <a:pt x="17" y="28"/>
                  <a:pt x="17" y="28"/>
                  <a:pt x="17" y="28"/>
                </a:cubicBezTo>
                <a:cubicBezTo>
                  <a:pt x="15" y="28"/>
                  <a:pt x="15" y="28"/>
                  <a:pt x="15" y="28"/>
                </a:cubicBezTo>
                <a:cubicBezTo>
                  <a:pt x="6" y="41"/>
                  <a:pt x="6" y="41"/>
                  <a:pt x="6" y="41"/>
                </a:cubicBezTo>
                <a:cubicBezTo>
                  <a:pt x="6" y="42"/>
                  <a:pt x="5" y="42"/>
                  <a:pt x="3" y="42"/>
                </a:cubicBezTo>
                <a:cubicBezTo>
                  <a:pt x="1" y="42"/>
                  <a:pt x="0" y="41"/>
                  <a:pt x="0" y="39"/>
                </a:cubicBezTo>
                <a:cubicBezTo>
                  <a:pt x="0" y="38"/>
                  <a:pt x="0" y="37"/>
                  <a:pt x="0" y="37"/>
                </a:cubicBezTo>
                <a:cubicBezTo>
                  <a:pt x="10" y="22"/>
                  <a:pt x="10" y="22"/>
                  <a:pt x="10" y="22"/>
                </a:cubicBezTo>
                <a:cubicBezTo>
                  <a:pt x="12" y="20"/>
                  <a:pt x="14" y="18"/>
                  <a:pt x="17" y="18"/>
                </a:cubicBezTo>
                <a:cubicBezTo>
                  <a:pt x="31" y="18"/>
                  <a:pt x="31" y="18"/>
                  <a:pt x="31" y="18"/>
                </a:cubicBezTo>
                <a:cubicBezTo>
                  <a:pt x="34" y="18"/>
                  <a:pt x="37" y="20"/>
                  <a:pt x="38" y="22"/>
                </a:cubicBezTo>
                <a:cubicBezTo>
                  <a:pt x="48" y="37"/>
                  <a:pt x="48" y="37"/>
                  <a:pt x="48" y="37"/>
                </a:cubicBezTo>
                <a:cubicBezTo>
                  <a:pt x="48" y="37"/>
                  <a:pt x="48" y="38"/>
                  <a:pt x="48" y="39"/>
                </a:cubicBezTo>
                <a:cubicBezTo>
                  <a:pt x="48" y="41"/>
                  <a:pt x="47" y="42"/>
                  <a:pt x="45" y="42"/>
                </a:cubicBezTo>
                <a:close/>
                <a:moveTo>
                  <a:pt x="24" y="17"/>
                </a:moveTo>
                <a:cubicBezTo>
                  <a:pt x="19" y="17"/>
                  <a:pt x="16" y="13"/>
                  <a:pt x="16" y="8"/>
                </a:cubicBezTo>
                <a:cubicBezTo>
                  <a:pt x="16" y="4"/>
                  <a:pt x="19" y="0"/>
                  <a:pt x="24" y="0"/>
                </a:cubicBezTo>
                <a:cubicBezTo>
                  <a:pt x="29" y="0"/>
                  <a:pt x="33" y="4"/>
                  <a:pt x="33" y="8"/>
                </a:cubicBezTo>
                <a:cubicBezTo>
                  <a:pt x="33" y="13"/>
                  <a:pt x="29" y="17"/>
                  <a:pt x="24" y="1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40" name="Freeform 190"/>
          <p:cNvSpPr/>
          <p:nvPr/>
        </p:nvSpPr>
        <p:spPr>
          <a:xfrm>
            <a:off x="6919920" y="3608280"/>
            <a:ext cx="198360" cy="233640"/>
          </a:xfrm>
          <a:custGeom>
            <a:avLst/>
            <a:gdLst/>
            <a:ahLst/>
            <a:rect l="l" t="t" r="r" b="b"/>
            <a:pathLst>
              <a:path w="58" h="68">
                <a:moveTo>
                  <a:pt x="58" y="20"/>
                </a:moveTo>
                <a:cubicBezTo>
                  <a:pt x="58" y="64"/>
                  <a:pt x="58" y="64"/>
                  <a:pt x="58" y="64"/>
                </a:cubicBezTo>
                <a:cubicBezTo>
                  <a:pt x="58" y="66"/>
                  <a:pt x="56" y="68"/>
                  <a:pt x="54" y="68"/>
                </a:cubicBezTo>
                <a:cubicBezTo>
                  <a:pt x="3" y="68"/>
                  <a:pt x="3" y="68"/>
                  <a:pt x="3" y="68"/>
                </a:cubicBezTo>
                <a:cubicBezTo>
                  <a:pt x="1" y="68"/>
                  <a:pt x="0" y="66"/>
                  <a:pt x="0" y="64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9" y="0"/>
                  <a:pt x="42" y="1"/>
                  <a:pt x="44" y="2"/>
                </a:cubicBezTo>
                <a:cubicBezTo>
                  <a:pt x="55" y="14"/>
                  <a:pt x="55" y="14"/>
                  <a:pt x="55" y="14"/>
                </a:cubicBezTo>
                <a:cubicBezTo>
                  <a:pt x="57" y="16"/>
                  <a:pt x="58" y="18"/>
                  <a:pt x="58" y="20"/>
                </a:cubicBezTo>
                <a:close/>
                <a:moveTo>
                  <a:pt x="53" y="24"/>
                </a:moveTo>
                <a:cubicBezTo>
                  <a:pt x="37" y="24"/>
                  <a:pt x="37" y="24"/>
                  <a:pt x="37" y="24"/>
                </a:cubicBezTo>
                <a:cubicBezTo>
                  <a:pt x="35" y="24"/>
                  <a:pt x="34" y="22"/>
                  <a:pt x="34" y="20"/>
                </a:cubicBezTo>
                <a:cubicBezTo>
                  <a:pt x="34" y="5"/>
                  <a:pt x="34" y="5"/>
                  <a:pt x="34" y="5"/>
                </a:cubicBezTo>
                <a:cubicBezTo>
                  <a:pt x="5" y="5"/>
                  <a:pt x="5" y="5"/>
                  <a:pt x="5" y="5"/>
                </a:cubicBezTo>
                <a:cubicBezTo>
                  <a:pt x="5" y="63"/>
                  <a:pt x="5" y="63"/>
                  <a:pt x="5" y="63"/>
                </a:cubicBezTo>
                <a:cubicBezTo>
                  <a:pt x="53" y="63"/>
                  <a:pt x="53" y="63"/>
                  <a:pt x="53" y="63"/>
                </a:cubicBezTo>
                <a:lnTo>
                  <a:pt x="53" y="24"/>
                </a:lnTo>
                <a:close/>
                <a:moveTo>
                  <a:pt x="24" y="33"/>
                </a:moveTo>
                <a:cubicBezTo>
                  <a:pt x="24" y="54"/>
                  <a:pt x="24" y="54"/>
                  <a:pt x="24" y="54"/>
                </a:cubicBezTo>
                <a:cubicBezTo>
                  <a:pt x="24" y="54"/>
                  <a:pt x="24" y="55"/>
                  <a:pt x="23" y="55"/>
                </a:cubicBezTo>
                <a:cubicBezTo>
                  <a:pt x="23" y="55"/>
                  <a:pt x="23" y="55"/>
                  <a:pt x="23" y="55"/>
                </a:cubicBezTo>
                <a:cubicBezTo>
                  <a:pt x="23" y="55"/>
                  <a:pt x="22" y="55"/>
                  <a:pt x="22" y="55"/>
                </a:cubicBezTo>
                <a:cubicBezTo>
                  <a:pt x="16" y="48"/>
                  <a:pt x="16" y="48"/>
                  <a:pt x="16" y="48"/>
                </a:cubicBezTo>
                <a:cubicBezTo>
                  <a:pt x="11" y="48"/>
                  <a:pt x="11" y="48"/>
                  <a:pt x="11" y="48"/>
                </a:cubicBezTo>
                <a:cubicBezTo>
                  <a:pt x="10" y="48"/>
                  <a:pt x="9" y="48"/>
                  <a:pt x="9" y="47"/>
                </a:cubicBezTo>
                <a:cubicBezTo>
                  <a:pt x="9" y="40"/>
                  <a:pt x="9" y="40"/>
                  <a:pt x="9" y="40"/>
                </a:cubicBezTo>
                <a:cubicBezTo>
                  <a:pt x="9" y="39"/>
                  <a:pt x="10" y="39"/>
                  <a:pt x="11" y="39"/>
                </a:cubicBezTo>
                <a:cubicBezTo>
                  <a:pt x="16" y="39"/>
                  <a:pt x="16" y="39"/>
                  <a:pt x="16" y="39"/>
                </a:cubicBezTo>
                <a:cubicBezTo>
                  <a:pt x="22" y="32"/>
                  <a:pt x="22" y="32"/>
                  <a:pt x="22" y="32"/>
                </a:cubicBezTo>
                <a:cubicBezTo>
                  <a:pt x="22" y="32"/>
                  <a:pt x="23" y="32"/>
                  <a:pt x="23" y="32"/>
                </a:cubicBezTo>
                <a:cubicBezTo>
                  <a:pt x="24" y="32"/>
                  <a:pt x="24" y="33"/>
                  <a:pt x="24" y="33"/>
                </a:cubicBezTo>
                <a:close/>
                <a:moveTo>
                  <a:pt x="33" y="52"/>
                </a:moveTo>
                <a:cubicBezTo>
                  <a:pt x="35" y="49"/>
                  <a:pt x="36" y="47"/>
                  <a:pt x="36" y="43"/>
                </a:cubicBezTo>
                <a:cubicBezTo>
                  <a:pt x="36" y="40"/>
                  <a:pt x="35" y="37"/>
                  <a:pt x="33" y="35"/>
                </a:cubicBezTo>
                <a:cubicBezTo>
                  <a:pt x="32" y="34"/>
                  <a:pt x="30" y="34"/>
                  <a:pt x="29" y="35"/>
                </a:cubicBezTo>
                <a:cubicBezTo>
                  <a:pt x="28" y="36"/>
                  <a:pt x="28" y="37"/>
                  <a:pt x="29" y="38"/>
                </a:cubicBezTo>
                <a:cubicBezTo>
                  <a:pt x="31" y="40"/>
                  <a:pt x="31" y="42"/>
                  <a:pt x="31" y="43"/>
                </a:cubicBezTo>
                <a:cubicBezTo>
                  <a:pt x="31" y="45"/>
                  <a:pt x="31" y="47"/>
                  <a:pt x="29" y="48"/>
                </a:cubicBezTo>
                <a:cubicBezTo>
                  <a:pt x="28" y="49"/>
                  <a:pt x="28" y="51"/>
                  <a:pt x="29" y="52"/>
                </a:cubicBezTo>
                <a:cubicBezTo>
                  <a:pt x="30" y="52"/>
                  <a:pt x="31" y="52"/>
                  <a:pt x="31" y="52"/>
                </a:cubicBezTo>
                <a:cubicBezTo>
                  <a:pt x="32" y="52"/>
                  <a:pt x="32" y="52"/>
                  <a:pt x="33" y="52"/>
                </a:cubicBezTo>
                <a:close/>
                <a:moveTo>
                  <a:pt x="41" y="57"/>
                </a:moveTo>
                <a:cubicBezTo>
                  <a:pt x="44" y="53"/>
                  <a:pt x="46" y="48"/>
                  <a:pt x="46" y="43"/>
                </a:cubicBezTo>
                <a:cubicBezTo>
                  <a:pt x="46" y="38"/>
                  <a:pt x="44" y="34"/>
                  <a:pt x="41" y="30"/>
                </a:cubicBezTo>
                <a:cubicBezTo>
                  <a:pt x="40" y="29"/>
                  <a:pt x="39" y="28"/>
                  <a:pt x="38" y="29"/>
                </a:cubicBezTo>
                <a:cubicBezTo>
                  <a:pt x="37" y="30"/>
                  <a:pt x="36" y="32"/>
                  <a:pt x="37" y="33"/>
                </a:cubicBezTo>
                <a:cubicBezTo>
                  <a:pt x="40" y="36"/>
                  <a:pt x="41" y="39"/>
                  <a:pt x="41" y="43"/>
                </a:cubicBezTo>
                <a:cubicBezTo>
                  <a:pt x="41" y="47"/>
                  <a:pt x="40" y="51"/>
                  <a:pt x="37" y="54"/>
                </a:cubicBezTo>
                <a:cubicBezTo>
                  <a:pt x="36" y="55"/>
                  <a:pt x="37" y="57"/>
                  <a:pt x="38" y="58"/>
                </a:cubicBezTo>
                <a:cubicBezTo>
                  <a:pt x="38" y="58"/>
                  <a:pt x="39" y="58"/>
                  <a:pt x="39" y="58"/>
                </a:cubicBezTo>
                <a:cubicBezTo>
                  <a:pt x="40" y="58"/>
                  <a:pt x="41" y="58"/>
                  <a:pt x="41" y="57"/>
                </a:cubicBezTo>
                <a:close/>
                <a:moveTo>
                  <a:pt x="39" y="19"/>
                </a:moveTo>
                <a:cubicBezTo>
                  <a:pt x="53" y="19"/>
                  <a:pt x="53" y="19"/>
                  <a:pt x="53" y="19"/>
                </a:cubicBezTo>
                <a:cubicBezTo>
                  <a:pt x="53" y="18"/>
                  <a:pt x="52" y="18"/>
                  <a:pt x="52" y="18"/>
                </a:cubicBezTo>
                <a:cubicBezTo>
                  <a:pt x="40" y="6"/>
                  <a:pt x="40" y="6"/>
                  <a:pt x="40" y="6"/>
                </a:cubicBezTo>
                <a:cubicBezTo>
                  <a:pt x="40" y="5"/>
                  <a:pt x="39" y="5"/>
                  <a:pt x="39" y="5"/>
                </a:cubicBezTo>
                <a:lnTo>
                  <a:pt x="39" y="1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41" name="Freeform 191"/>
          <p:cNvSpPr/>
          <p:nvPr/>
        </p:nvSpPr>
        <p:spPr>
          <a:xfrm>
            <a:off x="7413480" y="3608280"/>
            <a:ext cx="200160" cy="233640"/>
          </a:xfrm>
          <a:custGeom>
            <a:avLst/>
            <a:gdLst/>
            <a:ahLst/>
            <a:rect l="l" t="t" r="r" b="b"/>
            <a:pathLst>
              <a:path w="58" h="68">
                <a:moveTo>
                  <a:pt x="58" y="20"/>
                </a:moveTo>
                <a:cubicBezTo>
                  <a:pt x="58" y="64"/>
                  <a:pt x="58" y="64"/>
                  <a:pt x="58" y="64"/>
                </a:cubicBezTo>
                <a:cubicBezTo>
                  <a:pt x="58" y="66"/>
                  <a:pt x="56" y="68"/>
                  <a:pt x="54" y="68"/>
                </a:cubicBezTo>
                <a:cubicBezTo>
                  <a:pt x="3" y="68"/>
                  <a:pt x="3" y="68"/>
                  <a:pt x="3" y="68"/>
                </a:cubicBezTo>
                <a:cubicBezTo>
                  <a:pt x="1" y="68"/>
                  <a:pt x="0" y="66"/>
                  <a:pt x="0" y="64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9" y="0"/>
                  <a:pt x="42" y="1"/>
                  <a:pt x="44" y="2"/>
                </a:cubicBezTo>
                <a:cubicBezTo>
                  <a:pt x="55" y="14"/>
                  <a:pt x="55" y="14"/>
                  <a:pt x="55" y="14"/>
                </a:cubicBezTo>
                <a:cubicBezTo>
                  <a:pt x="57" y="16"/>
                  <a:pt x="58" y="18"/>
                  <a:pt x="58" y="20"/>
                </a:cubicBezTo>
                <a:close/>
                <a:moveTo>
                  <a:pt x="53" y="24"/>
                </a:moveTo>
                <a:cubicBezTo>
                  <a:pt x="37" y="24"/>
                  <a:pt x="37" y="24"/>
                  <a:pt x="37" y="24"/>
                </a:cubicBezTo>
                <a:cubicBezTo>
                  <a:pt x="35" y="24"/>
                  <a:pt x="34" y="22"/>
                  <a:pt x="34" y="20"/>
                </a:cubicBezTo>
                <a:cubicBezTo>
                  <a:pt x="34" y="5"/>
                  <a:pt x="34" y="5"/>
                  <a:pt x="34" y="5"/>
                </a:cubicBezTo>
                <a:cubicBezTo>
                  <a:pt x="5" y="5"/>
                  <a:pt x="5" y="5"/>
                  <a:pt x="5" y="5"/>
                </a:cubicBezTo>
                <a:cubicBezTo>
                  <a:pt x="5" y="63"/>
                  <a:pt x="5" y="63"/>
                  <a:pt x="5" y="63"/>
                </a:cubicBezTo>
                <a:cubicBezTo>
                  <a:pt x="53" y="63"/>
                  <a:pt x="53" y="63"/>
                  <a:pt x="53" y="63"/>
                </a:cubicBezTo>
                <a:lnTo>
                  <a:pt x="53" y="24"/>
                </a:lnTo>
                <a:close/>
                <a:moveTo>
                  <a:pt x="34" y="34"/>
                </a:moveTo>
                <a:cubicBezTo>
                  <a:pt x="34" y="48"/>
                  <a:pt x="34" y="48"/>
                  <a:pt x="34" y="48"/>
                </a:cubicBezTo>
                <a:cubicBezTo>
                  <a:pt x="34" y="51"/>
                  <a:pt x="32" y="53"/>
                  <a:pt x="29" y="53"/>
                </a:cubicBezTo>
                <a:cubicBezTo>
                  <a:pt x="14" y="53"/>
                  <a:pt x="14" y="53"/>
                  <a:pt x="14" y="53"/>
                </a:cubicBezTo>
                <a:cubicBezTo>
                  <a:pt x="12" y="53"/>
                  <a:pt x="9" y="51"/>
                  <a:pt x="9" y="48"/>
                </a:cubicBezTo>
                <a:cubicBezTo>
                  <a:pt x="9" y="34"/>
                  <a:pt x="9" y="34"/>
                  <a:pt x="9" y="34"/>
                </a:cubicBezTo>
                <a:cubicBezTo>
                  <a:pt x="9" y="31"/>
                  <a:pt x="12" y="29"/>
                  <a:pt x="14" y="29"/>
                </a:cubicBezTo>
                <a:cubicBezTo>
                  <a:pt x="29" y="29"/>
                  <a:pt x="29" y="29"/>
                  <a:pt x="29" y="29"/>
                </a:cubicBezTo>
                <a:cubicBezTo>
                  <a:pt x="32" y="29"/>
                  <a:pt x="34" y="31"/>
                  <a:pt x="34" y="34"/>
                </a:cubicBezTo>
                <a:close/>
                <a:moveTo>
                  <a:pt x="48" y="30"/>
                </a:moveTo>
                <a:cubicBezTo>
                  <a:pt x="48" y="52"/>
                  <a:pt x="48" y="52"/>
                  <a:pt x="48" y="52"/>
                </a:cubicBezTo>
                <a:cubicBezTo>
                  <a:pt x="48" y="52"/>
                  <a:pt x="48" y="53"/>
                  <a:pt x="48" y="53"/>
                </a:cubicBezTo>
                <a:cubicBezTo>
                  <a:pt x="47" y="53"/>
                  <a:pt x="47" y="53"/>
                  <a:pt x="47" y="53"/>
                </a:cubicBezTo>
                <a:cubicBezTo>
                  <a:pt x="47" y="53"/>
                  <a:pt x="46" y="53"/>
                  <a:pt x="46" y="5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39"/>
                  <a:pt x="36" y="39"/>
                  <a:pt x="36" y="39"/>
                </a:cubicBezTo>
                <a:cubicBezTo>
                  <a:pt x="46" y="29"/>
                  <a:pt x="46" y="29"/>
                  <a:pt x="46" y="29"/>
                </a:cubicBezTo>
                <a:cubicBezTo>
                  <a:pt x="46" y="29"/>
                  <a:pt x="47" y="29"/>
                  <a:pt x="47" y="29"/>
                </a:cubicBezTo>
                <a:cubicBezTo>
                  <a:pt x="47" y="29"/>
                  <a:pt x="47" y="29"/>
                  <a:pt x="48" y="29"/>
                </a:cubicBezTo>
                <a:cubicBezTo>
                  <a:pt x="48" y="29"/>
                  <a:pt x="48" y="30"/>
                  <a:pt x="48" y="30"/>
                </a:cubicBezTo>
                <a:close/>
                <a:moveTo>
                  <a:pt x="39" y="19"/>
                </a:moveTo>
                <a:cubicBezTo>
                  <a:pt x="53" y="19"/>
                  <a:pt x="53" y="19"/>
                  <a:pt x="53" y="19"/>
                </a:cubicBezTo>
                <a:cubicBezTo>
                  <a:pt x="53" y="18"/>
                  <a:pt x="52" y="18"/>
                  <a:pt x="52" y="18"/>
                </a:cubicBezTo>
                <a:cubicBezTo>
                  <a:pt x="40" y="6"/>
                  <a:pt x="40" y="6"/>
                  <a:pt x="40" y="6"/>
                </a:cubicBezTo>
                <a:cubicBezTo>
                  <a:pt x="40" y="5"/>
                  <a:pt x="39" y="5"/>
                  <a:pt x="39" y="5"/>
                </a:cubicBezTo>
                <a:lnTo>
                  <a:pt x="39" y="1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42" name="Freeform 192"/>
          <p:cNvSpPr/>
          <p:nvPr/>
        </p:nvSpPr>
        <p:spPr>
          <a:xfrm>
            <a:off x="7908840" y="3608280"/>
            <a:ext cx="198360" cy="233640"/>
          </a:xfrm>
          <a:custGeom>
            <a:avLst/>
            <a:gdLst/>
            <a:ahLst/>
            <a:rect l="l" t="t" r="r" b="b"/>
            <a:pathLst>
              <a:path w="58" h="68">
                <a:moveTo>
                  <a:pt x="58" y="20"/>
                </a:moveTo>
                <a:cubicBezTo>
                  <a:pt x="58" y="64"/>
                  <a:pt x="58" y="64"/>
                  <a:pt x="58" y="64"/>
                </a:cubicBezTo>
                <a:cubicBezTo>
                  <a:pt x="58" y="66"/>
                  <a:pt x="56" y="68"/>
                  <a:pt x="54" y="68"/>
                </a:cubicBezTo>
                <a:cubicBezTo>
                  <a:pt x="3" y="68"/>
                  <a:pt x="3" y="68"/>
                  <a:pt x="3" y="68"/>
                </a:cubicBezTo>
                <a:cubicBezTo>
                  <a:pt x="1" y="68"/>
                  <a:pt x="0" y="66"/>
                  <a:pt x="0" y="64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9" y="0"/>
                  <a:pt x="42" y="1"/>
                  <a:pt x="44" y="2"/>
                </a:cubicBezTo>
                <a:cubicBezTo>
                  <a:pt x="55" y="14"/>
                  <a:pt x="55" y="14"/>
                  <a:pt x="55" y="14"/>
                </a:cubicBezTo>
                <a:cubicBezTo>
                  <a:pt x="57" y="16"/>
                  <a:pt x="58" y="18"/>
                  <a:pt x="58" y="20"/>
                </a:cubicBezTo>
                <a:close/>
                <a:moveTo>
                  <a:pt x="53" y="24"/>
                </a:moveTo>
                <a:cubicBezTo>
                  <a:pt x="37" y="24"/>
                  <a:pt x="37" y="24"/>
                  <a:pt x="37" y="24"/>
                </a:cubicBezTo>
                <a:cubicBezTo>
                  <a:pt x="35" y="24"/>
                  <a:pt x="34" y="22"/>
                  <a:pt x="34" y="20"/>
                </a:cubicBezTo>
                <a:cubicBezTo>
                  <a:pt x="34" y="5"/>
                  <a:pt x="34" y="5"/>
                  <a:pt x="34" y="5"/>
                </a:cubicBezTo>
                <a:cubicBezTo>
                  <a:pt x="5" y="5"/>
                  <a:pt x="5" y="5"/>
                  <a:pt x="5" y="5"/>
                </a:cubicBezTo>
                <a:cubicBezTo>
                  <a:pt x="5" y="63"/>
                  <a:pt x="5" y="63"/>
                  <a:pt x="5" y="63"/>
                </a:cubicBezTo>
                <a:cubicBezTo>
                  <a:pt x="53" y="63"/>
                  <a:pt x="53" y="63"/>
                  <a:pt x="53" y="63"/>
                </a:cubicBezTo>
                <a:lnTo>
                  <a:pt x="53" y="24"/>
                </a:lnTo>
                <a:close/>
                <a:moveTo>
                  <a:pt x="9" y="31"/>
                </a:moveTo>
                <a:cubicBezTo>
                  <a:pt x="9" y="27"/>
                  <a:pt x="13" y="24"/>
                  <a:pt x="17" y="24"/>
                </a:cubicBezTo>
                <a:cubicBezTo>
                  <a:pt x="21" y="24"/>
                  <a:pt x="24" y="27"/>
                  <a:pt x="24" y="31"/>
                </a:cubicBezTo>
                <a:cubicBezTo>
                  <a:pt x="24" y="35"/>
                  <a:pt x="21" y="39"/>
                  <a:pt x="17" y="39"/>
                </a:cubicBezTo>
                <a:cubicBezTo>
                  <a:pt x="13" y="39"/>
                  <a:pt x="9" y="35"/>
                  <a:pt x="9" y="31"/>
                </a:cubicBezTo>
                <a:close/>
                <a:moveTo>
                  <a:pt x="48" y="58"/>
                </a:moveTo>
                <a:cubicBezTo>
                  <a:pt x="9" y="58"/>
                  <a:pt x="9" y="58"/>
                  <a:pt x="9" y="58"/>
                </a:cubicBezTo>
                <a:cubicBezTo>
                  <a:pt x="9" y="51"/>
                  <a:pt x="9" y="51"/>
                  <a:pt x="9" y="51"/>
                </a:cubicBezTo>
                <a:cubicBezTo>
                  <a:pt x="17" y="43"/>
                  <a:pt x="17" y="43"/>
                  <a:pt x="17" y="43"/>
                </a:cubicBezTo>
                <a:cubicBezTo>
                  <a:pt x="22" y="48"/>
                  <a:pt x="22" y="48"/>
                  <a:pt x="22" y="48"/>
                </a:cubicBezTo>
                <a:cubicBezTo>
                  <a:pt x="36" y="34"/>
                  <a:pt x="36" y="34"/>
                  <a:pt x="36" y="34"/>
                </a:cubicBezTo>
                <a:cubicBezTo>
                  <a:pt x="48" y="46"/>
                  <a:pt x="48" y="46"/>
                  <a:pt x="48" y="46"/>
                </a:cubicBezTo>
                <a:lnTo>
                  <a:pt x="48" y="58"/>
                </a:lnTo>
                <a:close/>
                <a:moveTo>
                  <a:pt x="39" y="19"/>
                </a:moveTo>
                <a:cubicBezTo>
                  <a:pt x="53" y="19"/>
                  <a:pt x="53" y="19"/>
                  <a:pt x="53" y="19"/>
                </a:cubicBezTo>
                <a:cubicBezTo>
                  <a:pt x="53" y="18"/>
                  <a:pt x="52" y="18"/>
                  <a:pt x="52" y="18"/>
                </a:cubicBezTo>
                <a:cubicBezTo>
                  <a:pt x="40" y="6"/>
                  <a:pt x="40" y="6"/>
                  <a:pt x="40" y="6"/>
                </a:cubicBezTo>
                <a:cubicBezTo>
                  <a:pt x="40" y="5"/>
                  <a:pt x="39" y="5"/>
                  <a:pt x="39" y="5"/>
                </a:cubicBezTo>
                <a:lnTo>
                  <a:pt x="39" y="1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43" name="Freeform 193"/>
          <p:cNvSpPr/>
          <p:nvPr/>
        </p:nvSpPr>
        <p:spPr>
          <a:xfrm>
            <a:off x="8402760" y="3608280"/>
            <a:ext cx="203040" cy="233640"/>
          </a:xfrm>
          <a:custGeom>
            <a:avLst/>
            <a:gdLst/>
            <a:ahLst/>
            <a:rect l="l" t="t" r="r" b="b"/>
            <a:pathLst>
              <a:path w="59" h="68">
                <a:moveTo>
                  <a:pt x="59" y="20"/>
                </a:moveTo>
                <a:cubicBezTo>
                  <a:pt x="59" y="64"/>
                  <a:pt x="59" y="64"/>
                  <a:pt x="59" y="64"/>
                </a:cubicBezTo>
                <a:cubicBezTo>
                  <a:pt x="59" y="66"/>
                  <a:pt x="57" y="68"/>
                  <a:pt x="55" y="68"/>
                </a:cubicBezTo>
                <a:cubicBezTo>
                  <a:pt x="4" y="68"/>
                  <a:pt x="4" y="68"/>
                  <a:pt x="4" y="68"/>
                </a:cubicBezTo>
                <a:cubicBezTo>
                  <a:pt x="2" y="68"/>
                  <a:pt x="0" y="66"/>
                  <a:pt x="0" y="64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2" y="0"/>
                  <a:pt x="4" y="0"/>
                </a:cubicBezTo>
                <a:cubicBezTo>
                  <a:pt x="38" y="0"/>
                  <a:pt x="38" y="0"/>
                  <a:pt x="38" y="0"/>
                </a:cubicBezTo>
                <a:cubicBezTo>
                  <a:pt x="40" y="0"/>
                  <a:pt x="43" y="1"/>
                  <a:pt x="44" y="2"/>
                </a:cubicBezTo>
                <a:cubicBezTo>
                  <a:pt x="56" y="14"/>
                  <a:pt x="56" y="14"/>
                  <a:pt x="56" y="14"/>
                </a:cubicBezTo>
                <a:cubicBezTo>
                  <a:pt x="58" y="16"/>
                  <a:pt x="59" y="18"/>
                  <a:pt x="59" y="20"/>
                </a:cubicBezTo>
                <a:close/>
                <a:moveTo>
                  <a:pt x="54" y="24"/>
                </a:moveTo>
                <a:cubicBezTo>
                  <a:pt x="38" y="24"/>
                  <a:pt x="38" y="24"/>
                  <a:pt x="38" y="24"/>
                </a:cubicBezTo>
                <a:cubicBezTo>
                  <a:pt x="36" y="24"/>
                  <a:pt x="34" y="22"/>
                  <a:pt x="34" y="20"/>
                </a:cubicBezTo>
                <a:cubicBezTo>
                  <a:pt x="34" y="5"/>
                  <a:pt x="34" y="5"/>
                  <a:pt x="34" y="5"/>
                </a:cubicBezTo>
                <a:cubicBezTo>
                  <a:pt x="5" y="5"/>
                  <a:pt x="5" y="5"/>
                  <a:pt x="5" y="5"/>
                </a:cubicBezTo>
                <a:cubicBezTo>
                  <a:pt x="5" y="63"/>
                  <a:pt x="5" y="63"/>
                  <a:pt x="5" y="63"/>
                </a:cubicBezTo>
                <a:cubicBezTo>
                  <a:pt x="54" y="63"/>
                  <a:pt x="54" y="63"/>
                  <a:pt x="54" y="63"/>
                </a:cubicBezTo>
                <a:lnTo>
                  <a:pt x="54" y="24"/>
                </a:lnTo>
                <a:close/>
                <a:moveTo>
                  <a:pt x="16" y="29"/>
                </a:moveTo>
                <a:cubicBezTo>
                  <a:pt x="43" y="29"/>
                  <a:pt x="43" y="29"/>
                  <a:pt x="43" y="29"/>
                </a:cubicBezTo>
                <a:cubicBezTo>
                  <a:pt x="44" y="29"/>
                  <a:pt x="44" y="29"/>
                  <a:pt x="44" y="30"/>
                </a:cubicBezTo>
                <a:cubicBezTo>
                  <a:pt x="44" y="32"/>
                  <a:pt x="44" y="32"/>
                  <a:pt x="44" y="32"/>
                </a:cubicBezTo>
                <a:cubicBezTo>
                  <a:pt x="44" y="33"/>
                  <a:pt x="44" y="34"/>
                  <a:pt x="43" y="34"/>
                </a:cubicBezTo>
                <a:cubicBezTo>
                  <a:pt x="16" y="34"/>
                  <a:pt x="16" y="34"/>
                  <a:pt x="16" y="34"/>
                </a:cubicBezTo>
                <a:cubicBezTo>
                  <a:pt x="16" y="34"/>
                  <a:pt x="15" y="33"/>
                  <a:pt x="15" y="32"/>
                </a:cubicBezTo>
                <a:cubicBezTo>
                  <a:pt x="15" y="30"/>
                  <a:pt x="15" y="30"/>
                  <a:pt x="15" y="30"/>
                </a:cubicBezTo>
                <a:cubicBezTo>
                  <a:pt x="15" y="29"/>
                  <a:pt x="16" y="29"/>
                  <a:pt x="16" y="29"/>
                </a:cubicBezTo>
                <a:close/>
                <a:moveTo>
                  <a:pt x="44" y="40"/>
                </a:moveTo>
                <a:cubicBezTo>
                  <a:pt x="44" y="42"/>
                  <a:pt x="44" y="42"/>
                  <a:pt x="44" y="42"/>
                </a:cubicBezTo>
                <a:cubicBezTo>
                  <a:pt x="44" y="43"/>
                  <a:pt x="44" y="43"/>
                  <a:pt x="43" y="43"/>
                </a:cubicBezTo>
                <a:cubicBezTo>
                  <a:pt x="16" y="43"/>
                  <a:pt x="16" y="43"/>
                  <a:pt x="16" y="43"/>
                </a:cubicBezTo>
                <a:cubicBezTo>
                  <a:pt x="16" y="43"/>
                  <a:pt x="15" y="43"/>
                  <a:pt x="15" y="42"/>
                </a:cubicBezTo>
                <a:cubicBezTo>
                  <a:pt x="15" y="40"/>
                  <a:pt x="15" y="40"/>
                  <a:pt x="15" y="40"/>
                </a:cubicBezTo>
                <a:cubicBezTo>
                  <a:pt x="15" y="39"/>
                  <a:pt x="16" y="39"/>
                  <a:pt x="16" y="39"/>
                </a:cubicBezTo>
                <a:cubicBezTo>
                  <a:pt x="43" y="39"/>
                  <a:pt x="43" y="39"/>
                  <a:pt x="43" y="39"/>
                </a:cubicBezTo>
                <a:cubicBezTo>
                  <a:pt x="44" y="39"/>
                  <a:pt x="44" y="39"/>
                  <a:pt x="44" y="40"/>
                </a:cubicBezTo>
                <a:close/>
                <a:moveTo>
                  <a:pt x="44" y="49"/>
                </a:moveTo>
                <a:cubicBezTo>
                  <a:pt x="44" y="52"/>
                  <a:pt x="44" y="52"/>
                  <a:pt x="44" y="52"/>
                </a:cubicBezTo>
                <a:cubicBezTo>
                  <a:pt x="44" y="53"/>
                  <a:pt x="44" y="53"/>
                  <a:pt x="43" y="53"/>
                </a:cubicBezTo>
                <a:cubicBezTo>
                  <a:pt x="16" y="53"/>
                  <a:pt x="16" y="53"/>
                  <a:pt x="16" y="53"/>
                </a:cubicBezTo>
                <a:cubicBezTo>
                  <a:pt x="16" y="53"/>
                  <a:pt x="15" y="53"/>
                  <a:pt x="15" y="52"/>
                </a:cubicBezTo>
                <a:cubicBezTo>
                  <a:pt x="15" y="49"/>
                  <a:pt x="15" y="49"/>
                  <a:pt x="15" y="49"/>
                </a:cubicBezTo>
                <a:cubicBezTo>
                  <a:pt x="15" y="49"/>
                  <a:pt x="16" y="48"/>
                  <a:pt x="16" y="48"/>
                </a:cubicBezTo>
                <a:cubicBezTo>
                  <a:pt x="43" y="48"/>
                  <a:pt x="43" y="48"/>
                  <a:pt x="43" y="48"/>
                </a:cubicBezTo>
                <a:cubicBezTo>
                  <a:pt x="44" y="48"/>
                  <a:pt x="44" y="49"/>
                  <a:pt x="44" y="49"/>
                </a:cubicBezTo>
                <a:close/>
                <a:moveTo>
                  <a:pt x="39" y="19"/>
                </a:moveTo>
                <a:cubicBezTo>
                  <a:pt x="54" y="19"/>
                  <a:pt x="54" y="19"/>
                  <a:pt x="54" y="19"/>
                </a:cubicBezTo>
                <a:cubicBezTo>
                  <a:pt x="53" y="18"/>
                  <a:pt x="53" y="18"/>
                  <a:pt x="53" y="18"/>
                </a:cubicBezTo>
                <a:cubicBezTo>
                  <a:pt x="41" y="6"/>
                  <a:pt x="41" y="6"/>
                  <a:pt x="41" y="6"/>
                </a:cubicBezTo>
                <a:cubicBezTo>
                  <a:pt x="41" y="5"/>
                  <a:pt x="40" y="5"/>
                  <a:pt x="39" y="5"/>
                </a:cubicBezTo>
                <a:lnTo>
                  <a:pt x="39" y="1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44" name="Freeform 194"/>
          <p:cNvSpPr/>
          <p:nvPr/>
        </p:nvSpPr>
        <p:spPr>
          <a:xfrm>
            <a:off x="8844120" y="3608280"/>
            <a:ext cx="233280" cy="233640"/>
          </a:xfrm>
          <a:custGeom>
            <a:avLst/>
            <a:gdLst/>
            <a:ahLst/>
            <a:rect l="l" t="t" r="r" b="b"/>
            <a:pathLst>
              <a:path w="68" h="68">
                <a:moveTo>
                  <a:pt x="68" y="18"/>
                </a:moveTo>
                <a:cubicBezTo>
                  <a:pt x="68" y="64"/>
                  <a:pt x="68" y="64"/>
                  <a:pt x="68" y="64"/>
                </a:cubicBezTo>
                <a:cubicBezTo>
                  <a:pt x="68" y="66"/>
                  <a:pt x="67" y="68"/>
                  <a:pt x="65" y="68"/>
                </a:cubicBezTo>
                <a:cubicBezTo>
                  <a:pt x="28" y="68"/>
                  <a:pt x="28" y="68"/>
                  <a:pt x="28" y="68"/>
                </a:cubicBezTo>
                <a:cubicBezTo>
                  <a:pt x="26" y="68"/>
                  <a:pt x="25" y="66"/>
                  <a:pt x="25" y="64"/>
                </a:cubicBezTo>
                <a:cubicBezTo>
                  <a:pt x="25" y="53"/>
                  <a:pt x="25" y="53"/>
                  <a:pt x="25" y="53"/>
                </a:cubicBezTo>
                <a:cubicBezTo>
                  <a:pt x="4" y="53"/>
                  <a:pt x="4" y="53"/>
                  <a:pt x="4" y="53"/>
                </a:cubicBezTo>
                <a:cubicBezTo>
                  <a:pt x="2" y="53"/>
                  <a:pt x="0" y="52"/>
                  <a:pt x="0" y="49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2"/>
                  <a:pt x="2" y="19"/>
                  <a:pt x="3" y="18"/>
                </a:cubicBezTo>
                <a:cubicBezTo>
                  <a:pt x="19" y="2"/>
                  <a:pt x="19" y="2"/>
                  <a:pt x="19" y="2"/>
                </a:cubicBezTo>
                <a:cubicBezTo>
                  <a:pt x="20" y="1"/>
                  <a:pt x="23" y="0"/>
                  <a:pt x="25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43" y="0"/>
                  <a:pt x="44" y="1"/>
                  <a:pt x="44" y="3"/>
                </a:cubicBezTo>
                <a:cubicBezTo>
                  <a:pt x="44" y="16"/>
                  <a:pt x="44" y="16"/>
                  <a:pt x="44" y="16"/>
                </a:cubicBezTo>
                <a:cubicBezTo>
                  <a:pt x="46" y="15"/>
                  <a:pt x="48" y="14"/>
                  <a:pt x="49" y="14"/>
                </a:cubicBezTo>
                <a:cubicBezTo>
                  <a:pt x="65" y="14"/>
                  <a:pt x="65" y="14"/>
                  <a:pt x="65" y="14"/>
                </a:cubicBezTo>
                <a:cubicBezTo>
                  <a:pt x="67" y="14"/>
                  <a:pt x="68" y="16"/>
                  <a:pt x="68" y="18"/>
                </a:cubicBezTo>
                <a:close/>
                <a:moveTo>
                  <a:pt x="39" y="20"/>
                </a:moveTo>
                <a:cubicBezTo>
                  <a:pt x="39" y="5"/>
                  <a:pt x="39" y="5"/>
                  <a:pt x="39" y="5"/>
                </a:cubicBezTo>
                <a:cubicBezTo>
                  <a:pt x="25" y="5"/>
                  <a:pt x="25" y="5"/>
                  <a:pt x="25" y="5"/>
                </a:cubicBezTo>
                <a:cubicBezTo>
                  <a:pt x="25" y="20"/>
                  <a:pt x="25" y="20"/>
                  <a:pt x="25" y="20"/>
                </a:cubicBezTo>
                <a:cubicBezTo>
                  <a:pt x="25" y="22"/>
                  <a:pt x="23" y="24"/>
                  <a:pt x="21" y="24"/>
                </a:cubicBezTo>
                <a:cubicBezTo>
                  <a:pt x="5" y="24"/>
                  <a:pt x="5" y="24"/>
                  <a:pt x="5" y="24"/>
                </a:cubicBezTo>
                <a:cubicBezTo>
                  <a:pt x="5" y="48"/>
                  <a:pt x="5" y="48"/>
                  <a:pt x="5" y="48"/>
                </a:cubicBezTo>
                <a:cubicBezTo>
                  <a:pt x="25" y="48"/>
                  <a:pt x="25" y="48"/>
                  <a:pt x="25" y="48"/>
                </a:cubicBezTo>
                <a:cubicBezTo>
                  <a:pt x="25" y="39"/>
                  <a:pt x="25" y="39"/>
                  <a:pt x="25" y="39"/>
                </a:cubicBezTo>
                <a:cubicBezTo>
                  <a:pt x="25" y="37"/>
                  <a:pt x="26" y="34"/>
                  <a:pt x="27" y="32"/>
                </a:cubicBezTo>
                <a:lnTo>
                  <a:pt x="39" y="20"/>
                </a:lnTo>
                <a:close/>
                <a:moveTo>
                  <a:pt x="9" y="19"/>
                </a:moveTo>
                <a:cubicBezTo>
                  <a:pt x="20" y="19"/>
                  <a:pt x="20" y="19"/>
                  <a:pt x="20" y="19"/>
                </a:cubicBezTo>
                <a:cubicBezTo>
                  <a:pt x="20" y="8"/>
                  <a:pt x="20" y="8"/>
                  <a:pt x="20" y="8"/>
                </a:cubicBezTo>
                <a:lnTo>
                  <a:pt x="9" y="19"/>
                </a:lnTo>
                <a:close/>
                <a:moveTo>
                  <a:pt x="64" y="19"/>
                </a:moveTo>
                <a:cubicBezTo>
                  <a:pt x="49" y="19"/>
                  <a:pt x="49" y="19"/>
                  <a:pt x="49" y="19"/>
                </a:cubicBezTo>
                <a:cubicBezTo>
                  <a:pt x="49" y="35"/>
                  <a:pt x="49" y="35"/>
                  <a:pt x="49" y="35"/>
                </a:cubicBezTo>
                <a:cubicBezTo>
                  <a:pt x="49" y="37"/>
                  <a:pt x="47" y="39"/>
                  <a:pt x="45" y="39"/>
                </a:cubicBezTo>
                <a:cubicBezTo>
                  <a:pt x="30" y="39"/>
                  <a:pt x="30" y="39"/>
                  <a:pt x="30" y="39"/>
                </a:cubicBezTo>
                <a:cubicBezTo>
                  <a:pt x="30" y="63"/>
                  <a:pt x="30" y="63"/>
                  <a:pt x="30" y="63"/>
                </a:cubicBezTo>
                <a:cubicBezTo>
                  <a:pt x="64" y="63"/>
                  <a:pt x="64" y="63"/>
                  <a:pt x="64" y="63"/>
                </a:cubicBezTo>
                <a:lnTo>
                  <a:pt x="64" y="19"/>
                </a:lnTo>
                <a:close/>
                <a:moveTo>
                  <a:pt x="33" y="34"/>
                </a:moveTo>
                <a:cubicBezTo>
                  <a:pt x="44" y="34"/>
                  <a:pt x="44" y="34"/>
                  <a:pt x="44" y="34"/>
                </a:cubicBezTo>
                <a:cubicBezTo>
                  <a:pt x="44" y="22"/>
                  <a:pt x="44" y="22"/>
                  <a:pt x="44" y="22"/>
                </a:cubicBezTo>
                <a:lnTo>
                  <a:pt x="33" y="3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45" name="Freeform 195"/>
          <p:cNvSpPr/>
          <p:nvPr/>
        </p:nvSpPr>
        <p:spPr>
          <a:xfrm>
            <a:off x="68400" y="3995640"/>
            <a:ext cx="185760" cy="212760"/>
          </a:xfrm>
          <a:custGeom>
            <a:avLst/>
            <a:gdLst/>
            <a:ahLst/>
            <a:rect l="l" t="t" r="r" b="b"/>
            <a:pathLst>
              <a:path w="54" h="62">
                <a:moveTo>
                  <a:pt x="54" y="17"/>
                </a:moveTo>
                <a:cubicBezTo>
                  <a:pt x="54" y="17"/>
                  <a:pt x="54" y="18"/>
                  <a:pt x="54" y="18"/>
                </a:cubicBezTo>
                <a:cubicBezTo>
                  <a:pt x="54" y="18"/>
                  <a:pt x="53" y="18"/>
                  <a:pt x="53" y="18"/>
                </a:cubicBezTo>
                <a:cubicBezTo>
                  <a:pt x="53" y="18"/>
                  <a:pt x="53" y="18"/>
                  <a:pt x="53" y="18"/>
                </a:cubicBezTo>
                <a:cubicBezTo>
                  <a:pt x="36" y="14"/>
                  <a:pt x="36" y="14"/>
                  <a:pt x="36" y="14"/>
                </a:cubicBezTo>
                <a:cubicBezTo>
                  <a:pt x="35" y="14"/>
                  <a:pt x="35" y="14"/>
                  <a:pt x="35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7"/>
                  <a:pt x="25" y="17"/>
                  <a:pt x="25" y="17"/>
                </a:cubicBezTo>
                <a:cubicBezTo>
                  <a:pt x="31" y="18"/>
                  <a:pt x="35" y="23"/>
                  <a:pt x="35" y="29"/>
                </a:cubicBezTo>
                <a:cubicBezTo>
                  <a:pt x="35" y="59"/>
                  <a:pt x="35" y="59"/>
                  <a:pt x="35" y="59"/>
                </a:cubicBezTo>
                <a:cubicBezTo>
                  <a:pt x="35" y="61"/>
                  <a:pt x="34" y="62"/>
                  <a:pt x="32" y="62"/>
                </a:cubicBezTo>
                <a:cubicBezTo>
                  <a:pt x="13" y="62"/>
                  <a:pt x="13" y="62"/>
                  <a:pt x="13" y="62"/>
                </a:cubicBezTo>
                <a:cubicBezTo>
                  <a:pt x="12" y="62"/>
                  <a:pt x="10" y="61"/>
                  <a:pt x="10" y="59"/>
                </a:cubicBezTo>
                <a:cubicBezTo>
                  <a:pt x="10" y="29"/>
                  <a:pt x="10" y="29"/>
                  <a:pt x="10" y="29"/>
                </a:cubicBezTo>
                <a:cubicBezTo>
                  <a:pt x="10" y="24"/>
                  <a:pt x="14" y="19"/>
                  <a:pt x="19" y="17"/>
                </a:cubicBezTo>
                <a:cubicBezTo>
                  <a:pt x="19" y="13"/>
                  <a:pt x="19" y="13"/>
                  <a:pt x="19" y="13"/>
                </a:cubicBezTo>
                <a:cubicBezTo>
                  <a:pt x="18" y="13"/>
                  <a:pt x="18" y="13"/>
                  <a:pt x="18" y="13"/>
                </a:cubicBezTo>
                <a:cubicBezTo>
                  <a:pt x="10" y="13"/>
                  <a:pt x="5" y="22"/>
                  <a:pt x="5" y="22"/>
                </a:cubicBezTo>
                <a:cubicBezTo>
                  <a:pt x="5" y="22"/>
                  <a:pt x="4" y="23"/>
                  <a:pt x="3" y="23"/>
                </a:cubicBezTo>
                <a:cubicBezTo>
                  <a:pt x="3" y="23"/>
                  <a:pt x="2" y="23"/>
                  <a:pt x="2" y="23"/>
                </a:cubicBezTo>
                <a:cubicBezTo>
                  <a:pt x="1" y="22"/>
                  <a:pt x="0" y="21"/>
                  <a:pt x="1" y="19"/>
                </a:cubicBezTo>
                <a:cubicBezTo>
                  <a:pt x="1" y="19"/>
                  <a:pt x="5" y="12"/>
                  <a:pt x="13" y="9"/>
                </a:cubicBezTo>
                <a:cubicBezTo>
                  <a:pt x="12" y="8"/>
                  <a:pt x="12" y="7"/>
                  <a:pt x="12" y="6"/>
                </a:cubicBezTo>
                <a:cubicBezTo>
                  <a:pt x="12" y="3"/>
                  <a:pt x="14" y="0"/>
                  <a:pt x="18" y="0"/>
                </a:cubicBezTo>
                <a:cubicBezTo>
                  <a:pt x="21" y="0"/>
                  <a:pt x="24" y="3"/>
                  <a:pt x="24" y="6"/>
                </a:cubicBezTo>
                <a:cubicBezTo>
                  <a:pt x="24" y="7"/>
                  <a:pt x="24" y="8"/>
                  <a:pt x="23" y="8"/>
                </a:cubicBezTo>
                <a:cubicBezTo>
                  <a:pt x="35" y="8"/>
                  <a:pt x="35" y="8"/>
                  <a:pt x="35" y="8"/>
                </a:cubicBezTo>
                <a:cubicBezTo>
                  <a:pt x="35" y="8"/>
                  <a:pt x="35" y="7"/>
                  <a:pt x="36" y="7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4" y="4"/>
                  <a:pt x="54" y="4"/>
                </a:cubicBezTo>
                <a:cubicBezTo>
                  <a:pt x="54" y="4"/>
                  <a:pt x="54" y="4"/>
                  <a:pt x="54" y="5"/>
                </a:cubicBezTo>
                <a:lnTo>
                  <a:pt x="54" y="17"/>
                </a:lnTo>
                <a:close/>
                <a:moveTo>
                  <a:pt x="18" y="4"/>
                </a:moveTo>
                <a:cubicBezTo>
                  <a:pt x="16" y="4"/>
                  <a:pt x="15" y="5"/>
                  <a:pt x="15" y="6"/>
                </a:cubicBezTo>
                <a:cubicBezTo>
                  <a:pt x="15" y="7"/>
                  <a:pt x="16" y="8"/>
                  <a:pt x="18" y="8"/>
                </a:cubicBezTo>
                <a:cubicBezTo>
                  <a:pt x="19" y="8"/>
                  <a:pt x="20" y="7"/>
                  <a:pt x="20" y="6"/>
                </a:cubicBezTo>
                <a:cubicBezTo>
                  <a:pt x="20" y="5"/>
                  <a:pt x="19" y="4"/>
                  <a:pt x="18" y="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46" name="Freeform 196"/>
          <p:cNvSpPr/>
          <p:nvPr/>
        </p:nvSpPr>
        <p:spPr>
          <a:xfrm>
            <a:off x="493560" y="4010040"/>
            <a:ext cx="120960" cy="216000"/>
          </a:xfrm>
          <a:custGeom>
            <a:avLst/>
            <a:gdLst/>
            <a:ahLst/>
            <a:rect l="l" t="t" r="r" b="b"/>
            <a:pathLst>
              <a:path w="35" h="63">
                <a:moveTo>
                  <a:pt x="34" y="18"/>
                </a:moveTo>
                <a:cubicBezTo>
                  <a:pt x="14" y="62"/>
                  <a:pt x="14" y="62"/>
                  <a:pt x="14" y="62"/>
                </a:cubicBezTo>
                <a:cubicBezTo>
                  <a:pt x="13" y="62"/>
                  <a:pt x="13" y="63"/>
                  <a:pt x="12" y="63"/>
                </a:cubicBezTo>
                <a:cubicBezTo>
                  <a:pt x="12" y="63"/>
                  <a:pt x="12" y="63"/>
                  <a:pt x="12" y="63"/>
                </a:cubicBezTo>
                <a:cubicBezTo>
                  <a:pt x="11" y="62"/>
                  <a:pt x="10" y="62"/>
                  <a:pt x="11" y="61"/>
                </a:cubicBezTo>
                <a:cubicBezTo>
                  <a:pt x="18" y="30"/>
                  <a:pt x="18" y="30"/>
                  <a:pt x="18" y="30"/>
                </a:cubicBezTo>
                <a:cubicBezTo>
                  <a:pt x="3" y="34"/>
                  <a:pt x="3" y="34"/>
                  <a:pt x="3" y="34"/>
                </a:cubicBezTo>
                <a:cubicBezTo>
                  <a:pt x="2" y="34"/>
                  <a:pt x="2" y="34"/>
                  <a:pt x="2" y="34"/>
                </a:cubicBezTo>
                <a:cubicBezTo>
                  <a:pt x="2" y="34"/>
                  <a:pt x="1" y="34"/>
                  <a:pt x="1" y="34"/>
                </a:cubicBezTo>
                <a:cubicBezTo>
                  <a:pt x="1" y="33"/>
                  <a:pt x="0" y="33"/>
                  <a:pt x="0" y="32"/>
                </a:cubicBezTo>
                <a:cubicBezTo>
                  <a:pt x="8" y="1"/>
                  <a:pt x="8" y="1"/>
                  <a:pt x="8" y="1"/>
                </a:cubicBezTo>
                <a:cubicBezTo>
                  <a:pt x="8" y="0"/>
                  <a:pt x="9" y="0"/>
                  <a:pt x="10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0"/>
                  <a:pt x="24" y="1"/>
                </a:cubicBezTo>
                <a:cubicBezTo>
                  <a:pt x="24" y="1"/>
                  <a:pt x="24" y="2"/>
                  <a:pt x="24" y="2"/>
                </a:cubicBezTo>
                <a:cubicBezTo>
                  <a:pt x="17" y="19"/>
                  <a:pt x="17" y="19"/>
                  <a:pt x="17" y="19"/>
                </a:cubicBezTo>
                <a:cubicBezTo>
                  <a:pt x="32" y="16"/>
                  <a:pt x="32" y="16"/>
                  <a:pt x="32" y="16"/>
                </a:cubicBezTo>
                <a:cubicBezTo>
                  <a:pt x="32" y="16"/>
                  <a:pt x="33" y="16"/>
                  <a:pt x="33" y="16"/>
                </a:cubicBezTo>
                <a:cubicBezTo>
                  <a:pt x="33" y="16"/>
                  <a:pt x="34" y="16"/>
                  <a:pt x="34" y="16"/>
                </a:cubicBezTo>
                <a:cubicBezTo>
                  <a:pt x="34" y="17"/>
                  <a:pt x="35" y="17"/>
                  <a:pt x="34" y="1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47" name="Freeform 197"/>
          <p:cNvSpPr/>
          <p:nvPr/>
        </p:nvSpPr>
        <p:spPr>
          <a:xfrm>
            <a:off x="988920" y="4010040"/>
            <a:ext cx="219240" cy="182520"/>
          </a:xfrm>
          <a:custGeom>
            <a:avLst/>
            <a:gdLst/>
            <a:ahLst/>
            <a:rect l="l" t="t" r="r" b="b"/>
            <a:pathLst>
              <a:path w="64" h="53">
                <a:moveTo>
                  <a:pt x="64" y="44"/>
                </a:moveTo>
                <a:cubicBezTo>
                  <a:pt x="64" y="49"/>
                  <a:pt x="60" y="53"/>
                  <a:pt x="55" y="53"/>
                </a:cubicBezTo>
                <a:cubicBezTo>
                  <a:pt x="9" y="53"/>
                  <a:pt x="9" y="53"/>
                  <a:pt x="9" y="53"/>
                </a:cubicBezTo>
                <a:cubicBezTo>
                  <a:pt x="4" y="53"/>
                  <a:pt x="0" y="49"/>
                  <a:pt x="0" y="44"/>
                </a:cubicBezTo>
                <a:cubicBezTo>
                  <a:pt x="0" y="8"/>
                  <a:pt x="0" y="8"/>
                  <a:pt x="0" y="8"/>
                </a:cubicBezTo>
                <a:cubicBezTo>
                  <a:pt x="0" y="3"/>
                  <a:pt x="4" y="0"/>
                  <a:pt x="9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26" y="0"/>
                  <a:pt x="30" y="3"/>
                  <a:pt x="30" y="8"/>
                </a:cubicBezTo>
                <a:cubicBezTo>
                  <a:pt x="30" y="9"/>
                  <a:pt x="30" y="9"/>
                  <a:pt x="30" y="9"/>
                </a:cubicBezTo>
                <a:cubicBezTo>
                  <a:pt x="55" y="9"/>
                  <a:pt x="55" y="9"/>
                  <a:pt x="55" y="9"/>
                </a:cubicBezTo>
                <a:cubicBezTo>
                  <a:pt x="60" y="9"/>
                  <a:pt x="64" y="13"/>
                  <a:pt x="64" y="18"/>
                </a:cubicBezTo>
                <a:lnTo>
                  <a:pt x="64" y="4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48" name="Freeform 198"/>
          <p:cNvSpPr/>
          <p:nvPr/>
        </p:nvSpPr>
        <p:spPr>
          <a:xfrm>
            <a:off x="1482840" y="4010040"/>
            <a:ext cx="218880" cy="198360"/>
          </a:xfrm>
          <a:custGeom>
            <a:avLst/>
            <a:gdLst/>
            <a:ahLst/>
            <a:rect l="l" t="t" r="r" b="b"/>
            <a:pathLst>
              <a:path w="64" h="58">
                <a:moveTo>
                  <a:pt x="1" y="55"/>
                </a:moveTo>
                <a:cubicBezTo>
                  <a:pt x="4" y="54"/>
                  <a:pt x="8" y="55"/>
                  <a:pt x="10" y="50"/>
                </a:cubicBezTo>
                <a:cubicBezTo>
                  <a:pt x="19" y="27"/>
                  <a:pt x="19" y="27"/>
                  <a:pt x="19" y="27"/>
                </a:cubicBezTo>
                <a:cubicBezTo>
                  <a:pt x="29" y="0"/>
                  <a:pt x="29" y="0"/>
                  <a:pt x="29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34" y="0"/>
                  <a:pt x="34" y="0"/>
                  <a:pt x="34" y="0"/>
                </a:cubicBezTo>
                <a:cubicBezTo>
                  <a:pt x="34" y="0"/>
                  <a:pt x="34" y="0"/>
                  <a:pt x="34" y="0"/>
                </a:cubicBezTo>
                <a:cubicBezTo>
                  <a:pt x="42" y="19"/>
                  <a:pt x="42" y="19"/>
                  <a:pt x="42" y="19"/>
                </a:cubicBezTo>
                <a:cubicBezTo>
                  <a:pt x="45" y="25"/>
                  <a:pt x="48" y="32"/>
                  <a:pt x="51" y="39"/>
                </a:cubicBezTo>
                <a:cubicBezTo>
                  <a:pt x="52" y="43"/>
                  <a:pt x="54" y="47"/>
                  <a:pt x="56" y="51"/>
                </a:cubicBezTo>
                <a:cubicBezTo>
                  <a:pt x="56" y="51"/>
                  <a:pt x="56" y="52"/>
                  <a:pt x="57" y="53"/>
                </a:cubicBezTo>
                <a:cubicBezTo>
                  <a:pt x="58" y="54"/>
                  <a:pt x="62" y="54"/>
                  <a:pt x="63" y="55"/>
                </a:cubicBezTo>
                <a:cubicBezTo>
                  <a:pt x="63" y="55"/>
                  <a:pt x="64" y="56"/>
                  <a:pt x="64" y="57"/>
                </a:cubicBezTo>
                <a:cubicBezTo>
                  <a:pt x="64" y="57"/>
                  <a:pt x="64" y="58"/>
                  <a:pt x="64" y="58"/>
                </a:cubicBezTo>
                <a:cubicBezTo>
                  <a:pt x="59" y="58"/>
                  <a:pt x="54" y="57"/>
                  <a:pt x="49" y="57"/>
                </a:cubicBezTo>
                <a:cubicBezTo>
                  <a:pt x="44" y="57"/>
                  <a:pt x="39" y="58"/>
                  <a:pt x="34" y="58"/>
                </a:cubicBezTo>
                <a:cubicBezTo>
                  <a:pt x="34" y="57"/>
                  <a:pt x="34" y="56"/>
                  <a:pt x="34" y="55"/>
                </a:cubicBezTo>
                <a:cubicBezTo>
                  <a:pt x="39" y="54"/>
                  <a:pt x="39" y="54"/>
                  <a:pt x="39" y="54"/>
                </a:cubicBezTo>
                <a:cubicBezTo>
                  <a:pt x="40" y="54"/>
                  <a:pt x="42" y="53"/>
                  <a:pt x="42" y="52"/>
                </a:cubicBezTo>
                <a:cubicBezTo>
                  <a:pt x="42" y="51"/>
                  <a:pt x="37" y="39"/>
                  <a:pt x="37" y="38"/>
                </a:cubicBezTo>
                <a:cubicBezTo>
                  <a:pt x="20" y="38"/>
                  <a:pt x="20" y="38"/>
                  <a:pt x="20" y="38"/>
                </a:cubicBezTo>
                <a:cubicBezTo>
                  <a:pt x="19" y="40"/>
                  <a:pt x="15" y="50"/>
                  <a:pt x="15" y="51"/>
                </a:cubicBezTo>
                <a:cubicBezTo>
                  <a:pt x="15" y="54"/>
                  <a:pt x="21" y="54"/>
                  <a:pt x="23" y="55"/>
                </a:cubicBezTo>
                <a:cubicBezTo>
                  <a:pt x="23" y="55"/>
                  <a:pt x="23" y="56"/>
                  <a:pt x="23" y="57"/>
                </a:cubicBezTo>
                <a:cubicBezTo>
                  <a:pt x="23" y="57"/>
                  <a:pt x="23" y="57"/>
                  <a:pt x="23" y="58"/>
                </a:cubicBezTo>
                <a:cubicBezTo>
                  <a:pt x="18" y="58"/>
                  <a:pt x="14" y="57"/>
                  <a:pt x="9" y="57"/>
                </a:cubicBezTo>
                <a:cubicBezTo>
                  <a:pt x="9" y="57"/>
                  <a:pt x="8" y="57"/>
                  <a:pt x="8" y="57"/>
                </a:cubicBezTo>
                <a:cubicBezTo>
                  <a:pt x="5" y="58"/>
                  <a:pt x="3" y="58"/>
                  <a:pt x="0" y="58"/>
                </a:cubicBezTo>
                <a:lnTo>
                  <a:pt x="1" y="55"/>
                </a:lnTo>
                <a:close/>
                <a:moveTo>
                  <a:pt x="22" y="33"/>
                </a:moveTo>
                <a:cubicBezTo>
                  <a:pt x="25" y="33"/>
                  <a:pt x="29" y="33"/>
                  <a:pt x="33" y="33"/>
                </a:cubicBezTo>
                <a:cubicBezTo>
                  <a:pt x="34" y="33"/>
                  <a:pt x="34" y="33"/>
                  <a:pt x="35" y="33"/>
                </a:cubicBezTo>
                <a:cubicBezTo>
                  <a:pt x="33" y="27"/>
                  <a:pt x="31" y="21"/>
                  <a:pt x="28" y="16"/>
                </a:cubicBezTo>
                <a:lnTo>
                  <a:pt x="22" y="3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49" name="Freeform 199"/>
          <p:cNvSpPr/>
          <p:nvPr/>
        </p:nvSpPr>
        <p:spPr>
          <a:xfrm>
            <a:off x="1976400" y="3992400"/>
            <a:ext cx="233280" cy="233640"/>
          </a:xfrm>
          <a:custGeom>
            <a:avLst/>
            <a:gdLst/>
            <a:ahLst/>
            <a:rect l="l" t="t" r="r" b="b"/>
            <a:pathLst>
              <a:path w="68" h="68">
                <a:moveTo>
                  <a:pt x="68" y="34"/>
                </a:moveTo>
                <a:cubicBezTo>
                  <a:pt x="68" y="52"/>
                  <a:pt x="53" y="68"/>
                  <a:pt x="34" y="68"/>
                </a:cubicBezTo>
                <a:cubicBezTo>
                  <a:pt x="15" y="68"/>
                  <a:pt x="0" y="52"/>
                  <a:pt x="0" y="34"/>
                </a:cubicBezTo>
                <a:cubicBezTo>
                  <a:pt x="0" y="15"/>
                  <a:pt x="15" y="0"/>
                  <a:pt x="34" y="0"/>
                </a:cubicBezTo>
                <a:cubicBezTo>
                  <a:pt x="53" y="0"/>
                  <a:pt x="68" y="15"/>
                  <a:pt x="68" y="34"/>
                </a:cubicBezTo>
                <a:close/>
                <a:moveTo>
                  <a:pt x="63" y="34"/>
                </a:moveTo>
                <a:cubicBezTo>
                  <a:pt x="63" y="34"/>
                  <a:pt x="63" y="34"/>
                  <a:pt x="63" y="34"/>
                </a:cubicBezTo>
                <a:cubicBezTo>
                  <a:pt x="59" y="37"/>
                  <a:pt x="59" y="37"/>
                  <a:pt x="59" y="37"/>
                </a:cubicBezTo>
                <a:cubicBezTo>
                  <a:pt x="50" y="28"/>
                  <a:pt x="50" y="28"/>
                  <a:pt x="50" y="28"/>
                </a:cubicBezTo>
                <a:cubicBezTo>
                  <a:pt x="52" y="16"/>
                  <a:pt x="52" y="16"/>
                  <a:pt x="52" y="16"/>
                </a:cubicBezTo>
                <a:cubicBezTo>
                  <a:pt x="57" y="17"/>
                  <a:pt x="57" y="17"/>
                  <a:pt x="57" y="17"/>
                </a:cubicBezTo>
                <a:cubicBezTo>
                  <a:pt x="54" y="12"/>
                  <a:pt x="49" y="8"/>
                  <a:pt x="43" y="6"/>
                </a:cubicBezTo>
                <a:cubicBezTo>
                  <a:pt x="45" y="11"/>
                  <a:pt x="45" y="11"/>
                  <a:pt x="45" y="11"/>
                </a:cubicBezTo>
                <a:cubicBezTo>
                  <a:pt x="34" y="17"/>
                  <a:pt x="34" y="17"/>
                  <a:pt x="34" y="17"/>
                </a:cubicBezTo>
                <a:cubicBezTo>
                  <a:pt x="23" y="11"/>
                  <a:pt x="23" y="11"/>
                  <a:pt x="23" y="11"/>
                </a:cubicBezTo>
                <a:cubicBezTo>
                  <a:pt x="25" y="6"/>
                  <a:pt x="25" y="6"/>
                  <a:pt x="25" y="6"/>
                </a:cubicBezTo>
                <a:cubicBezTo>
                  <a:pt x="19" y="8"/>
                  <a:pt x="14" y="12"/>
                  <a:pt x="10" y="17"/>
                </a:cubicBezTo>
                <a:cubicBezTo>
                  <a:pt x="15" y="16"/>
                  <a:pt x="15" y="16"/>
                  <a:pt x="15" y="16"/>
                </a:cubicBezTo>
                <a:cubicBezTo>
                  <a:pt x="18" y="28"/>
                  <a:pt x="18" y="28"/>
                  <a:pt x="18" y="28"/>
                </a:cubicBezTo>
                <a:cubicBezTo>
                  <a:pt x="8" y="37"/>
                  <a:pt x="8" y="37"/>
                  <a:pt x="8" y="37"/>
                </a:cubicBezTo>
                <a:cubicBezTo>
                  <a:pt x="5" y="34"/>
                  <a:pt x="5" y="34"/>
                  <a:pt x="5" y="34"/>
                </a:cubicBezTo>
                <a:cubicBezTo>
                  <a:pt x="5" y="34"/>
                  <a:pt x="5" y="34"/>
                  <a:pt x="5" y="34"/>
                </a:cubicBezTo>
                <a:cubicBezTo>
                  <a:pt x="5" y="40"/>
                  <a:pt x="7" y="46"/>
                  <a:pt x="10" y="51"/>
                </a:cubicBezTo>
                <a:cubicBezTo>
                  <a:pt x="11" y="46"/>
                  <a:pt x="11" y="46"/>
                  <a:pt x="11" y="46"/>
                </a:cubicBezTo>
                <a:cubicBezTo>
                  <a:pt x="24" y="47"/>
                  <a:pt x="24" y="47"/>
                  <a:pt x="24" y="47"/>
                </a:cubicBezTo>
                <a:cubicBezTo>
                  <a:pt x="29" y="59"/>
                  <a:pt x="29" y="59"/>
                  <a:pt x="29" y="59"/>
                </a:cubicBezTo>
                <a:cubicBezTo>
                  <a:pt x="25" y="61"/>
                  <a:pt x="25" y="61"/>
                  <a:pt x="25" y="61"/>
                </a:cubicBezTo>
                <a:cubicBezTo>
                  <a:pt x="28" y="62"/>
                  <a:pt x="31" y="63"/>
                  <a:pt x="34" y="63"/>
                </a:cubicBezTo>
                <a:cubicBezTo>
                  <a:pt x="37" y="63"/>
                  <a:pt x="40" y="62"/>
                  <a:pt x="43" y="61"/>
                </a:cubicBezTo>
                <a:cubicBezTo>
                  <a:pt x="38" y="59"/>
                  <a:pt x="38" y="59"/>
                  <a:pt x="38" y="59"/>
                </a:cubicBezTo>
                <a:cubicBezTo>
                  <a:pt x="44" y="47"/>
                  <a:pt x="44" y="47"/>
                  <a:pt x="44" y="47"/>
                </a:cubicBezTo>
                <a:cubicBezTo>
                  <a:pt x="56" y="46"/>
                  <a:pt x="56" y="46"/>
                  <a:pt x="56" y="46"/>
                </a:cubicBezTo>
                <a:cubicBezTo>
                  <a:pt x="57" y="51"/>
                  <a:pt x="57" y="51"/>
                  <a:pt x="57" y="51"/>
                </a:cubicBezTo>
                <a:cubicBezTo>
                  <a:pt x="61" y="46"/>
                  <a:pt x="63" y="40"/>
                  <a:pt x="63" y="34"/>
                </a:cubicBezTo>
                <a:close/>
                <a:moveTo>
                  <a:pt x="34" y="23"/>
                </a:moveTo>
                <a:cubicBezTo>
                  <a:pt x="45" y="31"/>
                  <a:pt x="45" y="31"/>
                  <a:pt x="45" y="31"/>
                </a:cubicBezTo>
                <a:cubicBezTo>
                  <a:pt x="41" y="43"/>
                  <a:pt x="41" y="43"/>
                  <a:pt x="41" y="43"/>
                </a:cubicBezTo>
                <a:cubicBezTo>
                  <a:pt x="27" y="43"/>
                  <a:pt x="27" y="43"/>
                  <a:pt x="27" y="43"/>
                </a:cubicBezTo>
                <a:cubicBezTo>
                  <a:pt x="23" y="31"/>
                  <a:pt x="23" y="31"/>
                  <a:pt x="23" y="31"/>
                </a:cubicBezTo>
                <a:lnTo>
                  <a:pt x="34" y="2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0" name="Freeform 200"/>
          <p:cNvSpPr/>
          <p:nvPr/>
        </p:nvSpPr>
        <p:spPr>
          <a:xfrm>
            <a:off x="2471760" y="3992400"/>
            <a:ext cx="233280" cy="233640"/>
          </a:xfrm>
          <a:custGeom>
            <a:avLst/>
            <a:gdLst/>
            <a:ahLst/>
            <a:rect l="l" t="t" r="r" b="b"/>
            <a:pathLst>
              <a:path w="68" h="68">
                <a:moveTo>
                  <a:pt x="34" y="68"/>
                </a:moveTo>
                <a:cubicBezTo>
                  <a:pt x="15" y="68"/>
                  <a:pt x="0" y="52"/>
                  <a:pt x="0" y="34"/>
                </a:cubicBezTo>
                <a:cubicBezTo>
                  <a:pt x="0" y="15"/>
                  <a:pt x="15" y="0"/>
                  <a:pt x="34" y="0"/>
                </a:cubicBezTo>
                <a:cubicBezTo>
                  <a:pt x="53" y="0"/>
                  <a:pt x="68" y="15"/>
                  <a:pt x="68" y="34"/>
                </a:cubicBezTo>
                <a:cubicBezTo>
                  <a:pt x="68" y="52"/>
                  <a:pt x="53" y="68"/>
                  <a:pt x="34" y="68"/>
                </a:cubicBezTo>
                <a:close/>
                <a:moveTo>
                  <a:pt x="34" y="1"/>
                </a:moveTo>
                <a:cubicBezTo>
                  <a:pt x="16" y="1"/>
                  <a:pt x="1" y="16"/>
                  <a:pt x="1" y="34"/>
                </a:cubicBezTo>
                <a:cubicBezTo>
                  <a:pt x="1" y="52"/>
                  <a:pt x="16" y="66"/>
                  <a:pt x="34" y="66"/>
                </a:cubicBezTo>
                <a:cubicBezTo>
                  <a:pt x="52" y="66"/>
                  <a:pt x="66" y="52"/>
                  <a:pt x="66" y="34"/>
                </a:cubicBezTo>
                <a:cubicBezTo>
                  <a:pt x="66" y="16"/>
                  <a:pt x="52" y="1"/>
                  <a:pt x="34" y="1"/>
                </a:cubicBezTo>
                <a:close/>
                <a:moveTo>
                  <a:pt x="7" y="43"/>
                </a:moveTo>
                <a:cubicBezTo>
                  <a:pt x="8" y="44"/>
                  <a:pt x="8" y="46"/>
                  <a:pt x="9" y="47"/>
                </a:cubicBezTo>
                <a:cubicBezTo>
                  <a:pt x="7" y="48"/>
                  <a:pt x="7" y="48"/>
                  <a:pt x="7" y="48"/>
                </a:cubicBezTo>
                <a:cubicBezTo>
                  <a:pt x="4" y="44"/>
                  <a:pt x="3" y="39"/>
                  <a:pt x="3" y="34"/>
                </a:cubicBezTo>
                <a:cubicBezTo>
                  <a:pt x="3" y="28"/>
                  <a:pt x="4" y="23"/>
                  <a:pt x="7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8" y="22"/>
                  <a:pt x="8" y="23"/>
                  <a:pt x="7" y="25"/>
                </a:cubicBezTo>
                <a:cubicBezTo>
                  <a:pt x="10" y="26"/>
                  <a:pt x="10" y="26"/>
                  <a:pt x="10" y="26"/>
                </a:cubicBezTo>
                <a:cubicBezTo>
                  <a:pt x="9" y="28"/>
                  <a:pt x="9" y="31"/>
                  <a:pt x="9" y="34"/>
                </a:cubicBezTo>
                <a:cubicBezTo>
                  <a:pt x="9" y="37"/>
                  <a:pt x="9" y="39"/>
                  <a:pt x="10" y="42"/>
                </a:cubicBezTo>
                <a:lnTo>
                  <a:pt x="7" y="43"/>
                </a:lnTo>
                <a:close/>
                <a:moveTo>
                  <a:pt x="33" y="64"/>
                </a:moveTo>
                <a:cubicBezTo>
                  <a:pt x="22" y="64"/>
                  <a:pt x="13" y="58"/>
                  <a:pt x="8" y="50"/>
                </a:cubicBezTo>
                <a:cubicBezTo>
                  <a:pt x="10" y="48"/>
                  <a:pt x="10" y="48"/>
                  <a:pt x="10" y="48"/>
                </a:cubicBezTo>
                <a:cubicBezTo>
                  <a:pt x="11" y="50"/>
                  <a:pt x="12" y="51"/>
                  <a:pt x="13" y="52"/>
                </a:cubicBezTo>
                <a:cubicBezTo>
                  <a:pt x="15" y="50"/>
                  <a:pt x="15" y="50"/>
                  <a:pt x="15" y="50"/>
                </a:cubicBezTo>
                <a:cubicBezTo>
                  <a:pt x="19" y="54"/>
                  <a:pt x="23" y="57"/>
                  <a:pt x="29" y="58"/>
                </a:cubicBezTo>
                <a:cubicBezTo>
                  <a:pt x="28" y="61"/>
                  <a:pt x="28" y="61"/>
                  <a:pt x="28" y="61"/>
                </a:cubicBezTo>
                <a:cubicBezTo>
                  <a:pt x="30" y="62"/>
                  <a:pt x="31" y="62"/>
                  <a:pt x="33" y="62"/>
                </a:cubicBezTo>
                <a:lnTo>
                  <a:pt x="33" y="64"/>
                </a:lnTo>
                <a:close/>
                <a:moveTo>
                  <a:pt x="33" y="6"/>
                </a:moveTo>
                <a:cubicBezTo>
                  <a:pt x="31" y="6"/>
                  <a:pt x="30" y="6"/>
                  <a:pt x="28" y="6"/>
                </a:cubicBezTo>
                <a:cubicBezTo>
                  <a:pt x="29" y="9"/>
                  <a:pt x="29" y="9"/>
                  <a:pt x="29" y="9"/>
                </a:cubicBezTo>
                <a:cubicBezTo>
                  <a:pt x="23" y="10"/>
                  <a:pt x="19" y="13"/>
                  <a:pt x="15" y="17"/>
                </a:cubicBezTo>
                <a:cubicBezTo>
                  <a:pt x="13" y="15"/>
                  <a:pt x="13" y="15"/>
                  <a:pt x="13" y="15"/>
                </a:cubicBezTo>
                <a:cubicBezTo>
                  <a:pt x="12" y="16"/>
                  <a:pt x="11" y="18"/>
                  <a:pt x="10" y="19"/>
                </a:cubicBezTo>
                <a:cubicBezTo>
                  <a:pt x="8" y="18"/>
                  <a:pt x="8" y="18"/>
                  <a:pt x="8" y="18"/>
                </a:cubicBezTo>
                <a:cubicBezTo>
                  <a:pt x="13" y="9"/>
                  <a:pt x="22" y="3"/>
                  <a:pt x="33" y="3"/>
                </a:cubicBezTo>
                <a:lnTo>
                  <a:pt x="33" y="6"/>
                </a:lnTo>
                <a:close/>
                <a:moveTo>
                  <a:pt x="43" y="30"/>
                </a:moveTo>
                <a:cubicBezTo>
                  <a:pt x="44" y="32"/>
                  <a:pt x="44" y="33"/>
                  <a:pt x="44" y="34"/>
                </a:cubicBezTo>
                <a:cubicBezTo>
                  <a:pt x="44" y="35"/>
                  <a:pt x="44" y="36"/>
                  <a:pt x="43" y="37"/>
                </a:cubicBezTo>
                <a:cubicBezTo>
                  <a:pt x="52" y="40"/>
                  <a:pt x="52" y="40"/>
                  <a:pt x="52" y="40"/>
                </a:cubicBezTo>
                <a:cubicBezTo>
                  <a:pt x="51" y="42"/>
                  <a:pt x="50" y="45"/>
                  <a:pt x="48" y="46"/>
                </a:cubicBezTo>
                <a:cubicBezTo>
                  <a:pt x="41" y="40"/>
                  <a:pt x="41" y="40"/>
                  <a:pt x="41" y="40"/>
                </a:cubicBezTo>
                <a:cubicBezTo>
                  <a:pt x="40" y="42"/>
                  <a:pt x="38" y="43"/>
                  <a:pt x="36" y="43"/>
                </a:cubicBezTo>
                <a:cubicBezTo>
                  <a:pt x="37" y="53"/>
                  <a:pt x="37" y="53"/>
                  <a:pt x="37" y="53"/>
                </a:cubicBezTo>
                <a:cubicBezTo>
                  <a:pt x="36" y="53"/>
                  <a:pt x="35" y="53"/>
                  <a:pt x="34" y="53"/>
                </a:cubicBezTo>
                <a:cubicBezTo>
                  <a:pt x="32" y="53"/>
                  <a:pt x="31" y="53"/>
                  <a:pt x="30" y="53"/>
                </a:cubicBezTo>
                <a:cubicBezTo>
                  <a:pt x="32" y="43"/>
                  <a:pt x="32" y="43"/>
                  <a:pt x="32" y="43"/>
                </a:cubicBezTo>
                <a:cubicBezTo>
                  <a:pt x="30" y="43"/>
                  <a:pt x="28" y="42"/>
                  <a:pt x="26" y="40"/>
                </a:cubicBezTo>
                <a:cubicBezTo>
                  <a:pt x="19" y="46"/>
                  <a:pt x="19" y="46"/>
                  <a:pt x="19" y="46"/>
                </a:cubicBezTo>
                <a:cubicBezTo>
                  <a:pt x="18" y="45"/>
                  <a:pt x="16" y="42"/>
                  <a:pt x="16" y="40"/>
                </a:cubicBezTo>
                <a:cubicBezTo>
                  <a:pt x="24" y="37"/>
                  <a:pt x="24" y="37"/>
                  <a:pt x="24" y="37"/>
                </a:cubicBezTo>
                <a:cubicBezTo>
                  <a:pt x="24" y="36"/>
                  <a:pt x="24" y="35"/>
                  <a:pt x="24" y="34"/>
                </a:cubicBezTo>
                <a:cubicBezTo>
                  <a:pt x="24" y="33"/>
                  <a:pt x="24" y="32"/>
                  <a:pt x="24" y="30"/>
                </a:cubicBezTo>
                <a:cubicBezTo>
                  <a:pt x="16" y="27"/>
                  <a:pt x="16" y="27"/>
                  <a:pt x="16" y="27"/>
                </a:cubicBezTo>
                <a:cubicBezTo>
                  <a:pt x="16" y="25"/>
                  <a:pt x="18" y="23"/>
                  <a:pt x="19" y="21"/>
                </a:cubicBezTo>
                <a:cubicBezTo>
                  <a:pt x="26" y="27"/>
                  <a:pt x="26" y="27"/>
                  <a:pt x="26" y="27"/>
                </a:cubicBezTo>
                <a:cubicBezTo>
                  <a:pt x="28" y="26"/>
                  <a:pt x="30" y="24"/>
                  <a:pt x="32" y="24"/>
                </a:cubicBezTo>
                <a:cubicBezTo>
                  <a:pt x="30" y="15"/>
                  <a:pt x="30" y="15"/>
                  <a:pt x="30" y="15"/>
                </a:cubicBezTo>
                <a:cubicBezTo>
                  <a:pt x="31" y="15"/>
                  <a:pt x="32" y="14"/>
                  <a:pt x="34" y="14"/>
                </a:cubicBezTo>
                <a:cubicBezTo>
                  <a:pt x="35" y="14"/>
                  <a:pt x="36" y="15"/>
                  <a:pt x="37" y="15"/>
                </a:cubicBezTo>
                <a:cubicBezTo>
                  <a:pt x="36" y="24"/>
                  <a:pt x="36" y="24"/>
                  <a:pt x="36" y="24"/>
                </a:cubicBezTo>
                <a:cubicBezTo>
                  <a:pt x="38" y="24"/>
                  <a:pt x="40" y="26"/>
                  <a:pt x="41" y="27"/>
                </a:cubicBezTo>
                <a:cubicBezTo>
                  <a:pt x="48" y="21"/>
                  <a:pt x="48" y="21"/>
                  <a:pt x="48" y="21"/>
                </a:cubicBezTo>
                <a:cubicBezTo>
                  <a:pt x="50" y="23"/>
                  <a:pt x="51" y="25"/>
                  <a:pt x="52" y="27"/>
                </a:cubicBezTo>
                <a:lnTo>
                  <a:pt x="43" y="30"/>
                </a:lnTo>
                <a:close/>
                <a:moveTo>
                  <a:pt x="58" y="19"/>
                </a:moveTo>
                <a:cubicBezTo>
                  <a:pt x="57" y="18"/>
                  <a:pt x="56" y="16"/>
                  <a:pt x="55" y="15"/>
                </a:cubicBezTo>
                <a:cubicBezTo>
                  <a:pt x="53" y="17"/>
                  <a:pt x="53" y="17"/>
                  <a:pt x="53" y="17"/>
                </a:cubicBezTo>
                <a:cubicBezTo>
                  <a:pt x="49" y="13"/>
                  <a:pt x="44" y="10"/>
                  <a:pt x="39" y="9"/>
                </a:cubicBezTo>
                <a:cubicBezTo>
                  <a:pt x="39" y="6"/>
                  <a:pt x="39" y="6"/>
                  <a:pt x="39" y="6"/>
                </a:cubicBezTo>
                <a:cubicBezTo>
                  <a:pt x="38" y="6"/>
                  <a:pt x="36" y="6"/>
                  <a:pt x="35" y="6"/>
                </a:cubicBezTo>
                <a:cubicBezTo>
                  <a:pt x="35" y="3"/>
                  <a:pt x="35" y="3"/>
                  <a:pt x="35" y="3"/>
                </a:cubicBezTo>
                <a:cubicBezTo>
                  <a:pt x="45" y="3"/>
                  <a:pt x="55" y="9"/>
                  <a:pt x="60" y="18"/>
                </a:cubicBezTo>
                <a:lnTo>
                  <a:pt x="58" y="19"/>
                </a:lnTo>
                <a:close/>
                <a:moveTo>
                  <a:pt x="60" y="50"/>
                </a:moveTo>
                <a:cubicBezTo>
                  <a:pt x="55" y="58"/>
                  <a:pt x="45" y="64"/>
                  <a:pt x="35" y="64"/>
                </a:cubicBezTo>
                <a:cubicBezTo>
                  <a:pt x="35" y="62"/>
                  <a:pt x="35" y="62"/>
                  <a:pt x="35" y="62"/>
                </a:cubicBezTo>
                <a:cubicBezTo>
                  <a:pt x="36" y="62"/>
                  <a:pt x="38" y="62"/>
                  <a:pt x="39" y="61"/>
                </a:cubicBezTo>
                <a:cubicBezTo>
                  <a:pt x="39" y="58"/>
                  <a:pt x="39" y="58"/>
                  <a:pt x="39" y="58"/>
                </a:cubicBezTo>
                <a:cubicBezTo>
                  <a:pt x="44" y="57"/>
                  <a:pt x="49" y="54"/>
                  <a:pt x="53" y="50"/>
                </a:cubicBezTo>
                <a:cubicBezTo>
                  <a:pt x="55" y="52"/>
                  <a:pt x="55" y="52"/>
                  <a:pt x="55" y="52"/>
                </a:cubicBezTo>
                <a:cubicBezTo>
                  <a:pt x="56" y="51"/>
                  <a:pt x="57" y="50"/>
                  <a:pt x="58" y="48"/>
                </a:cubicBezTo>
                <a:lnTo>
                  <a:pt x="60" y="50"/>
                </a:lnTo>
                <a:close/>
                <a:moveTo>
                  <a:pt x="61" y="48"/>
                </a:moveTo>
                <a:cubicBezTo>
                  <a:pt x="59" y="47"/>
                  <a:pt x="59" y="47"/>
                  <a:pt x="59" y="47"/>
                </a:cubicBezTo>
                <a:cubicBezTo>
                  <a:pt x="59" y="46"/>
                  <a:pt x="60" y="44"/>
                  <a:pt x="60" y="43"/>
                </a:cubicBezTo>
                <a:cubicBezTo>
                  <a:pt x="57" y="42"/>
                  <a:pt x="57" y="42"/>
                  <a:pt x="57" y="42"/>
                </a:cubicBezTo>
                <a:cubicBezTo>
                  <a:pt x="58" y="39"/>
                  <a:pt x="59" y="37"/>
                  <a:pt x="59" y="34"/>
                </a:cubicBezTo>
                <a:cubicBezTo>
                  <a:pt x="59" y="31"/>
                  <a:pt x="58" y="28"/>
                  <a:pt x="57" y="26"/>
                </a:cubicBezTo>
                <a:cubicBezTo>
                  <a:pt x="60" y="25"/>
                  <a:pt x="60" y="25"/>
                  <a:pt x="60" y="25"/>
                </a:cubicBezTo>
                <a:cubicBezTo>
                  <a:pt x="60" y="23"/>
                  <a:pt x="59" y="22"/>
                  <a:pt x="59" y="20"/>
                </a:cubicBezTo>
                <a:cubicBezTo>
                  <a:pt x="61" y="19"/>
                  <a:pt x="61" y="19"/>
                  <a:pt x="61" y="19"/>
                </a:cubicBezTo>
                <a:cubicBezTo>
                  <a:pt x="63" y="23"/>
                  <a:pt x="64" y="28"/>
                  <a:pt x="64" y="34"/>
                </a:cubicBezTo>
                <a:cubicBezTo>
                  <a:pt x="64" y="39"/>
                  <a:pt x="63" y="44"/>
                  <a:pt x="61" y="4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1" name="Freeform 201"/>
          <p:cNvSpPr/>
          <p:nvPr/>
        </p:nvSpPr>
        <p:spPr>
          <a:xfrm>
            <a:off x="2971800" y="3992400"/>
            <a:ext cx="217440" cy="233640"/>
          </a:xfrm>
          <a:custGeom>
            <a:avLst/>
            <a:gdLst/>
            <a:ahLst/>
            <a:rect l="l" t="t" r="r" b="b"/>
            <a:pathLst>
              <a:path w="63" h="68">
                <a:moveTo>
                  <a:pt x="28" y="24"/>
                </a:moveTo>
                <a:cubicBezTo>
                  <a:pt x="27" y="24"/>
                  <a:pt x="26" y="24"/>
                  <a:pt x="25" y="25"/>
                </a:cubicBezTo>
                <a:cubicBezTo>
                  <a:pt x="26" y="26"/>
                  <a:pt x="26" y="27"/>
                  <a:pt x="26" y="28"/>
                </a:cubicBezTo>
                <a:cubicBezTo>
                  <a:pt x="26" y="34"/>
                  <a:pt x="22" y="39"/>
                  <a:pt x="16" y="40"/>
                </a:cubicBezTo>
                <a:cubicBezTo>
                  <a:pt x="14" y="41"/>
                  <a:pt x="13" y="42"/>
                  <a:pt x="13" y="44"/>
                </a:cubicBezTo>
                <a:cubicBezTo>
                  <a:pt x="13" y="49"/>
                  <a:pt x="28" y="45"/>
                  <a:pt x="28" y="56"/>
                </a:cubicBezTo>
                <a:cubicBezTo>
                  <a:pt x="28" y="65"/>
                  <a:pt x="22" y="68"/>
                  <a:pt x="14" y="68"/>
                </a:cubicBezTo>
                <a:cubicBezTo>
                  <a:pt x="8" y="68"/>
                  <a:pt x="0" y="66"/>
                  <a:pt x="0" y="58"/>
                </a:cubicBezTo>
                <a:cubicBezTo>
                  <a:pt x="0" y="53"/>
                  <a:pt x="3" y="51"/>
                  <a:pt x="7" y="49"/>
                </a:cubicBezTo>
                <a:cubicBezTo>
                  <a:pt x="7" y="49"/>
                  <a:pt x="7" y="49"/>
                  <a:pt x="7" y="49"/>
                </a:cubicBezTo>
                <a:cubicBezTo>
                  <a:pt x="6" y="48"/>
                  <a:pt x="5" y="46"/>
                  <a:pt x="5" y="44"/>
                </a:cubicBezTo>
                <a:cubicBezTo>
                  <a:pt x="5" y="42"/>
                  <a:pt x="5" y="40"/>
                  <a:pt x="7" y="39"/>
                </a:cubicBezTo>
                <a:cubicBezTo>
                  <a:pt x="7" y="39"/>
                  <a:pt x="7" y="39"/>
                  <a:pt x="7" y="39"/>
                </a:cubicBezTo>
                <a:cubicBezTo>
                  <a:pt x="3" y="38"/>
                  <a:pt x="1" y="32"/>
                  <a:pt x="1" y="29"/>
                </a:cubicBezTo>
                <a:cubicBezTo>
                  <a:pt x="1" y="21"/>
                  <a:pt x="6" y="16"/>
                  <a:pt x="13" y="16"/>
                </a:cubicBezTo>
                <a:cubicBezTo>
                  <a:pt x="16" y="16"/>
                  <a:pt x="18" y="17"/>
                  <a:pt x="20" y="18"/>
                </a:cubicBezTo>
                <a:cubicBezTo>
                  <a:pt x="23" y="18"/>
                  <a:pt x="26" y="17"/>
                  <a:pt x="28" y="16"/>
                </a:cubicBezTo>
                <a:lnTo>
                  <a:pt x="28" y="24"/>
                </a:lnTo>
                <a:close/>
                <a:moveTo>
                  <a:pt x="14" y="53"/>
                </a:moveTo>
                <a:cubicBezTo>
                  <a:pt x="11" y="53"/>
                  <a:pt x="8" y="54"/>
                  <a:pt x="8" y="57"/>
                </a:cubicBezTo>
                <a:cubicBezTo>
                  <a:pt x="8" y="61"/>
                  <a:pt x="12" y="61"/>
                  <a:pt x="15" y="61"/>
                </a:cubicBezTo>
                <a:cubicBezTo>
                  <a:pt x="17" y="61"/>
                  <a:pt x="20" y="60"/>
                  <a:pt x="20" y="57"/>
                </a:cubicBezTo>
                <a:cubicBezTo>
                  <a:pt x="20" y="54"/>
                  <a:pt x="17" y="53"/>
                  <a:pt x="14" y="53"/>
                </a:cubicBezTo>
                <a:close/>
                <a:moveTo>
                  <a:pt x="14" y="23"/>
                </a:moveTo>
                <a:cubicBezTo>
                  <a:pt x="10" y="23"/>
                  <a:pt x="9" y="25"/>
                  <a:pt x="9" y="29"/>
                </a:cubicBezTo>
                <a:cubicBezTo>
                  <a:pt x="9" y="32"/>
                  <a:pt x="10" y="34"/>
                  <a:pt x="14" y="34"/>
                </a:cubicBezTo>
                <a:cubicBezTo>
                  <a:pt x="17" y="34"/>
                  <a:pt x="18" y="32"/>
                  <a:pt x="18" y="29"/>
                </a:cubicBezTo>
                <a:cubicBezTo>
                  <a:pt x="18" y="26"/>
                  <a:pt x="17" y="23"/>
                  <a:pt x="14" y="23"/>
                </a:cubicBezTo>
                <a:close/>
                <a:moveTo>
                  <a:pt x="36" y="11"/>
                </a:moveTo>
                <a:cubicBezTo>
                  <a:pt x="33" y="11"/>
                  <a:pt x="31" y="8"/>
                  <a:pt x="31" y="5"/>
                </a:cubicBezTo>
                <a:cubicBezTo>
                  <a:pt x="31" y="2"/>
                  <a:pt x="33" y="0"/>
                  <a:pt x="36" y="0"/>
                </a:cubicBezTo>
                <a:cubicBezTo>
                  <a:pt x="39" y="0"/>
                  <a:pt x="41" y="2"/>
                  <a:pt x="41" y="5"/>
                </a:cubicBezTo>
                <a:cubicBezTo>
                  <a:pt x="41" y="8"/>
                  <a:pt x="39" y="11"/>
                  <a:pt x="36" y="11"/>
                </a:cubicBezTo>
                <a:close/>
                <a:moveTo>
                  <a:pt x="32" y="50"/>
                </a:moveTo>
                <a:cubicBezTo>
                  <a:pt x="32" y="48"/>
                  <a:pt x="32" y="46"/>
                  <a:pt x="32" y="45"/>
                </a:cubicBezTo>
                <a:cubicBezTo>
                  <a:pt x="32" y="21"/>
                  <a:pt x="32" y="21"/>
                  <a:pt x="32" y="21"/>
                </a:cubicBezTo>
                <a:cubicBezTo>
                  <a:pt x="32" y="20"/>
                  <a:pt x="32" y="18"/>
                  <a:pt x="32" y="17"/>
                </a:cubicBezTo>
                <a:cubicBezTo>
                  <a:pt x="40" y="17"/>
                  <a:pt x="40" y="17"/>
                  <a:pt x="40" y="17"/>
                </a:cubicBezTo>
                <a:cubicBezTo>
                  <a:pt x="40" y="18"/>
                  <a:pt x="40" y="20"/>
                  <a:pt x="40" y="21"/>
                </a:cubicBezTo>
                <a:cubicBezTo>
                  <a:pt x="40" y="45"/>
                  <a:pt x="40" y="45"/>
                  <a:pt x="40" y="45"/>
                </a:cubicBezTo>
                <a:cubicBezTo>
                  <a:pt x="40" y="46"/>
                  <a:pt x="40" y="48"/>
                  <a:pt x="40" y="50"/>
                </a:cubicBezTo>
                <a:lnTo>
                  <a:pt x="32" y="50"/>
                </a:lnTo>
                <a:close/>
                <a:moveTo>
                  <a:pt x="63" y="49"/>
                </a:moveTo>
                <a:cubicBezTo>
                  <a:pt x="61" y="50"/>
                  <a:pt x="59" y="50"/>
                  <a:pt x="57" y="50"/>
                </a:cubicBezTo>
                <a:cubicBezTo>
                  <a:pt x="48" y="50"/>
                  <a:pt x="48" y="44"/>
                  <a:pt x="48" y="37"/>
                </a:cubicBezTo>
                <a:cubicBezTo>
                  <a:pt x="48" y="24"/>
                  <a:pt x="48" y="24"/>
                  <a:pt x="48" y="24"/>
                </a:cubicBezTo>
                <a:cubicBezTo>
                  <a:pt x="48" y="24"/>
                  <a:pt x="48" y="24"/>
                  <a:pt x="48" y="24"/>
                </a:cubicBezTo>
                <a:cubicBezTo>
                  <a:pt x="48" y="24"/>
                  <a:pt x="48" y="24"/>
                  <a:pt x="48" y="24"/>
                </a:cubicBezTo>
                <a:cubicBezTo>
                  <a:pt x="47" y="24"/>
                  <a:pt x="47" y="24"/>
                  <a:pt x="46" y="24"/>
                </a:cubicBezTo>
                <a:cubicBezTo>
                  <a:pt x="45" y="24"/>
                  <a:pt x="45" y="24"/>
                  <a:pt x="44" y="24"/>
                </a:cubicBezTo>
                <a:cubicBezTo>
                  <a:pt x="44" y="17"/>
                  <a:pt x="44" y="17"/>
                  <a:pt x="44" y="17"/>
                </a:cubicBezTo>
                <a:cubicBezTo>
                  <a:pt x="48" y="17"/>
                  <a:pt x="48" y="17"/>
                  <a:pt x="48" y="17"/>
                </a:cubicBezTo>
                <a:cubicBezTo>
                  <a:pt x="48" y="14"/>
                  <a:pt x="48" y="14"/>
                  <a:pt x="48" y="14"/>
                </a:cubicBezTo>
                <a:cubicBezTo>
                  <a:pt x="48" y="13"/>
                  <a:pt x="48" y="11"/>
                  <a:pt x="47" y="10"/>
                </a:cubicBezTo>
                <a:cubicBezTo>
                  <a:pt x="56" y="10"/>
                  <a:pt x="56" y="10"/>
                  <a:pt x="56" y="10"/>
                </a:cubicBezTo>
                <a:cubicBezTo>
                  <a:pt x="56" y="12"/>
                  <a:pt x="56" y="14"/>
                  <a:pt x="56" y="17"/>
                </a:cubicBezTo>
                <a:cubicBezTo>
                  <a:pt x="62" y="17"/>
                  <a:pt x="62" y="17"/>
                  <a:pt x="62" y="17"/>
                </a:cubicBezTo>
                <a:cubicBezTo>
                  <a:pt x="62" y="24"/>
                  <a:pt x="62" y="24"/>
                  <a:pt x="62" y="24"/>
                </a:cubicBezTo>
                <a:cubicBezTo>
                  <a:pt x="61" y="24"/>
                  <a:pt x="60" y="24"/>
                  <a:pt x="59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56" y="38"/>
                  <a:pt x="56" y="38"/>
                  <a:pt x="56" y="38"/>
                </a:cubicBezTo>
                <a:cubicBezTo>
                  <a:pt x="56" y="40"/>
                  <a:pt x="56" y="42"/>
                  <a:pt x="59" y="42"/>
                </a:cubicBezTo>
                <a:cubicBezTo>
                  <a:pt x="61" y="42"/>
                  <a:pt x="62" y="42"/>
                  <a:pt x="63" y="41"/>
                </a:cubicBezTo>
                <a:lnTo>
                  <a:pt x="63" y="4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2" name="Freeform 202"/>
          <p:cNvSpPr/>
          <p:nvPr/>
        </p:nvSpPr>
        <p:spPr>
          <a:xfrm>
            <a:off x="3460680" y="4010040"/>
            <a:ext cx="201600" cy="198360"/>
          </a:xfrm>
          <a:custGeom>
            <a:avLst/>
            <a:gdLst/>
            <a:ahLst/>
            <a:rect l="l" t="t" r="r" b="b"/>
            <a:pathLst>
              <a:path w="59" h="58">
                <a:moveTo>
                  <a:pt x="59" y="47"/>
                </a:moveTo>
                <a:cubicBezTo>
                  <a:pt x="59" y="53"/>
                  <a:pt x="54" y="58"/>
                  <a:pt x="48" y="58"/>
                </a:cubicBezTo>
                <a:cubicBezTo>
                  <a:pt x="39" y="58"/>
                  <a:pt x="39" y="58"/>
                  <a:pt x="39" y="58"/>
                </a:cubicBezTo>
                <a:cubicBezTo>
                  <a:pt x="38" y="58"/>
                  <a:pt x="37" y="58"/>
                  <a:pt x="37" y="56"/>
                </a:cubicBezTo>
                <a:cubicBezTo>
                  <a:pt x="37" y="55"/>
                  <a:pt x="37" y="51"/>
                  <a:pt x="37" y="47"/>
                </a:cubicBezTo>
                <a:cubicBezTo>
                  <a:pt x="37" y="44"/>
                  <a:pt x="36" y="42"/>
                  <a:pt x="35" y="42"/>
                </a:cubicBezTo>
                <a:cubicBezTo>
                  <a:pt x="41" y="41"/>
                  <a:pt x="48" y="38"/>
                  <a:pt x="48" y="27"/>
                </a:cubicBezTo>
                <a:cubicBezTo>
                  <a:pt x="48" y="24"/>
                  <a:pt x="47" y="21"/>
                  <a:pt x="45" y="19"/>
                </a:cubicBezTo>
                <a:cubicBezTo>
                  <a:pt x="46" y="19"/>
                  <a:pt x="46" y="16"/>
                  <a:pt x="45" y="12"/>
                </a:cubicBezTo>
                <a:cubicBezTo>
                  <a:pt x="42" y="11"/>
                  <a:pt x="37" y="15"/>
                  <a:pt x="37" y="15"/>
                </a:cubicBezTo>
                <a:cubicBezTo>
                  <a:pt x="35" y="14"/>
                  <a:pt x="32" y="14"/>
                  <a:pt x="30" y="14"/>
                </a:cubicBezTo>
                <a:cubicBezTo>
                  <a:pt x="27" y="14"/>
                  <a:pt x="25" y="14"/>
                  <a:pt x="22" y="15"/>
                </a:cubicBezTo>
                <a:cubicBezTo>
                  <a:pt x="22" y="15"/>
                  <a:pt x="17" y="11"/>
                  <a:pt x="14" y="12"/>
                </a:cubicBezTo>
                <a:cubicBezTo>
                  <a:pt x="13" y="16"/>
                  <a:pt x="14" y="19"/>
                  <a:pt x="14" y="19"/>
                </a:cubicBezTo>
                <a:cubicBezTo>
                  <a:pt x="12" y="21"/>
                  <a:pt x="11" y="24"/>
                  <a:pt x="11" y="27"/>
                </a:cubicBezTo>
                <a:cubicBezTo>
                  <a:pt x="11" y="38"/>
                  <a:pt x="18" y="41"/>
                  <a:pt x="24" y="42"/>
                </a:cubicBezTo>
                <a:cubicBezTo>
                  <a:pt x="23" y="42"/>
                  <a:pt x="23" y="44"/>
                  <a:pt x="22" y="45"/>
                </a:cubicBezTo>
                <a:cubicBezTo>
                  <a:pt x="21" y="46"/>
                  <a:pt x="16" y="48"/>
                  <a:pt x="14" y="43"/>
                </a:cubicBezTo>
                <a:cubicBezTo>
                  <a:pt x="12" y="40"/>
                  <a:pt x="9" y="40"/>
                  <a:pt x="9" y="40"/>
                </a:cubicBezTo>
                <a:cubicBezTo>
                  <a:pt x="7" y="40"/>
                  <a:pt x="9" y="42"/>
                  <a:pt x="9" y="42"/>
                </a:cubicBezTo>
                <a:cubicBezTo>
                  <a:pt x="11" y="43"/>
                  <a:pt x="13" y="46"/>
                  <a:pt x="13" y="46"/>
                </a:cubicBezTo>
                <a:cubicBezTo>
                  <a:pt x="14" y="51"/>
                  <a:pt x="22" y="50"/>
                  <a:pt x="22" y="50"/>
                </a:cubicBezTo>
                <a:cubicBezTo>
                  <a:pt x="22" y="52"/>
                  <a:pt x="22" y="55"/>
                  <a:pt x="22" y="56"/>
                </a:cubicBezTo>
                <a:cubicBezTo>
                  <a:pt x="22" y="58"/>
                  <a:pt x="21" y="58"/>
                  <a:pt x="20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54" y="0"/>
                  <a:pt x="59" y="4"/>
                  <a:pt x="59" y="10"/>
                </a:cubicBezTo>
                <a:lnTo>
                  <a:pt x="59" y="47"/>
                </a:lnTo>
                <a:close/>
                <a:moveTo>
                  <a:pt x="11" y="41"/>
                </a:moveTo>
                <a:cubicBezTo>
                  <a:pt x="11" y="41"/>
                  <a:pt x="11" y="41"/>
                  <a:pt x="11" y="41"/>
                </a:cubicBezTo>
                <a:cubicBezTo>
                  <a:pt x="11" y="41"/>
                  <a:pt x="11" y="41"/>
                  <a:pt x="11" y="41"/>
                </a:cubicBezTo>
                <a:cubicBezTo>
                  <a:pt x="11" y="41"/>
                  <a:pt x="12" y="41"/>
                  <a:pt x="11" y="41"/>
                </a:cubicBezTo>
                <a:cubicBezTo>
                  <a:pt x="11" y="42"/>
                  <a:pt x="11" y="42"/>
                  <a:pt x="11" y="41"/>
                </a:cubicBezTo>
                <a:close/>
                <a:moveTo>
                  <a:pt x="12" y="43"/>
                </a:moveTo>
                <a:cubicBezTo>
                  <a:pt x="12" y="42"/>
                  <a:pt x="12" y="42"/>
                  <a:pt x="12" y="42"/>
                </a:cubicBezTo>
                <a:cubicBezTo>
                  <a:pt x="12" y="42"/>
                  <a:pt x="12" y="42"/>
                  <a:pt x="13" y="42"/>
                </a:cubicBezTo>
                <a:cubicBezTo>
                  <a:pt x="13" y="42"/>
                  <a:pt x="13" y="43"/>
                  <a:pt x="13" y="43"/>
                </a:cubicBezTo>
                <a:cubicBezTo>
                  <a:pt x="13" y="43"/>
                  <a:pt x="12" y="43"/>
                  <a:pt x="12" y="43"/>
                </a:cubicBezTo>
                <a:close/>
                <a:moveTo>
                  <a:pt x="14" y="44"/>
                </a:moveTo>
                <a:cubicBezTo>
                  <a:pt x="14" y="45"/>
                  <a:pt x="13" y="44"/>
                  <a:pt x="13" y="44"/>
                </a:cubicBezTo>
                <a:cubicBezTo>
                  <a:pt x="13" y="44"/>
                  <a:pt x="13" y="44"/>
                  <a:pt x="13" y="43"/>
                </a:cubicBezTo>
                <a:cubicBezTo>
                  <a:pt x="13" y="43"/>
                  <a:pt x="14" y="43"/>
                  <a:pt x="14" y="44"/>
                </a:cubicBezTo>
                <a:cubicBezTo>
                  <a:pt x="14" y="44"/>
                  <a:pt x="14" y="44"/>
                  <a:pt x="14" y="44"/>
                </a:cubicBezTo>
                <a:close/>
                <a:moveTo>
                  <a:pt x="15" y="46"/>
                </a:moveTo>
                <a:cubicBezTo>
                  <a:pt x="14" y="46"/>
                  <a:pt x="14" y="45"/>
                  <a:pt x="14" y="45"/>
                </a:cubicBezTo>
                <a:cubicBezTo>
                  <a:pt x="15" y="45"/>
                  <a:pt x="15" y="45"/>
                  <a:pt x="15" y="45"/>
                </a:cubicBezTo>
                <a:cubicBezTo>
                  <a:pt x="15" y="46"/>
                  <a:pt x="16" y="46"/>
                  <a:pt x="15" y="46"/>
                </a:cubicBezTo>
                <a:cubicBezTo>
                  <a:pt x="15" y="46"/>
                  <a:pt x="15" y="46"/>
                  <a:pt x="15" y="46"/>
                </a:cubicBezTo>
                <a:close/>
                <a:moveTo>
                  <a:pt x="17" y="47"/>
                </a:moveTo>
                <a:cubicBezTo>
                  <a:pt x="16" y="47"/>
                  <a:pt x="16" y="47"/>
                  <a:pt x="16" y="47"/>
                </a:cubicBezTo>
                <a:cubicBezTo>
                  <a:pt x="16" y="46"/>
                  <a:pt x="17" y="46"/>
                  <a:pt x="17" y="46"/>
                </a:cubicBezTo>
                <a:cubicBezTo>
                  <a:pt x="17" y="46"/>
                  <a:pt x="18" y="47"/>
                  <a:pt x="18" y="47"/>
                </a:cubicBezTo>
                <a:cubicBezTo>
                  <a:pt x="17" y="47"/>
                  <a:pt x="17" y="47"/>
                  <a:pt x="17" y="47"/>
                </a:cubicBezTo>
                <a:close/>
                <a:moveTo>
                  <a:pt x="19" y="48"/>
                </a:moveTo>
                <a:cubicBezTo>
                  <a:pt x="19" y="48"/>
                  <a:pt x="19" y="47"/>
                  <a:pt x="19" y="47"/>
                </a:cubicBezTo>
                <a:cubicBezTo>
                  <a:pt x="19" y="47"/>
                  <a:pt x="19" y="47"/>
                  <a:pt x="19" y="47"/>
                </a:cubicBezTo>
                <a:cubicBezTo>
                  <a:pt x="20" y="47"/>
                  <a:pt x="20" y="47"/>
                  <a:pt x="20" y="47"/>
                </a:cubicBezTo>
                <a:cubicBezTo>
                  <a:pt x="20" y="47"/>
                  <a:pt x="20" y="48"/>
                  <a:pt x="19" y="48"/>
                </a:cubicBezTo>
                <a:close/>
                <a:moveTo>
                  <a:pt x="22" y="47"/>
                </a:moveTo>
                <a:cubicBezTo>
                  <a:pt x="21" y="47"/>
                  <a:pt x="21" y="47"/>
                  <a:pt x="21" y="47"/>
                </a:cubicBezTo>
                <a:cubicBezTo>
                  <a:pt x="21" y="47"/>
                  <a:pt x="21" y="47"/>
                  <a:pt x="21" y="46"/>
                </a:cubicBezTo>
                <a:cubicBezTo>
                  <a:pt x="22" y="46"/>
                  <a:pt x="22" y="47"/>
                  <a:pt x="22" y="47"/>
                </a:cubicBezTo>
                <a:cubicBezTo>
                  <a:pt x="22" y="47"/>
                  <a:pt x="22" y="47"/>
                  <a:pt x="22" y="4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3" name="Freeform 203"/>
          <p:cNvSpPr/>
          <p:nvPr/>
        </p:nvSpPr>
        <p:spPr>
          <a:xfrm>
            <a:off x="3968640" y="3992400"/>
            <a:ext cx="136800" cy="216000"/>
          </a:xfrm>
          <a:custGeom>
            <a:avLst/>
            <a:gdLst/>
            <a:ahLst/>
            <a:rect l="l" t="t" r="r" b="b"/>
            <a:pathLst>
              <a:path w="40" h="63">
                <a:moveTo>
                  <a:pt x="40" y="0"/>
                </a:moveTo>
                <a:cubicBezTo>
                  <a:pt x="35" y="3"/>
                  <a:pt x="35" y="3"/>
                  <a:pt x="35" y="3"/>
                </a:cubicBezTo>
                <a:cubicBezTo>
                  <a:pt x="30" y="3"/>
                  <a:pt x="30" y="3"/>
                  <a:pt x="30" y="3"/>
                </a:cubicBezTo>
                <a:cubicBezTo>
                  <a:pt x="33" y="6"/>
                  <a:pt x="36" y="9"/>
                  <a:pt x="36" y="14"/>
                </a:cubicBezTo>
                <a:cubicBezTo>
                  <a:pt x="36" y="24"/>
                  <a:pt x="27" y="25"/>
                  <a:pt x="27" y="30"/>
                </a:cubicBezTo>
                <a:cubicBezTo>
                  <a:pt x="27" y="35"/>
                  <a:pt x="38" y="37"/>
                  <a:pt x="38" y="47"/>
                </a:cubicBezTo>
                <a:cubicBezTo>
                  <a:pt x="38" y="50"/>
                  <a:pt x="38" y="52"/>
                  <a:pt x="37" y="54"/>
                </a:cubicBezTo>
                <a:cubicBezTo>
                  <a:pt x="33" y="61"/>
                  <a:pt x="24" y="63"/>
                  <a:pt x="17" y="63"/>
                </a:cubicBezTo>
                <a:cubicBezTo>
                  <a:pt x="12" y="63"/>
                  <a:pt x="5" y="61"/>
                  <a:pt x="1" y="56"/>
                </a:cubicBezTo>
                <a:cubicBezTo>
                  <a:pt x="0" y="55"/>
                  <a:pt x="0" y="53"/>
                  <a:pt x="0" y="51"/>
                </a:cubicBezTo>
                <a:cubicBezTo>
                  <a:pt x="0" y="47"/>
                  <a:pt x="3" y="43"/>
                  <a:pt x="6" y="41"/>
                </a:cubicBezTo>
                <a:cubicBezTo>
                  <a:pt x="11" y="38"/>
                  <a:pt x="16" y="38"/>
                  <a:pt x="21" y="37"/>
                </a:cubicBezTo>
                <a:cubicBezTo>
                  <a:pt x="20" y="35"/>
                  <a:pt x="19" y="34"/>
                  <a:pt x="19" y="32"/>
                </a:cubicBezTo>
                <a:cubicBezTo>
                  <a:pt x="19" y="30"/>
                  <a:pt x="19" y="29"/>
                  <a:pt x="20" y="28"/>
                </a:cubicBezTo>
                <a:cubicBezTo>
                  <a:pt x="19" y="29"/>
                  <a:pt x="18" y="29"/>
                  <a:pt x="17" y="29"/>
                </a:cubicBezTo>
                <a:cubicBezTo>
                  <a:pt x="10" y="29"/>
                  <a:pt x="4" y="23"/>
                  <a:pt x="4" y="16"/>
                </a:cubicBezTo>
                <a:cubicBezTo>
                  <a:pt x="4" y="11"/>
                  <a:pt x="6" y="7"/>
                  <a:pt x="9" y="5"/>
                </a:cubicBezTo>
                <a:cubicBezTo>
                  <a:pt x="13" y="1"/>
                  <a:pt x="19" y="0"/>
                  <a:pt x="24" y="0"/>
                </a:cubicBezTo>
                <a:lnTo>
                  <a:pt x="40" y="0"/>
                </a:lnTo>
                <a:close/>
                <a:moveTo>
                  <a:pt x="24" y="40"/>
                </a:moveTo>
                <a:cubicBezTo>
                  <a:pt x="24" y="40"/>
                  <a:pt x="23" y="40"/>
                  <a:pt x="22" y="40"/>
                </a:cubicBezTo>
                <a:cubicBezTo>
                  <a:pt x="16" y="40"/>
                  <a:pt x="7" y="42"/>
                  <a:pt x="7" y="49"/>
                </a:cubicBezTo>
                <a:cubicBezTo>
                  <a:pt x="7" y="57"/>
                  <a:pt x="15" y="59"/>
                  <a:pt x="21" y="59"/>
                </a:cubicBezTo>
                <a:cubicBezTo>
                  <a:pt x="27" y="59"/>
                  <a:pt x="33" y="57"/>
                  <a:pt x="33" y="51"/>
                </a:cubicBezTo>
                <a:cubicBezTo>
                  <a:pt x="33" y="45"/>
                  <a:pt x="28" y="42"/>
                  <a:pt x="24" y="40"/>
                </a:cubicBezTo>
                <a:close/>
                <a:moveTo>
                  <a:pt x="18" y="3"/>
                </a:moveTo>
                <a:cubicBezTo>
                  <a:pt x="16" y="3"/>
                  <a:pt x="14" y="4"/>
                  <a:pt x="13" y="6"/>
                </a:cubicBezTo>
                <a:cubicBezTo>
                  <a:pt x="11" y="7"/>
                  <a:pt x="11" y="9"/>
                  <a:pt x="11" y="12"/>
                </a:cubicBezTo>
                <a:cubicBezTo>
                  <a:pt x="11" y="17"/>
                  <a:pt x="14" y="26"/>
                  <a:pt x="21" y="26"/>
                </a:cubicBezTo>
                <a:cubicBezTo>
                  <a:pt x="23" y="26"/>
                  <a:pt x="25" y="25"/>
                  <a:pt x="27" y="24"/>
                </a:cubicBezTo>
                <a:cubicBezTo>
                  <a:pt x="28" y="22"/>
                  <a:pt x="29" y="20"/>
                  <a:pt x="29" y="18"/>
                </a:cubicBezTo>
                <a:cubicBezTo>
                  <a:pt x="29" y="12"/>
                  <a:pt x="25" y="3"/>
                  <a:pt x="18" y="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4" name="Freeform 204"/>
          <p:cNvSpPr/>
          <p:nvPr/>
        </p:nvSpPr>
        <p:spPr>
          <a:xfrm>
            <a:off x="4448160" y="4010040"/>
            <a:ext cx="298440" cy="198360"/>
          </a:xfrm>
          <a:custGeom>
            <a:avLst/>
            <a:gdLst/>
            <a:ahLst/>
            <a:rect l="l" t="t" r="r" b="b"/>
            <a:pathLst>
              <a:path w="87" h="58">
                <a:moveTo>
                  <a:pt x="86" y="15"/>
                </a:moveTo>
                <a:cubicBezTo>
                  <a:pt x="44" y="29"/>
                  <a:pt x="44" y="29"/>
                  <a:pt x="44" y="29"/>
                </a:cubicBezTo>
                <a:cubicBezTo>
                  <a:pt x="44" y="29"/>
                  <a:pt x="44" y="29"/>
                  <a:pt x="43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18" y="21"/>
                  <a:pt x="18" y="21"/>
                  <a:pt x="18" y="21"/>
                </a:cubicBezTo>
                <a:cubicBezTo>
                  <a:pt x="16" y="23"/>
                  <a:pt x="15" y="27"/>
                  <a:pt x="14" y="32"/>
                </a:cubicBezTo>
                <a:cubicBezTo>
                  <a:pt x="16" y="33"/>
                  <a:pt x="17" y="34"/>
                  <a:pt x="17" y="36"/>
                </a:cubicBezTo>
                <a:cubicBezTo>
                  <a:pt x="17" y="38"/>
                  <a:pt x="16" y="39"/>
                  <a:pt x="15" y="40"/>
                </a:cubicBezTo>
                <a:cubicBezTo>
                  <a:pt x="17" y="56"/>
                  <a:pt x="17" y="56"/>
                  <a:pt x="17" y="56"/>
                </a:cubicBezTo>
                <a:cubicBezTo>
                  <a:pt x="17" y="57"/>
                  <a:pt x="17" y="57"/>
                  <a:pt x="16" y="57"/>
                </a:cubicBezTo>
                <a:cubicBezTo>
                  <a:pt x="16" y="58"/>
                  <a:pt x="16" y="58"/>
                  <a:pt x="16" y="58"/>
                </a:cubicBezTo>
                <a:cubicBezTo>
                  <a:pt x="8" y="58"/>
                  <a:pt x="8" y="58"/>
                  <a:pt x="8" y="58"/>
                </a:cubicBezTo>
                <a:cubicBezTo>
                  <a:pt x="8" y="58"/>
                  <a:pt x="8" y="58"/>
                  <a:pt x="7" y="57"/>
                </a:cubicBezTo>
                <a:cubicBezTo>
                  <a:pt x="7" y="57"/>
                  <a:pt x="7" y="57"/>
                  <a:pt x="7" y="56"/>
                </a:cubicBezTo>
                <a:cubicBezTo>
                  <a:pt x="9" y="40"/>
                  <a:pt x="9" y="40"/>
                  <a:pt x="9" y="40"/>
                </a:cubicBezTo>
                <a:cubicBezTo>
                  <a:pt x="8" y="39"/>
                  <a:pt x="7" y="38"/>
                  <a:pt x="7" y="36"/>
                </a:cubicBezTo>
                <a:cubicBezTo>
                  <a:pt x="7" y="34"/>
                  <a:pt x="8" y="33"/>
                  <a:pt x="10" y="32"/>
                </a:cubicBezTo>
                <a:cubicBezTo>
                  <a:pt x="10" y="27"/>
                  <a:pt x="11" y="23"/>
                  <a:pt x="13" y="19"/>
                </a:cubicBezTo>
                <a:cubicBezTo>
                  <a:pt x="1" y="15"/>
                  <a:pt x="1" y="15"/>
                  <a:pt x="1" y="15"/>
                </a:cubicBezTo>
                <a:cubicBezTo>
                  <a:pt x="0" y="15"/>
                  <a:pt x="0" y="15"/>
                  <a:pt x="0" y="14"/>
                </a:cubicBezTo>
                <a:cubicBezTo>
                  <a:pt x="0" y="14"/>
                  <a:pt x="0" y="13"/>
                  <a:pt x="1" y="13"/>
                </a:cubicBezTo>
                <a:cubicBezTo>
                  <a:pt x="43" y="0"/>
                  <a:pt x="43" y="0"/>
                  <a:pt x="43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86" y="13"/>
                  <a:pt x="86" y="13"/>
                  <a:pt x="86" y="13"/>
                </a:cubicBezTo>
                <a:cubicBezTo>
                  <a:pt x="87" y="13"/>
                  <a:pt x="87" y="14"/>
                  <a:pt x="87" y="14"/>
                </a:cubicBezTo>
                <a:cubicBezTo>
                  <a:pt x="87" y="15"/>
                  <a:pt x="87" y="15"/>
                  <a:pt x="86" y="15"/>
                </a:cubicBezTo>
                <a:close/>
                <a:moveTo>
                  <a:pt x="68" y="38"/>
                </a:moveTo>
                <a:cubicBezTo>
                  <a:pt x="68" y="44"/>
                  <a:pt x="57" y="48"/>
                  <a:pt x="43" y="48"/>
                </a:cubicBezTo>
                <a:cubicBezTo>
                  <a:pt x="30" y="48"/>
                  <a:pt x="19" y="44"/>
                  <a:pt x="19" y="38"/>
                </a:cubicBezTo>
                <a:cubicBezTo>
                  <a:pt x="20" y="26"/>
                  <a:pt x="20" y="26"/>
                  <a:pt x="20" y="26"/>
                </a:cubicBezTo>
                <a:cubicBezTo>
                  <a:pt x="42" y="33"/>
                  <a:pt x="42" y="33"/>
                  <a:pt x="42" y="33"/>
                </a:cubicBezTo>
                <a:cubicBezTo>
                  <a:pt x="42" y="33"/>
                  <a:pt x="43" y="34"/>
                  <a:pt x="43" y="34"/>
                </a:cubicBezTo>
                <a:cubicBezTo>
                  <a:pt x="44" y="34"/>
                  <a:pt x="45" y="33"/>
                  <a:pt x="45" y="33"/>
                </a:cubicBezTo>
                <a:cubicBezTo>
                  <a:pt x="67" y="26"/>
                  <a:pt x="67" y="26"/>
                  <a:pt x="67" y="26"/>
                </a:cubicBezTo>
                <a:lnTo>
                  <a:pt x="68" y="3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5" name="Freeform 206"/>
          <p:cNvSpPr/>
          <p:nvPr/>
        </p:nvSpPr>
        <p:spPr>
          <a:xfrm>
            <a:off x="4943520" y="3992400"/>
            <a:ext cx="201600" cy="233640"/>
          </a:xfrm>
          <a:custGeom>
            <a:avLst/>
            <a:gdLst/>
            <a:ahLst/>
            <a:rect l="l" t="t" r="r" b="b"/>
            <a:pathLst>
              <a:path w="59" h="68">
                <a:moveTo>
                  <a:pt x="48" y="48"/>
                </a:moveTo>
                <a:cubicBezTo>
                  <a:pt x="47" y="48"/>
                  <a:pt x="47" y="48"/>
                  <a:pt x="47" y="48"/>
                </a:cubicBezTo>
                <a:cubicBezTo>
                  <a:pt x="45" y="49"/>
                  <a:pt x="43" y="50"/>
                  <a:pt x="41" y="50"/>
                </a:cubicBezTo>
                <a:cubicBezTo>
                  <a:pt x="40" y="50"/>
                  <a:pt x="40" y="50"/>
                  <a:pt x="39" y="50"/>
                </a:cubicBezTo>
                <a:cubicBezTo>
                  <a:pt x="38" y="51"/>
                  <a:pt x="36" y="51"/>
                  <a:pt x="34" y="52"/>
                </a:cubicBezTo>
                <a:cubicBezTo>
                  <a:pt x="34" y="58"/>
                  <a:pt x="34" y="58"/>
                  <a:pt x="34" y="58"/>
                </a:cubicBezTo>
                <a:cubicBezTo>
                  <a:pt x="34" y="63"/>
                  <a:pt x="30" y="68"/>
                  <a:pt x="25" y="68"/>
                </a:cubicBezTo>
                <a:cubicBezTo>
                  <a:pt x="19" y="68"/>
                  <a:pt x="15" y="63"/>
                  <a:pt x="15" y="58"/>
                </a:cubicBezTo>
                <a:cubicBezTo>
                  <a:pt x="15" y="44"/>
                  <a:pt x="15" y="44"/>
                  <a:pt x="15" y="44"/>
                </a:cubicBezTo>
                <a:cubicBezTo>
                  <a:pt x="14" y="44"/>
                  <a:pt x="12" y="45"/>
                  <a:pt x="10" y="45"/>
                </a:cubicBezTo>
                <a:cubicBezTo>
                  <a:pt x="4" y="45"/>
                  <a:pt x="0" y="40"/>
                  <a:pt x="0" y="34"/>
                </a:cubicBezTo>
                <a:cubicBezTo>
                  <a:pt x="0" y="29"/>
                  <a:pt x="7" y="27"/>
                  <a:pt x="10" y="25"/>
                </a:cubicBezTo>
                <a:cubicBezTo>
                  <a:pt x="12" y="24"/>
                  <a:pt x="14" y="22"/>
                  <a:pt x="15" y="21"/>
                </a:cubicBezTo>
                <a:cubicBezTo>
                  <a:pt x="17" y="20"/>
                  <a:pt x="20" y="17"/>
                  <a:pt x="20" y="15"/>
                </a:cubicBezTo>
                <a:cubicBezTo>
                  <a:pt x="20" y="5"/>
                  <a:pt x="20" y="5"/>
                  <a:pt x="20" y="5"/>
                </a:cubicBezTo>
                <a:cubicBezTo>
                  <a:pt x="20" y="2"/>
                  <a:pt x="22" y="0"/>
                  <a:pt x="25" y="0"/>
                </a:cubicBezTo>
                <a:cubicBezTo>
                  <a:pt x="49" y="0"/>
                  <a:pt x="49" y="0"/>
                  <a:pt x="49" y="0"/>
                </a:cubicBezTo>
                <a:cubicBezTo>
                  <a:pt x="52" y="0"/>
                  <a:pt x="54" y="2"/>
                  <a:pt x="54" y="5"/>
                </a:cubicBezTo>
                <a:cubicBezTo>
                  <a:pt x="54" y="15"/>
                  <a:pt x="54" y="15"/>
                  <a:pt x="54" y="15"/>
                </a:cubicBezTo>
                <a:cubicBezTo>
                  <a:pt x="54" y="18"/>
                  <a:pt x="55" y="22"/>
                  <a:pt x="56" y="24"/>
                </a:cubicBezTo>
                <a:cubicBezTo>
                  <a:pt x="58" y="28"/>
                  <a:pt x="59" y="32"/>
                  <a:pt x="59" y="36"/>
                </a:cubicBezTo>
                <a:cubicBezTo>
                  <a:pt x="59" y="43"/>
                  <a:pt x="55" y="48"/>
                  <a:pt x="48" y="48"/>
                </a:cubicBezTo>
                <a:close/>
                <a:moveTo>
                  <a:pt x="49" y="15"/>
                </a:moveTo>
                <a:cubicBezTo>
                  <a:pt x="49" y="14"/>
                  <a:pt x="49" y="14"/>
                  <a:pt x="49" y="14"/>
                </a:cubicBezTo>
                <a:cubicBezTo>
                  <a:pt x="25" y="14"/>
                  <a:pt x="25" y="14"/>
                  <a:pt x="25" y="14"/>
                </a:cubicBezTo>
                <a:cubicBezTo>
                  <a:pt x="25" y="15"/>
                  <a:pt x="25" y="15"/>
                  <a:pt x="25" y="15"/>
                </a:cubicBezTo>
                <a:cubicBezTo>
                  <a:pt x="25" y="20"/>
                  <a:pt x="21" y="22"/>
                  <a:pt x="19" y="25"/>
                </a:cubicBezTo>
                <a:cubicBezTo>
                  <a:pt x="17" y="26"/>
                  <a:pt x="15" y="28"/>
                  <a:pt x="13" y="29"/>
                </a:cubicBezTo>
                <a:cubicBezTo>
                  <a:pt x="12" y="29"/>
                  <a:pt x="11" y="30"/>
                  <a:pt x="10" y="30"/>
                </a:cubicBezTo>
                <a:cubicBezTo>
                  <a:pt x="10" y="31"/>
                  <a:pt x="5" y="33"/>
                  <a:pt x="5" y="34"/>
                </a:cubicBezTo>
                <a:cubicBezTo>
                  <a:pt x="5" y="37"/>
                  <a:pt x="7" y="40"/>
                  <a:pt x="10" y="40"/>
                </a:cubicBezTo>
                <a:cubicBezTo>
                  <a:pt x="15" y="40"/>
                  <a:pt x="17" y="36"/>
                  <a:pt x="20" y="36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61"/>
                  <a:pt x="22" y="63"/>
                  <a:pt x="25" y="63"/>
                </a:cubicBezTo>
                <a:cubicBezTo>
                  <a:pt x="27" y="63"/>
                  <a:pt x="30" y="61"/>
                  <a:pt x="30" y="58"/>
                </a:cubicBezTo>
                <a:cubicBezTo>
                  <a:pt x="30" y="45"/>
                  <a:pt x="30" y="45"/>
                  <a:pt x="30" y="45"/>
                </a:cubicBezTo>
                <a:cubicBezTo>
                  <a:pt x="31" y="46"/>
                  <a:pt x="32" y="47"/>
                  <a:pt x="34" y="47"/>
                </a:cubicBezTo>
                <a:cubicBezTo>
                  <a:pt x="35" y="47"/>
                  <a:pt x="37" y="46"/>
                  <a:pt x="38" y="45"/>
                </a:cubicBezTo>
                <a:cubicBezTo>
                  <a:pt x="39" y="45"/>
                  <a:pt x="40" y="45"/>
                  <a:pt x="41" y="45"/>
                </a:cubicBezTo>
                <a:cubicBezTo>
                  <a:pt x="42" y="45"/>
                  <a:pt x="45" y="45"/>
                  <a:pt x="45" y="43"/>
                </a:cubicBezTo>
                <a:cubicBezTo>
                  <a:pt x="46" y="43"/>
                  <a:pt x="47" y="43"/>
                  <a:pt x="48" y="43"/>
                </a:cubicBezTo>
                <a:cubicBezTo>
                  <a:pt x="52" y="43"/>
                  <a:pt x="54" y="40"/>
                  <a:pt x="54" y="36"/>
                </a:cubicBezTo>
                <a:cubicBezTo>
                  <a:pt x="54" y="29"/>
                  <a:pt x="49" y="22"/>
                  <a:pt x="49" y="15"/>
                </a:cubicBezTo>
                <a:close/>
                <a:moveTo>
                  <a:pt x="47" y="5"/>
                </a:moveTo>
                <a:cubicBezTo>
                  <a:pt x="45" y="5"/>
                  <a:pt x="44" y="6"/>
                  <a:pt x="44" y="7"/>
                </a:cubicBezTo>
                <a:cubicBezTo>
                  <a:pt x="44" y="8"/>
                  <a:pt x="45" y="9"/>
                  <a:pt x="47" y="9"/>
                </a:cubicBezTo>
                <a:cubicBezTo>
                  <a:pt x="48" y="9"/>
                  <a:pt x="49" y="8"/>
                  <a:pt x="49" y="7"/>
                </a:cubicBezTo>
                <a:cubicBezTo>
                  <a:pt x="49" y="6"/>
                  <a:pt x="48" y="5"/>
                  <a:pt x="47" y="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6" name="Freeform 207"/>
          <p:cNvSpPr/>
          <p:nvPr/>
        </p:nvSpPr>
        <p:spPr>
          <a:xfrm>
            <a:off x="5437080" y="4022640"/>
            <a:ext cx="201600" cy="169920"/>
          </a:xfrm>
          <a:custGeom>
            <a:avLst/>
            <a:gdLst/>
            <a:ahLst/>
            <a:rect l="l" t="t" r="r" b="b"/>
            <a:pathLst>
              <a:path w="59" h="49">
                <a:moveTo>
                  <a:pt x="59" y="43"/>
                </a:moveTo>
                <a:cubicBezTo>
                  <a:pt x="59" y="46"/>
                  <a:pt x="56" y="49"/>
                  <a:pt x="53" y="49"/>
                </a:cubicBezTo>
                <a:cubicBezTo>
                  <a:pt x="7" y="49"/>
                  <a:pt x="7" y="49"/>
                  <a:pt x="7" y="49"/>
                </a:cubicBezTo>
                <a:cubicBezTo>
                  <a:pt x="3" y="49"/>
                  <a:pt x="0" y="46"/>
                  <a:pt x="0" y="43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30"/>
                  <a:pt x="1" y="29"/>
                  <a:pt x="1" y="28"/>
                </a:cubicBezTo>
                <a:cubicBezTo>
                  <a:pt x="9" y="5"/>
                  <a:pt x="9" y="5"/>
                  <a:pt x="9" y="5"/>
                </a:cubicBezTo>
                <a:cubicBezTo>
                  <a:pt x="9" y="2"/>
                  <a:pt x="12" y="0"/>
                  <a:pt x="15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47" y="0"/>
                  <a:pt x="50" y="2"/>
                  <a:pt x="51" y="5"/>
                </a:cubicBezTo>
                <a:cubicBezTo>
                  <a:pt x="58" y="28"/>
                  <a:pt x="58" y="28"/>
                  <a:pt x="58" y="28"/>
                </a:cubicBezTo>
                <a:cubicBezTo>
                  <a:pt x="58" y="29"/>
                  <a:pt x="59" y="30"/>
                  <a:pt x="59" y="31"/>
                </a:cubicBezTo>
                <a:lnTo>
                  <a:pt x="59" y="43"/>
                </a:lnTo>
                <a:close/>
                <a:moveTo>
                  <a:pt x="54" y="31"/>
                </a:moveTo>
                <a:cubicBezTo>
                  <a:pt x="54" y="30"/>
                  <a:pt x="53" y="30"/>
                  <a:pt x="53" y="30"/>
                </a:cubicBezTo>
                <a:cubicBezTo>
                  <a:pt x="7" y="30"/>
                  <a:pt x="7" y="30"/>
                  <a:pt x="7" y="30"/>
                </a:cubicBezTo>
                <a:cubicBezTo>
                  <a:pt x="6" y="30"/>
                  <a:pt x="5" y="30"/>
                  <a:pt x="5" y="31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44"/>
                  <a:pt x="6" y="44"/>
                  <a:pt x="7" y="44"/>
                </a:cubicBezTo>
                <a:cubicBezTo>
                  <a:pt x="53" y="44"/>
                  <a:pt x="53" y="44"/>
                  <a:pt x="53" y="44"/>
                </a:cubicBezTo>
                <a:cubicBezTo>
                  <a:pt x="53" y="44"/>
                  <a:pt x="54" y="44"/>
                  <a:pt x="54" y="43"/>
                </a:cubicBezTo>
                <a:lnTo>
                  <a:pt x="54" y="31"/>
                </a:lnTo>
                <a:close/>
                <a:moveTo>
                  <a:pt x="52" y="25"/>
                </a:moveTo>
                <a:cubicBezTo>
                  <a:pt x="46" y="6"/>
                  <a:pt x="46" y="6"/>
                  <a:pt x="46" y="6"/>
                </a:cubicBezTo>
                <a:cubicBezTo>
                  <a:pt x="46" y="6"/>
                  <a:pt x="45" y="5"/>
                  <a:pt x="44" y="5"/>
                </a:cubicBezTo>
                <a:cubicBezTo>
                  <a:pt x="15" y="5"/>
                  <a:pt x="15" y="5"/>
                  <a:pt x="15" y="5"/>
                </a:cubicBezTo>
                <a:cubicBezTo>
                  <a:pt x="14" y="5"/>
                  <a:pt x="13" y="6"/>
                  <a:pt x="13" y="6"/>
                </a:cubicBezTo>
                <a:cubicBezTo>
                  <a:pt x="7" y="25"/>
                  <a:pt x="7" y="25"/>
                  <a:pt x="7" y="25"/>
                </a:cubicBezTo>
                <a:lnTo>
                  <a:pt x="52" y="25"/>
                </a:lnTo>
                <a:close/>
                <a:moveTo>
                  <a:pt x="37" y="40"/>
                </a:moveTo>
                <a:cubicBezTo>
                  <a:pt x="35" y="40"/>
                  <a:pt x="34" y="39"/>
                  <a:pt x="34" y="37"/>
                </a:cubicBezTo>
                <a:cubicBezTo>
                  <a:pt x="34" y="35"/>
                  <a:pt x="35" y="34"/>
                  <a:pt x="37" y="34"/>
                </a:cubicBezTo>
                <a:cubicBezTo>
                  <a:pt x="39" y="34"/>
                  <a:pt x="40" y="35"/>
                  <a:pt x="40" y="37"/>
                </a:cubicBezTo>
                <a:cubicBezTo>
                  <a:pt x="40" y="39"/>
                  <a:pt x="39" y="40"/>
                  <a:pt x="37" y="40"/>
                </a:cubicBezTo>
                <a:close/>
                <a:moveTo>
                  <a:pt x="47" y="40"/>
                </a:moveTo>
                <a:cubicBezTo>
                  <a:pt x="45" y="40"/>
                  <a:pt x="44" y="39"/>
                  <a:pt x="44" y="37"/>
                </a:cubicBezTo>
                <a:cubicBezTo>
                  <a:pt x="44" y="35"/>
                  <a:pt x="45" y="34"/>
                  <a:pt x="47" y="34"/>
                </a:cubicBezTo>
                <a:cubicBezTo>
                  <a:pt x="48" y="34"/>
                  <a:pt x="50" y="35"/>
                  <a:pt x="50" y="37"/>
                </a:cubicBezTo>
                <a:cubicBezTo>
                  <a:pt x="50" y="39"/>
                  <a:pt x="48" y="40"/>
                  <a:pt x="47" y="4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7" name="Freeform 208"/>
          <p:cNvSpPr/>
          <p:nvPr/>
        </p:nvSpPr>
        <p:spPr>
          <a:xfrm>
            <a:off x="5931000" y="4010040"/>
            <a:ext cx="233280" cy="198360"/>
          </a:xfrm>
          <a:custGeom>
            <a:avLst/>
            <a:gdLst/>
            <a:ahLst/>
            <a:rect l="l" t="t" r="r" b="b"/>
            <a:pathLst>
              <a:path w="68" h="58">
                <a:moveTo>
                  <a:pt x="60" y="34"/>
                </a:moveTo>
                <a:cubicBezTo>
                  <a:pt x="36" y="57"/>
                  <a:pt x="36" y="57"/>
                  <a:pt x="36" y="57"/>
                </a:cubicBezTo>
                <a:cubicBezTo>
                  <a:pt x="36" y="58"/>
                  <a:pt x="35" y="58"/>
                  <a:pt x="34" y="58"/>
                </a:cubicBezTo>
                <a:cubicBezTo>
                  <a:pt x="34" y="58"/>
                  <a:pt x="33" y="58"/>
                  <a:pt x="33" y="57"/>
                </a:cubicBezTo>
                <a:cubicBezTo>
                  <a:pt x="9" y="34"/>
                  <a:pt x="9" y="34"/>
                  <a:pt x="9" y="34"/>
                </a:cubicBezTo>
                <a:cubicBezTo>
                  <a:pt x="9" y="34"/>
                  <a:pt x="0" y="26"/>
                  <a:pt x="0" y="17"/>
                </a:cubicBezTo>
                <a:cubicBezTo>
                  <a:pt x="0" y="6"/>
                  <a:pt x="7" y="0"/>
                  <a:pt x="19" y="0"/>
                </a:cubicBezTo>
                <a:cubicBezTo>
                  <a:pt x="25" y="0"/>
                  <a:pt x="31" y="5"/>
                  <a:pt x="34" y="8"/>
                </a:cubicBezTo>
                <a:cubicBezTo>
                  <a:pt x="37" y="5"/>
                  <a:pt x="44" y="0"/>
                  <a:pt x="50" y="0"/>
                </a:cubicBezTo>
                <a:cubicBezTo>
                  <a:pt x="62" y="0"/>
                  <a:pt x="68" y="6"/>
                  <a:pt x="68" y="17"/>
                </a:cubicBezTo>
                <a:cubicBezTo>
                  <a:pt x="68" y="26"/>
                  <a:pt x="60" y="34"/>
                  <a:pt x="60" y="34"/>
                </a:cubicBezTo>
                <a:close/>
                <a:moveTo>
                  <a:pt x="50" y="4"/>
                </a:moveTo>
                <a:cubicBezTo>
                  <a:pt x="45" y="4"/>
                  <a:pt x="38" y="11"/>
                  <a:pt x="36" y="13"/>
                </a:cubicBezTo>
                <a:cubicBezTo>
                  <a:pt x="35" y="14"/>
                  <a:pt x="34" y="14"/>
                  <a:pt x="33" y="13"/>
                </a:cubicBezTo>
                <a:cubicBezTo>
                  <a:pt x="31" y="11"/>
                  <a:pt x="24" y="4"/>
                  <a:pt x="19" y="4"/>
                </a:cubicBezTo>
                <a:cubicBezTo>
                  <a:pt x="13" y="4"/>
                  <a:pt x="5" y="7"/>
                  <a:pt x="5" y="17"/>
                </a:cubicBezTo>
                <a:cubicBezTo>
                  <a:pt x="5" y="24"/>
                  <a:pt x="12" y="31"/>
                  <a:pt x="12" y="31"/>
                </a:cubicBezTo>
                <a:cubicBezTo>
                  <a:pt x="34" y="52"/>
                  <a:pt x="34" y="52"/>
                  <a:pt x="34" y="52"/>
                </a:cubicBezTo>
                <a:cubicBezTo>
                  <a:pt x="56" y="31"/>
                  <a:pt x="56" y="31"/>
                  <a:pt x="56" y="31"/>
                </a:cubicBezTo>
                <a:cubicBezTo>
                  <a:pt x="57" y="31"/>
                  <a:pt x="64" y="24"/>
                  <a:pt x="64" y="17"/>
                </a:cubicBezTo>
                <a:cubicBezTo>
                  <a:pt x="64" y="7"/>
                  <a:pt x="56" y="4"/>
                  <a:pt x="50" y="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8" name="Freeform 209"/>
          <p:cNvSpPr/>
          <p:nvPr/>
        </p:nvSpPr>
        <p:spPr>
          <a:xfrm>
            <a:off x="6426360" y="4010040"/>
            <a:ext cx="180720" cy="206280"/>
          </a:xfrm>
          <a:custGeom>
            <a:avLst/>
            <a:gdLst/>
            <a:ahLst/>
            <a:rect l="l" t="t" r="r" b="b"/>
            <a:pathLst>
              <a:path w="114" h="130">
                <a:moveTo>
                  <a:pt x="114" y="0"/>
                </a:moveTo>
                <a:lnTo>
                  <a:pt x="103" y="117"/>
                </a:lnTo>
                <a:lnTo>
                  <a:pt x="56" y="130"/>
                </a:lnTo>
                <a:lnTo>
                  <a:pt x="10" y="117"/>
                </a:lnTo>
                <a:lnTo>
                  <a:pt x="0" y="0"/>
                </a:lnTo>
                <a:lnTo>
                  <a:pt x="114" y="0"/>
                </a:lnTo>
                <a:close/>
                <a:moveTo>
                  <a:pt x="93" y="24"/>
                </a:moveTo>
                <a:lnTo>
                  <a:pt x="21" y="24"/>
                </a:lnTo>
                <a:lnTo>
                  <a:pt x="23" y="67"/>
                </a:lnTo>
                <a:lnTo>
                  <a:pt x="75" y="67"/>
                </a:lnTo>
                <a:lnTo>
                  <a:pt x="73" y="86"/>
                </a:lnTo>
                <a:lnTo>
                  <a:pt x="56" y="91"/>
                </a:lnTo>
                <a:lnTo>
                  <a:pt x="41" y="86"/>
                </a:lnTo>
                <a:lnTo>
                  <a:pt x="39" y="73"/>
                </a:lnTo>
                <a:lnTo>
                  <a:pt x="26" y="73"/>
                </a:lnTo>
                <a:lnTo>
                  <a:pt x="28" y="97"/>
                </a:lnTo>
                <a:lnTo>
                  <a:pt x="56" y="106"/>
                </a:lnTo>
                <a:lnTo>
                  <a:pt x="58" y="106"/>
                </a:lnTo>
                <a:lnTo>
                  <a:pt x="86" y="97"/>
                </a:lnTo>
                <a:lnTo>
                  <a:pt x="90" y="52"/>
                </a:lnTo>
                <a:lnTo>
                  <a:pt x="39" y="52"/>
                </a:lnTo>
                <a:lnTo>
                  <a:pt x="36" y="37"/>
                </a:lnTo>
                <a:lnTo>
                  <a:pt x="93" y="37"/>
                </a:lnTo>
                <a:lnTo>
                  <a:pt x="93" y="2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9" name="Freeform 210"/>
          <p:cNvSpPr/>
          <p:nvPr/>
        </p:nvSpPr>
        <p:spPr>
          <a:xfrm>
            <a:off x="6919920" y="4010040"/>
            <a:ext cx="233280" cy="182520"/>
          </a:xfrm>
          <a:custGeom>
            <a:avLst/>
            <a:gdLst/>
            <a:ahLst/>
            <a:rect l="l" t="t" r="r" b="b"/>
            <a:pathLst>
              <a:path w="68" h="53">
                <a:moveTo>
                  <a:pt x="68" y="8"/>
                </a:moveTo>
                <a:cubicBezTo>
                  <a:pt x="68" y="9"/>
                  <a:pt x="68" y="9"/>
                  <a:pt x="67" y="9"/>
                </a:cubicBezTo>
                <a:cubicBezTo>
                  <a:pt x="2" y="9"/>
                  <a:pt x="2" y="9"/>
                  <a:pt x="2" y="9"/>
                </a:cubicBezTo>
                <a:cubicBezTo>
                  <a:pt x="1" y="9"/>
                  <a:pt x="0" y="9"/>
                  <a:pt x="0" y="8"/>
                </a:cubicBezTo>
                <a:cubicBezTo>
                  <a:pt x="0" y="1"/>
                  <a:pt x="0" y="1"/>
                  <a:pt x="0" y="1"/>
                </a:cubicBezTo>
                <a:cubicBezTo>
                  <a:pt x="0" y="0"/>
                  <a:pt x="1" y="0"/>
                  <a:pt x="2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68" y="0"/>
                  <a:pt x="68" y="0"/>
                  <a:pt x="68" y="1"/>
                </a:cubicBezTo>
                <a:lnTo>
                  <a:pt x="68" y="8"/>
                </a:lnTo>
                <a:close/>
                <a:moveTo>
                  <a:pt x="13" y="27"/>
                </a:moveTo>
                <a:cubicBezTo>
                  <a:pt x="3" y="38"/>
                  <a:pt x="3" y="38"/>
                  <a:pt x="3" y="38"/>
                </a:cubicBezTo>
                <a:cubicBezTo>
                  <a:pt x="2" y="38"/>
                  <a:pt x="2" y="38"/>
                  <a:pt x="2" y="38"/>
                </a:cubicBezTo>
                <a:cubicBezTo>
                  <a:pt x="1" y="38"/>
                  <a:pt x="0" y="38"/>
                  <a:pt x="0" y="37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5"/>
                  <a:pt x="1" y="14"/>
                  <a:pt x="2" y="14"/>
                </a:cubicBezTo>
                <a:cubicBezTo>
                  <a:pt x="2" y="14"/>
                  <a:pt x="2" y="14"/>
                  <a:pt x="3" y="14"/>
                </a:cubicBezTo>
                <a:cubicBezTo>
                  <a:pt x="13" y="25"/>
                  <a:pt x="13" y="25"/>
                  <a:pt x="13" y="25"/>
                </a:cubicBezTo>
                <a:cubicBezTo>
                  <a:pt x="14" y="26"/>
                  <a:pt x="14" y="26"/>
                  <a:pt x="14" y="26"/>
                </a:cubicBezTo>
                <a:cubicBezTo>
                  <a:pt x="14" y="27"/>
                  <a:pt x="14" y="27"/>
                  <a:pt x="13" y="27"/>
                </a:cubicBezTo>
                <a:close/>
                <a:moveTo>
                  <a:pt x="68" y="52"/>
                </a:moveTo>
                <a:cubicBezTo>
                  <a:pt x="68" y="52"/>
                  <a:pt x="68" y="53"/>
                  <a:pt x="67" y="53"/>
                </a:cubicBezTo>
                <a:cubicBezTo>
                  <a:pt x="2" y="53"/>
                  <a:pt x="2" y="53"/>
                  <a:pt x="2" y="53"/>
                </a:cubicBezTo>
                <a:cubicBezTo>
                  <a:pt x="1" y="53"/>
                  <a:pt x="0" y="52"/>
                  <a:pt x="0" y="52"/>
                </a:cubicBezTo>
                <a:cubicBezTo>
                  <a:pt x="0" y="44"/>
                  <a:pt x="0" y="44"/>
                  <a:pt x="0" y="44"/>
                </a:cubicBezTo>
                <a:cubicBezTo>
                  <a:pt x="0" y="44"/>
                  <a:pt x="1" y="43"/>
                  <a:pt x="2" y="43"/>
                </a:cubicBezTo>
                <a:cubicBezTo>
                  <a:pt x="67" y="43"/>
                  <a:pt x="67" y="43"/>
                  <a:pt x="67" y="43"/>
                </a:cubicBezTo>
                <a:cubicBezTo>
                  <a:pt x="68" y="43"/>
                  <a:pt x="68" y="44"/>
                  <a:pt x="68" y="44"/>
                </a:cubicBezTo>
                <a:lnTo>
                  <a:pt x="68" y="52"/>
                </a:lnTo>
                <a:close/>
                <a:moveTo>
                  <a:pt x="68" y="23"/>
                </a:moveTo>
                <a:cubicBezTo>
                  <a:pt x="68" y="23"/>
                  <a:pt x="68" y="24"/>
                  <a:pt x="67" y="24"/>
                </a:cubicBezTo>
                <a:cubicBezTo>
                  <a:pt x="26" y="24"/>
                  <a:pt x="26" y="24"/>
                  <a:pt x="26" y="24"/>
                </a:cubicBezTo>
                <a:cubicBezTo>
                  <a:pt x="25" y="24"/>
                  <a:pt x="25" y="23"/>
                  <a:pt x="25" y="23"/>
                </a:cubicBezTo>
                <a:cubicBezTo>
                  <a:pt x="25" y="15"/>
                  <a:pt x="25" y="15"/>
                  <a:pt x="25" y="15"/>
                </a:cubicBezTo>
                <a:cubicBezTo>
                  <a:pt x="25" y="15"/>
                  <a:pt x="25" y="14"/>
                  <a:pt x="26" y="14"/>
                </a:cubicBezTo>
                <a:cubicBezTo>
                  <a:pt x="67" y="14"/>
                  <a:pt x="67" y="14"/>
                  <a:pt x="67" y="14"/>
                </a:cubicBezTo>
                <a:cubicBezTo>
                  <a:pt x="68" y="14"/>
                  <a:pt x="68" y="15"/>
                  <a:pt x="68" y="15"/>
                </a:cubicBezTo>
                <a:lnTo>
                  <a:pt x="68" y="23"/>
                </a:lnTo>
                <a:close/>
                <a:moveTo>
                  <a:pt x="68" y="37"/>
                </a:moveTo>
                <a:cubicBezTo>
                  <a:pt x="68" y="38"/>
                  <a:pt x="68" y="38"/>
                  <a:pt x="67" y="38"/>
                </a:cubicBezTo>
                <a:cubicBezTo>
                  <a:pt x="26" y="38"/>
                  <a:pt x="26" y="38"/>
                  <a:pt x="26" y="38"/>
                </a:cubicBezTo>
                <a:cubicBezTo>
                  <a:pt x="25" y="38"/>
                  <a:pt x="25" y="38"/>
                  <a:pt x="25" y="37"/>
                </a:cubicBezTo>
                <a:cubicBezTo>
                  <a:pt x="25" y="30"/>
                  <a:pt x="25" y="30"/>
                  <a:pt x="25" y="30"/>
                </a:cubicBezTo>
                <a:cubicBezTo>
                  <a:pt x="25" y="29"/>
                  <a:pt x="25" y="29"/>
                  <a:pt x="26" y="29"/>
                </a:cubicBezTo>
                <a:cubicBezTo>
                  <a:pt x="67" y="29"/>
                  <a:pt x="67" y="29"/>
                  <a:pt x="67" y="29"/>
                </a:cubicBezTo>
                <a:cubicBezTo>
                  <a:pt x="68" y="29"/>
                  <a:pt x="68" y="29"/>
                  <a:pt x="68" y="30"/>
                </a:cubicBezTo>
                <a:lnTo>
                  <a:pt x="68" y="3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60" name="Freeform 211"/>
          <p:cNvSpPr/>
          <p:nvPr/>
        </p:nvSpPr>
        <p:spPr>
          <a:xfrm>
            <a:off x="7413480" y="4010040"/>
            <a:ext cx="200160" cy="198360"/>
          </a:xfrm>
          <a:custGeom>
            <a:avLst/>
            <a:gdLst/>
            <a:ahLst/>
            <a:rect l="l" t="t" r="r" b="b"/>
            <a:pathLst>
              <a:path w="58" h="58">
                <a:moveTo>
                  <a:pt x="58" y="50"/>
                </a:moveTo>
                <a:cubicBezTo>
                  <a:pt x="58" y="54"/>
                  <a:pt x="55" y="58"/>
                  <a:pt x="51" y="58"/>
                </a:cubicBezTo>
                <a:cubicBezTo>
                  <a:pt x="7" y="58"/>
                  <a:pt x="7" y="58"/>
                  <a:pt x="7" y="58"/>
                </a:cubicBezTo>
                <a:cubicBezTo>
                  <a:pt x="3" y="58"/>
                  <a:pt x="0" y="54"/>
                  <a:pt x="0" y="50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5" y="0"/>
                  <a:pt x="58" y="3"/>
                  <a:pt x="58" y="7"/>
                </a:cubicBezTo>
                <a:lnTo>
                  <a:pt x="58" y="50"/>
                </a:lnTo>
                <a:close/>
                <a:moveTo>
                  <a:pt x="51" y="24"/>
                </a:moveTo>
                <a:cubicBezTo>
                  <a:pt x="46" y="24"/>
                  <a:pt x="46" y="24"/>
                  <a:pt x="46" y="24"/>
                </a:cubicBezTo>
                <a:cubicBezTo>
                  <a:pt x="47" y="26"/>
                  <a:pt x="47" y="27"/>
                  <a:pt x="47" y="29"/>
                </a:cubicBezTo>
                <a:cubicBezTo>
                  <a:pt x="47" y="39"/>
                  <a:pt x="39" y="47"/>
                  <a:pt x="29" y="47"/>
                </a:cubicBezTo>
                <a:cubicBezTo>
                  <a:pt x="19" y="47"/>
                  <a:pt x="11" y="39"/>
                  <a:pt x="11" y="29"/>
                </a:cubicBezTo>
                <a:cubicBezTo>
                  <a:pt x="11" y="27"/>
                  <a:pt x="11" y="26"/>
                  <a:pt x="12" y="24"/>
                </a:cubicBezTo>
                <a:cubicBezTo>
                  <a:pt x="6" y="24"/>
                  <a:pt x="6" y="24"/>
                  <a:pt x="6" y="24"/>
                </a:cubicBezTo>
                <a:cubicBezTo>
                  <a:pt x="6" y="49"/>
                  <a:pt x="6" y="49"/>
                  <a:pt x="6" y="49"/>
                </a:cubicBezTo>
                <a:cubicBezTo>
                  <a:pt x="6" y="50"/>
                  <a:pt x="7" y="51"/>
                  <a:pt x="9" y="51"/>
                </a:cubicBezTo>
                <a:cubicBezTo>
                  <a:pt x="49" y="51"/>
                  <a:pt x="49" y="51"/>
                  <a:pt x="49" y="51"/>
                </a:cubicBezTo>
                <a:cubicBezTo>
                  <a:pt x="50" y="51"/>
                  <a:pt x="51" y="50"/>
                  <a:pt x="51" y="49"/>
                </a:cubicBezTo>
                <a:lnTo>
                  <a:pt x="51" y="24"/>
                </a:lnTo>
                <a:close/>
                <a:moveTo>
                  <a:pt x="29" y="17"/>
                </a:moveTo>
                <a:cubicBezTo>
                  <a:pt x="23" y="17"/>
                  <a:pt x="17" y="22"/>
                  <a:pt x="17" y="29"/>
                </a:cubicBezTo>
                <a:cubicBezTo>
                  <a:pt x="17" y="35"/>
                  <a:pt x="23" y="40"/>
                  <a:pt x="29" y="40"/>
                </a:cubicBezTo>
                <a:cubicBezTo>
                  <a:pt x="35" y="40"/>
                  <a:pt x="41" y="35"/>
                  <a:pt x="41" y="29"/>
                </a:cubicBezTo>
                <a:cubicBezTo>
                  <a:pt x="41" y="22"/>
                  <a:pt x="35" y="17"/>
                  <a:pt x="29" y="17"/>
                </a:cubicBezTo>
                <a:close/>
                <a:moveTo>
                  <a:pt x="51" y="9"/>
                </a:moveTo>
                <a:cubicBezTo>
                  <a:pt x="51" y="7"/>
                  <a:pt x="50" y="6"/>
                  <a:pt x="49" y="6"/>
                </a:cubicBezTo>
                <a:cubicBezTo>
                  <a:pt x="42" y="6"/>
                  <a:pt x="42" y="6"/>
                  <a:pt x="42" y="6"/>
                </a:cubicBezTo>
                <a:cubicBezTo>
                  <a:pt x="41" y="6"/>
                  <a:pt x="40" y="7"/>
                  <a:pt x="40" y="9"/>
                </a:cubicBezTo>
                <a:cubicBezTo>
                  <a:pt x="40" y="15"/>
                  <a:pt x="40" y="15"/>
                  <a:pt x="40" y="15"/>
                </a:cubicBezTo>
                <a:cubicBezTo>
                  <a:pt x="40" y="16"/>
                  <a:pt x="41" y="18"/>
                  <a:pt x="42" y="18"/>
                </a:cubicBezTo>
                <a:cubicBezTo>
                  <a:pt x="49" y="18"/>
                  <a:pt x="49" y="18"/>
                  <a:pt x="49" y="18"/>
                </a:cubicBezTo>
                <a:cubicBezTo>
                  <a:pt x="50" y="18"/>
                  <a:pt x="51" y="16"/>
                  <a:pt x="51" y="15"/>
                </a:cubicBezTo>
                <a:lnTo>
                  <a:pt x="51" y="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61" name="Freeform 212"/>
          <p:cNvSpPr/>
          <p:nvPr/>
        </p:nvSpPr>
        <p:spPr>
          <a:xfrm>
            <a:off x="7908840" y="4010040"/>
            <a:ext cx="198360" cy="198360"/>
          </a:xfrm>
          <a:custGeom>
            <a:avLst/>
            <a:gdLst/>
            <a:ahLst/>
            <a:rect l="l" t="t" r="r" b="b"/>
            <a:pathLst>
              <a:path w="58" h="58">
                <a:moveTo>
                  <a:pt x="34" y="41"/>
                </a:moveTo>
                <a:cubicBezTo>
                  <a:pt x="29" y="47"/>
                  <a:pt x="29" y="47"/>
                  <a:pt x="29" y="47"/>
                </a:cubicBezTo>
                <a:cubicBezTo>
                  <a:pt x="27" y="48"/>
                  <a:pt x="27" y="48"/>
                  <a:pt x="27" y="48"/>
                </a:cubicBezTo>
                <a:cubicBezTo>
                  <a:pt x="24" y="52"/>
                  <a:pt x="19" y="53"/>
                  <a:pt x="15" y="52"/>
                </a:cubicBezTo>
                <a:cubicBezTo>
                  <a:pt x="14" y="55"/>
                  <a:pt x="11" y="58"/>
                  <a:pt x="8" y="58"/>
                </a:cubicBezTo>
                <a:cubicBezTo>
                  <a:pt x="3" y="58"/>
                  <a:pt x="0" y="54"/>
                  <a:pt x="0" y="50"/>
                </a:cubicBezTo>
                <a:cubicBezTo>
                  <a:pt x="0" y="46"/>
                  <a:pt x="2" y="43"/>
                  <a:pt x="6" y="42"/>
                </a:cubicBezTo>
                <a:cubicBezTo>
                  <a:pt x="5" y="38"/>
                  <a:pt x="6" y="33"/>
                  <a:pt x="9" y="30"/>
                </a:cubicBezTo>
                <a:cubicBezTo>
                  <a:pt x="10" y="30"/>
                  <a:pt x="10" y="30"/>
                  <a:pt x="10" y="30"/>
                </a:cubicBezTo>
                <a:cubicBezTo>
                  <a:pt x="15" y="35"/>
                  <a:pt x="15" y="35"/>
                  <a:pt x="15" y="35"/>
                </a:cubicBezTo>
                <a:cubicBezTo>
                  <a:pt x="15" y="36"/>
                  <a:pt x="15" y="36"/>
                  <a:pt x="15" y="36"/>
                </a:cubicBezTo>
                <a:cubicBezTo>
                  <a:pt x="13" y="38"/>
                  <a:pt x="13" y="41"/>
                  <a:pt x="15" y="43"/>
                </a:cubicBezTo>
                <a:cubicBezTo>
                  <a:pt x="17" y="44"/>
                  <a:pt x="20" y="44"/>
                  <a:pt x="22" y="43"/>
                </a:cubicBezTo>
                <a:cubicBezTo>
                  <a:pt x="23" y="41"/>
                  <a:pt x="23" y="41"/>
                  <a:pt x="23" y="41"/>
                </a:cubicBezTo>
                <a:cubicBezTo>
                  <a:pt x="29" y="36"/>
                  <a:pt x="29" y="36"/>
                  <a:pt x="29" y="36"/>
                </a:cubicBezTo>
                <a:cubicBezTo>
                  <a:pt x="35" y="30"/>
                  <a:pt x="35" y="30"/>
                  <a:pt x="35" y="30"/>
                </a:cubicBezTo>
                <a:cubicBezTo>
                  <a:pt x="40" y="35"/>
                  <a:pt x="40" y="35"/>
                  <a:pt x="40" y="35"/>
                </a:cubicBezTo>
                <a:lnTo>
                  <a:pt x="34" y="41"/>
                </a:lnTo>
                <a:close/>
                <a:moveTo>
                  <a:pt x="28" y="10"/>
                </a:moveTo>
                <a:cubicBezTo>
                  <a:pt x="22" y="16"/>
                  <a:pt x="22" y="16"/>
                  <a:pt x="22" y="16"/>
                </a:cubicBezTo>
                <a:cubicBezTo>
                  <a:pt x="22" y="15"/>
                  <a:pt x="22" y="15"/>
                  <a:pt x="22" y="15"/>
                </a:cubicBezTo>
                <a:cubicBezTo>
                  <a:pt x="20" y="13"/>
                  <a:pt x="17" y="13"/>
                  <a:pt x="15" y="15"/>
                </a:cubicBezTo>
                <a:cubicBezTo>
                  <a:pt x="13" y="17"/>
                  <a:pt x="13" y="20"/>
                  <a:pt x="15" y="22"/>
                </a:cubicBezTo>
                <a:cubicBezTo>
                  <a:pt x="16" y="23"/>
                  <a:pt x="16" y="23"/>
                  <a:pt x="16" y="23"/>
                </a:cubicBezTo>
                <a:cubicBezTo>
                  <a:pt x="22" y="29"/>
                  <a:pt x="22" y="29"/>
                  <a:pt x="22" y="29"/>
                </a:cubicBezTo>
                <a:cubicBezTo>
                  <a:pt x="28" y="35"/>
                  <a:pt x="28" y="35"/>
                  <a:pt x="28" y="35"/>
                </a:cubicBezTo>
                <a:cubicBezTo>
                  <a:pt x="22" y="41"/>
                  <a:pt x="22" y="41"/>
                  <a:pt x="22" y="41"/>
                </a:cubicBezTo>
                <a:cubicBezTo>
                  <a:pt x="16" y="35"/>
                  <a:pt x="16" y="35"/>
                  <a:pt x="16" y="35"/>
                </a:cubicBezTo>
                <a:cubicBezTo>
                  <a:pt x="10" y="29"/>
                  <a:pt x="10" y="29"/>
                  <a:pt x="10" y="29"/>
                </a:cubicBezTo>
                <a:cubicBezTo>
                  <a:pt x="9" y="28"/>
                  <a:pt x="9" y="28"/>
                  <a:pt x="9" y="28"/>
                </a:cubicBezTo>
                <a:cubicBezTo>
                  <a:pt x="6" y="24"/>
                  <a:pt x="5" y="19"/>
                  <a:pt x="6" y="15"/>
                </a:cubicBezTo>
                <a:cubicBezTo>
                  <a:pt x="2" y="14"/>
                  <a:pt x="0" y="11"/>
                  <a:pt x="0" y="7"/>
                </a:cubicBezTo>
                <a:cubicBezTo>
                  <a:pt x="0" y="3"/>
                  <a:pt x="3" y="0"/>
                  <a:pt x="8" y="0"/>
                </a:cubicBezTo>
                <a:cubicBezTo>
                  <a:pt x="12" y="0"/>
                  <a:pt x="15" y="2"/>
                  <a:pt x="15" y="6"/>
                </a:cubicBezTo>
                <a:cubicBezTo>
                  <a:pt x="20" y="5"/>
                  <a:pt x="24" y="6"/>
                  <a:pt x="27" y="10"/>
                </a:cubicBezTo>
                <a:lnTo>
                  <a:pt x="28" y="10"/>
                </a:lnTo>
                <a:close/>
                <a:moveTo>
                  <a:pt x="51" y="15"/>
                </a:moveTo>
                <a:cubicBezTo>
                  <a:pt x="52" y="19"/>
                  <a:pt x="51" y="24"/>
                  <a:pt x="48" y="28"/>
                </a:cubicBezTo>
                <a:cubicBezTo>
                  <a:pt x="47" y="28"/>
                  <a:pt x="47" y="28"/>
                  <a:pt x="47" y="28"/>
                </a:cubicBezTo>
                <a:cubicBezTo>
                  <a:pt x="42" y="23"/>
                  <a:pt x="42" y="23"/>
                  <a:pt x="42" y="23"/>
                </a:cubicBezTo>
                <a:cubicBezTo>
                  <a:pt x="42" y="22"/>
                  <a:pt x="42" y="22"/>
                  <a:pt x="42" y="22"/>
                </a:cubicBezTo>
                <a:cubicBezTo>
                  <a:pt x="44" y="20"/>
                  <a:pt x="44" y="17"/>
                  <a:pt x="42" y="15"/>
                </a:cubicBezTo>
                <a:cubicBezTo>
                  <a:pt x="40" y="13"/>
                  <a:pt x="37" y="13"/>
                  <a:pt x="35" y="15"/>
                </a:cubicBezTo>
                <a:cubicBezTo>
                  <a:pt x="34" y="16"/>
                  <a:pt x="34" y="16"/>
                  <a:pt x="34" y="16"/>
                </a:cubicBezTo>
                <a:cubicBezTo>
                  <a:pt x="29" y="22"/>
                  <a:pt x="29" y="22"/>
                  <a:pt x="29" y="22"/>
                </a:cubicBezTo>
                <a:cubicBezTo>
                  <a:pt x="22" y="28"/>
                  <a:pt x="22" y="28"/>
                  <a:pt x="22" y="28"/>
                </a:cubicBezTo>
                <a:cubicBezTo>
                  <a:pt x="17" y="23"/>
                  <a:pt x="17" y="23"/>
                  <a:pt x="17" y="23"/>
                </a:cubicBezTo>
                <a:cubicBezTo>
                  <a:pt x="23" y="16"/>
                  <a:pt x="23" y="16"/>
                  <a:pt x="23" y="16"/>
                </a:cubicBezTo>
                <a:cubicBezTo>
                  <a:pt x="29" y="11"/>
                  <a:pt x="29" y="11"/>
                  <a:pt x="29" y="11"/>
                </a:cubicBezTo>
                <a:cubicBezTo>
                  <a:pt x="30" y="10"/>
                  <a:pt x="30" y="10"/>
                  <a:pt x="30" y="10"/>
                </a:cubicBezTo>
                <a:cubicBezTo>
                  <a:pt x="33" y="6"/>
                  <a:pt x="38" y="5"/>
                  <a:pt x="42" y="6"/>
                </a:cubicBezTo>
                <a:cubicBezTo>
                  <a:pt x="43" y="2"/>
                  <a:pt x="46" y="0"/>
                  <a:pt x="50" y="0"/>
                </a:cubicBezTo>
                <a:cubicBezTo>
                  <a:pt x="55" y="0"/>
                  <a:pt x="58" y="3"/>
                  <a:pt x="58" y="7"/>
                </a:cubicBezTo>
                <a:cubicBezTo>
                  <a:pt x="58" y="11"/>
                  <a:pt x="55" y="15"/>
                  <a:pt x="51" y="15"/>
                </a:cubicBezTo>
                <a:close/>
                <a:moveTo>
                  <a:pt x="50" y="58"/>
                </a:moveTo>
                <a:cubicBezTo>
                  <a:pt x="46" y="58"/>
                  <a:pt x="43" y="55"/>
                  <a:pt x="43" y="52"/>
                </a:cubicBezTo>
                <a:cubicBezTo>
                  <a:pt x="38" y="53"/>
                  <a:pt x="33" y="52"/>
                  <a:pt x="30" y="48"/>
                </a:cubicBezTo>
                <a:cubicBezTo>
                  <a:pt x="29" y="48"/>
                  <a:pt x="29" y="48"/>
                  <a:pt x="29" y="48"/>
                </a:cubicBezTo>
                <a:cubicBezTo>
                  <a:pt x="35" y="42"/>
                  <a:pt x="35" y="42"/>
                  <a:pt x="35" y="42"/>
                </a:cubicBezTo>
                <a:cubicBezTo>
                  <a:pt x="35" y="43"/>
                  <a:pt x="35" y="43"/>
                  <a:pt x="35" y="43"/>
                </a:cubicBezTo>
                <a:cubicBezTo>
                  <a:pt x="37" y="44"/>
                  <a:pt x="40" y="44"/>
                  <a:pt x="42" y="43"/>
                </a:cubicBezTo>
                <a:cubicBezTo>
                  <a:pt x="44" y="41"/>
                  <a:pt x="44" y="38"/>
                  <a:pt x="42" y="36"/>
                </a:cubicBezTo>
                <a:cubicBezTo>
                  <a:pt x="41" y="35"/>
                  <a:pt x="41" y="35"/>
                  <a:pt x="41" y="35"/>
                </a:cubicBezTo>
                <a:cubicBezTo>
                  <a:pt x="35" y="29"/>
                  <a:pt x="35" y="29"/>
                  <a:pt x="35" y="29"/>
                </a:cubicBezTo>
                <a:cubicBezTo>
                  <a:pt x="29" y="23"/>
                  <a:pt x="29" y="23"/>
                  <a:pt x="29" y="23"/>
                </a:cubicBezTo>
                <a:cubicBezTo>
                  <a:pt x="35" y="17"/>
                  <a:pt x="35" y="17"/>
                  <a:pt x="35" y="17"/>
                </a:cubicBezTo>
                <a:cubicBezTo>
                  <a:pt x="41" y="23"/>
                  <a:pt x="41" y="23"/>
                  <a:pt x="41" y="23"/>
                </a:cubicBezTo>
                <a:cubicBezTo>
                  <a:pt x="47" y="29"/>
                  <a:pt x="47" y="29"/>
                  <a:pt x="47" y="29"/>
                </a:cubicBezTo>
                <a:cubicBezTo>
                  <a:pt x="48" y="30"/>
                  <a:pt x="48" y="30"/>
                  <a:pt x="48" y="30"/>
                </a:cubicBezTo>
                <a:cubicBezTo>
                  <a:pt x="51" y="33"/>
                  <a:pt x="52" y="38"/>
                  <a:pt x="51" y="42"/>
                </a:cubicBezTo>
                <a:cubicBezTo>
                  <a:pt x="55" y="43"/>
                  <a:pt x="58" y="46"/>
                  <a:pt x="58" y="50"/>
                </a:cubicBezTo>
                <a:cubicBezTo>
                  <a:pt x="58" y="54"/>
                  <a:pt x="55" y="58"/>
                  <a:pt x="50" y="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62" name="Freeform 213"/>
          <p:cNvSpPr/>
          <p:nvPr/>
        </p:nvSpPr>
        <p:spPr>
          <a:xfrm>
            <a:off x="8402760" y="4040280"/>
            <a:ext cx="250560" cy="152280"/>
          </a:xfrm>
          <a:custGeom>
            <a:avLst/>
            <a:gdLst/>
            <a:ahLst/>
            <a:rect l="l" t="t" r="r" b="b"/>
            <a:pathLst>
              <a:path w="73" h="44">
                <a:moveTo>
                  <a:pt x="73" y="39"/>
                </a:moveTo>
                <a:cubicBezTo>
                  <a:pt x="73" y="42"/>
                  <a:pt x="70" y="44"/>
                  <a:pt x="68" y="44"/>
                </a:cubicBezTo>
                <a:cubicBezTo>
                  <a:pt x="5" y="44"/>
                  <a:pt x="5" y="44"/>
                  <a:pt x="5" y="44"/>
                </a:cubicBezTo>
                <a:cubicBezTo>
                  <a:pt x="2" y="44"/>
                  <a:pt x="0" y="42"/>
                  <a:pt x="0" y="39"/>
                </a:cubicBezTo>
                <a:cubicBezTo>
                  <a:pt x="0" y="5"/>
                  <a:pt x="0" y="5"/>
                  <a:pt x="0" y="5"/>
                </a:cubicBezTo>
                <a:cubicBezTo>
                  <a:pt x="0" y="2"/>
                  <a:pt x="2" y="0"/>
                  <a:pt x="5" y="0"/>
                </a:cubicBezTo>
                <a:cubicBezTo>
                  <a:pt x="68" y="0"/>
                  <a:pt x="68" y="0"/>
                  <a:pt x="68" y="0"/>
                </a:cubicBezTo>
                <a:cubicBezTo>
                  <a:pt x="70" y="0"/>
                  <a:pt x="73" y="2"/>
                  <a:pt x="73" y="5"/>
                </a:cubicBezTo>
                <a:lnTo>
                  <a:pt x="73" y="39"/>
                </a:lnTo>
                <a:close/>
                <a:moveTo>
                  <a:pt x="68" y="5"/>
                </a:moveTo>
                <a:cubicBezTo>
                  <a:pt x="5" y="5"/>
                  <a:pt x="5" y="5"/>
                  <a:pt x="5" y="5"/>
                </a:cubicBezTo>
                <a:cubicBezTo>
                  <a:pt x="5" y="39"/>
                  <a:pt x="5" y="39"/>
                  <a:pt x="5" y="39"/>
                </a:cubicBezTo>
                <a:cubicBezTo>
                  <a:pt x="68" y="39"/>
                  <a:pt x="68" y="39"/>
                  <a:pt x="68" y="39"/>
                </a:cubicBezTo>
                <a:lnTo>
                  <a:pt x="68" y="5"/>
                </a:lnTo>
                <a:close/>
                <a:moveTo>
                  <a:pt x="14" y="14"/>
                </a:moveTo>
                <a:cubicBezTo>
                  <a:pt x="14" y="15"/>
                  <a:pt x="14" y="15"/>
                  <a:pt x="14" y="15"/>
                </a:cubicBezTo>
                <a:cubicBezTo>
                  <a:pt x="10" y="15"/>
                  <a:pt x="10" y="15"/>
                  <a:pt x="10" y="15"/>
                </a:cubicBezTo>
                <a:cubicBezTo>
                  <a:pt x="10" y="15"/>
                  <a:pt x="9" y="15"/>
                  <a:pt x="9" y="14"/>
                </a:cubicBezTo>
                <a:cubicBezTo>
                  <a:pt x="9" y="11"/>
                  <a:pt x="9" y="11"/>
                  <a:pt x="9" y="11"/>
                </a:cubicBezTo>
                <a:cubicBezTo>
                  <a:pt x="9" y="10"/>
                  <a:pt x="10" y="10"/>
                  <a:pt x="10" y="10"/>
                </a:cubicBezTo>
                <a:cubicBezTo>
                  <a:pt x="14" y="10"/>
                  <a:pt x="14" y="10"/>
                  <a:pt x="14" y="10"/>
                </a:cubicBezTo>
                <a:cubicBezTo>
                  <a:pt x="14" y="10"/>
                  <a:pt x="14" y="10"/>
                  <a:pt x="14" y="11"/>
                </a:cubicBezTo>
                <a:lnTo>
                  <a:pt x="14" y="14"/>
                </a:lnTo>
                <a:close/>
                <a:moveTo>
                  <a:pt x="19" y="24"/>
                </a:moveTo>
                <a:cubicBezTo>
                  <a:pt x="19" y="24"/>
                  <a:pt x="19" y="25"/>
                  <a:pt x="19" y="25"/>
                </a:cubicBezTo>
                <a:cubicBezTo>
                  <a:pt x="10" y="25"/>
                  <a:pt x="10" y="25"/>
                  <a:pt x="10" y="25"/>
                </a:cubicBezTo>
                <a:cubicBezTo>
                  <a:pt x="10" y="25"/>
                  <a:pt x="9" y="24"/>
                  <a:pt x="9" y="24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0"/>
                  <a:pt x="10" y="20"/>
                  <a:pt x="10" y="20"/>
                </a:cubicBezTo>
                <a:cubicBezTo>
                  <a:pt x="19" y="20"/>
                  <a:pt x="19" y="20"/>
                  <a:pt x="19" y="20"/>
                </a:cubicBezTo>
                <a:cubicBezTo>
                  <a:pt x="19" y="20"/>
                  <a:pt x="19" y="20"/>
                  <a:pt x="19" y="20"/>
                </a:cubicBezTo>
                <a:lnTo>
                  <a:pt x="19" y="24"/>
                </a:lnTo>
                <a:close/>
                <a:moveTo>
                  <a:pt x="14" y="34"/>
                </a:moveTo>
                <a:cubicBezTo>
                  <a:pt x="14" y="34"/>
                  <a:pt x="14" y="34"/>
                  <a:pt x="14" y="34"/>
                </a:cubicBezTo>
                <a:cubicBezTo>
                  <a:pt x="10" y="34"/>
                  <a:pt x="10" y="34"/>
                  <a:pt x="10" y="34"/>
                </a:cubicBezTo>
                <a:cubicBezTo>
                  <a:pt x="10" y="34"/>
                  <a:pt x="9" y="34"/>
                  <a:pt x="9" y="34"/>
                </a:cubicBezTo>
                <a:cubicBezTo>
                  <a:pt x="9" y="30"/>
                  <a:pt x="9" y="30"/>
                  <a:pt x="9" y="30"/>
                </a:cubicBezTo>
                <a:cubicBezTo>
                  <a:pt x="9" y="30"/>
                  <a:pt x="10" y="29"/>
                  <a:pt x="10" y="29"/>
                </a:cubicBezTo>
                <a:cubicBezTo>
                  <a:pt x="14" y="29"/>
                  <a:pt x="14" y="29"/>
                  <a:pt x="14" y="29"/>
                </a:cubicBezTo>
                <a:cubicBezTo>
                  <a:pt x="14" y="29"/>
                  <a:pt x="14" y="30"/>
                  <a:pt x="14" y="30"/>
                </a:cubicBezTo>
                <a:lnTo>
                  <a:pt x="14" y="34"/>
                </a:lnTo>
                <a:close/>
                <a:moveTo>
                  <a:pt x="24" y="14"/>
                </a:moveTo>
                <a:cubicBezTo>
                  <a:pt x="24" y="15"/>
                  <a:pt x="24" y="15"/>
                  <a:pt x="23" y="15"/>
                </a:cubicBezTo>
                <a:cubicBezTo>
                  <a:pt x="20" y="15"/>
                  <a:pt x="20" y="15"/>
                  <a:pt x="20" y="15"/>
                </a:cubicBezTo>
                <a:cubicBezTo>
                  <a:pt x="19" y="15"/>
                  <a:pt x="19" y="15"/>
                  <a:pt x="19" y="14"/>
                </a:cubicBezTo>
                <a:cubicBezTo>
                  <a:pt x="19" y="11"/>
                  <a:pt x="19" y="11"/>
                  <a:pt x="19" y="11"/>
                </a:cubicBezTo>
                <a:cubicBezTo>
                  <a:pt x="19" y="10"/>
                  <a:pt x="19" y="10"/>
                  <a:pt x="20" y="10"/>
                </a:cubicBezTo>
                <a:cubicBezTo>
                  <a:pt x="23" y="10"/>
                  <a:pt x="23" y="10"/>
                  <a:pt x="23" y="10"/>
                </a:cubicBezTo>
                <a:cubicBezTo>
                  <a:pt x="24" y="10"/>
                  <a:pt x="24" y="10"/>
                  <a:pt x="24" y="11"/>
                </a:cubicBezTo>
                <a:lnTo>
                  <a:pt x="24" y="14"/>
                </a:lnTo>
                <a:close/>
                <a:moveTo>
                  <a:pt x="53" y="34"/>
                </a:moveTo>
                <a:cubicBezTo>
                  <a:pt x="53" y="34"/>
                  <a:pt x="53" y="34"/>
                  <a:pt x="53" y="34"/>
                </a:cubicBezTo>
                <a:cubicBezTo>
                  <a:pt x="20" y="34"/>
                  <a:pt x="20" y="34"/>
                  <a:pt x="20" y="34"/>
                </a:cubicBezTo>
                <a:cubicBezTo>
                  <a:pt x="19" y="34"/>
                  <a:pt x="19" y="34"/>
                  <a:pt x="19" y="34"/>
                </a:cubicBezTo>
                <a:cubicBezTo>
                  <a:pt x="19" y="30"/>
                  <a:pt x="19" y="30"/>
                  <a:pt x="19" y="30"/>
                </a:cubicBezTo>
                <a:cubicBezTo>
                  <a:pt x="19" y="30"/>
                  <a:pt x="19" y="29"/>
                  <a:pt x="20" y="29"/>
                </a:cubicBezTo>
                <a:cubicBezTo>
                  <a:pt x="53" y="29"/>
                  <a:pt x="53" y="29"/>
                  <a:pt x="53" y="29"/>
                </a:cubicBezTo>
                <a:cubicBezTo>
                  <a:pt x="53" y="29"/>
                  <a:pt x="53" y="30"/>
                  <a:pt x="53" y="30"/>
                </a:cubicBezTo>
                <a:lnTo>
                  <a:pt x="53" y="34"/>
                </a:lnTo>
                <a:close/>
                <a:moveTo>
                  <a:pt x="29" y="24"/>
                </a:moveTo>
                <a:cubicBezTo>
                  <a:pt x="29" y="24"/>
                  <a:pt x="29" y="25"/>
                  <a:pt x="28" y="25"/>
                </a:cubicBezTo>
                <a:cubicBezTo>
                  <a:pt x="25" y="25"/>
                  <a:pt x="25" y="25"/>
                  <a:pt x="25" y="25"/>
                </a:cubicBezTo>
                <a:cubicBezTo>
                  <a:pt x="24" y="25"/>
                  <a:pt x="24" y="24"/>
                  <a:pt x="24" y="24"/>
                </a:cubicBezTo>
                <a:cubicBezTo>
                  <a:pt x="24" y="20"/>
                  <a:pt x="24" y="20"/>
                  <a:pt x="24" y="20"/>
                </a:cubicBezTo>
                <a:cubicBezTo>
                  <a:pt x="24" y="20"/>
                  <a:pt x="24" y="20"/>
                  <a:pt x="25" y="20"/>
                </a:cubicBezTo>
                <a:cubicBezTo>
                  <a:pt x="28" y="20"/>
                  <a:pt x="28" y="20"/>
                  <a:pt x="28" y="20"/>
                </a:cubicBezTo>
                <a:cubicBezTo>
                  <a:pt x="29" y="20"/>
                  <a:pt x="29" y="20"/>
                  <a:pt x="29" y="20"/>
                </a:cubicBezTo>
                <a:lnTo>
                  <a:pt x="29" y="24"/>
                </a:lnTo>
                <a:close/>
                <a:moveTo>
                  <a:pt x="34" y="14"/>
                </a:moveTo>
                <a:cubicBezTo>
                  <a:pt x="34" y="15"/>
                  <a:pt x="34" y="15"/>
                  <a:pt x="33" y="15"/>
                </a:cubicBezTo>
                <a:cubicBezTo>
                  <a:pt x="30" y="15"/>
                  <a:pt x="30" y="15"/>
                  <a:pt x="30" y="15"/>
                </a:cubicBezTo>
                <a:cubicBezTo>
                  <a:pt x="29" y="15"/>
                  <a:pt x="29" y="15"/>
                  <a:pt x="29" y="14"/>
                </a:cubicBezTo>
                <a:cubicBezTo>
                  <a:pt x="29" y="11"/>
                  <a:pt x="29" y="11"/>
                  <a:pt x="29" y="11"/>
                </a:cubicBezTo>
                <a:cubicBezTo>
                  <a:pt x="29" y="10"/>
                  <a:pt x="29" y="10"/>
                  <a:pt x="30" y="10"/>
                </a:cubicBezTo>
                <a:cubicBezTo>
                  <a:pt x="33" y="10"/>
                  <a:pt x="33" y="10"/>
                  <a:pt x="33" y="10"/>
                </a:cubicBezTo>
                <a:cubicBezTo>
                  <a:pt x="34" y="10"/>
                  <a:pt x="34" y="10"/>
                  <a:pt x="34" y="11"/>
                </a:cubicBezTo>
                <a:lnTo>
                  <a:pt x="34" y="14"/>
                </a:lnTo>
                <a:close/>
                <a:moveTo>
                  <a:pt x="39" y="24"/>
                </a:moveTo>
                <a:cubicBezTo>
                  <a:pt x="39" y="24"/>
                  <a:pt x="38" y="25"/>
                  <a:pt x="38" y="25"/>
                </a:cubicBezTo>
                <a:cubicBezTo>
                  <a:pt x="34" y="25"/>
                  <a:pt x="34" y="25"/>
                  <a:pt x="34" y="25"/>
                </a:cubicBezTo>
                <a:cubicBezTo>
                  <a:pt x="34" y="25"/>
                  <a:pt x="34" y="24"/>
                  <a:pt x="34" y="24"/>
                </a:cubicBezTo>
                <a:cubicBezTo>
                  <a:pt x="34" y="20"/>
                  <a:pt x="34" y="20"/>
                  <a:pt x="34" y="20"/>
                </a:cubicBezTo>
                <a:cubicBezTo>
                  <a:pt x="34" y="20"/>
                  <a:pt x="34" y="20"/>
                  <a:pt x="34" y="20"/>
                </a:cubicBezTo>
                <a:cubicBezTo>
                  <a:pt x="38" y="20"/>
                  <a:pt x="38" y="20"/>
                  <a:pt x="38" y="20"/>
                </a:cubicBezTo>
                <a:cubicBezTo>
                  <a:pt x="38" y="20"/>
                  <a:pt x="39" y="20"/>
                  <a:pt x="39" y="20"/>
                </a:cubicBezTo>
                <a:lnTo>
                  <a:pt x="39" y="24"/>
                </a:lnTo>
                <a:close/>
                <a:moveTo>
                  <a:pt x="43" y="14"/>
                </a:moveTo>
                <a:cubicBezTo>
                  <a:pt x="43" y="15"/>
                  <a:pt x="43" y="15"/>
                  <a:pt x="43" y="15"/>
                </a:cubicBezTo>
                <a:cubicBezTo>
                  <a:pt x="39" y="15"/>
                  <a:pt x="39" y="15"/>
                  <a:pt x="39" y="15"/>
                </a:cubicBezTo>
                <a:cubicBezTo>
                  <a:pt x="39" y="15"/>
                  <a:pt x="39" y="15"/>
                  <a:pt x="39" y="14"/>
                </a:cubicBezTo>
                <a:cubicBezTo>
                  <a:pt x="39" y="11"/>
                  <a:pt x="39" y="11"/>
                  <a:pt x="39" y="11"/>
                </a:cubicBezTo>
                <a:cubicBezTo>
                  <a:pt x="39" y="10"/>
                  <a:pt x="39" y="10"/>
                  <a:pt x="39" y="10"/>
                </a:cubicBezTo>
                <a:cubicBezTo>
                  <a:pt x="43" y="10"/>
                  <a:pt x="43" y="10"/>
                  <a:pt x="43" y="10"/>
                </a:cubicBezTo>
                <a:cubicBezTo>
                  <a:pt x="43" y="10"/>
                  <a:pt x="43" y="10"/>
                  <a:pt x="43" y="11"/>
                </a:cubicBezTo>
                <a:lnTo>
                  <a:pt x="43" y="14"/>
                </a:lnTo>
                <a:close/>
                <a:moveTo>
                  <a:pt x="48" y="24"/>
                </a:moveTo>
                <a:cubicBezTo>
                  <a:pt x="48" y="24"/>
                  <a:pt x="48" y="25"/>
                  <a:pt x="48" y="25"/>
                </a:cubicBezTo>
                <a:cubicBezTo>
                  <a:pt x="44" y="25"/>
                  <a:pt x="44" y="25"/>
                  <a:pt x="44" y="25"/>
                </a:cubicBezTo>
                <a:cubicBezTo>
                  <a:pt x="44" y="25"/>
                  <a:pt x="43" y="24"/>
                  <a:pt x="43" y="24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0"/>
                  <a:pt x="44" y="20"/>
                  <a:pt x="44" y="20"/>
                </a:cubicBezTo>
                <a:cubicBezTo>
                  <a:pt x="48" y="20"/>
                  <a:pt x="48" y="20"/>
                  <a:pt x="48" y="20"/>
                </a:cubicBezTo>
                <a:cubicBezTo>
                  <a:pt x="48" y="20"/>
                  <a:pt x="48" y="20"/>
                  <a:pt x="48" y="20"/>
                </a:cubicBezTo>
                <a:lnTo>
                  <a:pt x="48" y="24"/>
                </a:lnTo>
                <a:close/>
                <a:moveTo>
                  <a:pt x="53" y="14"/>
                </a:moveTo>
                <a:cubicBezTo>
                  <a:pt x="53" y="15"/>
                  <a:pt x="53" y="15"/>
                  <a:pt x="53" y="15"/>
                </a:cubicBezTo>
                <a:cubicBezTo>
                  <a:pt x="49" y="15"/>
                  <a:pt x="49" y="15"/>
                  <a:pt x="49" y="15"/>
                </a:cubicBezTo>
                <a:cubicBezTo>
                  <a:pt x="49" y="15"/>
                  <a:pt x="48" y="15"/>
                  <a:pt x="48" y="14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0"/>
                  <a:pt x="49" y="10"/>
                  <a:pt x="49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10"/>
                  <a:pt x="53" y="10"/>
                  <a:pt x="53" y="11"/>
                </a:cubicBezTo>
                <a:lnTo>
                  <a:pt x="53" y="14"/>
                </a:lnTo>
                <a:close/>
                <a:moveTo>
                  <a:pt x="63" y="24"/>
                </a:moveTo>
                <a:cubicBezTo>
                  <a:pt x="63" y="24"/>
                  <a:pt x="63" y="25"/>
                  <a:pt x="62" y="25"/>
                </a:cubicBezTo>
                <a:cubicBezTo>
                  <a:pt x="54" y="25"/>
                  <a:pt x="54" y="25"/>
                  <a:pt x="54" y="25"/>
                </a:cubicBezTo>
                <a:cubicBezTo>
                  <a:pt x="53" y="25"/>
                  <a:pt x="53" y="24"/>
                  <a:pt x="53" y="24"/>
                </a:cubicBezTo>
                <a:cubicBezTo>
                  <a:pt x="53" y="20"/>
                  <a:pt x="53" y="20"/>
                  <a:pt x="53" y="20"/>
                </a:cubicBezTo>
                <a:cubicBezTo>
                  <a:pt x="53" y="20"/>
                  <a:pt x="53" y="20"/>
                  <a:pt x="54" y="20"/>
                </a:cubicBezTo>
                <a:cubicBezTo>
                  <a:pt x="58" y="20"/>
                  <a:pt x="58" y="20"/>
                  <a:pt x="58" y="20"/>
                </a:cubicBezTo>
                <a:cubicBezTo>
                  <a:pt x="58" y="11"/>
                  <a:pt x="58" y="11"/>
                  <a:pt x="58" y="11"/>
                </a:cubicBezTo>
                <a:cubicBezTo>
                  <a:pt x="58" y="10"/>
                  <a:pt x="58" y="10"/>
                  <a:pt x="59" y="10"/>
                </a:cubicBezTo>
                <a:cubicBezTo>
                  <a:pt x="62" y="10"/>
                  <a:pt x="62" y="10"/>
                  <a:pt x="62" y="10"/>
                </a:cubicBezTo>
                <a:cubicBezTo>
                  <a:pt x="63" y="10"/>
                  <a:pt x="63" y="10"/>
                  <a:pt x="63" y="11"/>
                </a:cubicBezTo>
                <a:lnTo>
                  <a:pt x="63" y="24"/>
                </a:lnTo>
                <a:close/>
                <a:moveTo>
                  <a:pt x="63" y="34"/>
                </a:moveTo>
                <a:cubicBezTo>
                  <a:pt x="63" y="34"/>
                  <a:pt x="63" y="34"/>
                  <a:pt x="62" y="34"/>
                </a:cubicBezTo>
                <a:cubicBezTo>
                  <a:pt x="59" y="34"/>
                  <a:pt x="59" y="34"/>
                  <a:pt x="59" y="34"/>
                </a:cubicBezTo>
                <a:cubicBezTo>
                  <a:pt x="58" y="34"/>
                  <a:pt x="58" y="34"/>
                  <a:pt x="58" y="34"/>
                </a:cubicBezTo>
                <a:cubicBezTo>
                  <a:pt x="58" y="30"/>
                  <a:pt x="58" y="30"/>
                  <a:pt x="58" y="30"/>
                </a:cubicBezTo>
                <a:cubicBezTo>
                  <a:pt x="58" y="30"/>
                  <a:pt x="58" y="29"/>
                  <a:pt x="59" y="29"/>
                </a:cubicBezTo>
                <a:cubicBezTo>
                  <a:pt x="62" y="29"/>
                  <a:pt x="62" y="29"/>
                  <a:pt x="62" y="29"/>
                </a:cubicBezTo>
                <a:cubicBezTo>
                  <a:pt x="63" y="29"/>
                  <a:pt x="63" y="30"/>
                  <a:pt x="63" y="30"/>
                </a:cubicBezTo>
                <a:lnTo>
                  <a:pt x="63" y="3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63" name="Freeform 214"/>
          <p:cNvSpPr/>
          <p:nvPr/>
        </p:nvSpPr>
        <p:spPr>
          <a:xfrm>
            <a:off x="8844120" y="4048200"/>
            <a:ext cx="233280" cy="144360"/>
          </a:xfrm>
          <a:custGeom>
            <a:avLst/>
            <a:gdLst/>
            <a:ahLst/>
            <a:rect l="l" t="t" r="r" b="b"/>
            <a:pathLst>
              <a:path w="68" h="42">
                <a:moveTo>
                  <a:pt x="49" y="12"/>
                </a:moveTo>
                <a:cubicBezTo>
                  <a:pt x="50" y="15"/>
                  <a:pt x="53" y="16"/>
                  <a:pt x="55" y="17"/>
                </a:cubicBezTo>
                <a:cubicBezTo>
                  <a:pt x="62" y="18"/>
                  <a:pt x="68" y="22"/>
                  <a:pt x="68" y="29"/>
                </a:cubicBezTo>
                <a:cubicBezTo>
                  <a:pt x="68" y="37"/>
                  <a:pt x="61" y="42"/>
                  <a:pt x="54" y="42"/>
                </a:cubicBezTo>
                <a:cubicBezTo>
                  <a:pt x="42" y="42"/>
                  <a:pt x="38" y="27"/>
                  <a:pt x="35" y="18"/>
                </a:cubicBezTo>
                <a:cubicBezTo>
                  <a:pt x="32" y="10"/>
                  <a:pt x="29" y="6"/>
                  <a:pt x="20" y="6"/>
                </a:cubicBezTo>
                <a:cubicBezTo>
                  <a:pt x="13" y="6"/>
                  <a:pt x="6" y="13"/>
                  <a:pt x="6" y="21"/>
                </a:cubicBezTo>
                <a:cubicBezTo>
                  <a:pt x="6" y="28"/>
                  <a:pt x="12" y="36"/>
                  <a:pt x="20" y="36"/>
                </a:cubicBezTo>
                <a:cubicBezTo>
                  <a:pt x="24" y="36"/>
                  <a:pt x="27" y="35"/>
                  <a:pt x="30" y="32"/>
                </a:cubicBezTo>
                <a:cubicBezTo>
                  <a:pt x="31" y="31"/>
                  <a:pt x="32" y="29"/>
                  <a:pt x="33" y="28"/>
                </a:cubicBezTo>
                <a:cubicBezTo>
                  <a:pt x="36" y="34"/>
                  <a:pt x="36" y="34"/>
                  <a:pt x="36" y="34"/>
                </a:cubicBezTo>
                <a:cubicBezTo>
                  <a:pt x="36" y="34"/>
                  <a:pt x="35" y="35"/>
                  <a:pt x="34" y="36"/>
                </a:cubicBezTo>
                <a:cubicBezTo>
                  <a:pt x="35" y="36"/>
                  <a:pt x="35" y="36"/>
                  <a:pt x="35" y="36"/>
                </a:cubicBezTo>
                <a:cubicBezTo>
                  <a:pt x="31" y="41"/>
                  <a:pt x="25" y="42"/>
                  <a:pt x="20" y="42"/>
                </a:cubicBezTo>
                <a:cubicBezTo>
                  <a:pt x="8" y="42"/>
                  <a:pt x="0" y="32"/>
                  <a:pt x="0" y="21"/>
                </a:cubicBezTo>
                <a:cubicBezTo>
                  <a:pt x="0" y="10"/>
                  <a:pt x="9" y="0"/>
                  <a:pt x="20" y="0"/>
                </a:cubicBezTo>
                <a:cubicBezTo>
                  <a:pt x="38" y="0"/>
                  <a:pt x="39" y="16"/>
                  <a:pt x="45" y="28"/>
                </a:cubicBezTo>
                <a:cubicBezTo>
                  <a:pt x="47" y="32"/>
                  <a:pt x="50" y="36"/>
                  <a:pt x="54" y="36"/>
                </a:cubicBezTo>
                <a:cubicBezTo>
                  <a:pt x="58" y="36"/>
                  <a:pt x="62" y="33"/>
                  <a:pt x="62" y="29"/>
                </a:cubicBezTo>
                <a:cubicBezTo>
                  <a:pt x="62" y="20"/>
                  <a:pt x="45" y="26"/>
                  <a:pt x="43" y="11"/>
                </a:cubicBezTo>
                <a:cubicBezTo>
                  <a:pt x="43" y="11"/>
                  <a:pt x="43" y="10"/>
                  <a:pt x="43" y="10"/>
                </a:cubicBezTo>
                <a:cubicBezTo>
                  <a:pt x="43" y="4"/>
                  <a:pt x="48" y="0"/>
                  <a:pt x="53" y="0"/>
                </a:cubicBezTo>
                <a:cubicBezTo>
                  <a:pt x="57" y="0"/>
                  <a:pt x="59" y="0"/>
                  <a:pt x="61" y="2"/>
                </a:cubicBezTo>
                <a:cubicBezTo>
                  <a:pt x="61" y="2"/>
                  <a:pt x="61" y="2"/>
                  <a:pt x="61" y="2"/>
                </a:cubicBezTo>
                <a:cubicBezTo>
                  <a:pt x="62" y="3"/>
                  <a:pt x="63" y="5"/>
                  <a:pt x="64" y="6"/>
                </a:cubicBezTo>
                <a:cubicBezTo>
                  <a:pt x="59" y="10"/>
                  <a:pt x="59" y="10"/>
                  <a:pt x="59" y="10"/>
                </a:cubicBezTo>
                <a:cubicBezTo>
                  <a:pt x="58" y="8"/>
                  <a:pt x="58" y="8"/>
                  <a:pt x="57" y="7"/>
                </a:cubicBezTo>
                <a:cubicBezTo>
                  <a:pt x="57" y="7"/>
                  <a:pt x="57" y="7"/>
                  <a:pt x="57" y="7"/>
                </a:cubicBezTo>
                <a:cubicBezTo>
                  <a:pt x="56" y="6"/>
                  <a:pt x="54" y="6"/>
                  <a:pt x="53" y="6"/>
                </a:cubicBezTo>
                <a:cubicBezTo>
                  <a:pt x="51" y="6"/>
                  <a:pt x="49" y="8"/>
                  <a:pt x="49" y="10"/>
                </a:cubicBezTo>
                <a:cubicBezTo>
                  <a:pt x="49" y="11"/>
                  <a:pt x="49" y="12"/>
                  <a:pt x="49" y="1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64" name="Freeform 215"/>
          <p:cNvSpPr/>
          <p:nvPr/>
        </p:nvSpPr>
        <p:spPr>
          <a:xfrm>
            <a:off x="71280" y="4394160"/>
            <a:ext cx="198720" cy="200160"/>
          </a:xfrm>
          <a:custGeom>
            <a:avLst/>
            <a:gdLst/>
            <a:ahLst/>
            <a:rect l="l" t="t" r="r" b="b"/>
            <a:pathLst>
              <a:path w="58" h="58">
                <a:moveTo>
                  <a:pt x="37" y="56"/>
                </a:moveTo>
                <a:cubicBezTo>
                  <a:pt x="34" y="58"/>
                  <a:pt x="29" y="58"/>
                  <a:pt x="25" y="58"/>
                </a:cubicBezTo>
                <a:cubicBezTo>
                  <a:pt x="21" y="58"/>
                  <a:pt x="16" y="57"/>
                  <a:pt x="12" y="57"/>
                </a:cubicBezTo>
                <a:cubicBezTo>
                  <a:pt x="10" y="57"/>
                  <a:pt x="8" y="58"/>
                  <a:pt x="6" y="58"/>
                </a:cubicBezTo>
                <a:cubicBezTo>
                  <a:pt x="3" y="58"/>
                  <a:pt x="0" y="54"/>
                  <a:pt x="0" y="51"/>
                </a:cubicBezTo>
                <a:cubicBezTo>
                  <a:pt x="0" y="49"/>
                  <a:pt x="1" y="47"/>
                  <a:pt x="1" y="46"/>
                </a:cubicBezTo>
                <a:cubicBezTo>
                  <a:pt x="1" y="43"/>
                  <a:pt x="0" y="40"/>
                  <a:pt x="0" y="37"/>
                </a:cubicBezTo>
                <a:cubicBezTo>
                  <a:pt x="0" y="26"/>
                  <a:pt x="3" y="14"/>
                  <a:pt x="12" y="7"/>
                </a:cubicBezTo>
                <a:cubicBezTo>
                  <a:pt x="15" y="5"/>
                  <a:pt x="18" y="4"/>
                  <a:pt x="21" y="3"/>
                </a:cubicBezTo>
                <a:cubicBezTo>
                  <a:pt x="25" y="1"/>
                  <a:pt x="29" y="0"/>
                  <a:pt x="33" y="0"/>
                </a:cubicBezTo>
                <a:cubicBezTo>
                  <a:pt x="37" y="0"/>
                  <a:pt x="42" y="1"/>
                  <a:pt x="46" y="1"/>
                </a:cubicBezTo>
                <a:cubicBezTo>
                  <a:pt x="48" y="1"/>
                  <a:pt x="49" y="1"/>
                  <a:pt x="50" y="1"/>
                </a:cubicBezTo>
                <a:cubicBezTo>
                  <a:pt x="55" y="1"/>
                  <a:pt x="56" y="4"/>
                  <a:pt x="56" y="8"/>
                </a:cubicBezTo>
                <a:cubicBezTo>
                  <a:pt x="56" y="10"/>
                  <a:pt x="56" y="11"/>
                  <a:pt x="56" y="13"/>
                </a:cubicBezTo>
                <a:cubicBezTo>
                  <a:pt x="56" y="15"/>
                  <a:pt x="56" y="15"/>
                  <a:pt x="57" y="16"/>
                </a:cubicBezTo>
                <a:cubicBezTo>
                  <a:pt x="58" y="18"/>
                  <a:pt x="58" y="24"/>
                  <a:pt x="58" y="26"/>
                </a:cubicBezTo>
                <a:cubicBezTo>
                  <a:pt x="58" y="39"/>
                  <a:pt x="49" y="52"/>
                  <a:pt x="37" y="56"/>
                </a:cubicBezTo>
                <a:close/>
                <a:moveTo>
                  <a:pt x="52" y="18"/>
                </a:moveTo>
                <a:cubicBezTo>
                  <a:pt x="52" y="16"/>
                  <a:pt x="51" y="15"/>
                  <a:pt x="51" y="13"/>
                </a:cubicBezTo>
                <a:cubicBezTo>
                  <a:pt x="51" y="11"/>
                  <a:pt x="51" y="10"/>
                  <a:pt x="51" y="8"/>
                </a:cubicBezTo>
                <a:cubicBezTo>
                  <a:pt x="51" y="7"/>
                  <a:pt x="51" y="7"/>
                  <a:pt x="51" y="6"/>
                </a:cubicBezTo>
                <a:cubicBezTo>
                  <a:pt x="51" y="6"/>
                  <a:pt x="51" y="6"/>
                  <a:pt x="51" y="6"/>
                </a:cubicBezTo>
                <a:cubicBezTo>
                  <a:pt x="49" y="6"/>
                  <a:pt x="48" y="6"/>
                  <a:pt x="46" y="6"/>
                </a:cubicBezTo>
                <a:cubicBezTo>
                  <a:pt x="42" y="6"/>
                  <a:pt x="37" y="4"/>
                  <a:pt x="33" y="4"/>
                </a:cubicBezTo>
                <a:cubicBezTo>
                  <a:pt x="29" y="4"/>
                  <a:pt x="26" y="6"/>
                  <a:pt x="23" y="7"/>
                </a:cubicBezTo>
                <a:cubicBezTo>
                  <a:pt x="20" y="8"/>
                  <a:pt x="17" y="9"/>
                  <a:pt x="15" y="11"/>
                </a:cubicBezTo>
                <a:cubicBezTo>
                  <a:pt x="7" y="17"/>
                  <a:pt x="5" y="27"/>
                  <a:pt x="5" y="37"/>
                </a:cubicBezTo>
                <a:cubicBezTo>
                  <a:pt x="5" y="40"/>
                  <a:pt x="6" y="43"/>
                  <a:pt x="6" y="46"/>
                </a:cubicBezTo>
                <a:cubicBezTo>
                  <a:pt x="6" y="47"/>
                  <a:pt x="5" y="49"/>
                  <a:pt x="5" y="51"/>
                </a:cubicBezTo>
                <a:cubicBezTo>
                  <a:pt x="5" y="52"/>
                  <a:pt x="5" y="53"/>
                  <a:pt x="6" y="53"/>
                </a:cubicBezTo>
                <a:cubicBezTo>
                  <a:pt x="8" y="53"/>
                  <a:pt x="10" y="52"/>
                  <a:pt x="12" y="52"/>
                </a:cubicBezTo>
                <a:cubicBezTo>
                  <a:pt x="16" y="52"/>
                  <a:pt x="21" y="53"/>
                  <a:pt x="25" y="53"/>
                </a:cubicBezTo>
                <a:cubicBezTo>
                  <a:pt x="28" y="53"/>
                  <a:pt x="33" y="53"/>
                  <a:pt x="36" y="52"/>
                </a:cubicBezTo>
                <a:cubicBezTo>
                  <a:pt x="46" y="48"/>
                  <a:pt x="53" y="37"/>
                  <a:pt x="53" y="26"/>
                </a:cubicBezTo>
                <a:cubicBezTo>
                  <a:pt x="53" y="24"/>
                  <a:pt x="53" y="20"/>
                  <a:pt x="52" y="1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65" name="Freeform 216"/>
          <p:cNvSpPr/>
          <p:nvPr/>
        </p:nvSpPr>
        <p:spPr>
          <a:xfrm>
            <a:off x="493560" y="4376880"/>
            <a:ext cx="233640" cy="234720"/>
          </a:xfrm>
          <a:custGeom>
            <a:avLst/>
            <a:gdLst/>
            <a:ahLst/>
            <a:rect l="l" t="t" r="r" b="b"/>
            <a:pathLst>
              <a:path w="68" h="68">
                <a:moveTo>
                  <a:pt x="68" y="34"/>
                </a:moveTo>
                <a:cubicBezTo>
                  <a:pt x="68" y="52"/>
                  <a:pt x="53" y="68"/>
                  <a:pt x="34" y="68"/>
                </a:cubicBezTo>
                <a:cubicBezTo>
                  <a:pt x="15" y="68"/>
                  <a:pt x="0" y="52"/>
                  <a:pt x="0" y="34"/>
                </a:cubicBezTo>
                <a:cubicBezTo>
                  <a:pt x="0" y="15"/>
                  <a:pt x="15" y="0"/>
                  <a:pt x="34" y="0"/>
                </a:cubicBezTo>
                <a:cubicBezTo>
                  <a:pt x="53" y="0"/>
                  <a:pt x="68" y="15"/>
                  <a:pt x="68" y="34"/>
                </a:cubicBezTo>
                <a:close/>
                <a:moveTo>
                  <a:pt x="15" y="40"/>
                </a:moveTo>
                <a:cubicBezTo>
                  <a:pt x="15" y="38"/>
                  <a:pt x="14" y="36"/>
                  <a:pt x="14" y="34"/>
                </a:cubicBezTo>
                <a:cubicBezTo>
                  <a:pt x="14" y="31"/>
                  <a:pt x="15" y="29"/>
                  <a:pt x="15" y="27"/>
                </a:cubicBezTo>
                <a:cubicBezTo>
                  <a:pt x="8" y="20"/>
                  <a:pt x="8" y="20"/>
                  <a:pt x="8" y="20"/>
                </a:cubicBezTo>
                <a:cubicBezTo>
                  <a:pt x="6" y="24"/>
                  <a:pt x="5" y="29"/>
                  <a:pt x="5" y="34"/>
                </a:cubicBezTo>
                <a:cubicBezTo>
                  <a:pt x="5" y="39"/>
                  <a:pt x="6" y="43"/>
                  <a:pt x="8" y="47"/>
                </a:cubicBezTo>
                <a:lnTo>
                  <a:pt x="15" y="40"/>
                </a:lnTo>
                <a:close/>
                <a:moveTo>
                  <a:pt x="48" y="34"/>
                </a:moveTo>
                <a:cubicBezTo>
                  <a:pt x="48" y="26"/>
                  <a:pt x="42" y="19"/>
                  <a:pt x="34" y="19"/>
                </a:cubicBezTo>
                <a:cubicBezTo>
                  <a:pt x="26" y="19"/>
                  <a:pt x="19" y="26"/>
                  <a:pt x="19" y="34"/>
                </a:cubicBezTo>
                <a:cubicBezTo>
                  <a:pt x="19" y="42"/>
                  <a:pt x="26" y="48"/>
                  <a:pt x="34" y="48"/>
                </a:cubicBezTo>
                <a:cubicBezTo>
                  <a:pt x="42" y="48"/>
                  <a:pt x="48" y="42"/>
                  <a:pt x="48" y="34"/>
                </a:cubicBezTo>
                <a:close/>
                <a:moveTo>
                  <a:pt x="20" y="8"/>
                </a:moveTo>
                <a:cubicBezTo>
                  <a:pt x="27" y="15"/>
                  <a:pt x="27" y="15"/>
                  <a:pt x="27" y="15"/>
                </a:cubicBezTo>
                <a:cubicBezTo>
                  <a:pt x="29" y="15"/>
                  <a:pt x="32" y="14"/>
                  <a:pt x="34" y="14"/>
                </a:cubicBezTo>
                <a:cubicBezTo>
                  <a:pt x="36" y="14"/>
                  <a:pt x="38" y="15"/>
                  <a:pt x="40" y="15"/>
                </a:cubicBezTo>
                <a:cubicBezTo>
                  <a:pt x="47" y="8"/>
                  <a:pt x="47" y="8"/>
                  <a:pt x="47" y="8"/>
                </a:cubicBezTo>
                <a:cubicBezTo>
                  <a:pt x="43" y="6"/>
                  <a:pt x="39" y="5"/>
                  <a:pt x="34" y="5"/>
                </a:cubicBezTo>
                <a:cubicBezTo>
                  <a:pt x="29" y="5"/>
                  <a:pt x="24" y="6"/>
                  <a:pt x="20" y="8"/>
                </a:cubicBezTo>
                <a:close/>
                <a:moveTo>
                  <a:pt x="47" y="59"/>
                </a:moveTo>
                <a:cubicBezTo>
                  <a:pt x="40" y="52"/>
                  <a:pt x="40" y="52"/>
                  <a:pt x="40" y="52"/>
                </a:cubicBezTo>
                <a:cubicBezTo>
                  <a:pt x="38" y="53"/>
                  <a:pt x="36" y="53"/>
                  <a:pt x="34" y="53"/>
                </a:cubicBezTo>
                <a:cubicBezTo>
                  <a:pt x="32" y="53"/>
                  <a:pt x="29" y="53"/>
                  <a:pt x="27" y="52"/>
                </a:cubicBezTo>
                <a:cubicBezTo>
                  <a:pt x="20" y="59"/>
                  <a:pt x="20" y="59"/>
                  <a:pt x="20" y="59"/>
                </a:cubicBezTo>
                <a:cubicBezTo>
                  <a:pt x="24" y="62"/>
                  <a:pt x="29" y="63"/>
                  <a:pt x="34" y="63"/>
                </a:cubicBezTo>
                <a:cubicBezTo>
                  <a:pt x="39" y="63"/>
                  <a:pt x="43" y="62"/>
                  <a:pt x="47" y="59"/>
                </a:cubicBezTo>
                <a:close/>
                <a:moveTo>
                  <a:pt x="60" y="47"/>
                </a:moveTo>
                <a:cubicBezTo>
                  <a:pt x="62" y="43"/>
                  <a:pt x="63" y="39"/>
                  <a:pt x="63" y="34"/>
                </a:cubicBezTo>
                <a:cubicBezTo>
                  <a:pt x="63" y="29"/>
                  <a:pt x="62" y="24"/>
                  <a:pt x="60" y="20"/>
                </a:cubicBezTo>
                <a:cubicBezTo>
                  <a:pt x="52" y="27"/>
                  <a:pt x="52" y="27"/>
                  <a:pt x="52" y="27"/>
                </a:cubicBezTo>
                <a:cubicBezTo>
                  <a:pt x="53" y="29"/>
                  <a:pt x="53" y="32"/>
                  <a:pt x="53" y="34"/>
                </a:cubicBezTo>
                <a:cubicBezTo>
                  <a:pt x="53" y="36"/>
                  <a:pt x="53" y="38"/>
                  <a:pt x="52" y="40"/>
                </a:cubicBezTo>
                <a:lnTo>
                  <a:pt x="60" y="4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66" name="Freeform 217"/>
          <p:cNvSpPr/>
          <p:nvPr/>
        </p:nvSpPr>
        <p:spPr>
          <a:xfrm>
            <a:off x="988920" y="4394160"/>
            <a:ext cx="266760" cy="200160"/>
          </a:xfrm>
          <a:custGeom>
            <a:avLst/>
            <a:gdLst/>
            <a:ahLst/>
            <a:rect l="l" t="t" r="r" b="b"/>
            <a:pathLst>
              <a:path w="78" h="58">
                <a:moveTo>
                  <a:pt x="78" y="58"/>
                </a:moveTo>
                <a:cubicBezTo>
                  <a:pt x="0" y="58"/>
                  <a:pt x="0" y="58"/>
                  <a:pt x="0" y="58"/>
                </a:cubicBezTo>
                <a:cubicBezTo>
                  <a:pt x="0" y="0"/>
                  <a:pt x="0" y="0"/>
                  <a:pt x="0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53"/>
                  <a:pt x="5" y="53"/>
                  <a:pt x="5" y="53"/>
                </a:cubicBezTo>
                <a:cubicBezTo>
                  <a:pt x="78" y="53"/>
                  <a:pt x="78" y="53"/>
                  <a:pt x="78" y="53"/>
                </a:cubicBezTo>
                <a:lnTo>
                  <a:pt x="78" y="58"/>
                </a:lnTo>
                <a:close/>
                <a:moveTo>
                  <a:pt x="73" y="22"/>
                </a:moveTo>
                <a:cubicBezTo>
                  <a:pt x="73" y="23"/>
                  <a:pt x="71" y="24"/>
                  <a:pt x="71" y="23"/>
                </a:cubicBezTo>
                <a:cubicBezTo>
                  <a:pt x="66" y="18"/>
                  <a:pt x="66" y="18"/>
                  <a:pt x="66" y="18"/>
                </a:cubicBezTo>
                <a:cubicBezTo>
                  <a:pt x="42" y="42"/>
                  <a:pt x="42" y="42"/>
                  <a:pt x="42" y="42"/>
                </a:cubicBezTo>
                <a:cubicBezTo>
                  <a:pt x="41" y="43"/>
                  <a:pt x="41" y="43"/>
                  <a:pt x="40" y="42"/>
                </a:cubicBezTo>
                <a:cubicBezTo>
                  <a:pt x="31" y="34"/>
                  <a:pt x="31" y="34"/>
                  <a:pt x="31" y="34"/>
                </a:cubicBezTo>
                <a:cubicBezTo>
                  <a:pt x="16" y="49"/>
                  <a:pt x="16" y="49"/>
                  <a:pt x="16" y="49"/>
                </a:cubicBezTo>
                <a:cubicBezTo>
                  <a:pt x="8" y="42"/>
                  <a:pt x="8" y="42"/>
                  <a:pt x="8" y="42"/>
                </a:cubicBezTo>
                <a:cubicBezTo>
                  <a:pt x="30" y="20"/>
                  <a:pt x="30" y="20"/>
                  <a:pt x="30" y="20"/>
                </a:cubicBezTo>
                <a:cubicBezTo>
                  <a:pt x="31" y="19"/>
                  <a:pt x="32" y="19"/>
                  <a:pt x="32" y="20"/>
                </a:cubicBezTo>
                <a:cubicBezTo>
                  <a:pt x="41" y="29"/>
                  <a:pt x="41" y="29"/>
                  <a:pt x="41" y="29"/>
                </a:cubicBezTo>
                <a:cubicBezTo>
                  <a:pt x="59" y="11"/>
                  <a:pt x="59" y="11"/>
                  <a:pt x="59" y="11"/>
                </a:cubicBezTo>
                <a:cubicBezTo>
                  <a:pt x="54" y="6"/>
                  <a:pt x="54" y="6"/>
                  <a:pt x="54" y="6"/>
                </a:cubicBezTo>
                <a:cubicBezTo>
                  <a:pt x="53" y="6"/>
                  <a:pt x="54" y="4"/>
                  <a:pt x="55" y="4"/>
                </a:cubicBezTo>
                <a:cubicBezTo>
                  <a:pt x="71" y="4"/>
                  <a:pt x="71" y="4"/>
                  <a:pt x="71" y="4"/>
                </a:cubicBezTo>
                <a:cubicBezTo>
                  <a:pt x="72" y="4"/>
                  <a:pt x="73" y="5"/>
                  <a:pt x="73" y="6"/>
                </a:cubicBezTo>
                <a:lnTo>
                  <a:pt x="73" y="2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67" name="Freeform 219"/>
          <p:cNvSpPr/>
          <p:nvPr/>
        </p:nvSpPr>
        <p:spPr>
          <a:xfrm>
            <a:off x="1976400" y="4402080"/>
            <a:ext cx="233280" cy="181080"/>
          </a:xfrm>
          <a:custGeom>
            <a:avLst/>
            <a:gdLst/>
            <a:ahLst/>
            <a:rect l="l" t="t" r="r" b="b"/>
            <a:pathLst>
              <a:path w="68" h="53">
                <a:moveTo>
                  <a:pt x="8" y="15"/>
                </a:moveTo>
                <a:cubicBezTo>
                  <a:pt x="4" y="15"/>
                  <a:pt x="0" y="11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12" y="0"/>
                  <a:pt x="15" y="3"/>
                  <a:pt x="15" y="7"/>
                </a:cubicBezTo>
                <a:cubicBezTo>
                  <a:pt x="15" y="11"/>
                  <a:pt x="12" y="15"/>
                  <a:pt x="8" y="15"/>
                </a:cubicBezTo>
                <a:close/>
                <a:moveTo>
                  <a:pt x="8" y="34"/>
                </a:moveTo>
                <a:cubicBezTo>
                  <a:pt x="4" y="34"/>
                  <a:pt x="0" y="31"/>
                  <a:pt x="0" y="27"/>
                </a:cubicBezTo>
                <a:cubicBezTo>
                  <a:pt x="0" y="23"/>
                  <a:pt x="4" y="19"/>
                  <a:pt x="8" y="19"/>
                </a:cubicBezTo>
                <a:cubicBezTo>
                  <a:pt x="12" y="19"/>
                  <a:pt x="15" y="23"/>
                  <a:pt x="15" y="27"/>
                </a:cubicBezTo>
                <a:cubicBezTo>
                  <a:pt x="15" y="31"/>
                  <a:pt x="12" y="34"/>
                  <a:pt x="8" y="34"/>
                </a:cubicBezTo>
                <a:close/>
                <a:moveTo>
                  <a:pt x="8" y="53"/>
                </a:moveTo>
                <a:cubicBezTo>
                  <a:pt x="4" y="53"/>
                  <a:pt x="0" y="50"/>
                  <a:pt x="0" y="46"/>
                </a:cubicBezTo>
                <a:cubicBezTo>
                  <a:pt x="0" y="42"/>
                  <a:pt x="4" y="39"/>
                  <a:pt x="8" y="39"/>
                </a:cubicBezTo>
                <a:cubicBezTo>
                  <a:pt x="12" y="39"/>
                  <a:pt x="15" y="42"/>
                  <a:pt x="15" y="46"/>
                </a:cubicBezTo>
                <a:cubicBezTo>
                  <a:pt x="15" y="50"/>
                  <a:pt x="12" y="53"/>
                  <a:pt x="8" y="53"/>
                </a:cubicBezTo>
                <a:close/>
                <a:moveTo>
                  <a:pt x="68" y="11"/>
                </a:moveTo>
                <a:cubicBezTo>
                  <a:pt x="68" y="12"/>
                  <a:pt x="68" y="12"/>
                  <a:pt x="67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0" y="12"/>
                  <a:pt x="20" y="12"/>
                  <a:pt x="20" y="11"/>
                </a:cubicBezTo>
                <a:cubicBezTo>
                  <a:pt x="20" y="4"/>
                  <a:pt x="20" y="4"/>
                  <a:pt x="20" y="4"/>
                </a:cubicBezTo>
                <a:cubicBezTo>
                  <a:pt x="20" y="3"/>
                  <a:pt x="20" y="2"/>
                  <a:pt x="21" y="2"/>
                </a:cubicBezTo>
                <a:cubicBezTo>
                  <a:pt x="67" y="2"/>
                  <a:pt x="67" y="2"/>
                  <a:pt x="67" y="2"/>
                </a:cubicBezTo>
                <a:cubicBezTo>
                  <a:pt x="68" y="2"/>
                  <a:pt x="68" y="3"/>
                  <a:pt x="68" y="4"/>
                </a:cubicBezTo>
                <a:lnTo>
                  <a:pt x="68" y="11"/>
                </a:lnTo>
                <a:close/>
                <a:moveTo>
                  <a:pt x="68" y="30"/>
                </a:moveTo>
                <a:cubicBezTo>
                  <a:pt x="68" y="31"/>
                  <a:pt x="68" y="32"/>
                  <a:pt x="67" y="32"/>
                </a:cubicBezTo>
                <a:cubicBezTo>
                  <a:pt x="21" y="32"/>
                  <a:pt x="21" y="32"/>
                  <a:pt x="21" y="32"/>
                </a:cubicBezTo>
                <a:cubicBezTo>
                  <a:pt x="20" y="32"/>
                  <a:pt x="20" y="31"/>
                  <a:pt x="20" y="30"/>
                </a:cubicBezTo>
                <a:cubicBezTo>
                  <a:pt x="20" y="23"/>
                  <a:pt x="20" y="23"/>
                  <a:pt x="20" y="23"/>
                </a:cubicBezTo>
                <a:cubicBezTo>
                  <a:pt x="20" y="22"/>
                  <a:pt x="20" y="22"/>
                  <a:pt x="21" y="22"/>
                </a:cubicBezTo>
                <a:cubicBezTo>
                  <a:pt x="67" y="22"/>
                  <a:pt x="67" y="22"/>
                  <a:pt x="67" y="22"/>
                </a:cubicBezTo>
                <a:cubicBezTo>
                  <a:pt x="68" y="22"/>
                  <a:pt x="68" y="22"/>
                  <a:pt x="68" y="23"/>
                </a:cubicBezTo>
                <a:lnTo>
                  <a:pt x="68" y="30"/>
                </a:lnTo>
                <a:close/>
                <a:moveTo>
                  <a:pt x="68" y="50"/>
                </a:moveTo>
                <a:cubicBezTo>
                  <a:pt x="68" y="50"/>
                  <a:pt x="68" y="51"/>
                  <a:pt x="67" y="51"/>
                </a:cubicBezTo>
                <a:cubicBezTo>
                  <a:pt x="21" y="51"/>
                  <a:pt x="21" y="51"/>
                  <a:pt x="21" y="51"/>
                </a:cubicBezTo>
                <a:cubicBezTo>
                  <a:pt x="20" y="51"/>
                  <a:pt x="20" y="50"/>
                  <a:pt x="20" y="50"/>
                </a:cubicBezTo>
                <a:cubicBezTo>
                  <a:pt x="20" y="42"/>
                  <a:pt x="20" y="42"/>
                  <a:pt x="20" y="42"/>
                </a:cubicBezTo>
                <a:cubicBezTo>
                  <a:pt x="20" y="42"/>
                  <a:pt x="20" y="41"/>
                  <a:pt x="21" y="41"/>
                </a:cubicBezTo>
                <a:cubicBezTo>
                  <a:pt x="67" y="41"/>
                  <a:pt x="67" y="41"/>
                  <a:pt x="67" y="41"/>
                </a:cubicBezTo>
                <a:cubicBezTo>
                  <a:pt x="68" y="41"/>
                  <a:pt x="68" y="42"/>
                  <a:pt x="68" y="42"/>
                </a:cubicBezTo>
                <a:lnTo>
                  <a:pt x="68" y="5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68" name="Freeform 220"/>
          <p:cNvSpPr/>
          <p:nvPr/>
        </p:nvSpPr>
        <p:spPr>
          <a:xfrm>
            <a:off x="2478240" y="4441680"/>
            <a:ext cx="226800" cy="100080"/>
          </a:xfrm>
          <a:custGeom>
            <a:avLst/>
            <a:gdLst/>
            <a:ahLst/>
            <a:rect l="l" t="t" r="r" b="b"/>
            <a:pathLst>
              <a:path w="66" h="29">
                <a:moveTo>
                  <a:pt x="66" y="18"/>
                </a:moveTo>
                <a:cubicBezTo>
                  <a:pt x="66" y="19"/>
                  <a:pt x="65" y="20"/>
                  <a:pt x="65" y="20"/>
                </a:cubicBezTo>
                <a:cubicBezTo>
                  <a:pt x="17" y="20"/>
                  <a:pt x="17" y="20"/>
                  <a:pt x="17" y="20"/>
                </a:cubicBezTo>
                <a:cubicBezTo>
                  <a:pt x="17" y="28"/>
                  <a:pt x="17" y="28"/>
                  <a:pt x="17" y="28"/>
                </a:cubicBezTo>
                <a:cubicBezTo>
                  <a:pt x="17" y="29"/>
                  <a:pt x="17" y="29"/>
                  <a:pt x="16" y="29"/>
                </a:cubicBezTo>
                <a:cubicBezTo>
                  <a:pt x="16" y="29"/>
                  <a:pt x="16" y="29"/>
                  <a:pt x="15" y="29"/>
                </a:cubicBezTo>
                <a:cubicBezTo>
                  <a:pt x="1" y="16"/>
                  <a:pt x="1" y="16"/>
                  <a:pt x="1" y="16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4"/>
                  <a:pt x="0" y="14"/>
                  <a:pt x="1" y="14"/>
                </a:cubicBezTo>
                <a:cubicBezTo>
                  <a:pt x="15" y="0"/>
                  <a:pt x="15" y="0"/>
                  <a:pt x="15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7" y="0"/>
                  <a:pt x="17" y="1"/>
                  <a:pt x="17" y="1"/>
                </a:cubicBezTo>
                <a:cubicBezTo>
                  <a:pt x="17" y="10"/>
                  <a:pt x="17" y="10"/>
                  <a:pt x="17" y="10"/>
                </a:cubicBezTo>
                <a:cubicBezTo>
                  <a:pt x="65" y="10"/>
                  <a:pt x="65" y="10"/>
                  <a:pt x="65" y="10"/>
                </a:cubicBezTo>
                <a:cubicBezTo>
                  <a:pt x="65" y="10"/>
                  <a:pt x="66" y="10"/>
                  <a:pt x="66" y="11"/>
                </a:cubicBezTo>
                <a:lnTo>
                  <a:pt x="66" y="1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69" name="Freeform 221"/>
          <p:cNvSpPr/>
          <p:nvPr/>
        </p:nvSpPr>
        <p:spPr>
          <a:xfrm>
            <a:off x="2965320" y="4394160"/>
            <a:ext cx="203400" cy="200160"/>
          </a:xfrm>
          <a:custGeom>
            <a:avLst/>
            <a:gdLst/>
            <a:ahLst/>
            <a:rect l="l" t="t" r="r" b="b"/>
            <a:pathLst>
              <a:path w="59" h="58">
                <a:moveTo>
                  <a:pt x="20" y="17"/>
                </a:moveTo>
                <a:cubicBezTo>
                  <a:pt x="20" y="18"/>
                  <a:pt x="19" y="19"/>
                  <a:pt x="17" y="19"/>
                </a:cubicBezTo>
                <a:cubicBezTo>
                  <a:pt x="3" y="19"/>
                  <a:pt x="3" y="19"/>
                  <a:pt x="3" y="19"/>
                </a:cubicBezTo>
                <a:cubicBezTo>
                  <a:pt x="2" y="19"/>
                  <a:pt x="0" y="18"/>
                  <a:pt x="0" y="17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2" y="0"/>
                  <a:pt x="3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9" y="0"/>
                  <a:pt x="20" y="1"/>
                  <a:pt x="20" y="2"/>
                </a:cubicBezTo>
                <a:lnTo>
                  <a:pt x="20" y="17"/>
                </a:lnTo>
                <a:close/>
                <a:moveTo>
                  <a:pt x="59" y="31"/>
                </a:moveTo>
                <a:cubicBezTo>
                  <a:pt x="59" y="47"/>
                  <a:pt x="46" y="58"/>
                  <a:pt x="30" y="58"/>
                </a:cubicBezTo>
                <a:cubicBezTo>
                  <a:pt x="13" y="58"/>
                  <a:pt x="0" y="47"/>
                  <a:pt x="0" y="31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25"/>
                  <a:pt x="2" y="24"/>
                  <a:pt x="3" y="24"/>
                </a:cubicBezTo>
                <a:cubicBezTo>
                  <a:pt x="17" y="24"/>
                  <a:pt x="17" y="24"/>
                  <a:pt x="17" y="24"/>
                </a:cubicBezTo>
                <a:cubicBezTo>
                  <a:pt x="19" y="24"/>
                  <a:pt x="20" y="25"/>
                  <a:pt x="20" y="26"/>
                </a:cubicBezTo>
                <a:cubicBezTo>
                  <a:pt x="20" y="31"/>
                  <a:pt x="20" y="31"/>
                  <a:pt x="20" y="31"/>
                </a:cubicBezTo>
                <a:cubicBezTo>
                  <a:pt x="20" y="38"/>
                  <a:pt x="28" y="38"/>
                  <a:pt x="30" y="38"/>
                </a:cubicBezTo>
                <a:cubicBezTo>
                  <a:pt x="31" y="38"/>
                  <a:pt x="39" y="38"/>
                  <a:pt x="39" y="31"/>
                </a:cubicBezTo>
                <a:cubicBezTo>
                  <a:pt x="39" y="26"/>
                  <a:pt x="39" y="26"/>
                  <a:pt x="39" y="26"/>
                </a:cubicBezTo>
                <a:cubicBezTo>
                  <a:pt x="39" y="25"/>
                  <a:pt x="40" y="24"/>
                  <a:pt x="42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58" y="24"/>
                  <a:pt x="59" y="25"/>
                  <a:pt x="59" y="26"/>
                </a:cubicBezTo>
                <a:lnTo>
                  <a:pt x="59" y="31"/>
                </a:lnTo>
                <a:close/>
                <a:moveTo>
                  <a:pt x="59" y="17"/>
                </a:moveTo>
                <a:cubicBezTo>
                  <a:pt x="59" y="18"/>
                  <a:pt x="58" y="19"/>
                  <a:pt x="56" y="19"/>
                </a:cubicBezTo>
                <a:cubicBezTo>
                  <a:pt x="42" y="19"/>
                  <a:pt x="42" y="19"/>
                  <a:pt x="42" y="19"/>
                </a:cubicBezTo>
                <a:cubicBezTo>
                  <a:pt x="40" y="19"/>
                  <a:pt x="39" y="18"/>
                  <a:pt x="39" y="17"/>
                </a:cubicBezTo>
                <a:cubicBezTo>
                  <a:pt x="39" y="2"/>
                  <a:pt x="39" y="2"/>
                  <a:pt x="39" y="2"/>
                </a:cubicBezTo>
                <a:cubicBezTo>
                  <a:pt x="39" y="1"/>
                  <a:pt x="40" y="0"/>
                  <a:pt x="42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8" y="0"/>
                  <a:pt x="59" y="1"/>
                  <a:pt x="59" y="2"/>
                </a:cubicBezTo>
                <a:lnTo>
                  <a:pt x="59" y="1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70" name="Freeform 222"/>
          <p:cNvSpPr/>
          <p:nvPr/>
        </p:nvSpPr>
        <p:spPr>
          <a:xfrm>
            <a:off x="3460680" y="4381560"/>
            <a:ext cx="133560" cy="230040"/>
          </a:xfrm>
          <a:custGeom>
            <a:avLst/>
            <a:gdLst/>
            <a:ahLst/>
            <a:rect l="l" t="t" r="r" b="b"/>
            <a:pathLst>
              <a:path w="39" h="67">
                <a:moveTo>
                  <a:pt x="39" y="41"/>
                </a:moveTo>
                <a:cubicBezTo>
                  <a:pt x="39" y="43"/>
                  <a:pt x="37" y="45"/>
                  <a:pt x="35" y="45"/>
                </a:cubicBezTo>
                <a:cubicBezTo>
                  <a:pt x="33" y="45"/>
                  <a:pt x="31" y="43"/>
                  <a:pt x="31" y="41"/>
                </a:cubicBezTo>
                <a:cubicBezTo>
                  <a:pt x="31" y="28"/>
                  <a:pt x="31" y="28"/>
                  <a:pt x="31" y="28"/>
                </a:cubicBezTo>
                <a:cubicBezTo>
                  <a:pt x="29" y="28"/>
                  <a:pt x="29" y="28"/>
                  <a:pt x="29" y="28"/>
                </a:cubicBezTo>
                <a:cubicBezTo>
                  <a:pt x="29" y="62"/>
                  <a:pt x="29" y="62"/>
                  <a:pt x="29" y="62"/>
                </a:cubicBezTo>
                <a:cubicBezTo>
                  <a:pt x="29" y="65"/>
                  <a:pt x="27" y="67"/>
                  <a:pt x="25" y="67"/>
                </a:cubicBezTo>
                <a:cubicBezTo>
                  <a:pt x="22" y="67"/>
                  <a:pt x="20" y="65"/>
                  <a:pt x="20" y="62"/>
                </a:cubicBezTo>
                <a:cubicBezTo>
                  <a:pt x="20" y="45"/>
                  <a:pt x="20" y="45"/>
                  <a:pt x="20" y="45"/>
                </a:cubicBezTo>
                <a:cubicBezTo>
                  <a:pt x="18" y="45"/>
                  <a:pt x="18" y="45"/>
                  <a:pt x="18" y="45"/>
                </a:cubicBezTo>
                <a:cubicBezTo>
                  <a:pt x="18" y="62"/>
                  <a:pt x="18" y="62"/>
                  <a:pt x="18" y="62"/>
                </a:cubicBezTo>
                <a:cubicBezTo>
                  <a:pt x="18" y="65"/>
                  <a:pt x="16" y="67"/>
                  <a:pt x="14" y="67"/>
                </a:cubicBezTo>
                <a:cubicBezTo>
                  <a:pt x="11" y="67"/>
                  <a:pt x="9" y="65"/>
                  <a:pt x="9" y="62"/>
                </a:cubicBezTo>
                <a:cubicBezTo>
                  <a:pt x="9" y="28"/>
                  <a:pt x="9" y="28"/>
                  <a:pt x="9" y="28"/>
                </a:cubicBezTo>
                <a:cubicBezTo>
                  <a:pt x="7" y="28"/>
                  <a:pt x="7" y="28"/>
                  <a:pt x="7" y="28"/>
                </a:cubicBezTo>
                <a:cubicBezTo>
                  <a:pt x="7" y="41"/>
                  <a:pt x="7" y="41"/>
                  <a:pt x="7" y="41"/>
                </a:cubicBezTo>
                <a:cubicBezTo>
                  <a:pt x="7" y="43"/>
                  <a:pt x="5" y="45"/>
                  <a:pt x="3" y="45"/>
                </a:cubicBezTo>
                <a:cubicBezTo>
                  <a:pt x="1" y="45"/>
                  <a:pt x="0" y="43"/>
                  <a:pt x="0" y="41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1"/>
                  <a:pt x="3" y="18"/>
                  <a:pt x="7" y="18"/>
                </a:cubicBezTo>
                <a:cubicBezTo>
                  <a:pt x="31" y="18"/>
                  <a:pt x="31" y="18"/>
                  <a:pt x="31" y="18"/>
                </a:cubicBezTo>
                <a:cubicBezTo>
                  <a:pt x="35" y="18"/>
                  <a:pt x="39" y="21"/>
                  <a:pt x="39" y="25"/>
                </a:cubicBezTo>
                <a:lnTo>
                  <a:pt x="39" y="41"/>
                </a:lnTo>
                <a:close/>
                <a:moveTo>
                  <a:pt x="19" y="17"/>
                </a:moveTo>
                <a:cubicBezTo>
                  <a:pt x="14" y="17"/>
                  <a:pt x="11" y="13"/>
                  <a:pt x="11" y="8"/>
                </a:cubicBezTo>
                <a:cubicBezTo>
                  <a:pt x="11" y="4"/>
                  <a:pt x="14" y="0"/>
                  <a:pt x="19" y="0"/>
                </a:cubicBezTo>
                <a:cubicBezTo>
                  <a:pt x="24" y="0"/>
                  <a:pt x="28" y="4"/>
                  <a:pt x="28" y="8"/>
                </a:cubicBezTo>
                <a:cubicBezTo>
                  <a:pt x="28" y="13"/>
                  <a:pt x="24" y="17"/>
                  <a:pt x="19" y="1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71" name="Freeform 223"/>
          <p:cNvSpPr/>
          <p:nvPr/>
        </p:nvSpPr>
        <p:spPr>
          <a:xfrm>
            <a:off x="3954600" y="4394160"/>
            <a:ext cx="233280" cy="200160"/>
          </a:xfrm>
          <a:custGeom>
            <a:avLst/>
            <a:gdLst/>
            <a:ahLst/>
            <a:rect l="l" t="t" r="r" b="b"/>
            <a:pathLst>
              <a:path w="68" h="58">
                <a:moveTo>
                  <a:pt x="10" y="58"/>
                </a:moveTo>
                <a:cubicBezTo>
                  <a:pt x="9" y="58"/>
                  <a:pt x="9" y="58"/>
                  <a:pt x="9" y="58"/>
                </a:cubicBezTo>
                <a:cubicBezTo>
                  <a:pt x="4" y="58"/>
                  <a:pt x="0" y="54"/>
                  <a:pt x="0" y="49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13"/>
                  <a:pt x="4" y="9"/>
                  <a:pt x="9" y="9"/>
                </a:cubicBezTo>
                <a:cubicBezTo>
                  <a:pt x="10" y="9"/>
                  <a:pt x="10" y="9"/>
                  <a:pt x="10" y="9"/>
                </a:cubicBezTo>
                <a:lnTo>
                  <a:pt x="10" y="58"/>
                </a:lnTo>
                <a:close/>
                <a:moveTo>
                  <a:pt x="55" y="58"/>
                </a:moveTo>
                <a:cubicBezTo>
                  <a:pt x="14" y="58"/>
                  <a:pt x="14" y="58"/>
                  <a:pt x="14" y="58"/>
                </a:cubicBezTo>
                <a:cubicBezTo>
                  <a:pt x="14" y="9"/>
                  <a:pt x="14" y="9"/>
                  <a:pt x="14" y="9"/>
                </a:cubicBezTo>
                <a:cubicBezTo>
                  <a:pt x="20" y="9"/>
                  <a:pt x="20" y="9"/>
                  <a:pt x="20" y="9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1"/>
                  <a:pt x="22" y="0"/>
                  <a:pt x="24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7" y="0"/>
                  <a:pt x="49" y="1"/>
                  <a:pt x="49" y="3"/>
                </a:cubicBezTo>
                <a:cubicBezTo>
                  <a:pt x="49" y="9"/>
                  <a:pt x="49" y="9"/>
                  <a:pt x="49" y="9"/>
                </a:cubicBezTo>
                <a:cubicBezTo>
                  <a:pt x="55" y="9"/>
                  <a:pt x="55" y="9"/>
                  <a:pt x="55" y="9"/>
                </a:cubicBezTo>
                <a:lnTo>
                  <a:pt x="55" y="58"/>
                </a:lnTo>
                <a:close/>
                <a:moveTo>
                  <a:pt x="49" y="30"/>
                </a:moveTo>
                <a:cubicBezTo>
                  <a:pt x="49" y="29"/>
                  <a:pt x="49" y="29"/>
                  <a:pt x="48" y="29"/>
                </a:cubicBezTo>
                <a:cubicBezTo>
                  <a:pt x="39" y="29"/>
                  <a:pt x="39" y="29"/>
                  <a:pt x="39" y="29"/>
                </a:cubicBezTo>
                <a:cubicBezTo>
                  <a:pt x="39" y="20"/>
                  <a:pt x="39" y="20"/>
                  <a:pt x="39" y="20"/>
                </a:cubicBezTo>
                <a:cubicBezTo>
                  <a:pt x="39" y="20"/>
                  <a:pt x="39" y="19"/>
                  <a:pt x="38" y="19"/>
                </a:cubicBezTo>
                <a:cubicBezTo>
                  <a:pt x="31" y="19"/>
                  <a:pt x="31" y="19"/>
                  <a:pt x="31" y="19"/>
                </a:cubicBezTo>
                <a:cubicBezTo>
                  <a:pt x="30" y="19"/>
                  <a:pt x="30" y="20"/>
                  <a:pt x="30" y="20"/>
                </a:cubicBezTo>
                <a:cubicBezTo>
                  <a:pt x="30" y="29"/>
                  <a:pt x="30" y="29"/>
                  <a:pt x="30" y="29"/>
                </a:cubicBezTo>
                <a:cubicBezTo>
                  <a:pt x="21" y="29"/>
                  <a:pt x="21" y="29"/>
                  <a:pt x="21" y="29"/>
                </a:cubicBezTo>
                <a:cubicBezTo>
                  <a:pt x="20" y="29"/>
                  <a:pt x="20" y="29"/>
                  <a:pt x="20" y="30"/>
                </a:cubicBezTo>
                <a:cubicBezTo>
                  <a:pt x="20" y="37"/>
                  <a:pt x="20" y="37"/>
                  <a:pt x="20" y="37"/>
                </a:cubicBezTo>
                <a:cubicBezTo>
                  <a:pt x="20" y="38"/>
                  <a:pt x="20" y="38"/>
                  <a:pt x="21" y="38"/>
                </a:cubicBezTo>
                <a:cubicBezTo>
                  <a:pt x="30" y="38"/>
                  <a:pt x="30" y="38"/>
                  <a:pt x="30" y="38"/>
                </a:cubicBezTo>
                <a:cubicBezTo>
                  <a:pt x="30" y="47"/>
                  <a:pt x="30" y="47"/>
                  <a:pt x="30" y="47"/>
                </a:cubicBezTo>
                <a:cubicBezTo>
                  <a:pt x="30" y="48"/>
                  <a:pt x="30" y="48"/>
                  <a:pt x="31" y="48"/>
                </a:cubicBezTo>
                <a:cubicBezTo>
                  <a:pt x="38" y="48"/>
                  <a:pt x="38" y="48"/>
                  <a:pt x="38" y="48"/>
                </a:cubicBezTo>
                <a:cubicBezTo>
                  <a:pt x="39" y="48"/>
                  <a:pt x="39" y="48"/>
                  <a:pt x="39" y="47"/>
                </a:cubicBezTo>
                <a:cubicBezTo>
                  <a:pt x="39" y="38"/>
                  <a:pt x="39" y="38"/>
                  <a:pt x="39" y="38"/>
                </a:cubicBezTo>
                <a:cubicBezTo>
                  <a:pt x="48" y="38"/>
                  <a:pt x="48" y="38"/>
                  <a:pt x="48" y="38"/>
                </a:cubicBezTo>
                <a:cubicBezTo>
                  <a:pt x="49" y="38"/>
                  <a:pt x="49" y="38"/>
                  <a:pt x="49" y="37"/>
                </a:cubicBezTo>
                <a:lnTo>
                  <a:pt x="49" y="30"/>
                </a:lnTo>
                <a:close/>
                <a:moveTo>
                  <a:pt x="44" y="9"/>
                </a:moveTo>
                <a:cubicBezTo>
                  <a:pt x="44" y="4"/>
                  <a:pt x="44" y="4"/>
                  <a:pt x="44" y="4"/>
                </a:cubicBezTo>
                <a:cubicBezTo>
                  <a:pt x="25" y="4"/>
                  <a:pt x="25" y="4"/>
                  <a:pt x="25" y="4"/>
                </a:cubicBezTo>
                <a:cubicBezTo>
                  <a:pt x="25" y="9"/>
                  <a:pt x="25" y="9"/>
                  <a:pt x="25" y="9"/>
                </a:cubicBezTo>
                <a:lnTo>
                  <a:pt x="44" y="9"/>
                </a:lnTo>
                <a:close/>
                <a:moveTo>
                  <a:pt x="68" y="49"/>
                </a:moveTo>
                <a:cubicBezTo>
                  <a:pt x="68" y="54"/>
                  <a:pt x="65" y="58"/>
                  <a:pt x="60" y="58"/>
                </a:cubicBezTo>
                <a:cubicBezTo>
                  <a:pt x="59" y="58"/>
                  <a:pt x="59" y="58"/>
                  <a:pt x="59" y="58"/>
                </a:cubicBezTo>
                <a:cubicBezTo>
                  <a:pt x="59" y="9"/>
                  <a:pt x="59" y="9"/>
                  <a:pt x="59" y="9"/>
                </a:cubicBezTo>
                <a:cubicBezTo>
                  <a:pt x="60" y="9"/>
                  <a:pt x="60" y="9"/>
                  <a:pt x="60" y="9"/>
                </a:cubicBezTo>
                <a:cubicBezTo>
                  <a:pt x="65" y="9"/>
                  <a:pt x="68" y="13"/>
                  <a:pt x="68" y="18"/>
                </a:cubicBezTo>
                <a:lnTo>
                  <a:pt x="68" y="4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72" name="Freeform 224"/>
          <p:cNvSpPr/>
          <p:nvPr/>
        </p:nvSpPr>
        <p:spPr>
          <a:xfrm>
            <a:off x="4448160" y="4459320"/>
            <a:ext cx="185760" cy="52200"/>
          </a:xfrm>
          <a:custGeom>
            <a:avLst/>
            <a:gdLst/>
            <a:ahLst/>
            <a:rect l="l" t="t" r="r" b="b"/>
            <a:pathLst>
              <a:path w="54" h="15">
                <a:moveTo>
                  <a:pt x="54" y="11"/>
                </a:moveTo>
                <a:cubicBezTo>
                  <a:pt x="54" y="13"/>
                  <a:pt x="52" y="15"/>
                  <a:pt x="50" y="15"/>
                </a:cubicBezTo>
                <a:cubicBezTo>
                  <a:pt x="4" y="15"/>
                  <a:pt x="4" y="15"/>
                  <a:pt x="4" y="15"/>
                </a:cubicBezTo>
                <a:cubicBezTo>
                  <a:pt x="2" y="15"/>
                  <a:pt x="0" y="13"/>
                  <a:pt x="0" y="11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2" y="0"/>
                  <a:pt x="54" y="2"/>
                  <a:pt x="54" y="4"/>
                </a:cubicBezTo>
                <a:lnTo>
                  <a:pt x="54" y="1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73" name="Freeform 225"/>
          <p:cNvSpPr/>
          <p:nvPr/>
        </p:nvSpPr>
        <p:spPr>
          <a:xfrm>
            <a:off x="4943520" y="4408560"/>
            <a:ext cx="98280" cy="168120"/>
          </a:xfrm>
          <a:custGeom>
            <a:avLst/>
            <a:gdLst/>
            <a:ahLst/>
            <a:rect l="l" t="t" r="r" b="b"/>
            <a:pathLst>
              <a:path w="29" h="49">
                <a:moveTo>
                  <a:pt x="29" y="44"/>
                </a:moveTo>
                <a:cubicBezTo>
                  <a:pt x="29" y="47"/>
                  <a:pt x="27" y="49"/>
                  <a:pt x="24" y="49"/>
                </a:cubicBezTo>
                <a:cubicBezTo>
                  <a:pt x="5" y="49"/>
                  <a:pt x="5" y="49"/>
                  <a:pt x="5" y="49"/>
                </a:cubicBezTo>
                <a:cubicBezTo>
                  <a:pt x="2" y="49"/>
                  <a:pt x="0" y="47"/>
                  <a:pt x="0" y="44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2" y="0"/>
                  <a:pt x="5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7" y="0"/>
                  <a:pt x="29" y="3"/>
                  <a:pt x="29" y="5"/>
                </a:cubicBezTo>
                <a:lnTo>
                  <a:pt x="29" y="44"/>
                </a:lnTo>
                <a:close/>
                <a:moveTo>
                  <a:pt x="25" y="11"/>
                </a:moveTo>
                <a:cubicBezTo>
                  <a:pt x="25" y="11"/>
                  <a:pt x="25" y="10"/>
                  <a:pt x="24" y="10"/>
                </a:cubicBezTo>
                <a:cubicBezTo>
                  <a:pt x="5" y="10"/>
                  <a:pt x="5" y="10"/>
                  <a:pt x="5" y="10"/>
                </a:cubicBezTo>
                <a:cubicBezTo>
                  <a:pt x="4" y="10"/>
                  <a:pt x="3" y="11"/>
                  <a:pt x="3" y="11"/>
                </a:cubicBezTo>
                <a:cubicBezTo>
                  <a:pt x="3" y="38"/>
                  <a:pt x="3" y="38"/>
                  <a:pt x="3" y="38"/>
                </a:cubicBezTo>
                <a:cubicBezTo>
                  <a:pt x="3" y="39"/>
                  <a:pt x="4" y="39"/>
                  <a:pt x="5" y="39"/>
                </a:cubicBezTo>
                <a:cubicBezTo>
                  <a:pt x="24" y="39"/>
                  <a:pt x="24" y="39"/>
                  <a:pt x="24" y="39"/>
                </a:cubicBezTo>
                <a:cubicBezTo>
                  <a:pt x="25" y="39"/>
                  <a:pt x="25" y="39"/>
                  <a:pt x="25" y="38"/>
                </a:cubicBezTo>
                <a:lnTo>
                  <a:pt x="25" y="11"/>
                </a:lnTo>
                <a:close/>
                <a:moveTo>
                  <a:pt x="17" y="5"/>
                </a:moveTo>
                <a:cubicBezTo>
                  <a:pt x="11" y="5"/>
                  <a:pt x="11" y="5"/>
                  <a:pt x="11" y="5"/>
                </a:cubicBezTo>
                <a:cubicBezTo>
                  <a:pt x="11" y="5"/>
                  <a:pt x="11" y="6"/>
                  <a:pt x="11" y="6"/>
                </a:cubicBezTo>
                <a:cubicBezTo>
                  <a:pt x="11" y="6"/>
                  <a:pt x="11" y="6"/>
                  <a:pt x="11" y="6"/>
                </a:cubicBezTo>
                <a:cubicBezTo>
                  <a:pt x="17" y="6"/>
                  <a:pt x="17" y="6"/>
                  <a:pt x="17" y="6"/>
                </a:cubicBezTo>
                <a:cubicBezTo>
                  <a:pt x="18" y="6"/>
                  <a:pt x="18" y="6"/>
                  <a:pt x="18" y="6"/>
                </a:cubicBezTo>
                <a:cubicBezTo>
                  <a:pt x="18" y="6"/>
                  <a:pt x="18" y="5"/>
                  <a:pt x="17" y="5"/>
                </a:cubicBezTo>
                <a:close/>
                <a:moveTo>
                  <a:pt x="14" y="41"/>
                </a:moveTo>
                <a:cubicBezTo>
                  <a:pt x="13" y="41"/>
                  <a:pt x="11" y="42"/>
                  <a:pt x="11" y="44"/>
                </a:cubicBezTo>
                <a:cubicBezTo>
                  <a:pt x="11" y="46"/>
                  <a:pt x="13" y="47"/>
                  <a:pt x="14" y="47"/>
                </a:cubicBezTo>
                <a:cubicBezTo>
                  <a:pt x="16" y="47"/>
                  <a:pt x="17" y="46"/>
                  <a:pt x="17" y="44"/>
                </a:cubicBezTo>
                <a:cubicBezTo>
                  <a:pt x="17" y="42"/>
                  <a:pt x="16" y="41"/>
                  <a:pt x="14" y="4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74" name="Freeform 226"/>
          <p:cNvSpPr/>
          <p:nvPr/>
        </p:nvSpPr>
        <p:spPr>
          <a:xfrm>
            <a:off x="5437080" y="4394160"/>
            <a:ext cx="298440" cy="200160"/>
          </a:xfrm>
          <a:custGeom>
            <a:avLst/>
            <a:gdLst/>
            <a:ahLst/>
            <a:rect l="l" t="t" r="r" b="b"/>
            <a:pathLst>
              <a:path w="87" h="58">
                <a:moveTo>
                  <a:pt x="86" y="15"/>
                </a:moveTo>
                <a:cubicBezTo>
                  <a:pt x="44" y="29"/>
                  <a:pt x="44" y="29"/>
                  <a:pt x="44" y="29"/>
                </a:cubicBezTo>
                <a:cubicBezTo>
                  <a:pt x="44" y="29"/>
                  <a:pt x="44" y="29"/>
                  <a:pt x="43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18" y="21"/>
                  <a:pt x="18" y="21"/>
                  <a:pt x="18" y="21"/>
                </a:cubicBezTo>
                <a:cubicBezTo>
                  <a:pt x="16" y="23"/>
                  <a:pt x="15" y="27"/>
                  <a:pt x="14" y="32"/>
                </a:cubicBezTo>
                <a:cubicBezTo>
                  <a:pt x="16" y="33"/>
                  <a:pt x="17" y="34"/>
                  <a:pt x="17" y="36"/>
                </a:cubicBezTo>
                <a:cubicBezTo>
                  <a:pt x="17" y="38"/>
                  <a:pt x="16" y="39"/>
                  <a:pt x="15" y="40"/>
                </a:cubicBezTo>
                <a:cubicBezTo>
                  <a:pt x="17" y="56"/>
                  <a:pt x="17" y="56"/>
                  <a:pt x="17" y="56"/>
                </a:cubicBezTo>
                <a:cubicBezTo>
                  <a:pt x="17" y="57"/>
                  <a:pt x="17" y="57"/>
                  <a:pt x="16" y="57"/>
                </a:cubicBezTo>
                <a:cubicBezTo>
                  <a:pt x="16" y="58"/>
                  <a:pt x="16" y="58"/>
                  <a:pt x="16" y="58"/>
                </a:cubicBezTo>
                <a:cubicBezTo>
                  <a:pt x="8" y="58"/>
                  <a:pt x="8" y="58"/>
                  <a:pt x="8" y="58"/>
                </a:cubicBezTo>
                <a:cubicBezTo>
                  <a:pt x="8" y="58"/>
                  <a:pt x="8" y="58"/>
                  <a:pt x="7" y="57"/>
                </a:cubicBezTo>
                <a:cubicBezTo>
                  <a:pt x="7" y="57"/>
                  <a:pt x="7" y="57"/>
                  <a:pt x="7" y="56"/>
                </a:cubicBezTo>
                <a:cubicBezTo>
                  <a:pt x="9" y="40"/>
                  <a:pt x="9" y="40"/>
                  <a:pt x="9" y="40"/>
                </a:cubicBezTo>
                <a:cubicBezTo>
                  <a:pt x="8" y="39"/>
                  <a:pt x="7" y="38"/>
                  <a:pt x="7" y="36"/>
                </a:cubicBezTo>
                <a:cubicBezTo>
                  <a:pt x="7" y="34"/>
                  <a:pt x="8" y="33"/>
                  <a:pt x="10" y="32"/>
                </a:cubicBezTo>
                <a:cubicBezTo>
                  <a:pt x="10" y="27"/>
                  <a:pt x="11" y="23"/>
                  <a:pt x="13" y="19"/>
                </a:cubicBezTo>
                <a:cubicBezTo>
                  <a:pt x="1" y="15"/>
                  <a:pt x="1" y="15"/>
                  <a:pt x="1" y="15"/>
                </a:cubicBezTo>
                <a:cubicBezTo>
                  <a:pt x="0" y="15"/>
                  <a:pt x="0" y="15"/>
                  <a:pt x="0" y="14"/>
                </a:cubicBezTo>
                <a:cubicBezTo>
                  <a:pt x="0" y="14"/>
                  <a:pt x="0" y="13"/>
                  <a:pt x="1" y="13"/>
                </a:cubicBezTo>
                <a:cubicBezTo>
                  <a:pt x="43" y="0"/>
                  <a:pt x="43" y="0"/>
                  <a:pt x="43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86" y="13"/>
                  <a:pt x="86" y="13"/>
                  <a:pt x="86" y="13"/>
                </a:cubicBezTo>
                <a:cubicBezTo>
                  <a:pt x="87" y="13"/>
                  <a:pt x="87" y="14"/>
                  <a:pt x="87" y="14"/>
                </a:cubicBezTo>
                <a:cubicBezTo>
                  <a:pt x="87" y="15"/>
                  <a:pt x="87" y="15"/>
                  <a:pt x="86" y="15"/>
                </a:cubicBezTo>
                <a:close/>
                <a:moveTo>
                  <a:pt x="68" y="38"/>
                </a:moveTo>
                <a:cubicBezTo>
                  <a:pt x="68" y="44"/>
                  <a:pt x="57" y="48"/>
                  <a:pt x="43" y="48"/>
                </a:cubicBezTo>
                <a:cubicBezTo>
                  <a:pt x="30" y="48"/>
                  <a:pt x="19" y="44"/>
                  <a:pt x="19" y="38"/>
                </a:cubicBezTo>
                <a:cubicBezTo>
                  <a:pt x="20" y="26"/>
                  <a:pt x="20" y="26"/>
                  <a:pt x="20" y="26"/>
                </a:cubicBezTo>
                <a:cubicBezTo>
                  <a:pt x="42" y="33"/>
                  <a:pt x="42" y="33"/>
                  <a:pt x="42" y="33"/>
                </a:cubicBezTo>
                <a:cubicBezTo>
                  <a:pt x="42" y="33"/>
                  <a:pt x="43" y="34"/>
                  <a:pt x="43" y="34"/>
                </a:cubicBezTo>
                <a:cubicBezTo>
                  <a:pt x="44" y="34"/>
                  <a:pt x="45" y="33"/>
                  <a:pt x="45" y="33"/>
                </a:cubicBezTo>
                <a:cubicBezTo>
                  <a:pt x="67" y="26"/>
                  <a:pt x="67" y="26"/>
                  <a:pt x="67" y="26"/>
                </a:cubicBezTo>
                <a:lnTo>
                  <a:pt x="68" y="3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75" name="Freeform 227"/>
          <p:cNvSpPr/>
          <p:nvPr/>
        </p:nvSpPr>
        <p:spPr>
          <a:xfrm>
            <a:off x="5931000" y="4376880"/>
            <a:ext cx="233280" cy="217440"/>
          </a:xfrm>
          <a:custGeom>
            <a:avLst/>
            <a:gdLst/>
            <a:ahLst/>
            <a:rect l="l" t="t" r="r" b="b"/>
            <a:pathLst>
              <a:path w="68" h="63">
                <a:moveTo>
                  <a:pt x="41" y="58"/>
                </a:moveTo>
                <a:cubicBezTo>
                  <a:pt x="31" y="63"/>
                  <a:pt x="31" y="63"/>
                  <a:pt x="31" y="63"/>
                </a:cubicBezTo>
                <a:cubicBezTo>
                  <a:pt x="13" y="61"/>
                  <a:pt x="0" y="52"/>
                  <a:pt x="0" y="41"/>
                </a:cubicBezTo>
                <a:cubicBezTo>
                  <a:pt x="0" y="30"/>
                  <a:pt x="12" y="21"/>
                  <a:pt x="29" y="19"/>
                </a:cubicBezTo>
                <a:cubicBezTo>
                  <a:pt x="29" y="25"/>
                  <a:pt x="29" y="25"/>
                  <a:pt x="29" y="25"/>
                </a:cubicBezTo>
                <a:cubicBezTo>
                  <a:pt x="18" y="27"/>
                  <a:pt x="10" y="33"/>
                  <a:pt x="10" y="41"/>
                </a:cubicBezTo>
                <a:cubicBezTo>
                  <a:pt x="10" y="48"/>
                  <a:pt x="19" y="55"/>
                  <a:pt x="31" y="56"/>
                </a:cubicBezTo>
                <a:cubicBezTo>
                  <a:pt x="31" y="5"/>
                  <a:pt x="31" y="5"/>
                  <a:pt x="31" y="5"/>
                </a:cubicBezTo>
                <a:cubicBezTo>
                  <a:pt x="41" y="0"/>
                  <a:pt x="41" y="0"/>
                  <a:pt x="41" y="0"/>
                </a:cubicBezTo>
                <a:lnTo>
                  <a:pt x="41" y="58"/>
                </a:lnTo>
                <a:close/>
                <a:moveTo>
                  <a:pt x="68" y="37"/>
                </a:moveTo>
                <a:cubicBezTo>
                  <a:pt x="48" y="32"/>
                  <a:pt x="48" y="32"/>
                  <a:pt x="48" y="32"/>
                </a:cubicBezTo>
                <a:cubicBezTo>
                  <a:pt x="53" y="29"/>
                  <a:pt x="53" y="29"/>
                  <a:pt x="53" y="29"/>
                </a:cubicBezTo>
                <a:cubicBezTo>
                  <a:pt x="50" y="27"/>
                  <a:pt x="47" y="26"/>
                  <a:pt x="43" y="25"/>
                </a:cubicBezTo>
                <a:cubicBezTo>
                  <a:pt x="43" y="19"/>
                  <a:pt x="43" y="19"/>
                  <a:pt x="43" y="19"/>
                </a:cubicBezTo>
                <a:cubicBezTo>
                  <a:pt x="50" y="20"/>
                  <a:pt x="56" y="22"/>
                  <a:pt x="61" y="25"/>
                </a:cubicBezTo>
                <a:cubicBezTo>
                  <a:pt x="66" y="22"/>
                  <a:pt x="66" y="22"/>
                  <a:pt x="66" y="22"/>
                </a:cubicBezTo>
                <a:lnTo>
                  <a:pt x="68" y="3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76" name="Freeform 228"/>
          <p:cNvSpPr/>
          <p:nvPr/>
        </p:nvSpPr>
        <p:spPr>
          <a:xfrm>
            <a:off x="6426360" y="4376880"/>
            <a:ext cx="233280" cy="234720"/>
          </a:xfrm>
          <a:custGeom>
            <a:avLst/>
            <a:gdLst/>
            <a:ahLst/>
            <a:rect l="l" t="t" r="r" b="b"/>
            <a:pathLst>
              <a:path w="68" h="68">
                <a:moveTo>
                  <a:pt x="68" y="3"/>
                </a:moveTo>
                <a:cubicBezTo>
                  <a:pt x="58" y="61"/>
                  <a:pt x="58" y="61"/>
                  <a:pt x="58" y="61"/>
                </a:cubicBezTo>
                <a:cubicBezTo>
                  <a:pt x="58" y="62"/>
                  <a:pt x="57" y="62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38" y="56"/>
                  <a:pt x="38" y="56"/>
                  <a:pt x="38" y="56"/>
                </a:cubicBezTo>
                <a:cubicBezTo>
                  <a:pt x="28" y="67"/>
                  <a:pt x="28" y="67"/>
                  <a:pt x="28" y="67"/>
                </a:cubicBezTo>
                <a:cubicBezTo>
                  <a:pt x="28" y="67"/>
                  <a:pt x="27" y="68"/>
                  <a:pt x="26" y="68"/>
                </a:cubicBezTo>
                <a:cubicBezTo>
                  <a:pt x="26" y="68"/>
                  <a:pt x="26" y="68"/>
                  <a:pt x="26" y="68"/>
                </a:cubicBezTo>
                <a:cubicBezTo>
                  <a:pt x="25" y="67"/>
                  <a:pt x="24" y="66"/>
                  <a:pt x="24" y="65"/>
                </a:cubicBezTo>
                <a:cubicBezTo>
                  <a:pt x="24" y="52"/>
                  <a:pt x="24" y="52"/>
                  <a:pt x="24" y="52"/>
                </a:cubicBezTo>
                <a:cubicBezTo>
                  <a:pt x="57" y="12"/>
                  <a:pt x="57" y="12"/>
                  <a:pt x="57" y="12"/>
                </a:cubicBezTo>
                <a:cubicBezTo>
                  <a:pt x="16" y="47"/>
                  <a:pt x="16" y="47"/>
                  <a:pt x="16" y="47"/>
                </a:cubicBezTo>
                <a:cubicBezTo>
                  <a:pt x="1" y="41"/>
                  <a:pt x="1" y="41"/>
                  <a:pt x="1" y="41"/>
                </a:cubicBezTo>
                <a:cubicBezTo>
                  <a:pt x="0" y="40"/>
                  <a:pt x="0" y="40"/>
                  <a:pt x="0" y="39"/>
                </a:cubicBezTo>
                <a:cubicBezTo>
                  <a:pt x="0" y="38"/>
                  <a:pt x="0" y="37"/>
                  <a:pt x="1" y="36"/>
                </a:cubicBezTo>
                <a:cubicBezTo>
                  <a:pt x="64" y="0"/>
                  <a:pt x="64" y="0"/>
                  <a:pt x="64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6" y="0"/>
                  <a:pt x="66" y="0"/>
                  <a:pt x="67" y="0"/>
                </a:cubicBezTo>
                <a:cubicBezTo>
                  <a:pt x="68" y="1"/>
                  <a:pt x="68" y="2"/>
                  <a:pt x="68" y="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77" name="Freeform 229"/>
          <p:cNvSpPr/>
          <p:nvPr/>
        </p:nvSpPr>
        <p:spPr>
          <a:xfrm>
            <a:off x="6919920" y="4376880"/>
            <a:ext cx="233280" cy="234720"/>
          </a:xfrm>
          <a:custGeom>
            <a:avLst/>
            <a:gdLst/>
            <a:ahLst/>
            <a:rect l="l" t="t" r="r" b="b"/>
            <a:pathLst>
              <a:path w="68" h="68">
                <a:moveTo>
                  <a:pt x="68" y="64"/>
                </a:moveTo>
                <a:cubicBezTo>
                  <a:pt x="68" y="66"/>
                  <a:pt x="67" y="68"/>
                  <a:pt x="65" y="68"/>
                </a:cubicBezTo>
                <a:cubicBezTo>
                  <a:pt x="28" y="68"/>
                  <a:pt x="28" y="68"/>
                  <a:pt x="28" y="68"/>
                </a:cubicBezTo>
                <a:cubicBezTo>
                  <a:pt x="26" y="68"/>
                  <a:pt x="25" y="66"/>
                  <a:pt x="25" y="64"/>
                </a:cubicBezTo>
                <a:cubicBezTo>
                  <a:pt x="25" y="58"/>
                  <a:pt x="25" y="58"/>
                  <a:pt x="25" y="58"/>
                </a:cubicBezTo>
                <a:cubicBezTo>
                  <a:pt x="4" y="58"/>
                  <a:pt x="4" y="58"/>
                  <a:pt x="4" y="58"/>
                </a:cubicBezTo>
                <a:cubicBezTo>
                  <a:pt x="2" y="58"/>
                  <a:pt x="0" y="56"/>
                  <a:pt x="0" y="54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2" y="0"/>
                  <a:pt x="4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7" y="0"/>
                  <a:pt x="49" y="1"/>
                  <a:pt x="49" y="3"/>
                </a:cubicBezTo>
                <a:cubicBezTo>
                  <a:pt x="49" y="16"/>
                  <a:pt x="49" y="16"/>
                  <a:pt x="49" y="16"/>
                </a:cubicBezTo>
                <a:cubicBezTo>
                  <a:pt x="50" y="16"/>
                  <a:pt x="50" y="16"/>
                  <a:pt x="50" y="17"/>
                </a:cubicBezTo>
                <a:cubicBezTo>
                  <a:pt x="66" y="32"/>
                  <a:pt x="66" y="32"/>
                  <a:pt x="66" y="32"/>
                </a:cubicBezTo>
                <a:cubicBezTo>
                  <a:pt x="67" y="34"/>
                  <a:pt x="68" y="37"/>
                  <a:pt x="68" y="39"/>
                </a:cubicBezTo>
                <a:lnTo>
                  <a:pt x="68" y="64"/>
                </a:lnTo>
                <a:close/>
                <a:moveTo>
                  <a:pt x="39" y="6"/>
                </a:moveTo>
                <a:cubicBezTo>
                  <a:pt x="39" y="5"/>
                  <a:pt x="39" y="5"/>
                  <a:pt x="38" y="5"/>
                </a:cubicBezTo>
                <a:cubicBezTo>
                  <a:pt x="11" y="5"/>
                  <a:pt x="11" y="5"/>
                  <a:pt x="11" y="5"/>
                </a:cubicBezTo>
                <a:cubicBezTo>
                  <a:pt x="11" y="5"/>
                  <a:pt x="10" y="5"/>
                  <a:pt x="10" y="6"/>
                </a:cubicBezTo>
                <a:cubicBezTo>
                  <a:pt x="10" y="8"/>
                  <a:pt x="10" y="8"/>
                  <a:pt x="10" y="8"/>
                </a:cubicBezTo>
                <a:cubicBezTo>
                  <a:pt x="10" y="9"/>
                  <a:pt x="11" y="9"/>
                  <a:pt x="11" y="9"/>
                </a:cubicBezTo>
                <a:cubicBezTo>
                  <a:pt x="38" y="9"/>
                  <a:pt x="38" y="9"/>
                  <a:pt x="38" y="9"/>
                </a:cubicBezTo>
                <a:cubicBezTo>
                  <a:pt x="39" y="9"/>
                  <a:pt x="39" y="9"/>
                  <a:pt x="39" y="8"/>
                </a:cubicBezTo>
                <a:lnTo>
                  <a:pt x="39" y="6"/>
                </a:lnTo>
                <a:close/>
                <a:moveTo>
                  <a:pt x="64" y="63"/>
                </a:moveTo>
                <a:cubicBezTo>
                  <a:pt x="64" y="39"/>
                  <a:pt x="64" y="39"/>
                  <a:pt x="64" y="39"/>
                </a:cubicBezTo>
                <a:cubicBezTo>
                  <a:pt x="48" y="39"/>
                  <a:pt x="48" y="39"/>
                  <a:pt x="48" y="39"/>
                </a:cubicBezTo>
                <a:cubicBezTo>
                  <a:pt x="46" y="39"/>
                  <a:pt x="44" y="37"/>
                  <a:pt x="44" y="35"/>
                </a:cubicBezTo>
                <a:cubicBezTo>
                  <a:pt x="44" y="19"/>
                  <a:pt x="44" y="19"/>
                  <a:pt x="44" y="19"/>
                </a:cubicBezTo>
                <a:cubicBezTo>
                  <a:pt x="30" y="19"/>
                  <a:pt x="30" y="19"/>
                  <a:pt x="30" y="19"/>
                </a:cubicBezTo>
                <a:cubicBezTo>
                  <a:pt x="30" y="63"/>
                  <a:pt x="30" y="63"/>
                  <a:pt x="30" y="63"/>
                </a:cubicBezTo>
                <a:lnTo>
                  <a:pt x="64" y="63"/>
                </a:lnTo>
                <a:close/>
                <a:moveTo>
                  <a:pt x="60" y="34"/>
                </a:moveTo>
                <a:cubicBezTo>
                  <a:pt x="49" y="22"/>
                  <a:pt x="49" y="22"/>
                  <a:pt x="49" y="22"/>
                </a:cubicBezTo>
                <a:cubicBezTo>
                  <a:pt x="49" y="34"/>
                  <a:pt x="49" y="34"/>
                  <a:pt x="49" y="34"/>
                </a:cubicBezTo>
                <a:lnTo>
                  <a:pt x="60" y="3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78" name="Freeform 230"/>
          <p:cNvSpPr/>
          <p:nvPr/>
        </p:nvSpPr>
        <p:spPr>
          <a:xfrm>
            <a:off x="7413480" y="4394160"/>
            <a:ext cx="200160" cy="200160"/>
          </a:xfrm>
          <a:custGeom>
            <a:avLst/>
            <a:gdLst/>
            <a:ahLst/>
            <a:rect l="l" t="t" r="r" b="b"/>
            <a:pathLst>
              <a:path w="58" h="58">
                <a:moveTo>
                  <a:pt x="48" y="26"/>
                </a:moveTo>
                <a:cubicBezTo>
                  <a:pt x="16" y="58"/>
                  <a:pt x="16" y="58"/>
                  <a:pt x="16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32" y="10"/>
                  <a:pt x="32" y="10"/>
                  <a:pt x="32" y="10"/>
                </a:cubicBezTo>
                <a:lnTo>
                  <a:pt x="48" y="26"/>
                </a:lnTo>
                <a:close/>
                <a:moveTo>
                  <a:pt x="18" y="50"/>
                </a:moveTo>
                <a:cubicBezTo>
                  <a:pt x="9" y="41"/>
                  <a:pt x="9" y="41"/>
                  <a:pt x="9" y="41"/>
                </a:cubicBezTo>
                <a:cubicBezTo>
                  <a:pt x="5" y="44"/>
                  <a:pt x="5" y="44"/>
                  <a:pt x="5" y="44"/>
                </a:cubicBezTo>
                <a:cubicBezTo>
                  <a:pt x="5" y="48"/>
                  <a:pt x="5" y="48"/>
                  <a:pt x="5" y="48"/>
                </a:cubicBezTo>
                <a:cubicBezTo>
                  <a:pt x="10" y="48"/>
                  <a:pt x="10" y="48"/>
                  <a:pt x="10" y="48"/>
                </a:cubicBezTo>
                <a:cubicBezTo>
                  <a:pt x="10" y="53"/>
                  <a:pt x="10" y="53"/>
                  <a:pt x="10" y="53"/>
                </a:cubicBezTo>
                <a:cubicBezTo>
                  <a:pt x="14" y="53"/>
                  <a:pt x="14" y="53"/>
                  <a:pt x="14" y="53"/>
                </a:cubicBezTo>
                <a:lnTo>
                  <a:pt x="18" y="50"/>
                </a:lnTo>
                <a:close/>
                <a:moveTo>
                  <a:pt x="33" y="17"/>
                </a:moveTo>
                <a:cubicBezTo>
                  <a:pt x="33" y="17"/>
                  <a:pt x="33" y="17"/>
                  <a:pt x="33" y="17"/>
                </a:cubicBezTo>
                <a:cubicBezTo>
                  <a:pt x="12" y="38"/>
                  <a:pt x="12" y="38"/>
                  <a:pt x="12" y="38"/>
                </a:cubicBezTo>
                <a:cubicBezTo>
                  <a:pt x="12" y="38"/>
                  <a:pt x="12" y="38"/>
                  <a:pt x="12" y="38"/>
                </a:cubicBezTo>
                <a:cubicBezTo>
                  <a:pt x="12" y="39"/>
                  <a:pt x="12" y="39"/>
                  <a:pt x="13" y="39"/>
                </a:cubicBezTo>
                <a:cubicBezTo>
                  <a:pt x="13" y="39"/>
                  <a:pt x="13" y="39"/>
                  <a:pt x="13" y="39"/>
                </a:cubicBezTo>
                <a:cubicBezTo>
                  <a:pt x="34" y="18"/>
                  <a:pt x="34" y="18"/>
                  <a:pt x="34" y="18"/>
                </a:cubicBezTo>
                <a:cubicBezTo>
                  <a:pt x="34" y="18"/>
                  <a:pt x="34" y="18"/>
                  <a:pt x="34" y="18"/>
                </a:cubicBezTo>
                <a:cubicBezTo>
                  <a:pt x="34" y="17"/>
                  <a:pt x="34" y="17"/>
                  <a:pt x="33" y="17"/>
                </a:cubicBezTo>
                <a:close/>
                <a:moveTo>
                  <a:pt x="57" y="18"/>
                </a:moveTo>
                <a:cubicBezTo>
                  <a:pt x="50" y="24"/>
                  <a:pt x="50" y="24"/>
                  <a:pt x="50" y="24"/>
                </a:cubicBezTo>
                <a:cubicBezTo>
                  <a:pt x="34" y="8"/>
                  <a:pt x="34" y="8"/>
                  <a:pt x="34" y="8"/>
                </a:cubicBezTo>
                <a:cubicBezTo>
                  <a:pt x="41" y="2"/>
                  <a:pt x="41" y="2"/>
                  <a:pt x="41" y="2"/>
                </a:cubicBezTo>
                <a:cubicBezTo>
                  <a:pt x="42" y="1"/>
                  <a:pt x="43" y="0"/>
                  <a:pt x="44" y="0"/>
                </a:cubicBezTo>
                <a:cubicBezTo>
                  <a:pt x="45" y="0"/>
                  <a:pt x="47" y="1"/>
                  <a:pt x="48" y="2"/>
                </a:cubicBezTo>
                <a:cubicBezTo>
                  <a:pt x="57" y="11"/>
                  <a:pt x="57" y="11"/>
                  <a:pt x="57" y="11"/>
                </a:cubicBezTo>
                <a:cubicBezTo>
                  <a:pt x="57" y="12"/>
                  <a:pt x="58" y="13"/>
                  <a:pt x="58" y="14"/>
                </a:cubicBezTo>
                <a:cubicBezTo>
                  <a:pt x="58" y="15"/>
                  <a:pt x="57" y="17"/>
                  <a:pt x="57" y="1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79" name="Freeform 231"/>
          <p:cNvSpPr/>
          <p:nvPr/>
        </p:nvSpPr>
        <p:spPr>
          <a:xfrm>
            <a:off x="7908840" y="4394160"/>
            <a:ext cx="201600" cy="200160"/>
          </a:xfrm>
          <a:custGeom>
            <a:avLst/>
            <a:gdLst/>
            <a:ahLst/>
            <a:rect l="l" t="t" r="r" b="b"/>
            <a:pathLst>
              <a:path w="59" h="58">
                <a:moveTo>
                  <a:pt x="59" y="47"/>
                </a:moveTo>
                <a:cubicBezTo>
                  <a:pt x="59" y="53"/>
                  <a:pt x="54" y="58"/>
                  <a:pt x="48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54" y="0"/>
                  <a:pt x="59" y="4"/>
                  <a:pt x="59" y="10"/>
                </a:cubicBezTo>
                <a:lnTo>
                  <a:pt x="59" y="47"/>
                </a:lnTo>
                <a:close/>
                <a:moveTo>
                  <a:pt x="49" y="39"/>
                </a:moveTo>
                <a:cubicBezTo>
                  <a:pt x="49" y="39"/>
                  <a:pt x="43" y="36"/>
                  <a:pt x="42" y="35"/>
                </a:cubicBezTo>
                <a:cubicBezTo>
                  <a:pt x="41" y="35"/>
                  <a:pt x="41" y="34"/>
                  <a:pt x="40" y="34"/>
                </a:cubicBezTo>
                <a:cubicBezTo>
                  <a:pt x="38" y="34"/>
                  <a:pt x="36" y="39"/>
                  <a:pt x="34" y="39"/>
                </a:cubicBezTo>
                <a:cubicBezTo>
                  <a:pt x="33" y="39"/>
                  <a:pt x="32" y="38"/>
                  <a:pt x="32" y="38"/>
                </a:cubicBezTo>
                <a:cubicBezTo>
                  <a:pt x="27" y="35"/>
                  <a:pt x="23" y="32"/>
                  <a:pt x="20" y="27"/>
                </a:cubicBezTo>
                <a:cubicBezTo>
                  <a:pt x="20" y="26"/>
                  <a:pt x="19" y="25"/>
                  <a:pt x="19" y="24"/>
                </a:cubicBezTo>
                <a:cubicBezTo>
                  <a:pt x="19" y="23"/>
                  <a:pt x="24" y="20"/>
                  <a:pt x="24" y="19"/>
                </a:cubicBezTo>
                <a:cubicBezTo>
                  <a:pt x="24" y="18"/>
                  <a:pt x="23" y="17"/>
                  <a:pt x="23" y="16"/>
                </a:cubicBezTo>
                <a:cubicBezTo>
                  <a:pt x="22" y="15"/>
                  <a:pt x="20" y="10"/>
                  <a:pt x="19" y="9"/>
                </a:cubicBezTo>
                <a:cubicBezTo>
                  <a:pt x="19" y="9"/>
                  <a:pt x="19" y="9"/>
                  <a:pt x="18" y="9"/>
                </a:cubicBezTo>
                <a:cubicBezTo>
                  <a:pt x="17" y="9"/>
                  <a:pt x="15" y="10"/>
                  <a:pt x="14" y="10"/>
                </a:cubicBezTo>
                <a:cubicBezTo>
                  <a:pt x="12" y="11"/>
                  <a:pt x="10" y="16"/>
                  <a:pt x="10" y="19"/>
                </a:cubicBezTo>
                <a:cubicBezTo>
                  <a:pt x="10" y="21"/>
                  <a:pt x="11" y="24"/>
                  <a:pt x="12" y="26"/>
                </a:cubicBezTo>
                <a:cubicBezTo>
                  <a:pt x="15" y="34"/>
                  <a:pt x="24" y="43"/>
                  <a:pt x="32" y="46"/>
                </a:cubicBezTo>
                <a:cubicBezTo>
                  <a:pt x="35" y="47"/>
                  <a:pt x="37" y="48"/>
                  <a:pt x="40" y="48"/>
                </a:cubicBezTo>
                <a:cubicBezTo>
                  <a:pt x="42" y="48"/>
                  <a:pt x="47" y="46"/>
                  <a:pt x="48" y="44"/>
                </a:cubicBezTo>
                <a:cubicBezTo>
                  <a:pt x="49" y="43"/>
                  <a:pt x="49" y="41"/>
                  <a:pt x="49" y="40"/>
                </a:cubicBezTo>
                <a:cubicBezTo>
                  <a:pt x="49" y="40"/>
                  <a:pt x="49" y="40"/>
                  <a:pt x="49" y="3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80" name="Freeform 232"/>
          <p:cNvSpPr/>
          <p:nvPr/>
        </p:nvSpPr>
        <p:spPr>
          <a:xfrm>
            <a:off x="8402760" y="4394160"/>
            <a:ext cx="198360" cy="200160"/>
          </a:xfrm>
          <a:custGeom>
            <a:avLst/>
            <a:gdLst/>
            <a:ahLst/>
            <a:rect l="l" t="t" r="r" b="b"/>
            <a:pathLst>
              <a:path w="58" h="58">
                <a:moveTo>
                  <a:pt x="58" y="47"/>
                </a:moveTo>
                <a:cubicBezTo>
                  <a:pt x="58" y="53"/>
                  <a:pt x="53" y="58"/>
                  <a:pt x="47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53" y="0"/>
                  <a:pt x="58" y="4"/>
                  <a:pt x="58" y="10"/>
                </a:cubicBezTo>
                <a:lnTo>
                  <a:pt x="58" y="47"/>
                </a:lnTo>
                <a:close/>
                <a:moveTo>
                  <a:pt x="23" y="5"/>
                </a:moveTo>
                <a:cubicBezTo>
                  <a:pt x="21" y="5"/>
                  <a:pt x="20" y="6"/>
                  <a:pt x="18" y="6"/>
                </a:cubicBezTo>
                <a:cubicBezTo>
                  <a:pt x="11" y="6"/>
                  <a:pt x="11" y="6"/>
                  <a:pt x="11" y="6"/>
                </a:cubicBezTo>
                <a:cubicBezTo>
                  <a:pt x="11" y="38"/>
                  <a:pt x="11" y="38"/>
                  <a:pt x="11" y="38"/>
                </a:cubicBezTo>
                <a:cubicBezTo>
                  <a:pt x="19" y="37"/>
                  <a:pt x="19" y="37"/>
                  <a:pt x="19" y="37"/>
                </a:cubicBezTo>
                <a:cubicBezTo>
                  <a:pt x="19" y="29"/>
                  <a:pt x="19" y="29"/>
                  <a:pt x="19" y="29"/>
                </a:cubicBezTo>
                <a:cubicBezTo>
                  <a:pt x="20" y="29"/>
                  <a:pt x="22" y="30"/>
                  <a:pt x="23" y="30"/>
                </a:cubicBezTo>
                <a:cubicBezTo>
                  <a:pt x="30" y="30"/>
                  <a:pt x="35" y="24"/>
                  <a:pt x="35" y="17"/>
                </a:cubicBezTo>
                <a:cubicBezTo>
                  <a:pt x="35" y="11"/>
                  <a:pt x="30" y="5"/>
                  <a:pt x="23" y="5"/>
                </a:cubicBezTo>
                <a:close/>
                <a:moveTo>
                  <a:pt x="22" y="23"/>
                </a:moveTo>
                <a:cubicBezTo>
                  <a:pt x="20" y="23"/>
                  <a:pt x="20" y="23"/>
                  <a:pt x="19" y="22"/>
                </a:cubicBezTo>
                <a:cubicBezTo>
                  <a:pt x="19" y="12"/>
                  <a:pt x="19" y="12"/>
                  <a:pt x="19" y="12"/>
                </a:cubicBezTo>
                <a:cubicBezTo>
                  <a:pt x="20" y="12"/>
                  <a:pt x="20" y="11"/>
                  <a:pt x="22" y="11"/>
                </a:cubicBezTo>
                <a:cubicBezTo>
                  <a:pt x="24" y="11"/>
                  <a:pt x="26" y="14"/>
                  <a:pt x="26" y="17"/>
                </a:cubicBezTo>
                <a:cubicBezTo>
                  <a:pt x="26" y="20"/>
                  <a:pt x="24" y="23"/>
                  <a:pt x="22" y="23"/>
                </a:cubicBezTo>
                <a:close/>
                <a:moveTo>
                  <a:pt x="36" y="21"/>
                </a:moveTo>
                <a:cubicBezTo>
                  <a:pt x="36" y="21"/>
                  <a:pt x="35" y="21"/>
                  <a:pt x="35" y="21"/>
                </a:cubicBezTo>
                <a:cubicBezTo>
                  <a:pt x="34" y="23"/>
                  <a:pt x="33" y="25"/>
                  <a:pt x="32" y="27"/>
                </a:cubicBezTo>
                <a:cubicBezTo>
                  <a:pt x="30" y="29"/>
                  <a:pt x="27" y="30"/>
                  <a:pt x="24" y="30"/>
                </a:cubicBezTo>
                <a:cubicBezTo>
                  <a:pt x="24" y="54"/>
                  <a:pt x="24" y="54"/>
                  <a:pt x="24" y="54"/>
                </a:cubicBezTo>
                <a:cubicBezTo>
                  <a:pt x="32" y="53"/>
                  <a:pt x="32" y="53"/>
                  <a:pt x="32" y="53"/>
                </a:cubicBezTo>
                <a:cubicBezTo>
                  <a:pt x="32" y="45"/>
                  <a:pt x="32" y="45"/>
                  <a:pt x="32" y="45"/>
                </a:cubicBezTo>
                <a:cubicBezTo>
                  <a:pt x="33" y="46"/>
                  <a:pt x="35" y="46"/>
                  <a:pt x="36" y="46"/>
                </a:cubicBezTo>
                <a:cubicBezTo>
                  <a:pt x="43" y="46"/>
                  <a:pt x="48" y="40"/>
                  <a:pt x="48" y="34"/>
                </a:cubicBezTo>
                <a:cubicBezTo>
                  <a:pt x="48" y="27"/>
                  <a:pt x="43" y="21"/>
                  <a:pt x="36" y="21"/>
                </a:cubicBezTo>
                <a:close/>
                <a:moveTo>
                  <a:pt x="35" y="39"/>
                </a:moveTo>
                <a:cubicBezTo>
                  <a:pt x="33" y="39"/>
                  <a:pt x="33" y="39"/>
                  <a:pt x="32" y="39"/>
                </a:cubicBezTo>
                <a:cubicBezTo>
                  <a:pt x="32" y="28"/>
                  <a:pt x="32" y="28"/>
                  <a:pt x="32" y="28"/>
                </a:cubicBezTo>
                <a:cubicBezTo>
                  <a:pt x="33" y="28"/>
                  <a:pt x="33" y="28"/>
                  <a:pt x="35" y="28"/>
                </a:cubicBezTo>
                <a:cubicBezTo>
                  <a:pt x="37" y="28"/>
                  <a:pt x="39" y="30"/>
                  <a:pt x="39" y="33"/>
                </a:cubicBezTo>
                <a:cubicBezTo>
                  <a:pt x="39" y="37"/>
                  <a:pt x="37" y="39"/>
                  <a:pt x="35" y="3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81" name="Freeform 233"/>
          <p:cNvSpPr/>
          <p:nvPr/>
        </p:nvSpPr>
        <p:spPr>
          <a:xfrm>
            <a:off x="8844120" y="4387680"/>
            <a:ext cx="188640" cy="189000"/>
          </a:xfrm>
          <a:custGeom>
            <a:avLst/>
            <a:gdLst/>
            <a:ahLst/>
            <a:rect l="l" t="t" r="r" b="b"/>
            <a:pathLst>
              <a:path w="55" h="55">
                <a:moveTo>
                  <a:pt x="49" y="15"/>
                </a:moveTo>
                <a:cubicBezTo>
                  <a:pt x="43" y="21"/>
                  <a:pt x="43" y="21"/>
                  <a:pt x="43" y="21"/>
                </a:cubicBezTo>
                <a:cubicBezTo>
                  <a:pt x="49" y="47"/>
                  <a:pt x="49" y="47"/>
                  <a:pt x="49" y="47"/>
                </a:cubicBezTo>
                <a:cubicBezTo>
                  <a:pt x="49" y="48"/>
                  <a:pt x="49" y="48"/>
                  <a:pt x="49" y="49"/>
                </a:cubicBezTo>
                <a:cubicBezTo>
                  <a:pt x="44" y="52"/>
                  <a:pt x="44" y="52"/>
                  <a:pt x="44" y="52"/>
                </a:cubicBezTo>
                <a:cubicBezTo>
                  <a:pt x="43" y="52"/>
                  <a:pt x="43" y="53"/>
                  <a:pt x="43" y="53"/>
                </a:cubicBezTo>
                <a:cubicBezTo>
                  <a:pt x="43" y="53"/>
                  <a:pt x="43" y="53"/>
                  <a:pt x="43" y="53"/>
                </a:cubicBezTo>
                <a:cubicBezTo>
                  <a:pt x="42" y="52"/>
                  <a:pt x="42" y="52"/>
                  <a:pt x="42" y="52"/>
                </a:cubicBezTo>
                <a:cubicBezTo>
                  <a:pt x="31" y="33"/>
                  <a:pt x="31" y="33"/>
                  <a:pt x="31" y="33"/>
                </a:cubicBezTo>
                <a:cubicBezTo>
                  <a:pt x="21" y="42"/>
                  <a:pt x="21" y="42"/>
                  <a:pt x="21" y="42"/>
                </a:cubicBezTo>
                <a:cubicBezTo>
                  <a:pt x="23" y="50"/>
                  <a:pt x="23" y="50"/>
                  <a:pt x="23" y="50"/>
                </a:cubicBezTo>
                <a:cubicBezTo>
                  <a:pt x="24" y="50"/>
                  <a:pt x="23" y="51"/>
                  <a:pt x="23" y="51"/>
                </a:cubicBezTo>
                <a:cubicBezTo>
                  <a:pt x="20" y="55"/>
                  <a:pt x="20" y="55"/>
                  <a:pt x="20" y="55"/>
                </a:cubicBezTo>
                <a:cubicBezTo>
                  <a:pt x="19" y="55"/>
                  <a:pt x="19" y="55"/>
                  <a:pt x="19" y="55"/>
                </a:cubicBezTo>
                <a:cubicBezTo>
                  <a:pt x="19" y="55"/>
                  <a:pt x="19" y="55"/>
                  <a:pt x="19" y="55"/>
                </a:cubicBezTo>
                <a:cubicBezTo>
                  <a:pt x="18" y="55"/>
                  <a:pt x="18" y="55"/>
                  <a:pt x="18" y="55"/>
                </a:cubicBezTo>
                <a:cubicBezTo>
                  <a:pt x="10" y="45"/>
                  <a:pt x="10" y="45"/>
                  <a:pt x="10" y="45"/>
                </a:cubicBezTo>
                <a:cubicBezTo>
                  <a:pt x="1" y="38"/>
                  <a:pt x="1" y="38"/>
                  <a:pt x="1" y="38"/>
                </a:cubicBezTo>
                <a:cubicBezTo>
                  <a:pt x="1" y="38"/>
                  <a:pt x="0" y="37"/>
                  <a:pt x="0" y="37"/>
                </a:cubicBezTo>
                <a:cubicBezTo>
                  <a:pt x="0" y="37"/>
                  <a:pt x="1" y="36"/>
                  <a:pt x="1" y="36"/>
                </a:cubicBezTo>
                <a:cubicBezTo>
                  <a:pt x="4" y="32"/>
                  <a:pt x="4" y="32"/>
                  <a:pt x="4" y="32"/>
                </a:cubicBezTo>
                <a:cubicBezTo>
                  <a:pt x="5" y="32"/>
                  <a:pt x="5" y="32"/>
                  <a:pt x="5" y="32"/>
                </a:cubicBezTo>
                <a:cubicBezTo>
                  <a:pt x="5" y="32"/>
                  <a:pt x="6" y="32"/>
                  <a:pt x="6" y="32"/>
                </a:cubicBezTo>
                <a:cubicBezTo>
                  <a:pt x="13" y="34"/>
                  <a:pt x="13" y="34"/>
                  <a:pt x="13" y="34"/>
                </a:cubicBezTo>
                <a:cubicBezTo>
                  <a:pt x="23" y="24"/>
                  <a:pt x="23" y="24"/>
                  <a:pt x="23" y="24"/>
                </a:cubicBezTo>
                <a:cubicBezTo>
                  <a:pt x="4" y="14"/>
                  <a:pt x="4" y="14"/>
                  <a:pt x="4" y="14"/>
                </a:cubicBezTo>
                <a:cubicBezTo>
                  <a:pt x="3" y="13"/>
                  <a:pt x="3" y="13"/>
                  <a:pt x="3" y="13"/>
                </a:cubicBezTo>
                <a:cubicBezTo>
                  <a:pt x="3" y="12"/>
                  <a:pt x="3" y="12"/>
                  <a:pt x="3" y="12"/>
                </a:cubicBezTo>
                <a:cubicBezTo>
                  <a:pt x="8" y="7"/>
                  <a:pt x="8" y="7"/>
                  <a:pt x="8" y="7"/>
                </a:cubicBezTo>
                <a:cubicBezTo>
                  <a:pt x="8" y="6"/>
                  <a:pt x="9" y="6"/>
                  <a:pt x="9" y="6"/>
                </a:cubicBezTo>
                <a:cubicBezTo>
                  <a:pt x="34" y="12"/>
                  <a:pt x="34" y="12"/>
                  <a:pt x="34" y="12"/>
                </a:cubicBezTo>
                <a:cubicBezTo>
                  <a:pt x="41" y="6"/>
                  <a:pt x="41" y="6"/>
                  <a:pt x="41" y="6"/>
                </a:cubicBezTo>
                <a:cubicBezTo>
                  <a:pt x="44" y="3"/>
                  <a:pt x="50" y="0"/>
                  <a:pt x="53" y="3"/>
                </a:cubicBezTo>
                <a:cubicBezTo>
                  <a:pt x="55" y="5"/>
                  <a:pt x="53" y="11"/>
                  <a:pt x="49" y="1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82" name="Freeform 234"/>
          <p:cNvSpPr/>
          <p:nvPr/>
        </p:nvSpPr>
        <p:spPr>
          <a:xfrm>
            <a:off x="71280" y="4759200"/>
            <a:ext cx="233640" cy="236520"/>
          </a:xfrm>
          <a:custGeom>
            <a:avLst/>
            <a:gdLst/>
            <a:ahLst/>
            <a:rect l="l" t="t" r="r" b="b"/>
            <a:pathLst>
              <a:path w="68" h="69">
                <a:moveTo>
                  <a:pt x="66" y="25"/>
                </a:moveTo>
                <a:cubicBezTo>
                  <a:pt x="51" y="40"/>
                  <a:pt x="51" y="40"/>
                  <a:pt x="51" y="40"/>
                </a:cubicBezTo>
                <a:cubicBezTo>
                  <a:pt x="57" y="46"/>
                  <a:pt x="57" y="46"/>
                  <a:pt x="57" y="46"/>
                </a:cubicBezTo>
                <a:cubicBezTo>
                  <a:pt x="51" y="52"/>
                  <a:pt x="51" y="52"/>
                  <a:pt x="51" y="52"/>
                </a:cubicBezTo>
                <a:cubicBezTo>
                  <a:pt x="42" y="60"/>
                  <a:pt x="30" y="61"/>
                  <a:pt x="20" y="55"/>
                </a:cubicBezTo>
                <a:cubicBezTo>
                  <a:pt x="7" y="69"/>
                  <a:pt x="7" y="69"/>
                  <a:pt x="7" y="69"/>
                </a:cubicBezTo>
                <a:cubicBezTo>
                  <a:pt x="0" y="69"/>
                  <a:pt x="0" y="69"/>
                  <a:pt x="0" y="69"/>
                </a:cubicBezTo>
                <a:cubicBezTo>
                  <a:pt x="0" y="62"/>
                  <a:pt x="0" y="62"/>
                  <a:pt x="0" y="62"/>
                </a:cubicBezTo>
                <a:cubicBezTo>
                  <a:pt x="14" y="48"/>
                  <a:pt x="14" y="48"/>
                  <a:pt x="14" y="48"/>
                </a:cubicBezTo>
                <a:cubicBezTo>
                  <a:pt x="7" y="39"/>
                  <a:pt x="8" y="26"/>
                  <a:pt x="17" y="18"/>
                </a:cubicBezTo>
                <a:cubicBezTo>
                  <a:pt x="23" y="12"/>
                  <a:pt x="23" y="12"/>
                  <a:pt x="23" y="12"/>
                </a:cubicBezTo>
                <a:cubicBezTo>
                  <a:pt x="29" y="17"/>
                  <a:pt x="29" y="17"/>
                  <a:pt x="29" y="17"/>
                </a:cubicBezTo>
                <a:cubicBezTo>
                  <a:pt x="44" y="2"/>
                  <a:pt x="44" y="2"/>
                  <a:pt x="44" y="2"/>
                </a:cubicBezTo>
                <a:cubicBezTo>
                  <a:pt x="46" y="0"/>
                  <a:pt x="49" y="0"/>
                  <a:pt x="51" y="2"/>
                </a:cubicBezTo>
                <a:cubicBezTo>
                  <a:pt x="52" y="4"/>
                  <a:pt x="52" y="7"/>
                  <a:pt x="51" y="9"/>
                </a:cubicBezTo>
                <a:cubicBezTo>
                  <a:pt x="35" y="24"/>
                  <a:pt x="35" y="24"/>
                  <a:pt x="35" y="24"/>
                </a:cubicBezTo>
                <a:cubicBezTo>
                  <a:pt x="44" y="33"/>
                  <a:pt x="44" y="33"/>
                  <a:pt x="44" y="33"/>
                </a:cubicBezTo>
                <a:cubicBezTo>
                  <a:pt x="60" y="18"/>
                  <a:pt x="60" y="18"/>
                  <a:pt x="60" y="18"/>
                </a:cubicBezTo>
                <a:cubicBezTo>
                  <a:pt x="61" y="16"/>
                  <a:pt x="64" y="16"/>
                  <a:pt x="66" y="18"/>
                </a:cubicBezTo>
                <a:cubicBezTo>
                  <a:pt x="68" y="20"/>
                  <a:pt x="68" y="23"/>
                  <a:pt x="66" y="2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83" name="Freeform 235"/>
          <p:cNvSpPr/>
          <p:nvPr/>
        </p:nvSpPr>
        <p:spPr>
          <a:xfrm>
            <a:off x="493560" y="4780080"/>
            <a:ext cx="182880" cy="180720"/>
          </a:xfrm>
          <a:custGeom>
            <a:avLst/>
            <a:gdLst/>
            <a:ahLst/>
            <a:rect l="l" t="t" r="r" b="b"/>
            <a:pathLst>
              <a:path w="53" h="53">
                <a:moveTo>
                  <a:pt x="53" y="42"/>
                </a:moveTo>
                <a:cubicBezTo>
                  <a:pt x="53" y="48"/>
                  <a:pt x="48" y="53"/>
                  <a:pt x="42" y="53"/>
                </a:cubicBezTo>
                <a:cubicBezTo>
                  <a:pt x="11" y="53"/>
                  <a:pt x="11" y="53"/>
                  <a:pt x="11" y="53"/>
                </a:cubicBezTo>
                <a:cubicBezTo>
                  <a:pt x="5" y="53"/>
                  <a:pt x="0" y="48"/>
                  <a:pt x="0" y="42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2" y="0"/>
                  <a:pt x="42" y="0"/>
                  <a:pt x="42" y="0"/>
                </a:cubicBezTo>
                <a:cubicBezTo>
                  <a:pt x="48" y="0"/>
                  <a:pt x="53" y="4"/>
                  <a:pt x="53" y="10"/>
                </a:cubicBezTo>
                <a:lnTo>
                  <a:pt x="53" y="42"/>
                </a:lnTo>
                <a:close/>
                <a:moveTo>
                  <a:pt x="48" y="10"/>
                </a:moveTo>
                <a:cubicBezTo>
                  <a:pt x="48" y="7"/>
                  <a:pt x="46" y="4"/>
                  <a:pt x="42" y="4"/>
                </a:cubicBezTo>
                <a:cubicBezTo>
                  <a:pt x="11" y="4"/>
                  <a:pt x="11" y="4"/>
                  <a:pt x="11" y="4"/>
                </a:cubicBezTo>
                <a:cubicBezTo>
                  <a:pt x="7" y="4"/>
                  <a:pt x="5" y="7"/>
                  <a:pt x="5" y="10"/>
                </a:cubicBezTo>
                <a:cubicBezTo>
                  <a:pt x="5" y="42"/>
                  <a:pt x="5" y="42"/>
                  <a:pt x="5" y="42"/>
                </a:cubicBezTo>
                <a:cubicBezTo>
                  <a:pt x="5" y="45"/>
                  <a:pt x="7" y="48"/>
                  <a:pt x="11" y="48"/>
                </a:cubicBezTo>
                <a:cubicBezTo>
                  <a:pt x="42" y="48"/>
                  <a:pt x="42" y="48"/>
                  <a:pt x="42" y="48"/>
                </a:cubicBezTo>
                <a:cubicBezTo>
                  <a:pt x="46" y="48"/>
                  <a:pt x="48" y="45"/>
                  <a:pt x="48" y="42"/>
                </a:cubicBezTo>
                <a:lnTo>
                  <a:pt x="48" y="10"/>
                </a:lnTo>
                <a:close/>
                <a:moveTo>
                  <a:pt x="43" y="27"/>
                </a:moveTo>
                <a:cubicBezTo>
                  <a:pt x="43" y="28"/>
                  <a:pt x="43" y="29"/>
                  <a:pt x="42" y="29"/>
                </a:cubicBezTo>
                <a:cubicBezTo>
                  <a:pt x="29" y="29"/>
                  <a:pt x="29" y="29"/>
                  <a:pt x="29" y="29"/>
                </a:cubicBezTo>
                <a:cubicBezTo>
                  <a:pt x="29" y="42"/>
                  <a:pt x="29" y="42"/>
                  <a:pt x="29" y="42"/>
                </a:cubicBezTo>
                <a:cubicBezTo>
                  <a:pt x="29" y="43"/>
                  <a:pt x="28" y="43"/>
                  <a:pt x="28" y="43"/>
                </a:cubicBezTo>
                <a:cubicBezTo>
                  <a:pt x="25" y="43"/>
                  <a:pt x="25" y="43"/>
                  <a:pt x="25" y="43"/>
                </a:cubicBezTo>
                <a:cubicBezTo>
                  <a:pt x="25" y="43"/>
                  <a:pt x="24" y="43"/>
                  <a:pt x="24" y="42"/>
                </a:cubicBezTo>
                <a:cubicBezTo>
                  <a:pt x="24" y="29"/>
                  <a:pt x="24" y="29"/>
                  <a:pt x="24" y="29"/>
                </a:cubicBezTo>
                <a:cubicBezTo>
                  <a:pt x="11" y="29"/>
                  <a:pt x="11" y="29"/>
                  <a:pt x="11" y="29"/>
                </a:cubicBezTo>
                <a:cubicBezTo>
                  <a:pt x="10" y="29"/>
                  <a:pt x="9" y="28"/>
                  <a:pt x="9" y="27"/>
                </a:cubicBezTo>
                <a:cubicBezTo>
                  <a:pt x="9" y="25"/>
                  <a:pt x="9" y="25"/>
                  <a:pt x="9" y="25"/>
                </a:cubicBezTo>
                <a:cubicBezTo>
                  <a:pt x="9" y="24"/>
                  <a:pt x="10" y="24"/>
                  <a:pt x="11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10"/>
                  <a:pt x="24" y="10"/>
                  <a:pt x="24" y="10"/>
                </a:cubicBezTo>
                <a:cubicBezTo>
                  <a:pt x="24" y="10"/>
                  <a:pt x="25" y="9"/>
                  <a:pt x="25" y="9"/>
                </a:cubicBezTo>
                <a:cubicBezTo>
                  <a:pt x="28" y="9"/>
                  <a:pt x="28" y="9"/>
                  <a:pt x="28" y="9"/>
                </a:cubicBezTo>
                <a:cubicBezTo>
                  <a:pt x="28" y="9"/>
                  <a:pt x="29" y="10"/>
                  <a:pt x="29" y="10"/>
                </a:cubicBezTo>
                <a:cubicBezTo>
                  <a:pt x="29" y="24"/>
                  <a:pt x="29" y="24"/>
                  <a:pt x="29" y="24"/>
                </a:cubicBezTo>
                <a:cubicBezTo>
                  <a:pt x="42" y="24"/>
                  <a:pt x="42" y="24"/>
                  <a:pt x="42" y="24"/>
                </a:cubicBezTo>
                <a:cubicBezTo>
                  <a:pt x="43" y="24"/>
                  <a:pt x="43" y="24"/>
                  <a:pt x="43" y="25"/>
                </a:cubicBezTo>
                <a:lnTo>
                  <a:pt x="43" y="2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84" name="Freeform 236"/>
          <p:cNvSpPr/>
          <p:nvPr/>
        </p:nvSpPr>
        <p:spPr>
          <a:xfrm>
            <a:off x="988920" y="4762440"/>
            <a:ext cx="230400" cy="233280"/>
          </a:xfrm>
          <a:custGeom>
            <a:avLst/>
            <a:gdLst/>
            <a:ahLst/>
            <a:rect l="l" t="t" r="r" b="b"/>
            <a:pathLst>
              <a:path w="67" h="68">
                <a:moveTo>
                  <a:pt x="10" y="28"/>
                </a:moveTo>
                <a:cubicBezTo>
                  <a:pt x="10" y="27"/>
                  <a:pt x="10" y="26"/>
                  <a:pt x="11" y="25"/>
                </a:cubicBezTo>
                <a:cubicBezTo>
                  <a:pt x="11" y="24"/>
                  <a:pt x="11" y="22"/>
                  <a:pt x="12" y="21"/>
                </a:cubicBezTo>
                <a:cubicBezTo>
                  <a:pt x="12" y="14"/>
                  <a:pt x="18" y="5"/>
                  <a:pt x="24" y="2"/>
                </a:cubicBezTo>
                <a:cubicBezTo>
                  <a:pt x="28" y="0"/>
                  <a:pt x="32" y="0"/>
                  <a:pt x="36" y="0"/>
                </a:cubicBezTo>
                <a:cubicBezTo>
                  <a:pt x="40" y="0"/>
                  <a:pt x="43" y="0"/>
                  <a:pt x="46" y="2"/>
                </a:cubicBezTo>
                <a:cubicBezTo>
                  <a:pt x="55" y="6"/>
                  <a:pt x="57" y="13"/>
                  <a:pt x="59" y="21"/>
                </a:cubicBezTo>
                <a:cubicBezTo>
                  <a:pt x="59" y="22"/>
                  <a:pt x="59" y="22"/>
                  <a:pt x="59" y="22"/>
                </a:cubicBezTo>
                <a:cubicBezTo>
                  <a:pt x="60" y="23"/>
                  <a:pt x="61" y="25"/>
                  <a:pt x="61" y="27"/>
                </a:cubicBezTo>
                <a:cubicBezTo>
                  <a:pt x="61" y="28"/>
                  <a:pt x="61" y="29"/>
                  <a:pt x="61" y="30"/>
                </a:cubicBezTo>
                <a:cubicBezTo>
                  <a:pt x="61" y="30"/>
                  <a:pt x="61" y="31"/>
                  <a:pt x="61" y="31"/>
                </a:cubicBezTo>
                <a:cubicBezTo>
                  <a:pt x="64" y="36"/>
                  <a:pt x="67" y="41"/>
                  <a:pt x="67" y="47"/>
                </a:cubicBezTo>
                <a:cubicBezTo>
                  <a:pt x="67" y="48"/>
                  <a:pt x="66" y="53"/>
                  <a:pt x="64" y="53"/>
                </a:cubicBezTo>
                <a:cubicBezTo>
                  <a:pt x="63" y="53"/>
                  <a:pt x="61" y="49"/>
                  <a:pt x="61" y="48"/>
                </a:cubicBezTo>
                <a:cubicBezTo>
                  <a:pt x="61" y="48"/>
                  <a:pt x="61" y="48"/>
                  <a:pt x="61" y="48"/>
                </a:cubicBezTo>
                <a:cubicBezTo>
                  <a:pt x="60" y="48"/>
                  <a:pt x="60" y="48"/>
                  <a:pt x="60" y="48"/>
                </a:cubicBezTo>
                <a:cubicBezTo>
                  <a:pt x="59" y="51"/>
                  <a:pt x="58" y="54"/>
                  <a:pt x="55" y="57"/>
                </a:cubicBezTo>
                <a:cubicBezTo>
                  <a:pt x="57" y="59"/>
                  <a:pt x="61" y="59"/>
                  <a:pt x="62" y="62"/>
                </a:cubicBezTo>
                <a:cubicBezTo>
                  <a:pt x="61" y="63"/>
                  <a:pt x="61" y="63"/>
                  <a:pt x="61" y="64"/>
                </a:cubicBezTo>
                <a:cubicBezTo>
                  <a:pt x="59" y="67"/>
                  <a:pt x="53" y="67"/>
                  <a:pt x="50" y="67"/>
                </a:cubicBezTo>
                <a:cubicBezTo>
                  <a:pt x="45" y="67"/>
                  <a:pt x="41" y="66"/>
                  <a:pt x="37" y="65"/>
                </a:cubicBezTo>
                <a:cubicBezTo>
                  <a:pt x="36" y="64"/>
                  <a:pt x="35" y="65"/>
                  <a:pt x="34" y="64"/>
                </a:cubicBezTo>
                <a:cubicBezTo>
                  <a:pt x="31" y="67"/>
                  <a:pt x="26" y="68"/>
                  <a:pt x="22" y="68"/>
                </a:cubicBezTo>
                <a:cubicBezTo>
                  <a:pt x="20" y="68"/>
                  <a:pt x="8" y="68"/>
                  <a:pt x="8" y="63"/>
                </a:cubicBezTo>
                <a:cubicBezTo>
                  <a:pt x="8" y="60"/>
                  <a:pt x="9" y="60"/>
                  <a:pt x="10" y="58"/>
                </a:cubicBezTo>
                <a:cubicBezTo>
                  <a:pt x="12" y="58"/>
                  <a:pt x="12" y="58"/>
                  <a:pt x="14" y="58"/>
                </a:cubicBezTo>
                <a:cubicBezTo>
                  <a:pt x="14" y="58"/>
                  <a:pt x="14" y="58"/>
                  <a:pt x="14" y="57"/>
                </a:cubicBezTo>
                <a:cubicBezTo>
                  <a:pt x="14" y="57"/>
                  <a:pt x="14" y="57"/>
                  <a:pt x="14" y="57"/>
                </a:cubicBezTo>
                <a:cubicBezTo>
                  <a:pt x="14" y="57"/>
                  <a:pt x="14" y="57"/>
                  <a:pt x="14" y="57"/>
                </a:cubicBezTo>
                <a:cubicBezTo>
                  <a:pt x="12" y="57"/>
                  <a:pt x="8" y="50"/>
                  <a:pt x="7" y="47"/>
                </a:cubicBezTo>
                <a:cubicBezTo>
                  <a:pt x="7" y="47"/>
                  <a:pt x="7" y="47"/>
                  <a:pt x="7" y="47"/>
                </a:cubicBezTo>
                <a:cubicBezTo>
                  <a:pt x="7" y="47"/>
                  <a:pt x="7" y="48"/>
                  <a:pt x="7" y="48"/>
                </a:cubicBezTo>
                <a:cubicBezTo>
                  <a:pt x="6" y="50"/>
                  <a:pt x="4" y="52"/>
                  <a:pt x="2" y="52"/>
                </a:cubicBezTo>
                <a:cubicBezTo>
                  <a:pt x="2" y="52"/>
                  <a:pt x="2" y="52"/>
                  <a:pt x="2" y="52"/>
                </a:cubicBezTo>
                <a:cubicBezTo>
                  <a:pt x="1" y="52"/>
                  <a:pt x="2" y="52"/>
                  <a:pt x="1" y="52"/>
                </a:cubicBezTo>
                <a:cubicBezTo>
                  <a:pt x="1" y="51"/>
                  <a:pt x="0" y="49"/>
                  <a:pt x="0" y="48"/>
                </a:cubicBezTo>
                <a:cubicBezTo>
                  <a:pt x="0" y="40"/>
                  <a:pt x="4" y="35"/>
                  <a:pt x="10" y="30"/>
                </a:cubicBezTo>
                <a:cubicBezTo>
                  <a:pt x="10" y="30"/>
                  <a:pt x="10" y="29"/>
                  <a:pt x="10" y="2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85" name="Freeform 237"/>
          <p:cNvSpPr/>
          <p:nvPr/>
        </p:nvSpPr>
        <p:spPr>
          <a:xfrm>
            <a:off x="1482840" y="4780080"/>
            <a:ext cx="215640" cy="180720"/>
          </a:xfrm>
          <a:custGeom>
            <a:avLst/>
            <a:gdLst/>
            <a:ahLst/>
            <a:rect l="l" t="t" r="r" b="b"/>
            <a:pathLst>
              <a:path w="63" h="53">
                <a:moveTo>
                  <a:pt x="29" y="46"/>
                </a:moveTo>
                <a:cubicBezTo>
                  <a:pt x="29" y="50"/>
                  <a:pt x="26" y="53"/>
                  <a:pt x="22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3" y="53"/>
                  <a:pt x="0" y="50"/>
                  <a:pt x="0" y="4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8"/>
                  <a:pt x="23" y="9"/>
                  <a:pt x="22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4" y="9"/>
                  <a:pt x="9" y="14"/>
                  <a:pt x="9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2"/>
                  <a:pt x="11" y="24"/>
                  <a:pt x="13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24"/>
                  <a:pt x="29" y="27"/>
                  <a:pt x="29" y="31"/>
                </a:cubicBezTo>
                <a:lnTo>
                  <a:pt x="29" y="46"/>
                </a:lnTo>
                <a:close/>
                <a:moveTo>
                  <a:pt x="63" y="46"/>
                </a:moveTo>
                <a:cubicBezTo>
                  <a:pt x="63" y="50"/>
                  <a:pt x="60" y="53"/>
                  <a:pt x="56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37" y="53"/>
                  <a:pt x="34" y="50"/>
                  <a:pt x="34" y="46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8"/>
                  <a:pt x="43" y="0"/>
                  <a:pt x="5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7" y="0"/>
                  <a:pt x="58" y="1"/>
                  <a:pt x="58" y="2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8"/>
                  <a:pt x="57" y="9"/>
                  <a:pt x="56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48" y="9"/>
                  <a:pt x="43" y="14"/>
                  <a:pt x="43" y="19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2"/>
                  <a:pt x="45" y="24"/>
                  <a:pt x="47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0" y="24"/>
                  <a:pt x="63" y="27"/>
                  <a:pt x="63" y="31"/>
                </a:cubicBezTo>
                <a:lnTo>
                  <a:pt x="63" y="4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86" name="Freeform 238"/>
          <p:cNvSpPr/>
          <p:nvPr/>
        </p:nvSpPr>
        <p:spPr>
          <a:xfrm>
            <a:off x="1976400" y="4762440"/>
            <a:ext cx="230400" cy="233280"/>
          </a:xfrm>
          <a:custGeom>
            <a:avLst/>
            <a:gdLst/>
            <a:ahLst/>
            <a:rect l="l" t="t" r="r" b="b"/>
            <a:pathLst>
              <a:path w="67" h="68">
                <a:moveTo>
                  <a:pt x="16" y="5"/>
                </a:moveTo>
                <a:cubicBezTo>
                  <a:pt x="17" y="5"/>
                  <a:pt x="17" y="5"/>
                  <a:pt x="17" y="5"/>
                </a:cubicBezTo>
                <a:cubicBezTo>
                  <a:pt x="16" y="6"/>
                  <a:pt x="1" y="23"/>
                  <a:pt x="15" y="37"/>
                </a:cubicBezTo>
                <a:cubicBezTo>
                  <a:pt x="22" y="43"/>
                  <a:pt x="27" y="37"/>
                  <a:pt x="27" y="37"/>
                </a:cubicBezTo>
                <a:cubicBezTo>
                  <a:pt x="32" y="30"/>
                  <a:pt x="27" y="20"/>
                  <a:pt x="27" y="20"/>
                </a:cubicBezTo>
                <a:cubicBezTo>
                  <a:pt x="26" y="16"/>
                  <a:pt x="21" y="14"/>
                  <a:pt x="21" y="14"/>
                </a:cubicBezTo>
                <a:cubicBezTo>
                  <a:pt x="25" y="10"/>
                  <a:pt x="25" y="10"/>
                  <a:pt x="25" y="10"/>
                </a:cubicBezTo>
                <a:cubicBezTo>
                  <a:pt x="28" y="11"/>
                  <a:pt x="31" y="15"/>
                  <a:pt x="31" y="15"/>
                </a:cubicBezTo>
                <a:cubicBezTo>
                  <a:pt x="31" y="11"/>
                  <a:pt x="28" y="7"/>
                  <a:pt x="28" y="7"/>
                </a:cubicBezTo>
                <a:cubicBezTo>
                  <a:pt x="34" y="0"/>
                  <a:pt x="34" y="0"/>
                  <a:pt x="34" y="0"/>
                </a:cubicBezTo>
                <a:cubicBezTo>
                  <a:pt x="40" y="7"/>
                  <a:pt x="40" y="7"/>
                  <a:pt x="40" y="7"/>
                </a:cubicBezTo>
                <a:cubicBezTo>
                  <a:pt x="37" y="11"/>
                  <a:pt x="37" y="15"/>
                  <a:pt x="37" y="15"/>
                </a:cubicBezTo>
                <a:cubicBezTo>
                  <a:pt x="39" y="12"/>
                  <a:pt x="43" y="10"/>
                  <a:pt x="43" y="10"/>
                </a:cubicBezTo>
                <a:cubicBezTo>
                  <a:pt x="47" y="14"/>
                  <a:pt x="47" y="14"/>
                  <a:pt x="47" y="14"/>
                </a:cubicBezTo>
                <a:cubicBezTo>
                  <a:pt x="43" y="15"/>
                  <a:pt x="40" y="20"/>
                  <a:pt x="40" y="20"/>
                </a:cubicBezTo>
                <a:cubicBezTo>
                  <a:pt x="38" y="23"/>
                  <a:pt x="37" y="32"/>
                  <a:pt x="40" y="37"/>
                </a:cubicBezTo>
                <a:cubicBezTo>
                  <a:pt x="45" y="43"/>
                  <a:pt x="52" y="37"/>
                  <a:pt x="52" y="37"/>
                </a:cubicBezTo>
                <a:cubicBezTo>
                  <a:pt x="67" y="24"/>
                  <a:pt x="51" y="6"/>
                  <a:pt x="51" y="6"/>
                </a:cubicBezTo>
                <a:cubicBezTo>
                  <a:pt x="50" y="5"/>
                  <a:pt x="51" y="5"/>
                  <a:pt x="51" y="5"/>
                </a:cubicBezTo>
                <a:cubicBezTo>
                  <a:pt x="58" y="10"/>
                  <a:pt x="67" y="17"/>
                  <a:pt x="67" y="34"/>
                </a:cubicBezTo>
                <a:cubicBezTo>
                  <a:pt x="67" y="53"/>
                  <a:pt x="53" y="68"/>
                  <a:pt x="34" y="68"/>
                </a:cubicBezTo>
                <a:cubicBezTo>
                  <a:pt x="15" y="68"/>
                  <a:pt x="0" y="52"/>
                  <a:pt x="0" y="33"/>
                </a:cubicBezTo>
                <a:cubicBezTo>
                  <a:pt x="1" y="22"/>
                  <a:pt x="6" y="12"/>
                  <a:pt x="16" y="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87" name="Freeform 239"/>
          <p:cNvSpPr/>
          <p:nvPr/>
        </p:nvSpPr>
        <p:spPr>
          <a:xfrm>
            <a:off x="2471760" y="4780080"/>
            <a:ext cx="201600" cy="198360"/>
          </a:xfrm>
          <a:custGeom>
            <a:avLst/>
            <a:gdLst/>
            <a:ahLst/>
            <a:rect l="l" t="t" r="r" b="b"/>
            <a:pathLst>
              <a:path w="59" h="58">
                <a:moveTo>
                  <a:pt x="58" y="35"/>
                </a:moveTo>
                <a:cubicBezTo>
                  <a:pt x="55" y="48"/>
                  <a:pt x="43" y="58"/>
                  <a:pt x="29" y="58"/>
                </a:cubicBezTo>
                <a:cubicBezTo>
                  <a:pt x="22" y="58"/>
                  <a:pt x="15" y="55"/>
                  <a:pt x="9" y="50"/>
                </a:cubicBezTo>
                <a:cubicBezTo>
                  <a:pt x="5" y="55"/>
                  <a:pt x="5" y="55"/>
                  <a:pt x="5" y="55"/>
                </a:cubicBezTo>
                <a:cubicBezTo>
                  <a:pt x="4" y="55"/>
                  <a:pt x="4" y="55"/>
                  <a:pt x="3" y="55"/>
                </a:cubicBezTo>
                <a:cubicBezTo>
                  <a:pt x="2" y="55"/>
                  <a:pt x="0" y="54"/>
                  <a:pt x="0" y="53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35"/>
                  <a:pt x="2" y="34"/>
                  <a:pt x="3" y="34"/>
                </a:cubicBezTo>
                <a:cubicBezTo>
                  <a:pt x="20" y="34"/>
                  <a:pt x="20" y="34"/>
                  <a:pt x="20" y="34"/>
                </a:cubicBezTo>
                <a:cubicBezTo>
                  <a:pt x="21" y="34"/>
                  <a:pt x="22" y="35"/>
                  <a:pt x="22" y="36"/>
                </a:cubicBezTo>
                <a:cubicBezTo>
                  <a:pt x="22" y="37"/>
                  <a:pt x="22" y="37"/>
                  <a:pt x="22" y="38"/>
                </a:cubicBezTo>
                <a:cubicBezTo>
                  <a:pt x="16" y="43"/>
                  <a:pt x="16" y="43"/>
                  <a:pt x="16" y="43"/>
                </a:cubicBezTo>
                <a:cubicBezTo>
                  <a:pt x="20" y="46"/>
                  <a:pt x="25" y="48"/>
                  <a:pt x="30" y="48"/>
                </a:cubicBezTo>
                <a:cubicBezTo>
                  <a:pt x="36" y="48"/>
                  <a:pt x="43" y="45"/>
                  <a:pt x="46" y="39"/>
                </a:cubicBezTo>
                <a:cubicBezTo>
                  <a:pt x="47" y="37"/>
                  <a:pt x="48" y="36"/>
                  <a:pt x="48" y="34"/>
                </a:cubicBezTo>
                <a:cubicBezTo>
                  <a:pt x="48" y="34"/>
                  <a:pt x="49" y="34"/>
                  <a:pt x="49" y="34"/>
                </a:cubicBezTo>
                <a:cubicBezTo>
                  <a:pt x="57" y="34"/>
                  <a:pt x="57" y="34"/>
                  <a:pt x="57" y="34"/>
                </a:cubicBezTo>
                <a:cubicBezTo>
                  <a:pt x="57" y="34"/>
                  <a:pt x="58" y="34"/>
                  <a:pt x="58" y="35"/>
                </a:cubicBezTo>
                <a:cubicBezTo>
                  <a:pt x="58" y="35"/>
                  <a:pt x="58" y="35"/>
                  <a:pt x="58" y="35"/>
                </a:cubicBezTo>
                <a:close/>
                <a:moveTo>
                  <a:pt x="59" y="21"/>
                </a:moveTo>
                <a:cubicBezTo>
                  <a:pt x="59" y="23"/>
                  <a:pt x="58" y="24"/>
                  <a:pt x="56" y="24"/>
                </a:cubicBezTo>
                <a:cubicBezTo>
                  <a:pt x="39" y="24"/>
                  <a:pt x="39" y="24"/>
                  <a:pt x="39" y="24"/>
                </a:cubicBezTo>
                <a:cubicBezTo>
                  <a:pt x="38" y="24"/>
                  <a:pt x="37" y="23"/>
                  <a:pt x="37" y="21"/>
                </a:cubicBezTo>
                <a:cubicBezTo>
                  <a:pt x="37" y="21"/>
                  <a:pt x="37" y="20"/>
                  <a:pt x="38" y="20"/>
                </a:cubicBezTo>
                <a:cubicBezTo>
                  <a:pt x="43" y="14"/>
                  <a:pt x="43" y="14"/>
                  <a:pt x="43" y="14"/>
                </a:cubicBezTo>
                <a:cubicBezTo>
                  <a:pt x="39" y="11"/>
                  <a:pt x="34" y="9"/>
                  <a:pt x="30" y="9"/>
                </a:cubicBezTo>
                <a:cubicBezTo>
                  <a:pt x="23" y="9"/>
                  <a:pt x="17" y="13"/>
                  <a:pt x="13" y="19"/>
                </a:cubicBezTo>
                <a:cubicBezTo>
                  <a:pt x="12" y="20"/>
                  <a:pt x="12" y="21"/>
                  <a:pt x="11" y="23"/>
                </a:cubicBezTo>
                <a:cubicBezTo>
                  <a:pt x="11" y="24"/>
                  <a:pt x="10" y="24"/>
                  <a:pt x="10" y="24"/>
                </a:cubicBezTo>
                <a:cubicBezTo>
                  <a:pt x="2" y="24"/>
                  <a:pt x="2" y="24"/>
                  <a:pt x="2" y="24"/>
                </a:cubicBezTo>
                <a:cubicBezTo>
                  <a:pt x="2" y="24"/>
                  <a:pt x="1" y="23"/>
                  <a:pt x="1" y="23"/>
                </a:cubicBezTo>
                <a:cubicBezTo>
                  <a:pt x="1" y="23"/>
                  <a:pt x="1" y="22"/>
                  <a:pt x="1" y="22"/>
                </a:cubicBezTo>
                <a:cubicBezTo>
                  <a:pt x="4" y="9"/>
                  <a:pt x="16" y="0"/>
                  <a:pt x="30" y="0"/>
                </a:cubicBezTo>
                <a:cubicBezTo>
                  <a:pt x="37" y="0"/>
                  <a:pt x="44" y="3"/>
                  <a:pt x="50" y="8"/>
                </a:cubicBezTo>
                <a:cubicBezTo>
                  <a:pt x="55" y="3"/>
                  <a:pt x="55" y="3"/>
                  <a:pt x="55" y="3"/>
                </a:cubicBezTo>
                <a:cubicBezTo>
                  <a:pt x="55" y="2"/>
                  <a:pt x="56" y="2"/>
                  <a:pt x="56" y="2"/>
                </a:cubicBezTo>
                <a:cubicBezTo>
                  <a:pt x="58" y="2"/>
                  <a:pt x="59" y="3"/>
                  <a:pt x="59" y="4"/>
                </a:cubicBezTo>
                <a:lnTo>
                  <a:pt x="59" y="2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88" name="Freeform 240"/>
          <p:cNvSpPr/>
          <p:nvPr/>
        </p:nvSpPr>
        <p:spPr>
          <a:xfrm>
            <a:off x="2965320" y="4780080"/>
            <a:ext cx="203400" cy="198360"/>
          </a:xfrm>
          <a:custGeom>
            <a:avLst/>
            <a:gdLst/>
            <a:ahLst/>
            <a:rect l="l" t="t" r="r" b="b"/>
            <a:pathLst>
              <a:path w="59" h="58">
                <a:moveTo>
                  <a:pt x="59" y="21"/>
                </a:moveTo>
                <a:cubicBezTo>
                  <a:pt x="59" y="23"/>
                  <a:pt x="58" y="24"/>
                  <a:pt x="56" y="24"/>
                </a:cubicBezTo>
                <a:cubicBezTo>
                  <a:pt x="39" y="24"/>
                  <a:pt x="39" y="24"/>
                  <a:pt x="39" y="24"/>
                </a:cubicBezTo>
                <a:cubicBezTo>
                  <a:pt x="38" y="24"/>
                  <a:pt x="37" y="23"/>
                  <a:pt x="37" y="22"/>
                </a:cubicBezTo>
                <a:cubicBezTo>
                  <a:pt x="37" y="21"/>
                  <a:pt x="37" y="20"/>
                  <a:pt x="38" y="20"/>
                </a:cubicBezTo>
                <a:cubicBezTo>
                  <a:pt x="43" y="14"/>
                  <a:pt x="43" y="14"/>
                  <a:pt x="43" y="14"/>
                </a:cubicBezTo>
                <a:cubicBezTo>
                  <a:pt x="39" y="11"/>
                  <a:pt x="35" y="9"/>
                  <a:pt x="30" y="9"/>
                </a:cubicBezTo>
                <a:cubicBezTo>
                  <a:pt x="19" y="9"/>
                  <a:pt x="10" y="18"/>
                  <a:pt x="10" y="29"/>
                </a:cubicBezTo>
                <a:cubicBezTo>
                  <a:pt x="10" y="39"/>
                  <a:pt x="19" y="48"/>
                  <a:pt x="30" y="48"/>
                </a:cubicBezTo>
                <a:cubicBezTo>
                  <a:pt x="36" y="48"/>
                  <a:pt x="41" y="45"/>
                  <a:pt x="45" y="41"/>
                </a:cubicBezTo>
                <a:cubicBezTo>
                  <a:pt x="45" y="40"/>
                  <a:pt x="45" y="40"/>
                  <a:pt x="46" y="40"/>
                </a:cubicBezTo>
                <a:cubicBezTo>
                  <a:pt x="46" y="40"/>
                  <a:pt x="46" y="40"/>
                  <a:pt x="47" y="40"/>
                </a:cubicBezTo>
                <a:cubicBezTo>
                  <a:pt x="52" y="46"/>
                  <a:pt x="52" y="46"/>
                  <a:pt x="52" y="46"/>
                </a:cubicBezTo>
                <a:cubicBezTo>
                  <a:pt x="52" y="46"/>
                  <a:pt x="52" y="47"/>
                  <a:pt x="52" y="47"/>
                </a:cubicBezTo>
                <a:cubicBezTo>
                  <a:pt x="46" y="54"/>
                  <a:pt x="38" y="58"/>
                  <a:pt x="30" y="58"/>
                </a:cubicBezTo>
                <a:cubicBezTo>
                  <a:pt x="14" y="58"/>
                  <a:pt x="0" y="45"/>
                  <a:pt x="0" y="29"/>
                </a:cubicBezTo>
                <a:cubicBezTo>
                  <a:pt x="0" y="13"/>
                  <a:pt x="14" y="0"/>
                  <a:pt x="30" y="0"/>
                </a:cubicBezTo>
                <a:cubicBezTo>
                  <a:pt x="37" y="0"/>
                  <a:pt x="44" y="3"/>
                  <a:pt x="50" y="8"/>
                </a:cubicBezTo>
                <a:cubicBezTo>
                  <a:pt x="55" y="3"/>
                  <a:pt x="55" y="3"/>
                  <a:pt x="55" y="3"/>
                </a:cubicBezTo>
                <a:cubicBezTo>
                  <a:pt x="55" y="2"/>
                  <a:pt x="56" y="2"/>
                  <a:pt x="57" y="2"/>
                </a:cubicBezTo>
                <a:cubicBezTo>
                  <a:pt x="58" y="3"/>
                  <a:pt x="59" y="3"/>
                  <a:pt x="59" y="4"/>
                </a:cubicBezTo>
                <a:lnTo>
                  <a:pt x="59" y="2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89" name="Freeform 241"/>
          <p:cNvSpPr/>
          <p:nvPr/>
        </p:nvSpPr>
        <p:spPr>
          <a:xfrm>
            <a:off x="3460680" y="4780080"/>
            <a:ext cx="133560" cy="180720"/>
          </a:xfrm>
          <a:custGeom>
            <a:avLst/>
            <a:gdLst/>
            <a:ahLst/>
            <a:rect l="l" t="t" r="r" b="b"/>
            <a:pathLst>
              <a:path w="39" h="53">
                <a:moveTo>
                  <a:pt x="16" y="53"/>
                </a:moveTo>
                <a:cubicBezTo>
                  <a:pt x="15" y="53"/>
                  <a:pt x="15" y="52"/>
                  <a:pt x="15" y="52"/>
                </a:cubicBezTo>
                <a:cubicBezTo>
                  <a:pt x="15" y="39"/>
                  <a:pt x="15" y="39"/>
                  <a:pt x="15" y="39"/>
                </a:cubicBezTo>
                <a:cubicBezTo>
                  <a:pt x="4" y="39"/>
                  <a:pt x="4" y="39"/>
                  <a:pt x="4" y="39"/>
                </a:cubicBezTo>
                <a:cubicBezTo>
                  <a:pt x="3" y="39"/>
                  <a:pt x="3" y="39"/>
                  <a:pt x="3" y="38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3"/>
                  <a:pt x="3" y="33"/>
                  <a:pt x="4" y="33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30"/>
                  <a:pt x="15" y="30"/>
                  <a:pt x="15" y="30"/>
                </a:cubicBezTo>
                <a:cubicBezTo>
                  <a:pt x="4" y="30"/>
                  <a:pt x="4" y="30"/>
                  <a:pt x="4" y="30"/>
                </a:cubicBezTo>
                <a:cubicBezTo>
                  <a:pt x="3" y="30"/>
                  <a:pt x="3" y="29"/>
                  <a:pt x="3" y="28"/>
                </a:cubicBezTo>
                <a:cubicBezTo>
                  <a:pt x="3" y="25"/>
                  <a:pt x="3" y="25"/>
                  <a:pt x="3" y="25"/>
                </a:cubicBezTo>
                <a:cubicBezTo>
                  <a:pt x="3" y="24"/>
                  <a:pt x="3" y="23"/>
                  <a:pt x="4" y="23"/>
                </a:cubicBezTo>
                <a:cubicBezTo>
                  <a:pt x="12" y="23"/>
                  <a:pt x="12" y="23"/>
                  <a:pt x="12" y="23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0"/>
                </a:cubicBezTo>
                <a:cubicBezTo>
                  <a:pt x="0" y="0"/>
                  <a:pt x="1" y="0"/>
                  <a:pt x="1" y="0"/>
                </a:cubicBezTo>
                <a:cubicBezTo>
                  <a:pt x="8" y="0"/>
                  <a:pt x="8" y="0"/>
                  <a:pt x="8" y="0"/>
                </a:cubicBezTo>
                <a:cubicBezTo>
                  <a:pt x="9" y="0"/>
                  <a:pt x="9" y="0"/>
                  <a:pt x="9" y="0"/>
                </a:cubicBezTo>
                <a:cubicBezTo>
                  <a:pt x="18" y="16"/>
                  <a:pt x="18" y="16"/>
                  <a:pt x="18" y="16"/>
                </a:cubicBezTo>
                <a:cubicBezTo>
                  <a:pt x="19" y="18"/>
                  <a:pt x="19" y="20"/>
                  <a:pt x="20" y="21"/>
                </a:cubicBezTo>
                <a:cubicBezTo>
                  <a:pt x="20" y="19"/>
                  <a:pt x="21" y="18"/>
                  <a:pt x="22" y="16"/>
                </a:cubicBezTo>
                <a:cubicBezTo>
                  <a:pt x="29" y="0"/>
                  <a:pt x="29" y="0"/>
                  <a:pt x="29" y="0"/>
                </a:cubicBezTo>
                <a:cubicBezTo>
                  <a:pt x="29" y="0"/>
                  <a:pt x="30" y="0"/>
                  <a:pt x="30" y="0"/>
                </a:cubicBezTo>
                <a:cubicBezTo>
                  <a:pt x="38" y="0"/>
                  <a:pt x="38" y="0"/>
                  <a:pt x="38" y="0"/>
                </a:cubicBezTo>
                <a:cubicBezTo>
                  <a:pt x="38" y="0"/>
                  <a:pt x="38" y="0"/>
                  <a:pt x="39" y="0"/>
                </a:cubicBezTo>
                <a:cubicBezTo>
                  <a:pt x="39" y="0"/>
                  <a:pt x="39" y="1"/>
                  <a:pt x="39" y="1"/>
                </a:cubicBezTo>
                <a:cubicBezTo>
                  <a:pt x="27" y="23"/>
                  <a:pt x="27" y="23"/>
                  <a:pt x="27" y="23"/>
                </a:cubicBezTo>
                <a:cubicBezTo>
                  <a:pt x="35" y="23"/>
                  <a:pt x="35" y="23"/>
                  <a:pt x="35" y="23"/>
                </a:cubicBezTo>
                <a:cubicBezTo>
                  <a:pt x="36" y="23"/>
                  <a:pt x="36" y="24"/>
                  <a:pt x="36" y="25"/>
                </a:cubicBezTo>
                <a:cubicBezTo>
                  <a:pt x="36" y="28"/>
                  <a:pt x="36" y="28"/>
                  <a:pt x="36" y="28"/>
                </a:cubicBezTo>
                <a:cubicBezTo>
                  <a:pt x="36" y="29"/>
                  <a:pt x="36" y="30"/>
                  <a:pt x="35" y="30"/>
                </a:cubicBezTo>
                <a:cubicBezTo>
                  <a:pt x="24" y="30"/>
                  <a:pt x="24" y="30"/>
                  <a:pt x="24" y="30"/>
                </a:cubicBezTo>
                <a:cubicBezTo>
                  <a:pt x="24" y="33"/>
                  <a:pt x="24" y="33"/>
                  <a:pt x="24" y="33"/>
                </a:cubicBezTo>
                <a:cubicBezTo>
                  <a:pt x="35" y="33"/>
                  <a:pt x="35" y="33"/>
                  <a:pt x="35" y="33"/>
                </a:cubicBezTo>
                <a:cubicBezTo>
                  <a:pt x="36" y="33"/>
                  <a:pt x="36" y="33"/>
                  <a:pt x="36" y="34"/>
                </a:cubicBezTo>
                <a:cubicBezTo>
                  <a:pt x="36" y="38"/>
                  <a:pt x="36" y="38"/>
                  <a:pt x="36" y="38"/>
                </a:cubicBezTo>
                <a:cubicBezTo>
                  <a:pt x="36" y="39"/>
                  <a:pt x="36" y="39"/>
                  <a:pt x="35" y="39"/>
                </a:cubicBezTo>
                <a:cubicBezTo>
                  <a:pt x="24" y="39"/>
                  <a:pt x="24" y="39"/>
                  <a:pt x="24" y="39"/>
                </a:cubicBezTo>
                <a:cubicBezTo>
                  <a:pt x="24" y="52"/>
                  <a:pt x="24" y="52"/>
                  <a:pt x="24" y="52"/>
                </a:cubicBezTo>
                <a:cubicBezTo>
                  <a:pt x="24" y="52"/>
                  <a:pt x="23" y="53"/>
                  <a:pt x="23" y="53"/>
                </a:cubicBezTo>
                <a:lnTo>
                  <a:pt x="16" y="5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90" name="Freeform 242"/>
          <p:cNvSpPr/>
          <p:nvPr/>
        </p:nvSpPr>
        <p:spPr>
          <a:xfrm>
            <a:off x="3954600" y="4780080"/>
            <a:ext cx="201600" cy="198360"/>
          </a:xfrm>
          <a:custGeom>
            <a:avLst/>
            <a:gdLst/>
            <a:ahLst/>
            <a:rect l="l" t="t" r="r" b="b"/>
            <a:pathLst>
              <a:path w="59" h="58">
                <a:moveTo>
                  <a:pt x="59" y="21"/>
                </a:moveTo>
                <a:cubicBezTo>
                  <a:pt x="59" y="23"/>
                  <a:pt x="58" y="24"/>
                  <a:pt x="56" y="24"/>
                </a:cubicBezTo>
                <a:cubicBezTo>
                  <a:pt x="39" y="24"/>
                  <a:pt x="39" y="24"/>
                  <a:pt x="39" y="24"/>
                </a:cubicBezTo>
                <a:cubicBezTo>
                  <a:pt x="38" y="24"/>
                  <a:pt x="37" y="23"/>
                  <a:pt x="37" y="22"/>
                </a:cubicBezTo>
                <a:cubicBezTo>
                  <a:pt x="37" y="21"/>
                  <a:pt x="37" y="20"/>
                  <a:pt x="38" y="20"/>
                </a:cubicBezTo>
                <a:cubicBezTo>
                  <a:pt x="43" y="14"/>
                  <a:pt x="43" y="14"/>
                  <a:pt x="43" y="14"/>
                </a:cubicBezTo>
                <a:cubicBezTo>
                  <a:pt x="39" y="11"/>
                  <a:pt x="35" y="9"/>
                  <a:pt x="30" y="9"/>
                </a:cubicBezTo>
                <a:cubicBezTo>
                  <a:pt x="19" y="9"/>
                  <a:pt x="10" y="18"/>
                  <a:pt x="10" y="29"/>
                </a:cubicBezTo>
                <a:cubicBezTo>
                  <a:pt x="10" y="39"/>
                  <a:pt x="19" y="48"/>
                  <a:pt x="30" y="48"/>
                </a:cubicBezTo>
                <a:cubicBezTo>
                  <a:pt x="36" y="48"/>
                  <a:pt x="41" y="45"/>
                  <a:pt x="45" y="41"/>
                </a:cubicBezTo>
                <a:cubicBezTo>
                  <a:pt x="45" y="40"/>
                  <a:pt x="45" y="40"/>
                  <a:pt x="46" y="40"/>
                </a:cubicBezTo>
                <a:cubicBezTo>
                  <a:pt x="46" y="40"/>
                  <a:pt x="46" y="40"/>
                  <a:pt x="47" y="40"/>
                </a:cubicBezTo>
                <a:cubicBezTo>
                  <a:pt x="52" y="46"/>
                  <a:pt x="52" y="46"/>
                  <a:pt x="52" y="46"/>
                </a:cubicBezTo>
                <a:cubicBezTo>
                  <a:pt x="52" y="46"/>
                  <a:pt x="52" y="47"/>
                  <a:pt x="52" y="47"/>
                </a:cubicBezTo>
                <a:cubicBezTo>
                  <a:pt x="46" y="54"/>
                  <a:pt x="38" y="58"/>
                  <a:pt x="30" y="58"/>
                </a:cubicBezTo>
                <a:cubicBezTo>
                  <a:pt x="14" y="58"/>
                  <a:pt x="0" y="45"/>
                  <a:pt x="0" y="29"/>
                </a:cubicBezTo>
                <a:cubicBezTo>
                  <a:pt x="0" y="13"/>
                  <a:pt x="14" y="0"/>
                  <a:pt x="30" y="0"/>
                </a:cubicBezTo>
                <a:cubicBezTo>
                  <a:pt x="37" y="0"/>
                  <a:pt x="44" y="3"/>
                  <a:pt x="50" y="8"/>
                </a:cubicBezTo>
                <a:cubicBezTo>
                  <a:pt x="55" y="3"/>
                  <a:pt x="55" y="3"/>
                  <a:pt x="55" y="3"/>
                </a:cubicBezTo>
                <a:cubicBezTo>
                  <a:pt x="55" y="2"/>
                  <a:pt x="56" y="2"/>
                  <a:pt x="57" y="2"/>
                </a:cubicBezTo>
                <a:cubicBezTo>
                  <a:pt x="58" y="3"/>
                  <a:pt x="59" y="3"/>
                  <a:pt x="59" y="4"/>
                </a:cubicBezTo>
                <a:lnTo>
                  <a:pt x="59" y="2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91" name="Freeform 243"/>
          <p:cNvSpPr/>
          <p:nvPr/>
        </p:nvSpPr>
        <p:spPr>
          <a:xfrm>
            <a:off x="4448160" y="4780080"/>
            <a:ext cx="165240" cy="180720"/>
          </a:xfrm>
          <a:custGeom>
            <a:avLst/>
            <a:gdLst/>
            <a:ahLst/>
            <a:rect l="l" t="t" r="r" b="b"/>
            <a:pathLst>
              <a:path w="48" h="53">
                <a:moveTo>
                  <a:pt x="31" y="33"/>
                </a:moveTo>
                <a:cubicBezTo>
                  <a:pt x="18" y="33"/>
                  <a:pt x="18" y="33"/>
                  <a:pt x="18" y="33"/>
                </a:cubicBezTo>
                <a:cubicBezTo>
                  <a:pt x="18" y="37"/>
                  <a:pt x="18" y="37"/>
                  <a:pt x="18" y="37"/>
                </a:cubicBezTo>
                <a:cubicBezTo>
                  <a:pt x="37" y="37"/>
                  <a:pt x="37" y="37"/>
                  <a:pt x="37" y="37"/>
                </a:cubicBezTo>
                <a:cubicBezTo>
                  <a:pt x="38" y="37"/>
                  <a:pt x="39" y="38"/>
                  <a:pt x="39" y="38"/>
                </a:cubicBezTo>
                <a:cubicBezTo>
                  <a:pt x="39" y="43"/>
                  <a:pt x="39" y="43"/>
                  <a:pt x="39" y="43"/>
                </a:cubicBezTo>
                <a:cubicBezTo>
                  <a:pt x="39" y="44"/>
                  <a:pt x="38" y="44"/>
                  <a:pt x="37" y="44"/>
                </a:cubicBezTo>
                <a:cubicBezTo>
                  <a:pt x="18" y="44"/>
                  <a:pt x="18" y="44"/>
                  <a:pt x="18" y="44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52"/>
                  <a:pt x="18" y="53"/>
                  <a:pt x="17" y="53"/>
                </a:cubicBezTo>
                <a:cubicBezTo>
                  <a:pt x="11" y="53"/>
                  <a:pt x="11" y="53"/>
                  <a:pt x="11" y="53"/>
                </a:cubicBezTo>
                <a:cubicBezTo>
                  <a:pt x="10" y="53"/>
                  <a:pt x="9" y="52"/>
                  <a:pt x="9" y="52"/>
                </a:cubicBezTo>
                <a:cubicBezTo>
                  <a:pt x="9" y="44"/>
                  <a:pt x="9" y="44"/>
                  <a:pt x="9" y="44"/>
                </a:cubicBezTo>
                <a:cubicBezTo>
                  <a:pt x="1" y="44"/>
                  <a:pt x="1" y="44"/>
                  <a:pt x="1" y="44"/>
                </a:cubicBezTo>
                <a:cubicBezTo>
                  <a:pt x="0" y="44"/>
                  <a:pt x="0" y="44"/>
                  <a:pt x="0" y="43"/>
                </a:cubicBezTo>
                <a:cubicBezTo>
                  <a:pt x="0" y="38"/>
                  <a:pt x="0" y="38"/>
                  <a:pt x="0" y="38"/>
                </a:cubicBezTo>
                <a:cubicBezTo>
                  <a:pt x="0" y="38"/>
                  <a:pt x="0" y="37"/>
                  <a:pt x="1" y="37"/>
                </a:cubicBezTo>
                <a:cubicBezTo>
                  <a:pt x="9" y="37"/>
                  <a:pt x="9" y="37"/>
                  <a:pt x="9" y="37"/>
                </a:cubicBezTo>
                <a:cubicBezTo>
                  <a:pt x="9" y="33"/>
                  <a:pt x="9" y="33"/>
                  <a:pt x="9" y="33"/>
                </a:cubicBezTo>
                <a:cubicBezTo>
                  <a:pt x="1" y="33"/>
                  <a:pt x="1" y="33"/>
                  <a:pt x="1" y="33"/>
                </a:cubicBezTo>
                <a:cubicBezTo>
                  <a:pt x="0" y="33"/>
                  <a:pt x="0" y="32"/>
                  <a:pt x="0" y="32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25"/>
                  <a:pt x="0" y="25"/>
                  <a:pt x="1" y="25"/>
                </a:cubicBezTo>
                <a:cubicBezTo>
                  <a:pt x="9" y="25"/>
                  <a:pt x="9" y="25"/>
                  <a:pt x="9" y="25"/>
                </a:cubicBezTo>
                <a:cubicBezTo>
                  <a:pt x="9" y="1"/>
                  <a:pt x="9" y="1"/>
                  <a:pt x="9" y="1"/>
                </a:cubicBezTo>
                <a:cubicBezTo>
                  <a:pt x="9" y="0"/>
                  <a:pt x="10" y="0"/>
                  <a:pt x="11" y="0"/>
                </a:cubicBezTo>
                <a:cubicBezTo>
                  <a:pt x="31" y="0"/>
                  <a:pt x="31" y="0"/>
                  <a:pt x="31" y="0"/>
                </a:cubicBezTo>
                <a:cubicBezTo>
                  <a:pt x="41" y="0"/>
                  <a:pt x="48" y="6"/>
                  <a:pt x="48" y="16"/>
                </a:cubicBezTo>
                <a:cubicBezTo>
                  <a:pt x="48" y="26"/>
                  <a:pt x="41" y="33"/>
                  <a:pt x="31" y="33"/>
                </a:cubicBezTo>
                <a:close/>
                <a:moveTo>
                  <a:pt x="30" y="8"/>
                </a:moveTo>
                <a:cubicBezTo>
                  <a:pt x="18" y="8"/>
                  <a:pt x="18" y="8"/>
                  <a:pt x="18" y="8"/>
                </a:cubicBezTo>
                <a:cubicBezTo>
                  <a:pt x="18" y="25"/>
                  <a:pt x="18" y="25"/>
                  <a:pt x="18" y="25"/>
                </a:cubicBezTo>
                <a:cubicBezTo>
                  <a:pt x="30" y="25"/>
                  <a:pt x="30" y="25"/>
                  <a:pt x="30" y="25"/>
                </a:cubicBezTo>
                <a:cubicBezTo>
                  <a:pt x="36" y="25"/>
                  <a:pt x="39" y="21"/>
                  <a:pt x="39" y="16"/>
                </a:cubicBezTo>
                <a:cubicBezTo>
                  <a:pt x="39" y="11"/>
                  <a:pt x="36" y="8"/>
                  <a:pt x="30" y="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92" name="Freeform 244"/>
          <p:cNvSpPr/>
          <p:nvPr/>
        </p:nvSpPr>
        <p:spPr>
          <a:xfrm>
            <a:off x="4943520" y="4792680"/>
            <a:ext cx="236520" cy="185760"/>
          </a:xfrm>
          <a:custGeom>
            <a:avLst/>
            <a:gdLst/>
            <a:ahLst/>
            <a:rect l="l" t="t" r="r" b="b"/>
            <a:pathLst>
              <a:path w="69" h="54">
                <a:moveTo>
                  <a:pt x="68" y="42"/>
                </a:moveTo>
                <a:cubicBezTo>
                  <a:pt x="68" y="43"/>
                  <a:pt x="69" y="44"/>
                  <a:pt x="68" y="44"/>
                </a:cubicBezTo>
                <a:cubicBezTo>
                  <a:pt x="68" y="45"/>
                  <a:pt x="68" y="46"/>
                  <a:pt x="67" y="46"/>
                </a:cubicBezTo>
                <a:cubicBezTo>
                  <a:pt x="62" y="49"/>
                  <a:pt x="62" y="49"/>
                  <a:pt x="62" y="49"/>
                </a:cubicBezTo>
                <a:cubicBezTo>
                  <a:pt x="62" y="49"/>
                  <a:pt x="62" y="49"/>
                  <a:pt x="61" y="49"/>
                </a:cubicBezTo>
                <a:cubicBezTo>
                  <a:pt x="61" y="49"/>
                  <a:pt x="60" y="49"/>
                  <a:pt x="60" y="49"/>
                </a:cubicBezTo>
                <a:cubicBezTo>
                  <a:pt x="34" y="34"/>
                  <a:pt x="34" y="34"/>
                  <a:pt x="34" y="34"/>
                </a:cubicBezTo>
                <a:cubicBezTo>
                  <a:pt x="30" y="37"/>
                  <a:pt x="30" y="37"/>
                  <a:pt x="30" y="37"/>
                </a:cubicBezTo>
                <a:cubicBezTo>
                  <a:pt x="29" y="37"/>
                  <a:pt x="29" y="37"/>
                  <a:pt x="29" y="37"/>
                </a:cubicBezTo>
                <a:cubicBezTo>
                  <a:pt x="30" y="38"/>
                  <a:pt x="30" y="39"/>
                  <a:pt x="30" y="40"/>
                </a:cubicBezTo>
                <a:cubicBezTo>
                  <a:pt x="29" y="44"/>
                  <a:pt x="27" y="48"/>
                  <a:pt x="22" y="51"/>
                </a:cubicBezTo>
                <a:cubicBezTo>
                  <a:pt x="19" y="53"/>
                  <a:pt x="15" y="54"/>
                  <a:pt x="12" y="54"/>
                </a:cubicBezTo>
                <a:cubicBezTo>
                  <a:pt x="8" y="54"/>
                  <a:pt x="6" y="53"/>
                  <a:pt x="3" y="51"/>
                </a:cubicBezTo>
                <a:cubicBezTo>
                  <a:pt x="1" y="49"/>
                  <a:pt x="0" y="46"/>
                  <a:pt x="0" y="43"/>
                </a:cubicBezTo>
                <a:cubicBezTo>
                  <a:pt x="1" y="39"/>
                  <a:pt x="3" y="35"/>
                  <a:pt x="8" y="33"/>
                </a:cubicBezTo>
                <a:cubicBezTo>
                  <a:pt x="11" y="31"/>
                  <a:pt x="15" y="30"/>
                  <a:pt x="18" y="30"/>
                </a:cubicBezTo>
                <a:cubicBezTo>
                  <a:pt x="20" y="30"/>
                  <a:pt x="22" y="30"/>
                  <a:pt x="24" y="31"/>
                </a:cubicBezTo>
                <a:cubicBezTo>
                  <a:pt x="24" y="30"/>
                  <a:pt x="24" y="30"/>
                  <a:pt x="25" y="30"/>
                </a:cubicBezTo>
                <a:cubicBezTo>
                  <a:pt x="29" y="27"/>
                  <a:pt x="29" y="27"/>
                  <a:pt x="29" y="27"/>
                </a:cubicBezTo>
                <a:cubicBezTo>
                  <a:pt x="25" y="24"/>
                  <a:pt x="25" y="24"/>
                  <a:pt x="25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2" y="24"/>
                  <a:pt x="20" y="25"/>
                  <a:pt x="18" y="25"/>
                </a:cubicBezTo>
                <a:cubicBezTo>
                  <a:pt x="15" y="25"/>
                  <a:pt x="11" y="24"/>
                  <a:pt x="8" y="22"/>
                </a:cubicBezTo>
                <a:cubicBezTo>
                  <a:pt x="3" y="19"/>
                  <a:pt x="1" y="15"/>
                  <a:pt x="0" y="11"/>
                </a:cubicBezTo>
                <a:cubicBezTo>
                  <a:pt x="0" y="8"/>
                  <a:pt x="1" y="5"/>
                  <a:pt x="3" y="3"/>
                </a:cubicBezTo>
                <a:cubicBezTo>
                  <a:pt x="6" y="1"/>
                  <a:pt x="8" y="0"/>
                  <a:pt x="12" y="0"/>
                </a:cubicBezTo>
                <a:cubicBezTo>
                  <a:pt x="15" y="0"/>
                  <a:pt x="19" y="2"/>
                  <a:pt x="22" y="4"/>
                </a:cubicBezTo>
                <a:cubicBezTo>
                  <a:pt x="27" y="6"/>
                  <a:pt x="29" y="10"/>
                  <a:pt x="30" y="14"/>
                </a:cubicBezTo>
                <a:cubicBezTo>
                  <a:pt x="30" y="15"/>
                  <a:pt x="30" y="16"/>
                  <a:pt x="29" y="18"/>
                </a:cubicBezTo>
                <a:cubicBezTo>
                  <a:pt x="29" y="18"/>
                  <a:pt x="29" y="18"/>
                  <a:pt x="30" y="18"/>
                </a:cubicBezTo>
                <a:cubicBezTo>
                  <a:pt x="34" y="20"/>
                  <a:pt x="34" y="20"/>
                  <a:pt x="34" y="20"/>
                </a:cubicBezTo>
                <a:cubicBezTo>
                  <a:pt x="60" y="6"/>
                  <a:pt x="60" y="6"/>
                  <a:pt x="60" y="6"/>
                </a:cubicBezTo>
                <a:cubicBezTo>
                  <a:pt x="60" y="5"/>
                  <a:pt x="61" y="5"/>
                  <a:pt x="61" y="5"/>
                </a:cubicBezTo>
                <a:cubicBezTo>
                  <a:pt x="62" y="5"/>
                  <a:pt x="62" y="5"/>
                  <a:pt x="62" y="6"/>
                </a:cubicBezTo>
                <a:cubicBezTo>
                  <a:pt x="67" y="8"/>
                  <a:pt x="67" y="8"/>
                  <a:pt x="67" y="8"/>
                </a:cubicBezTo>
                <a:cubicBezTo>
                  <a:pt x="68" y="8"/>
                  <a:pt x="68" y="9"/>
                  <a:pt x="68" y="10"/>
                </a:cubicBezTo>
                <a:cubicBezTo>
                  <a:pt x="69" y="11"/>
                  <a:pt x="68" y="12"/>
                  <a:pt x="68" y="12"/>
                </a:cubicBezTo>
                <a:cubicBezTo>
                  <a:pt x="48" y="27"/>
                  <a:pt x="48" y="27"/>
                  <a:pt x="48" y="27"/>
                </a:cubicBezTo>
                <a:lnTo>
                  <a:pt x="68" y="42"/>
                </a:lnTo>
                <a:close/>
                <a:moveTo>
                  <a:pt x="19" y="9"/>
                </a:moveTo>
                <a:cubicBezTo>
                  <a:pt x="17" y="7"/>
                  <a:pt x="14" y="6"/>
                  <a:pt x="12" y="6"/>
                </a:cubicBezTo>
                <a:cubicBezTo>
                  <a:pt x="10" y="6"/>
                  <a:pt x="9" y="7"/>
                  <a:pt x="8" y="8"/>
                </a:cubicBezTo>
                <a:cubicBezTo>
                  <a:pt x="5" y="10"/>
                  <a:pt x="7" y="14"/>
                  <a:pt x="11" y="16"/>
                </a:cubicBezTo>
                <a:cubicBezTo>
                  <a:pt x="13" y="18"/>
                  <a:pt x="16" y="19"/>
                  <a:pt x="18" y="19"/>
                </a:cubicBezTo>
                <a:cubicBezTo>
                  <a:pt x="20" y="19"/>
                  <a:pt x="21" y="18"/>
                  <a:pt x="22" y="17"/>
                </a:cubicBezTo>
                <a:cubicBezTo>
                  <a:pt x="25" y="15"/>
                  <a:pt x="23" y="11"/>
                  <a:pt x="19" y="9"/>
                </a:cubicBezTo>
                <a:close/>
                <a:moveTo>
                  <a:pt x="22" y="37"/>
                </a:moveTo>
                <a:cubicBezTo>
                  <a:pt x="21" y="36"/>
                  <a:pt x="20" y="36"/>
                  <a:pt x="18" y="36"/>
                </a:cubicBezTo>
                <a:cubicBezTo>
                  <a:pt x="16" y="36"/>
                  <a:pt x="13" y="36"/>
                  <a:pt x="11" y="38"/>
                </a:cubicBezTo>
                <a:cubicBezTo>
                  <a:pt x="7" y="40"/>
                  <a:pt x="5" y="44"/>
                  <a:pt x="8" y="46"/>
                </a:cubicBezTo>
                <a:cubicBezTo>
                  <a:pt x="9" y="47"/>
                  <a:pt x="10" y="48"/>
                  <a:pt x="12" y="48"/>
                </a:cubicBezTo>
                <a:cubicBezTo>
                  <a:pt x="14" y="48"/>
                  <a:pt x="17" y="47"/>
                  <a:pt x="19" y="46"/>
                </a:cubicBezTo>
                <a:cubicBezTo>
                  <a:pt x="23" y="43"/>
                  <a:pt x="25" y="39"/>
                  <a:pt x="22" y="37"/>
                </a:cubicBezTo>
                <a:close/>
                <a:moveTo>
                  <a:pt x="38" y="32"/>
                </a:moveTo>
                <a:cubicBezTo>
                  <a:pt x="66" y="10"/>
                  <a:pt x="66" y="10"/>
                  <a:pt x="66" y="10"/>
                </a:cubicBezTo>
                <a:cubicBezTo>
                  <a:pt x="61" y="8"/>
                  <a:pt x="61" y="8"/>
                  <a:pt x="61" y="8"/>
                </a:cubicBezTo>
                <a:cubicBezTo>
                  <a:pt x="32" y="24"/>
                  <a:pt x="32" y="24"/>
                  <a:pt x="32" y="24"/>
                </a:cubicBezTo>
                <a:cubicBezTo>
                  <a:pt x="32" y="28"/>
                  <a:pt x="32" y="28"/>
                  <a:pt x="32" y="28"/>
                </a:cubicBezTo>
                <a:cubicBezTo>
                  <a:pt x="26" y="32"/>
                  <a:pt x="26" y="32"/>
                  <a:pt x="26" y="32"/>
                </a:cubicBezTo>
                <a:cubicBezTo>
                  <a:pt x="26" y="32"/>
                  <a:pt x="26" y="32"/>
                  <a:pt x="26" y="32"/>
                </a:cubicBezTo>
                <a:cubicBezTo>
                  <a:pt x="26" y="32"/>
                  <a:pt x="26" y="32"/>
                  <a:pt x="27" y="33"/>
                </a:cubicBezTo>
                <a:cubicBezTo>
                  <a:pt x="27" y="33"/>
                  <a:pt x="27" y="33"/>
                  <a:pt x="27" y="33"/>
                </a:cubicBezTo>
                <a:cubicBezTo>
                  <a:pt x="28" y="34"/>
                  <a:pt x="28" y="34"/>
                  <a:pt x="28" y="34"/>
                </a:cubicBezTo>
                <a:cubicBezTo>
                  <a:pt x="34" y="31"/>
                  <a:pt x="34" y="31"/>
                  <a:pt x="34" y="31"/>
                </a:cubicBezTo>
                <a:lnTo>
                  <a:pt x="38" y="32"/>
                </a:lnTo>
                <a:close/>
                <a:moveTo>
                  <a:pt x="30" y="24"/>
                </a:moveTo>
                <a:cubicBezTo>
                  <a:pt x="30" y="24"/>
                  <a:pt x="30" y="24"/>
                  <a:pt x="30" y="24"/>
                </a:cubicBezTo>
                <a:cubicBezTo>
                  <a:pt x="30" y="23"/>
                  <a:pt x="30" y="22"/>
                  <a:pt x="31" y="22"/>
                </a:cubicBezTo>
                <a:cubicBezTo>
                  <a:pt x="31" y="22"/>
                  <a:pt x="31" y="22"/>
                  <a:pt x="31" y="22"/>
                </a:cubicBezTo>
                <a:cubicBezTo>
                  <a:pt x="28" y="20"/>
                  <a:pt x="28" y="20"/>
                  <a:pt x="28" y="20"/>
                </a:cubicBezTo>
                <a:cubicBezTo>
                  <a:pt x="27" y="21"/>
                  <a:pt x="27" y="21"/>
                  <a:pt x="27" y="21"/>
                </a:cubicBezTo>
                <a:cubicBezTo>
                  <a:pt x="27" y="21"/>
                  <a:pt x="27" y="21"/>
                  <a:pt x="27" y="22"/>
                </a:cubicBezTo>
                <a:cubicBezTo>
                  <a:pt x="26" y="22"/>
                  <a:pt x="26" y="22"/>
                  <a:pt x="26" y="22"/>
                </a:cubicBezTo>
                <a:cubicBezTo>
                  <a:pt x="26" y="22"/>
                  <a:pt x="26" y="22"/>
                  <a:pt x="26" y="22"/>
                </a:cubicBezTo>
                <a:lnTo>
                  <a:pt x="30" y="24"/>
                </a:lnTo>
                <a:close/>
                <a:moveTo>
                  <a:pt x="39" y="27"/>
                </a:moveTo>
                <a:cubicBezTo>
                  <a:pt x="39" y="28"/>
                  <a:pt x="38" y="30"/>
                  <a:pt x="37" y="30"/>
                </a:cubicBezTo>
                <a:cubicBezTo>
                  <a:pt x="36" y="30"/>
                  <a:pt x="34" y="28"/>
                  <a:pt x="34" y="27"/>
                </a:cubicBezTo>
                <a:cubicBezTo>
                  <a:pt x="34" y="26"/>
                  <a:pt x="36" y="25"/>
                  <a:pt x="37" y="25"/>
                </a:cubicBezTo>
                <a:cubicBezTo>
                  <a:pt x="38" y="25"/>
                  <a:pt x="39" y="26"/>
                  <a:pt x="39" y="27"/>
                </a:cubicBezTo>
                <a:close/>
                <a:moveTo>
                  <a:pt x="66" y="44"/>
                </a:moveTo>
                <a:cubicBezTo>
                  <a:pt x="46" y="29"/>
                  <a:pt x="46" y="29"/>
                  <a:pt x="46" y="29"/>
                </a:cubicBezTo>
                <a:cubicBezTo>
                  <a:pt x="40" y="34"/>
                  <a:pt x="40" y="34"/>
                  <a:pt x="40" y="34"/>
                </a:cubicBezTo>
                <a:cubicBezTo>
                  <a:pt x="39" y="34"/>
                  <a:pt x="39" y="34"/>
                  <a:pt x="39" y="34"/>
                </a:cubicBezTo>
                <a:cubicBezTo>
                  <a:pt x="61" y="47"/>
                  <a:pt x="61" y="47"/>
                  <a:pt x="61" y="47"/>
                </a:cubicBezTo>
                <a:lnTo>
                  <a:pt x="66" y="4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93" name="Freeform 245"/>
          <p:cNvSpPr/>
          <p:nvPr/>
        </p:nvSpPr>
        <p:spPr>
          <a:xfrm>
            <a:off x="5486400" y="4781520"/>
            <a:ext cx="233280" cy="233280"/>
          </a:xfrm>
          <a:custGeom>
            <a:avLst/>
            <a:gdLst/>
            <a:ahLst/>
            <a:rect l="l" t="t" r="r" b="b"/>
            <a:pathLst>
              <a:path w="68" h="68">
                <a:moveTo>
                  <a:pt x="68" y="3"/>
                </a:moveTo>
                <a:cubicBezTo>
                  <a:pt x="58" y="61"/>
                  <a:pt x="58" y="61"/>
                  <a:pt x="58" y="61"/>
                </a:cubicBezTo>
                <a:cubicBezTo>
                  <a:pt x="58" y="62"/>
                  <a:pt x="57" y="62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38" y="56"/>
                  <a:pt x="38" y="56"/>
                  <a:pt x="38" y="56"/>
                </a:cubicBezTo>
                <a:cubicBezTo>
                  <a:pt x="28" y="67"/>
                  <a:pt x="28" y="67"/>
                  <a:pt x="28" y="67"/>
                </a:cubicBezTo>
                <a:cubicBezTo>
                  <a:pt x="28" y="67"/>
                  <a:pt x="27" y="68"/>
                  <a:pt x="26" y="68"/>
                </a:cubicBezTo>
                <a:cubicBezTo>
                  <a:pt x="26" y="68"/>
                  <a:pt x="26" y="68"/>
                  <a:pt x="26" y="68"/>
                </a:cubicBezTo>
                <a:cubicBezTo>
                  <a:pt x="25" y="67"/>
                  <a:pt x="24" y="66"/>
                  <a:pt x="24" y="65"/>
                </a:cubicBezTo>
                <a:cubicBezTo>
                  <a:pt x="24" y="52"/>
                  <a:pt x="24" y="52"/>
                  <a:pt x="24" y="52"/>
                </a:cubicBezTo>
                <a:cubicBezTo>
                  <a:pt x="57" y="12"/>
                  <a:pt x="57" y="12"/>
                  <a:pt x="57" y="12"/>
                </a:cubicBezTo>
                <a:cubicBezTo>
                  <a:pt x="16" y="47"/>
                  <a:pt x="16" y="47"/>
                  <a:pt x="16" y="47"/>
                </a:cubicBezTo>
                <a:cubicBezTo>
                  <a:pt x="1" y="41"/>
                  <a:pt x="1" y="41"/>
                  <a:pt x="1" y="41"/>
                </a:cubicBezTo>
                <a:cubicBezTo>
                  <a:pt x="0" y="40"/>
                  <a:pt x="0" y="40"/>
                  <a:pt x="0" y="39"/>
                </a:cubicBezTo>
                <a:cubicBezTo>
                  <a:pt x="0" y="38"/>
                  <a:pt x="0" y="37"/>
                  <a:pt x="1" y="36"/>
                </a:cubicBezTo>
                <a:cubicBezTo>
                  <a:pt x="64" y="0"/>
                  <a:pt x="64" y="0"/>
                  <a:pt x="64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6" y="0"/>
                  <a:pt x="66" y="0"/>
                  <a:pt x="67" y="0"/>
                </a:cubicBezTo>
                <a:cubicBezTo>
                  <a:pt x="68" y="1"/>
                  <a:pt x="68" y="2"/>
                  <a:pt x="68" y="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94" name="Freeform 246"/>
          <p:cNvSpPr/>
          <p:nvPr/>
        </p:nvSpPr>
        <p:spPr>
          <a:xfrm>
            <a:off x="5931000" y="4780080"/>
            <a:ext cx="199800" cy="198360"/>
          </a:xfrm>
          <a:custGeom>
            <a:avLst/>
            <a:gdLst/>
            <a:ahLst/>
            <a:rect l="l" t="t" r="r" b="b"/>
            <a:pathLst>
              <a:path w="58" h="58">
                <a:moveTo>
                  <a:pt x="58" y="47"/>
                </a:moveTo>
                <a:cubicBezTo>
                  <a:pt x="58" y="53"/>
                  <a:pt x="53" y="58"/>
                  <a:pt x="47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53" y="0"/>
                  <a:pt x="58" y="4"/>
                  <a:pt x="58" y="10"/>
                </a:cubicBezTo>
                <a:lnTo>
                  <a:pt x="58" y="47"/>
                </a:lnTo>
                <a:close/>
                <a:moveTo>
                  <a:pt x="40" y="32"/>
                </a:moveTo>
                <a:cubicBezTo>
                  <a:pt x="38" y="32"/>
                  <a:pt x="36" y="33"/>
                  <a:pt x="35" y="34"/>
                </a:cubicBezTo>
                <a:cubicBezTo>
                  <a:pt x="26" y="30"/>
                  <a:pt x="26" y="30"/>
                  <a:pt x="26" y="30"/>
                </a:cubicBezTo>
                <a:cubicBezTo>
                  <a:pt x="26" y="29"/>
                  <a:pt x="26" y="29"/>
                  <a:pt x="26" y="29"/>
                </a:cubicBezTo>
                <a:cubicBezTo>
                  <a:pt x="26" y="28"/>
                  <a:pt x="26" y="28"/>
                  <a:pt x="26" y="28"/>
                </a:cubicBezTo>
                <a:cubicBezTo>
                  <a:pt x="35" y="23"/>
                  <a:pt x="35" y="23"/>
                  <a:pt x="35" y="23"/>
                </a:cubicBezTo>
                <a:cubicBezTo>
                  <a:pt x="36" y="25"/>
                  <a:pt x="38" y="25"/>
                  <a:pt x="40" y="25"/>
                </a:cubicBezTo>
                <a:cubicBezTo>
                  <a:pt x="45" y="25"/>
                  <a:pt x="48" y="22"/>
                  <a:pt x="48" y="17"/>
                </a:cubicBezTo>
                <a:cubicBezTo>
                  <a:pt x="48" y="13"/>
                  <a:pt x="45" y="9"/>
                  <a:pt x="40" y="9"/>
                </a:cubicBezTo>
                <a:cubicBezTo>
                  <a:pt x="36" y="9"/>
                  <a:pt x="32" y="13"/>
                  <a:pt x="32" y="17"/>
                </a:cubicBezTo>
                <a:cubicBezTo>
                  <a:pt x="32" y="18"/>
                  <a:pt x="32" y="18"/>
                  <a:pt x="32" y="18"/>
                </a:cubicBezTo>
                <a:cubicBezTo>
                  <a:pt x="23" y="23"/>
                  <a:pt x="23" y="23"/>
                  <a:pt x="23" y="23"/>
                </a:cubicBezTo>
                <a:cubicBezTo>
                  <a:pt x="22" y="21"/>
                  <a:pt x="20" y="21"/>
                  <a:pt x="18" y="21"/>
                </a:cubicBezTo>
                <a:cubicBezTo>
                  <a:pt x="13" y="21"/>
                  <a:pt x="9" y="24"/>
                  <a:pt x="9" y="29"/>
                </a:cubicBezTo>
                <a:cubicBezTo>
                  <a:pt x="9" y="33"/>
                  <a:pt x="13" y="37"/>
                  <a:pt x="18" y="37"/>
                </a:cubicBezTo>
                <a:cubicBezTo>
                  <a:pt x="20" y="37"/>
                  <a:pt x="22" y="36"/>
                  <a:pt x="23" y="35"/>
                </a:cubicBezTo>
                <a:cubicBezTo>
                  <a:pt x="32" y="39"/>
                  <a:pt x="32" y="39"/>
                  <a:pt x="32" y="39"/>
                </a:cubicBezTo>
                <a:cubicBezTo>
                  <a:pt x="32" y="39"/>
                  <a:pt x="32" y="40"/>
                  <a:pt x="32" y="40"/>
                </a:cubicBezTo>
                <a:cubicBezTo>
                  <a:pt x="32" y="44"/>
                  <a:pt x="36" y="48"/>
                  <a:pt x="40" y="48"/>
                </a:cubicBezTo>
                <a:cubicBezTo>
                  <a:pt x="45" y="48"/>
                  <a:pt x="48" y="44"/>
                  <a:pt x="48" y="40"/>
                </a:cubicBezTo>
                <a:cubicBezTo>
                  <a:pt x="48" y="36"/>
                  <a:pt x="45" y="32"/>
                  <a:pt x="40" y="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95" name="Freeform 247"/>
          <p:cNvSpPr/>
          <p:nvPr/>
        </p:nvSpPr>
        <p:spPr>
          <a:xfrm>
            <a:off x="6426360" y="4780080"/>
            <a:ext cx="177480" cy="180720"/>
          </a:xfrm>
          <a:custGeom>
            <a:avLst/>
            <a:gdLst/>
            <a:ahLst/>
            <a:rect l="l" t="t" r="r" b="b"/>
            <a:pathLst>
              <a:path w="52" h="53">
                <a:moveTo>
                  <a:pt x="37" y="37"/>
                </a:moveTo>
                <a:cubicBezTo>
                  <a:pt x="37" y="38"/>
                  <a:pt x="37" y="38"/>
                  <a:pt x="36" y="38"/>
                </a:cubicBezTo>
                <a:cubicBezTo>
                  <a:pt x="30" y="38"/>
                  <a:pt x="30" y="38"/>
                  <a:pt x="30" y="38"/>
                </a:cubicBezTo>
                <a:cubicBezTo>
                  <a:pt x="29" y="38"/>
                  <a:pt x="29" y="38"/>
                  <a:pt x="29" y="37"/>
                </a:cubicBezTo>
                <a:cubicBezTo>
                  <a:pt x="29" y="18"/>
                  <a:pt x="29" y="18"/>
                  <a:pt x="29" y="18"/>
                </a:cubicBezTo>
                <a:cubicBezTo>
                  <a:pt x="29" y="13"/>
                  <a:pt x="24" y="8"/>
                  <a:pt x="19" y="8"/>
                </a:cubicBezTo>
                <a:cubicBezTo>
                  <a:pt x="8" y="8"/>
                  <a:pt x="8" y="8"/>
                  <a:pt x="8" y="8"/>
                </a:cubicBezTo>
                <a:cubicBezTo>
                  <a:pt x="8" y="52"/>
                  <a:pt x="8" y="52"/>
                  <a:pt x="8" y="52"/>
                </a:cubicBezTo>
                <a:cubicBezTo>
                  <a:pt x="8" y="52"/>
                  <a:pt x="8" y="53"/>
                  <a:pt x="7" y="53"/>
                </a:cubicBezTo>
                <a:cubicBezTo>
                  <a:pt x="1" y="53"/>
                  <a:pt x="1" y="53"/>
                  <a:pt x="1" y="53"/>
                </a:cubicBezTo>
                <a:cubicBezTo>
                  <a:pt x="0" y="53"/>
                  <a:pt x="0" y="52"/>
                  <a:pt x="0" y="52"/>
                </a:cubicBezTo>
                <a:cubicBezTo>
                  <a:pt x="0" y="1"/>
                  <a:pt x="0" y="1"/>
                  <a:pt x="0" y="1"/>
                </a:cubicBezTo>
                <a:cubicBezTo>
                  <a:pt x="0" y="0"/>
                  <a:pt x="0" y="0"/>
                  <a:pt x="1" y="0"/>
                </a:cubicBezTo>
                <a:cubicBezTo>
                  <a:pt x="19" y="0"/>
                  <a:pt x="19" y="0"/>
                  <a:pt x="19" y="0"/>
                </a:cubicBezTo>
                <a:cubicBezTo>
                  <a:pt x="29" y="0"/>
                  <a:pt x="37" y="8"/>
                  <a:pt x="37" y="18"/>
                </a:cubicBezTo>
                <a:lnTo>
                  <a:pt x="37" y="37"/>
                </a:lnTo>
                <a:close/>
                <a:moveTo>
                  <a:pt x="52" y="34"/>
                </a:moveTo>
                <a:cubicBezTo>
                  <a:pt x="52" y="45"/>
                  <a:pt x="44" y="53"/>
                  <a:pt x="33" y="53"/>
                </a:cubicBezTo>
                <a:cubicBezTo>
                  <a:pt x="16" y="53"/>
                  <a:pt x="16" y="53"/>
                  <a:pt x="16" y="53"/>
                </a:cubicBezTo>
                <a:cubicBezTo>
                  <a:pt x="15" y="53"/>
                  <a:pt x="14" y="52"/>
                  <a:pt x="14" y="52"/>
                </a:cubicBezTo>
                <a:cubicBezTo>
                  <a:pt x="14" y="15"/>
                  <a:pt x="14" y="15"/>
                  <a:pt x="14" y="15"/>
                </a:cubicBezTo>
                <a:cubicBezTo>
                  <a:pt x="14" y="15"/>
                  <a:pt x="15" y="14"/>
                  <a:pt x="16" y="14"/>
                </a:cubicBezTo>
                <a:cubicBezTo>
                  <a:pt x="22" y="14"/>
                  <a:pt x="22" y="14"/>
                  <a:pt x="22" y="14"/>
                </a:cubicBezTo>
                <a:cubicBezTo>
                  <a:pt x="22" y="14"/>
                  <a:pt x="23" y="15"/>
                  <a:pt x="23" y="15"/>
                </a:cubicBezTo>
                <a:cubicBezTo>
                  <a:pt x="23" y="44"/>
                  <a:pt x="23" y="44"/>
                  <a:pt x="23" y="44"/>
                </a:cubicBezTo>
                <a:cubicBezTo>
                  <a:pt x="33" y="44"/>
                  <a:pt x="33" y="44"/>
                  <a:pt x="33" y="44"/>
                </a:cubicBezTo>
                <a:cubicBezTo>
                  <a:pt x="39" y="44"/>
                  <a:pt x="43" y="40"/>
                  <a:pt x="43" y="34"/>
                </a:cubicBezTo>
                <a:cubicBezTo>
                  <a:pt x="43" y="1"/>
                  <a:pt x="43" y="1"/>
                  <a:pt x="43" y="1"/>
                </a:cubicBezTo>
                <a:cubicBezTo>
                  <a:pt x="43" y="0"/>
                  <a:pt x="44" y="0"/>
                  <a:pt x="45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1" y="0"/>
                  <a:pt x="52" y="0"/>
                  <a:pt x="52" y="1"/>
                </a:cubicBezTo>
                <a:lnTo>
                  <a:pt x="52" y="3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96" name="Freeform 248"/>
          <p:cNvSpPr/>
          <p:nvPr/>
        </p:nvSpPr>
        <p:spPr>
          <a:xfrm>
            <a:off x="6919920" y="4792680"/>
            <a:ext cx="206280" cy="168120"/>
          </a:xfrm>
          <a:custGeom>
            <a:avLst/>
            <a:gdLst/>
            <a:ahLst/>
            <a:rect l="l" t="t" r="r" b="b"/>
            <a:pathLst>
              <a:path w="60" h="49">
                <a:moveTo>
                  <a:pt x="24" y="49"/>
                </a:moveTo>
                <a:cubicBezTo>
                  <a:pt x="11" y="49"/>
                  <a:pt x="11" y="49"/>
                  <a:pt x="11" y="49"/>
                </a:cubicBezTo>
                <a:cubicBezTo>
                  <a:pt x="5" y="49"/>
                  <a:pt x="0" y="44"/>
                  <a:pt x="0" y="3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4" y="0"/>
                  <a:pt x="25" y="1"/>
                  <a:pt x="25" y="2"/>
                </a:cubicBezTo>
                <a:cubicBezTo>
                  <a:pt x="25" y="3"/>
                  <a:pt x="25" y="5"/>
                  <a:pt x="24" y="5"/>
                </a:cubicBezTo>
                <a:cubicBezTo>
                  <a:pt x="11" y="5"/>
                  <a:pt x="11" y="5"/>
                  <a:pt x="11" y="5"/>
                </a:cubicBezTo>
                <a:cubicBezTo>
                  <a:pt x="8" y="5"/>
                  <a:pt x="5" y="8"/>
                  <a:pt x="5" y="11"/>
                </a:cubicBezTo>
                <a:cubicBezTo>
                  <a:pt x="5" y="38"/>
                  <a:pt x="5" y="38"/>
                  <a:pt x="5" y="38"/>
                </a:cubicBezTo>
                <a:cubicBezTo>
                  <a:pt x="5" y="41"/>
                  <a:pt x="8" y="44"/>
                  <a:pt x="11" y="44"/>
                </a:cubicBezTo>
                <a:cubicBezTo>
                  <a:pt x="22" y="44"/>
                  <a:pt x="22" y="44"/>
                  <a:pt x="22" y="44"/>
                </a:cubicBezTo>
                <a:cubicBezTo>
                  <a:pt x="23" y="44"/>
                  <a:pt x="25" y="44"/>
                  <a:pt x="25" y="45"/>
                </a:cubicBezTo>
                <a:cubicBezTo>
                  <a:pt x="25" y="46"/>
                  <a:pt x="25" y="49"/>
                  <a:pt x="24" y="49"/>
                </a:cubicBezTo>
                <a:close/>
                <a:moveTo>
                  <a:pt x="59" y="26"/>
                </a:moveTo>
                <a:cubicBezTo>
                  <a:pt x="39" y="47"/>
                  <a:pt x="39" y="47"/>
                  <a:pt x="39" y="47"/>
                </a:cubicBezTo>
                <a:cubicBezTo>
                  <a:pt x="38" y="48"/>
                  <a:pt x="38" y="48"/>
                  <a:pt x="37" y="48"/>
                </a:cubicBezTo>
                <a:cubicBezTo>
                  <a:pt x="36" y="48"/>
                  <a:pt x="34" y="47"/>
                  <a:pt x="34" y="45"/>
                </a:cubicBezTo>
                <a:cubicBezTo>
                  <a:pt x="34" y="34"/>
                  <a:pt x="34" y="34"/>
                  <a:pt x="34" y="34"/>
                </a:cubicBezTo>
                <a:cubicBezTo>
                  <a:pt x="17" y="34"/>
                  <a:pt x="17" y="34"/>
                  <a:pt x="17" y="34"/>
                </a:cubicBezTo>
                <a:cubicBezTo>
                  <a:pt x="16" y="34"/>
                  <a:pt x="15" y="33"/>
                  <a:pt x="15" y="32"/>
                </a:cubicBezTo>
                <a:cubicBezTo>
                  <a:pt x="15" y="17"/>
                  <a:pt x="15" y="17"/>
                  <a:pt x="15" y="17"/>
                </a:cubicBezTo>
                <a:cubicBezTo>
                  <a:pt x="15" y="16"/>
                  <a:pt x="16" y="15"/>
                  <a:pt x="17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4" y="4"/>
                  <a:pt x="34" y="4"/>
                  <a:pt x="34" y="4"/>
                </a:cubicBezTo>
                <a:cubicBezTo>
                  <a:pt x="34" y="3"/>
                  <a:pt x="36" y="2"/>
                  <a:pt x="37" y="2"/>
                </a:cubicBezTo>
                <a:cubicBezTo>
                  <a:pt x="38" y="2"/>
                  <a:pt x="38" y="2"/>
                  <a:pt x="39" y="2"/>
                </a:cubicBezTo>
                <a:cubicBezTo>
                  <a:pt x="59" y="23"/>
                  <a:pt x="59" y="23"/>
                  <a:pt x="59" y="23"/>
                </a:cubicBezTo>
                <a:cubicBezTo>
                  <a:pt x="60" y="23"/>
                  <a:pt x="60" y="24"/>
                  <a:pt x="60" y="25"/>
                </a:cubicBezTo>
                <a:cubicBezTo>
                  <a:pt x="60" y="25"/>
                  <a:pt x="60" y="26"/>
                  <a:pt x="59" y="2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97" name="Freeform 249"/>
          <p:cNvSpPr/>
          <p:nvPr/>
        </p:nvSpPr>
        <p:spPr>
          <a:xfrm>
            <a:off x="1469880" y="4379760"/>
            <a:ext cx="217800" cy="216000"/>
          </a:xfrm>
          <a:custGeom>
            <a:avLst/>
            <a:gdLst/>
            <a:ahLst/>
            <a:rect l="l" t="t" r="r" b="b"/>
            <a:pathLst>
              <a:path w="63" h="63">
                <a:moveTo>
                  <a:pt x="63" y="35"/>
                </a:moveTo>
                <a:cubicBezTo>
                  <a:pt x="63" y="37"/>
                  <a:pt x="62" y="39"/>
                  <a:pt x="59" y="39"/>
                </a:cubicBezTo>
                <a:cubicBezTo>
                  <a:pt x="53" y="42"/>
                  <a:pt x="53" y="42"/>
                  <a:pt x="53" y="42"/>
                </a:cubicBezTo>
                <a:cubicBezTo>
                  <a:pt x="55" y="48"/>
                  <a:pt x="55" y="48"/>
                  <a:pt x="55" y="48"/>
                </a:cubicBezTo>
                <a:cubicBezTo>
                  <a:pt x="55" y="49"/>
                  <a:pt x="55" y="49"/>
                  <a:pt x="55" y="50"/>
                </a:cubicBezTo>
                <a:cubicBezTo>
                  <a:pt x="55" y="53"/>
                  <a:pt x="53" y="55"/>
                  <a:pt x="50" y="55"/>
                </a:cubicBezTo>
                <a:cubicBezTo>
                  <a:pt x="47" y="55"/>
                  <a:pt x="45" y="54"/>
                  <a:pt x="45" y="52"/>
                </a:cubicBezTo>
                <a:cubicBezTo>
                  <a:pt x="42" y="45"/>
                  <a:pt x="42" y="45"/>
                  <a:pt x="42" y="45"/>
                </a:cubicBezTo>
                <a:cubicBezTo>
                  <a:pt x="31" y="49"/>
                  <a:pt x="31" y="49"/>
                  <a:pt x="31" y="49"/>
                </a:cubicBezTo>
                <a:cubicBezTo>
                  <a:pt x="33" y="56"/>
                  <a:pt x="33" y="56"/>
                  <a:pt x="33" y="56"/>
                </a:cubicBezTo>
                <a:cubicBezTo>
                  <a:pt x="33" y="56"/>
                  <a:pt x="33" y="57"/>
                  <a:pt x="33" y="57"/>
                </a:cubicBezTo>
                <a:cubicBezTo>
                  <a:pt x="33" y="60"/>
                  <a:pt x="31" y="63"/>
                  <a:pt x="28" y="63"/>
                </a:cubicBezTo>
                <a:cubicBezTo>
                  <a:pt x="25" y="63"/>
                  <a:pt x="23" y="61"/>
                  <a:pt x="22" y="59"/>
                </a:cubicBezTo>
                <a:cubicBezTo>
                  <a:pt x="20" y="53"/>
                  <a:pt x="20" y="53"/>
                  <a:pt x="20" y="53"/>
                </a:cubicBezTo>
                <a:cubicBezTo>
                  <a:pt x="14" y="55"/>
                  <a:pt x="14" y="55"/>
                  <a:pt x="14" y="55"/>
                </a:cubicBezTo>
                <a:cubicBezTo>
                  <a:pt x="14" y="55"/>
                  <a:pt x="13" y="55"/>
                  <a:pt x="13" y="55"/>
                </a:cubicBezTo>
                <a:cubicBezTo>
                  <a:pt x="10" y="55"/>
                  <a:pt x="7" y="53"/>
                  <a:pt x="7" y="50"/>
                </a:cubicBezTo>
                <a:cubicBezTo>
                  <a:pt x="7" y="48"/>
                  <a:pt x="9" y="45"/>
                  <a:pt x="11" y="45"/>
                </a:cubicBezTo>
                <a:cubicBezTo>
                  <a:pt x="17" y="43"/>
                  <a:pt x="17" y="43"/>
                  <a:pt x="17" y="43"/>
                </a:cubicBezTo>
                <a:cubicBezTo>
                  <a:pt x="13" y="31"/>
                  <a:pt x="13" y="31"/>
                  <a:pt x="13" y="31"/>
                </a:cubicBezTo>
                <a:cubicBezTo>
                  <a:pt x="7" y="33"/>
                  <a:pt x="7" y="33"/>
                  <a:pt x="7" y="33"/>
                </a:cubicBezTo>
                <a:cubicBezTo>
                  <a:pt x="6" y="33"/>
                  <a:pt x="6" y="33"/>
                  <a:pt x="5" y="33"/>
                </a:cubicBezTo>
                <a:cubicBezTo>
                  <a:pt x="2" y="33"/>
                  <a:pt x="0" y="31"/>
                  <a:pt x="0" y="28"/>
                </a:cubicBezTo>
                <a:cubicBezTo>
                  <a:pt x="0" y="25"/>
                  <a:pt x="1" y="23"/>
                  <a:pt x="4" y="23"/>
                </a:cubicBezTo>
                <a:cubicBezTo>
                  <a:pt x="9" y="21"/>
                  <a:pt x="9" y="21"/>
                  <a:pt x="9" y="21"/>
                </a:cubicBezTo>
                <a:cubicBezTo>
                  <a:pt x="7" y="14"/>
                  <a:pt x="7" y="14"/>
                  <a:pt x="7" y="14"/>
                </a:cubicBezTo>
                <a:cubicBezTo>
                  <a:pt x="7" y="14"/>
                  <a:pt x="7" y="13"/>
                  <a:pt x="7" y="13"/>
                </a:cubicBezTo>
                <a:cubicBezTo>
                  <a:pt x="7" y="10"/>
                  <a:pt x="10" y="7"/>
                  <a:pt x="13" y="7"/>
                </a:cubicBezTo>
                <a:cubicBezTo>
                  <a:pt x="15" y="7"/>
                  <a:pt x="17" y="9"/>
                  <a:pt x="18" y="11"/>
                </a:cubicBezTo>
                <a:cubicBezTo>
                  <a:pt x="20" y="17"/>
                  <a:pt x="20" y="17"/>
                  <a:pt x="20" y="17"/>
                </a:cubicBezTo>
                <a:cubicBezTo>
                  <a:pt x="32" y="13"/>
                  <a:pt x="32" y="13"/>
                  <a:pt x="32" y="13"/>
                </a:cubicBezTo>
                <a:cubicBezTo>
                  <a:pt x="30" y="7"/>
                  <a:pt x="30" y="7"/>
                  <a:pt x="30" y="7"/>
                </a:cubicBezTo>
                <a:cubicBezTo>
                  <a:pt x="29" y="6"/>
                  <a:pt x="29" y="6"/>
                  <a:pt x="29" y="5"/>
                </a:cubicBezTo>
                <a:cubicBezTo>
                  <a:pt x="29" y="2"/>
                  <a:pt x="32" y="0"/>
                  <a:pt x="35" y="0"/>
                </a:cubicBezTo>
                <a:cubicBezTo>
                  <a:pt x="37" y="0"/>
                  <a:pt x="39" y="1"/>
                  <a:pt x="40" y="3"/>
                </a:cubicBezTo>
                <a:cubicBezTo>
                  <a:pt x="42" y="10"/>
                  <a:pt x="42" y="10"/>
                  <a:pt x="42" y="10"/>
                </a:cubicBezTo>
                <a:cubicBezTo>
                  <a:pt x="48" y="7"/>
                  <a:pt x="48" y="7"/>
                  <a:pt x="48" y="7"/>
                </a:cubicBezTo>
                <a:cubicBezTo>
                  <a:pt x="49" y="7"/>
                  <a:pt x="49" y="7"/>
                  <a:pt x="50" y="7"/>
                </a:cubicBezTo>
                <a:cubicBezTo>
                  <a:pt x="53" y="7"/>
                  <a:pt x="55" y="9"/>
                  <a:pt x="55" y="12"/>
                </a:cubicBezTo>
                <a:cubicBezTo>
                  <a:pt x="55" y="15"/>
                  <a:pt x="54" y="17"/>
                  <a:pt x="51" y="18"/>
                </a:cubicBezTo>
                <a:cubicBezTo>
                  <a:pt x="45" y="20"/>
                  <a:pt x="45" y="20"/>
                  <a:pt x="45" y="20"/>
                </a:cubicBezTo>
                <a:cubicBezTo>
                  <a:pt x="49" y="32"/>
                  <a:pt x="49" y="32"/>
                  <a:pt x="49" y="32"/>
                </a:cubicBezTo>
                <a:cubicBezTo>
                  <a:pt x="56" y="29"/>
                  <a:pt x="56" y="29"/>
                  <a:pt x="56" y="29"/>
                </a:cubicBezTo>
                <a:cubicBezTo>
                  <a:pt x="56" y="29"/>
                  <a:pt x="57" y="29"/>
                  <a:pt x="57" y="29"/>
                </a:cubicBezTo>
                <a:cubicBezTo>
                  <a:pt x="61" y="29"/>
                  <a:pt x="63" y="31"/>
                  <a:pt x="63" y="35"/>
                </a:cubicBezTo>
                <a:close/>
                <a:moveTo>
                  <a:pt x="39" y="35"/>
                </a:moveTo>
                <a:cubicBezTo>
                  <a:pt x="35" y="23"/>
                  <a:pt x="35" y="23"/>
                  <a:pt x="35" y="23"/>
                </a:cubicBezTo>
                <a:cubicBezTo>
                  <a:pt x="23" y="27"/>
                  <a:pt x="23" y="27"/>
                  <a:pt x="23" y="27"/>
                </a:cubicBezTo>
                <a:cubicBezTo>
                  <a:pt x="27" y="39"/>
                  <a:pt x="27" y="39"/>
                  <a:pt x="27" y="39"/>
                </a:cubicBezTo>
                <a:lnTo>
                  <a:pt x="39" y="3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98" name="Freeform 250"/>
          <p:cNvSpPr/>
          <p:nvPr/>
        </p:nvSpPr>
        <p:spPr>
          <a:xfrm>
            <a:off x="3957480" y="2876400"/>
            <a:ext cx="233640" cy="233640"/>
          </a:xfrm>
          <a:custGeom>
            <a:avLst/>
            <a:gdLst/>
            <a:ahLst/>
            <a:rect l="l" t="t" r="r" b="b"/>
            <a:pathLst>
              <a:path w="68" h="68">
                <a:moveTo>
                  <a:pt x="68" y="34"/>
                </a:moveTo>
                <a:cubicBezTo>
                  <a:pt x="68" y="52"/>
                  <a:pt x="53" y="68"/>
                  <a:pt x="34" y="68"/>
                </a:cubicBezTo>
                <a:cubicBezTo>
                  <a:pt x="15" y="68"/>
                  <a:pt x="0" y="52"/>
                  <a:pt x="0" y="34"/>
                </a:cubicBezTo>
                <a:cubicBezTo>
                  <a:pt x="0" y="15"/>
                  <a:pt x="15" y="0"/>
                  <a:pt x="34" y="0"/>
                </a:cubicBezTo>
                <a:cubicBezTo>
                  <a:pt x="53" y="0"/>
                  <a:pt x="68" y="15"/>
                  <a:pt x="68" y="34"/>
                </a:cubicBezTo>
                <a:close/>
                <a:moveTo>
                  <a:pt x="63" y="34"/>
                </a:moveTo>
                <a:cubicBezTo>
                  <a:pt x="63" y="34"/>
                  <a:pt x="63" y="34"/>
                  <a:pt x="63" y="34"/>
                </a:cubicBezTo>
                <a:cubicBezTo>
                  <a:pt x="59" y="37"/>
                  <a:pt x="59" y="37"/>
                  <a:pt x="59" y="37"/>
                </a:cubicBezTo>
                <a:cubicBezTo>
                  <a:pt x="50" y="28"/>
                  <a:pt x="50" y="28"/>
                  <a:pt x="50" y="28"/>
                </a:cubicBezTo>
                <a:cubicBezTo>
                  <a:pt x="52" y="16"/>
                  <a:pt x="52" y="16"/>
                  <a:pt x="52" y="16"/>
                </a:cubicBezTo>
                <a:cubicBezTo>
                  <a:pt x="57" y="17"/>
                  <a:pt x="57" y="17"/>
                  <a:pt x="57" y="17"/>
                </a:cubicBezTo>
                <a:cubicBezTo>
                  <a:pt x="54" y="12"/>
                  <a:pt x="49" y="8"/>
                  <a:pt x="43" y="6"/>
                </a:cubicBezTo>
                <a:cubicBezTo>
                  <a:pt x="45" y="11"/>
                  <a:pt x="45" y="11"/>
                  <a:pt x="45" y="11"/>
                </a:cubicBezTo>
                <a:cubicBezTo>
                  <a:pt x="34" y="17"/>
                  <a:pt x="34" y="17"/>
                  <a:pt x="34" y="17"/>
                </a:cubicBezTo>
                <a:cubicBezTo>
                  <a:pt x="23" y="11"/>
                  <a:pt x="23" y="11"/>
                  <a:pt x="23" y="11"/>
                </a:cubicBezTo>
                <a:cubicBezTo>
                  <a:pt x="25" y="6"/>
                  <a:pt x="25" y="6"/>
                  <a:pt x="25" y="6"/>
                </a:cubicBezTo>
                <a:cubicBezTo>
                  <a:pt x="19" y="8"/>
                  <a:pt x="14" y="12"/>
                  <a:pt x="10" y="17"/>
                </a:cubicBezTo>
                <a:cubicBezTo>
                  <a:pt x="15" y="16"/>
                  <a:pt x="15" y="16"/>
                  <a:pt x="15" y="16"/>
                </a:cubicBezTo>
                <a:cubicBezTo>
                  <a:pt x="18" y="28"/>
                  <a:pt x="18" y="28"/>
                  <a:pt x="18" y="28"/>
                </a:cubicBezTo>
                <a:cubicBezTo>
                  <a:pt x="8" y="37"/>
                  <a:pt x="8" y="37"/>
                  <a:pt x="8" y="37"/>
                </a:cubicBezTo>
                <a:cubicBezTo>
                  <a:pt x="5" y="34"/>
                  <a:pt x="5" y="34"/>
                  <a:pt x="5" y="34"/>
                </a:cubicBezTo>
                <a:cubicBezTo>
                  <a:pt x="5" y="34"/>
                  <a:pt x="5" y="34"/>
                  <a:pt x="5" y="34"/>
                </a:cubicBezTo>
                <a:cubicBezTo>
                  <a:pt x="5" y="40"/>
                  <a:pt x="7" y="46"/>
                  <a:pt x="10" y="51"/>
                </a:cubicBezTo>
                <a:cubicBezTo>
                  <a:pt x="11" y="46"/>
                  <a:pt x="11" y="46"/>
                  <a:pt x="11" y="46"/>
                </a:cubicBezTo>
                <a:cubicBezTo>
                  <a:pt x="24" y="47"/>
                  <a:pt x="24" y="47"/>
                  <a:pt x="24" y="47"/>
                </a:cubicBezTo>
                <a:cubicBezTo>
                  <a:pt x="29" y="59"/>
                  <a:pt x="29" y="59"/>
                  <a:pt x="29" y="59"/>
                </a:cubicBezTo>
                <a:cubicBezTo>
                  <a:pt x="25" y="61"/>
                  <a:pt x="25" y="61"/>
                  <a:pt x="25" y="61"/>
                </a:cubicBezTo>
                <a:cubicBezTo>
                  <a:pt x="28" y="62"/>
                  <a:pt x="31" y="63"/>
                  <a:pt x="34" y="63"/>
                </a:cubicBezTo>
                <a:cubicBezTo>
                  <a:pt x="37" y="63"/>
                  <a:pt x="40" y="62"/>
                  <a:pt x="43" y="61"/>
                </a:cubicBezTo>
                <a:cubicBezTo>
                  <a:pt x="38" y="59"/>
                  <a:pt x="38" y="59"/>
                  <a:pt x="38" y="59"/>
                </a:cubicBezTo>
                <a:cubicBezTo>
                  <a:pt x="44" y="47"/>
                  <a:pt x="44" y="47"/>
                  <a:pt x="44" y="47"/>
                </a:cubicBezTo>
                <a:cubicBezTo>
                  <a:pt x="56" y="46"/>
                  <a:pt x="56" y="46"/>
                  <a:pt x="56" y="46"/>
                </a:cubicBezTo>
                <a:cubicBezTo>
                  <a:pt x="57" y="51"/>
                  <a:pt x="57" y="51"/>
                  <a:pt x="57" y="51"/>
                </a:cubicBezTo>
                <a:cubicBezTo>
                  <a:pt x="61" y="46"/>
                  <a:pt x="63" y="40"/>
                  <a:pt x="63" y="34"/>
                </a:cubicBezTo>
                <a:close/>
                <a:moveTo>
                  <a:pt x="34" y="23"/>
                </a:moveTo>
                <a:cubicBezTo>
                  <a:pt x="45" y="31"/>
                  <a:pt x="45" y="31"/>
                  <a:pt x="45" y="31"/>
                </a:cubicBezTo>
                <a:cubicBezTo>
                  <a:pt x="41" y="43"/>
                  <a:pt x="41" y="43"/>
                  <a:pt x="41" y="43"/>
                </a:cubicBezTo>
                <a:cubicBezTo>
                  <a:pt x="27" y="43"/>
                  <a:pt x="27" y="43"/>
                  <a:pt x="27" y="43"/>
                </a:cubicBezTo>
                <a:cubicBezTo>
                  <a:pt x="23" y="31"/>
                  <a:pt x="23" y="31"/>
                  <a:pt x="23" y="31"/>
                </a:cubicBezTo>
                <a:lnTo>
                  <a:pt x="34" y="2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99" name="Freeform 251"/>
          <p:cNvSpPr/>
          <p:nvPr/>
        </p:nvSpPr>
        <p:spPr>
          <a:xfrm>
            <a:off x="3429000" y="3257640"/>
            <a:ext cx="230040" cy="233280"/>
          </a:xfrm>
          <a:custGeom>
            <a:avLst/>
            <a:gdLst/>
            <a:ahLst/>
            <a:rect l="l" t="t" r="r" b="b"/>
            <a:pathLst>
              <a:path w="67" h="68">
                <a:moveTo>
                  <a:pt x="26" y="55"/>
                </a:moveTo>
                <a:cubicBezTo>
                  <a:pt x="14" y="67"/>
                  <a:pt x="14" y="67"/>
                  <a:pt x="14" y="67"/>
                </a:cubicBezTo>
                <a:cubicBezTo>
                  <a:pt x="14" y="68"/>
                  <a:pt x="14" y="68"/>
                  <a:pt x="13" y="68"/>
                </a:cubicBezTo>
                <a:cubicBezTo>
                  <a:pt x="13" y="68"/>
                  <a:pt x="13" y="68"/>
                  <a:pt x="12" y="67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4"/>
                  <a:pt x="0" y="54"/>
                </a:cubicBezTo>
                <a:cubicBezTo>
                  <a:pt x="0" y="53"/>
                  <a:pt x="1" y="53"/>
                  <a:pt x="1" y="53"/>
                </a:cubicBezTo>
                <a:cubicBezTo>
                  <a:pt x="8" y="53"/>
                  <a:pt x="8" y="53"/>
                  <a:pt x="8" y="53"/>
                </a:cubicBezTo>
                <a:cubicBezTo>
                  <a:pt x="8" y="1"/>
                  <a:pt x="8" y="1"/>
                  <a:pt x="8" y="1"/>
                </a:cubicBezTo>
                <a:cubicBezTo>
                  <a:pt x="8" y="0"/>
                  <a:pt x="9" y="0"/>
                  <a:pt x="10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8" y="0"/>
                  <a:pt x="18" y="0"/>
                  <a:pt x="18" y="1"/>
                </a:cubicBezTo>
                <a:cubicBezTo>
                  <a:pt x="18" y="53"/>
                  <a:pt x="18" y="53"/>
                  <a:pt x="18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6" y="53"/>
                  <a:pt x="27" y="54"/>
                  <a:pt x="27" y="54"/>
                </a:cubicBezTo>
                <a:cubicBezTo>
                  <a:pt x="27" y="55"/>
                  <a:pt x="27" y="55"/>
                  <a:pt x="26" y="55"/>
                </a:cubicBezTo>
                <a:close/>
                <a:moveTo>
                  <a:pt x="45" y="8"/>
                </a:moveTo>
                <a:cubicBezTo>
                  <a:pt x="45" y="9"/>
                  <a:pt x="44" y="9"/>
                  <a:pt x="4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3" y="9"/>
                  <a:pt x="33" y="9"/>
                  <a:pt x="33" y="8"/>
                </a:cubicBez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3" y="0"/>
                  <a:pt x="34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44" y="0"/>
                  <a:pt x="45" y="0"/>
                  <a:pt x="45" y="1"/>
                </a:cubicBezTo>
                <a:lnTo>
                  <a:pt x="45" y="8"/>
                </a:lnTo>
                <a:close/>
                <a:moveTo>
                  <a:pt x="52" y="28"/>
                </a:moveTo>
                <a:cubicBezTo>
                  <a:pt x="52" y="28"/>
                  <a:pt x="52" y="29"/>
                  <a:pt x="51" y="29"/>
                </a:cubicBezTo>
                <a:cubicBezTo>
                  <a:pt x="34" y="29"/>
                  <a:pt x="34" y="29"/>
                  <a:pt x="34" y="29"/>
                </a:cubicBezTo>
                <a:cubicBezTo>
                  <a:pt x="33" y="29"/>
                  <a:pt x="33" y="28"/>
                  <a:pt x="33" y="28"/>
                </a:cubicBezTo>
                <a:cubicBezTo>
                  <a:pt x="33" y="20"/>
                  <a:pt x="33" y="20"/>
                  <a:pt x="33" y="20"/>
                </a:cubicBezTo>
                <a:cubicBezTo>
                  <a:pt x="33" y="20"/>
                  <a:pt x="33" y="19"/>
                  <a:pt x="34" y="19"/>
                </a:cubicBezTo>
                <a:cubicBezTo>
                  <a:pt x="51" y="19"/>
                  <a:pt x="51" y="19"/>
                  <a:pt x="51" y="19"/>
                </a:cubicBezTo>
                <a:cubicBezTo>
                  <a:pt x="52" y="19"/>
                  <a:pt x="52" y="20"/>
                  <a:pt x="52" y="20"/>
                </a:cubicBezTo>
                <a:lnTo>
                  <a:pt x="52" y="28"/>
                </a:lnTo>
                <a:close/>
                <a:moveTo>
                  <a:pt x="60" y="47"/>
                </a:moveTo>
                <a:cubicBezTo>
                  <a:pt x="60" y="48"/>
                  <a:pt x="59" y="48"/>
                  <a:pt x="58" y="48"/>
                </a:cubicBezTo>
                <a:cubicBezTo>
                  <a:pt x="34" y="48"/>
                  <a:pt x="34" y="48"/>
                  <a:pt x="34" y="48"/>
                </a:cubicBezTo>
                <a:cubicBezTo>
                  <a:pt x="33" y="48"/>
                  <a:pt x="33" y="48"/>
                  <a:pt x="33" y="47"/>
                </a:cubicBezTo>
                <a:cubicBezTo>
                  <a:pt x="33" y="40"/>
                  <a:pt x="33" y="40"/>
                  <a:pt x="33" y="40"/>
                </a:cubicBezTo>
                <a:cubicBezTo>
                  <a:pt x="33" y="39"/>
                  <a:pt x="33" y="39"/>
                  <a:pt x="34" y="39"/>
                </a:cubicBezTo>
                <a:cubicBezTo>
                  <a:pt x="58" y="39"/>
                  <a:pt x="58" y="39"/>
                  <a:pt x="58" y="39"/>
                </a:cubicBezTo>
                <a:cubicBezTo>
                  <a:pt x="59" y="39"/>
                  <a:pt x="60" y="39"/>
                  <a:pt x="60" y="40"/>
                </a:cubicBezTo>
                <a:lnTo>
                  <a:pt x="60" y="47"/>
                </a:lnTo>
                <a:close/>
                <a:moveTo>
                  <a:pt x="67" y="67"/>
                </a:moveTo>
                <a:cubicBezTo>
                  <a:pt x="67" y="67"/>
                  <a:pt x="66" y="68"/>
                  <a:pt x="66" y="68"/>
                </a:cubicBezTo>
                <a:cubicBezTo>
                  <a:pt x="34" y="68"/>
                  <a:pt x="34" y="68"/>
                  <a:pt x="34" y="68"/>
                </a:cubicBezTo>
                <a:cubicBezTo>
                  <a:pt x="33" y="68"/>
                  <a:pt x="33" y="67"/>
                  <a:pt x="33" y="67"/>
                </a:cubicBezTo>
                <a:cubicBezTo>
                  <a:pt x="33" y="59"/>
                  <a:pt x="33" y="59"/>
                  <a:pt x="33" y="59"/>
                </a:cubicBezTo>
                <a:cubicBezTo>
                  <a:pt x="33" y="59"/>
                  <a:pt x="33" y="58"/>
                  <a:pt x="34" y="58"/>
                </a:cubicBezTo>
                <a:cubicBezTo>
                  <a:pt x="66" y="58"/>
                  <a:pt x="66" y="58"/>
                  <a:pt x="66" y="58"/>
                </a:cubicBezTo>
                <a:cubicBezTo>
                  <a:pt x="66" y="58"/>
                  <a:pt x="67" y="59"/>
                  <a:pt x="67" y="59"/>
                </a:cubicBezTo>
                <a:lnTo>
                  <a:pt x="67" y="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00" name="Freeform 252"/>
          <p:cNvSpPr/>
          <p:nvPr/>
        </p:nvSpPr>
        <p:spPr>
          <a:xfrm>
            <a:off x="3962520" y="3333600"/>
            <a:ext cx="134640" cy="73080"/>
          </a:xfrm>
          <a:custGeom>
            <a:avLst/>
            <a:gdLst/>
            <a:ahLst/>
            <a:rect l="l" t="t" r="r" b="b"/>
            <a:pathLst>
              <a:path w="39" h="21">
                <a:moveTo>
                  <a:pt x="39" y="4"/>
                </a:moveTo>
                <a:cubicBezTo>
                  <a:pt x="22" y="21"/>
                  <a:pt x="22" y="21"/>
                  <a:pt x="22" y="21"/>
                </a:cubicBezTo>
                <a:cubicBezTo>
                  <a:pt x="21" y="21"/>
                  <a:pt x="21" y="21"/>
                  <a:pt x="20" y="21"/>
                </a:cubicBezTo>
                <a:cubicBezTo>
                  <a:pt x="19" y="21"/>
                  <a:pt x="19" y="21"/>
                  <a:pt x="18" y="21"/>
                </a:cubicBezTo>
                <a:cubicBezTo>
                  <a:pt x="1" y="4"/>
                  <a:pt x="1" y="4"/>
                  <a:pt x="1" y="4"/>
                </a:cubicBezTo>
                <a:cubicBezTo>
                  <a:pt x="1" y="3"/>
                  <a:pt x="0" y="3"/>
                  <a:pt x="0" y="2"/>
                </a:cubicBezTo>
                <a:cubicBezTo>
                  <a:pt x="0" y="1"/>
                  <a:pt x="2" y="0"/>
                  <a:pt x="3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8" y="0"/>
                  <a:pt x="39" y="1"/>
                  <a:pt x="39" y="2"/>
                </a:cubicBezTo>
                <a:cubicBezTo>
                  <a:pt x="39" y="3"/>
                  <a:pt x="39" y="3"/>
                  <a:pt x="39" y="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01" name="Freeform 162"/>
          <p:cNvSpPr/>
          <p:nvPr/>
        </p:nvSpPr>
        <p:spPr>
          <a:xfrm>
            <a:off x="1487520" y="592200"/>
            <a:ext cx="191880" cy="226800"/>
          </a:xfrm>
          <a:custGeom>
            <a:avLst/>
            <a:gdLst/>
            <a:ahLst/>
            <a:rect l="l" t="t" r="r" b="b"/>
            <a:pathLst>
              <a:path w="56" h="66">
                <a:moveTo>
                  <a:pt x="13" y="44"/>
                </a:moveTo>
                <a:cubicBezTo>
                  <a:pt x="13" y="45"/>
                  <a:pt x="12" y="46"/>
                  <a:pt x="11" y="46"/>
                </a:cubicBezTo>
                <a:cubicBezTo>
                  <a:pt x="1" y="46"/>
                  <a:pt x="1" y="46"/>
                  <a:pt x="1" y="46"/>
                </a:cubicBezTo>
                <a:cubicBezTo>
                  <a:pt x="1" y="46"/>
                  <a:pt x="0" y="46"/>
                  <a:pt x="0" y="46"/>
                </a:cubicBezTo>
                <a:cubicBezTo>
                  <a:pt x="0" y="45"/>
                  <a:pt x="0" y="45"/>
                  <a:pt x="0" y="44"/>
                </a:cubicBezTo>
                <a:cubicBezTo>
                  <a:pt x="10" y="26"/>
                  <a:pt x="10" y="26"/>
                  <a:pt x="10" y="26"/>
                </a:cubicBezTo>
                <a:cubicBezTo>
                  <a:pt x="10" y="26"/>
                  <a:pt x="10" y="26"/>
                  <a:pt x="10" y="26"/>
                </a:cubicBezTo>
                <a:cubicBezTo>
                  <a:pt x="4" y="15"/>
                  <a:pt x="4" y="15"/>
                  <a:pt x="4" y="15"/>
                </a:cubicBezTo>
                <a:cubicBezTo>
                  <a:pt x="3" y="14"/>
                  <a:pt x="3" y="14"/>
                  <a:pt x="4" y="13"/>
                </a:cubicBezTo>
                <a:cubicBezTo>
                  <a:pt x="4" y="13"/>
                  <a:pt x="4" y="13"/>
                  <a:pt x="5" y="13"/>
                </a:cubicBezTo>
                <a:cubicBezTo>
                  <a:pt x="14" y="13"/>
                  <a:pt x="14" y="13"/>
                  <a:pt x="14" y="13"/>
                </a:cubicBezTo>
                <a:cubicBezTo>
                  <a:pt x="16" y="13"/>
                  <a:pt x="17" y="14"/>
                  <a:pt x="17" y="15"/>
                </a:cubicBezTo>
                <a:cubicBezTo>
                  <a:pt x="24" y="26"/>
                  <a:pt x="24" y="26"/>
                  <a:pt x="24" y="26"/>
                </a:cubicBezTo>
                <a:cubicBezTo>
                  <a:pt x="24" y="26"/>
                  <a:pt x="23" y="27"/>
                  <a:pt x="13" y="44"/>
                </a:cubicBezTo>
                <a:close/>
                <a:moveTo>
                  <a:pt x="56" y="2"/>
                </a:moveTo>
                <a:cubicBezTo>
                  <a:pt x="35" y="39"/>
                  <a:pt x="35" y="39"/>
                  <a:pt x="35" y="39"/>
                </a:cubicBezTo>
                <a:cubicBezTo>
                  <a:pt x="35" y="39"/>
                  <a:pt x="35" y="39"/>
                  <a:pt x="35" y="39"/>
                </a:cubicBezTo>
                <a:cubicBezTo>
                  <a:pt x="48" y="64"/>
                  <a:pt x="48" y="64"/>
                  <a:pt x="48" y="64"/>
                </a:cubicBezTo>
                <a:cubicBezTo>
                  <a:pt x="49" y="65"/>
                  <a:pt x="49" y="65"/>
                  <a:pt x="48" y="66"/>
                </a:cubicBezTo>
                <a:cubicBezTo>
                  <a:pt x="48" y="66"/>
                  <a:pt x="48" y="66"/>
                  <a:pt x="47" y="66"/>
                </a:cubicBezTo>
                <a:cubicBezTo>
                  <a:pt x="38" y="66"/>
                  <a:pt x="38" y="66"/>
                  <a:pt x="38" y="66"/>
                </a:cubicBezTo>
                <a:cubicBezTo>
                  <a:pt x="36" y="66"/>
                  <a:pt x="35" y="65"/>
                  <a:pt x="35" y="64"/>
                </a:cubicBezTo>
                <a:cubicBezTo>
                  <a:pt x="21" y="39"/>
                  <a:pt x="21" y="39"/>
                  <a:pt x="21" y="39"/>
                </a:cubicBezTo>
                <a:cubicBezTo>
                  <a:pt x="21" y="39"/>
                  <a:pt x="22" y="38"/>
                  <a:pt x="43" y="2"/>
                </a:cubicBezTo>
                <a:cubicBezTo>
                  <a:pt x="43" y="1"/>
                  <a:pt x="44" y="0"/>
                  <a:pt x="45" y="0"/>
                </a:cubicBezTo>
                <a:cubicBezTo>
                  <a:pt x="55" y="0"/>
                  <a:pt x="55" y="0"/>
                  <a:pt x="55" y="0"/>
                </a:cubicBezTo>
                <a:cubicBezTo>
                  <a:pt x="55" y="0"/>
                  <a:pt x="56" y="0"/>
                  <a:pt x="56" y="0"/>
                </a:cubicBezTo>
                <a:cubicBezTo>
                  <a:pt x="56" y="1"/>
                  <a:pt x="56" y="1"/>
                  <a:pt x="56" y="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02" name="Freeform 163"/>
          <p:cNvSpPr/>
          <p:nvPr/>
        </p:nvSpPr>
        <p:spPr>
          <a:xfrm>
            <a:off x="1981080" y="606600"/>
            <a:ext cx="141480" cy="195120"/>
          </a:xfrm>
          <a:custGeom>
            <a:avLst/>
            <a:gdLst/>
            <a:ahLst/>
            <a:rect l="l" t="t" r="r" b="b"/>
            <a:pathLst>
              <a:path w="41" h="57">
                <a:moveTo>
                  <a:pt x="17" y="57"/>
                </a:moveTo>
                <a:cubicBezTo>
                  <a:pt x="16" y="57"/>
                  <a:pt x="16" y="56"/>
                  <a:pt x="16" y="56"/>
                </a:cubicBezTo>
                <a:cubicBezTo>
                  <a:pt x="16" y="42"/>
                  <a:pt x="16" y="42"/>
                  <a:pt x="16" y="42"/>
                </a:cubicBezTo>
                <a:cubicBezTo>
                  <a:pt x="4" y="42"/>
                  <a:pt x="4" y="42"/>
                  <a:pt x="4" y="42"/>
                </a:cubicBezTo>
                <a:cubicBezTo>
                  <a:pt x="3" y="42"/>
                  <a:pt x="3" y="42"/>
                  <a:pt x="3" y="41"/>
                </a:cubicBezTo>
                <a:cubicBezTo>
                  <a:pt x="3" y="37"/>
                  <a:pt x="3" y="37"/>
                  <a:pt x="3" y="37"/>
                </a:cubicBezTo>
                <a:cubicBezTo>
                  <a:pt x="3" y="36"/>
                  <a:pt x="3" y="36"/>
                  <a:pt x="4" y="36"/>
                </a:cubicBezTo>
                <a:cubicBezTo>
                  <a:pt x="16" y="36"/>
                  <a:pt x="16" y="36"/>
                  <a:pt x="16" y="36"/>
                </a:cubicBezTo>
                <a:cubicBezTo>
                  <a:pt x="16" y="32"/>
                  <a:pt x="16" y="32"/>
                  <a:pt x="16" y="32"/>
                </a:cubicBezTo>
                <a:cubicBezTo>
                  <a:pt x="4" y="32"/>
                  <a:pt x="4" y="32"/>
                  <a:pt x="4" y="32"/>
                </a:cubicBezTo>
                <a:cubicBezTo>
                  <a:pt x="3" y="32"/>
                  <a:pt x="3" y="32"/>
                  <a:pt x="3" y="31"/>
                </a:cubicBezTo>
                <a:cubicBezTo>
                  <a:pt x="3" y="27"/>
                  <a:pt x="3" y="27"/>
                  <a:pt x="3" y="27"/>
                </a:cubicBezTo>
                <a:cubicBezTo>
                  <a:pt x="3" y="26"/>
                  <a:pt x="3" y="26"/>
                  <a:pt x="4" y="26"/>
                </a:cubicBezTo>
                <a:cubicBezTo>
                  <a:pt x="13" y="26"/>
                  <a:pt x="13" y="26"/>
                  <a:pt x="13" y="26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1"/>
                  <a:pt x="0" y="1"/>
                </a:cubicBezTo>
                <a:cubicBezTo>
                  <a:pt x="0" y="1"/>
                  <a:pt x="1" y="0"/>
                  <a:pt x="1" y="0"/>
                </a:cubicBezTo>
                <a:cubicBezTo>
                  <a:pt x="9" y="0"/>
                  <a:pt x="9" y="0"/>
                  <a:pt x="9" y="0"/>
                </a:cubicBezTo>
                <a:cubicBezTo>
                  <a:pt x="9" y="0"/>
                  <a:pt x="10" y="1"/>
                  <a:pt x="10" y="1"/>
                </a:cubicBezTo>
                <a:cubicBezTo>
                  <a:pt x="19" y="18"/>
                  <a:pt x="19" y="18"/>
                  <a:pt x="19" y="18"/>
                </a:cubicBezTo>
                <a:cubicBezTo>
                  <a:pt x="20" y="20"/>
                  <a:pt x="20" y="22"/>
                  <a:pt x="21" y="23"/>
                </a:cubicBezTo>
                <a:cubicBezTo>
                  <a:pt x="22" y="22"/>
                  <a:pt x="22" y="20"/>
                  <a:pt x="23" y="18"/>
                </a:cubicBezTo>
                <a:cubicBezTo>
                  <a:pt x="31" y="1"/>
                  <a:pt x="31" y="1"/>
                  <a:pt x="31" y="1"/>
                </a:cubicBezTo>
                <a:cubicBezTo>
                  <a:pt x="31" y="1"/>
                  <a:pt x="32" y="0"/>
                  <a:pt x="32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0"/>
                  <a:pt x="41" y="1"/>
                  <a:pt x="41" y="1"/>
                </a:cubicBezTo>
                <a:cubicBezTo>
                  <a:pt x="41" y="1"/>
                  <a:pt x="41" y="2"/>
                  <a:pt x="41" y="2"/>
                </a:cubicBezTo>
                <a:cubicBezTo>
                  <a:pt x="28" y="26"/>
                  <a:pt x="28" y="26"/>
                  <a:pt x="28" y="26"/>
                </a:cubicBezTo>
                <a:cubicBezTo>
                  <a:pt x="37" y="26"/>
                  <a:pt x="37" y="26"/>
                  <a:pt x="37" y="26"/>
                </a:cubicBezTo>
                <a:cubicBezTo>
                  <a:pt x="38" y="26"/>
                  <a:pt x="38" y="26"/>
                  <a:pt x="38" y="27"/>
                </a:cubicBezTo>
                <a:cubicBezTo>
                  <a:pt x="38" y="31"/>
                  <a:pt x="38" y="31"/>
                  <a:pt x="38" y="31"/>
                </a:cubicBezTo>
                <a:cubicBezTo>
                  <a:pt x="38" y="32"/>
                  <a:pt x="38" y="32"/>
                  <a:pt x="37" y="32"/>
                </a:cubicBezTo>
                <a:cubicBezTo>
                  <a:pt x="25" y="32"/>
                  <a:pt x="25" y="32"/>
                  <a:pt x="25" y="32"/>
                </a:cubicBezTo>
                <a:cubicBezTo>
                  <a:pt x="25" y="36"/>
                  <a:pt x="25" y="36"/>
                  <a:pt x="25" y="36"/>
                </a:cubicBezTo>
                <a:cubicBezTo>
                  <a:pt x="37" y="36"/>
                  <a:pt x="37" y="36"/>
                  <a:pt x="37" y="36"/>
                </a:cubicBezTo>
                <a:cubicBezTo>
                  <a:pt x="38" y="36"/>
                  <a:pt x="38" y="36"/>
                  <a:pt x="38" y="37"/>
                </a:cubicBezTo>
                <a:cubicBezTo>
                  <a:pt x="38" y="41"/>
                  <a:pt x="38" y="41"/>
                  <a:pt x="38" y="41"/>
                </a:cubicBezTo>
                <a:cubicBezTo>
                  <a:pt x="38" y="42"/>
                  <a:pt x="38" y="42"/>
                  <a:pt x="37" y="42"/>
                </a:cubicBezTo>
                <a:cubicBezTo>
                  <a:pt x="25" y="42"/>
                  <a:pt x="25" y="42"/>
                  <a:pt x="25" y="42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7"/>
                  <a:pt x="24" y="57"/>
                </a:cubicBezTo>
                <a:lnTo>
                  <a:pt x="17" y="5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Freeform 7"/>
          <p:cNvSpPr/>
          <p:nvPr/>
        </p:nvSpPr>
        <p:spPr>
          <a:xfrm>
            <a:off x="988920" y="1200240"/>
            <a:ext cx="193680" cy="247680"/>
          </a:xfrm>
          <a:custGeom>
            <a:avLst/>
            <a:gdLst/>
            <a:ahLst/>
            <a:rect l="l" t="t" r="r" b="b"/>
            <a:pathLst>
              <a:path w="56" h="72">
                <a:moveTo>
                  <a:pt x="47" y="71"/>
                </a:moveTo>
                <a:cubicBezTo>
                  <a:pt x="47" y="72"/>
                  <a:pt x="47" y="72"/>
                  <a:pt x="47" y="72"/>
                </a:cubicBezTo>
                <a:cubicBezTo>
                  <a:pt x="47" y="72"/>
                  <a:pt x="47" y="72"/>
                  <a:pt x="47" y="72"/>
                </a:cubicBezTo>
                <a:cubicBezTo>
                  <a:pt x="1" y="72"/>
                  <a:pt x="1" y="72"/>
                  <a:pt x="1" y="72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43"/>
                  <a:pt x="0" y="43"/>
                  <a:pt x="0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5" y="68"/>
                  <a:pt x="5" y="68"/>
                </a:cubicBezTo>
                <a:cubicBezTo>
                  <a:pt x="42" y="68"/>
                  <a:pt x="42" y="68"/>
                  <a:pt x="42" y="68"/>
                </a:cubicBezTo>
                <a:cubicBezTo>
                  <a:pt x="42" y="43"/>
                  <a:pt x="42" y="43"/>
                  <a:pt x="42" y="43"/>
                </a:cubicBezTo>
                <a:cubicBezTo>
                  <a:pt x="47" y="43"/>
                  <a:pt x="47" y="43"/>
                  <a:pt x="47" y="43"/>
                </a:cubicBezTo>
                <a:lnTo>
                  <a:pt x="47" y="71"/>
                </a:lnTo>
                <a:close/>
                <a:moveTo>
                  <a:pt x="37" y="63"/>
                </a:moveTo>
                <a:cubicBezTo>
                  <a:pt x="9" y="63"/>
                  <a:pt x="9" y="63"/>
                  <a:pt x="9" y="63"/>
                </a:cubicBezTo>
                <a:cubicBezTo>
                  <a:pt x="9" y="57"/>
                  <a:pt x="9" y="57"/>
                  <a:pt x="9" y="57"/>
                </a:cubicBezTo>
                <a:cubicBezTo>
                  <a:pt x="37" y="57"/>
                  <a:pt x="37" y="57"/>
                  <a:pt x="37" y="57"/>
                </a:cubicBezTo>
                <a:lnTo>
                  <a:pt x="37" y="63"/>
                </a:lnTo>
                <a:close/>
                <a:moveTo>
                  <a:pt x="38" y="49"/>
                </a:moveTo>
                <a:cubicBezTo>
                  <a:pt x="37" y="55"/>
                  <a:pt x="37" y="55"/>
                  <a:pt x="37" y="55"/>
                </a:cubicBezTo>
                <a:cubicBezTo>
                  <a:pt x="9" y="52"/>
                  <a:pt x="9" y="52"/>
                  <a:pt x="9" y="52"/>
                </a:cubicBezTo>
                <a:cubicBezTo>
                  <a:pt x="9" y="46"/>
                  <a:pt x="9" y="46"/>
                  <a:pt x="9" y="46"/>
                </a:cubicBezTo>
                <a:lnTo>
                  <a:pt x="38" y="49"/>
                </a:lnTo>
                <a:close/>
                <a:moveTo>
                  <a:pt x="40" y="41"/>
                </a:moveTo>
                <a:cubicBezTo>
                  <a:pt x="38" y="47"/>
                  <a:pt x="38" y="47"/>
                  <a:pt x="38" y="47"/>
                </a:cubicBezTo>
                <a:cubicBezTo>
                  <a:pt x="11" y="39"/>
                  <a:pt x="11" y="39"/>
                  <a:pt x="11" y="39"/>
                </a:cubicBezTo>
                <a:cubicBezTo>
                  <a:pt x="12" y="34"/>
                  <a:pt x="12" y="34"/>
                  <a:pt x="12" y="34"/>
                </a:cubicBezTo>
                <a:lnTo>
                  <a:pt x="40" y="41"/>
                </a:lnTo>
                <a:close/>
                <a:moveTo>
                  <a:pt x="43" y="34"/>
                </a:moveTo>
                <a:cubicBezTo>
                  <a:pt x="40" y="39"/>
                  <a:pt x="40" y="39"/>
                  <a:pt x="40" y="39"/>
                </a:cubicBezTo>
                <a:cubicBezTo>
                  <a:pt x="16" y="25"/>
                  <a:pt x="16" y="25"/>
                  <a:pt x="16" y="25"/>
                </a:cubicBezTo>
                <a:cubicBezTo>
                  <a:pt x="19" y="20"/>
                  <a:pt x="19" y="20"/>
                  <a:pt x="19" y="20"/>
                </a:cubicBezTo>
                <a:lnTo>
                  <a:pt x="43" y="34"/>
                </a:lnTo>
                <a:close/>
                <a:moveTo>
                  <a:pt x="49" y="30"/>
                </a:moveTo>
                <a:cubicBezTo>
                  <a:pt x="44" y="33"/>
                  <a:pt x="44" y="33"/>
                  <a:pt x="44" y="33"/>
                </a:cubicBezTo>
                <a:cubicBezTo>
                  <a:pt x="28" y="10"/>
                  <a:pt x="28" y="10"/>
                  <a:pt x="28" y="10"/>
                </a:cubicBezTo>
                <a:cubicBezTo>
                  <a:pt x="33" y="6"/>
                  <a:pt x="33" y="6"/>
                  <a:pt x="33" y="6"/>
                </a:cubicBezTo>
                <a:lnTo>
                  <a:pt x="49" y="30"/>
                </a:lnTo>
                <a:close/>
                <a:moveTo>
                  <a:pt x="56" y="28"/>
                </a:moveTo>
                <a:cubicBezTo>
                  <a:pt x="50" y="29"/>
                  <a:pt x="50" y="29"/>
                  <a:pt x="50" y="29"/>
                </a:cubicBezTo>
                <a:cubicBezTo>
                  <a:pt x="45" y="1"/>
                  <a:pt x="45" y="1"/>
                  <a:pt x="45" y="1"/>
                </a:cubicBezTo>
                <a:cubicBezTo>
                  <a:pt x="51" y="0"/>
                  <a:pt x="51" y="0"/>
                  <a:pt x="51" y="0"/>
                </a:cubicBezTo>
                <a:lnTo>
                  <a:pt x="56" y="2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04" name="Freeform 8"/>
          <p:cNvSpPr/>
          <p:nvPr/>
        </p:nvSpPr>
        <p:spPr>
          <a:xfrm>
            <a:off x="1481040" y="1206360"/>
            <a:ext cx="233640" cy="217800"/>
          </a:xfrm>
          <a:custGeom>
            <a:avLst/>
            <a:gdLst/>
            <a:ahLst/>
            <a:rect l="l" t="t" r="r" b="b"/>
            <a:pathLst>
              <a:path w="68" h="63">
                <a:moveTo>
                  <a:pt x="52" y="40"/>
                </a:moveTo>
                <a:cubicBezTo>
                  <a:pt x="55" y="61"/>
                  <a:pt x="55" y="61"/>
                  <a:pt x="55" y="61"/>
                </a:cubicBezTo>
                <a:cubicBezTo>
                  <a:pt x="56" y="62"/>
                  <a:pt x="55" y="63"/>
                  <a:pt x="54" y="63"/>
                </a:cubicBezTo>
                <a:cubicBezTo>
                  <a:pt x="53" y="63"/>
                  <a:pt x="53" y="63"/>
                  <a:pt x="52" y="63"/>
                </a:cubicBezTo>
                <a:cubicBezTo>
                  <a:pt x="34" y="53"/>
                  <a:pt x="34" y="53"/>
                  <a:pt x="34" y="53"/>
                </a:cubicBezTo>
                <a:cubicBezTo>
                  <a:pt x="16" y="63"/>
                  <a:pt x="16" y="63"/>
                  <a:pt x="16" y="63"/>
                </a:cubicBezTo>
                <a:cubicBezTo>
                  <a:pt x="16" y="63"/>
                  <a:pt x="15" y="63"/>
                  <a:pt x="15" y="63"/>
                </a:cubicBezTo>
                <a:cubicBezTo>
                  <a:pt x="13" y="63"/>
                  <a:pt x="13" y="62"/>
                  <a:pt x="13" y="61"/>
                </a:cubicBezTo>
                <a:cubicBezTo>
                  <a:pt x="16" y="40"/>
                  <a:pt x="16" y="40"/>
                  <a:pt x="16" y="40"/>
                </a:cubicBezTo>
                <a:cubicBezTo>
                  <a:pt x="2" y="26"/>
                  <a:pt x="2" y="26"/>
                  <a:pt x="2" y="26"/>
                </a:cubicBezTo>
                <a:cubicBezTo>
                  <a:pt x="0" y="24"/>
                  <a:pt x="1" y="23"/>
                  <a:pt x="3" y="22"/>
                </a:cubicBezTo>
                <a:cubicBezTo>
                  <a:pt x="23" y="20"/>
                  <a:pt x="23" y="20"/>
                  <a:pt x="23" y="20"/>
                </a:cubicBezTo>
                <a:cubicBezTo>
                  <a:pt x="32" y="1"/>
                  <a:pt x="32" y="1"/>
                  <a:pt x="32" y="1"/>
                </a:cubicBezTo>
                <a:cubicBezTo>
                  <a:pt x="33" y="0"/>
                  <a:pt x="33" y="0"/>
                  <a:pt x="34" y="0"/>
                </a:cubicBezTo>
                <a:cubicBezTo>
                  <a:pt x="35" y="0"/>
                  <a:pt x="36" y="0"/>
                  <a:pt x="36" y="1"/>
                </a:cubicBezTo>
                <a:cubicBezTo>
                  <a:pt x="45" y="20"/>
                  <a:pt x="45" y="20"/>
                  <a:pt x="45" y="20"/>
                </a:cubicBezTo>
                <a:cubicBezTo>
                  <a:pt x="65" y="22"/>
                  <a:pt x="65" y="22"/>
                  <a:pt x="65" y="22"/>
                </a:cubicBezTo>
                <a:cubicBezTo>
                  <a:pt x="68" y="23"/>
                  <a:pt x="68" y="24"/>
                  <a:pt x="67" y="26"/>
                </a:cubicBezTo>
                <a:lnTo>
                  <a:pt x="52" y="40"/>
                </a:lnTo>
                <a:close/>
                <a:moveTo>
                  <a:pt x="59" y="27"/>
                </a:moveTo>
                <a:cubicBezTo>
                  <a:pt x="44" y="25"/>
                  <a:pt x="44" y="25"/>
                  <a:pt x="44" y="25"/>
                </a:cubicBezTo>
                <a:cubicBezTo>
                  <a:pt x="42" y="24"/>
                  <a:pt x="42" y="24"/>
                  <a:pt x="42" y="24"/>
                </a:cubicBezTo>
                <a:cubicBezTo>
                  <a:pt x="41" y="22"/>
                  <a:pt x="41" y="22"/>
                  <a:pt x="41" y="22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48"/>
                  <a:pt x="34" y="48"/>
                  <a:pt x="34" y="48"/>
                </a:cubicBezTo>
                <a:cubicBezTo>
                  <a:pt x="37" y="49"/>
                  <a:pt x="37" y="49"/>
                  <a:pt x="37" y="49"/>
                </a:cubicBezTo>
                <a:cubicBezTo>
                  <a:pt x="49" y="56"/>
                  <a:pt x="49" y="56"/>
                  <a:pt x="49" y="56"/>
                </a:cubicBezTo>
                <a:cubicBezTo>
                  <a:pt x="47" y="41"/>
                  <a:pt x="47" y="41"/>
                  <a:pt x="47" y="41"/>
                </a:cubicBezTo>
                <a:cubicBezTo>
                  <a:pt x="46" y="39"/>
                  <a:pt x="46" y="39"/>
                  <a:pt x="46" y="39"/>
                </a:cubicBezTo>
                <a:cubicBezTo>
                  <a:pt x="48" y="37"/>
                  <a:pt x="48" y="37"/>
                  <a:pt x="48" y="37"/>
                </a:cubicBezTo>
                <a:lnTo>
                  <a:pt x="59" y="2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05" name="Freeform 9"/>
          <p:cNvSpPr/>
          <p:nvPr/>
        </p:nvSpPr>
        <p:spPr>
          <a:xfrm>
            <a:off x="1979640" y="1217520"/>
            <a:ext cx="209520" cy="212760"/>
          </a:xfrm>
          <a:custGeom>
            <a:avLst/>
            <a:gdLst/>
            <a:ahLst/>
            <a:rect l="l" t="t" r="r" b="b"/>
            <a:pathLst>
              <a:path w="61" h="62">
                <a:moveTo>
                  <a:pt x="61" y="51"/>
                </a:moveTo>
                <a:cubicBezTo>
                  <a:pt x="61" y="57"/>
                  <a:pt x="56" y="62"/>
                  <a:pt x="50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5" y="62"/>
                  <a:pt x="0" y="57"/>
                  <a:pt x="0" y="51"/>
                </a:cubicBezTo>
                <a:cubicBezTo>
                  <a:pt x="0" y="44"/>
                  <a:pt x="0" y="44"/>
                  <a:pt x="0" y="44"/>
                </a:cubicBezTo>
                <a:cubicBezTo>
                  <a:pt x="7" y="47"/>
                  <a:pt x="7" y="47"/>
                  <a:pt x="7" y="47"/>
                </a:cubicBezTo>
                <a:cubicBezTo>
                  <a:pt x="8" y="52"/>
                  <a:pt x="12" y="56"/>
                  <a:pt x="17" y="56"/>
                </a:cubicBezTo>
                <a:cubicBezTo>
                  <a:pt x="23" y="56"/>
                  <a:pt x="27" y="51"/>
                  <a:pt x="28" y="46"/>
                </a:cubicBezTo>
                <a:cubicBezTo>
                  <a:pt x="42" y="36"/>
                  <a:pt x="42" y="36"/>
                  <a:pt x="42" y="36"/>
                </a:cubicBezTo>
                <a:cubicBezTo>
                  <a:pt x="50" y="36"/>
                  <a:pt x="56" y="29"/>
                  <a:pt x="56" y="21"/>
                </a:cubicBezTo>
                <a:cubicBezTo>
                  <a:pt x="56" y="13"/>
                  <a:pt x="50" y="7"/>
                  <a:pt x="42" y="7"/>
                </a:cubicBezTo>
                <a:cubicBezTo>
                  <a:pt x="34" y="7"/>
                  <a:pt x="27" y="13"/>
                  <a:pt x="27" y="21"/>
                </a:cubicBezTo>
                <a:cubicBezTo>
                  <a:pt x="18" y="34"/>
                  <a:pt x="18" y="34"/>
                  <a:pt x="18" y="34"/>
                </a:cubicBezTo>
                <a:cubicBezTo>
                  <a:pt x="18" y="34"/>
                  <a:pt x="18" y="34"/>
                  <a:pt x="17" y="34"/>
                </a:cubicBezTo>
                <a:cubicBezTo>
                  <a:pt x="15" y="34"/>
                  <a:pt x="13" y="35"/>
                  <a:pt x="12" y="36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6"/>
                  <a:pt x="5" y="0"/>
                  <a:pt x="11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6" y="0"/>
                  <a:pt x="61" y="6"/>
                  <a:pt x="61" y="12"/>
                </a:cubicBezTo>
                <a:lnTo>
                  <a:pt x="61" y="51"/>
                </a:lnTo>
                <a:close/>
                <a:moveTo>
                  <a:pt x="17" y="53"/>
                </a:moveTo>
                <a:cubicBezTo>
                  <a:pt x="14" y="53"/>
                  <a:pt x="11" y="51"/>
                  <a:pt x="10" y="49"/>
                </a:cubicBezTo>
                <a:cubicBezTo>
                  <a:pt x="11" y="49"/>
                  <a:pt x="13" y="50"/>
                  <a:pt x="14" y="50"/>
                </a:cubicBezTo>
                <a:cubicBezTo>
                  <a:pt x="17" y="51"/>
                  <a:pt x="21" y="50"/>
                  <a:pt x="22" y="47"/>
                </a:cubicBezTo>
                <a:cubicBezTo>
                  <a:pt x="24" y="43"/>
                  <a:pt x="22" y="40"/>
                  <a:pt x="19" y="38"/>
                </a:cubicBezTo>
                <a:cubicBezTo>
                  <a:pt x="16" y="37"/>
                  <a:pt x="16" y="37"/>
                  <a:pt x="16" y="37"/>
                </a:cubicBezTo>
                <a:cubicBezTo>
                  <a:pt x="16" y="37"/>
                  <a:pt x="17" y="37"/>
                  <a:pt x="17" y="37"/>
                </a:cubicBezTo>
                <a:cubicBezTo>
                  <a:pt x="22" y="37"/>
                  <a:pt x="25" y="40"/>
                  <a:pt x="25" y="45"/>
                </a:cubicBezTo>
                <a:cubicBezTo>
                  <a:pt x="25" y="49"/>
                  <a:pt x="22" y="53"/>
                  <a:pt x="17" y="53"/>
                </a:cubicBezTo>
                <a:close/>
                <a:moveTo>
                  <a:pt x="42" y="31"/>
                </a:moveTo>
                <a:cubicBezTo>
                  <a:pt x="36" y="31"/>
                  <a:pt x="32" y="27"/>
                  <a:pt x="32" y="21"/>
                </a:cubicBezTo>
                <a:cubicBezTo>
                  <a:pt x="32" y="16"/>
                  <a:pt x="36" y="12"/>
                  <a:pt x="42" y="12"/>
                </a:cubicBezTo>
                <a:cubicBezTo>
                  <a:pt x="47" y="12"/>
                  <a:pt x="52" y="16"/>
                  <a:pt x="52" y="21"/>
                </a:cubicBezTo>
                <a:cubicBezTo>
                  <a:pt x="52" y="27"/>
                  <a:pt x="47" y="31"/>
                  <a:pt x="42" y="31"/>
                </a:cubicBezTo>
                <a:close/>
                <a:moveTo>
                  <a:pt x="42" y="14"/>
                </a:moveTo>
                <a:cubicBezTo>
                  <a:pt x="38" y="14"/>
                  <a:pt x="34" y="17"/>
                  <a:pt x="34" y="21"/>
                </a:cubicBezTo>
                <a:cubicBezTo>
                  <a:pt x="34" y="26"/>
                  <a:pt x="38" y="29"/>
                  <a:pt x="42" y="29"/>
                </a:cubicBezTo>
                <a:cubicBezTo>
                  <a:pt x="46" y="29"/>
                  <a:pt x="50" y="26"/>
                  <a:pt x="50" y="21"/>
                </a:cubicBezTo>
                <a:cubicBezTo>
                  <a:pt x="50" y="17"/>
                  <a:pt x="46" y="14"/>
                  <a:pt x="42" y="1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06" name="Freeform 10"/>
          <p:cNvSpPr/>
          <p:nvPr/>
        </p:nvSpPr>
        <p:spPr>
          <a:xfrm>
            <a:off x="2475000" y="1217520"/>
            <a:ext cx="212760" cy="212760"/>
          </a:xfrm>
          <a:custGeom>
            <a:avLst/>
            <a:gdLst/>
            <a:ahLst/>
            <a:rect l="l" t="t" r="r" b="b"/>
            <a:pathLst>
              <a:path w="62" h="62">
                <a:moveTo>
                  <a:pt x="62" y="60"/>
                </a:moveTo>
                <a:cubicBezTo>
                  <a:pt x="62" y="61"/>
                  <a:pt x="61" y="62"/>
                  <a:pt x="60" y="62"/>
                </a:cubicBezTo>
                <a:cubicBezTo>
                  <a:pt x="3" y="62"/>
                  <a:pt x="3" y="62"/>
                  <a:pt x="3" y="62"/>
                </a:cubicBezTo>
                <a:cubicBezTo>
                  <a:pt x="2" y="62"/>
                  <a:pt x="0" y="61"/>
                  <a:pt x="0" y="60"/>
                </a:cubicBezTo>
                <a:cubicBezTo>
                  <a:pt x="0" y="3"/>
                  <a:pt x="0" y="3"/>
                  <a:pt x="0" y="3"/>
                </a:cubicBezTo>
                <a:cubicBezTo>
                  <a:pt x="0" y="2"/>
                  <a:pt x="2" y="0"/>
                  <a:pt x="3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1" y="0"/>
                  <a:pt x="62" y="2"/>
                  <a:pt x="62" y="3"/>
                </a:cubicBezTo>
                <a:lnTo>
                  <a:pt x="62" y="6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07" name="Freeform 11"/>
          <p:cNvSpPr/>
          <p:nvPr/>
        </p:nvSpPr>
        <p:spPr>
          <a:xfrm>
            <a:off x="2968560" y="1289160"/>
            <a:ext cx="209520" cy="158760"/>
          </a:xfrm>
          <a:custGeom>
            <a:avLst/>
            <a:gdLst/>
            <a:ahLst/>
            <a:rect l="l" t="t" r="r" b="b"/>
            <a:pathLst>
              <a:path w="61" h="46">
                <a:moveTo>
                  <a:pt x="36" y="36"/>
                </a:moveTo>
                <a:cubicBezTo>
                  <a:pt x="26" y="36"/>
                  <a:pt x="26" y="36"/>
                  <a:pt x="26" y="36"/>
                </a:cubicBezTo>
                <a:cubicBezTo>
                  <a:pt x="19" y="26"/>
                  <a:pt x="19" y="26"/>
                  <a:pt x="19" y="26"/>
                </a:cubicBezTo>
                <a:cubicBezTo>
                  <a:pt x="18" y="24"/>
                  <a:pt x="18" y="24"/>
                  <a:pt x="18" y="24"/>
                </a:cubicBezTo>
                <a:cubicBezTo>
                  <a:pt x="18" y="24"/>
                  <a:pt x="18" y="24"/>
                  <a:pt x="18" y="23"/>
                </a:cubicBezTo>
                <a:cubicBezTo>
                  <a:pt x="18" y="23"/>
                  <a:pt x="18" y="23"/>
                  <a:pt x="18" y="23"/>
                </a:cubicBezTo>
                <a:cubicBezTo>
                  <a:pt x="18" y="24"/>
                  <a:pt x="18" y="24"/>
                  <a:pt x="18" y="24"/>
                </a:cubicBezTo>
                <a:cubicBezTo>
                  <a:pt x="17" y="25"/>
                  <a:pt x="17" y="25"/>
                  <a:pt x="17" y="26"/>
                </a:cubicBezTo>
                <a:cubicBezTo>
                  <a:pt x="10" y="36"/>
                  <a:pt x="10" y="36"/>
                  <a:pt x="10" y="36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29"/>
                  <a:pt x="0" y="29"/>
                  <a:pt x="0" y="29"/>
                </a:cubicBezTo>
                <a:cubicBezTo>
                  <a:pt x="5" y="29"/>
                  <a:pt x="5" y="29"/>
                  <a:pt x="5" y="29"/>
                </a:cubicBezTo>
                <a:cubicBezTo>
                  <a:pt x="13" y="18"/>
                  <a:pt x="13" y="18"/>
                  <a:pt x="13" y="18"/>
                </a:cubicBezTo>
                <a:cubicBezTo>
                  <a:pt x="6" y="7"/>
                  <a:pt x="6" y="7"/>
                  <a:pt x="6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0"/>
                  <a:pt x="0" y="0"/>
                  <a:pt x="0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7" y="9"/>
                  <a:pt x="17" y="9"/>
                  <a:pt x="17" y="9"/>
                </a:cubicBezTo>
                <a:cubicBezTo>
                  <a:pt x="17" y="10"/>
                  <a:pt x="17" y="10"/>
                  <a:pt x="18" y="11"/>
                </a:cubicBezTo>
                <a:cubicBezTo>
                  <a:pt x="18" y="11"/>
                  <a:pt x="18" y="11"/>
                  <a:pt x="18" y="12"/>
                </a:cubicBezTo>
                <a:cubicBezTo>
                  <a:pt x="18" y="12"/>
                  <a:pt x="18" y="12"/>
                  <a:pt x="18" y="12"/>
                </a:cubicBezTo>
                <a:cubicBezTo>
                  <a:pt x="18" y="11"/>
                  <a:pt x="18" y="11"/>
                  <a:pt x="19" y="11"/>
                </a:cubicBezTo>
                <a:cubicBezTo>
                  <a:pt x="20" y="9"/>
                  <a:pt x="20" y="9"/>
                  <a:pt x="20" y="9"/>
                </a:cubicBezTo>
                <a:cubicBezTo>
                  <a:pt x="25" y="0"/>
                  <a:pt x="25" y="0"/>
                  <a:pt x="25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6" y="7"/>
                  <a:pt x="36" y="7"/>
                  <a:pt x="36" y="7"/>
                </a:cubicBezTo>
                <a:cubicBezTo>
                  <a:pt x="31" y="7"/>
                  <a:pt x="31" y="7"/>
                  <a:pt x="31" y="7"/>
                </a:cubicBezTo>
                <a:cubicBezTo>
                  <a:pt x="23" y="17"/>
                  <a:pt x="23" y="17"/>
                  <a:pt x="23" y="17"/>
                </a:cubicBezTo>
                <a:cubicBezTo>
                  <a:pt x="31" y="29"/>
                  <a:pt x="31" y="29"/>
                  <a:pt x="31" y="29"/>
                </a:cubicBezTo>
                <a:cubicBezTo>
                  <a:pt x="36" y="29"/>
                  <a:pt x="36" y="29"/>
                  <a:pt x="36" y="29"/>
                </a:cubicBezTo>
                <a:lnTo>
                  <a:pt x="36" y="36"/>
                </a:lnTo>
                <a:close/>
                <a:moveTo>
                  <a:pt x="61" y="46"/>
                </a:moveTo>
                <a:cubicBezTo>
                  <a:pt x="41" y="46"/>
                  <a:pt x="41" y="46"/>
                  <a:pt x="41" y="46"/>
                </a:cubicBezTo>
                <a:cubicBezTo>
                  <a:pt x="41" y="45"/>
                  <a:pt x="41" y="45"/>
                  <a:pt x="41" y="45"/>
                </a:cubicBezTo>
                <a:cubicBezTo>
                  <a:pt x="41" y="45"/>
                  <a:pt x="41" y="44"/>
                  <a:pt x="41" y="43"/>
                </a:cubicBezTo>
                <a:cubicBezTo>
                  <a:pt x="41" y="32"/>
                  <a:pt x="55" y="31"/>
                  <a:pt x="55" y="26"/>
                </a:cubicBezTo>
                <a:cubicBezTo>
                  <a:pt x="55" y="24"/>
                  <a:pt x="53" y="22"/>
                  <a:pt x="51" y="22"/>
                </a:cubicBezTo>
                <a:cubicBezTo>
                  <a:pt x="49" y="22"/>
                  <a:pt x="48" y="23"/>
                  <a:pt x="47" y="24"/>
                </a:cubicBezTo>
                <a:cubicBezTo>
                  <a:pt x="46" y="24"/>
                  <a:pt x="46" y="25"/>
                  <a:pt x="45" y="25"/>
                </a:cubicBezTo>
                <a:cubicBezTo>
                  <a:pt x="41" y="22"/>
                  <a:pt x="41" y="22"/>
                  <a:pt x="41" y="22"/>
                </a:cubicBezTo>
                <a:cubicBezTo>
                  <a:pt x="42" y="21"/>
                  <a:pt x="43" y="20"/>
                  <a:pt x="44" y="19"/>
                </a:cubicBezTo>
                <a:cubicBezTo>
                  <a:pt x="45" y="18"/>
                  <a:pt x="48" y="16"/>
                  <a:pt x="51" y="16"/>
                </a:cubicBezTo>
                <a:cubicBezTo>
                  <a:pt x="57" y="16"/>
                  <a:pt x="61" y="20"/>
                  <a:pt x="61" y="25"/>
                </a:cubicBezTo>
                <a:cubicBezTo>
                  <a:pt x="61" y="35"/>
                  <a:pt x="48" y="35"/>
                  <a:pt x="47" y="41"/>
                </a:cubicBezTo>
                <a:cubicBezTo>
                  <a:pt x="56" y="41"/>
                  <a:pt x="56" y="41"/>
                  <a:pt x="56" y="41"/>
                </a:cubicBezTo>
                <a:cubicBezTo>
                  <a:pt x="56" y="38"/>
                  <a:pt x="56" y="38"/>
                  <a:pt x="56" y="38"/>
                </a:cubicBezTo>
                <a:cubicBezTo>
                  <a:pt x="61" y="38"/>
                  <a:pt x="61" y="38"/>
                  <a:pt x="61" y="38"/>
                </a:cubicBezTo>
                <a:lnTo>
                  <a:pt x="61" y="4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08" name="Freeform 12"/>
          <p:cNvSpPr/>
          <p:nvPr/>
        </p:nvSpPr>
        <p:spPr>
          <a:xfrm>
            <a:off x="3463920" y="1200240"/>
            <a:ext cx="247680" cy="247680"/>
          </a:xfrm>
          <a:custGeom>
            <a:avLst/>
            <a:gdLst/>
            <a:ahLst/>
            <a:rect l="l" t="t" r="r" b="b"/>
            <a:pathLst>
              <a:path w="72" h="72">
                <a:moveTo>
                  <a:pt x="72" y="36"/>
                </a:moveTo>
                <a:cubicBezTo>
                  <a:pt x="72" y="56"/>
                  <a:pt x="56" y="72"/>
                  <a:pt x="36" y="72"/>
                </a:cubicBezTo>
                <a:cubicBezTo>
                  <a:pt x="16" y="72"/>
                  <a:pt x="0" y="56"/>
                  <a:pt x="0" y="36"/>
                </a:cubicBezTo>
                <a:cubicBezTo>
                  <a:pt x="0" y="16"/>
                  <a:pt x="16" y="0"/>
                  <a:pt x="36" y="0"/>
                </a:cubicBezTo>
                <a:cubicBezTo>
                  <a:pt x="56" y="0"/>
                  <a:pt x="72" y="16"/>
                  <a:pt x="72" y="36"/>
                </a:cubicBezTo>
                <a:close/>
                <a:moveTo>
                  <a:pt x="16" y="43"/>
                </a:moveTo>
                <a:cubicBezTo>
                  <a:pt x="16" y="41"/>
                  <a:pt x="15" y="39"/>
                  <a:pt x="15" y="36"/>
                </a:cubicBezTo>
                <a:cubicBezTo>
                  <a:pt x="15" y="34"/>
                  <a:pt x="16" y="32"/>
                  <a:pt x="16" y="30"/>
                </a:cubicBezTo>
                <a:cubicBezTo>
                  <a:pt x="9" y="22"/>
                  <a:pt x="9" y="22"/>
                  <a:pt x="9" y="22"/>
                </a:cubicBezTo>
                <a:cubicBezTo>
                  <a:pt x="6" y="26"/>
                  <a:pt x="5" y="31"/>
                  <a:pt x="5" y="36"/>
                </a:cubicBezTo>
                <a:cubicBezTo>
                  <a:pt x="5" y="42"/>
                  <a:pt x="6" y="46"/>
                  <a:pt x="9" y="51"/>
                </a:cubicBezTo>
                <a:lnTo>
                  <a:pt x="16" y="43"/>
                </a:lnTo>
                <a:close/>
                <a:moveTo>
                  <a:pt x="51" y="36"/>
                </a:moveTo>
                <a:cubicBezTo>
                  <a:pt x="51" y="28"/>
                  <a:pt x="44" y="21"/>
                  <a:pt x="36" y="21"/>
                </a:cubicBezTo>
                <a:cubicBezTo>
                  <a:pt x="27" y="21"/>
                  <a:pt x="20" y="28"/>
                  <a:pt x="20" y="36"/>
                </a:cubicBezTo>
                <a:cubicBezTo>
                  <a:pt x="20" y="45"/>
                  <a:pt x="27" y="52"/>
                  <a:pt x="36" y="52"/>
                </a:cubicBezTo>
                <a:cubicBezTo>
                  <a:pt x="44" y="52"/>
                  <a:pt x="51" y="45"/>
                  <a:pt x="51" y="36"/>
                </a:cubicBezTo>
                <a:close/>
                <a:moveTo>
                  <a:pt x="21" y="9"/>
                </a:moveTo>
                <a:cubicBezTo>
                  <a:pt x="29" y="17"/>
                  <a:pt x="29" y="17"/>
                  <a:pt x="29" y="17"/>
                </a:cubicBezTo>
                <a:cubicBezTo>
                  <a:pt x="31" y="16"/>
                  <a:pt x="33" y="16"/>
                  <a:pt x="36" y="16"/>
                </a:cubicBezTo>
                <a:cubicBezTo>
                  <a:pt x="38" y="16"/>
                  <a:pt x="40" y="16"/>
                  <a:pt x="42" y="17"/>
                </a:cubicBezTo>
                <a:cubicBezTo>
                  <a:pt x="50" y="9"/>
                  <a:pt x="50" y="9"/>
                  <a:pt x="50" y="9"/>
                </a:cubicBezTo>
                <a:cubicBezTo>
                  <a:pt x="46" y="7"/>
                  <a:pt x="41" y="5"/>
                  <a:pt x="36" y="5"/>
                </a:cubicBezTo>
                <a:cubicBezTo>
                  <a:pt x="31" y="5"/>
                  <a:pt x="26" y="7"/>
                  <a:pt x="21" y="9"/>
                </a:cubicBezTo>
                <a:close/>
                <a:moveTo>
                  <a:pt x="50" y="64"/>
                </a:moveTo>
                <a:cubicBezTo>
                  <a:pt x="42" y="56"/>
                  <a:pt x="42" y="56"/>
                  <a:pt x="42" y="56"/>
                </a:cubicBezTo>
                <a:cubicBezTo>
                  <a:pt x="40" y="56"/>
                  <a:pt x="38" y="57"/>
                  <a:pt x="36" y="57"/>
                </a:cubicBezTo>
                <a:cubicBezTo>
                  <a:pt x="33" y="57"/>
                  <a:pt x="31" y="56"/>
                  <a:pt x="29" y="56"/>
                </a:cubicBezTo>
                <a:cubicBezTo>
                  <a:pt x="21" y="64"/>
                  <a:pt x="21" y="64"/>
                  <a:pt x="21" y="64"/>
                </a:cubicBezTo>
                <a:cubicBezTo>
                  <a:pt x="26" y="66"/>
                  <a:pt x="31" y="67"/>
                  <a:pt x="36" y="67"/>
                </a:cubicBezTo>
                <a:cubicBezTo>
                  <a:pt x="41" y="67"/>
                  <a:pt x="46" y="66"/>
                  <a:pt x="50" y="64"/>
                </a:cubicBezTo>
                <a:close/>
                <a:moveTo>
                  <a:pt x="63" y="51"/>
                </a:moveTo>
                <a:cubicBezTo>
                  <a:pt x="65" y="46"/>
                  <a:pt x="67" y="42"/>
                  <a:pt x="67" y="36"/>
                </a:cubicBezTo>
                <a:cubicBezTo>
                  <a:pt x="67" y="31"/>
                  <a:pt x="65" y="26"/>
                  <a:pt x="63" y="22"/>
                </a:cubicBezTo>
                <a:cubicBezTo>
                  <a:pt x="55" y="30"/>
                  <a:pt x="55" y="30"/>
                  <a:pt x="55" y="30"/>
                </a:cubicBezTo>
                <a:cubicBezTo>
                  <a:pt x="56" y="32"/>
                  <a:pt x="56" y="34"/>
                  <a:pt x="56" y="36"/>
                </a:cubicBezTo>
                <a:cubicBezTo>
                  <a:pt x="56" y="39"/>
                  <a:pt x="56" y="41"/>
                  <a:pt x="55" y="43"/>
                </a:cubicBezTo>
                <a:lnTo>
                  <a:pt x="63" y="5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09" name="Freeform 13"/>
          <p:cNvSpPr/>
          <p:nvPr/>
        </p:nvSpPr>
        <p:spPr>
          <a:xfrm>
            <a:off x="3959280" y="1217520"/>
            <a:ext cx="209520" cy="209520"/>
          </a:xfrm>
          <a:custGeom>
            <a:avLst/>
            <a:gdLst/>
            <a:ahLst/>
            <a:rect l="l" t="t" r="r" b="b"/>
            <a:pathLst>
              <a:path w="61" h="61">
                <a:moveTo>
                  <a:pt x="60" y="40"/>
                </a:moveTo>
                <a:cubicBezTo>
                  <a:pt x="40" y="60"/>
                  <a:pt x="40" y="60"/>
                  <a:pt x="40" y="60"/>
                </a:cubicBezTo>
                <a:cubicBezTo>
                  <a:pt x="39" y="61"/>
                  <a:pt x="38" y="61"/>
                  <a:pt x="36" y="61"/>
                </a:cubicBezTo>
                <a:cubicBezTo>
                  <a:pt x="35" y="61"/>
                  <a:pt x="34" y="61"/>
                  <a:pt x="33" y="60"/>
                </a:cubicBezTo>
                <a:cubicBezTo>
                  <a:pt x="4" y="31"/>
                  <a:pt x="4" y="31"/>
                  <a:pt x="4" y="31"/>
                </a:cubicBezTo>
                <a:cubicBezTo>
                  <a:pt x="2" y="29"/>
                  <a:pt x="0" y="25"/>
                  <a:pt x="0" y="22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3" y="0"/>
                  <a:pt x="6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5" y="0"/>
                  <a:pt x="29" y="2"/>
                  <a:pt x="31" y="4"/>
                </a:cubicBezTo>
                <a:cubicBezTo>
                  <a:pt x="60" y="33"/>
                  <a:pt x="60" y="33"/>
                  <a:pt x="60" y="33"/>
                </a:cubicBezTo>
                <a:cubicBezTo>
                  <a:pt x="61" y="34"/>
                  <a:pt x="61" y="35"/>
                  <a:pt x="61" y="36"/>
                </a:cubicBezTo>
                <a:cubicBezTo>
                  <a:pt x="61" y="38"/>
                  <a:pt x="61" y="39"/>
                  <a:pt x="60" y="40"/>
                </a:cubicBezTo>
                <a:close/>
                <a:moveTo>
                  <a:pt x="13" y="8"/>
                </a:moveTo>
                <a:cubicBezTo>
                  <a:pt x="10" y="8"/>
                  <a:pt x="8" y="10"/>
                  <a:pt x="8" y="13"/>
                </a:cubicBezTo>
                <a:cubicBezTo>
                  <a:pt x="8" y="16"/>
                  <a:pt x="10" y="18"/>
                  <a:pt x="13" y="18"/>
                </a:cubicBezTo>
                <a:cubicBezTo>
                  <a:pt x="16" y="18"/>
                  <a:pt x="18" y="16"/>
                  <a:pt x="18" y="13"/>
                </a:cubicBezTo>
                <a:cubicBezTo>
                  <a:pt x="18" y="10"/>
                  <a:pt x="16" y="8"/>
                  <a:pt x="13" y="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0" name="Freeform 14"/>
          <p:cNvSpPr/>
          <p:nvPr/>
        </p:nvSpPr>
        <p:spPr>
          <a:xfrm>
            <a:off x="4460760" y="1200240"/>
            <a:ext cx="160560" cy="247680"/>
          </a:xfrm>
          <a:custGeom>
            <a:avLst/>
            <a:gdLst/>
            <a:ahLst/>
            <a:rect l="l" t="t" r="r" b="b"/>
            <a:pathLst>
              <a:path w="47" h="72">
                <a:moveTo>
                  <a:pt x="23" y="47"/>
                </a:moveTo>
                <a:cubicBezTo>
                  <a:pt x="22" y="47"/>
                  <a:pt x="20" y="47"/>
                  <a:pt x="18" y="47"/>
                </a:cubicBezTo>
                <a:cubicBezTo>
                  <a:pt x="17" y="46"/>
                  <a:pt x="16" y="45"/>
                  <a:pt x="17" y="44"/>
                </a:cubicBezTo>
                <a:cubicBezTo>
                  <a:pt x="17" y="43"/>
                  <a:pt x="18" y="42"/>
                  <a:pt x="19" y="42"/>
                </a:cubicBezTo>
                <a:cubicBezTo>
                  <a:pt x="21" y="43"/>
                  <a:pt x="22" y="43"/>
                  <a:pt x="23" y="43"/>
                </a:cubicBezTo>
                <a:cubicBezTo>
                  <a:pt x="34" y="43"/>
                  <a:pt x="43" y="34"/>
                  <a:pt x="43" y="24"/>
                </a:cubicBezTo>
                <a:cubicBezTo>
                  <a:pt x="43" y="13"/>
                  <a:pt x="34" y="4"/>
                  <a:pt x="23" y="4"/>
                </a:cubicBezTo>
                <a:cubicBezTo>
                  <a:pt x="13" y="4"/>
                  <a:pt x="4" y="13"/>
                  <a:pt x="4" y="24"/>
                </a:cubicBezTo>
                <a:cubicBezTo>
                  <a:pt x="4" y="27"/>
                  <a:pt x="5" y="30"/>
                  <a:pt x="6" y="32"/>
                </a:cubicBezTo>
                <a:cubicBezTo>
                  <a:pt x="7" y="34"/>
                  <a:pt x="6" y="35"/>
                  <a:pt x="5" y="35"/>
                </a:cubicBezTo>
                <a:cubicBezTo>
                  <a:pt x="4" y="36"/>
                  <a:pt x="3" y="35"/>
                  <a:pt x="3" y="34"/>
                </a:cubicBezTo>
                <a:cubicBezTo>
                  <a:pt x="1" y="31"/>
                  <a:pt x="0" y="27"/>
                  <a:pt x="0" y="24"/>
                </a:cubicBezTo>
                <a:cubicBezTo>
                  <a:pt x="0" y="11"/>
                  <a:pt x="11" y="0"/>
                  <a:pt x="23" y="0"/>
                </a:cubicBezTo>
                <a:cubicBezTo>
                  <a:pt x="36" y="0"/>
                  <a:pt x="47" y="11"/>
                  <a:pt x="47" y="24"/>
                </a:cubicBezTo>
                <a:cubicBezTo>
                  <a:pt x="47" y="37"/>
                  <a:pt x="36" y="47"/>
                  <a:pt x="23" y="47"/>
                </a:cubicBezTo>
                <a:close/>
                <a:moveTo>
                  <a:pt x="24" y="31"/>
                </a:moveTo>
                <a:cubicBezTo>
                  <a:pt x="22" y="31"/>
                  <a:pt x="21" y="31"/>
                  <a:pt x="19" y="30"/>
                </a:cubicBezTo>
                <a:cubicBezTo>
                  <a:pt x="18" y="31"/>
                  <a:pt x="16" y="33"/>
                  <a:pt x="15" y="35"/>
                </a:cubicBezTo>
                <a:cubicBezTo>
                  <a:pt x="8" y="45"/>
                  <a:pt x="5" y="57"/>
                  <a:pt x="7" y="70"/>
                </a:cubicBezTo>
                <a:cubicBezTo>
                  <a:pt x="7" y="71"/>
                  <a:pt x="6" y="72"/>
                  <a:pt x="5" y="72"/>
                </a:cubicBezTo>
                <a:cubicBezTo>
                  <a:pt x="5" y="72"/>
                  <a:pt x="5" y="72"/>
                  <a:pt x="5" y="72"/>
                </a:cubicBezTo>
                <a:cubicBezTo>
                  <a:pt x="4" y="72"/>
                  <a:pt x="3" y="71"/>
                  <a:pt x="2" y="70"/>
                </a:cubicBezTo>
                <a:cubicBezTo>
                  <a:pt x="1" y="53"/>
                  <a:pt x="6" y="40"/>
                  <a:pt x="11" y="33"/>
                </a:cubicBezTo>
                <a:cubicBezTo>
                  <a:pt x="13" y="30"/>
                  <a:pt x="15" y="28"/>
                  <a:pt x="17" y="26"/>
                </a:cubicBezTo>
                <a:cubicBezTo>
                  <a:pt x="16" y="25"/>
                  <a:pt x="16" y="24"/>
                  <a:pt x="16" y="23"/>
                </a:cubicBezTo>
                <a:cubicBezTo>
                  <a:pt x="16" y="19"/>
                  <a:pt x="20" y="16"/>
                  <a:pt x="24" y="16"/>
                </a:cubicBezTo>
                <a:cubicBezTo>
                  <a:pt x="28" y="16"/>
                  <a:pt x="32" y="19"/>
                  <a:pt x="32" y="23"/>
                </a:cubicBezTo>
                <a:cubicBezTo>
                  <a:pt x="32" y="28"/>
                  <a:pt x="28" y="31"/>
                  <a:pt x="24" y="3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1" name="Freeform 15"/>
          <p:cNvSpPr/>
          <p:nvPr/>
        </p:nvSpPr>
        <p:spPr>
          <a:xfrm>
            <a:off x="4948200" y="1217520"/>
            <a:ext cx="247680" cy="195480"/>
          </a:xfrm>
          <a:custGeom>
            <a:avLst/>
            <a:gdLst/>
            <a:ahLst/>
            <a:rect l="l" t="t" r="r" b="b"/>
            <a:pathLst>
              <a:path w="72" h="57">
                <a:moveTo>
                  <a:pt x="21" y="12"/>
                </a:moveTo>
                <a:cubicBezTo>
                  <a:pt x="21" y="14"/>
                  <a:pt x="19" y="16"/>
                  <a:pt x="17" y="16"/>
                </a:cubicBezTo>
                <a:cubicBezTo>
                  <a:pt x="4" y="16"/>
                  <a:pt x="4" y="16"/>
                  <a:pt x="4" y="16"/>
                </a:cubicBezTo>
                <a:cubicBezTo>
                  <a:pt x="2" y="16"/>
                  <a:pt x="0" y="14"/>
                  <a:pt x="0" y="12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9" y="0"/>
                  <a:pt x="21" y="2"/>
                  <a:pt x="21" y="4"/>
                </a:cubicBezTo>
                <a:lnTo>
                  <a:pt x="21" y="12"/>
                </a:lnTo>
                <a:close/>
                <a:moveTo>
                  <a:pt x="21" y="33"/>
                </a:moveTo>
                <a:cubicBezTo>
                  <a:pt x="21" y="35"/>
                  <a:pt x="19" y="36"/>
                  <a:pt x="17" y="36"/>
                </a:cubicBezTo>
                <a:cubicBezTo>
                  <a:pt x="4" y="36"/>
                  <a:pt x="4" y="36"/>
                  <a:pt x="4" y="36"/>
                </a:cubicBezTo>
                <a:cubicBezTo>
                  <a:pt x="2" y="36"/>
                  <a:pt x="0" y="35"/>
                  <a:pt x="0" y="3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3"/>
                  <a:pt x="2" y="21"/>
                  <a:pt x="4" y="21"/>
                </a:cubicBezTo>
                <a:cubicBezTo>
                  <a:pt x="17" y="21"/>
                  <a:pt x="17" y="21"/>
                  <a:pt x="17" y="21"/>
                </a:cubicBezTo>
                <a:cubicBezTo>
                  <a:pt x="19" y="21"/>
                  <a:pt x="21" y="23"/>
                  <a:pt x="21" y="25"/>
                </a:cubicBezTo>
                <a:lnTo>
                  <a:pt x="21" y="33"/>
                </a:lnTo>
                <a:close/>
                <a:moveTo>
                  <a:pt x="21" y="53"/>
                </a:moveTo>
                <a:cubicBezTo>
                  <a:pt x="21" y="55"/>
                  <a:pt x="19" y="57"/>
                  <a:pt x="17" y="57"/>
                </a:cubicBezTo>
                <a:cubicBezTo>
                  <a:pt x="4" y="57"/>
                  <a:pt x="4" y="57"/>
                  <a:pt x="4" y="57"/>
                </a:cubicBezTo>
                <a:cubicBezTo>
                  <a:pt x="2" y="57"/>
                  <a:pt x="0" y="55"/>
                  <a:pt x="0" y="53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3"/>
                  <a:pt x="2" y="42"/>
                  <a:pt x="4" y="42"/>
                </a:cubicBezTo>
                <a:cubicBezTo>
                  <a:pt x="17" y="42"/>
                  <a:pt x="17" y="42"/>
                  <a:pt x="17" y="42"/>
                </a:cubicBezTo>
                <a:cubicBezTo>
                  <a:pt x="19" y="42"/>
                  <a:pt x="21" y="43"/>
                  <a:pt x="21" y="45"/>
                </a:cubicBezTo>
                <a:lnTo>
                  <a:pt x="21" y="53"/>
                </a:lnTo>
                <a:close/>
                <a:moveTo>
                  <a:pt x="47" y="12"/>
                </a:moveTo>
                <a:cubicBezTo>
                  <a:pt x="47" y="14"/>
                  <a:pt x="45" y="16"/>
                  <a:pt x="43" y="16"/>
                </a:cubicBezTo>
                <a:cubicBezTo>
                  <a:pt x="30" y="16"/>
                  <a:pt x="30" y="16"/>
                  <a:pt x="30" y="16"/>
                </a:cubicBezTo>
                <a:cubicBezTo>
                  <a:pt x="28" y="16"/>
                  <a:pt x="26" y="14"/>
                  <a:pt x="26" y="12"/>
                </a:cubicBezTo>
                <a:cubicBezTo>
                  <a:pt x="26" y="4"/>
                  <a:pt x="26" y="4"/>
                  <a:pt x="26" y="4"/>
                </a:cubicBezTo>
                <a:cubicBezTo>
                  <a:pt x="26" y="2"/>
                  <a:pt x="28" y="0"/>
                  <a:pt x="30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5" y="0"/>
                  <a:pt x="47" y="2"/>
                  <a:pt x="47" y="4"/>
                </a:cubicBezTo>
                <a:lnTo>
                  <a:pt x="47" y="12"/>
                </a:lnTo>
                <a:close/>
                <a:moveTo>
                  <a:pt x="47" y="33"/>
                </a:moveTo>
                <a:cubicBezTo>
                  <a:pt x="47" y="35"/>
                  <a:pt x="45" y="36"/>
                  <a:pt x="43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28" y="36"/>
                  <a:pt x="26" y="35"/>
                  <a:pt x="26" y="33"/>
                </a:cubicBezTo>
                <a:cubicBezTo>
                  <a:pt x="26" y="25"/>
                  <a:pt x="26" y="25"/>
                  <a:pt x="26" y="25"/>
                </a:cubicBezTo>
                <a:cubicBezTo>
                  <a:pt x="26" y="23"/>
                  <a:pt x="28" y="21"/>
                  <a:pt x="30" y="21"/>
                </a:cubicBezTo>
                <a:cubicBezTo>
                  <a:pt x="43" y="21"/>
                  <a:pt x="43" y="21"/>
                  <a:pt x="43" y="21"/>
                </a:cubicBezTo>
                <a:cubicBezTo>
                  <a:pt x="45" y="21"/>
                  <a:pt x="47" y="23"/>
                  <a:pt x="47" y="25"/>
                </a:cubicBezTo>
                <a:lnTo>
                  <a:pt x="47" y="33"/>
                </a:lnTo>
                <a:close/>
                <a:moveTo>
                  <a:pt x="47" y="53"/>
                </a:moveTo>
                <a:cubicBezTo>
                  <a:pt x="47" y="55"/>
                  <a:pt x="45" y="57"/>
                  <a:pt x="43" y="57"/>
                </a:cubicBezTo>
                <a:cubicBezTo>
                  <a:pt x="30" y="57"/>
                  <a:pt x="30" y="57"/>
                  <a:pt x="30" y="57"/>
                </a:cubicBezTo>
                <a:cubicBezTo>
                  <a:pt x="28" y="57"/>
                  <a:pt x="26" y="55"/>
                  <a:pt x="26" y="53"/>
                </a:cubicBezTo>
                <a:cubicBezTo>
                  <a:pt x="26" y="45"/>
                  <a:pt x="26" y="45"/>
                  <a:pt x="26" y="45"/>
                </a:cubicBezTo>
                <a:cubicBezTo>
                  <a:pt x="26" y="43"/>
                  <a:pt x="28" y="42"/>
                  <a:pt x="30" y="42"/>
                </a:cubicBezTo>
                <a:cubicBezTo>
                  <a:pt x="43" y="42"/>
                  <a:pt x="43" y="42"/>
                  <a:pt x="43" y="42"/>
                </a:cubicBezTo>
                <a:cubicBezTo>
                  <a:pt x="45" y="42"/>
                  <a:pt x="47" y="43"/>
                  <a:pt x="47" y="45"/>
                </a:cubicBezTo>
                <a:lnTo>
                  <a:pt x="47" y="53"/>
                </a:lnTo>
                <a:close/>
                <a:moveTo>
                  <a:pt x="72" y="12"/>
                </a:moveTo>
                <a:cubicBezTo>
                  <a:pt x="72" y="14"/>
                  <a:pt x="71" y="16"/>
                  <a:pt x="69" y="16"/>
                </a:cubicBezTo>
                <a:cubicBezTo>
                  <a:pt x="56" y="16"/>
                  <a:pt x="56" y="16"/>
                  <a:pt x="56" y="16"/>
                </a:cubicBezTo>
                <a:cubicBezTo>
                  <a:pt x="54" y="16"/>
                  <a:pt x="52" y="14"/>
                  <a:pt x="52" y="12"/>
                </a:cubicBezTo>
                <a:cubicBezTo>
                  <a:pt x="52" y="4"/>
                  <a:pt x="52" y="4"/>
                  <a:pt x="52" y="4"/>
                </a:cubicBezTo>
                <a:cubicBezTo>
                  <a:pt x="52" y="2"/>
                  <a:pt x="54" y="0"/>
                  <a:pt x="56" y="0"/>
                </a:cubicBezTo>
                <a:cubicBezTo>
                  <a:pt x="69" y="0"/>
                  <a:pt x="69" y="0"/>
                  <a:pt x="69" y="0"/>
                </a:cubicBezTo>
                <a:cubicBezTo>
                  <a:pt x="71" y="0"/>
                  <a:pt x="72" y="2"/>
                  <a:pt x="72" y="4"/>
                </a:cubicBezTo>
                <a:lnTo>
                  <a:pt x="72" y="12"/>
                </a:lnTo>
                <a:close/>
                <a:moveTo>
                  <a:pt x="72" y="33"/>
                </a:moveTo>
                <a:cubicBezTo>
                  <a:pt x="72" y="35"/>
                  <a:pt x="71" y="36"/>
                  <a:pt x="69" y="36"/>
                </a:cubicBezTo>
                <a:cubicBezTo>
                  <a:pt x="56" y="36"/>
                  <a:pt x="56" y="36"/>
                  <a:pt x="56" y="36"/>
                </a:cubicBezTo>
                <a:cubicBezTo>
                  <a:pt x="54" y="36"/>
                  <a:pt x="52" y="35"/>
                  <a:pt x="52" y="33"/>
                </a:cubicBezTo>
                <a:cubicBezTo>
                  <a:pt x="52" y="25"/>
                  <a:pt x="52" y="25"/>
                  <a:pt x="52" y="25"/>
                </a:cubicBezTo>
                <a:cubicBezTo>
                  <a:pt x="52" y="23"/>
                  <a:pt x="54" y="21"/>
                  <a:pt x="56" y="21"/>
                </a:cubicBezTo>
                <a:cubicBezTo>
                  <a:pt x="69" y="21"/>
                  <a:pt x="69" y="21"/>
                  <a:pt x="69" y="21"/>
                </a:cubicBezTo>
                <a:cubicBezTo>
                  <a:pt x="71" y="21"/>
                  <a:pt x="72" y="23"/>
                  <a:pt x="72" y="25"/>
                </a:cubicBezTo>
                <a:lnTo>
                  <a:pt x="72" y="33"/>
                </a:lnTo>
                <a:close/>
                <a:moveTo>
                  <a:pt x="72" y="53"/>
                </a:moveTo>
                <a:cubicBezTo>
                  <a:pt x="72" y="55"/>
                  <a:pt x="71" y="57"/>
                  <a:pt x="69" y="57"/>
                </a:cubicBezTo>
                <a:cubicBezTo>
                  <a:pt x="56" y="57"/>
                  <a:pt x="56" y="57"/>
                  <a:pt x="56" y="57"/>
                </a:cubicBezTo>
                <a:cubicBezTo>
                  <a:pt x="54" y="57"/>
                  <a:pt x="52" y="55"/>
                  <a:pt x="52" y="53"/>
                </a:cubicBezTo>
                <a:cubicBezTo>
                  <a:pt x="52" y="45"/>
                  <a:pt x="52" y="45"/>
                  <a:pt x="52" y="45"/>
                </a:cubicBezTo>
                <a:cubicBezTo>
                  <a:pt x="52" y="43"/>
                  <a:pt x="54" y="42"/>
                  <a:pt x="56" y="42"/>
                </a:cubicBezTo>
                <a:cubicBezTo>
                  <a:pt x="69" y="42"/>
                  <a:pt x="69" y="42"/>
                  <a:pt x="69" y="42"/>
                </a:cubicBezTo>
                <a:cubicBezTo>
                  <a:pt x="71" y="42"/>
                  <a:pt x="72" y="43"/>
                  <a:pt x="72" y="45"/>
                </a:cubicBezTo>
                <a:lnTo>
                  <a:pt x="72" y="5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2" name="Freeform 16"/>
          <p:cNvSpPr/>
          <p:nvPr/>
        </p:nvSpPr>
        <p:spPr>
          <a:xfrm>
            <a:off x="5443560" y="1238400"/>
            <a:ext cx="218880" cy="209520"/>
          </a:xfrm>
          <a:custGeom>
            <a:avLst/>
            <a:gdLst/>
            <a:ahLst/>
            <a:rect l="l" t="t" r="r" b="b"/>
            <a:pathLst>
              <a:path w="64" h="61">
                <a:moveTo>
                  <a:pt x="16" y="33"/>
                </a:moveTo>
                <a:cubicBezTo>
                  <a:pt x="16" y="34"/>
                  <a:pt x="15" y="36"/>
                  <a:pt x="14" y="36"/>
                </a:cubicBezTo>
                <a:cubicBezTo>
                  <a:pt x="2" y="36"/>
                  <a:pt x="2" y="36"/>
                  <a:pt x="2" y="36"/>
                </a:cubicBezTo>
                <a:cubicBezTo>
                  <a:pt x="1" y="36"/>
                  <a:pt x="0" y="34"/>
                  <a:pt x="0" y="33"/>
                </a:cubicBezTo>
                <a:cubicBezTo>
                  <a:pt x="0" y="7"/>
                  <a:pt x="0" y="7"/>
                  <a:pt x="0" y="7"/>
                </a:cubicBezTo>
                <a:cubicBezTo>
                  <a:pt x="0" y="6"/>
                  <a:pt x="1" y="5"/>
                  <a:pt x="2" y="5"/>
                </a:cubicBezTo>
                <a:cubicBezTo>
                  <a:pt x="14" y="5"/>
                  <a:pt x="14" y="5"/>
                  <a:pt x="14" y="5"/>
                </a:cubicBezTo>
                <a:cubicBezTo>
                  <a:pt x="15" y="5"/>
                  <a:pt x="16" y="6"/>
                  <a:pt x="16" y="7"/>
                </a:cubicBezTo>
                <a:lnTo>
                  <a:pt x="16" y="33"/>
                </a:lnTo>
                <a:close/>
                <a:moveTo>
                  <a:pt x="10" y="12"/>
                </a:moveTo>
                <a:cubicBezTo>
                  <a:pt x="10" y="11"/>
                  <a:pt x="9" y="10"/>
                  <a:pt x="7" y="10"/>
                </a:cubicBezTo>
                <a:cubicBezTo>
                  <a:pt x="6" y="10"/>
                  <a:pt x="5" y="11"/>
                  <a:pt x="5" y="12"/>
                </a:cubicBezTo>
                <a:cubicBezTo>
                  <a:pt x="5" y="14"/>
                  <a:pt x="6" y="15"/>
                  <a:pt x="7" y="15"/>
                </a:cubicBezTo>
                <a:cubicBezTo>
                  <a:pt x="9" y="15"/>
                  <a:pt x="10" y="14"/>
                  <a:pt x="10" y="12"/>
                </a:cubicBezTo>
                <a:close/>
                <a:moveTo>
                  <a:pt x="62" y="27"/>
                </a:moveTo>
                <a:cubicBezTo>
                  <a:pt x="62" y="26"/>
                  <a:pt x="62" y="25"/>
                  <a:pt x="62" y="24"/>
                </a:cubicBezTo>
                <a:cubicBezTo>
                  <a:pt x="62" y="22"/>
                  <a:pt x="62" y="20"/>
                  <a:pt x="61" y="18"/>
                </a:cubicBezTo>
                <a:cubicBezTo>
                  <a:pt x="61" y="17"/>
                  <a:pt x="61" y="15"/>
                  <a:pt x="61" y="14"/>
                </a:cubicBezTo>
                <a:cubicBezTo>
                  <a:pt x="60" y="12"/>
                  <a:pt x="60" y="11"/>
                  <a:pt x="59" y="10"/>
                </a:cubicBezTo>
                <a:cubicBezTo>
                  <a:pt x="59" y="7"/>
                  <a:pt x="58" y="5"/>
                  <a:pt x="57" y="3"/>
                </a:cubicBezTo>
                <a:cubicBezTo>
                  <a:pt x="55" y="1"/>
                  <a:pt x="52" y="0"/>
                  <a:pt x="49" y="0"/>
                </a:cubicBezTo>
                <a:cubicBezTo>
                  <a:pt x="48" y="0"/>
                  <a:pt x="48" y="0"/>
                  <a:pt x="47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38" y="0"/>
                  <a:pt x="32" y="1"/>
                  <a:pt x="28" y="3"/>
                </a:cubicBezTo>
                <a:cubicBezTo>
                  <a:pt x="25" y="4"/>
                  <a:pt x="23" y="5"/>
                  <a:pt x="22" y="5"/>
                </a:cubicBezTo>
                <a:cubicBezTo>
                  <a:pt x="20" y="5"/>
                  <a:pt x="19" y="6"/>
                  <a:pt x="19" y="7"/>
                </a:cubicBezTo>
                <a:cubicBezTo>
                  <a:pt x="19" y="33"/>
                  <a:pt x="19" y="33"/>
                  <a:pt x="19" y="33"/>
                </a:cubicBezTo>
                <a:cubicBezTo>
                  <a:pt x="19" y="34"/>
                  <a:pt x="20" y="35"/>
                  <a:pt x="21" y="36"/>
                </a:cubicBezTo>
                <a:cubicBezTo>
                  <a:pt x="23" y="36"/>
                  <a:pt x="27" y="41"/>
                  <a:pt x="29" y="43"/>
                </a:cubicBezTo>
                <a:cubicBezTo>
                  <a:pt x="30" y="45"/>
                  <a:pt x="31" y="46"/>
                  <a:pt x="33" y="48"/>
                </a:cubicBezTo>
                <a:cubicBezTo>
                  <a:pt x="34" y="49"/>
                  <a:pt x="35" y="52"/>
                  <a:pt x="35" y="54"/>
                </a:cubicBezTo>
                <a:cubicBezTo>
                  <a:pt x="36" y="56"/>
                  <a:pt x="36" y="59"/>
                  <a:pt x="38" y="61"/>
                </a:cubicBezTo>
                <a:cubicBezTo>
                  <a:pt x="38" y="61"/>
                  <a:pt x="39" y="61"/>
                  <a:pt x="40" y="61"/>
                </a:cubicBezTo>
                <a:cubicBezTo>
                  <a:pt x="49" y="61"/>
                  <a:pt x="49" y="54"/>
                  <a:pt x="49" y="51"/>
                </a:cubicBezTo>
                <a:cubicBezTo>
                  <a:pt x="49" y="48"/>
                  <a:pt x="47" y="45"/>
                  <a:pt x="46" y="43"/>
                </a:cubicBezTo>
                <a:cubicBezTo>
                  <a:pt x="46" y="42"/>
                  <a:pt x="46" y="42"/>
                  <a:pt x="45" y="41"/>
                </a:cubicBezTo>
                <a:cubicBezTo>
                  <a:pt x="56" y="41"/>
                  <a:pt x="56" y="41"/>
                  <a:pt x="56" y="41"/>
                </a:cubicBezTo>
                <a:cubicBezTo>
                  <a:pt x="60" y="41"/>
                  <a:pt x="64" y="37"/>
                  <a:pt x="64" y="33"/>
                </a:cubicBezTo>
                <a:cubicBezTo>
                  <a:pt x="64" y="31"/>
                  <a:pt x="63" y="29"/>
                  <a:pt x="62" y="2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3" name="Freeform 17"/>
          <p:cNvSpPr/>
          <p:nvPr/>
        </p:nvSpPr>
        <p:spPr>
          <a:xfrm>
            <a:off x="5942160" y="1206360"/>
            <a:ext cx="236520" cy="238320"/>
          </a:xfrm>
          <a:custGeom>
            <a:avLst/>
            <a:gdLst/>
            <a:ahLst/>
            <a:rect l="l" t="t" r="r" b="b"/>
            <a:pathLst>
              <a:path w="69" h="69">
                <a:moveTo>
                  <a:pt x="31" y="67"/>
                </a:moveTo>
                <a:cubicBezTo>
                  <a:pt x="29" y="69"/>
                  <a:pt x="25" y="69"/>
                  <a:pt x="23" y="67"/>
                </a:cubicBezTo>
                <a:cubicBezTo>
                  <a:pt x="18" y="62"/>
                  <a:pt x="18" y="62"/>
                  <a:pt x="18" y="62"/>
                </a:cubicBezTo>
                <a:cubicBezTo>
                  <a:pt x="21" y="59"/>
                  <a:pt x="21" y="54"/>
                  <a:pt x="18" y="51"/>
                </a:cubicBezTo>
                <a:cubicBezTo>
                  <a:pt x="15" y="48"/>
                  <a:pt x="10" y="48"/>
                  <a:pt x="7" y="51"/>
                </a:cubicBezTo>
                <a:cubicBezTo>
                  <a:pt x="2" y="46"/>
                  <a:pt x="2" y="46"/>
                  <a:pt x="2" y="46"/>
                </a:cubicBezTo>
                <a:cubicBezTo>
                  <a:pt x="0" y="44"/>
                  <a:pt x="0" y="40"/>
                  <a:pt x="2" y="38"/>
                </a:cubicBezTo>
                <a:cubicBezTo>
                  <a:pt x="39" y="2"/>
                  <a:pt x="39" y="2"/>
                  <a:pt x="39" y="2"/>
                </a:cubicBezTo>
                <a:cubicBezTo>
                  <a:pt x="41" y="0"/>
                  <a:pt x="44" y="0"/>
                  <a:pt x="46" y="2"/>
                </a:cubicBezTo>
                <a:cubicBezTo>
                  <a:pt x="51" y="7"/>
                  <a:pt x="51" y="7"/>
                  <a:pt x="51" y="7"/>
                </a:cubicBezTo>
                <a:cubicBezTo>
                  <a:pt x="48" y="10"/>
                  <a:pt x="48" y="15"/>
                  <a:pt x="51" y="18"/>
                </a:cubicBezTo>
                <a:cubicBezTo>
                  <a:pt x="54" y="21"/>
                  <a:pt x="59" y="21"/>
                  <a:pt x="62" y="18"/>
                </a:cubicBezTo>
                <a:cubicBezTo>
                  <a:pt x="67" y="23"/>
                  <a:pt x="67" y="23"/>
                  <a:pt x="67" y="23"/>
                </a:cubicBezTo>
                <a:cubicBezTo>
                  <a:pt x="69" y="25"/>
                  <a:pt x="69" y="28"/>
                  <a:pt x="67" y="30"/>
                </a:cubicBezTo>
                <a:lnTo>
                  <a:pt x="31" y="67"/>
                </a:lnTo>
                <a:close/>
                <a:moveTo>
                  <a:pt x="56" y="31"/>
                </a:moveTo>
                <a:cubicBezTo>
                  <a:pt x="57" y="30"/>
                  <a:pt x="57" y="28"/>
                  <a:pt x="56" y="27"/>
                </a:cubicBezTo>
                <a:cubicBezTo>
                  <a:pt x="42" y="13"/>
                  <a:pt x="42" y="13"/>
                  <a:pt x="42" y="13"/>
                </a:cubicBezTo>
                <a:cubicBezTo>
                  <a:pt x="41" y="12"/>
                  <a:pt x="39" y="12"/>
                  <a:pt x="38" y="13"/>
                </a:cubicBezTo>
                <a:cubicBezTo>
                  <a:pt x="13" y="38"/>
                  <a:pt x="13" y="38"/>
                  <a:pt x="13" y="38"/>
                </a:cubicBezTo>
                <a:cubicBezTo>
                  <a:pt x="12" y="39"/>
                  <a:pt x="12" y="40"/>
                  <a:pt x="13" y="41"/>
                </a:cubicBezTo>
                <a:cubicBezTo>
                  <a:pt x="28" y="56"/>
                  <a:pt x="28" y="56"/>
                  <a:pt x="28" y="56"/>
                </a:cubicBezTo>
                <a:cubicBezTo>
                  <a:pt x="28" y="56"/>
                  <a:pt x="29" y="57"/>
                  <a:pt x="30" y="57"/>
                </a:cubicBezTo>
                <a:cubicBezTo>
                  <a:pt x="30" y="57"/>
                  <a:pt x="31" y="56"/>
                  <a:pt x="31" y="56"/>
                </a:cubicBezTo>
                <a:lnTo>
                  <a:pt x="56" y="31"/>
                </a:lnTo>
                <a:close/>
                <a:moveTo>
                  <a:pt x="53" y="29"/>
                </a:moveTo>
                <a:cubicBezTo>
                  <a:pt x="30" y="52"/>
                  <a:pt x="30" y="52"/>
                  <a:pt x="30" y="52"/>
                </a:cubicBezTo>
                <a:cubicBezTo>
                  <a:pt x="17" y="39"/>
                  <a:pt x="17" y="39"/>
                  <a:pt x="17" y="39"/>
                </a:cubicBezTo>
                <a:cubicBezTo>
                  <a:pt x="40" y="16"/>
                  <a:pt x="40" y="16"/>
                  <a:pt x="40" y="16"/>
                </a:cubicBezTo>
                <a:lnTo>
                  <a:pt x="53" y="2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4" name="Freeform 18"/>
          <p:cNvSpPr/>
          <p:nvPr/>
        </p:nvSpPr>
        <p:spPr>
          <a:xfrm>
            <a:off x="6432480" y="1209600"/>
            <a:ext cx="144360" cy="203400"/>
          </a:xfrm>
          <a:custGeom>
            <a:avLst/>
            <a:gdLst/>
            <a:ahLst/>
            <a:rect l="l" t="t" r="r" b="b"/>
            <a:pathLst>
              <a:path w="42" h="59">
                <a:moveTo>
                  <a:pt x="21" y="59"/>
                </a:moveTo>
                <a:cubicBezTo>
                  <a:pt x="10" y="59"/>
                  <a:pt x="0" y="50"/>
                  <a:pt x="0" y="38"/>
                </a:cubicBezTo>
                <a:cubicBezTo>
                  <a:pt x="0" y="34"/>
                  <a:pt x="2" y="31"/>
                  <a:pt x="4" y="27"/>
                </a:cubicBezTo>
                <a:cubicBezTo>
                  <a:pt x="6" y="24"/>
                  <a:pt x="14" y="13"/>
                  <a:pt x="18" y="2"/>
                </a:cubicBezTo>
                <a:cubicBezTo>
                  <a:pt x="18" y="1"/>
                  <a:pt x="20" y="0"/>
                  <a:pt x="21" y="0"/>
                </a:cubicBezTo>
                <a:cubicBezTo>
                  <a:pt x="22" y="0"/>
                  <a:pt x="24" y="1"/>
                  <a:pt x="24" y="2"/>
                </a:cubicBezTo>
                <a:cubicBezTo>
                  <a:pt x="28" y="13"/>
                  <a:pt x="36" y="24"/>
                  <a:pt x="38" y="27"/>
                </a:cubicBezTo>
                <a:cubicBezTo>
                  <a:pt x="40" y="31"/>
                  <a:pt x="42" y="34"/>
                  <a:pt x="42" y="38"/>
                </a:cubicBezTo>
                <a:cubicBezTo>
                  <a:pt x="42" y="50"/>
                  <a:pt x="32" y="59"/>
                  <a:pt x="21" y="59"/>
                </a:cubicBezTo>
                <a:close/>
                <a:moveTo>
                  <a:pt x="20" y="41"/>
                </a:moveTo>
                <a:cubicBezTo>
                  <a:pt x="20" y="40"/>
                  <a:pt x="18" y="37"/>
                  <a:pt x="17" y="35"/>
                </a:cubicBezTo>
                <a:cubicBezTo>
                  <a:pt x="17" y="34"/>
                  <a:pt x="16" y="34"/>
                  <a:pt x="16" y="34"/>
                </a:cubicBezTo>
                <a:cubicBezTo>
                  <a:pt x="16" y="34"/>
                  <a:pt x="15" y="34"/>
                  <a:pt x="15" y="35"/>
                </a:cubicBezTo>
                <a:cubicBezTo>
                  <a:pt x="14" y="37"/>
                  <a:pt x="12" y="40"/>
                  <a:pt x="12" y="41"/>
                </a:cubicBezTo>
                <a:cubicBezTo>
                  <a:pt x="11" y="42"/>
                  <a:pt x="11" y="43"/>
                  <a:pt x="11" y="44"/>
                </a:cubicBezTo>
                <a:cubicBezTo>
                  <a:pt x="11" y="46"/>
                  <a:pt x="13" y="49"/>
                  <a:pt x="16" y="49"/>
                </a:cubicBezTo>
                <a:cubicBezTo>
                  <a:pt x="19" y="49"/>
                  <a:pt x="21" y="46"/>
                  <a:pt x="21" y="44"/>
                </a:cubicBezTo>
                <a:cubicBezTo>
                  <a:pt x="21" y="43"/>
                  <a:pt x="21" y="42"/>
                  <a:pt x="20" y="4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5" name="Freeform 19"/>
          <p:cNvSpPr/>
          <p:nvPr/>
        </p:nvSpPr>
        <p:spPr>
          <a:xfrm>
            <a:off x="6927840" y="1238400"/>
            <a:ext cx="281160" cy="174600"/>
          </a:xfrm>
          <a:custGeom>
            <a:avLst/>
            <a:gdLst/>
            <a:ahLst/>
            <a:rect l="l" t="t" r="r" b="b"/>
            <a:pathLst>
              <a:path w="82" h="51">
                <a:moveTo>
                  <a:pt x="25" y="0"/>
                </a:moveTo>
                <a:cubicBezTo>
                  <a:pt x="56" y="0"/>
                  <a:pt x="56" y="0"/>
                  <a:pt x="56" y="0"/>
                </a:cubicBezTo>
                <a:cubicBezTo>
                  <a:pt x="70" y="0"/>
                  <a:pt x="82" y="11"/>
                  <a:pt x="82" y="25"/>
                </a:cubicBezTo>
                <a:cubicBezTo>
                  <a:pt x="82" y="39"/>
                  <a:pt x="70" y="51"/>
                  <a:pt x="56" y="51"/>
                </a:cubicBezTo>
                <a:cubicBezTo>
                  <a:pt x="25" y="51"/>
                  <a:pt x="25" y="51"/>
                  <a:pt x="25" y="51"/>
                </a:cubicBezTo>
                <a:cubicBezTo>
                  <a:pt x="11" y="51"/>
                  <a:pt x="0" y="39"/>
                  <a:pt x="0" y="25"/>
                </a:cubicBezTo>
                <a:cubicBezTo>
                  <a:pt x="0" y="11"/>
                  <a:pt x="11" y="0"/>
                  <a:pt x="25" y="0"/>
                </a:cubicBezTo>
                <a:close/>
                <a:moveTo>
                  <a:pt x="77" y="25"/>
                </a:moveTo>
                <a:cubicBezTo>
                  <a:pt x="77" y="14"/>
                  <a:pt x="68" y="5"/>
                  <a:pt x="56" y="5"/>
                </a:cubicBezTo>
                <a:cubicBezTo>
                  <a:pt x="45" y="5"/>
                  <a:pt x="36" y="14"/>
                  <a:pt x="36" y="25"/>
                </a:cubicBezTo>
                <a:cubicBezTo>
                  <a:pt x="36" y="37"/>
                  <a:pt x="45" y="46"/>
                  <a:pt x="56" y="46"/>
                </a:cubicBezTo>
                <a:cubicBezTo>
                  <a:pt x="68" y="46"/>
                  <a:pt x="77" y="37"/>
                  <a:pt x="77" y="2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6" name="Freeform 20"/>
          <p:cNvSpPr/>
          <p:nvPr/>
        </p:nvSpPr>
        <p:spPr>
          <a:xfrm>
            <a:off x="7423200" y="1217520"/>
            <a:ext cx="195120" cy="212760"/>
          </a:xfrm>
          <a:custGeom>
            <a:avLst/>
            <a:gdLst/>
            <a:ahLst/>
            <a:rect l="l" t="t" r="r" b="b"/>
            <a:pathLst>
              <a:path w="57" h="62">
                <a:moveTo>
                  <a:pt x="57" y="15"/>
                </a:moveTo>
                <a:cubicBezTo>
                  <a:pt x="57" y="15"/>
                  <a:pt x="56" y="16"/>
                  <a:pt x="56" y="16"/>
                </a:cubicBezTo>
                <a:cubicBezTo>
                  <a:pt x="52" y="16"/>
                  <a:pt x="52" y="16"/>
                  <a:pt x="52" y="16"/>
                </a:cubicBezTo>
                <a:cubicBezTo>
                  <a:pt x="52" y="54"/>
                  <a:pt x="52" y="54"/>
                  <a:pt x="52" y="54"/>
                </a:cubicBezTo>
                <a:cubicBezTo>
                  <a:pt x="52" y="58"/>
                  <a:pt x="49" y="62"/>
                  <a:pt x="45" y="62"/>
                </a:cubicBezTo>
                <a:cubicBezTo>
                  <a:pt x="12" y="62"/>
                  <a:pt x="12" y="62"/>
                  <a:pt x="12" y="62"/>
                </a:cubicBezTo>
                <a:cubicBezTo>
                  <a:pt x="9" y="62"/>
                  <a:pt x="6" y="59"/>
                  <a:pt x="6" y="54"/>
                </a:cubicBezTo>
                <a:cubicBezTo>
                  <a:pt x="6" y="16"/>
                  <a:pt x="6" y="16"/>
                  <a:pt x="6" y="16"/>
                </a:cubicBezTo>
                <a:cubicBezTo>
                  <a:pt x="2" y="16"/>
                  <a:pt x="2" y="16"/>
                  <a:pt x="2" y="16"/>
                </a:cubicBezTo>
                <a:cubicBezTo>
                  <a:pt x="1" y="16"/>
                  <a:pt x="0" y="15"/>
                  <a:pt x="0" y="15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11"/>
                  <a:pt x="1" y="11"/>
                  <a:pt x="2" y="11"/>
                </a:cubicBezTo>
                <a:cubicBezTo>
                  <a:pt x="14" y="11"/>
                  <a:pt x="14" y="11"/>
                  <a:pt x="14" y="11"/>
                </a:cubicBezTo>
                <a:cubicBezTo>
                  <a:pt x="17" y="4"/>
                  <a:pt x="17" y="4"/>
                  <a:pt x="17" y="4"/>
                </a:cubicBezTo>
                <a:cubicBezTo>
                  <a:pt x="18" y="2"/>
                  <a:pt x="20" y="0"/>
                  <a:pt x="22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0"/>
                  <a:pt x="40" y="2"/>
                  <a:pt x="41" y="4"/>
                </a:cubicBezTo>
                <a:cubicBezTo>
                  <a:pt x="43" y="11"/>
                  <a:pt x="43" y="11"/>
                  <a:pt x="43" y="11"/>
                </a:cubicBezTo>
                <a:cubicBezTo>
                  <a:pt x="56" y="11"/>
                  <a:pt x="56" y="11"/>
                  <a:pt x="56" y="11"/>
                </a:cubicBezTo>
                <a:cubicBezTo>
                  <a:pt x="56" y="11"/>
                  <a:pt x="57" y="11"/>
                  <a:pt x="57" y="12"/>
                </a:cubicBezTo>
                <a:lnTo>
                  <a:pt x="57" y="15"/>
                </a:lnTo>
                <a:close/>
                <a:moveTo>
                  <a:pt x="47" y="16"/>
                </a:moveTo>
                <a:cubicBezTo>
                  <a:pt x="11" y="16"/>
                  <a:pt x="11" y="16"/>
                  <a:pt x="11" y="16"/>
                </a:cubicBezTo>
                <a:cubicBezTo>
                  <a:pt x="11" y="54"/>
                  <a:pt x="11" y="54"/>
                  <a:pt x="11" y="54"/>
                </a:cubicBezTo>
                <a:cubicBezTo>
                  <a:pt x="11" y="56"/>
                  <a:pt x="12" y="57"/>
                  <a:pt x="12" y="57"/>
                </a:cubicBezTo>
                <a:cubicBezTo>
                  <a:pt x="45" y="57"/>
                  <a:pt x="45" y="57"/>
                  <a:pt x="45" y="57"/>
                </a:cubicBezTo>
                <a:cubicBezTo>
                  <a:pt x="46" y="57"/>
                  <a:pt x="47" y="56"/>
                  <a:pt x="47" y="54"/>
                </a:cubicBezTo>
                <a:lnTo>
                  <a:pt x="47" y="16"/>
                </a:lnTo>
                <a:close/>
                <a:moveTo>
                  <a:pt x="21" y="48"/>
                </a:moveTo>
                <a:cubicBezTo>
                  <a:pt x="21" y="49"/>
                  <a:pt x="20" y="49"/>
                  <a:pt x="20" y="49"/>
                </a:cubicBezTo>
                <a:cubicBezTo>
                  <a:pt x="17" y="49"/>
                  <a:pt x="17" y="49"/>
                  <a:pt x="17" y="49"/>
                </a:cubicBezTo>
                <a:cubicBezTo>
                  <a:pt x="16" y="49"/>
                  <a:pt x="16" y="49"/>
                  <a:pt x="16" y="48"/>
                </a:cubicBezTo>
                <a:cubicBezTo>
                  <a:pt x="16" y="25"/>
                  <a:pt x="16" y="25"/>
                  <a:pt x="16" y="25"/>
                </a:cubicBezTo>
                <a:cubicBezTo>
                  <a:pt x="16" y="24"/>
                  <a:pt x="16" y="24"/>
                  <a:pt x="17" y="24"/>
                </a:cubicBezTo>
                <a:cubicBezTo>
                  <a:pt x="20" y="24"/>
                  <a:pt x="20" y="24"/>
                  <a:pt x="20" y="24"/>
                </a:cubicBezTo>
                <a:cubicBezTo>
                  <a:pt x="20" y="24"/>
                  <a:pt x="21" y="24"/>
                  <a:pt x="21" y="25"/>
                </a:cubicBezTo>
                <a:lnTo>
                  <a:pt x="21" y="48"/>
                </a:lnTo>
                <a:close/>
                <a:moveTo>
                  <a:pt x="38" y="11"/>
                </a:moveTo>
                <a:cubicBezTo>
                  <a:pt x="36" y="6"/>
                  <a:pt x="36" y="6"/>
                  <a:pt x="36" y="6"/>
                </a:cubicBezTo>
                <a:cubicBezTo>
                  <a:pt x="36" y="6"/>
                  <a:pt x="35" y="6"/>
                  <a:pt x="35" y="6"/>
                </a:cubicBezTo>
                <a:cubicBezTo>
                  <a:pt x="22" y="6"/>
                  <a:pt x="22" y="6"/>
                  <a:pt x="22" y="6"/>
                </a:cubicBezTo>
                <a:cubicBezTo>
                  <a:pt x="22" y="6"/>
                  <a:pt x="22" y="6"/>
                  <a:pt x="22" y="6"/>
                </a:cubicBezTo>
                <a:cubicBezTo>
                  <a:pt x="20" y="11"/>
                  <a:pt x="20" y="11"/>
                  <a:pt x="20" y="11"/>
                </a:cubicBezTo>
                <a:lnTo>
                  <a:pt x="38" y="11"/>
                </a:lnTo>
                <a:close/>
                <a:moveTo>
                  <a:pt x="31" y="48"/>
                </a:moveTo>
                <a:cubicBezTo>
                  <a:pt x="31" y="49"/>
                  <a:pt x="31" y="49"/>
                  <a:pt x="30" y="49"/>
                </a:cubicBezTo>
                <a:cubicBezTo>
                  <a:pt x="27" y="49"/>
                  <a:pt x="27" y="49"/>
                  <a:pt x="27" y="49"/>
                </a:cubicBezTo>
                <a:cubicBezTo>
                  <a:pt x="27" y="49"/>
                  <a:pt x="26" y="49"/>
                  <a:pt x="26" y="48"/>
                </a:cubicBezTo>
                <a:cubicBezTo>
                  <a:pt x="26" y="25"/>
                  <a:pt x="26" y="25"/>
                  <a:pt x="26" y="25"/>
                </a:cubicBezTo>
                <a:cubicBezTo>
                  <a:pt x="26" y="24"/>
                  <a:pt x="27" y="24"/>
                  <a:pt x="27" y="24"/>
                </a:cubicBezTo>
                <a:cubicBezTo>
                  <a:pt x="30" y="24"/>
                  <a:pt x="30" y="24"/>
                  <a:pt x="30" y="24"/>
                </a:cubicBezTo>
                <a:cubicBezTo>
                  <a:pt x="31" y="24"/>
                  <a:pt x="31" y="24"/>
                  <a:pt x="31" y="25"/>
                </a:cubicBezTo>
                <a:lnTo>
                  <a:pt x="31" y="48"/>
                </a:lnTo>
                <a:close/>
                <a:moveTo>
                  <a:pt x="42" y="48"/>
                </a:moveTo>
                <a:cubicBezTo>
                  <a:pt x="42" y="49"/>
                  <a:pt x="41" y="49"/>
                  <a:pt x="40" y="49"/>
                </a:cubicBezTo>
                <a:cubicBezTo>
                  <a:pt x="38" y="49"/>
                  <a:pt x="38" y="49"/>
                  <a:pt x="38" y="49"/>
                </a:cubicBezTo>
                <a:cubicBezTo>
                  <a:pt x="37" y="49"/>
                  <a:pt x="36" y="49"/>
                  <a:pt x="36" y="48"/>
                </a:cubicBezTo>
                <a:cubicBezTo>
                  <a:pt x="36" y="25"/>
                  <a:pt x="36" y="25"/>
                  <a:pt x="36" y="25"/>
                </a:cubicBezTo>
                <a:cubicBezTo>
                  <a:pt x="36" y="24"/>
                  <a:pt x="37" y="24"/>
                  <a:pt x="38" y="24"/>
                </a:cubicBezTo>
                <a:cubicBezTo>
                  <a:pt x="40" y="24"/>
                  <a:pt x="40" y="24"/>
                  <a:pt x="40" y="24"/>
                </a:cubicBezTo>
                <a:cubicBezTo>
                  <a:pt x="41" y="24"/>
                  <a:pt x="42" y="24"/>
                  <a:pt x="42" y="25"/>
                </a:cubicBezTo>
                <a:lnTo>
                  <a:pt x="42" y="4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7" name="Freeform 21"/>
          <p:cNvSpPr/>
          <p:nvPr/>
        </p:nvSpPr>
        <p:spPr>
          <a:xfrm>
            <a:off x="7927920" y="1238400"/>
            <a:ext cx="236520" cy="191880"/>
          </a:xfrm>
          <a:custGeom>
            <a:avLst/>
            <a:gdLst/>
            <a:ahLst/>
            <a:rect l="l" t="t" r="r" b="b"/>
            <a:pathLst>
              <a:path w="69" h="56">
                <a:moveTo>
                  <a:pt x="69" y="43"/>
                </a:moveTo>
                <a:cubicBezTo>
                  <a:pt x="69" y="46"/>
                  <a:pt x="66" y="46"/>
                  <a:pt x="64" y="46"/>
                </a:cubicBezTo>
                <a:cubicBezTo>
                  <a:pt x="64" y="52"/>
                  <a:pt x="60" y="56"/>
                  <a:pt x="54" y="56"/>
                </a:cubicBezTo>
                <a:cubicBezTo>
                  <a:pt x="48" y="56"/>
                  <a:pt x="44" y="52"/>
                  <a:pt x="44" y="46"/>
                </a:cubicBezTo>
                <a:cubicBezTo>
                  <a:pt x="28" y="46"/>
                  <a:pt x="28" y="46"/>
                  <a:pt x="28" y="46"/>
                </a:cubicBezTo>
                <a:cubicBezTo>
                  <a:pt x="28" y="52"/>
                  <a:pt x="24" y="56"/>
                  <a:pt x="18" y="56"/>
                </a:cubicBezTo>
                <a:cubicBezTo>
                  <a:pt x="12" y="56"/>
                  <a:pt x="8" y="52"/>
                  <a:pt x="8" y="46"/>
                </a:cubicBezTo>
                <a:cubicBezTo>
                  <a:pt x="5" y="46"/>
                  <a:pt x="5" y="46"/>
                  <a:pt x="5" y="46"/>
                </a:cubicBezTo>
                <a:cubicBezTo>
                  <a:pt x="3" y="46"/>
                  <a:pt x="0" y="46"/>
                  <a:pt x="0" y="43"/>
                </a:cubicBezTo>
                <a:cubicBezTo>
                  <a:pt x="0" y="42"/>
                  <a:pt x="1" y="41"/>
                  <a:pt x="3" y="41"/>
                </a:cubicBezTo>
                <a:cubicBezTo>
                  <a:pt x="3" y="28"/>
                  <a:pt x="3" y="28"/>
                  <a:pt x="3" y="28"/>
                </a:cubicBezTo>
                <a:cubicBezTo>
                  <a:pt x="3" y="25"/>
                  <a:pt x="2" y="22"/>
                  <a:pt x="4" y="20"/>
                </a:cubicBezTo>
                <a:cubicBezTo>
                  <a:pt x="12" y="12"/>
                  <a:pt x="12" y="12"/>
                  <a:pt x="12" y="12"/>
                </a:cubicBezTo>
                <a:cubicBezTo>
                  <a:pt x="13" y="11"/>
                  <a:pt x="15" y="10"/>
                  <a:pt x="17" y="10"/>
                </a:cubicBezTo>
                <a:cubicBezTo>
                  <a:pt x="23" y="10"/>
                  <a:pt x="23" y="10"/>
                  <a:pt x="23" y="10"/>
                </a:cubicBezTo>
                <a:cubicBezTo>
                  <a:pt x="23" y="2"/>
                  <a:pt x="23" y="2"/>
                  <a:pt x="23" y="2"/>
                </a:cubicBezTo>
                <a:cubicBezTo>
                  <a:pt x="23" y="1"/>
                  <a:pt x="24" y="0"/>
                  <a:pt x="26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68" y="0"/>
                  <a:pt x="69" y="1"/>
                  <a:pt x="69" y="2"/>
                </a:cubicBezTo>
                <a:lnTo>
                  <a:pt x="69" y="43"/>
                </a:lnTo>
                <a:close/>
                <a:moveTo>
                  <a:pt x="23" y="25"/>
                </a:moveTo>
                <a:cubicBezTo>
                  <a:pt x="23" y="15"/>
                  <a:pt x="23" y="15"/>
                  <a:pt x="23" y="15"/>
                </a:cubicBezTo>
                <a:cubicBezTo>
                  <a:pt x="17" y="15"/>
                  <a:pt x="17" y="15"/>
                  <a:pt x="17" y="15"/>
                </a:cubicBezTo>
                <a:cubicBezTo>
                  <a:pt x="17" y="15"/>
                  <a:pt x="16" y="15"/>
                  <a:pt x="16" y="15"/>
                </a:cubicBezTo>
                <a:cubicBezTo>
                  <a:pt x="8" y="23"/>
                  <a:pt x="8" y="23"/>
                  <a:pt x="8" y="23"/>
                </a:cubicBezTo>
                <a:cubicBezTo>
                  <a:pt x="8" y="23"/>
                  <a:pt x="8" y="24"/>
                  <a:pt x="8" y="24"/>
                </a:cubicBezTo>
                <a:cubicBezTo>
                  <a:pt x="8" y="25"/>
                  <a:pt x="8" y="25"/>
                  <a:pt x="8" y="25"/>
                </a:cubicBezTo>
                <a:lnTo>
                  <a:pt x="23" y="25"/>
                </a:lnTo>
                <a:close/>
                <a:moveTo>
                  <a:pt x="18" y="41"/>
                </a:moveTo>
                <a:cubicBezTo>
                  <a:pt x="15" y="41"/>
                  <a:pt x="13" y="43"/>
                  <a:pt x="13" y="46"/>
                </a:cubicBezTo>
                <a:cubicBezTo>
                  <a:pt x="13" y="49"/>
                  <a:pt x="15" y="51"/>
                  <a:pt x="18" y="51"/>
                </a:cubicBezTo>
                <a:cubicBezTo>
                  <a:pt x="21" y="51"/>
                  <a:pt x="23" y="49"/>
                  <a:pt x="23" y="46"/>
                </a:cubicBezTo>
                <a:cubicBezTo>
                  <a:pt x="23" y="43"/>
                  <a:pt x="21" y="41"/>
                  <a:pt x="18" y="41"/>
                </a:cubicBezTo>
                <a:close/>
                <a:moveTo>
                  <a:pt x="54" y="41"/>
                </a:moveTo>
                <a:cubicBezTo>
                  <a:pt x="51" y="41"/>
                  <a:pt x="49" y="43"/>
                  <a:pt x="49" y="46"/>
                </a:cubicBezTo>
                <a:cubicBezTo>
                  <a:pt x="49" y="49"/>
                  <a:pt x="51" y="51"/>
                  <a:pt x="54" y="51"/>
                </a:cubicBezTo>
                <a:cubicBezTo>
                  <a:pt x="57" y="51"/>
                  <a:pt x="59" y="49"/>
                  <a:pt x="59" y="46"/>
                </a:cubicBezTo>
                <a:cubicBezTo>
                  <a:pt x="59" y="43"/>
                  <a:pt x="57" y="41"/>
                  <a:pt x="54" y="4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8" name="Freeform 22"/>
          <p:cNvSpPr/>
          <p:nvPr/>
        </p:nvSpPr>
        <p:spPr>
          <a:xfrm>
            <a:off x="8412120" y="1217520"/>
            <a:ext cx="209520" cy="212760"/>
          </a:xfrm>
          <a:custGeom>
            <a:avLst/>
            <a:gdLst/>
            <a:ahLst/>
            <a:rect l="l" t="t" r="r" b="b"/>
            <a:pathLst>
              <a:path w="61" h="62">
                <a:moveTo>
                  <a:pt x="61" y="51"/>
                </a:moveTo>
                <a:cubicBezTo>
                  <a:pt x="61" y="57"/>
                  <a:pt x="56" y="62"/>
                  <a:pt x="50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5" y="62"/>
                  <a:pt x="0" y="57"/>
                  <a:pt x="0" y="51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6"/>
                  <a:pt x="5" y="0"/>
                  <a:pt x="11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6" y="0"/>
                  <a:pt x="61" y="6"/>
                  <a:pt x="61" y="12"/>
                </a:cubicBezTo>
                <a:lnTo>
                  <a:pt x="61" y="51"/>
                </a:lnTo>
                <a:close/>
                <a:moveTo>
                  <a:pt x="43" y="47"/>
                </a:moveTo>
                <a:cubicBezTo>
                  <a:pt x="42" y="47"/>
                  <a:pt x="40" y="48"/>
                  <a:pt x="39" y="48"/>
                </a:cubicBezTo>
                <a:cubicBezTo>
                  <a:pt x="35" y="48"/>
                  <a:pt x="34" y="45"/>
                  <a:pt x="34" y="42"/>
                </a:cubicBezTo>
                <a:cubicBezTo>
                  <a:pt x="34" y="26"/>
                  <a:pt x="34" y="26"/>
                  <a:pt x="34" y="26"/>
                </a:cubicBezTo>
                <a:cubicBezTo>
                  <a:pt x="44" y="26"/>
                  <a:pt x="44" y="26"/>
                  <a:pt x="44" y="26"/>
                </a:cubicBezTo>
                <a:cubicBezTo>
                  <a:pt x="44" y="19"/>
                  <a:pt x="44" y="19"/>
                  <a:pt x="44" y="19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6"/>
                  <a:pt x="34" y="6"/>
                  <a:pt x="34" y="6"/>
                </a:cubicBezTo>
                <a:cubicBezTo>
                  <a:pt x="26" y="6"/>
                  <a:pt x="26" y="6"/>
                  <a:pt x="26" y="6"/>
                </a:cubicBezTo>
                <a:cubicBezTo>
                  <a:pt x="26" y="6"/>
                  <a:pt x="26" y="6"/>
                  <a:pt x="26" y="6"/>
                </a:cubicBezTo>
                <a:cubicBezTo>
                  <a:pt x="26" y="10"/>
                  <a:pt x="24" y="17"/>
                  <a:pt x="16" y="20"/>
                </a:cubicBezTo>
                <a:cubicBezTo>
                  <a:pt x="16" y="26"/>
                  <a:pt x="16" y="26"/>
                  <a:pt x="16" y="26"/>
                </a:cubicBezTo>
                <a:cubicBezTo>
                  <a:pt x="21" y="26"/>
                  <a:pt x="21" y="26"/>
                  <a:pt x="21" y="26"/>
                </a:cubicBezTo>
                <a:cubicBezTo>
                  <a:pt x="21" y="43"/>
                  <a:pt x="21" y="43"/>
                  <a:pt x="21" y="43"/>
                </a:cubicBezTo>
                <a:cubicBezTo>
                  <a:pt x="21" y="49"/>
                  <a:pt x="25" y="57"/>
                  <a:pt x="36" y="57"/>
                </a:cubicBezTo>
                <a:cubicBezTo>
                  <a:pt x="40" y="57"/>
                  <a:pt x="44" y="55"/>
                  <a:pt x="45" y="54"/>
                </a:cubicBezTo>
                <a:lnTo>
                  <a:pt x="43" y="4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9" name="Freeform 23"/>
          <p:cNvSpPr/>
          <p:nvPr/>
        </p:nvSpPr>
        <p:spPr>
          <a:xfrm>
            <a:off x="8839080" y="1217520"/>
            <a:ext cx="212760" cy="212760"/>
          </a:xfrm>
          <a:custGeom>
            <a:avLst/>
            <a:gdLst/>
            <a:ahLst/>
            <a:rect l="l" t="t" r="r" b="b"/>
            <a:pathLst>
              <a:path w="62" h="62">
                <a:moveTo>
                  <a:pt x="62" y="51"/>
                </a:moveTo>
                <a:cubicBezTo>
                  <a:pt x="62" y="57"/>
                  <a:pt x="57" y="62"/>
                  <a:pt x="51" y="62"/>
                </a:cubicBezTo>
                <a:cubicBezTo>
                  <a:pt x="12" y="62"/>
                  <a:pt x="12" y="62"/>
                  <a:pt x="12" y="62"/>
                </a:cubicBezTo>
                <a:cubicBezTo>
                  <a:pt x="6" y="62"/>
                  <a:pt x="0" y="57"/>
                  <a:pt x="0" y="51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6"/>
                  <a:pt x="6" y="0"/>
                  <a:pt x="12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7" y="0"/>
                  <a:pt x="62" y="6"/>
                  <a:pt x="62" y="12"/>
                </a:cubicBezTo>
                <a:lnTo>
                  <a:pt x="62" y="51"/>
                </a:lnTo>
                <a:close/>
                <a:moveTo>
                  <a:pt x="47" y="21"/>
                </a:moveTo>
                <a:cubicBezTo>
                  <a:pt x="49" y="20"/>
                  <a:pt x="50" y="18"/>
                  <a:pt x="51" y="16"/>
                </a:cubicBezTo>
                <a:cubicBezTo>
                  <a:pt x="49" y="17"/>
                  <a:pt x="47" y="18"/>
                  <a:pt x="45" y="19"/>
                </a:cubicBezTo>
                <a:cubicBezTo>
                  <a:pt x="44" y="17"/>
                  <a:pt x="42" y="16"/>
                  <a:pt x="39" y="16"/>
                </a:cubicBezTo>
                <a:cubicBezTo>
                  <a:pt x="35" y="16"/>
                  <a:pt x="31" y="20"/>
                  <a:pt x="31" y="24"/>
                </a:cubicBezTo>
                <a:cubicBezTo>
                  <a:pt x="31" y="25"/>
                  <a:pt x="31" y="26"/>
                  <a:pt x="31" y="26"/>
                </a:cubicBezTo>
                <a:cubicBezTo>
                  <a:pt x="24" y="26"/>
                  <a:pt x="18" y="23"/>
                  <a:pt x="14" y="17"/>
                </a:cubicBezTo>
                <a:cubicBezTo>
                  <a:pt x="13" y="19"/>
                  <a:pt x="12" y="20"/>
                  <a:pt x="12" y="22"/>
                </a:cubicBezTo>
                <a:cubicBezTo>
                  <a:pt x="12" y="25"/>
                  <a:pt x="14" y="27"/>
                  <a:pt x="16" y="29"/>
                </a:cubicBezTo>
                <a:cubicBezTo>
                  <a:pt x="15" y="29"/>
                  <a:pt x="13" y="28"/>
                  <a:pt x="12" y="28"/>
                </a:cubicBezTo>
                <a:cubicBezTo>
                  <a:pt x="12" y="28"/>
                  <a:pt x="12" y="28"/>
                  <a:pt x="12" y="28"/>
                </a:cubicBezTo>
                <a:cubicBezTo>
                  <a:pt x="12" y="32"/>
                  <a:pt x="15" y="35"/>
                  <a:pt x="19" y="36"/>
                </a:cubicBezTo>
                <a:cubicBezTo>
                  <a:pt x="18" y="36"/>
                  <a:pt x="18" y="36"/>
                  <a:pt x="17" y="36"/>
                </a:cubicBezTo>
                <a:cubicBezTo>
                  <a:pt x="16" y="36"/>
                  <a:pt x="16" y="36"/>
                  <a:pt x="15" y="36"/>
                </a:cubicBezTo>
                <a:cubicBezTo>
                  <a:pt x="16" y="39"/>
                  <a:pt x="20" y="42"/>
                  <a:pt x="23" y="42"/>
                </a:cubicBezTo>
                <a:cubicBezTo>
                  <a:pt x="20" y="44"/>
                  <a:pt x="17" y="46"/>
                  <a:pt x="13" y="46"/>
                </a:cubicBezTo>
                <a:cubicBezTo>
                  <a:pt x="12" y="46"/>
                  <a:pt x="11" y="46"/>
                  <a:pt x="11" y="46"/>
                </a:cubicBezTo>
                <a:cubicBezTo>
                  <a:pt x="14" y="48"/>
                  <a:pt x="19" y="49"/>
                  <a:pt x="24" y="49"/>
                </a:cubicBezTo>
                <a:cubicBezTo>
                  <a:pt x="39" y="49"/>
                  <a:pt x="48" y="36"/>
                  <a:pt x="48" y="25"/>
                </a:cubicBezTo>
                <a:cubicBezTo>
                  <a:pt x="48" y="25"/>
                  <a:pt x="48" y="25"/>
                  <a:pt x="48" y="24"/>
                </a:cubicBezTo>
                <a:cubicBezTo>
                  <a:pt x="49" y="23"/>
                  <a:pt x="51" y="22"/>
                  <a:pt x="52" y="20"/>
                </a:cubicBezTo>
                <a:cubicBezTo>
                  <a:pt x="50" y="20"/>
                  <a:pt x="49" y="21"/>
                  <a:pt x="47" y="2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20" name="Freeform 24"/>
          <p:cNvSpPr/>
          <p:nvPr/>
        </p:nvSpPr>
        <p:spPr>
          <a:xfrm>
            <a:off x="65160" y="1585800"/>
            <a:ext cx="264960" cy="247680"/>
          </a:xfrm>
          <a:custGeom>
            <a:avLst/>
            <a:gdLst/>
            <a:ahLst/>
            <a:rect l="l" t="t" r="r" b="b"/>
            <a:pathLst>
              <a:path w="77" h="72">
                <a:moveTo>
                  <a:pt x="77" y="16"/>
                </a:moveTo>
                <a:cubicBezTo>
                  <a:pt x="77" y="21"/>
                  <a:pt x="77" y="21"/>
                  <a:pt x="77" y="21"/>
                </a:cubicBezTo>
                <a:cubicBezTo>
                  <a:pt x="72" y="21"/>
                  <a:pt x="72" y="21"/>
                  <a:pt x="72" y="21"/>
                </a:cubicBezTo>
                <a:cubicBezTo>
                  <a:pt x="72" y="22"/>
                  <a:pt x="70" y="23"/>
                  <a:pt x="69" y="23"/>
                </a:cubicBezTo>
                <a:cubicBezTo>
                  <a:pt x="8" y="23"/>
                  <a:pt x="8" y="23"/>
                  <a:pt x="8" y="23"/>
                </a:cubicBezTo>
                <a:cubicBezTo>
                  <a:pt x="6" y="23"/>
                  <a:pt x="5" y="22"/>
                  <a:pt x="5" y="21"/>
                </a:cubicBezTo>
                <a:cubicBezTo>
                  <a:pt x="0" y="21"/>
                  <a:pt x="0" y="21"/>
                  <a:pt x="0" y="21"/>
                </a:cubicBezTo>
                <a:cubicBezTo>
                  <a:pt x="0" y="16"/>
                  <a:pt x="0" y="16"/>
                  <a:pt x="0" y="16"/>
                </a:cubicBezTo>
                <a:cubicBezTo>
                  <a:pt x="38" y="0"/>
                  <a:pt x="38" y="0"/>
                  <a:pt x="38" y="0"/>
                </a:cubicBezTo>
                <a:lnTo>
                  <a:pt x="77" y="16"/>
                </a:lnTo>
                <a:close/>
                <a:moveTo>
                  <a:pt x="77" y="67"/>
                </a:moveTo>
                <a:cubicBezTo>
                  <a:pt x="77" y="72"/>
                  <a:pt x="77" y="72"/>
                  <a:pt x="77" y="72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66"/>
                  <a:pt x="1" y="65"/>
                  <a:pt x="3" y="65"/>
                </a:cubicBezTo>
                <a:cubicBezTo>
                  <a:pt x="74" y="65"/>
                  <a:pt x="74" y="65"/>
                  <a:pt x="74" y="65"/>
                </a:cubicBezTo>
                <a:cubicBezTo>
                  <a:pt x="76" y="65"/>
                  <a:pt x="77" y="66"/>
                  <a:pt x="77" y="67"/>
                </a:cubicBezTo>
                <a:close/>
                <a:moveTo>
                  <a:pt x="20" y="26"/>
                </a:moveTo>
                <a:cubicBezTo>
                  <a:pt x="20" y="57"/>
                  <a:pt x="20" y="57"/>
                  <a:pt x="20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26"/>
                  <a:pt x="25" y="26"/>
                  <a:pt x="25" y="26"/>
                </a:cubicBezTo>
                <a:cubicBezTo>
                  <a:pt x="36" y="26"/>
                  <a:pt x="36" y="26"/>
                  <a:pt x="36" y="26"/>
                </a:cubicBezTo>
                <a:cubicBezTo>
                  <a:pt x="36" y="57"/>
                  <a:pt x="36" y="57"/>
                  <a:pt x="36" y="57"/>
                </a:cubicBezTo>
                <a:cubicBezTo>
                  <a:pt x="41" y="57"/>
                  <a:pt x="41" y="57"/>
                  <a:pt x="41" y="57"/>
                </a:cubicBezTo>
                <a:cubicBezTo>
                  <a:pt x="41" y="26"/>
                  <a:pt x="41" y="26"/>
                  <a:pt x="41" y="26"/>
                </a:cubicBezTo>
                <a:cubicBezTo>
                  <a:pt x="51" y="26"/>
                  <a:pt x="51" y="26"/>
                  <a:pt x="51" y="26"/>
                </a:cubicBezTo>
                <a:cubicBezTo>
                  <a:pt x="51" y="57"/>
                  <a:pt x="51" y="57"/>
                  <a:pt x="51" y="57"/>
                </a:cubicBezTo>
                <a:cubicBezTo>
                  <a:pt x="56" y="57"/>
                  <a:pt x="56" y="57"/>
                  <a:pt x="56" y="57"/>
                </a:cubicBezTo>
                <a:cubicBezTo>
                  <a:pt x="56" y="26"/>
                  <a:pt x="56" y="26"/>
                  <a:pt x="56" y="26"/>
                </a:cubicBezTo>
                <a:cubicBezTo>
                  <a:pt x="67" y="26"/>
                  <a:pt x="67" y="26"/>
                  <a:pt x="67" y="26"/>
                </a:cubicBezTo>
                <a:cubicBezTo>
                  <a:pt x="67" y="57"/>
                  <a:pt x="67" y="57"/>
                  <a:pt x="67" y="57"/>
                </a:cubicBezTo>
                <a:cubicBezTo>
                  <a:pt x="69" y="57"/>
                  <a:pt x="69" y="57"/>
                  <a:pt x="69" y="57"/>
                </a:cubicBezTo>
                <a:cubicBezTo>
                  <a:pt x="70" y="57"/>
                  <a:pt x="72" y="58"/>
                  <a:pt x="72" y="59"/>
                </a:cubicBezTo>
                <a:cubicBezTo>
                  <a:pt x="72" y="62"/>
                  <a:pt x="72" y="62"/>
                  <a:pt x="72" y="62"/>
                </a:cubicBezTo>
                <a:cubicBezTo>
                  <a:pt x="5" y="62"/>
                  <a:pt x="5" y="62"/>
                  <a:pt x="5" y="62"/>
                </a:cubicBezTo>
                <a:cubicBezTo>
                  <a:pt x="5" y="59"/>
                  <a:pt x="5" y="59"/>
                  <a:pt x="5" y="59"/>
                </a:cubicBezTo>
                <a:cubicBezTo>
                  <a:pt x="5" y="58"/>
                  <a:pt x="6" y="57"/>
                  <a:pt x="8" y="57"/>
                </a:cubicBezTo>
                <a:cubicBezTo>
                  <a:pt x="10" y="57"/>
                  <a:pt x="10" y="57"/>
                  <a:pt x="10" y="57"/>
                </a:cubicBezTo>
                <a:cubicBezTo>
                  <a:pt x="10" y="26"/>
                  <a:pt x="10" y="26"/>
                  <a:pt x="10" y="26"/>
                </a:cubicBezTo>
                <a:lnTo>
                  <a:pt x="20" y="2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21" name="Freeform 25"/>
          <p:cNvSpPr/>
          <p:nvPr/>
        </p:nvSpPr>
        <p:spPr>
          <a:xfrm>
            <a:off x="495360" y="1612800"/>
            <a:ext cx="144360" cy="196920"/>
          </a:xfrm>
          <a:custGeom>
            <a:avLst/>
            <a:gdLst/>
            <a:ahLst/>
            <a:rect l="l" t="t" r="r" b="b"/>
            <a:pathLst>
              <a:path w="42" h="57">
                <a:moveTo>
                  <a:pt x="39" y="23"/>
                </a:moveTo>
                <a:cubicBezTo>
                  <a:pt x="3" y="23"/>
                  <a:pt x="3" y="23"/>
                  <a:pt x="3" y="23"/>
                </a:cubicBezTo>
                <a:cubicBezTo>
                  <a:pt x="2" y="23"/>
                  <a:pt x="0" y="22"/>
                  <a:pt x="0" y="21"/>
                </a:cubicBezTo>
                <a:cubicBezTo>
                  <a:pt x="0" y="20"/>
                  <a:pt x="1" y="19"/>
                  <a:pt x="1" y="19"/>
                </a:cubicBezTo>
                <a:cubicBezTo>
                  <a:pt x="19" y="1"/>
                  <a:pt x="19" y="1"/>
                  <a:pt x="19" y="1"/>
                </a:cubicBezTo>
                <a:cubicBezTo>
                  <a:pt x="20" y="0"/>
                  <a:pt x="20" y="0"/>
                  <a:pt x="21" y="0"/>
                </a:cubicBezTo>
                <a:cubicBezTo>
                  <a:pt x="22" y="0"/>
                  <a:pt x="22" y="0"/>
                  <a:pt x="23" y="1"/>
                </a:cubicBezTo>
                <a:cubicBezTo>
                  <a:pt x="41" y="19"/>
                  <a:pt x="41" y="19"/>
                  <a:pt x="41" y="19"/>
                </a:cubicBezTo>
                <a:cubicBezTo>
                  <a:pt x="41" y="19"/>
                  <a:pt x="42" y="20"/>
                  <a:pt x="42" y="21"/>
                </a:cubicBezTo>
                <a:cubicBezTo>
                  <a:pt x="42" y="22"/>
                  <a:pt x="40" y="23"/>
                  <a:pt x="39" y="23"/>
                </a:cubicBezTo>
                <a:close/>
                <a:moveTo>
                  <a:pt x="41" y="38"/>
                </a:moveTo>
                <a:cubicBezTo>
                  <a:pt x="23" y="56"/>
                  <a:pt x="23" y="56"/>
                  <a:pt x="23" y="56"/>
                </a:cubicBezTo>
                <a:cubicBezTo>
                  <a:pt x="22" y="56"/>
                  <a:pt x="22" y="57"/>
                  <a:pt x="21" y="57"/>
                </a:cubicBezTo>
                <a:cubicBezTo>
                  <a:pt x="20" y="57"/>
                  <a:pt x="20" y="56"/>
                  <a:pt x="19" y="56"/>
                </a:cubicBezTo>
                <a:cubicBezTo>
                  <a:pt x="1" y="38"/>
                  <a:pt x="1" y="38"/>
                  <a:pt x="1" y="38"/>
                </a:cubicBezTo>
                <a:cubicBezTo>
                  <a:pt x="1" y="37"/>
                  <a:pt x="0" y="37"/>
                  <a:pt x="0" y="36"/>
                </a:cubicBezTo>
                <a:cubicBezTo>
                  <a:pt x="0" y="35"/>
                  <a:pt x="2" y="33"/>
                  <a:pt x="3" y="33"/>
                </a:cubicBezTo>
                <a:cubicBezTo>
                  <a:pt x="39" y="33"/>
                  <a:pt x="39" y="33"/>
                  <a:pt x="39" y="33"/>
                </a:cubicBezTo>
                <a:cubicBezTo>
                  <a:pt x="40" y="33"/>
                  <a:pt x="42" y="35"/>
                  <a:pt x="42" y="36"/>
                </a:cubicBezTo>
                <a:cubicBezTo>
                  <a:pt x="42" y="37"/>
                  <a:pt x="41" y="37"/>
                  <a:pt x="41" y="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22" name="Freeform 26"/>
          <p:cNvSpPr/>
          <p:nvPr/>
        </p:nvSpPr>
        <p:spPr>
          <a:xfrm>
            <a:off x="988920" y="1603440"/>
            <a:ext cx="196920" cy="212760"/>
          </a:xfrm>
          <a:custGeom>
            <a:avLst/>
            <a:gdLst/>
            <a:ahLst/>
            <a:rect l="l" t="t" r="r" b="b"/>
            <a:pathLst>
              <a:path w="57" h="62">
                <a:moveTo>
                  <a:pt x="46" y="62"/>
                </a:moveTo>
                <a:cubicBezTo>
                  <a:pt x="11" y="62"/>
                  <a:pt x="11" y="62"/>
                  <a:pt x="11" y="62"/>
                </a:cubicBezTo>
                <a:cubicBezTo>
                  <a:pt x="5" y="62"/>
                  <a:pt x="0" y="58"/>
                  <a:pt x="0" y="52"/>
                </a:cubicBezTo>
                <a:cubicBezTo>
                  <a:pt x="0" y="44"/>
                  <a:pt x="2" y="31"/>
                  <a:pt x="12" y="29"/>
                </a:cubicBezTo>
                <a:cubicBezTo>
                  <a:pt x="11" y="31"/>
                  <a:pt x="11" y="32"/>
                  <a:pt x="11" y="34"/>
                </a:cubicBezTo>
                <a:cubicBezTo>
                  <a:pt x="11" y="42"/>
                  <a:pt x="11" y="42"/>
                  <a:pt x="11" y="42"/>
                </a:cubicBezTo>
                <a:cubicBezTo>
                  <a:pt x="8" y="43"/>
                  <a:pt x="6" y="46"/>
                  <a:pt x="6" y="49"/>
                </a:cubicBezTo>
                <a:cubicBezTo>
                  <a:pt x="6" y="54"/>
                  <a:pt x="9" y="57"/>
                  <a:pt x="13" y="57"/>
                </a:cubicBezTo>
                <a:cubicBezTo>
                  <a:pt x="18" y="57"/>
                  <a:pt x="21" y="54"/>
                  <a:pt x="21" y="49"/>
                </a:cubicBezTo>
                <a:cubicBezTo>
                  <a:pt x="21" y="46"/>
                  <a:pt x="19" y="43"/>
                  <a:pt x="16" y="42"/>
                </a:cubicBezTo>
                <a:cubicBezTo>
                  <a:pt x="16" y="34"/>
                  <a:pt x="16" y="34"/>
                  <a:pt x="16" y="34"/>
                </a:cubicBezTo>
                <a:cubicBezTo>
                  <a:pt x="16" y="33"/>
                  <a:pt x="16" y="31"/>
                  <a:pt x="17" y="30"/>
                </a:cubicBezTo>
                <a:cubicBezTo>
                  <a:pt x="20" y="33"/>
                  <a:pt x="24" y="34"/>
                  <a:pt x="29" y="34"/>
                </a:cubicBezTo>
                <a:cubicBezTo>
                  <a:pt x="33" y="34"/>
                  <a:pt x="37" y="33"/>
                  <a:pt x="41" y="30"/>
                </a:cubicBezTo>
                <a:cubicBezTo>
                  <a:pt x="41" y="31"/>
                  <a:pt x="42" y="33"/>
                  <a:pt x="42" y="34"/>
                </a:cubicBezTo>
                <a:cubicBezTo>
                  <a:pt x="42" y="36"/>
                  <a:pt x="42" y="36"/>
                  <a:pt x="42" y="36"/>
                </a:cubicBezTo>
                <a:cubicBezTo>
                  <a:pt x="36" y="36"/>
                  <a:pt x="31" y="41"/>
                  <a:pt x="31" y="47"/>
                </a:cubicBezTo>
                <a:cubicBezTo>
                  <a:pt x="31" y="50"/>
                  <a:pt x="31" y="50"/>
                  <a:pt x="31" y="50"/>
                </a:cubicBezTo>
                <a:cubicBezTo>
                  <a:pt x="31" y="51"/>
                  <a:pt x="30" y="52"/>
                  <a:pt x="30" y="53"/>
                </a:cubicBezTo>
                <a:cubicBezTo>
                  <a:pt x="30" y="55"/>
                  <a:pt x="32" y="57"/>
                  <a:pt x="34" y="57"/>
                </a:cubicBezTo>
                <a:cubicBezTo>
                  <a:pt x="36" y="57"/>
                  <a:pt x="38" y="55"/>
                  <a:pt x="38" y="53"/>
                </a:cubicBezTo>
                <a:cubicBezTo>
                  <a:pt x="38" y="52"/>
                  <a:pt x="37" y="51"/>
                  <a:pt x="36" y="50"/>
                </a:cubicBezTo>
                <a:cubicBezTo>
                  <a:pt x="36" y="47"/>
                  <a:pt x="36" y="47"/>
                  <a:pt x="36" y="47"/>
                </a:cubicBezTo>
                <a:cubicBezTo>
                  <a:pt x="36" y="44"/>
                  <a:pt x="39" y="42"/>
                  <a:pt x="42" y="42"/>
                </a:cubicBezTo>
                <a:cubicBezTo>
                  <a:pt x="44" y="42"/>
                  <a:pt x="47" y="44"/>
                  <a:pt x="47" y="47"/>
                </a:cubicBezTo>
                <a:cubicBezTo>
                  <a:pt x="47" y="50"/>
                  <a:pt x="47" y="50"/>
                  <a:pt x="47" y="50"/>
                </a:cubicBezTo>
                <a:cubicBezTo>
                  <a:pt x="46" y="51"/>
                  <a:pt x="45" y="52"/>
                  <a:pt x="45" y="53"/>
                </a:cubicBezTo>
                <a:cubicBezTo>
                  <a:pt x="45" y="55"/>
                  <a:pt x="47" y="57"/>
                  <a:pt x="49" y="57"/>
                </a:cubicBezTo>
                <a:cubicBezTo>
                  <a:pt x="51" y="57"/>
                  <a:pt x="53" y="55"/>
                  <a:pt x="53" y="53"/>
                </a:cubicBezTo>
                <a:cubicBezTo>
                  <a:pt x="53" y="52"/>
                  <a:pt x="53" y="51"/>
                  <a:pt x="52" y="50"/>
                </a:cubicBezTo>
                <a:cubicBezTo>
                  <a:pt x="52" y="47"/>
                  <a:pt x="52" y="47"/>
                  <a:pt x="52" y="47"/>
                </a:cubicBezTo>
                <a:cubicBezTo>
                  <a:pt x="52" y="43"/>
                  <a:pt x="50" y="40"/>
                  <a:pt x="47" y="38"/>
                </a:cubicBezTo>
                <a:cubicBezTo>
                  <a:pt x="47" y="35"/>
                  <a:pt x="47" y="32"/>
                  <a:pt x="46" y="29"/>
                </a:cubicBezTo>
                <a:cubicBezTo>
                  <a:pt x="55" y="31"/>
                  <a:pt x="57" y="44"/>
                  <a:pt x="57" y="52"/>
                </a:cubicBezTo>
                <a:cubicBezTo>
                  <a:pt x="57" y="58"/>
                  <a:pt x="53" y="62"/>
                  <a:pt x="46" y="62"/>
                </a:cubicBezTo>
                <a:close/>
                <a:moveTo>
                  <a:pt x="13" y="52"/>
                </a:moveTo>
                <a:cubicBezTo>
                  <a:pt x="12" y="52"/>
                  <a:pt x="11" y="51"/>
                  <a:pt x="11" y="49"/>
                </a:cubicBezTo>
                <a:cubicBezTo>
                  <a:pt x="11" y="48"/>
                  <a:pt x="12" y="47"/>
                  <a:pt x="13" y="47"/>
                </a:cubicBezTo>
                <a:cubicBezTo>
                  <a:pt x="15" y="47"/>
                  <a:pt x="16" y="48"/>
                  <a:pt x="16" y="49"/>
                </a:cubicBezTo>
                <a:cubicBezTo>
                  <a:pt x="16" y="51"/>
                  <a:pt x="15" y="52"/>
                  <a:pt x="13" y="52"/>
                </a:cubicBezTo>
                <a:close/>
                <a:moveTo>
                  <a:pt x="29" y="31"/>
                </a:moveTo>
                <a:cubicBezTo>
                  <a:pt x="20" y="31"/>
                  <a:pt x="13" y="24"/>
                  <a:pt x="13" y="16"/>
                </a:cubicBezTo>
                <a:cubicBezTo>
                  <a:pt x="13" y="7"/>
                  <a:pt x="20" y="0"/>
                  <a:pt x="29" y="0"/>
                </a:cubicBezTo>
                <a:cubicBezTo>
                  <a:pt x="37" y="0"/>
                  <a:pt x="44" y="7"/>
                  <a:pt x="44" y="16"/>
                </a:cubicBezTo>
                <a:cubicBezTo>
                  <a:pt x="44" y="24"/>
                  <a:pt x="37" y="31"/>
                  <a:pt x="29" y="3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23" name="Freeform 27"/>
          <p:cNvSpPr/>
          <p:nvPr/>
        </p:nvSpPr>
        <p:spPr>
          <a:xfrm>
            <a:off x="1487520" y="1585800"/>
            <a:ext cx="203040" cy="233640"/>
          </a:xfrm>
          <a:custGeom>
            <a:avLst/>
            <a:gdLst/>
            <a:ahLst/>
            <a:rect l="l" t="t" r="r" b="b"/>
            <a:pathLst>
              <a:path w="59" h="68">
                <a:moveTo>
                  <a:pt x="59" y="41"/>
                </a:moveTo>
                <a:cubicBezTo>
                  <a:pt x="56" y="42"/>
                  <a:pt x="53" y="42"/>
                  <a:pt x="51" y="42"/>
                </a:cubicBezTo>
                <a:cubicBezTo>
                  <a:pt x="45" y="54"/>
                  <a:pt x="35" y="64"/>
                  <a:pt x="32" y="66"/>
                </a:cubicBezTo>
                <a:cubicBezTo>
                  <a:pt x="30" y="67"/>
                  <a:pt x="28" y="68"/>
                  <a:pt x="25" y="66"/>
                </a:cubicBezTo>
                <a:cubicBezTo>
                  <a:pt x="21" y="64"/>
                  <a:pt x="6" y="51"/>
                  <a:pt x="0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5" y="35"/>
                  <a:pt x="22" y="47"/>
                  <a:pt x="29" y="56"/>
                </a:cubicBezTo>
                <a:cubicBezTo>
                  <a:pt x="33" y="52"/>
                  <a:pt x="38" y="46"/>
                  <a:pt x="41" y="40"/>
                </a:cubicBezTo>
                <a:cubicBezTo>
                  <a:pt x="33" y="36"/>
                  <a:pt x="29" y="28"/>
                  <a:pt x="29" y="18"/>
                </a:cubicBezTo>
                <a:cubicBezTo>
                  <a:pt x="29" y="8"/>
                  <a:pt x="34" y="0"/>
                  <a:pt x="44" y="0"/>
                </a:cubicBezTo>
                <a:cubicBezTo>
                  <a:pt x="54" y="0"/>
                  <a:pt x="59" y="6"/>
                  <a:pt x="59" y="16"/>
                </a:cubicBezTo>
                <a:cubicBezTo>
                  <a:pt x="59" y="20"/>
                  <a:pt x="58" y="25"/>
                  <a:pt x="57" y="28"/>
                </a:cubicBezTo>
                <a:cubicBezTo>
                  <a:pt x="57" y="28"/>
                  <a:pt x="49" y="29"/>
                  <a:pt x="47" y="25"/>
                </a:cubicBezTo>
                <a:cubicBezTo>
                  <a:pt x="47" y="23"/>
                  <a:pt x="48" y="20"/>
                  <a:pt x="48" y="17"/>
                </a:cubicBezTo>
                <a:cubicBezTo>
                  <a:pt x="48" y="13"/>
                  <a:pt x="46" y="10"/>
                  <a:pt x="44" y="10"/>
                </a:cubicBezTo>
                <a:cubicBezTo>
                  <a:pt x="41" y="10"/>
                  <a:pt x="39" y="13"/>
                  <a:pt x="39" y="18"/>
                </a:cubicBezTo>
                <a:cubicBezTo>
                  <a:pt x="39" y="28"/>
                  <a:pt x="46" y="34"/>
                  <a:pt x="54" y="34"/>
                </a:cubicBezTo>
                <a:cubicBezTo>
                  <a:pt x="56" y="34"/>
                  <a:pt x="57" y="34"/>
                  <a:pt x="59" y="34"/>
                </a:cubicBezTo>
                <a:lnTo>
                  <a:pt x="59" y="4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24" name="Freeform 28"/>
          <p:cNvSpPr/>
          <p:nvPr/>
        </p:nvSpPr>
        <p:spPr>
          <a:xfrm>
            <a:off x="1979640" y="1612800"/>
            <a:ext cx="230040" cy="196920"/>
          </a:xfrm>
          <a:custGeom>
            <a:avLst/>
            <a:gdLst/>
            <a:ahLst/>
            <a:rect l="l" t="t" r="r" b="b"/>
            <a:pathLst>
              <a:path w="67" h="57">
                <a:moveTo>
                  <a:pt x="31" y="50"/>
                </a:moveTo>
                <a:cubicBezTo>
                  <a:pt x="31" y="52"/>
                  <a:pt x="30" y="53"/>
                  <a:pt x="29" y="53"/>
                </a:cubicBezTo>
                <a:cubicBezTo>
                  <a:pt x="28" y="53"/>
                  <a:pt x="27" y="52"/>
                  <a:pt x="27" y="52"/>
                </a:cubicBezTo>
                <a:cubicBezTo>
                  <a:pt x="14" y="39"/>
                  <a:pt x="14" y="39"/>
                  <a:pt x="14" y="39"/>
                </a:cubicBezTo>
                <a:cubicBezTo>
                  <a:pt x="3" y="39"/>
                  <a:pt x="3" y="39"/>
                  <a:pt x="3" y="39"/>
                </a:cubicBezTo>
                <a:cubicBezTo>
                  <a:pt x="2" y="39"/>
                  <a:pt x="0" y="37"/>
                  <a:pt x="0" y="36"/>
                </a:cubicBezTo>
                <a:cubicBezTo>
                  <a:pt x="0" y="21"/>
                  <a:pt x="0" y="21"/>
                  <a:pt x="0" y="21"/>
                </a:cubicBezTo>
                <a:cubicBezTo>
                  <a:pt x="0" y="19"/>
                  <a:pt x="2" y="18"/>
                  <a:pt x="3" y="18"/>
                </a:cubicBezTo>
                <a:cubicBezTo>
                  <a:pt x="14" y="18"/>
                  <a:pt x="14" y="18"/>
                  <a:pt x="14" y="18"/>
                </a:cubicBezTo>
                <a:cubicBezTo>
                  <a:pt x="27" y="5"/>
                  <a:pt x="27" y="5"/>
                  <a:pt x="27" y="5"/>
                </a:cubicBezTo>
                <a:cubicBezTo>
                  <a:pt x="27" y="4"/>
                  <a:pt x="28" y="4"/>
                  <a:pt x="29" y="4"/>
                </a:cubicBezTo>
                <a:cubicBezTo>
                  <a:pt x="30" y="4"/>
                  <a:pt x="31" y="5"/>
                  <a:pt x="31" y="6"/>
                </a:cubicBezTo>
                <a:lnTo>
                  <a:pt x="31" y="50"/>
                </a:lnTo>
                <a:close/>
                <a:moveTo>
                  <a:pt x="41" y="38"/>
                </a:moveTo>
                <a:cubicBezTo>
                  <a:pt x="40" y="38"/>
                  <a:pt x="40" y="38"/>
                  <a:pt x="40" y="38"/>
                </a:cubicBezTo>
                <a:cubicBezTo>
                  <a:pt x="38" y="38"/>
                  <a:pt x="37" y="37"/>
                  <a:pt x="37" y="35"/>
                </a:cubicBezTo>
                <a:cubicBezTo>
                  <a:pt x="37" y="32"/>
                  <a:pt x="42" y="33"/>
                  <a:pt x="42" y="28"/>
                </a:cubicBezTo>
                <a:cubicBezTo>
                  <a:pt x="42" y="23"/>
                  <a:pt x="37" y="24"/>
                  <a:pt x="37" y="21"/>
                </a:cubicBezTo>
                <a:cubicBezTo>
                  <a:pt x="37" y="20"/>
                  <a:pt x="38" y="19"/>
                  <a:pt x="40" y="19"/>
                </a:cubicBezTo>
                <a:cubicBezTo>
                  <a:pt x="40" y="19"/>
                  <a:pt x="40" y="19"/>
                  <a:pt x="41" y="19"/>
                </a:cubicBezTo>
                <a:cubicBezTo>
                  <a:pt x="44" y="20"/>
                  <a:pt x="47" y="24"/>
                  <a:pt x="47" y="28"/>
                </a:cubicBezTo>
                <a:cubicBezTo>
                  <a:pt x="47" y="32"/>
                  <a:pt x="44" y="36"/>
                  <a:pt x="41" y="38"/>
                </a:cubicBezTo>
                <a:close/>
                <a:moveTo>
                  <a:pt x="45" y="47"/>
                </a:moveTo>
                <a:cubicBezTo>
                  <a:pt x="44" y="47"/>
                  <a:pt x="44" y="47"/>
                  <a:pt x="44" y="47"/>
                </a:cubicBezTo>
                <a:cubicBezTo>
                  <a:pt x="42" y="47"/>
                  <a:pt x="41" y="46"/>
                  <a:pt x="41" y="45"/>
                </a:cubicBezTo>
                <a:cubicBezTo>
                  <a:pt x="41" y="44"/>
                  <a:pt x="42" y="43"/>
                  <a:pt x="43" y="42"/>
                </a:cubicBezTo>
                <a:cubicBezTo>
                  <a:pt x="44" y="42"/>
                  <a:pt x="45" y="41"/>
                  <a:pt x="46" y="41"/>
                </a:cubicBezTo>
                <a:cubicBezTo>
                  <a:pt x="50" y="38"/>
                  <a:pt x="52" y="33"/>
                  <a:pt x="52" y="28"/>
                </a:cubicBezTo>
                <a:cubicBezTo>
                  <a:pt x="52" y="23"/>
                  <a:pt x="50" y="19"/>
                  <a:pt x="46" y="16"/>
                </a:cubicBezTo>
                <a:cubicBezTo>
                  <a:pt x="45" y="15"/>
                  <a:pt x="44" y="15"/>
                  <a:pt x="43" y="14"/>
                </a:cubicBezTo>
                <a:cubicBezTo>
                  <a:pt x="42" y="14"/>
                  <a:pt x="41" y="13"/>
                  <a:pt x="41" y="12"/>
                </a:cubicBezTo>
                <a:cubicBezTo>
                  <a:pt x="41" y="10"/>
                  <a:pt x="42" y="9"/>
                  <a:pt x="44" y="9"/>
                </a:cubicBezTo>
                <a:cubicBezTo>
                  <a:pt x="44" y="9"/>
                  <a:pt x="44" y="9"/>
                  <a:pt x="45" y="9"/>
                </a:cubicBezTo>
                <a:cubicBezTo>
                  <a:pt x="52" y="13"/>
                  <a:pt x="57" y="20"/>
                  <a:pt x="57" y="28"/>
                </a:cubicBezTo>
                <a:cubicBezTo>
                  <a:pt x="57" y="36"/>
                  <a:pt x="52" y="44"/>
                  <a:pt x="45" y="47"/>
                </a:cubicBezTo>
                <a:close/>
                <a:moveTo>
                  <a:pt x="49" y="57"/>
                </a:moveTo>
                <a:cubicBezTo>
                  <a:pt x="48" y="57"/>
                  <a:pt x="48" y="57"/>
                  <a:pt x="48" y="57"/>
                </a:cubicBezTo>
                <a:cubicBezTo>
                  <a:pt x="46" y="57"/>
                  <a:pt x="45" y="56"/>
                  <a:pt x="45" y="54"/>
                </a:cubicBezTo>
                <a:cubicBezTo>
                  <a:pt x="45" y="53"/>
                  <a:pt x="46" y="52"/>
                  <a:pt x="47" y="52"/>
                </a:cubicBezTo>
                <a:cubicBezTo>
                  <a:pt x="47" y="52"/>
                  <a:pt x="48" y="51"/>
                  <a:pt x="48" y="51"/>
                </a:cubicBezTo>
                <a:cubicBezTo>
                  <a:pt x="50" y="50"/>
                  <a:pt x="51" y="50"/>
                  <a:pt x="52" y="49"/>
                </a:cubicBezTo>
                <a:cubicBezTo>
                  <a:pt x="58" y="44"/>
                  <a:pt x="62" y="36"/>
                  <a:pt x="62" y="28"/>
                </a:cubicBezTo>
                <a:cubicBezTo>
                  <a:pt x="62" y="20"/>
                  <a:pt x="58" y="12"/>
                  <a:pt x="52" y="8"/>
                </a:cubicBezTo>
                <a:cubicBezTo>
                  <a:pt x="51" y="7"/>
                  <a:pt x="50" y="6"/>
                  <a:pt x="48" y="6"/>
                </a:cubicBezTo>
                <a:cubicBezTo>
                  <a:pt x="48" y="5"/>
                  <a:pt x="47" y="5"/>
                  <a:pt x="47" y="5"/>
                </a:cubicBezTo>
                <a:cubicBezTo>
                  <a:pt x="46" y="4"/>
                  <a:pt x="45" y="3"/>
                  <a:pt x="45" y="2"/>
                </a:cubicBezTo>
                <a:cubicBezTo>
                  <a:pt x="45" y="1"/>
                  <a:pt x="46" y="0"/>
                  <a:pt x="48" y="0"/>
                </a:cubicBezTo>
                <a:cubicBezTo>
                  <a:pt x="48" y="0"/>
                  <a:pt x="48" y="0"/>
                  <a:pt x="49" y="0"/>
                </a:cubicBezTo>
                <a:cubicBezTo>
                  <a:pt x="60" y="5"/>
                  <a:pt x="67" y="16"/>
                  <a:pt x="67" y="28"/>
                </a:cubicBezTo>
                <a:cubicBezTo>
                  <a:pt x="67" y="41"/>
                  <a:pt x="60" y="52"/>
                  <a:pt x="49" y="5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25" name="Freeform 29"/>
          <p:cNvSpPr/>
          <p:nvPr/>
        </p:nvSpPr>
        <p:spPr>
          <a:xfrm>
            <a:off x="2475000" y="1595520"/>
            <a:ext cx="280800" cy="231840"/>
          </a:xfrm>
          <a:custGeom>
            <a:avLst/>
            <a:gdLst/>
            <a:ahLst/>
            <a:rect l="l" t="t" r="r" b="b"/>
            <a:pathLst>
              <a:path w="82" h="67">
                <a:moveTo>
                  <a:pt x="55" y="20"/>
                </a:moveTo>
                <a:cubicBezTo>
                  <a:pt x="42" y="20"/>
                  <a:pt x="31" y="30"/>
                  <a:pt x="31" y="43"/>
                </a:cubicBezTo>
                <a:cubicBezTo>
                  <a:pt x="31" y="45"/>
                  <a:pt x="31" y="47"/>
                  <a:pt x="32" y="49"/>
                </a:cubicBezTo>
                <a:cubicBezTo>
                  <a:pt x="31" y="49"/>
                  <a:pt x="30" y="49"/>
                  <a:pt x="29" y="49"/>
                </a:cubicBezTo>
                <a:cubicBezTo>
                  <a:pt x="25" y="49"/>
                  <a:pt x="22" y="49"/>
                  <a:pt x="19" y="48"/>
                </a:cubicBezTo>
                <a:cubicBezTo>
                  <a:pt x="9" y="53"/>
                  <a:pt x="9" y="53"/>
                  <a:pt x="9" y="53"/>
                </a:cubicBezTo>
                <a:cubicBezTo>
                  <a:pt x="11" y="44"/>
                  <a:pt x="11" y="44"/>
                  <a:pt x="11" y="44"/>
                </a:cubicBezTo>
                <a:cubicBezTo>
                  <a:pt x="4" y="39"/>
                  <a:pt x="0" y="33"/>
                  <a:pt x="0" y="25"/>
                </a:cubicBezTo>
                <a:cubicBezTo>
                  <a:pt x="0" y="11"/>
                  <a:pt x="13" y="0"/>
                  <a:pt x="29" y="0"/>
                </a:cubicBezTo>
                <a:cubicBezTo>
                  <a:pt x="43" y="0"/>
                  <a:pt x="56" y="9"/>
                  <a:pt x="58" y="20"/>
                </a:cubicBezTo>
                <a:cubicBezTo>
                  <a:pt x="57" y="20"/>
                  <a:pt x="56" y="20"/>
                  <a:pt x="55" y="20"/>
                </a:cubicBezTo>
                <a:close/>
                <a:moveTo>
                  <a:pt x="19" y="12"/>
                </a:moveTo>
                <a:cubicBezTo>
                  <a:pt x="17" y="12"/>
                  <a:pt x="15" y="14"/>
                  <a:pt x="15" y="16"/>
                </a:cubicBezTo>
                <a:cubicBezTo>
                  <a:pt x="15" y="18"/>
                  <a:pt x="17" y="19"/>
                  <a:pt x="19" y="19"/>
                </a:cubicBezTo>
                <a:cubicBezTo>
                  <a:pt x="22" y="19"/>
                  <a:pt x="23" y="18"/>
                  <a:pt x="23" y="16"/>
                </a:cubicBezTo>
                <a:cubicBezTo>
                  <a:pt x="23" y="14"/>
                  <a:pt x="22" y="12"/>
                  <a:pt x="19" y="12"/>
                </a:cubicBezTo>
                <a:close/>
                <a:moveTo>
                  <a:pt x="72" y="60"/>
                </a:moveTo>
                <a:cubicBezTo>
                  <a:pt x="74" y="67"/>
                  <a:pt x="74" y="67"/>
                  <a:pt x="74" y="67"/>
                </a:cubicBezTo>
                <a:cubicBezTo>
                  <a:pt x="66" y="62"/>
                  <a:pt x="66" y="62"/>
                  <a:pt x="66" y="62"/>
                </a:cubicBezTo>
                <a:cubicBezTo>
                  <a:pt x="63" y="63"/>
                  <a:pt x="60" y="64"/>
                  <a:pt x="57" y="64"/>
                </a:cubicBezTo>
                <a:cubicBezTo>
                  <a:pt x="43" y="64"/>
                  <a:pt x="33" y="54"/>
                  <a:pt x="33" y="43"/>
                </a:cubicBezTo>
                <a:cubicBezTo>
                  <a:pt x="33" y="31"/>
                  <a:pt x="43" y="22"/>
                  <a:pt x="57" y="22"/>
                </a:cubicBezTo>
                <a:cubicBezTo>
                  <a:pt x="70" y="22"/>
                  <a:pt x="82" y="31"/>
                  <a:pt x="82" y="43"/>
                </a:cubicBezTo>
                <a:cubicBezTo>
                  <a:pt x="82" y="49"/>
                  <a:pt x="78" y="55"/>
                  <a:pt x="72" y="60"/>
                </a:cubicBezTo>
                <a:close/>
                <a:moveTo>
                  <a:pt x="40" y="12"/>
                </a:moveTo>
                <a:cubicBezTo>
                  <a:pt x="38" y="12"/>
                  <a:pt x="35" y="14"/>
                  <a:pt x="35" y="16"/>
                </a:cubicBezTo>
                <a:cubicBezTo>
                  <a:pt x="35" y="18"/>
                  <a:pt x="38" y="19"/>
                  <a:pt x="40" y="19"/>
                </a:cubicBezTo>
                <a:cubicBezTo>
                  <a:pt x="42" y="19"/>
                  <a:pt x="43" y="18"/>
                  <a:pt x="43" y="16"/>
                </a:cubicBezTo>
                <a:cubicBezTo>
                  <a:pt x="43" y="14"/>
                  <a:pt x="42" y="12"/>
                  <a:pt x="40" y="12"/>
                </a:cubicBezTo>
                <a:close/>
                <a:moveTo>
                  <a:pt x="49" y="33"/>
                </a:moveTo>
                <a:cubicBezTo>
                  <a:pt x="48" y="33"/>
                  <a:pt x="46" y="35"/>
                  <a:pt x="46" y="36"/>
                </a:cubicBezTo>
                <a:cubicBezTo>
                  <a:pt x="46" y="38"/>
                  <a:pt x="48" y="39"/>
                  <a:pt x="49" y="39"/>
                </a:cubicBezTo>
                <a:cubicBezTo>
                  <a:pt x="51" y="39"/>
                  <a:pt x="53" y="38"/>
                  <a:pt x="53" y="36"/>
                </a:cubicBezTo>
                <a:cubicBezTo>
                  <a:pt x="53" y="35"/>
                  <a:pt x="51" y="33"/>
                  <a:pt x="49" y="33"/>
                </a:cubicBezTo>
                <a:close/>
                <a:moveTo>
                  <a:pt x="65" y="33"/>
                </a:moveTo>
                <a:cubicBezTo>
                  <a:pt x="64" y="33"/>
                  <a:pt x="62" y="35"/>
                  <a:pt x="62" y="36"/>
                </a:cubicBezTo>
                <a:cubicBezTo>
                  <a:pt x="62" y="38"/>
                  <a:pt x="64" y="39"/>
                  <a:pt x="65" y="39"/>
                </a:cubicBezTo>
                <a:cubicBezTo>
                  <a:pt x="67" y="39"/>
                  <a:pt x="69" y="38"/>
                  <a:pt x="69" y="36"/>
                </a:cubicBezTo>
                <a:cubicBezTo>
                  <a:pt x="69" y="35"/>
                  <a:pt x="67" y="33"/>
                  <a:pt x="65" y="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26" name="Freeform 30"/>
          <p:cNvSpPr/>
          <p:nvPr/>
        </p:nvSpPr>
        <p:spPr>
          <a:xfrm>
            <a:off x="2968560" y="1603440"/>
            <a:ext cx="247680" cy="195120"/>
          </a:xfrm>
          <a:custGeom>
            <a:avLst/>
            <a:gdLst/>
            <a:ahLst/>
            <a:rect l="l" t="t" r="r" b="b"/>
            <a:pathLst>
              <a:path w="72" h="57">
                <a:moveTo>
                  <a:pt x="72" y="30"/>
                </a:moveTo>
                <a:cubicBezTo>
                  <a:pt x="72" y="31"/>
                  <a:pt x="71" y="31"/>
                  <a:pt x="70" y="31"/>
                </a:cubicBezTo>
                <a:cubicBezTo>
                  <a:pt x="62" y="31"/>
                  <a:pt x="62" y="31"/>
                  <a:pt x="62" y="31"/>
                </a:cubicBezTo>
                <a:cubicBezTo>
                  <a:pt x="55" y="56"/>
                  <a:pt x="55" y="56"/>
                  <a:pt x="55" y="56"/>
                </a:cubicBezTo>
                <a:cubicBezTo>
                  <a:pt x="55" y="57"/>
                  <a:pt x="55" y="57"/>
                  <a:pt x="54" y="57"/>
                </a:cubicBezTo>
                <a:cubicBezTo>
                  <a:pt x="48" y="57"/>
                  <a:pt x="48" y="57"/>
                  <a:pt x="48" y="57"/>
                </a:cubicBezTo>
                <a:cubicBezTo>
                  <a:pt x="47" y="57"/>
                  <a:pt x="47" y="57"/>
                  <a:pt x="46" y="56"/>
                </a:cubicBezTo>
                <a:cubicBezTo>
                  <a:pt x="40" y="31"/>
                  <a:pt x="40" y="31"/>
                  <a:pt x="40" y="31"/>
                </a:cubicBezTo>
                <a:cubicBezTo>
                  <a:pt x="31" y="31"/>
                  <a:pt x="31" y="31"/>
                  <a:pt x="31" y="31"/>
                </a:cubicBezTo>
                <a:cubicBezTo>
                  <a:pt x="25" y="56"/>
                  <a:pt x="25" y="56"/>
                  <a:pt x="25" y="56"/>
                </a:cubicBezTo>
                <a:cubicBezTo>
                  <a:pt x="24" y="57"/>
                  <a:pt x="24" y="57"/>
                  <a:pt x="23" y="57"/>
                </a:cubicBezTo>
                <a:cubicBezTo>
                  <a:pt x="17" y="57"/>
                  <a:pt x="17" y="57"/>
                  <a:pt x="17" y="57"/>
                </a:cubicBezTo>
                <a:cubicBezTo>
                  <a:pt x="16" y="57"/>
                  <a:pt x="16" y="57"/>
                  <a:pt x="16" y="56"/>
                </a:cubicBezTo>
                <a:cubicBezTo>
                  <a:pt x="9" y="31"/>
                  <a:pt x="9" y="31"/>
                  <a:pt x="9" y="31"/>
                </a:cubicBezTo>
                <a:cubicBezTo>
                  <a:pt x="1" y="31"/>
                  <a:pt x="1" y="31"/>
                  <a:pt x="1" y="31"/>
                </a:cubicBezTo>
                <a:cubicBezTo>
                  <a:pt x="0" y="31"/>
                  <a:pt x="0" y="31"/>
                  <a:pt x="0" y="30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7"/>
                  <a:pt x="0" y="26"/>
                  <a:pt x="1" y="26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1"/>
                  <a:pt x="7" y="21"/>
                  <a:pt x="7" y="21"/>
                </a:cubicBezTo>
                <a:cubicBezTo>
                  <a:pt x="1" y="21"/>
                  <a:pt x="1" y="21"/>
                  <a:pt x="1" y="21"/>
                </a:cubicBezTo>
                <a:cubicBezTo>
                  <a:pt x="0" y="21"/>
                  <a:pt x="0" y="20"/>
                  <a:pt x="0" y="20"/>
                </a:cubicBezTo>
                <a:cubicBezTo>
                  <a:pt x="0" y="17"/>
                  <a:pt x="0" y="17"/>
                  <a:pt x="0" y="17"/>
                </a:cubicBezTo>
                <a:cubicBezTo>
                  <a:pt x="0" y="16"/>
                  <a:pt x="0" y="16"/>
                  <a:pt x="1" y="16"/>
                </a:cubicBezTo>
                <a:cubicBezTo>
                  <a:pt x="5" y="16"/>
                  <a:pt x="5" y="16"/>
                  <a:pt x="5" y="16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1"/>
                  <a:pt x="2" y="1"/>
                </a:cubicBezTo>
                <a:cubicBezTo>
                  <a:pt x="2" y="1"/>
                  <a:pt x="3" y="0"/>
                  <a:pt x="3" y="0"/>
                </a:cubicBezTo>
                <a:cubicBezTo>
                  <a:pt x="9" y="0"/>
                  <a:pt x="9" y="0"/>
                  <a:pt x="9" y="0"/>
                </a:cubicBezTo>
                <a:cubicBezTo>
                  <a:pt x="9" y="0"/>
                  <a:pt x="10" y="1"/>
                  <a:pt x="10" y="1"/>
                </a:cubicBezTo>
                <a:cubicBezTo>
                  <a:pt x="13" y="16"/>
                  <a:pt x="13" y="16"/>
                  <a:pt x="13" y="16"/>
                </a:cubicBezTo>
                <a:cubicBezTo>
                  <a:pt x="28" y="16"/>
                  <a:pt x="28" y="16"/>
                  <a:pt x="28" y="16"/>
                </a:cubicBezTo>
                <a:cubicBezTo>
                  <a:pt x="32" y="1"/>
                  <a:pt x="32" y="1"/>
                  <a:pt x="32" y="1"/>
                </a:cubicBezTo>
                <a:cubicBezTo>
                  <a:pt x="32" y="1"/>
                  <a:pt x="32" y="0"/>
                  <a:pt x="33" y="0"/>
                </a:cubicBezTo>
                <a:cubicBezTo>
                  <a:pt x="38" y="0"/>
                  <a:pt x="38" y="0"/>
                  <a:pt x="38" y="0"/>
                </a:cubicBezTo>
                <a:cubicBezTo>
                  <a:pt x="39" y="0"/>
                  <a:pt x="39" y="1"/>
                  <a:pt x="39" y="1"/>
                </a:cubicBezTo>
                <a:cubicBezTo>
                  <a:pt x="43" y="16"/>
                  <a:pt x="43" y="16"/>
                  <a:pt x="43" y="16"/>
                </a:cubicBezTo>
                <a:cubicBezTo>
                  <a:pt x="58" y="16"/>
                  <a:pt x="58" y="16"/>
                  <a:pt x="58" y="16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1"/>
                  <a:pt x="62" y="0"/>
                  <a:pt x="63" y="0"/>
                </a:cubicBezTo>
                <a:cubicBezTo>
                  <a:pt x="68" y="0"/>
                  <a:pt x="68" y="0"/>
                  <a:pt x="68" y="0"/>
                </a:cubicBezTo>
                <a:cubicBezTo>
                  <a:pt x="69" y="0"/>
                  <a:pt x="69" y="1"/>
                  <a:pt x="69" y="1"/>
                </a:cubicBezTo>
                <a:cubicBezTo>
                  <a:pt x="70" y="1"/>
                  <a:pt x="70" y="2"/>
                  <a:pt x="70" y="2"/>
                </a:cubicBezTo>
                <a:cubicBezTo>
                  <a:pt x="66" y="16"/>
                  <a:pt x="66" y="16"/>
                  <a:pt x="66" y="16"/>
                </a:cubicBezTo>
                <a:cubicBezTo>
                  <a:pt x="70" y="16"/>
                  <a:pt x="70" y="16"/>
                  <a:pt x="70" y="16"/>
                </a:cubicBezTo>
                <a:cubicBezTo>
                  <a:pt x="71" y="16"/>
                  <a:pt x="72" y="16"/>
                  <a:pt x="72" y="17"/>
                </a:cubicBezTo>
                <a:cubicBezTo>
                  <a:pt x="72" y="20"/>
                  <a:pt x="72" y="20"/>
                  <a:pt x="72" y="20"/>
                </a:cubicBezTo>
                <a:cubicBezTo>
                  <a:pt x="72" y="20"/>
                  <a:pt x="71" y="21"/>
                  <a:pt x="70" y="21"/>
                </a:cubicBezTo>
                <a:cubicBezTo>
                  <a:pt x="65" y="21"/>
                  <a:pt x="65" y="21"/>
                  <a:pt x="65" y="21"/>
                </a:cubicBezTo>
                <a:cubicBezTo>
                  <a:pt x="63" y="26"/>
                  <a:pt x="63" y="26"/>
                  <a:pt x="63" y="26"/>
                </a:cubicBezTo>
                <a:cubicBezTo>
                  <a:pt x="70" y="26"/>
                  <a:pt x="70" y="26"/>
                  <a:pt x="70" y="26"/>
                </a:cubicBezTo>
                <a:cubicBezTo>
                  <a:pt x="71" y="26"/>
                  <a:pt x="72" y="27"/>
                  <a:pt x="72" y="27"/>
                </a:cubicBezTo>
                <a:lnTo>
                  <a:pt x="72" y="30"/>
                </a:lnTo>
                <a:close/>
                <a:moveTo>
                  <a:pt x="26" y="21"/>
                </a:moveTo>
                <a:cubicBezTo>
                  <a:pt x="15" y="21"/>
                  <a:pt x="15" y="21"/>
                  <a:pt x="15" y="21"/>
                </a:cubicBezTo>
                <a:cubicBezTo>
                  <a:pt x="16" y="26"/>
                  <a:pt x="16" y="26"/>
                  <a:pt x="16" y="26"/>
                </a:cubicBezTo>
                <a:cubicBezTo>
                  <a:pt x="25" y="26"/>
                  <a:pt x="25" y="26"/>
                  <a:pt x="25" y="26"/>
                </a:cubicBezTo>
                <a:lnTo>
                  <a:pt x="26" y="21"/>
                </a:lnTo>
                <a:close/>
                <a:moveTo>
                  <a:pt x="24" y="31"/>
                </a:moveTo>
                <a:cubicBezTo>
                  <a:pt x="17" y="31"/>
                  <a:pt x="17" y="31"/>
                  <a:pt x="17" y="31"/>
                </a:cubicBezTo>
                <a:cubicBezTo>
                  <a:pt x="20" y="43"/>
                  <a:pt x="20" y="43"/>
                  <a:pt x="20" y="43"/>
                </a:cubicBezTo>
                <a:cubicBezTo>
                  <a:pt x="20" y="43"/>
                  <a:pt x="20" y="44"/>
                  <a:pt x="20" y="44"/>
                </a:cubicBezTo>
                <a:cubicBezTo>
                  <a:pt x="20" y="44"/>
                  <a:pt x="20" y="43"/>
                  <a:pt x="20" y="43"/>
                </a:cubicBezTo>
                <a:lnTo>
                  <a:pt x="24" y="31"/>
                </a:lnTo>
                <a:close/>
                <a:moveTo>
                  <a:pt x="38" y="26"/>
                </a:moveTo>
                <a:cubicBezTo>
                  <a:pt x="37" y="21"/>
                  <a:pt x="37" y="21"/>
                  <a:pt x="37" y="21"/>
                </a:cubicBezTo>
                <a:cubicBezTo>
                  <a:pt x="34" y="21"/>
                  <a:pt x="34" y="21"/>
                  <a:pt x="34" y="21"/>
                </a:cubicBezTo>
                <a:cubicBezTo>
                  <a:pt x="33" y="26"/>
                  <a:pt x="33" y="26"/>
                  <a:pt x="33" y="26"/>
                </a:cubicBezTo>
                <a:lnTo>
                  <a:pt x="38" y="26"/>
                </a:lnTo>
                <a:close/>
                <a:moveTo>
                  <a:pt x="57" y="21"/>
                </a:moveTo>
                <a:cubicBezTo>
                  <a:pt x="45" y="21"/>
                  <a:pt x="45" y="21"/>
                  <a:pt x="45" y="21"/>
                </a:cubicBezTo>
                <a:cubicBezTo>
                  <a:pt x="46" y="26"/>
                  <a:pt x="46" y="26"/>
                  <a:pt x="46" y="26"/>
                </a:cubicBezTo>
                <a:cubicBezTo>
                  <a:pt x="55" y="26"/>
                  <a:pt x="55" y="26"/>
                  <a:pt x="55" y="26"/>
                </a:cubicBezTo>
                <a:lnTo>
                  <a:pt x="57" y="21"/>
                </a:lnTo>
                <a:close/>
                <a:moveTo>
                  <a:pt x="54" y="31"/>
                </a:moveTo>
                <a:cubicBezTo>
                  <a:pt x="47" y="31"/>
                  <a:pt x="47" y="31"/>
                  <a:pt x="47" y="31"/>
                </a:cubicBezTo>
                <a:cubicBezTo>
                  <a:pt x="51" y="43"/>
                  <a:pt x="51" y="43"/>
                  <a:pt x="51" y="43"/>
                </a:cubicBezTo>
                <a:cubicBezTo>
                  <a:pt x="51" y="43"/>
                  <a:pt x="51" y="44"/>
                  <a:pt x="51" y="44"/>
                </a:cubicBezTo>
                <a:cubicBezTo>
                  <a:pt x="51" y="44"/>
                  <a:pt x="51" y="43"/>
                  <a:pt x="51" y="43"/>
                </a:cubicBezTo>
                <a:lnTo>
                  <a:pt x="54" y="3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27" name="Freeform 31"/>
          <p:cNvSpPr/>
          <p:nvPr/>
        </p:nvSpPr>
        <p:spPr>
          <a:xfrm>
            <a:off x="3463920" y="1603440"/>
            <a:ext cx="209520" cy="212760"/>
          </a:xfrm>
          <a:custGeom>
            <a:avLst/>
            <a:gdLst/>
            <a:ahLst/>
            <a:rect l="l" t="t" r="r" b="b"/>
            <a:pathLst>
              <a:path w="61" h="62">
                <a:moveTo>
                  <a:pt x="61" y="51"/>
                </a:moveTo>
                <a:cubicBezTo>
                  <a:pt x="61" y="57"/>
                  <a:pt x="56" y="62"/>
                  <a:pt x="50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5" y="62"/>
                  <a:pt x="0" y="57"/>
                  <a:pt x="0" y="51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6"/>
                  <a:pt x="5" y="0"/>
                  <a:pt x="11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6" y="0"/>
                  <a:pt x="61" y="6"/>
                  <a:pt x="61" y="12"/>
                </a:cubicBezTo>
                <a:lnTo>
                  <a:pt x="61" y="51"/>
                </a:lnTo>
                <a:close/>
                <a:moveTo>
                  <a:pt x="22" y="17"/>
                </a:moveTo>
                <a:cubicBezTo>
                  <a:pt x="22" y="16"/>
                  <a:pt x="21" y="16"/>
                  <a:pt x="20" y="16"/>
                </a:cubicBezTo>
                <a:cubicBezTo>
                  <a:pt x="13" y="16"/>
                  <a:pt x="13" y="16"/>
                  <a:pt x="13" y="16"/>
                </a:cubicBezTo>
                <a:cubicBezTo>
                  <a:pt x="12" y="16"/>
                  <a:pt x="12" y="16"/>
                  <a:pt x="12" y="16"/>
                </a:cubicBezTo>
                <a:cubicBezTo>
                  <a:pt x="11" y="17"/>
                  <a:pt x="12" y="17"/>
                  <a:pt x="12" y="17"/>
                </a:cubicBezTo>
                <a:cubicBezTo>
                  <a:pt x="17" y="26"/>
                  <a:pt x="17" y="26"/>
                  <a:pt x="17" y="26"/>
                </a:cubicBezTo>
                <a:cubicBezTo>
                  <a:pt x="17" y="26"/>
                  <a:pt x="17" y="26"/>
                  <a:pt x="17" y="26"/>
                </a:cubicBezTo>
                <a:cubicBezTo>
                  <a:pt x="9" y="40"/>
                  <a:pt x="9" y="40"/>
                  <a:pt x="9" y="40"/>
                </a:cubicBezTo>
                <a:cubicBezTo>
                  <a:pt x="9" y="40"/>
                  <a:pt x="9" y="41"/>
                  <a:pt x="9" y="41"/>
                </a:cubicBezTo>
                <a:cubicBezTo>
                  <a:pt x="9" y="41"/>
                  <a:pt x="9" y="42"/>
                  <a:pt x="10" y="42"/>
                </a:cubicBezTo>
                <a:cubicBezTo>
                  <a:pt x="17" y="42"/>
                  <a:pt x="17" y="42"/>
                  <a:pt x="17" y="42"/>
                </a:cubicBezTo>
                <a:cubicBezTo>
                  <a:pt x="18" y="42"/>
                  <a:pt x="19" y="41"/>
                  <a:pt x="19" y="40"/>
                </a:cubicBezTo>
                <a:cubicBezTo>
                  <a:pt x="27" y="27"/>
                  <a:pt x="27" y="26"/>
                  <a:pt x="27" y="26"/>
                </a:cubicBezTo>
                <a:cubicBezTo>
                  <a:pt x="27" y="26"/>
                  <a:pt x="27" y="26"/>
                  <a:pt x="22" y="17"/>
                </a:cubicBezTo>
                <a:close/>
                <a:moveTo>
                  <a:pt x="51" y="6"/>
                </a:moveTo>
                <a:cubicBezTo>
                  <a:pt x="44" y="6"/>
                  <a:pt x="44" y="6"/>
                  <a:pt x="44" y="6"/>
                </a:cubicBezTo>
                <a:cubicBezTo>
                  <a:pt x="43" y="6"/>
                  <a:pt x="42" y="6"/>
                  <a:pt x="42" y="7"/>
                </a:cubicBezTo>
                <a:cubicBezTo>
                  <a:pt x="26" y="35"/>
                  <a:pt x="25" y="36"/>
                  <a:pt x="25" y="36"/>
                </a:cubicBezTo>
                <a:cubicBezTo>
                  <a:pt x="25" y="36"/>
                  <a:pt x="25" y="36"/>
                  <a:pt x="36" y="56"/>
                </a:cubicBezTo>
                <a:cubicBezTo>
                  <a:pt x="36" y="56"/>
                  <a:pt x="37" y="57"/>
                  <a:pt x="38" y="57"/>
                </a:cubicBezTo>
                <a:cubicBezTo>
                  <a:pt x="45" y="57"/>
                  <a:pt x="45" y="57"/>
                  <a:pt x="45" y="57"/>
                </a:cubicBezTo>
                <a:cubicBezTo>
                  <a:pt x="46" y="57"/>
                  <a:pt x="46" y="57"/>
                  <a:pt x="46" y="57"/>
                </a:cubicBezTo>
                <a:cubicBezTo>
                  <a:pt x="47" y="56"/>
                  <a:pt x="47" y="56"/>
                  <a:pt x="46" y="55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52" y="7"/>
                  <a:pt x="52" y="7"/>
                  <a:pt x="52" y="7"/>
                </a:cubicBezTo>
                <a:cubicBezTo>
                  <a:pt x="53" y="7"/>
                  <a:pt x="53" y="6"/>
                  <a:pt x="52" y="6"/>
                </a:cubicBezTo>
                <a:cubicBezTo>
                  <a:pt x="52" y="6"/>
                  <a:pt x="52" y="6"/>
                  <a:pt x="51" y="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28" name="Freeform 32"/>
          <p:cNvSpPr/>
          <p:nvPr/>
        </p:nvSpPr>
        <p:spPr>
          <a:xfrm>
            <a:off x="3962520" y="1585800"/>
            <a:ext cx="203040" cy="247680"/>
          </a:xfrm>
          <a:custGeom>
            <a:avLst/>
            <a:gdLst/>
            <a:ahLst/>
            <a:rect l="l" t="t" r="r" b="b"/>
            <a:pathLst>
              <a:path w="59" h="72">
                <a:moveTo>
                  <a:pt x="58" y="66"/>
                </a:moveTo>
                <a:cubicBezTo>
                  <a:pt x="58" y="69"/>
                  <a:pt x="55" y="71"/>
                  <a:pt x="52" y="71"/>
                </a:cubicBezTo>
                <a:cubicBezTo>
                  <a:pt x="45" y="72"/>
                  <a:pt x="37" y="72"/>
                  <a:pt x="30" y="72"/>
                </a:cubicBezTo>
                <a:cubicBezTo>
                  <a:pt x="22" y="72"/>
                  <a:pt x="15" y="72"/>
                  <a:pt x="7" y="71"/>
                </a:cubicBezTo>
                <a:cubicBezTo>
                  <a:pt x="4" y="71"/>
                  <a:pt x="2" y="69"/>
                  <a:pt x="1" y="66"/>
                </a:cubicBezTo>
                <a:cubicBezTo>
                  <a:pt x="0" y="61"/>
                  <a:pt x="0" y="56"/>
                  <a:pt x="0" y="52"/>
                </a:cubicBezTo>
                <a:cubicBezTo>
                  <a:pt x="0" y="47"/>
                  <a:pt x="0" y="42"/>
                  <a:pt x="1" y="38"/>
                </a:cubicBezTo>
                <a:cubicBezTo>
                  <a:pt x="2" y="34"/>
                  <a:pt x="4" y="32"/>
                  <a:pt x="7" y="32"/>
                </a:cubicBezTo>
                <a:cubicBezTo>
                  <a:pt x="15" y="31"/>
                  <a:pt x="22" y="31"/>
                  <a:pt x="30" y="31"/>
                </a:cubicBezTo>
                <a:cubicBezTo>
                  <a:pt x="37" y="31"/>
                  <a:pt x="45" y="31"/>
                  <a:pt x="52" y="32"/>
                </a:cubicBezTo>
                <a:cubicBezTo>
                  <a:pt x="55" y="32"/>
                  <a:pt x="58" y="34"/>
                  <a:pt x="58" y="38"/>
                </a:cubicBezTo>
                <a:cubicBezTo>
                  <a:pt x="59" y="42"/>
                  <a:pt x="59" y="47"/>
                  <a:pt x="59" y="52"/>
                </a:cubicBezTo>
                <a:cubicBezTo>
                  <a:pt x="59" y="56"/>
                  <a:pt x="59" y="61"/>
                  <a:pt x="58" y="66"/>
                </a:cubicBezTo>
                <a:close/>
                <a:moveTo>
                  <a:pt x="17" y="42"/>
                </a:moveTo>
                <a:cubicBezTo>
                  <a:pt x="17" y="38"/>
                  <a:pt x="17" y="38"/>
                  <a:pt x="17" y="38"/>
                </a:cubicBezTo>
                <a:cubicBezTo>
                  <a:pt x="4" y="38"/>
                  <a:pt x="4" y="38"/>
                  <a:pt x="4" y="38"/>
                </a:cubicBezTo>
                <a:cubicBezTo>
                  <a:pt x="4" y="42"/>
                  <a:pt x="4" y="42"/>
                  <a:pt x="4" y="42"/>
                </a:cubicBezTo>
                <a:cubicBezTo>
                  <a:pt x="9" y="42"/>
                  <a:pt x="9" y="42"/>
                  <a:pt x="9" y="42"/>
                </a:cubicBezTo>
                <a:cubicBezTo>
                  <a:pt x="9" y="64"/>
                  <a:pt x="9" y="64"/>
                  <a:pt x="9" y="64"/>
                </a:cubicBezTo>
                <a:cubicBezTo>
                  <a:pt x="13" y="64"/>
                  <a:pt x="13" y="64"/>
                  <a:pt x="13" y="64"/>
                </a:cubicBezTo>
                <a:cubicBezTo>
                  <a:pt x="13" y="42"/>
                  <a:pt x="13" y="42"/>
                  <a:pt x="13" y="42"/>
                </a:cubicBezTo>
                <a:lnTo>
                  <a:pt x="17" y="42"/>
                </a:lnTo>
                <a:close/>
                <a:moveTo>
                  <a:pt x="23" y="0"/>
                </a:moveTo>
                <a:cubicBezTo>
                  <a:pt x="19" y="16"/>
                  <a:pt x="19" y="16"/>
                  <a:pt x="19" y="16"/>
                </a:cubicBezTo>
                <a:cubicBezTo>
                  <a:pt x="19" y="27"/>
                  <a:pt x="19" y="27"/>
                  <a:pt x="19" y="27"/>
                </a:cubicBezTo>
                <a:cubicBezTo>
                  <a:pt x="15" y="27"/>
                  <a:pt x="15" y="27"/>
                  <a:pt x="15" y="27"/>
                </a:cubicBezTo>
                <a:cubicBezTo>
                  <a:pt x="15" y="16"/>
                  <a:pt x="15" y="16"/>
                  <a:pt x="15" y="16"/>
                </a:cubicBezTo>
                <a:cubicBezTo>
                  <a:pt x="14" y="14"/>
                  <a:pt x="13" y="12"/>
                  <a:pt x="12" y="8"/>
                </a:cubicBezTo>
                <a:cubicBezTo>
                  <a:pt x="11" y="5"/>
                  <a:pt x="10" y="3"/>
                  <a:pt x="9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7" y="11"/>
                  <a:pt x="17" y="11"/>
                  <a:pt x="17" y="11"/>
                </a:cubicBezTo>
                <a:cubicBezTo>
                  <a:pt x="19" y="0"/>
                  <a:pt x="19" y="0"/>
                  <a:pt x="19" y="0"/>
                </a:cubicBezTo>
                <a:lnTo>
                  <a:pt x="23" y="0"/>
                </a:lnTo>
                <a:close/>
                <a:moveTo>
                  <a:pt x="28" y="64"/>
                </a:moveTo>
                <a:cubicBezTo>
                  <a:pt x="28" y="45"/>
                  <a:pt x="28" y="45"/>
                  <a:pt x="28" y="45"/>
                </a:cubicBezTo>
                <a:cubicBezTo>
                  <a:pt x="24" y="45"/>
                  <a:pt x="24" y="45"/>
                  <a:pt x="24" y="45"/>
                </a:cubicBezTo>
                <a:cubicBezTo>
                  <a:pt x="24" y="60"/>
                  <a:pt x="24" y="60"/>
                  <a:pt x="24" y="60"/>
                </a:cubicBezTo>
                <a:cubicBezTo>
                  <a:pt x="23" y="61"/>
                  <a:pt x="23" y="61"/>
                  <a:pt x="22" y="61"/>
                </a:cubicBezTo>
                <a:cubicBezTo>
                  <a:pt x="21" y="61"/>
                  <a:pt x="21" y="61"/>
                  <a:pt x="21" y="61"/>
                </a:cubicBezTo>
                <a:cubicBezTo>
                  <a:pt x="21" y="60"/>
                  <a:pt x="21" y="60"/>
                  <a:pt x="21" y="59"/>
                </a:cubicBezTo>
                <a:cubicBezTo>
                  <a:pt x="21" y="45"/>
                  <a:pt x="21" y="45"/>
                  <a:pt x="21" y="45"/>
                </a:cubicBezTo>
                <a:cubicBezTo>
                  <a:pt x="17" y="45"/>
                  <a:pt x="17" y="45"/>
                  <a:pt x="17" y="45"/>
                </a:cubicBezTo>
                <a:cubicBezTo>
                  <a:pt x="17" y="60"/>
                  <a:pt x="17" y="60"/>
                  <a:pt x="17" y="60"/>
                </a:cubicBezTo>
                <a:cubicBezTo>
                  <a:pt x="17" y="62"/>
                  <a:pt x="17" y="63"/>
                  <a:pt x="18" y="63"/>
                </a:cubicBezTo>
                <a:cubicBezTo>
                  <a:pt x="18" y="64"/>
                  <a:pt x="19" y="65"/>
                  <a:pt x="20" y="65"/>
                </a:cubicBezTo>
                <a:cubicBezTo>
                  <a:pt x="21" y="65"/>
                  <a:pt x="23" y="64"/>
                  <a:pt x="24" y="62"/>
                </a:cubicBezTo>
                <a:cubicBezTo>
                  <a:pt x="24" y="64"/>
                  <a:pt x="24" y="64"/>
                  <a:pt x="24" y="64"/>
                </a:cubicBezTo>
                <a:lnTo>
                  <a:pt x="28" y="64"/>
                </a:lnTo>
                <a:close/>
                <a:moveTo>
                  <a:pt x="34" y="21"/>
                </a:moveTo>
                <a:cubicBezTo>
                  <a:pt x="34" y="23"/>
                  <a:pt x="34" y="24"/>
                  <a:pt x="33" y="25"/>
                </a:cubicBezTo>
                <a:cubicBezTo>
                  <a:pt x="32" y="27"/>
                  <a:pt x="31" y="28"/>
                  <a:pt x="29" y="28"/>
                </a:cubicBezTo>
                <a:cubicBezTo>
                  <a:pt x="27" y="28"/>
                  <a:pt x="26" y="27"/>
                  <a:pt x="25" y="25"/>
                </a:cubicBezTo>
                <a:cubicBezTo>
                  <a:pt x="24" y="24"/>
                  <a:pt x="23" y="23"/>
                  <a:pt x="23" y="21"/>
                </a:cubicBezTo>
                <a:cubicBezTo>
                  <a:pt x="23" y="14"/>
                  <a:pt x="23" y="14"/>
                  <a:pt x="23" y="14"/>
                </a:cubicBezTo>
                <a:cubicBezTo>
                  <a:pt x="23" y="12"/>
                  <a:pt x="24" y="10"/>
                  <a:pt x="25" y="9"/>
                </a:cubicBezTo>
                <a:cubicBezTo>
                  <a:pt x="26" y="8"/>
                  <a:pt x="27" y="7"/>
                  <a:pt x="29" y="7"/>
                </a:cubicBezTo>
                <a:cubicBezTo>
                  <a:pt x="31" y="7"/>
                  <a:pt x="32" y="8"/>
                  <a:pt x="33" y="9"/>
                </a:cubicBezTo>
                <a:cubicBezTo>
                  <a:pt x="34" y="10"/>
                  <a:pt x="34" y="12"/>
                  <a:pt x="34" y="14"/>
                </a:cubicBezTo>
                <a:lnTo>
                  <a:pt x="34" y="21"/>
                </a:lnTo>
                <a:close/>
                <a:moveTo>
                  <a:pt x="30" y="13"/>
                </a:moveTo>
                <a:cubicBezTo>
                  <a:pt x="30" y="11"/>
                  <a:pt x="30" y="10"/>
                  <a:pt x="29" y="10"/>
                </a:cubicBezTo>
                <a:cubicBezTo>
                  <a:pt x="28" y="10"/>
                  <a:pt x="27" y="11"/>
                  <a:pt x="27" y="13"/>
                </a:cubicBezTo>
                <a:cubicBezTo>
                  <a:pt x="27" y="21"/>
                  <a:pt x="27" y="21"/>
                  <a:pt x="27" y="21"/>
                </a:cubicBezTo>
                <a:cubicBezTo>
                  <a:pt x="27" y="23"/>
                  <a:pt x="28" y="24"/>
                  <a:pt x="29" y="24"/>
                </a:cubicBezTo>
                <a:cubicBezTo>
                  <a:pt x="30" y="24"/>
                  <a:pt x="30" y="23"/>
                  <a:pt x="30" y="21"/>
                </a:cubicBezTo>
                <a:lnTo>
                  <a:pt x="30" y="13"/>
                </a:lnTo>
                <a:close/>
                <a:moveTo>
                  <a:pt x="41" y="51"/>
                </a:moveTo>
                <a:cubicBezTo>
                  <a:pt x="41" y="49"/>
                  <a:pt x="41" y="47"/>
                  <a:pt x="41" y="47"/>
                </a:cubicBezTo>
                <a:cubicBezTo>
                  <a:pt x="41" y="45"/>
                  <a:pt x="40" y="44"/>
                  <a:pt x="38" y="44"/>
                </a:cubicBezTo>
                <a:cubicBezTo>
                  <a:pt x="37" y="44"/>
                  <a:pt x="36" y="45"/>
                  <a:pt x="34" y="46"/>
                </a:cubicBezTo>
                <a:cubicBezTo>
                  <a:pt x="34" y="38"/>
                  <a:pt x="34" y="38"/>
                  <a:pt x="34" y="38"/>
                </a:cubicBezTo>
                <a:cubicBezTo>
                  <a:pt x="31" y="38"/>
                  <a:pt x="31" y="38"/>
                  <a:pt x="31" y="38"/>
                </a:cubicBezTo>
                <a:cubicBezTo>
                  <a:pt x="31" y="64"/>
                  <a:pt x="31" y="64"/>
                  <a:pt x="31" y="64"/>
                </a:cubicBezTo>
                <a:cubicBezTo>
                  <a:pt x="34" y="64"/>
                  <a:pt x="34" y="64"/>
                  <a:pt x="34" y="64"/>
                </a:cubicBezTo>
                <a:cubicBezTo>
                  <a:pt x="34" y="62"/>
                  <a:pt x="34" y="62"/>
                  <a:pt x="34" y="62"/>
                </a:cubicBezTo>
                <a:cubicBezTo>
                  <a:pt x="36" y="64"/>
                  <a:pt x="37" y="65"/>
                  <a:pt x="38" y="65"/>
                </a:cubicBezTo>
                <a:cubicBezTo>
                  <a:pt x="40" y="65"/>
                  <a:pt x="41" y="64"/>
                  <a:pt x="41" y="62"/>
                </a:cubicBezTo>
                <a:cubicBezTo>
                  <a:pt x="41" y="62"/>
                  <a:pt x="41" y="60"/>
                  <a:pt x="41" y="58"/>
                </a:cubicBezTo>
                <a:lnTo>
                  <a:pt x="41" y="51"/>
                </a:lnTo>
                <a:close/>
                <a:moveTo>
                  <a:pt x="38" y="59"/>
                </a:moveTo>
                <a:cubicBezTo>
                  <a:pt x="38" y="61"/>
                  <a:pt x="37" y="61"/>
                  <a:pt x="36" y="61"/>
                </a:cubicBezTo>
                <a:cubicBezTo>
                  <a:pt x="36" y="61"/>
                  <a:pt x="35" y="61"/>
                  <a:pt x="34" y="61"/>
                </a:cubicBezTo>
                <a:cubicBezTo>
                  <a:pt x="34" y="48"/>
                  <a:pt x="34" y="48"/>
                  <a:pt x="34" y="48"/>
                </a:cubicBezTo>
                <a:cubicBezTo>
                  <a:pt x="35" y="48"/>
                  <a:pt x="36" y="48"/>
                  <a:pt x="36" y="48"/>
                </a:cubicBezTo>
                <a:cubicBezTo>
                  <a:pt x="37" y="48"/>
                  <a:pt x="38" y="49"/>
                  <a:pt x="38" y="50"/>
                </a:cubicBezTo>
                <a:lnTo>
                  <a:pt x="38" y="59"/>
                </a:lnTo>
                <a:close/>
                <a:moveTo>
                  <a:pt x="48" y="27"/>
                </a:moveTo>
                <a:cubicBezTo>
                  <a:pt x="44" y="27"/>
                  <a:pt x="44" y="27"/>
                  <a:pt x="44" y="27"/>
                </a:cubicBezTo>
                <a:cubicBezTo>
                  <a:pt x="44" y="25"/>
                  <a:pt x="44" y="25"/>
                  <a:pt x="44" y="25"/>
                </a:cubicBezTo>
                <a:cubicBezTo>
                  <a:pt x="42" y="27"/>
                  <a:pt x="41" y="28"/>
                  <a:pt x="40" y="28"/>
                </a:cubicBezTo>
                <a:cubicBezTo>
                  <a:pt x="39" y="28"/>
                  <a:pt x="38" y="27"/>
                  <a:pt x="37" y="26"/>
                </a:cubicBezTo>
                <a:cubicBezTo>
                  <a:pt x="37" y="25"/>
                  <a:pt x="37" y="24"/>
                  <a:pt x="37" y="23"/>
                </a:cubicBezTo>
                <a:cubicBezTo>
                  <a:pt x="37" y="7"/>
                  <a:pt x="37" y="7"/>
                  <a:pt x="37" y="7"/>
                </a:cubicBezTo>
                <a:cubicBezTo>
                  <a:pt x="41" y="7"/>
                  <a:pt x="41" y="7"/>
                  <a:pt x="41" y="7"/>
                </a:cubicBezTo>
                <a:cubicBezTo>
                  <a:pt x="41" y="22"/>
                  <a:pt x="41" y="22"/>
                  <a:pt x="41" y="22"/>
                </a:cubicBezTo>
                <a:cubicBezTo>
                  <a:pt x="41" y="23"/>
                  <a:pt x="41" y="23"/>
                  <a:pt x="41" y="23"/>
                </a:cubicBezTo>
                <a:cubicBezTo>
                  <a:pt x="41" y="24"/>
                  <a:pt x="41" y="24"/>
                  <a:pt x="42" y="24"/>
                </a:cubicBezTo>
                <a:cubicBezTo>
                  <a:pt x="42" y="24"/>
                  <a:pt x="43" y="24"/>
                  <a:pt x="44" y="22"/>
                </a:cubicBezTo>
                <a:cubicBezTo>
                  <a:pt x="44" y="7"/>
                  <a:pt x="44" y="7"/>
                  <a:pt x="44" y="7"/>
                </a:cubicBezTo>
                <a:cubicBezTo>
                  <a:pt x="48" y="7"/>
                  <a:pt x="48" y="7"/>
                  <a:pt x="48" y="7"/>
                </a:cubicBezTo>
                <a:lnTo>
                  <a:pt x="48" y="27"/>
                </a:lnTo>
                <a:close/>
                <a:moveTo>
                  <a:pt x="55" y="58"/>
                </a:moveTo>
                <a:cubicBezTo>
                  <a:pt x="51" y="58"/>
                  <a:pt x="51" y="58"/>
                  <a:pt x="51" y="58"/>
                </a:cubicBezTo>
                <a:cubicBezTo>
                  <a:pt x="51" y="59"/>
                  <a:pt x="51" y="60"/>
                  <a:pt x="51" y="60"/>
                </a:cubicBezTo>
                <a:cubicBezTo>
                  <a:pt x="51" y="61"/>
                  <a:pt x="50" y="61"/>
                  <a:pt x="50" y="61"/>
                </a:cubicBezTo>
                <a:cubicBezTo>
                  <a:pt x="48" y="61"/>
                  <a:pt x="48" y="61"/>
                  <a:pt x="48" y="59"/>
                </a:cubicBezTo>
                <a:cubicBezTo>
                  <a:pt x="48" y="55"/>
                  <a:pt x="48" y="55"/>
                  <a:pt x="48" y="55"/>
                </a:cubicBezTo>
                <a:cubicBezTo>
                  <a:pt x="55" y="55"/>
                  <a:pt x="55" y="55"/>
                  <a:pt x="55" y="55"/>
                </a:cubicBezTo>
                <a:cubicBezTo>
                  <a:pt x="55" y="51"/>
                  <a:pt x="55" y="51"/>
                  <a:pt x="55" y="51"/>
                </a:cubicBezTo>
                <a:cubicBezTo>
                  <a:pt x="55" y="49"/>
                  <a:pt x="55" y="47"/>
                  <a:pt x="54" y="46"/>
                </a:cubicBezTo>
                <a:cubicBezTo>
                  <a:pt x="53" y="45"/>
                  <a:pt x="51" y="44"/>
                  <a:pt x="50" y="44"/>
                </a:cubicBezTo>
                <a:cubicBezTo>
                  <a:pt x="48" y="44"/>
                  <a:pt x="46" y="45"/>
                  <a:pt x="45" y="46"/>
                </a:cubicBezTo>
                <a:cubicBezTo>
                  <a:pt x="45" y="47"/>
                  <a:pt x="44" y="49"/>
                  <a:pt x="44" y="51"/>
                </a:cubicBezTo>
                <a:cubicBezTo>
                  <a:pt x="44" y="58"/>
                  <a:pt x="44" y="58"/>
                  <a:pt x="44" y="58"/>
                </a:cubicBezTo>
                <a:cubicBezTo>
                  <a:pt x="44" y="60"/>
                  <a:pt x="45" y="62"/>
                  <a:pt x="45" y="63"/>
                </a:cubicBezTo>
                <a:cubicBezTo>
                  <a:pt x="46" y="64"/>
                  <a:pt x="48" y="65"/>
                  <a:pt x="50" y="65"/>
                </a:cubicBezTo>
                <a:cubicBezTo>
                  <a:pt x="52" y="65"/>
                  <a:pt x="53" y="64"/>
                  <a:pt x="54" y="63"/>
                </a:cubicBezTo>
                <a:cubicBezTo>
                  <a:pt x="54" y="62"/>
                  <a:pt x="55" y="61"/>
                  <a:pt x="55" y="60"/>
                </a:cubicBezTo>
                <a:cubicBezTo>
                  <a:pt x="55" y="60"/>
                  <a:pt x="55" y="59"/>
                  <a:pt x="55" y="58"/>
                </a:cubicBezTo>
                <a:close/>
                <a:moveTo>
                  <a:pt x="51" y="52"/>
                </a:moveTo>
                <a:cubicBezTo>
                  <a:pt x="48" y="52"/>
                  <a:pt x="48" y="52"/>
                  <a:pt x="48" y="52"/>
                </a:cubicBezTo>
                <a:cubicBezTo>
                  <a:pt x="48" y="50"/>
                  <a:pt x="48" y="50"/>
                  <a:pt x="48" y="50"/>
                </a:cubicBezTo>
                <a:cubicBezTo>
                  <a:pt x="48" y="49"/>
                  <a:pt x="48" y="48"/>
                  <a:pt x="50" y="48"/>
                </a:cubicBezTo>
                <a:cubicBezTo>
                  <a:pt x="51" y="48"/>
                  <a:pt x="51" y="49"/>
                  <a:pt x="51" y="50"/>
                </a:cubicBezTo>
                <a:lnTo>
                  <a:pt x="51" y="5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29" name="Freeform 33"/>
          <p:cNvSpPr/>
          <p:nvPr/>
        </p:nvSpPr>
        <p:spPr>
          <a:xfrm>
            <a:off x="4452840" y="1603440"/>
            <a:ext cx="209520" cy="212760"/>
          </a:xfrm>
          <a:custGeom>
            <a:avLst/>
            <a:gdLst/>
            <a:ahLst/>
            <a:rect l="l" t="t" r="r" b="b"/>
            <a:pathLst>
              <a:path w="61" h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1" y="14"/>
                  <a:pt x="61" y="31"/>
                </a:cubicBezTo>
                <a:cubicBezTo>
                  <a:pt x="61" y="48"/>
                  <a:pt x="48" y="62"/>
                  <a:pt x="31" y="62"/>
                </a:cubicBezTo>
                <a:close/>
                <a:moveTo>
                  <a:pt x="49" y="42"/>
                </a:moveTo>
                <a:cubicBezTo>
                  <a:pt x="31" y="14"/>
                  <a:pt x="31" y="14"/>
                  <a:pt x="31" y="14"/>
                </a:cubicBezTo>
                <a:cubicBezTo>
                  <a:pt x="12" y="42"/>
                  <a:pt x="12" y="42"/>
                  <a:pt x="12" y="42"/>
                </a:cubicBezTo>
                <a:cubicBezTo>
                  <a:pt x="16" y="42"/>
                  <a:pt x="16" y="42"/>
                  <a:pt x="16" y="42"/>
                </a:cubicBezTo>
                <a:cubicBezTo>
                  <a:pt x="20" y="35"/>
                  <a:pt x="20" y="35"/>
                  <a:pt x="20" y="35"/>
                </a:cubicBezTo>
                <a:cubicBezTo>
                  <a:pt x="41" y="35"/>
                  <a:pt x="41" y="35"/>
                  <a:pt x="41" y="35"/>
                </a:cubicBezTo>
                <a:cubicBezTo>
                  <a:pt x="45" y="42"/>
                  <a:pt x="45" y="42"/>
                  <a:pt x="45" y="42"/>
                </a:cubicBezTo>
                <a:lnTo>
                  <a:pt x="49" y="42"/>
                </a:lnTo>
                <a:close/>
                <a:moveTo>
                  <a:pt x="39" y="33"/>
                </a:moveTo>
                <a:cubicBezTo>
                  <a:pt x="23" y="33"/>
                  <a:pt x="23" y="33"/>
                  <a:pt x="23" y="33"/>
                </a:cubicBezTo>
                <a:cubicBezTo>
                  <a:pt x="31" y="20"/>
                  <a:pt x="31" y="20"/>
                  <a:pt x="31" y="20"/>
                </a:cubicBezTo>
                <a:lnTo>
                  <a:pt x="39" y="3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30" name="Freeform 34"/>
          <p:cNvSpPr/>
          <p:nvPr/>
        </p:nvSpPr>
        <p:spPr>
          <a:xfrm>
            <a:off x="4948200" y="1603440"/>
            <a:ext cx="247680" cy="195120"/>
          </a:xfrm>
          <a:custGeom>
            <a:avLst/>
            <a:gdLst/>
            <a:ahLst/>
            <a:rect l="l" t="t" r="r" b="b"/>
            <a:pathLst>
              <a:path w="72" h="57">
                <a:moveTo>
                  <a:pt x="72" y="54"/>
                </a:moveTo>
                <a:cubicBezTo>
                  <a:pt x="72" y="56"/>
                  <a:pt x="71" y="57"/>
                  <a:pt x="70" y="57"/>
                </a:cubicBezTo>
                <a:cubicBezTo>
                  <a:pt x="3" y="57"/>
                  <a:pt x="3" y="57"/>
                  <a:pt x="3" y="57"/>
                </a:cubicBezTo>
                <a:cubicBezTo>
                  <a:pt x="2" y="57"/>
                  <a:pt x="0" y="56"/>
                  <a:pt x="0" y="54"/>
                </a:cubicBezTo>
                <a:cubicBezTo>
                  <a:pt x="0" y="49"/>
                  <a:pt x="0" y="49"/>
                  <a:pt x="0" y="49"/>
                </a:cubicBezTo>
                <a:cubicBezTo>
                  <a:pt x="0" y="48"/>
                  <a:pt x="2" y="47"/>
                  <a:pt x="3" y="47"/>
                </a:cubicBezTo>
                <a:cubicBezTo>
                  <a:pt x="70" y="47"/>
                  <a:pt x="70" y="47"/>
                  <a:pt x="70" y="47"/>
                </a:cubicBezTo>
                <a:cubicBezTo>
                  <a:pt x="71" y="47"/>
                  <a:pt x="72" y="48"/>
                  <a:pt x="72" y="49"/>
                </a:cubicBezTo>
                <a:lnTo>
                  <a:pt x="72" y="54"/>
                </a:lnTo>
                <a:close/>
                <a:moveTo>
                  <a:pt x="72" y="24"/>
                </a:moveTo>
                <a:cubicBezTo>
                  <a:pt x="72" y="25"/>
                  <a:pt x="71" y="26"/>
                  <a:pt x="70" y="26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6"/>
                  <a:pt x="6" y="25"/>
                  <a:pt x="6" y="24"/>
                </a:cubicBezTo>
                <a:cubicBezTo>
                  <a:pt x="6" y="18"/>
                  <a:pt x="6" y="18"/>
                  <a:pt x="6" y="18"/>
                </a:cubicBezTo>
                <a:cubicBezTo>
                  <a:pt x="6" y="17"/>
                  <a:pt x="7" y="16"/>
                  <a:pt x="8" y="16"/>
                </a:cubicBezTo>
                <a:cubicBezTo>
                  <a:pt x="70" y="16"/>
                  <a:pt x="70" y="16"/>
                  <a:pt x="70" y="16"/>
                </a:cubicBezTo>
                <a:cubicBezTo>
                  <a:pt x="71" y="16"/>
                  <a:pt x="72" y="17"/>
                  <a:pt x="72" y="18"/>
                </a:cubicBezTo>
                <a:lnTo>
                  <a:pt x="72" y="24"/>
                </a:lnTo>
                <a:close/>
                <a:moveTo>
                  <a:pt x="72" y="39"/>
                </a:moveTo>
                <a:cubicBezTo>
                  <a:pt x="72" y="40"/>
                  <a:pt x="71" y="42"/>
                  <a:pt x="70" y="42"/>
                </a:cubicBezTo>
                <a:cubicBezTo>
                  <a:pt x="18" y="42"/>
                  <a:pt x="18" y="42"/>
                  <a:pt x="18" y="42"/>
                </a:cubicBezTo>
                <a:cubicBezTo>
                  <a:pt x="17" y="42"/>
                  <a:pt x="16" y="40"/>
                  <a:pt x="16" y="39"/>
                </a:cubicBezTo>
                <a:cubicBezTo>
                  <a:pt x="16" y="34"/>
                  <a:pt x="16" y="34"/>
                  <a:pt x="16" y="34"/>
                </a:cubicBezTo>
                <a:cubicBezTo>
                  <a:pt x="16" y="32"/>
                  <a:pt x="17" y="31"/>
                  <a:pt x="18" y="31"/>
                </a:cubicBezTo>
                <a:cubicBezTo>
                  <a:pt x="70" y="31"/>
                  <a:pt x="70" y="31"/>
                  <a:pt x="70" y="31"/>
                </a:cubicBezTo>
                <a:cubicBezTo>
                  <a:pt x="71" y="31"/>
                  <a:pt x="72" y="32"/>
                  <a:pt x="72" y="34"/>
                </a:cubicBezTo>
                <a:lnTo>
                  <a:pt x="72" y="39"/>
                </a:lnTo>
                <a:close/>
                <a:moveTo>
                  <a:pt x="72" y="8"/>
                </a:moveTo>
                <a:cubicBezTo>
                  <a:pt x="72" y="10"/>
                  <a:pt x="71" y="11"/>
                  <a:pt x="70" y="11"/>
                </a:cubicBezTo>
                <a:cubicBezTo>
                  <a:pt x="24" y="11"/>
                  <a:pt x="24" y="11"/>
                  <a:pt x="24" y="11"/>
                </a:cubicBezTo>
                <a:cubicBezTo>
                  <a:pt x="22" y="11"/>
                  <a:pt x="21" y="10"/>
                  <a:pt x="21" y="8"/>
                </a:cubicBezTo>
                <a:cubicBezTo>
                  <a:pt x="21" y="3"/>
                  <a:pt x="21" y="3"/>
                  <a:pt x="21" y="3"/>
                </a:cubicBezTo>
                <a:cubicBezTo>
                  <a:pt x="21" y="2"/>
                  <a:pt x="22" y="0"/>
                  <a:pt x="24" y="0"/>
                </a:cubicBezTo>
                <a:cubicBezTo>
                  <a:pt x="70" y="0"/>
                  <a:pt x="70" y="0"/>
                  <a:pt x="70" y="0"/>
                </a:cubicBezTo>
                <a:cubicBezTo>
                  <a:pt x="71" y="0"/>
                  <a:pt x="72" y="2"/>
                  <a:pt x="72" y="3"/>
                </a:cubicBezTo>
                <a:lnTo>
                  <a:pt x="72" y="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31" name="Freeform 35"/>
          <p:cNvSpPr/>
          <p:nvPr/>
        </p:nvSpPr>
        <p:spPr>
          <a:xfrm>
            <a:off x="5443560" y="1585800"/>
            <a:ext cx="174600" cy="247680"/>
          </a:xfrm>
          <a:custGeom>
            <a:avLst/>
            <a:gdLst/>
            <a:ahLst/>
            <a:rect l="l" t="t" r="r" b="b"/>
            <a:pathLst>
              <a:path w="51" h="72">
                <a:moveTo>
                  <a:pt x="7" y="41"/>
                </a:moveTo>
                <a:cubicBezTo>
                  <a:pt x="7" y="40"/>
                  <a:pt x="6" y="38"/>
                  <a:pt x="6" y="37"/>
                </a:cubicBezTo>
                <a:cubicBezTo>
                  <a:pt x="6" y="34"/>
                  <a:pt x="10" y="30"/>
                  <a:pt x="14" y="30"/>
                </a:cubicBezTo>
                <a:cubicBezTo>
                  <a:pt x="15" y="30"/>
                  <a:pt x="16" y="30"/>
                  <a:pt x="16" y="30"/>
                </a:cubicBezTo>
                <a:cubicBezTo>
                  <a:pt x="15" y="26"/>
                  <a:pt x="10" y="12"/>
                  <a:pt x="10" y="8"/>
                </a:cubicBezTo>
                <a:cubicBezTo>
                  <a:pt x="10" y="4"/>
                  <a:pt x="12" y="0"/>
                  <a:pt x="16" y="0"/>
                </a:cubicBezTo>
                <a:cubicBezTo>
                  <a:pt x="22" y="0"/>
                  <a:pt x="28" y="21"/>
                  <a:pt x="30" y="25"/>
                </a:cubicBezTo>
                <a:cubicBezTo>
                  <a:pt x="31" y="20"/>
                  <a:pt x="37" y="2"/>
                  <a:pt x="43" y="2"/>
                </a:cubicBezTo>
                <a:cubicBezTo>
                  <a:pt x="47" y="2"/>
                  <a:pt x="49" y="5"/>
                  <a:pt x="49" y="9"/>
                </a:cubicBezTo>
                <a:cubicBezTo>
                  <a:pt x="49" y="13"/>
                  <a:pt x="45" y="26"/>
                  <a:pt x="43" y="31"/>
                </a:cubicBezTo>
                <a:cubicBezTo>
                  <a:pt x="50" y="32"/>
                  <a:pt x="51" y="38"/>
                  <a:pt x="51" y="44"/>
                </a:cubicBezTo>
                <a:cubicBezTo>
                  <a:pt x="51" y="60"/>
                  <a:pt x="40" y="72"/>
                  <a:pt x="24" y="72"/>
                </a:cubicBezTo>
                <a:cubicBezTo>
                  <a:pt x="21" y="72"/>
                  <a:pt x="18" y="72"/>
                  <a:pt x="15" y="71"/>
                </a:cubicBezTo>
                <a:cubicBezTo>
                  <a:pt x="7" y="68"/>
                  <a:pt x="0" y="60"/>
                  <a:pt x="0" y="51"/>
                </a:cubicBezTo>
                <a:cubicBezTo>
                  <a:pt x="0" y="46"/>
                  <a:pt x="2" y="43"/>
                  <a:pt x="7" y="41"/>
                </a:cubicBezTo>
                <a:close/>
                <a:moveTo>
                  <a:pt x="6" y="55"/>
                </a:moveTo>
                <a:cubicBezTo>
                  <a:pt x="9" y="63"/>
                  <a:pt x="16" y="68"/>
                  <a:pt x="24" y="68"/>
                </a:cubicBezTo>
                <a:cubicBezTo>
                  <a:pt x="31" y="68"/>
                  <a:pt x="36" y="65"/>
                  <a:pt x="40" y="61"/>
                </a:cubicBezTo>
                <a:cubicBezTo>
                  <a:pt x="44" y="56"/>
                  <a:pt x="46" y="50"/>
                  <a:pt x="46" y="44"/>
                </a:cubicBezTo>
                <a:cubicBezTo>
                  <a:pt x="46" y="41"/>
                  <a:pt x="46" y="38"/>
                  <a:pt x="44" y="36"/>
                </a:cubicBezTo>
                <a:cubicBezTo>
                  <a:pt x="41" y="33"/>
                  <a:pt x="29" y="32"/>
                  <a:pt x="25" y="32"/>
                </a:cubicBezTo>
                <a:cubicBezTo>
                  <a:pt x="24" y="32"/>
                  <a:pt x="23" y="32"/>
                  <a:pt x="23" y="33"/>
                </a:cubicBezTo>
                <a:cubicBezTo>
                  <a:pt x="22" y="33"/>
                  <a:pt x="22" y="34"/>
                  <a:pt x="22" y="34"/>
                </a:cubicBezTo>
                <a:cubicBezTo>
                  <a:pt x="22" y="40"/>
                  <a:pt x="35" y="40"/>
                  <a:pt x="39" y="40"/>
                </a:cubicBezTo>
                <a:cubicBezTo>
                  <a:pt x="40" y="40"/>
                  <a:pt x="40" y="40"/>
                  <a:pt x="41" y="40"/>
                </a:cubicBezTo>
                <a:cubicBezTo>
                  <a:pt x="41" y="41"/>
                  <a:pt x="42" y="42"/>
                  <a:pt x="42" y="43"/>
                </a:cubicBezTo>
                <a:cubicBezTo>
                  <a:pt x="41" y="44"/>
                  <a:pt x="39" y="44"/>
                  <a:pt x="38" y="45"/>
                </a:cubicBezTo>
                <a:cubicBezTo>
                  <a:pt x="36" y="45"/>
                  <a:pt x="35" y="46"/>
                  <a:pt x="34" y="47"/>
                </a:cubicBezTo>
                <a:cubicBezTo>
                  <a:pt x="31" y="49"/>
                  <a:pt x="28" y="53"/>
                  <a:pt x="28" y="57"/>
                </a:cubicBezTo>
                <a:cubicBezTo>
                  <a:pt x="28" y="59"/>
                  <a:pt x="29" y="61"/>
                  <a:pt x="29" y="64"/>
                </a:cubicBezTo>
                <a:cubicBezTo>
                  <a:pt x="29" y="64"/>
                  <a:pt x="29" y="65"/>
                  <a:pt x="29" y="65"/>
                </a:cubicBezTo>
                <a:cubicBezTo>
                  <a:pt x="24" y="64"/>
                  <a:pt x="23" y="60"/>
                  <a:pt x="23" y="56"/>
                </a:cubicBezTo>
                <a:cubicBezTo>
                  <a:pt x="23" y="56"/>
                  <a:pt x="22" y="56"/>
                  <a:pt x="22" y="56"/>
                </a:cubicBezTo>
                <a:cubicBezTo>
                  <a:pt x="22" y="56"/>
                  <a:pt x="22" y="57"/>
                  <a:pt x="22" y="57"/>
                </a:cubicBezTo>
                <a:cubicBezTo>
                  <a:pt x="22" y="60"/>
                  <a:pt x="19" y="62"/>
                  <a:pt x="16" y="62"/>
                </a:cubicBezTo>
                <a:cubicBezTo>
                  <a:pt x="12" y="62"/>
                  <a:pt x="6" y="57"/>
                  <a:pt x="6" y="53"/>
                </a:cubicBezTo>
                <a:cubicBezTo>
                  <a:pt x="6" y="51"/>
                  <a:pt x="7" y="51"/>
                  <a:pt x="7" y="50"/>
                </a:cubicBezTo>
                <a:cubicBezTo>
                  <a:pt x="8" y="51"/>
                  <a:pt x="9" y="52"/>
                  <a:pt x="10" y="53"/>
                </a:cubicBezTo>
                <a:cubicBezTo>
                  <a:pt x="11" y="54"/>
                  <a:pt x="13" y="57"/>
                  <a:pt x="15" y="57"/>
                </a:cubicBezTo>
                <a:cubicBezTo>
                  <a:pt x="16" y="57"/>
                  <a:pt x="17" y="57"/>
                  <a:pt x="17" y="56"/>
                </a:cubicBezTo>
                <a:cubicBezTo>
                  <a:pt x="17" y="54"/>
                  <a:pt x="10" y="46"/>
                  <a:pt x="9" y="46"/>
                </a:cubicBezTo>
                <a:cubicBezTo>
                  <a:pt x="6" y="46"/>
                  <a:pt x="5" y="49"/>
                  <a:pt x="5" y="51"/>
                </a:cubicBezTo>
                <a:cubicBezTo>
                  <a:pt x="5" y="52"/>
                  <a:pt x="5" y="54"/>
                  <a:pt x="6" y="55"/>
                </a:cubicBezTo>
                <a:close/>
                <a:moveTo>
                  <a:pt x="22" y="51"/>
                </a:moveTo>
                <a:cubicBezTo>
                  <a:pt x="23" y="51"/>
                  <a:pt x="23" y="50"/>
                  <a:pt x="23" y="50"/>
                </a:cubicBezTo>
                <a:cubicBezTo>
                  <a:pt x="23" y="49"/>
                  <a:pt x="22" y="46"/>
                  <a:pt x="22" y="46"/>
                </a:cubicBezTo>
                <a:cubicBezTo>
                  <a:pt x="21" y="43"/>
                  <a:pt x="17" y="35"/>
                  <a:pt x="14" y="35"/>
                </a:cubicBezTo>
                <a:cubicBezTo>
                  <a:pt x="13" y="35"/>
                  <a:pt x="11" y="36"/>
                  <a:pt x="11" y="38"/>
                </a:cubicBezTo>
                <a:cubicBezTo>
                  <a:pt x="11" y="41"/>
                  <a:pt x="19" y="51"/>
                  <a:pt x="22" y="51"/>
                </a:cubicBezTo>
                <a:close/>
                <a:moveTo>
                  <a:pt x="21" y="28"/>
                </a:moveTo>
                <a:cubicBezTo>
                  <a:pt x="21" y="28"/>
                  <a:pt x="22" y="28"/>
                  <a:pt x="23" y="28"/>
                </a:cubicBezTo>
                <a:cubicBezTo>
                  <a:pt x="24" y="28"/>
                  <a:pt x="25" y="28"/>
                  <a:pt x="26" y="28"/>
                </a:cubicBezTo>
                <a:cubicBezTo>
                  <a:pt x="21" y="14"/>
                  <a:pt x="21" y="14"/>
                  <a:pt x="21" y="14"/>
                </a:cubicBezTo>
                <a:cubicBezTo>
                  <a:pt x="20" y="12"/>
                  <a:pt x="18" y="5"/>
                  <a:pt x="16" y="5"/>
                </a:cubicBezTo>
                <a:cubicBezTo>
                  <a:pt x="15" y="5"/>
                  <a:pt x="14" y="6"/>
                  <a:pt x="14" y="7"/>
                </a:cubicBezTo>
                <a:cubicBezTo>
                  <a:pt x="14" y="11"/>
                  <a:pt x="19" y="24"/>
                  <a:pt x="21" y="28"/>
                </a:cubicBezTo>
                <a:close/>
                <a:moveTo>
                  <a:pt x="27" y="47"/>
                </a:moveTo>
                <a:cubicBezTo>
                  <a:pt x="28" y="46"/>
                  <a:pt x="29" y="45"/>
                  <a:pt x="30" y="44"/>
                </a:cubicBezTo>
                <a:cubicBezTo>
                  <a:pt x="29" y="44"/>
                  <a:pt x="27" y="44"/>
                  <a:pt x="26" y="43"/>
                </a:cubicBezTo>
                <a:cubicBezTo>
                  <a:pt x="26" y="44"/>
                  <a:pt x="27" y="45"/>
                  <a:pt x="27" y="47"/>
                </a:cubicBezTo>
                <a:close/>
                <a:moveTo>
                  <a:pt x="33" y="29"/>
                </a:moveTo>
                <a:cubicBezTo>
                  <a:pt x="38" y="30"/>
                  <a:pt x="38" y="30"/>
                  <a:pt x="38" y="30"/>
                </a:cubicBezTo>
                <a:cubicBezTo>
                  <a:pt x="39" y="26"/>
                  <a:pt x="45" y="11"/>
                  <a:pt x="45" y="9"/>
                </a:cubicBezTo>
                <a:cubicBezTo>
                  <a:pt x="45" y="8"/>
                  <a:pt x="44" y="6"/>
                  <a:pt x="43" y="6"/>
                </a:cubicBezTo>
                <a:cubicBezTo>
                  <a:pt x="41" y="6"/>
                  <a:pt x="39" y="14"/>
                  <a:pt x="38" y="15"/>
                </a:cubicBezTo>
                <a:lnTo>
                  <a:pt x="33" y="2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32" name="Freeform 36"/>
          <p:cNvSpPr/>
          <p:nvPr/>
        </p:nvSpPr>
        <p:spPr>
          <a:xfrm>
            <a:off x="5948280" y="1647720"/>
            <a:ext cx="138240" cy="130320"/>
          </a:xfrm>
          <a:custGeom>
            <a:avLst/>
            <a:gdLst/>
            <a:ahLst/>
            <a:rect l="l" t="t" r="r" b="b"/>
            <a:pathLst>
              <a:path w="40" h="38">
                <a:moveTo>
                  <a:pt x="40" y="21"/>
                </a:moveTo>
                <a:cubicBezTo>
                  <a:pt x="38" y="23"/>
                  <a:pt x="38" y="23"/>
                  <a:pt x="38" y="23"/>
                </a:cubicBezTo>
                <a:cubicBezTo>
                  <a:pt x="37" y="23"/>
                  <a:pt x="37" y="23"/>
                  <a:pt x="37" y="23"/>
                </a:cubicBezTo>
                <a:cubicBezTo>
                  <a:pt x="36" y="23"/>
                  <a:pt x="36" y="23"/>
                  <a:pt x="36" y="23"/>
                </a:cubicBezTo>
                <a:cubicBezTo>
                  <a:pt x="20" y="7"/>
                  <a:pt x="20" y="7"/>
                  <a:pt x="20" y="7"/>
                </a:cubicBezTo>
                <a:cubicBezTo>
                  <a:pt x="4" y="23"/>
                  <a:pt x="4" y="23"/>
                  <a:pt x="4" y="23"/>
                </a:cubicBezTo>
                <a:cubicBezTo>
                  <a:pt x="4" y="23"/>
                  <a:pt x="4" y="23"/>
                  <a:pt x="3" y="23"/>
                </a:cubicBezTo>
                <a:cubicBezTo>
                  <a:pt x="3" y="23"/>
                  <a:pt x="3" y="23"/>
                  <a:pt x="2" y="23"/>
                </a:cubicBezTo>
                <a:cubicBezTo>
                  <a:pt x="0" y="21"/>
                  <a:pt x="0" y="21"/>
                  <a:pt x="0" y="21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19"/>
                  <a:pt x="0" y="19"/>
                  <a:pt x="0" y="19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20" y="0"/>
                  <a:pt x="20" y="0"/>
                </a:cubicBezTo>
                <a:cubicBezTo>
                  <a:pt x="20" y="0"/>
                  <a:pt x="21" y="0"/>
                  <a:pt x="21" y="0"/>
                </a:cubicBezTo>
                <a:cubicBezTo>
                  <a:pt x="40" y="19"/>
                  <a:pt x="40" y="19"/>
                  <a:pt x="40" y="19"/>
                </a:cubicBezTo>
                <a:cubicBezTo>
                  <a:pt x="40" y="19"/>
                  <a:pt x="40" y="19"/>
                  <a:pt x="40" y="20"/>
                </a:cubicBezTo>
                <a:cubicBezTo>
                  <a:pt x="40" y="20"/>
                  <a:pt x="40" y="20"/>
                  <a:pt x="40" y="21"/>
                </a:cubicBezTo>
                <a:close/>
                <a:moveTo>
                  <a:pt x="40" y="36"/>
                </a:moveTo>
                <a:cubicBezTo>
                  <a:pt x="38" y="38"/>
                  <a:pt x="38" y="38"/>
                  <a:pt x="38" y="38"/>
                </a:cubicBezTo>
                <a:cubicBezTo>
                  <a:pt x="37" y="38"/>
                  <a:pt x="37" y="38"/>
                  <a:pt x="37" y="38"/>
                </a:cubicBezTo>
                <a:cubicBezTo>
                  <a:pt x="36" y="38"/>
                  <a:pt x="36" y="38"/>
                  <a:pt x="36" y="38"/>
                </a:cubicBezTo>
                <a:cubicBezTo>
                  <a:pt x="20" y="22"/>
                  <a:pt x="20" y="22"/>
                  <a:pt x="20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4" y="38"/>
                  <a:pt x="4" y="38"/>
                  <a:pt x="3" y="38"/>
                </a:cubicBezTo>
                <a:cubicBezTo>
                  <a:pt x="3" y="38"/>
                  <a:pt x="3" y="38"/>
                  <a:pt x="2" y="38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36"/>
                  <a:pt x="0" y="35"/>
                  <a:pt x="0" y="35"/>
                </a:cubicBezTo>
                <a:cubicBezTo>
                  <a:pt x="0" y="35"/>
                  <a:pt x="0" y="34"/>
                  <a:pt x="0" y="34"/>
                </a:cubicBezTo>
                <a:cubicBezTo>
                  <a:pt x="19" y="15"/>
                  <a:pt x="19" y="15"/>
                  <a:pt x="19" y="15"/>
                </a:cubicBezTo>
                <a:cubicBezTo>
                  <a:pt x="19" y="15"/>
                  <a:pt x="20" y="15"/>
                  <a:pt x="20" y="15"/>
                </a:cubicBezTo>
                <a:cubicBezTo>
                  <a:pt x="20" y="15"/>
                  <a:pt x="21" y="15"/>
                  <a:pt x="21" y="15"/>
                </a:cubicBezTo>
                <a:cubicBezTo>
                  <a:pt x="40" y="34"/>
                  <a:pt x="40" y="34"/>
                  <a:pt x="40" y="34"/>
                </a:cubicBezTo>
                <a:cubicBezTo>
                  <a:pt x="40" y="34"/>
                  <a:pt x="40" y="35"/>
                  <a:pt x="40" y="35"/>
                </a:cubicBezTo>
                <a:cubicBezTo>
                  <a:pt x="40" y="35"/>
                  <a:pt x="40" y="36"/>
                  <a:pt x="40" y="3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33" name="Freeform 37"/>
          <p:cNvSpPr/>
          <p:nvPr/>
        </p:nvSpPr>
        <p:spPr>
          <a:xfrm>
            <a:off x="6443640" y="1682640"/>
            <a:ext cx="136440" cy="79560"/>
          </a:xfrm>
          <a:custGeom>
            <a:avLst/>
            <a:gdLst/>
            <a:ahLst/>
            <a:rect l="l" t="t" r="r" b="b"/>
            <a:pathLst>
              <a:path w="40" h="23">
                <a:moveTo>
                  <a:pt x="40" y="21"/>
                </a:moveTo>
                <a:cubicBezTo>
                  <a:pt x="38" y="23"/>
                  <a:pt x="38" y="23"/>
                  <a:pt x="38" y="23"/>
                </a:cubicBezTo>
                <a:cubicBezTo>
                  <a:pt x="37" y="23"/>
                  <a:pt x="37" y="23"/>
                  <a:pt x="37" y="23"/>
                </a:cubicBezTo>
                <a:cubicBezTo>
                  <a:pt x="36" y="23"/>
                  <a:pt x="36" y="23"/>
                  <a:pt x="36" y="23"/>
                </a:cubicBezTo>
                <a:cubicBezTo>
                  <a:pt x="20" y="7"/>
                  <a:pt x="20" y="7"/>
                  <a:pt x="20" y="7"/>
                </a:cubicBezTo>
                <a:cubicBezTo>
                  <a:pt x="4" y="23"/>
                  <a:pt x="4" y="23"/>
                  <a:pt x="4" y="23"/>
                </a:cubicBezTo>
                <a:cubicBezTo>
                  <a:pt x="4" y="23"/>
                  <a:pt x="4" y="23"/>
                  <a:pt x="3" y="23"/>
                </a:cubicBezTo>
                <a:cubicBezTo>
                  <a:pt x="3" y="23"/>
                  <a:pt x="3" y="23"/>
                  <a:pt x="2" y="23"/>
                </a:cubicBezTo>
                <a:cubicBezTo>
                  <a:pt x="0" y="21"/>
                  <a:pt x="0" y="21"/>
                  <a:pt x="0" y="21"/>
                </a:cubicBezTo>
                <a:cubicBezTo>
                  <a:pt x="0" y="21"/>
                  <a:pt x="0" y="20"/>
                  <a:pt x="0" y="20"/>
                </a:cubicBezTo>
                <a:cubicBezTo>
                  <a:pt x="0" y="20"/>
                  <a:pt x="0" y="19"/>
                  <a:pt x="0" y="19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20" y="0"/>
                  <a:pt x="20" y="0"/>
                </a:cubicBezTo>
                <a:cubicBezTo>
                  <a:pt x="20" y="0"/>
                  <a:pt x="21" y="0"/>
                  <a:pt x="21" y="0"/>
                </a:cubicBezTo>
                <a:cubicBezTo>
                  <a:pt x="40" y="19"/>
                  <a:pt x="40" y="19"/>
                  <a:pt x="40" y="19"/>
                </a:cubicBezTo>
                <a:cubicBezTo>
                  <a:pt x="40" y="19"/>
                  <a:pt x="40" y="20"/>
                  <a:pt x="40" y="20"/>
                </a:cubicBezTo>
                <a:cubicBezTo>
                  <a:pt x="40" y="20"/>
                  <a:pt x="40" y="21"/>
                  <a:pt x="40" y="2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34" name="Freeform 38"/>
          <p:cNvSpPr/>
          <p:nvPr/>
        </p:nvSpPr>
        <p:spPr>
          <a:xfrm>
            <a:off x="6927840" y="1603440"/>
            <a:ext cx="212760" cy="212760"/>
          </a:xfrm>
          <a:custGeom>
            <a:avLst/>
            <a:gdLst/>
            <a:ahLst/>
            <a:rect l="l" t="t" r="r" b="b"/>
            <a:pathLst>
              <a:path w="62" h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2" y="14"/>
                  <a:pt x="62" y="31"/>
                </a:cubicBezTo>
                <a:cubicBezTo>
                  <a:pt x="62" y="48"/>
                  <a:pt x="48" y="62"/>
                  <a:pt x="31" y="62"/>
                </a:cubicBezTo>
                <a:close/>
                <a:moveTo>
                  <a:pt x="51" y="30"/>
                </a:moveTo>
                <a:cubicBezTo>
                  <a:pt x="48" y="26"/>
                  <a:pt x="48" y="26"/>
                  <a:pt x="48" y="26"/>
                </a:cubicBezTo>
                <a:cubicBezTo>
                  <a:pt x="47" y="25"/>
                  <a:pt x="47" y="25"/>
                  <a:pt x="46" y="25"/>
                </a:cubicBezTo>
                <a:cubicBezTo>
                  <a:pt x="45" y="25"/>
                  <a:pt x="45" y="25"/>
                  <a:pt x="44" y="26"/>
                </a:cubicBezTo>
                <a:cubicBezTo>
                  <a:pt x="36" y="33"/>
                  <a:pt x="36" y="33"/>
                  <a:pt x="36" y="33"/>
                </a:cubicBezTo>
                <a:cubicBezTo>
                  <a:pt x="36" y="13"/>
                  <a:pt x="36" y="13"/>
                  <a:pt x="36" y="13"/>
                </a:cubicBezTo>
                <a:cubicBezTo>
                  <a:pt x="36" y="12"/>
                  <a:pt x="35" y="11"/>
                  <a:pt x="34" y="11"/>
                </a:cubicBezTo>
                <a:cubicBezTo>
                  <a:pt x="29" y="11"/>
                  <a:pt x="29" y="11"/>
                  <a:pt x="29" y="11"/>
                </a:cubicBezTo>
                <a:cubicBezTo>
                  <a:pt x="27" y="11"/>
                  <a:pt x="26" y="12"/>
                  <a:pt x="26" y="13"/>
                </a:cubicBezTo>
                <a:cubicBezTo>
                  <a:pt x="26" y="33"/>
                  <a:pt x="26" y="33"/>
                  <a:pt x="26" y="33"/>
                </a:cubicBezTo>
                <a:cubicBezTo>
                  <a:pt x="19" y="26"/>
                  <a:pt x="19" y="26"/>
                  <a:pt x="19" y="26"/>
                </a:cubicBezTo>
                <a:cubicBezTo>
                  <a:pt x="18" y="25"/>
                  <a:pt x="17" y="25"/>
                  <a:pt x="17" y="25"/>
                </a:cubicBezTo>
                <a:cubicBezTo>
                  <a:pt x="16" y="25"/>
                  <a:pt x="15" y="25"/>
                  <a:pt x="15" y="26"/>
                </a:cubicBezTo>
                <a:cubicBezTo>
                  <a:pt x="11" y="30"/>
                  <a:pt x="11" y="30"/>
                  <a:pt x="11" y="30"/>
                </a:cubicBezTo>
                <a:cubicBezTo>
                  <a:pt x="11" y="30"/>
                  <a:pt x="11" y="31"/>
                  <a:pt x="11" y="31"/>
                </a:cubicBezTo>
                <a:cubicBezTo>
                  <a:pt x="11" y="32"/>
                  <a:pt x="11" y="33"/>
                  <a:pt x="11" y="33"/>
                </a:cubicBezTo>
                <a:cubicBezTo>
                  <a:pt x="26" y="48"/>
                  <a:pt x="26" y="48"/>
                  <a:pt x="26" y="48"/>
                </a:cubicBezTo>
                <a:cubicBezTo>
                  <a:pt x="30" y="51"/>
                  <a:pt x="30" y="51"/>
                  <a:pt x="30" y="51"/>
                </a:cubicBezTo>
                <a:cubicBezTo>
                  <a:pt x="30" y="52"/>
                  <a:pt x="31" y="52"/>
                  <a:pt x="31" y="52"/>
                </a:cubicBezTo>
                <a:cubicBezTo>
                  <a:pt x="32" y="52"/>
                  <a:pt x="33" y="52"/>
                  <a:pt x="33" y="51"/>
                </a:cubicBezTo>
                <a:cubicBezTo>
                  <a:pt x="37" y="48"/>
                  <a:pt x="37" y="48"/>
                  <a:pt x="37" y="48"/>
                </a:cubicBezTo>
                <a:cubicBezTo>
                  <a:pt x="51" y="33"/>
                  <a:pt x="51" y="33"/>
                  <a:pt x="51" y="33"/>
                </a:cubicBezTo>
                <a:cubicBezTo>
                  <a:pt x="52" y="33"/>
                  <a:pt x="52" y="32"/>
                  <a:pt x="52" y="31"/>
                </a:cubicBezTo>
                <a:cubicBezTo>
                  <a:pt x="52" y="31"/>
                  <a:pt x="52" y="30"/>
                  <a:pt x="51" y="3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35" name="Freeform 39"/>
          <p:cNvSpPr/>
          <p:nvPr/>
        </p:nvSpPr>
        <p:spPr>
          <a:xfrm>
            <a:off x="7423200" y="1603440"/>
            <a:ext cx="209520" cy="212760"/>
          </a:xfrm>
          <a:custGeom>
            <a:avLst/>
            <a:gdLst/>
            <a:ahLst/>
            <a:rect l="l" t="t" r="r" b="b"/>
            <a:pathLst>
              <a:path w="61" h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1" y="14"/>
                  <a:pt x="61" y="31"/>
                </a:cubicBezTo>
                <a:cubicBezTo>
                  <a:pt x="61" y="48"/>
                  <a:pt x="48" y="62"/>
                  <a:pt x="31" y="62"/>
                </a:cubicBezTo>
                <a:close/>
                <a:moveTo>
                  <a:pt x="31" y="9"/>
                </a:moveTo>
                <a:cubicBezTo>
                  <a:pt x="19" y="9"/>
                  <a:pt x="9" y="19"/>
                  <a:pt x="9" y="31"/>
                </a:cubicBezTo>
                <a:cubicBezTo>
                  <a:pt x="9" y="43"/>
                  <a:pt x="19" y="53"/>
                  <a:pt x="31" y="53"/>
                </a:cubicBezTo>
                <a:cubicBezTo>
                  <a:pt x="43" y="53"/>
                  <a:pt x="52" y="43"/>
                  <a:pt x="52" y="31"/>
                </a:cubicBezTo>
                <a:cubicBezTo>
                  <a:pt x="52" y="19"/>
                  <a:pt x="43" y="9"/>
                  <a:pt x="31" y="9"/>
                </a:cubicBezTo>
                <a:close/>
                <a:moveTo>
                  <a:pt x="46" y="32"/>
                </a:moveTo>
                <a:cubicBezTo>
                  <a:pt x="33" y="45"/>
                  <a:pt x="33" y="45"/>
                  <a:pt x="33" y="45"/>
                </a:cubicBezTo>
                <a:cubicBezTo>
                  <a:pt x="33" y="45"/>
                  <a:pt x="32" y="45"/>
                  <a:pt x="32" y="45"/>
                </a:cubicBezTo>
                <a:cubicBezTo>
                  <a:pt x="31" y="45"/>
                  <a:pt x="31" y="45"/>
                  <a:pt x="31" y="44"/>
                </a:cubicBezTo>
                <a:cubicBezTo>
                  <a:pt x="31" y="36"/>
                  <a:pt x="31" y="36"/>
                  <a:pt x="31" y="36"/>
                </a:cubicBezTo>
                <a:cubicBezTo>
                  <a:pt x="16" y="36"/>
                  <a:pt x="16" y="36"/>
                  <a:pt x="16" y="36"/>
                </a:cubicBezTo>
                <a:cubicBezTo>
                  <a:pt x="16" y="36"/>
                  <a:pt x="15" y="36"/>
                  <a:pt x="15" y="35"/>
                </a:cubicBezTo>
                <a:cubicBezTo>
                  <a:pt x="15" y="27"/>
                  <a:pt x="15" y="27"/>
                  <a:pt x="15" y="27"/>
                </a:cubicBezTo>
                <a:cubicBezTo>
                  <a:pt x="15" y="27"/>
                  <a:pt x="16" y="26"/>
                  <a:pt x="16" y="26"/>
                </a:cubicBezTo>
                <a:cubicBezTo>
                  <a:pt x="31" y="26"/>
                  <a:pt x="31" y="26"/>
                  <a:pt x="31" y="26"/>
                </a:cubicBezTo>
                <a:cubicBezTo>
                  <a:pt x="31" y="18"/>
                  <a:pt x="31" y="18"/>
                  <a:pt x="31" y="18"/>
                </a:cubicBezTo>
                <a:cubicBezTo>
                  <a:pt x="31" y="18"/>
                  <a:pt x="31" y="17"/>
                  <a:pt x="32" y="17"/>
                </a:cubicBezTo>
                <a:cubicBezTo>
                  <a:pt x="32" y="17"/>
                  <a:pt x="33" y="17"/>
                  <a:pt x="33" y="18"/>
                </a:cubicBezTo>
                <a:cubicBezTo>
                  <a:pt x="46" y="30"/>
                  <a:pt x="46" y="30"/>
                  <a:pt x="46" y="30"/>
                </a:cubicBezTo>
                <a:cubicBezTo>
                  <a:pt x="46" y="31"/>
                  <a:pt x="46" y="31"/>
                  <a:pt x="46" y="31"/>
                </a:cubicBezTo>
                <a:cubicBezTo>
                  <a:pt x="46" y="32"/>
                  <a:pt x="46" y="32"/>
                  <a:pt x="46" y="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36" name="Freeform 40"/>
          <p:cNvSpPr/>
          <p:nvPr/>
        </p:nvSpPr>
        <p:spPr>
          <a:xfrm>
            <a:off x="7916760" y="1603440"/>
            <a:ext cx="209520" cy="212760"/>
          </a:xfrm>
          <a:custGeom>
            <a:avLst/>
            <a:gdLst/>
            <a:ahLst/>
            <a:rect l="l" t="t" r="r" b="b"/>
            <a:pathLst>
              <a:path w="61" h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1" y="14"/>
                  <a:pt x="61" y="31"/>
                </a:cubicBezTo>
                <a:cubicBezTo>
                  <a:pt x="61" y="48"/>
                  <a:pt x="48" y="62"/>
                  <a:pt x="31" y="62"/>
                </a:cubicBezTo>
                <a:close/>
                <a:moveTo>
                  <a:pt x="31" y="9"/>
                </a:moveTo>
                <a:cubicBezTo>
                  <a:pt x="19" y="9"/>
                  <a:pt x="9" y="19"/>
                  <a:pt x="9" y="31"/>
                </a:cubicBezTo>
                <a:cubicBezTo>
                  <a:pt x="9" y="43"/>
                  <a:pt x="19" y="53"/>
                  <a:pt x="31" y="53"/>
                </a:cubicBezTo>
                <a:cubicBezTo>
                  <a:pt x="43" y="53"/>
                  <a:pt x="52" y="43"/>
                  <a:pt x="52" y="31"/>
                </a:cubicBezTo>
                <a:cubicBezTo>
                  <a:pt x="52" y="19"/>
                  <a:pt x="43" y="9"/>
                  <a:pt x="31" y="9"/>
                </a:cubicBezTo>
                <a:close/>
                <a:moveTo>
                  <a:pt x="46" y="32"/>
                </a:moveTo>
                <a:cubicBezTo>
                  <a:pt x="33" y="45"/>
                  <a:pt x="33" y="45"/>
                  <a:pt x="33" y="45"/>
                </a:cubicBezTo>
                <a:cubicBezTo>
                  <a:pt x="33" y="45"/>
                  <a:pt x="32" y="45"/>
                  <a:pt x="32" y="45"/>
                </a:cubicBezTo>
                <a:cubicBezTo>
                  <a:pt x="31" y="45"/>
                  <a:pt x="31" y="45"/>
                  <a:pt x="31" y="44"/>
                </a:cubicBezTo>
                <a:cubicBezTo>
                  <a:pt x="31" y="36"/>
                  <a:pt x="31" y="36"/>
                  <a:pt x="31" y="36"/>
                </a:cubicBezTo>
                <a:cubicBezTo>
                  <a:pt x="16" y="36"/>
                  <a:pt x="16" y="36"/>
                  <a:pt x="16" y="36"/>
                </a:cubicBezTo>
                <a:cubicBezTo>
                  <a:pt x="16" y="36"/>
                  <a:pt x="15" y="36"/>
                  <a:pt x="15" y="35"/>
                </a:cubicBezTo>
                <a:cubicBezTo>
                  <a:pt x="15" y="27"/>
                  <a:pt x="15" y="27"/>
                  <a:pt x="15" y="27"/>
                </a:cubicBezTo>
                <a:cubicBezTo>
                  <a:pt x="15" y="27"/>
                  <a:pt x="16" y="26"/>
                  <a:pt x="16" y="26"/>
                </a:cubicBezTo>
                <a:cubicBezTo>
                  <a:pt x="31" y="26"/>
                  <a:pt x="31" y="26"/>
                  <a:pt x="31" y="26"/>
                </a:cubicBezTo>
                <a:cubicBezTo>
                  <a:pt x="31" y="18"/>
                  <a:pt x="31" y="18"/>
                  <a:pt x="31" y="18"/>
                </a:cubicBezTo>
                <a:cubicBezTo>
                  <a:pt x="31" y="18"/>
                  <a:pt x="31" y="17"/>
                  <a:pt x="32" y="17"/>
                </a:cubicBezTo>
                <a:cubicBezTo>
                  <a:pt x="32" y="17"/>
                  <a:pt x="33" y="17"/>
                  <a:pt x="33" y="18"/>
                </a:cubicBezTo>
                <a:cubicBezTo>
                  <a:pt x="46" y="30"/>
                  <a:pt x="46" y="30"/>
                  <a:pt x="46" y="30"/>
                </a:cubicBezTo>
                <a:cubicBezTo>
                  <a:pt x="46" y="31"/>
                  <a:pt x="46" y="31"/>
                  <a:pt x="46" y="31"/>
                </a:cubicBezTo>
                <a:cubicBezTo>
                  <a:pt x="46" y="32"/>
                  <a:pt x="46" y="32"/>
                  <a:pt x="46" y="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37" name="Freeform 41"/>
          <p:cNvSpPr/>
          <p:nvPr/>
        </p:nvSpPr>
        <p:spPr>
          <a:xfrm>
            <a:off x="8412120" y="1585800"/>
            <a:ext cx="247680" cy="247680"/>
          </a:xfrm>
          <a:custGeom>
            <a:avLst/>
            <a:gdLst/>
            <a:ahLst/>
            <a:rect l="l" t="t" r="r" b="b"/>
            <a:pathLst>
              <a:path w="72" h="72">
                <a:moveTo>
                  <a:pt x="72" y="38"/>
                </a:moveTo>
                <a:cubicBezTo>
                  <a:pt x="61" y="48"/>
                  <a:pt x="61" y="48"/>
                  <a:pt x="61" y="48"/>
                </a:cubicBezTo>
                <a:cubicBezTo>
                  <a:pt x="61" y="49"/>
                  <a:pt x="60" y="49"/>
                  <a:pt x="60" y="49"/>
                </a:cubicBezTo>
                <a:cubicBezTo>
                  <a:pt x="58" y="49"/>
                  <a:pt x="57" y="48"/>
                  <a:pt x="57" y="47"/>
                </a:cubicBezTo>
                <a:cubicBezTo>
                  <a:pt x="57" y="41"/>
                  <a:pt x="57" y="41"/>
                  <a:pt x="57" y="41"/>
                </a:cubicBezTo>
                <a:cubicBezTo>
                  <a:pt x="42" y="41"/>
                  <a:pt x="42" y="41"/>
                  <a:pt x="42" y="41"/>
                </a:cubicBezTo>
                <a:cubicBezTo>
                  <a:pt x="42" y="57"/>
                  <a:pt x="42" y="57"/>
                  <a:pt x="42" y="57"/>
                </a:cubicBezTo>
                <a:cubicBezTo>
                  <a:pt x="47" y="57"/>
                  <a:pt x="47" y="57"/>
                  <a:pt x="47" y="57"/>
                </a:cubicBezTo>
                <a:cubicBezTo>
                  <a:pt x="48" y="57"/>
                  <a:pt x="49" y="58"/>
                  <a:pt x="49" y="59"/>
                </a:cubicBezTo>
                <a:cubicBezTo>
                  <a:pt x="49" y="60"/>
                  <a:pt x="49" y="61"/>
                  <a:pt x="49" y="61"/>
                </a:cubicBezTo>
                <a:cubicBezTo>
                  <a:pt x="38" y="72"/>
                  <a:pt x="38" y="72"/>
                  <a:pt x="38" y="72"/>
                </a:cubicBezTo>
                <a:cubicBezTo>
                  <a:pt x="38" y="72"/>
                  <a:pt x="37" y="72"/>
                  <a:pt x="36" y="72"/>
                </a:cubicBezTo>
                <a:cubicBezTo>
                  <a:pt x="36" y="72"/>
                  <a:pt x="35" y="72"/>
                  <a:pt x="35" y="72"/>
                </a:cubicBezTo>
                <a:cubicBezTo>
                  <a:pt x="24" y="61"/>
                  <a:pt x="24" y="61"/>
                  <a:pt x="24" y="61"/>
                </a:cubicBezTo>
                <a:cubicBezTo>
                  <a:pt x="24" y="61"/>
                  <a:pt x="24" y="60"/>
                  <a:pt x="24" y="59"/>
                </a:cubicBezTo>
                <a:cubicBezTo>
                  <a:pt x="24" y="58"/>
                  <a:pt x="25" y="57"/>
                  <a:pt x="26" y="57"/>
                </a:cubicBezTo>
                <a:cubicBezTo>
                  <a:pt x="31" y="57"/>
                  <a:pt x="31" y="57"/>
                  <a:pt x="31" y="57"/>
                </a:cubicBezTo>
                <a:cubicBezTo>
                  <a:pt x="31" y="41"/>
                  <a:pt x="31" y="41"/>
                  <a:pt x="31" y="41"/>
                </a:cubicBezTo>
                <a:cubicBezTo>
                  <a:pt x="16" y="41"/>
                  <a:pt x="16" y="41"/>
                  <a:pt x="16" y="41"/>
                </a:cubicBezTo>
                <a:cubicBezTo>
                  <a:pt x="16" y="47"/>
                  <a:pt x="16" y="47"/>
                  <a:pt x="16" y="47"/>
                </a:cubicBezTo>
                <a:cubicBezTo>
                  <a:pt x="16" y="48"/>
                  <a:pt x="15" y="49"/>
                  <a:pt x="13" y="49"/>
                </a:cubicBezTo>
                <a:cubicBezTo>
                  <a:pt x="13" y="49"/>
                  <a:pt x="12" y="49"/>
                  <a:pt x="12" y="48"/>
                </a:cubicBezTo>
                <a:cubicBezTo>
                  <a:pt x="1" y="38"/>
                  <a:pt x="1" y="38"/>
                  <a:pt x="1" y="38"/>
                </a:cubicBezTo>
                <a:cubicBezTo>
                  <a:pt x="1" y="38"/>
                  <a:pt x="0" y="37"/>
                  <a:pt x="0" y="36"/>
                </a:cubicBezTo>
                <a:cubicBezTo>
                  <a:pt x="0" y="36"/>
                  <a:pt x="1" y="35"/>
                  <a:pt x="1" y="34"/>
                </a:cubicBezTo>
                <a:cubicBezTo>
                  <a:pt x="12" y="24"/>
                  <a:pt x="12" y="24"/>
                  <a:pt x="12" y="24"/>
                </a:cubicBezTo>
                <a:cubicBezTo>
                  <a:pt x="12" y="24"/>
                  <a:pt x="13" y="23"/>
                  <a:pt x="13" y="23"/>
                </a:cubicBezTo>
                <a:cubicBezTo>
                  <a:pt x="15" y="23"/>
                  <a:pt x="16" y="25"/>
                  <a:pt x="16" y="26"/>
                </a:cubicBezTo>
                <a:cubicBezTo>
                  <a:pt x="16" y="31"/>
                  <a:pt x="16" y="31"/>
                  <a:pt x="16" y="31"/>
                </a:cubicBezTo>
                <a:cubicBezTo>
                  <a:pt x="31" y="31"/>
                  <a:pt x="31" y="31"/>
                  <a:pt x="31" y="31"/>
                </a:cubicBezTo>
                <a:cubicBezTo>
                  <a:pt x="31" y="16"/>
                  <a:pt x="31" y="16"/>
                  <a:pt x="31" y="16"/>
                </a:cubicBezTo>
                <a:cubicBezTo>
                  <a:pt x="26" y="16"/>
                  <a:pt x="26" y="16"/>
                  <a:pt x="26" y="16"/>
                </a:cubicBezTo>
                <a:cubicBezTo>
                  <a:pt x="25" y="16"/>
                  <a:pt x="24" y="15"/>
                  <a:pt x="24" y="13"/>
                </a:cubicBezTo>
                <a:cubicBezTo>
                  <a:pt x="24" y="12"/>
                  <a:pt x="24" y="12"/>
                  <a:pt x="24" y="11"/>
                </a:cubicBezTo>
                <a:cubicBezTo>
                  <a:pt x="35" y="1"/>
                  <a:pt x="35" y="1"/>
                  <a:pt x="35" y="1"/>
                </a:cubicBezTo>
                <a:cubicBezTo>
                  <a:pt x="35" y="1"/>
                  <a:pt x="36" y="0"/>
                  <a:pt x="36" y="0"/>
                </a:cubicBezTo>
                <a:cubicBezTo>
                  <a:pt x="37" y="0"/>
                  <a:pt x="38" y="1"/>
                  <a:pt x="38" y="1"/>
                </a:cubicBezTo>
                <a:cubicBezTo>
                  <a:pt x="49" y="11"/>
                  <a:pt x="49" y="11"/>
                  <a:pt x="49" y="11"/>
                </a:cubicBezTo>
                <a:cubicBezTo>
                  <a:pt x="49" y="12"/>
                  <a:pt x="49" y="12"/>
                  <a:pt x="49" y="13"/>
                </a:cubicBezTo>
                <a:cubicBezTo>
                  <a:pt x="49" y="15"/>
                  <a:pt x="48" y="16"/>
                  <a:pt x="47" y="16"/>
                </a:cubicBezTo>
                <a:cubicBezTo>
                  <a:pt x="42" y="16"/>
                  <a:pt x="42" y="16"/>
                  <a:pt x="42" y="16"/>
                </a:cubicBezTo>
                <a:cubicBezTo>
                  <a:pt x="42" y="31"/>
                  <a:pt x="42" y="31"/>
                  <a:pt x="42" y="31"/>
                </a:cubicBezTo>
                <a:cubicBezTo>
                  <a:pt x="57" y="31"/>
                  <a:pt x="57" y="31"/>
                  <a:pt x="57" y="31"/>
                </a:cubicBezTo>
                <a:cubicBezTo>
                  <a:pt x="57" y="26"/>
                  <a:pt x="57" y="26"/>
                  <a:pt x="57" y="26"/>
                </a:cubicBezTo>
                <a:cubicBezTo>
                  <a:pt x="57" y="25"/>
                  <a:pt x="58" y="23"/>
                  <a:pt x="60" y="23"/>
                </a:cubicBezTo>
                <a:cubicBezTo>
                  <a:pt x="60" y="23"/>
                  <a:pt x="61" y="24"/>
                  <a:pt x="61" y="24"/>
                </a:cubicBezTo>
                <a:cubicBezTo>
                  <a:pt x="72" y="34"/>
                  <a:pt x="72" y="34"/>
                  <a:pt x="72" y="34"/>
                </a:cubicBezTo>
                <a:cubicBezTo>
                  <a:pt x="72" y="35"/>
                  <a:pt x="72" y="36"/>
                  <a:pt x="72" y="36"/>
                </a:cubicBezTo>
                <a:cubicBezTo>
                  <a:pt x="72" y="37"/>
                  <a:pt x="72" y="38"/>
                  <a:pt x="72" y="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38" name="Freeform 42"/>
          <p:cNvSpPr/>
          <p:nvPr/>
        </p:nvSpPr>
        <p:spPr>
          <a:xfrm>
            <a:off x="8852040" y="1603440"/>
            <a:ext cx="203040" cy="212760"/>
          </a:xfrm>
          <a:custGeom>
            <a:avLst/>
            <a:gdLst/>
            <a:ahLst/>
            <a:rect l="l" t="t" r="r" b="b"/>
            <a:pathLst>
              <a:path w="59" h="62">
                <a:moveTo>
                  <a:pt x="58" y="45"/>
                </a:moveTo>
                <a:cubicBezTo>
                  <a:pt x="55" y="49"/>
                  <a:pt x="55" y="49"/>
                  <a:pt x="55" y="49"/>
                </a:cubicBezTo>
                <a:cubicBezTo>
                  <a:pt x="54" y="51"/>
                  <a:pt x="51" y="52"/>
                  <a:pt x="48" y="51"/>
                </a:cubicBezTo>
                <a:cubicBezTo>
                  <a:pt x="38" y="45"/>
                  <a:pt x="38" y="45"/>
                  <a:pt x="38" y="45"/>
                </a:cubicBezTo>
                <a:cubicBezTo>
                  <a:pt x="38" y="57"/>
                  <a:pt x="38" y="57"/>
                  <a:pt x="38" y="57"/>
                </a:cubicBezTo>
                <a:cubicBezTo>
                  <a:pt x="38" y="60"/>
                  <a:pt x="35" y="62"/>
                  <a:pt x="32" y="62"/>
                </a:cubicBezTo>
                <a:cubicBezTo>
                  <a:pt x="27" y="62"/>
                  <a:pt x="27" y="62"/>
                  <a:pt x="27" y="62"/>
                </a:cubicBezTo>
                <a:cubicBezTo>
                  <a:pt x="25" y="62"/>
                  <a:pt x="22" y="60"/>
                  <a:pt x="22" y="57"/>
                </a:cubicBezTo>
                <a:cubicBezTo>
                  <a:pt x="22" y="45"/>
                  <a:pt x="22" y="45"/>
                  <a:pt x="22" y="45"/>
                </a:cubicBezTo>
                <a:cubicBezTo>
                  <a:pt x="11" y="51"/>
                  <a:pt x="11" y="51"/>
                  <a:pt x="11" y="51"/>
                </a:cubicBezTo>
                <a:cubicBezTo>
                  <a:pt x="9" y="52"/>
                  <a:pt x="6" y="51"/>
                  <a:pt x="4" y="49"/>
                </a:cubicBezTo>
                <a:cubicBezTo>
                  <a:pt x="2" y="45"/>
                  <a:pt x="2" y="45"/>
                  <a:pt x="2" y="45"/>
                </a:cubicBezTo>
                <a:cubicBezTo>
                  <a:pt x="0" y="42"/>
                  <a:pt x="1" y="39"/>
                  <a:pt x="4" y="37"/>
                </a:cubicBezTo>
                <a:cubicBezTo>
                  <a:pt x="14" y="31"/>
                  <a:pt x="14" y="31"/>
                  <a:pt x="14" y="31"/>
                </a:cubicBezTo>
                <a:cubicBezTo>
                  <a:pt x="4" y="25"/>
                  <a:pt x="4" y="25"/>
                  <a:pt x="4" y="25"/>
                </a:cubicBezTo>
                <a:cubicBezTo>
                  <a:pt x="1" y="24"/>
                  <a:pt x="0" y="21"/>
                  <a:pt x="2" y="18"/>
                </a:cubicBezTo>
                <a:cubicBezTo>
                  <a:pt x="4" y="14"/>
                  <a:pt x="4" y="14"/>
                  <a:pt x="4" y="14"/>
                </a:cubicBezTo>
                <a:cubicBezTo>
                  <a:pt x="6" y="11"/>
                  <a:pt x="9" y="10"/>
                  <a:pt x="11" y="12"/>
                </a:cubicBezTo>
                <a:cubicBezTo>
                  <a:pt x="22" y="18"/>
                  <a:pt x="22" y="18"/>
                  <a:pt x="22" y="18"/>
                </a:cubicBezTo>
                <a:cubicBezTo>
                  <a:pt x="22" y="6"/>
                  <a:pt x="22" y="6"/>
                  <a:pt x="22" y="6"/>
                </a:cubicBezTo>
                <a:cubicBezTo>
                  <a:pt x="22" y="3"/>
                  <a:pt x="25" y="0"/>
                  <a:pt x="27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35" y="0"/>
                  <a:pt x="38" y="3"/>
                  <a:pt x="38" y="6"/>
                </a:cubicBezTo>
                <a:cubicBezTo>
                  <a:pt x="38" y="18"/>
                  <a:pt x="38" y="18"/>
                  <a:pt x="38" y="18"/>
                </a:cubicBezTo>
                <a:cubicBezTo>
                  <a:pt x="48" y="12"/>
                  <a:pt x="48" y="12"/>
                  <a:pt x="48" y="12"/>
                </a:cubicBezTo>
                <a:cubicBezTo>
                  <a:pt x="51" y="10"/>
                  <a:pt x="54" y="11"/>
                  <a:pt x="55" y="14"/>
                </a:cubicBezTo>
                <a:cubicBezTo>
                  <a:pt x="58" y="18"/>
                  <a:pt x="58" y="18"/>
                  <a:pt x="58" y="18"/>
                </a:cubicBezTo>
                <a:cubicBezTo>
                  <a:pt x="59" y="21"/>
                  <a:pt x="58" y="24"/>
                  <a:pt x="56" y="25"/>
                </a:cubicBezTo>
                <a:cubicBezTo>
                  <a:pt x="45" y="31"/>
                  <a:pt x="45" y="31"/>
                  <a:pt x="45" y="31"/>
                </a:cubicBezTo>
                <a:cubicBezTo>
                  <a:pt x="56" y="37"/>
                  <a:pt x="56" y="37"/>
                  <a:pt x="56" y="37"/>
                </a:cubicBezTo>
                <a:cubicBezTo>
                  <a:pt x="58" y="39"/>
                  <a:pt x="59" y="42"/>
                  <a:pt x="58" y="4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39" name="Freeform 43"/>
          <p:cNvSpPr/>
          <p:nvPr/>
        </p:nvSpPr>
        <p:spPr>
          <a:xfrm>
            <a:off x="65160" y="1989000"/>
            <a:ext cx="209520" cy="212760"/>
          </a:xfrm>
          <a:custGeom>
            <a:avLst/>
            <a:gdLst/>
            <a:ahLst/>
            <a:rect l="l" t="t" r="r" b="b"/>
            <a:pathLst>
              <a:path w="61" h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1" y="14"/>
                  <a:pt x="61" y="31"/>
                </a:cubicBezTo>
                <a:cubicBezTo>
                  <a:pt x="61" y="48"/>
                  <a:pt x="48" y="62"/>
                  <a:pt x="31" y="62"/>
                </a:cubicBezTo>
                <a:close/>
                <a:moveTo>
                  <a:pt x="43" y="13"/>
                </a:moveTo>
                <a:cubicBezTo>
                  <a:pt x="39" y="11"/>
                  <a:pt x="35" y="9"/>
                  <a:pt x="31" y="9"/>
                </a:cubicBezTo>
                <a:cubicBezTo>
                  <a:pt x="19" y="9"/>
                  <a:pt x="9" y="19"/>
                  <a:pt x="9" y="31"/>
                </a:cubicBezTo>
                <a:cubicBezTo>
                  <a:pt x="9" y="36"/>
                  <a:pt x="10" y="40"/>
                  <a:pt x="12" y="43"/>
                </a:cubicBezTo>
                <a:lnTo>
                  <a:pt x="43" y="13"/>
                </a:lnTo>
                <a:close/>
                <a:moveTo>
                  <a:pt x="49" y="19"/>
                </a:moveTo>
                <a:cubicBezTo>
                  <a:pt x="19" y="50"/>
                  <a:pt x="19" y="50"/>
                  <a:pt x="19" y="50"/>
                </a:cubicBezTo>
                <a:cubicBezTo>
                  <a:pt x="22" y="52"/>
                  <a:pt x="26" y="53"/>
                  <a:pt x="31" y="53"/>
                </a:cubicBezTo>
                <a:cubicBezTo>
                  <a:pt x="43" y="53"/>
                  <a:pt x="52" y="43"/>
                  <a:pt x="52" y="31"/>
                </a:cubicBezTo>
                <a:cubicBezTo>
                  <a:pt x="52" y="27"/>
                  <a:pt x="51" y="23"/>
                  <a:pt x="49" y="1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40" name="Freeform 44"/>
          <p:cNvSpPr/>
          <p:nvPr/>
        </p:nvSpPr>
        <p:spPr>
          <a:xfrm>
            <a:off x="495360" y="1989000"/>
            <a:ext cx="247680" cy="195480"/>
          </a:xfrm>
          <a:custGeom>
            <a:avLst/>
            <a:gdLst/>
            <a:ahLst/>
            <a:rect l="l" t="t" r="r" b="b"/>
            <a:pathLst>
              <a:path w="72" h="57">
                <a:moveTo>
                  <a:pt x="0" y="57"/>
                </a:moveTo>
                <a:cubicBezTo>
                  <a:pt x="0" y="38"/>
                  <a:pt x="0" y="19"/>
                  <a:pt x="0" y="0"/>
                </a:cubicBezTo>
                <a:cubicBezTo>
                  <a:pt x="1" y="0"/>
                  <a:pt x="2" y="0"/>
                  <a:pt x="3" y="0"/>
                </a:cubicBezTo>
                <a:cubicBezTo>
                  <a:pt x="3" y="19"/>
                  <a:pt x="3" y="38"/>
                  <a:pt x="3" y="57"/>
                </a:cubicBezTo>
                <a:cubicBezTo>
                  <a:pt x="2" y="57"/>
                  <a:pt x="1" y="57"/>
                  <a:pt x="0" y="57"/>
                </a:cubicBezTo>
                <a:close/>
                <a:moveTo>
                  <a:pt x="4" y="57"/>
                </a:moveTo>
                <a:cubicBezTo>
                  <a:pt x="4" y="38"/>
                  <a:pt x="4" y="19"/>
                  <a:pt x="4" y="0"/>
                </a:cubicBezTo>
                <a:cubicBezTo>
                  <a:pt x="5" y="0"/>
                  <a:pt x="5" y="0"/>
                  <a:pt x="6" y="0"/>
                </a:cubicBezTo>
                <a:cubicBezTo>
                  <a:pt x="6" y="19"/>
                  <a:pt x="6" y="38"/>
                  <a:pt x="6" y="57"/>
                </a:cubicBezTo>
                <a:cubicBezTo>
                  <a:pt x="5" y="57"/>
                  <a:pt x="5" y="57"/>
                  <a:pt x="4" y="57"/>
                </a:cubicBezTo>
                <a:close/>
                <a:moveTo>
                  <a:pt x="8" y="57"/>
                </a:moveTo>
                <a:cubicBezTo>
                  <a:pt x="8" y="38"/>
                  <a:pt x="8" y="19"/>
                  <a:pt x="8" y="0"/>
                </a:cubicBezTo>
                <a:cubicBezTo>
                  <a:pt x="8" y="0"/>
                  <a:pt x="9" y="0"/>
                  <a:pt x="9" y="0"/>
                </a:cubicBezTo>
                <a:cubicBezTo>
                  <a:pt x="9" y="19"/>
                  <a:pt x="9" y="38"/>
                  <a:pt x="9" y="57"/>
                </a:cubicBezTo>
                <a:cubicBezTo>
                  <a:pt x="9" y="57"/>
                  <a:pt x="9" y="57"/>
                  <a:pt x="8" y="57"/>
                </a:cubicBezTo>
                <a:close/>
                <a:moveTo>
                  <a:pt x="14" y="57"/>
                </a:moveTo>
                <a:cubicBezTo>
                  <a:pt x="14" y="38"/>
                  <a:pt x="14" y="19"/>
                  <a:pt x="14" y="0"/>
                </a:cubicBezTo>
                <a:cubicBezTo>
                  <a:pt x="15" y="0"/>
                  <a:pt x="15" y="0"/>
                  <a:pt x="16" y="0"/>
                </a:cubicBezTo>
                <a:cubicBezTo>
                  <a:pt x="16" y="19"/>
                  <a:pt x="16" y="38"/>
                  <a:pt x="16" y="57"/>
                </a:cubicBezTo>
                <a:cubicBezTo>
                  <a:pt x="15" y="57"/>
                  <a:pt x="15" y="57"/>
                  <a:pt x="14" y="57"/>
                </a:cubicBezTo>
                <a:close/>
                <a:moveTo>
                  <a:pt x="19" y="57"/>
                </a:moveTo>
                <a:cubicBezTo>
                  <a:pt x="19" y="38"/>
                  <a:pt x="19" y="19"/>
                  <a:pt x="19" y="0"/>
                </a:cubicBezTo>
                <a:cubicBezTo>
                  <a:pt x="20" y="0"/>
                  <a:pt x="21" y="0"/>
                  <a:pt x="22" y="0"/>
                </a:cubicBezTo>
                <a:cubicBezTo>
                  <a:pt x="22" y="19"/>
                  <a:pt x="22" y="38"/>
                  <a:pt x="22" y="57"/>
                </a:cubicBezTo>
                <a:cubicBezTo>
                  <a:pt x="21" y="57"/>
                  <a:pt x="20" y="57"/>
                  <a:pt x="19" y="57"/>
                </a:cubicBezTo>
                <a:close/>
                <a:moveTo>
                  <a:pt x="26" y="57"/>
                </a:moveTo>
                <a:cubicBezTo>
                  <a:pt x="26" y="38"/>
                  <a:pt x="26" y="19"/>
                  <a:pt x="26" y="0"/>
                </a:cubicBezTo>
                <a:cubicBezTo>
                  <a:pt x="26" y="0"/>
                  <a:pt x="27" y="0"/>
                  <a:pt x="27" y="0"/>
                </a:cubicBezTo>
                <a:cubicBezTo>
                  <a:pt x="27" y="19"/>
                  <a:pt x="27" y="38"/>
                  <a:pt x="27" y="57"/>
                </a:cubicBezTo>
                <a:cubicBezTo>
                  <a:pt x="27" y="57"/>
                  <a:pt x="26" y="57"/>
                  <a:pt x="26" y="57"/>
                </a:cubicBezTo>
                <a:close/>
                <a:moveTo>
                  <a:pt x="28" y="57"/>
                </a:moveTo>
                <a:cubicBezTo>
                  <a:pt x="28" y="38"/>
                  <a:pt x="28" y="19"/>
                  <a:pt x="28" y="0"/>
                </a:cubicBezTo>
                <a:cubicBezTo>
                  <a:pt x="29" y="0"/>
                  <a:pt x="29" y="0"/>
                  <a:pt x="30" y="0"/>
                </a:cubicBezTo>
                <a:cubicBezTo>
                  <a:pt x="30" y="19"/>
                  <a:pt x="30" y="38"/>
                  <a:pt x="30" y="57"/>
                </a:cubicBezTo>
                <a:cubicBezTo>
                  <a:pt x="29" y="57"/>
                  <a:pt x="29" y="57"/>
                  <a:pt x="28" y="57"/>
                </a:cubicBezTo>
                <a:close/>
                <a:moveTo>
                  <a:pt x="31" y="57"/>
                </a:moveTo>
                <a:cubicBezTo>
                  <a:pt x="31" y="38"/>
                  <a:pt x="31" y="19"/>
                  <a:pt x="31" y="0"/>
                </a:cubicBezTo>
                <a:cubicBezTo>
                  <a:pt x="31" y="0"/>
                  <a:pt x="32" y="0"/>
                  <a:pt x="32" y="0"/>
                </a:cubicBezTo>
                <a:cubicBezTo>
                  <a:pt x="32" y="19"/>
                  <a:pt x="32" y="38"/>
                  <a:pt x="32" y="57"/>
                </a:cubicBezTo>
                <a:cubicBezTo>
                  <a:pt x="32" y="57"/>
                  <a:pt x="31" y="57"/>
                  <a:pt x="31" y="57"/>
                </a:cubicBezTo>
                <a:close/>
                <a:moveTo>
                  <a:pt x="36" y="57"/>
                </a:moveTo>
                <a:cubicBezTo>
                  <a:pt x="36" y="38"/>
                  <a:pt x="36" y="19"/>
                  <a:pt x="36" y="0"/>
                </a:cubicBezTo>
                <a:cubicBezTo>
                  <a:pt x="37" y="0"/>
                  <a:pt x="38" y="0"/>
                  <a:pt x="38" y="0"/>
                </a:cubicBezTo>
                <a:cubicBezTo>
                  <a:pt x="38" y="19"/>
                  <a:pt x="38" y="38"/>
                  <a:pt x="38" y="57"/>
                </a:cubicBezTo>
                <a:cubicBezTo>
                  <a:pt x="38" y="57"/>
                  <a:pt x="37" y="57"/>
                  <a:pt x="36" y="57"/>
                </a:cubicBezTo>
                <a:close/>
                <a:moveTo>
                  <a:pt x="42" y="57"/>
                </a:moveTo>
                <a:cubicBezTo>
                  <a:pt x="42" y="38"/>
                  <a:pt x="42" y="19"/>
                  <a:pt x="42" y="0"/>
                </a:cubicBezTo>
                <a:cubicBezTo>
                  <a:pt x="43" y="0"/>
                  <a:pt x="44" y="0"/>
                  <a:pt x="45" y="0"/>
                </a:cubicBezTo>
                <a:cubicBezTo>
                  <a:pt x="45" y="19"/>
                  <a:pt x="45" y="38"/>
                  <a:pt x="45" y="57"/>
                </a:cubicBezTo>
                <a:cubicBezTo>
                  <a:pt x="44" y="57"/>
                  <a:pt x="43" y="57"/>
                  <a:pt x="42" y="57"/>
                </a:cubicBezTo>
                <a:close/>
                <a:moveTo>
                  <a:pt x="47" y="57"/>
                </a:moveTo>
                <a:cubicBezTo>
                  <a:pt x="47" y="38"/>
                  <a:pt x="47" y="19"/>
                  <a:pt x="47" y="0"/>
                </a:cubicBezTo>
                <a:cubicBezTo>
                  <a:pt x="48" y="0"/>
                  <a:pt x="49" y="0"/>
                  <a:pt x="50" y="0"/>
                </a:cubicBezTo>
                <a:cubicBezTo>
                  <a:pt x="50" y="19"/>
                  <a:pt x="50" y="38"/>
                  <a:pt x="50" y="57"/>
                </a:cubicBezTo>
                <a:cubicBezTo>
                  <a:pt x="49" y="57"/>
                  <a:pt x="48" y="57"/>
                  <a:pt x="47" y="57"/>
                </a:cubicBezTo>
                <a:close/>
                <a:moveTo>
                  <a:pt x="52" y="57"/>
                </a:moveTo>
                <a:cubicBezTo>
                  <a:pt x="52" y="38"/>
                  <a:pt x="52" y="19"/>
                  <a:pt x="52" y="0"/>
                </a:cubicBezTo>
                <a:cubicBezTo>
                  <a:pt x="53" y="0"/>
                  <a:pt x="54" y="0"/>
                  <a:pt x="55" y="0"/>
                </a:cubicBezTo>
                <a:cubicBezTo>
                  <a:pt x="55" y="19"/>
                  <a:pt x="55" y="38"/>
                  <a:pt x="55" y="57"/>
                </a:cubicBezTo>
                <a:cubicBezTo>
                  <a:pt x="54" y="57"/>
                  <a:pt x="53" y="57"/>
                  <a:pt x="52" y="57"/>
                </a:cubicBezTo>
                <a:close/>
                <a:moveTo>
                  <a:pt x="56" y="57"/>
                </a:moveTo>
                <a:cubicBezTo>
                  <a:pt x="56" y="38"/>
                  <a:pt x="56" y="19"/>
                  <a:pt x="56" y="0"/>
                </a:cubicBezTo>
                <a:cubicBezTo>
                  <a:pt x="57" y="0"/>
                  <a:pt x="58" y="0"/>
                  <a:pt x="59" y="0"/>
                </a:cubicBezTo>
                <a:cubicBezTo>
                  <a:pt x="59" y="19"/>
                  <a:pt x="59" y="38"/>
                  <a:pt x="59" y="57"/>
                </a:cubicBezTo>
                <a:cubicBezTo>
                  <a:pt x="58" y="57"/>
                  <a:pt x="57" y="57"/>
                  <a:pt x="56" y="57"/>
                </a:cubicBezTo>
                <a:close/>
                <a:moveTo>
                  <a:pt x="62" y="57"/>
                </a:moveTo>
                <a:cubicBezTo>
                  <a:pt x="62" y="38"/>
                  <a:pt x="62" y="19"/>
                  <a:pt x="62" y="0"/>
                </a:cubicBezTo>
                <a:cubicBezTo>
                  <a:pt x="64" y="0"/>
                  <a:pt x="65" y="0"/>
                  <a:pt x="66" y="0"/>
                </a:cubicBezTo>
                <a:cubicBezTo>
                  <a:pt x="66" y="19"/>
                  <a:pt x="66" y="38"/>
                  <a:pt x="66" y="57"/>
                </a:cubicBezTo>
                <a:cubicBezTo>
                  <a:pt x="65" y="57"/>
                  <a:pt x="64" y="57"/>
                  <a:pt x="62" y="57"/>
                </a:cubicBezTo>
                <a:close/>
                <a:moveTo>
                  <a:pt x="67" y="57"/>
                </a:moveTo>
                <a:cubicBezTo>
                  <a:pt x="67" y="38"/>
                  <a:pt x="67" y="19"/>
                  <a:pt x="67" y="0"/>
                </a:cubicBezTo>
                <a:cubicBezTo>
                  <a:pt x="68" y="0"/>
                  <a:pt x="68" y="0"/>
                  <a:pt x="69" y="0"/>
                </a:cubicBezTo>
                <a:cubicBezTo>
                  <a:pt x="69" y="19"/>
                  <a:pt x="69" y="38"/>
                  <a:pt x="69" y="57"/>
                </a:cubicBezTo>
                <a:cubicBezTo>
                  <a:pt x="68" y="57"/>
                  <a:pt x="68" y="57"/>
                  <a:pt x="67" y="57"/>
                </a:cubicBezTo>
                <a:close/>
                <a:moveTo>
                  <a:pt x="70" y="57"/>
                </a:moveTo>
                <a:cubicBezTo>
                  <a:pt x="70" y="38"/>
                  <a:pt x="70" y="19"/>
                  <a:pt x="70" y="0"/>
                </a:cubicBezTo>
                <a:cubicBezTo>
                  <a:pt x="71" y="0"/>
                  <a:pt x="72" y="0"/>
                  <a:pt x="72" y="0"/>
                </a:cubicBezTo>
                <a:cubicBezTo>
                  <a:pt x="72" y="19"/>
                  <a:pt x="72" y="38"/>
                  <a:pt x="72" y="57"/>
                </a:cubicBezTo>
                <a:cubicBezTo>
                  <a:pt x="72" y="57"/>
                  <a:pt x="71" y="57"/>
                  <a:pt x="70" y="5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41" name="Freeform 45"/>
          <p:cNvSpPr/>
          <p:nvPr/>
        </p:nvSpPr>
        <p:spPr>
          <a:xfrm>
            <a:off x="988920" y="1989000"/>
            <a:ext cx="209520" cy="212760"/>
          </a:xfrm>
          <a:custGeom>
            <a:avLst/>
            <a:gdLst/>
            <a:ahLst/>
            <a:rect l="l" t="t" r="r" b="b"/>
            <a:pathLst>
              <a:path w="61" h="62">
                <a:moveTo>
                  <a:pt x="61" y="12"/>
                </a:moveTo>
                <a:cubicBezTo>
                  <a:pt x="61" y="51"/>
                  <a:pt x="61" y="51"/>
                  <a:pt x="61" y="51"/>
                </a:cubicBezTo>
                <a:cubicBezTo>
                  <a:pt x="61" y="57"/>
                  <a:pt x="56" y="62"/>
                  <a:pt x="50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5" y="62"/>
                  <a:pt x="0" y="57"/>
                  <a:pt x="0" y="51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6"/>
                  <a:pt x="5" y="0"/>
                  <a:pt x="11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6" y="0"/>
                  <a:pt x="61" y="6"/>
                  <a:pt x="61" y="12"/>
                </a:cubicBezTo>
                <a:close/>
                <a:moveTo>
                  <a:pt x="5" y="15"/>
                </a:moveTo>
                <a:cubicBezTo>
                  <a:pt x="5" y="47"/>
                  <a:pt x="5" y="47"/>
                  <a:pt x="5" y="47"/>
                </a:cubicBezTo>
                <a:cubicBezTo>
                  <a:pt x="20" y="47"/>
                  <a:pt x="20" y="47"/>
                  <a:pt x="20" y="47"/>
                </a:cubicBezTo>
                <a:cubicBezTo>
                  <a:pt x="26" y="47"/>
                  <a:pt x="31" y="44"/>
                  <a:pt x="31" y="38"/>
                </a:cubicBezTo>
                <a:cubicBezTo>
                  <a:pt x="31" y="34"/>
                  <a:pt x="29" y="31"/>
                  <a:pt x="26" y="30"/>
                </a:cubicBezTo>
                <a:cubicBezTo>
                  <a:pt x="28" y="28"/>
                  <a:pt x="30" y="26"/>
                  <a:pt x="30" y="23"/>
                </a:cubicBezTo>
                <a:cubicBezTo>
                  <a:pt x="30" y="17"/>
                  <a:pt x="25" y="15"/>
                  <a:pt x="20" y="15"/>
                </a:cubicBezTo>
                <a:lnTo>
                  <a:pt x="5" y="15"/>
                </a:lnTo>
                <a:close/>
                <a:moveTo>
                  <a:pt x="12" y="28"/>
                </a:moveTo>
                <a:cubicBezTo>
                  <a:pt x="12" y="21"/>
                  <a:pt x="12" y="21"/>
                  <a:pt x="12" y="21"/>
                </a:cubicBezTo>
                <a:cubicBezTo>
                  <a:pt x="18" y="21"/>
                  <a:pt x="18" y="21"/>
                  <a:pt x="18" y="21"/>
                </a:cubicBezTo>
                <a:cubicBezTo>
                  <a:pt x="21" y="21"/>
                  <a:pt x="23" y="21"/>
                  <a:pt x="23" y="24"/>
                </a:cubicBezTo>
                <a:cubicBezTo>
                  <a:pt x="23" y="27"/>
                  <a:pt x="21" y="28"/>
                  <a:pt x="19" y="28"/>
                </a:cubicBezTo>
                <a:lnTo>
                  <a:pt x="12" y="28"/>
                </a:lnTo>
                <a:close/>
                <a:moveTo>
                  <a:pt x="12" y="41"/>
                </a:moveTo>
                <a:cubicBezTo>
                  <a:pt x="12" y="33"/>
                  <a:pt x="12" y="33"/>
                  <a:pt x="12" y="33"/>
                </a:cubicBezTo>
                <a:cubicBezTo>
                  <a:pt x="19" y="33"/>
                  <a:pt x="19" y="33"/>
                  <a:pt x="19" y="33"/>
                </a:cubicBezTo>
                <a:cubicBezTo>
                  <a:pt x="22" y="33"/>
                  <a:pt x="24" y="34"/>
                  <a:pt x="24" y="37"/>
                </a:cubicBezTo>
                <a:cubicBezTo>
                  <a:pt x="24" y="40"/>
                  <a:pt x="22" y="41"/>
                  <a:pt x="19" y="41"/>
                </a:cubicBezTo>
                <a:lnTo>
                  <a:pt x="12" y="41"/>
                </a:lnTo>
                <a:close/>
                <a:moveTo>
                  <a:pt x="40" y="37"/>
                </a:moveTo>
                <a:cubicBezTo>
                  <a:pt x="56" y="37"/>
                  <a:pt x="56" y="37"/>
                  <a:pt x="56" y="37"/>
                </a:cubicBezTo>
                <a:cubicBezTo>
                  <a:pt x="56" y="36"/>
                  <a:pt x="56" y="36"/>
                  <a:pt x="56" y="36"/>
                </a:cubicBezTo>
                <a:cubicBezTo>
                  <a:pt x="56" y="29"/>
                  <a:pt x="52" y="23"/>
                  <a:pt x="45" y="23"/>
                </a:cubicBezTo>
                <a:cubicBezTo>
                  <a:pt x="38" y="23"/>
                  <a:pt x="33" y="29"/>
                  <a:pt x="33" y="35"/>
                </a:cubicBezTo>
                <a:cubicBezTo>
                  <a:pt x="33" y="43"/>
                  <a:pt x="38" y="47"/>
                  <a:pt x="45" y="47"/>
                </a:cubicBezTo>
                <a:cubicBezTo>
                  <a:pt x="51" y="47"/>
                  <a:pt x="54" y="45"/>
                  <a:pt x="56" y="40"/>
                </a:cubicBezTo>
                <a:cubicBezTo>
                  <a:pt x="50" y="40"/>
                  <a:pt x="50" y="40"/>
                  <a:pt x="50" y="40"/>
                </a:cubicBezTo>
                <a:cubicBezTo>
                  <a:pt x="50" y="42"/>
                  <a:pt x="47" y="43"/>
                  <a:pt x="45" y="43"/>
                </a:cubicBezTo>
                <a:cubicBezTo>
                  <a:pt x="42" y="43"/>
                  <a:pt x="40" y="41"/>
                  <a:pt x="40" y="37"/>
                </a:cubicBezTo>
                <a:close/>
                <a:moveTo>
                  <a:pt x="51" y="17"/>
                </a:moveTo>
                <a:cubicBezTo>
                  <a:pt x="51" y="20"/>
                  <a:pt x="51" y="20"/>
                  <a:pt x="51" y="20"/>
                </a:cubicBezTo>
                <a:cubicBezTo>
                  <a:pt x="38" y="20"/>
                  <a:pt x="38" y="20"/>
                  <a:pt x="38" y="20"/>
                </a:cubicBezTo>
                <a:cubicBezTo>
                  <a:pt x="38" y="17"/>
                  <a:pt x="38" y="17"/>
                  <a:pt x="38" y="17"/>
                </a:cubicBezTo>
                <a:lnTo>
                  <a:pt x="51" y="17"/>
                </a:lnTo>
                <a:close/>
                <a:moveTo>
                  <a:pt x="50" y="33"/>
                </a:moveTo>
                <a:cubicBezTo>
                  <a:pt x="40" y="33"/>
                  <a:pt x="40" y="33"/>
                  <a:pt x="40" y="33"/>
                </a:cubicBezTo>
                <a:cubicBezTo>
                  <a:pt x="40" y="30"/>
                  <a:pt x="42" y="28"/>
                  <a:pt x="45" y="28"/>
                </a:cubicBezTo>
                <a:cubicBezTo>
                  <a:pt x="48" y="28"/>
                  <a:pt x="50" y="30"/>
                  <a:pt x="50" y="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42" name="Freeform 46"/>
          <p:cNvSpPr/>
          <p:nvPr/>
        </p:nvSpPr>
        <p:spPr>
          <a:xfrm>
            <a:off x="1484280" y="1971720"/>
            <a:ext cx="282600" cy="247680"/>
          </a:xfrm>
          <a:custGeom>
            <a:avLst/>
            <a:gdLst/>
            <a:ahLst/>
            <a:rect l="l" t="t" r="r" b="b"/>
            <a:pathLst>
              <a:path w="82" h="72">
                <a:moveTo>
                  <a:pt x="81" y="5"/>
                </a:moveTo>
                <a:cubicBezTo>
                  <a:pt x="82" y="5"/>
                  <a:pt x="82" y="6"/>
                  <a:pt x="81" y="7"/>
                </a:cubicBezTo>
                <a:cubicBezTo>
                  <a:pt x="6" y="72"/>
                  <a:pt x="6" y="72"/>
                  <a:pt x="6" y="72"/>
                </a:cubicBezTo>
                <a:cubicBezTo>
                  <a:pt x="5" y="72"/>
                  <a:pt x="4" y="72"/>
                  <a:pt x="4" y="72"/>
                </a:cubicBezTo>
                <a:cubicBezTo>
                  <a:pt x="1" y="68"/>
                  <a:pt x="1" y="68"/>
                  <a:pt x="1" y="68"/>
                </a:cubicBezTo>
                <a:cubicBezTo>
                  <a:pt x="0" y="67"/>
                  <a:pt x="0" y="66"/>
                  <a:pt x="1" y="66"/>
                </a:cubicBezTo>
                <a:cubicBezTo>
                  <a:pt x="8" y="60"/>
                  <a:pt x="8" y="60"/>
                  <a:pt x="8" y="60"/>
                </a:cubicBezTo>
                <a:cubicBezTo>
                  <a:pt x="8" y="59"/>
                  <a:pt x="7" y="58"/>
                  <a:pt x="7" y="57"/>
                </a:cubicBezTo>
                <a:cubicBezTo>
                  <a:pt x="13" y="52"/>
                  <a:pt x="20" y="43"/>
                  <a:pt x="20" y="23"/>
                </a:cubicBezTo>
                <a:cubicBezTo>
                  <a:pt x="20" y="16"/>
                  <a:pt x="27" y="7"/>
                  <a:pt x="37" y="6"/>
                </a:cubicBezTo>
                <a:cubicBezTo>
                  <a:pt x="37" y="5"/>
                  <a:pt x="37" y="5"/>
                  <a:pt x="37" y="4"/>
                </a:cubicBezTo>
                <a:cubicBezTo>
                  <a:pt x="37" y="2"/>
                  <a:pt x="39" y="0"/>
                  <a:pt x="41" y="0"/>
                </a:cubicBezTo>
                <a:cubicBezTo>
                  <a:pt x="43" y="0"/>
                  <a:pt x="45" y="2"/>
                  <a:pt x="45" y="4"/>
                </a:cubicBezTo>
                <a:cubicBezTo>
                  <a:pt x="45" y="5"/>
                  <a:pt x="45" y="5"/>
                  <a:pt x="44" y="6"/>
                </a:cubicBezTo>
                <a:cubicBezTo>
                  <a:pt x="51" y="7"/>
                  <a:pt x="56" y="11"/>
                  <a:pt x="59" y="15"/>
                </a:cubicBezTo>
                <a:cubicBezTo>
                  <a:pt x="76" y="1"/>
                  <a:pt x="76" y="1"/>
                  <a:pt x="76" y="1"/>
                </a:cubicBezTo>
                <a:cubicBezTo>
                  <a:pt x="76" y="0"/>
                  <a:pt x="77" y="0"/>
                  <a:pt x="78" y="1"/>
                </a:cubicBezTo>
                <a:lnTo>
                  <a:pt x="81" y="5"/>
                </a:lnTo>
                <a:close/>
                <a:moveTo>
                  <a:pt x="55" y="19"/>
                </a:moveTo>
                <a:cubicBezTo>
                  <a:pt x="53" y="15"/>
                  <a:pt x="49" y="11"/>
                  <a:pt x="41" y="11"/>
                </a:cubicBezTo>
                <a:cubicBezTo>
                  <a:pt x="30" y="11"/>
                  <a:pt x="25" y="18"/>
                  <a:pt x="25" y="23"/>
                </a:cubicBezTo>
                <a:cubicBezTo>
                  <a:pt x="25" y="34"/>
                  <a:pt x="24" y="42"/>
                  <a:pt x="20" y="49"/>
                </a:cubicBezTo>
                <a:lnTo>
                  <a:pt x="55" y="19"/>
                </a:lnTo>
                <a:close/>
                <a:moveTo>
                  <a:pt x="69" y="62"/>
                </a:moveTo>
                <a:cubicBezTo>
                  <a:pt x="51" y="62"/>
                  <a:pt x="51" y="62"/>
                  <a:pt x="51" y="62"/>
                </a:cubicBezTo>
                <a:cubicBezTo>
                  <a:pt x="51" y="68"/>
                  <a:pt x="47" y="72"/>
                  <a:pt x="41" y="72"/>
                </a:cubicBezTo>
                <a:cubicBezTo>
                  <a:pt x="35" y="72"/>
                  <a:pt x="31" y="68"/>
                  <a:pt x="31" y="62"/>
                </a:cubicBezTo>
                <a:cubicBezTo>
                  <a:pt x="37" y="57"/>
                  <a:pt x="37" y="57"/>
                  <a:pt x="37" y="57"/>
                </a:cubicBezTo>
                <a:cubicBezTo>
                  <a:pt x="67" y="57"/>
                  <a:pt x="67" y="57"/>
                  <a:pt x="67" y="57"/>
                </a:cubicBezTo>
                <a:cubicBezTo>
                  <a:pt x="63" y="52"/>
                  <a:pt x="60" y="46"/>
                  <a:pt x="58" y="38"/>
                </a:cubicBezTo>
                <a:cubicBezTo>
                  <a:pt x="62" y="35"/>
                  <a:pt x="62" y="35"/>
                  <a:pt x="62" y="35"/>
                </a:cubicBezTo>
                <a:cubicBezTo>
                  <a:pt x="64" y="46"/>
                  <a:pt x="70" y="53"/>
                  <a:pt x="74" y="57"/>
                </a:cubicBezTo>
                <a:cubicBezTo>
                  <a:pt x="74" y="60"/>
                  <a:pt x="72" y="62"/>
                  <a:pt x="69" y="62"/>
                </a:cubicBezTo>
                <a:close/>
                <a:moveTo>
                  <a:pt x="41" y="68"/>
                </a:moveTo>
                <a:cubicBezTo>
                  <a:pt x="38" y="68"/>
                  <a:pt x="35" y="65"/>
                  <a:pt x="35" y="62"/>
                </a:cubicBezTo>
                <a:cubicBezTo>
                  <a:pt x="35" y="62"/>
                  <a:pt x="35" y="61"/>
                  <a:pt x="34" y="61"/>
                </a:cubicBezTo>
                <a:cubicBezTo>
                  <a:pt x="34" y="61"/>
                  <a:pt x="34" y="62"/>
                  <a:pt x="34" y="62"/>
                </a:cubicBezTo>
                <a:cubicBezTo>
                  <a:pt x="34" y="66"/>
                  <a:pt x="37" y="69"/>
                  <a:pt x="41" y="69"/>
                </a:cubicBezTo>
                <a:cubicBezTo>
                  <a:pt x="41" y="69"/>
                  <a:pt x="42" y="69"/>
                  <a:pt x="42" y="68"/>
                </a:cubicBezTo>
                <a:cubicBezTo>
                  <a:pt x="42" y="68"/>
                  <a:pt x="41" y="68"/>
                  <a:pt x="41" y="6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43" name="Freeform 47"/>
          <p:cNvSpPr/>
          <p:nvPr/>
        </p:nvSpPr>
        <p:spPr>
          <a:xfrm>
            <a:off x="1979640" y="1981080"/>
            <a:ext cx="195120" cy="231840"/>
          </a:xfrm>
          <a:custGeom>
            <a:avLst/>
            <a:gdLst/>
            <a:ahLst/>
            <a:rect l="l" t="t" r="r" b="b"/>
            <a:pathLst>
              <a:path w="57" h="67">
                <a:moveTo>
                  <a:pt x="52" y="38"/>
                </a:moveTo>
                <a:cubicBezTo>
                  <a:pt x="51" y="41"/>
                  <a:pt x="49" y="42"/>
                  <a:pt x="47" y="44"/>
                </a:cubicBezTo>
                <a:cubicBezTo>
                  <a:pt x="39" y="47"/>
                  <a:pt x="30" y="48"/>
                  <a:pt x="22" y="47"/>
                </a:cubicBezTo>
                <a:cubicBezTo>
                  <a:pt x="17" y="47"/>
                  <a:pt x="11" y="45"/>
                  <a:pt x="6" y="42"/>
                </a:cubicBezTo>
                <a:cubicBezTo>
                  <a:pt x="4" y="40"/>
                  <a:pt x="4" y="37"/>
                  <a:pt x="4" y="35"/>
                </a:cubicBezTo>
                <a:cubicBezTo>
                  <a:pt x="2" y="26"/>
                  <a:pt x="1" y="18"/>
                  <a:pt x="0" y="10"/>
                </a:cubicBezTo>
                <a:cubicBezTo>
                  <a:pt x="0" y="6"/>
                  <a:pt x="4" y="5"/>
                  <a:pt x="7" y="4"/>
                </a:cubicBezTo>
                <a:cubicBezTo>
                  <a:pt x="11" y="2"/>
                  <a:pt x="16" y="1"/>
                  <a:pt x="20" y="1"/>
                </a:cubicBezTo>
                <a:cubicBezTo>
                  <a:pt x="29" y="0"/>
                  <a:pt x="38" y="0"/>
                  <a:pt x="47" y="3"/>
                </a:cubicBezTo>
                <a:cubicBezTo>
                  <a:pt x="50" y="4"/>
                  <a:pt x="54" y="5"/>
                  <a:pt x="56" y="8"/>
                </a:cubicBezTo>
                <a:cubicBezTo>
                  <a:pt x="57" y="9"/>
                  <a:pt x="56" y="11"/>
                  <a:pt x="56" y="12"/>
                </a:cubicBezTo>
                <a:cubicBezTo>
                  <a:pt x="55" y="21"/>
                  <a:pt x="53" y="30"/>
                  <a:pt x="52" y="38"/>
                </a:cubicBezTo>
                <a:close/>
                <a:moveTo>
                  <a:pt x="44" y="62"/>
                </a:moveTo>
                <a:cubicBezTo>
                  <a:pt x="37" y="66"/>
                  <a:pt x="28" y="67"/>
                  <a:pt x="20" y="65"/>
                </a:cubicBezTo>
                <a:cubicBezTo>
                  <a:pt x="16" y="65"/>
                  <a:pt x="11" y="63"/>
                  <a:pt x="9" y="59"/>
                </a:cubicBezTo>
                <a:cubicBezTo>
                  <a:pt x="8" y="55"/>
                  <a:pt x="7" y="51"/>
                  <a:pt x="7" y="48"/>
                </a:cubicBezTo>
                <a:cubicBezTo>
                  <a:pt x="7" y="47"/>
                  <a:pt x="7" y="47"/>
                  <a:pt x="7" y="47"/>
                </a:cubicBezTo>
                <a:cubicBezTo>
                  <a:pt x="8" y="47"/>
                  <a:pt x="8" y="47"/>
                  <a:pt x="8" y="47"/>
                </a:cubicBezTo>
                <a:cubicBezTo>
                  <a:pt x="20" y="54"/>
                  <a:pt x="36" y="54"/>
                  <a:pt x="48" y="47"/>
                </a:cubicBezTo>
                <a:cubicBezTo>
                  <a:pt x="50" y="47"/>
                  <a:pt x="49" y="49"/>
                  <a:pt x="49" y="51"/>
                </a:cubicBezTo>
                <a:cubicBezTo>
                  <a:pt x="48" y="55"/>
                  <a:pt x="48" y="60"/>
                  <a:pt x="44" y="62"/>
                </a:cubicBezTo>
                <a:close/>
                <a:moveTo>
                  <a:pt x="39" y="6"/>
                </a:moveTo>
                <a:cubicBezTo>
                  <a:pt x="32" y="5"/>
                  <a:pt x="24" y="5"/>
                  <a:pt x="16" y="6"/>
                </a:cubicBezTo>
                <a:cubicBezTo>
                  <a:pt x="14" y="7"/>
                  <a:pt x="11" y="7"/>
                  <a:pt x="10" y="9"/>
                </a:cubicBezTo>
                <a:cubicBezTo>
                  <a:pt x="12" y="12"/>
                  <a:pt x="16" y="12"/>
                  <a:pt x="19" y="12"/>
                </a:cubicBezTo>
                <a:cubicBezTo>
                  <a:pt x="25" y="13"/>
                  <a:pt x="31" y="13"/>
                  <a:pt x="37" y="12"/>
                </a:cubicBezTo>
                <a:cubicBezTo>
                  <a:pt x="40" y="12"/>
                  <a:pt x="44" y="12"/>
                  <a:pt x="47" y="9"/>
                </a:cubicBezTo>
                <a:cubicBezTo>
                  <a:pt x="45" y="7"/>
                  <a:pt x="42" y="6"/>
                  <a:pt x="39" y="6"/>
                </a:cubicBezTo>
                <a:close/>
                <a:moveTo>
                  <a:pt x="24" y="24"/>
                </a:moveTo>
                <a:cubicBezTo>
                  <a:pt x="21" y="25"/>
                  <a:pt x="19" y="29"/>
                  <a:pt x="19" y="33"/>
                </a:cubicBezTo>
                <a:cubicBezTo>
                  <a:pt x="19" y="38"/>
                  <a:pt x="24" y="42"/>
                  <a:pt x="29" y="41"/>
                </a:cubicBezTo>
                <a:cubicBezTo>
                  <a:pt x="34" y="41"/>
                  <a:pt x="38" y="36"/>
                  <a:pt x="37" y="31"/>
                </a:cubicBezTo>
                <a:cubicBezTo>
                  <a:pt x="36" y="25"/>
                  <a:pt x="30" y="21"/>
                  <a:pt x="24" y="24"/>
                </a:cubicBezTo>
                <a:close/>
                <a:moveTo>
                  <a:pt x="26" y="36"/>
                </a:moveTo>
                <a:cubicBezTo>
                  <a:pt x="23" y="35"/>
                  <a:pt x="23" y="30"/>
                  <a:pt x="26" y="28"/>
                </a:cubicBezTo>
                <a:cubicBezTo>
                  <a:pt x="29" y="27"/>
                  <a:pt x="32" y="29"/>
                  <a:pt x="32" y="32"/>
                </a:cubicBezTo>
                <a:cubicBezTo>
                  <a:pt x="33" y="35"/>
                  <a:pt x="29" y="38"/>
                  <a:pt x="26" y="3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44" name="Freeform 48"/>
          <p:cNvSpPr/>
          <p:nvPr/>
        </p:nvSpPr>
        <p:spPr>
          <a:xfrm>
            <a:off x="2475000" y="1989000"/>
            <a:ext cx="127080" cy="230400"/>
          </a:xfrm>
          <a:custGeom>
            <a:avLst/>
            <a:gdLst/>
            <a:ahLst/>
            <a:rect l="l" t="t" r="r" b="b"/>
            <a:pathLst>
              <a:path w="37" h="67">
                <a:moveTo>
                  <a:pt x="36" y="20"/>
                </a:moveTo>
                <a:cubicBezTo>
                  <a:pt x="15" y="66"/>
                  <a:pt x="15" y="66"/>
                  <a:pt x="15" y="66"/>
                </a:cubicBezTo>
                <a:cubicBezTo>
                  <a:pt x="14" y="67"/>
                  <a:pt x="14" y="67"/>
                  <a:pt x="13" y="67"/>
                </a:cubicBezTo>
                <a:cubicBezTo>
                  <a:pt x="13" y="67"/>
                  <a:pt x="13" y="67"/>
                  <a:pt x="12" y="67"/>
                </a:cubicBezTo>
                <a:cubicBezTo>
                  <a:pt x="11" y="67"/>
                  <a:pt x="11" y="66"/>
                  <a:pt x="11" y="65"/>
                </a:cubicBezTo>
                <a:cubicBezTo>
                  <a:pt x="19" y="33"/>
                  <a:pt x="19" y="33"/>
                  <a:pt x="19" y="33"/>
                </a:cubicBezTo>
                <a:cubicBezTo>
                  <a:pt x="3" y="37"/>
                  <a:pt x="3" y="37"/>
                  <a:pt x="3" y="37"/>
                </a:cubicBezTo>
                <a:cubicBezTo>
                  <a:pt x="3" y="37"/>
                  <a:pt x="2" y="37"/>
                  <a:pt x="2" y="37"/>
                </a:cubicBezTo>
                <a:cubicBezTo>
                  <a:pt x="2" y="37"/>
                  <a:pt x="1" y="37"/>
                  <a:pt x="1" y="36"/>
                </a:cubicBezTo>
                <a:cubicBezTo>
                  <a:pt x="1" y="36"/>
                  <a:pt x="0" y="35"/>
                  <a:pt x="1" y="35"/>
                </a:cubicBezTo>
                <a:cubicBezTo>
                  <a:pt x="9" y="2"/>
                  <a:pt x="9" y="2"/>
                  <a:pt x="9" y="2"/>
                </a:cubicBezTo>
                <a:cubicBezTo>
                  <a:pt x="9" y="1"/>
                  <a:pt x="10" y="0"/>
                  <a:pt x="10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5" y="0"/>
                  <a:pt x="25" y="1"/>
                  <a:pt x="25" y="2"/>
                </a:cubicBezTo>
                <a:cubicBezTo>
                  <a:pt x="25" y="2"/>
                  <a:pt x="25" y="3"/>
                  <a:pt x="25" y="3"/>
                </a:cubicBezTo>
                <a:cubicBezTo>
                  <a:pt x="18" y="21"/>
                  <a:pt x="18" y="21"/>
                  <a:pt x="18" y="21"/>
                </a:cubicBezTo>
                <a:cubicBezTo>
                  <a:pt x="34" y="18"/>
                  <a:pt x="34" y="18"/>
                  <a:pt x="34" y="18"/>
                </a:cubicBezTo>
                <a:cubicBezTo>
                  <a:pt x="34" y="17"/>
                  <a:pt x="34" y="17"/>
                  <a:pt x="35" y="17"/>
                </a:cubicBezTo>
                <a:cubicBezTo>
                  <a:pt x="35" y="17"/>
                  <a:pt x="36" y="18"/>
                  <a:pt x="36" y="18"/>
                </a:cubicBezTo>
                <a:cubicBezTo>
                  <a:pt x="36" y="19"/>
                  <a:pt x="37" y="19"/>
                  <a:pt x="36" y="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45" name="Freeform 49"/>
          <p:cNvSpPr/>
          <p:nvPr/>
        </p:nvSpPr>
        <p:spPr>
          <a:xfrm>
            <a:off x="2968560" y="1989000"/>
            <a:ext cx="179280" cy="209520"/>
          </a:xfrm>
          <a:custGeom>
            <a:avLst/>
            <a:gdLst/>
            <a:ahLst/>
            <a:rect l="l" t="t" r="r" b="b"/>
            <a:pathLst>
              <a:path w="52" h="61">
                <a:moveTo>
                  <a:pt x="49" y="1"/>
                </a:moveTo>
                <a:cubicBezTo>
                  <a:pt x="51" y="1"/>
                  <a:pt x="52" y="3"/>
                  <a:pt x="52" y="5"/>
                </a:cubicBezTo>
                <a:cubicBezTo>
                  <a:pt x="52" y="57"/>
                  <a:pt x="52" y="57"/>
                  <a:pt x="52" y="57"/>
                </a:cubicBezTo>
                <a:cubicBezTo>
                  <a:pt x="52" y="59"/>
                  <a:pt x="51" y="60"/>
                  <a:pt x="49" y="61"/>
                </a:cubicBezTo>
                <a:cubicBezTo>
                  <a:pt x="48" y="61"/>
                  <a:pt x="48" y="61"/>
                  <a:pt x="47" y="61"/>
                </a:cubicBezTo>
                <a:cubicBezTo>
                  <a:pt x="46" y="61"/>
                  <a:pt x="45" y="61"/>
                  <a:pt x="44" y="60"/>
                </a:cubicBezTo>
                <a:cubicBezTo>
                  <a:pt x="26" y="43"/>
                  <a:pt x="26" y="43"/>
                  <a:pt x="26" y="43"/>
                </a:cubicBezTo>
                <a:cubicBezTo>
                  <a:pt x="8" y="60"/>
                  <a:pt x="8" y="60"/>
                  <a:pt x="8" y="60"/>
                </a:cubicBezTo>
                <a:cubicBezTo>
                  <a:pt x="8" y="61"/>
                  <a:pt x="6" y="61"/>
                  <a:pt x="5" y="61"/>
                </a:cubicBezTo>
                <a:cubicBezTo>
                  <a:pt x="5" y="61"/>
                  <a:pt x="4" y="61"/>
                  <a:pt x="3" y="61"/>
                </a:cubicBezTo>
                <a:cubicBezTo>
                  <a:pt x="2" y="60"/>
                  <a:pt x="0" y="59"/>
                  <a:pt x="0" y="57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2" y="1"/>
                  <a:pt x="3" y="1"/>
                </a:cubicBezTo>
                <a:cubicBezTo>
                  <a:pt x="4" y="1"/>
                  <a:pt x="5" y="0"/>
                  <a:pt x="5" y="0"/>
                </a:cubicBezTo>
                <a:cubicBezTo>
                  <a:pt x="6" y="0"/>
                  <a:pt x="46" y="0"/>
                  <a:pt x="47" y="0"/>
                </a:cubicBezTo>
                <a:cubicBezTo>
                  <a:pt x="48" y="0"/>
                  <a:pt x="48" y="1"/>
                  <a:pt x="49" y="1"/>
                </a:cubicBezTo>
                <a:close/>
                <a:moveTo>
                  <a:pt x="6" y="6"/>
                </a:moveTo>
                <a:cubicBezTo>
                  <a:pt x="6" y="55"/>
                  <a:pt x="6" y="55"/>
                  <a:pt x="6" y="55"/>
                </a:cubicBezTo>
                <a:cubicBezTo>
                  <a:pt x="23" y="39"/>
                  <a:pt x="23" y="39"/>
                  <a:pt x="23" y="39"/>
                </a:cubicBezTo>
                <a:cubicBezTo>
                  <a:pt x="26" y="36"/>
                  <a:pt x="26" y="36"/>
                  <a:pt x="26" y="36"/>
                </a:cubicBezTo>
                <a:cubicBezTo>
                  <a:pt x="30" y="39"/>
                  <a:pt x="30" y="39"/>
                  <a:pt x="30" y="39"/>
                </a:cubicBezTo>
                <a:cubicBezTo>
                  <a:pt x="47" y="55"/>
                  <a:pt x="47" y="55"/>
                  <a:pt x="47" y="55"/>
                </a:cubicBezTo>
                <a:cubicBezTo>
                  <a:pt x="47" y="6"/>
                  <a:pt x="47" y="6"/>
                  <a:pt x="47" y="6"/>
                </a:cubicBezTo>
                <a:lnTo>
                  <a:pt x="6" y="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46" name="Freeform 50"/>
          <p:cNvSpPr/>
          <p:nvPr/>
        </p:nvSpPr>
        <p:spPr>
          <a:xfrm>
            <a:off x="3463920" y="1971720"/>
            <a:ext cx="192240" cy="247680"/>
          </a:xfrm>
          <a:custGeom>
            <a:avLst/>
            <a:gdLst/>
            <a:ahLst/>
            <a:rect l="l" t="t" r="r" b="b"/>
            <a:pathLst>
              <a:path w="56" h="72">
                <a:moveTo>
                  <a:pt x="56" y="3"/>
                </a:moveTo>
                <a:cubicBezTo>
                  <a:pt x="56" y="70"/>
                  <a:pt x="56" y="70"/>
                  <a:pt x="56" y="70"/>
                </a:cubicBezTo>
                <a:cubicBezTo>
                  <a:pt x="56" y="71"/>
                  <a:pt x="55" y="72"/>
                  <a:pt x="54" y="72"/>
                </a:cubicBezTo>
                <a:cubicBezTo>
                  <a:pt x="2" y="72"/>
                  <a:pt x="2" y="72"/>
                  <a:pt x="2" y="72"/>
                </a:cubicBezTo>
                <a:cubicBezTo>
                  <a:pt x="1" y="72"/>
                  <a:pt x="0" y="71"/>
                  <a:pt x="0" y="70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2" y="0"/>
                </a:cubicBezTo>
                <a:cubicBezTo>
                  <a:pt x="54" y="0"/>
                  <a:pt x="54" y="0"/>
                  <a:pt x="54" y="0"/>
                </a:cubicBezTo>
                <a:cubicBezTo>
                  <a:pt x="55" y="0"/>
                  <a:pt x="56" y="1"/>
                  <a:pt x="56" y="3"/>
                </a:cubicBezTo>
                <a:close/>
                <a:moveTo>
                  <a:pt x="15" y="12"/>
                </a:moveTo>
                <a:cubicBezTo>
                  <a:pt x="15" y="11"/>
                  <a:pt x="15" y="11"/>
                  <a:pt x="14" y="11"/>
                </a:cubicBezTo>
                <a:cubicBezTo>
                  <a:pt x="11" y="11"/>
                  <a:pt x="11" y="11"/>
                  <a:pt x="11" y="11"/>
                </a:cubicBezTo>
                <a:cubicBezTo>
                  <a:pt x="11" y="11"/>
                  <a:pt x="10" y="11"/>
                  <a:pt x="10" y="12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5"/>
                  <a:pt x="11" y="16"/>
                  <a:pt x="11" y="16"/>
                </a:cubicBezTo>
                <a:cubicBezTo>
                  <a:pt x="14" y="16"/>
                  <a:pt x="14" y="16"/>
                  <a:pt x="14" y="16"/>
                </a:cubicBezTo>
                <a:cubicBezTo>
                  <a:pt x="15" y="16"/>
                  <a:pt x="15" y="15"/>
                  <a:pt x="15" y="14"/>
                </a:cubicBezTo>
                <a:lnTo>
                  <a:pt x="15" y="12"/>
                </a:lnTo>
                <a:close/>
                <a:moveTo>
                  <a:pt x="15" y="22"/>
                </a:moveTo>
                <a:cubicBezTo>
                  <a:pt x="15" y="21"/>
                  <a:pt x="15" y="21"/>
                  <a:pt x="14" y="21"/>
                </a:cubicBezTo>
                <a:cubicBezTo>
                  <a:pt x="11" y="21"/>
                  <a:pt x="11" y="21"/>
                  <a:pt x="11" y="21"/>
                </a:cubicBezTo>
                <a:cubicBezTo>
                  <a:pt x="11" y="21"/>
                  <a:pt x="10" y="21"/>
                  <a:pt x="10" y="22"/>
                </a:cubicBezTo>
                <a:cubicBezTo>
                  <a:pt x="10" y="25"/>
                  <a:pt x="10" y="25"/>
                  <a:pt x="10" y="25"/>
                </a:cubicBezTo>
                <a:cubicBezTo>
                  <a:pt x="10" y="25"/>
                  <a:pt x="11" y="26"/>
                  <a:pt x="11" y="26"/>
                </a:cubicBezTo>
                <a:cubicBezTo>
                  <a:pt x="14" y="26"/>
                  <a:pt x="14" y="26"/>
                  <a:pt x="14" y="26"/>
                </a:cubicBezTo>
                <a:cubicBezTo>
                  <a:pt x="15" y="26"/>
                  <a:pt x="15" y="25"/>
                  <a:pt x="15" y="25"/>
                </a:cubicBezTo>
                <a:lnTo>
                  <a:pt x="15" y="22"/>
                </a:lnTo>
                <a:close/>
                <a:moveTo>
                  <a:pt x="15" y="32"/>
                </a:moveTo>
                <a:cubicBezTo>
                  <a:pt x="15" y="32"/>
                  <a:pt x="15" y="31"/>
                  <a:pt x="14" y="31"/>
                </a:cubicBezTo>
                <a:cubicBezTo>
                  <a:pt x="11" y="31"/>
                  <a:pt x="11" y="31"/>
                  <a:pt x="11" y="31"/>
                </a:cubicBezTo>
                <a:cubicBezTo>
                  <a:pt x="11" y="31"/>
                  <a:pt x="10" y="32"/>
                  <a:pt x="10" y="32"/>
                </a:cubicBezTo>
                <a:cubicBezTo>
                  <a:pt x="10" y="35"/>
                  <a:pt x="10" y="35"/>
                  <a:pt x="10" y="35"/>
                </a:cubicBezTo>
                <a:cubicBezTo>
                  <a:pt x="10" y="36"/>
                  <a:pt x="11" y="36"/>
                  <a:pt x="11" y="36"/>
                </a:cubicBezTo>
                <a:cubicBezTo>
                  <a:pt x="14" y="36"/>
                  <a:pt x="14" y="36"/>
                  <a:pt x="14" y="36"/>
                </a:cubicBezTo>
                <a:cubicBezTo>
                  <a:pt x="15" y="36"/>
                  <a:pt x="15" y="36"/>
                  <a:pt x="15" y="35"/>
                </a:cubicBezTo>
                <a:lnTo>
                  <a:pt x="15" y="32"/>
                </a:lnTo>
                <a:close/>
                <a:moveTo>
                  <a:pt x="15" y="43"/>
                </a:moveTo>
                <a:cubicBezTo>
                  <a:pt x="15" y="42"/>
                  <a:pt x="15" y="41"/>
                  <a:pt x="14" y="41"/>
                </a:cubicBezTo>
                <a:cubicBezTo>
                  <a:pt x="11" y="41"/>
                  <a:pt x="11" y="41"/>
                  <a:pt x="11" y="41"/>
                </a:cubicBezTo>
                <a:cubicBezTo>
                  <a:pt x="11" y="41"/>
                  <a:pt x="10" y="42"/>
                  <a:pt x="10" y="43"/>
                </a:cubicBezTo>
                <a:cubicBezTo>
                  <a:pt x="10" y="45"/>
                  <a:pt x="10" y="45"/>
                  <a:pt x="10" y="45"/>
                </a:cubicBezTo>
                <a:cubicBezTo>
                  <a:pt x="10" y="46"/>
                  <a:pt x="11" y="47"/>
                  <a:pt x="11" y="47"/>
                </a:cubicBezTo>
                <a:cubicBezTo>
                  <a:pt x="14" y="47"/>
                  <a:pt x="14" y="47"/>
                  <a:pt x="14" y="47"/>
                </a:cubicBezTo>
                <a:cubicBezTo>
                  <a:pt x="15" y="47"/>
                  <a:pt x="15" y="46"/>
                  <a:pt x="15" y="45"/>
                </a:cubicBezTo>
                <a:lnTo>
                  <a:pt x="15" y="43"/>
                </a:lnTo>
                <a:close/>
                <a:moveTo>
                  <a:pt x="15" y="53"/>
                </a:moveTo>
                <a:cubicBezTo>
                  <a:pt x="15" y="52"/>
                  <a:pt x="15" y="52"/>
                  <a:pt x="14" y="52"/>
                </a:cubicBezTo>
                <a:cubicBezTo>
                  <a:pt x="11" y="52"/>
                  <a:pt x="11" y="52"/>
                  <a:pt x="11" y="52"/>
                </a:cubicBezTo>
                <a:cubicBezTo>
                  <a:pt x="11" y="52"/>
                  <a:pt x="10" y="52"/>
                  <a:pt x="10" y="53"/>
                </a:cubicBezTo>
                <a:cubicBezTo>
                  <a:pt x="10" y="56"/>
                  <a:pt x="10" y="56"/>
                  <a:pt x="10" y="56"/>
                </a:cubicBezTo>
                <a:cubicBezTo>
                  <a:pt x="10" y="56"/>
                  <a:pt x="11" y="57"/>
                  <a:pt x="11" y="57"/>
                </a:cubicBezTo>
                <a:cubicBezTo>
                  <a:pt x="14" y="57"/>
                  <a:pt x="14" y="57"/>
                  <a:pt x="14" y="57"/>
                </a:cubicBezTo>
                <a:cubicBezTo>
                  <a:pt x="15" y="57"/>
                  <a:pt x="15" y="56"/>
                  <a:pt x="15" y="56"/>
                </a:cubicBezTo>
                <a:lnTo>
                  <a:pt x="15" y="53"/>
                </a:lnTo>
                <a:close/>
                <a:moveTo>
                  <a:pt x="20" y="14"/>
                </a:moveTo>
                <a:cubicBezTo>
                  <a:pt x="20" y="15"/>
                  <a:pt x="21" y="16"/>
                  <a:pt x="22" y="16"/>
                </a:cubicBezTo>
                <a:cubicBezTo>
                  <a:pt x="24" y="16"/>
                  <a:pt x="24" y="16"/>
                  <a:pt x="24" y="16"/>
                </a:cubicBezTo>
                <a:cubicBezTo>
                  <a:pt x="25" y="16"/>
                  <a:pt x="25" y="15"/>
                  <a:pt x="25" y="14"/>
                </a:cubicBezTo>
                <a:cubicBezTo>
                  <a:pt x="25" y="12"/>
                  <a:pt x="25" y="12"/>
                  <a:pt x="25" y="12"/>
                </a:cubicBezTo>
                <a:cubicBezTo>
                  <a:pt x="25" y="11"/>
                  <a:pt x="25" y="11"/>
                  <a:pt x="24" y="11"/>
                </a:cubicBezTo>
                <a:cubicBezTo>
                  <a:pt x="22" y="11"/>
                  <a:pt x="22" y="11"/>
                  <a:pt x="22" y="11"/>
                </a:cubicBezTo>
                <a:cubicBezTo>
                  <a:pt x="21" y="11"/>
                  <a:pt x="20" y="11"/>
                  <a:pt x="20" y="12"/>
                </a:cubicBezTo>
                <a:lnTo>
                  <a:pt x="20" y="14"/>
                </a:lnTo>
                <a:close/>
                <a:moveTo>
                  <a:pt x="20" y="25"/>
                </a:moveTo>
                <a:cubicBezTo>
                  <a:pt x="20" y="25"/>
                  <a:pt x="21" y="26"/>
                  <a:pt x="22" y="26"/>
                </a:cubicBezTo>
                <a:cubicBezTo>
                  <a:pt x="24" y="26"/>
                  <a:pt x="24" y="26"/>
                  <a:pt x="24" y="26"/>
                </a:cubicBezTo>
                <a:cubicBezTo>
                  <a:pt x="25" y="26"/>
                  <a:pt x="25" y="25"/>
                  <a:pt x="25" y="25"/>
                </a:cubicBezTo>
                <a:cubicBezTo>
                  <a:pt x="25" y="22"/>
                  <a:pt x="25" y="22"/>
                  <a:pt x="25" y="22"/>
                </a:cubicBezTo>
                <a:cubicBezTo>
                  <a:pt x="25" y="21"/>
                  <a:pt x="25" y="21"/>
                  <a:pt x="24" y="21"/>
                </a:cubicBezTo>
                <a:cubicBezTo>
                  <a:pt x="22" y="21"/>
                  <a:pt x="22" y="21"/>
                  <a:pt x="22" y="21"/>
                </a:cubicBezTo>
                <a:cubicBezTo>
                  <a:pt x="21" y="21"/>
                  <a:pt x="20" y="21"/>
                  <a:pt x="20" y="22"/>
                </a:cubicBezTo>
                <a:lnTo>
                  <a:pt x="20" y="25"/>
                </a:lnTo>
                <a:close/>
                <a:moveTo>
                  <a:pt x="20" y="35"/>
                </a:moveTo>
                <a:cubicBezTo>
                  <a:pt x="20" y="36"/>
                  <a:pt x="21" y="36"/>
                  <a:pt x="22" y="36"/>
                </a:cubicBezTo>
                <a:cubicBezTo>
                  <a:pt x="24" y="36"/>
                  <a:pt x="24" y="36"/>
                  <a:pt x="24" y="36"/>
                </a:cubicBezTo>
                <a:cubicBezTo>
                  <a:pt x="25" y="36"/>
                  <a:pt x="25" y="36"/>
                  <a:pt x="25" y="35"/>
                </a:cubicBezTo>
                <a:cubicBezTo>
                  <a:pt x="25" y="32"/>
                  <a:pt x="25" y="32"/>
                  <a:pt x="25" y="32"/>
                </a:cubicBezTo>
                <a:cubicBezTo>
                  <a:pt x="25" y="32"/>
                  <a:pt x="25" y="31"/>
                  <a:pt x="24" y="31"/>
                </a:cubicBezTo>
                <a:cubicBezTo>
                  <a:pt x="22" y="31"/>
                  <a:pt x="22" y="31"/>
                  <a:pt x="22" y="31"/>
                </a:cubicBezTo>
                <a:cubicBezTo>
                  <a:pt x="21" y="31"/>
                  <a:pt x="20" y="32"/>
                  <a:pt x="20" y="32"/>
                </a:cubicBezTo>
                <a:lnTo>
                  <a:pt x="20" y="35"/>
                </a:lnTo>
                <a:close/>
                <a:moveTo>
                  <a:pt x="20" y="45"/>
                </a:moveTo>
                <a:cubicBezTo>
                  <a:pt x="20" y="46"/>
                  <a:pt x="21" y="47"/>
                  <a:pt x="22" y="47"/>
                </a:cubicBezTo>
                <a:cubicBezTo>
                  <a:pt x="24" y="47"/>
                  <a:pt x="24" y="47"/>
                  <a:pt x="24" y="47"/>
                </a:cubicBezTo>
                <a:cubicBezTo>
                  <a:pt x="25" y="47"/>
                  <a:pt x="25" y="46"/>
                  <a:pt x="25" y="45"/>
                </a:cubicBezTo>
                <a:cubicBezTo>
                  <a:pt x="25" y="43"/>
                  <a:pt x="25" y="43"/>
                  <a:pt x="25" y="43"/>
                </a:cubicBezTo>
                <a:cubicBezTo>
                  <a:pt x="25" y="42"/>
                  <a:pt x="25" y="41"/>
                  <a:pt x="24" y="41"/>
                </a:cubicBezTo>
                <a:cubicBezTo>
                  <a:pt x="22" y="41"/>
                  <a:pt x="22" y="41"/>
                  <a:pt x="22" y="41"/>
                </a:cubicBezTo>
                <a:cubicBezTo>
                  <a:pt x="21" y="41"/>
                  <a:pt x="20" y="42"/>
                  <a:pt x="20" y="43"/>
                </a:cubicBezTo>
                <a:lnTo>
                  <a:pt x="20" y="45"/>
                </a:lnTo>
                <a:close/>
                <a:moveTo>
                  <a:pt x="36" y="58"/>
                </a:moveTo>
                <a:cubicBezTo>
                  <a:pt x="36" y="57"/>
                  <a:pt x="35" y="57"/>
                  <a:pt x="34" y="57"/>
                </a:cubicBezTo>
                <a:cubicBezTo>
                  <a:pt x="22" y="57"/>
                  <a:pt x="22" y="57"/>
                  <a:pt x="22" y="57"/>
                </a:cubicBezTo>
                <a:cubicBezTo>
                  <a:pt x="21" y="57"/>
                  <a:pt x="20" y="57"/>
                  <a:pt x="20" y="58"/>
                </a:cubicBezTo>
                <a:cubicBezTo>
                  <a:pt x="20" y="66"/>
                  <a:pt x="20" y="66"/>
                  <a:pt x="20" y="66"/>
                </a:cubicBezTo>
                <a:cubicBezTo>
                  <a:pt x="20" y="67"/>
                  <a:pt x="21" y="67"/>
                  <a:pt x="22" y="67"/>
                </a:cubicBezTo>
                <a:cubicBezTo>
                  <a:pt x="34" y="67"/>
                  <a:pt x="34" y="67"/>
                  <a:pt x="34" y="67"/>
                </a:cubicBezTo>
                <a:cubicBezTo>
                  <a:pt x="35" y="67"/>
                  <a:pt x="36" y="67"/>
                  <a:pt x="36" y="66"/>
                </a:cubicBezTo>
                <a:lnTo>
                  <a:pt x="36" y="58"/>
                </a:lnTo>
                <a:close/>
                <a:moveTo>
                  <a:pt x="36" y="12"/>
                </a:moveTo>
                <a:cubicBezTo>
                  <a:pt x="36" y="11"/>
                  <a:pt x="35" y="11"/>
                  <a:pt x="34" y="11"/>
                </a:cubicBezTo>
                <a:cubicBezTo>
                  <a:pt x="32" y="11"/>
                  <a:pt x="32" y="11"/>
                  <a:pt x="32" y="11"/>
                </a:cubicBezTo>
                <a:cubicBezTo>
                  <a:pt x="31" y="11"/>
                  <a:pt x="31" y="11"/>
                  <a:pt x="31" y="12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5"/>
                  <a:pt x="31" y="16"/>
                  <a:pt x="32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5" y="16"/>
                  <a:pt x="36" y="15"/>
                  <a:pt x="36" y="14"/>
                </a:cubicBezTo>
                <a:lnTo>
                  <a:pt x="36" y="12"/>
                </a:lnTo>
                <a:close/>
                <a:moveTo>
                  <a:pt x="36" y="22"/>
                </a:moveTo>
                <a:cubicBezTo>
                  <a:pt x="36" y="21"/>
                  <a:pt x="35" y="21"/>
                  <a:pt x="34" y="21"/>
                </a:cubicBezTo>
                <a:cubicBezTo>
                  <a:pt x="32" y="21"/>
                  <a:pt x="32" y="21"/>
                  <a:pt x="32" y="21"/>
                </a:cubicBezTo>
                <a:cubicBezTo>
                  <a:pt x="31" y="21"/>
                  <a:pt x="31" y="21"/>
                  <a:pt x="31" y="22"/>
                </a:cubicBezTo>
                <a:cubicBezTo>
                  <a:pt x="31" y="25"/>
                  <a:pt x="31" y="25"/>
                  <a:pt x="31" y="25"/>
                </a:cubicBezTo>
                <a:cubicBezTo>
                  <a:pt x="31" y="25"/>
                  <a:pt x="31" y="26"/>
                  <a:pt x="32" y="26"/>
                </a:cubicBezTo>
                <a:cubicBezTo>
                  <a:pt x="34" y="26"/>
                  <a:pt x="34" y="26"/>
                  <a:pt x="34" y="26"/>
                </a:cubicBezTo>
                <a:cubicBezTo>
                  <a:pt x="35" y="26"/>
                  <a:pt x="36" y="25"/>
                  <a:pt x="36" y="25"/>
                </a:cubicBezTo>
                <a:lnTo>
                  <a:pt x="36" y="22"/>
                </a:lnTo>
                <a:close/>
                <a:moveTo>
                  <a:pt x="36" y="32"/>
                </a:moveTo>
                <a:cubicBezTo>
                  <a:pt x="36" y="32"/>
                  <a:pt x="35" y="31"/>
                  <a:pt x="34" y="31"/>
                </a:cubicBezTo>
                <a:cubicBezTo>
                  <a:pt x="32" y="31"/>
                  <a:pt x="32" y="31"/>
                  <a:pt x="32" y="31"/>
                </a:cubicBezTo>
                <a:cubicBezTo>
                  <a:pt x="31" y="31"/>
                  <a:pt x="31" y="32"/>
                  <a:pt x="31" y="32"/>
                </a:cubicBezTo>
                <a:cubicBezTo>
                  <a:pt x="31" y="35"/>
                  <a:pt x="31" y="35"/>
                  <a:pt x="31" y="35"/>
                </a:cubicBezTo>
                <a:cubicBezTo>
                  <a:pt x="31" y="36"/>
                  <a:pt x="31" y="36"/>
                  <a:pt x="32" y="36"/>
                </a:cubicBezTo>
                <a:cubicBezTo>
                  <a:pt x="34" y="36"/>
                  <a:pt x="34" y="36"/>
                  <a:pt x="34" y="36"/>
                </a:cubicBezTo>
                <a:cubicBezTo>
                  <a:pt x="35" y="36"/>
                  <a:pt x="36" y="36"/>
                  <a:pt x="36" y="35"/>
                </a:cubicBezTo>
                <a:lnTo>
                  <a:pt x="36" y="32"/>
                </a:lnTo>
                <a:close/>
                <a:moveTo>
                  <a:pt x="36" y="43"/>
                </a:moveTo>
                <a:cubicBezTo>
                  <a:pt x="36" y="42"/>
                  <a:pt x="35" y="41"/>
                  <a:pt x="34" y="41"/>
                </a:cubicBezTo>
                <a:cubicBezTo>
                  <a:pt x="32" y="41"/>
                  <a:pt x="32" y="41"/>
                  <a:pt x="32" y="41"/>
                </a:cubicBezTo>
                <a:cubicBezTo>
                  <a:pt x="31" y="41"/>
                  <a:pt x="31" y="42"/>
                  <a:pt x="31" y="43"/>
                </a:cubicBezTo>
                <a:cubicBezTo>
                  <a:pt x="31" y="45"/>
                  <a:pt x="31" y="45"/>
                  <a:pt x="31" y="45"/>
                </a:cubicBezTo>
                <a:cubicBezTo>
                  <a:pt x="31" y="46"/>
                  <a:pt x="31" y="47"/>
                  <a:pt x="32" y="47"/>
                </a:cubicBezTo>
                <a:cubicBezTo>
                  <a:pt x="34" y="47"/>
                  <a:pt x="34" y="47"/>
                  <a:pt x="34" y="47"/>
                </a:cubicBezTo>
                <a:cubicBezTo>
                  <a:pt x="35" y="47"/>
                  <a:pt x="36" y="46"/>
                  <a:pt x="36" y="45"/>
                </a:cubicBezTo>
                <a:lnTo>
                  <a:pt x="36" y="43"/>
                </a:lnTo>
                <a:close/>
                <a:moveTo>
                  <a:pt x="46" y="12"/>
                </a:moveTo>
                <a:cubicBezTo>
                  <a:pt x="46" y="11"/>
                  <a:pt x="45" y="11"/>
                  <a:pt x="45" y="11"/>
                </a:cubicBezTo>
                <a:cubicBezTo>
                  <a:pt x="42" y="11"/>
                  <a:pt x="42" y="11"/>
                  <a:pt x="42" y="11"/>
                </a:cubicBezTo>
                <a:cubicBezTo>
                  <a:pt x="41" y="11"/>
                  <a:pt x="41" y="11"/>
                  <a:pt x="41" y="12"/>
                </a:cubicBezTo>
                <a:cubicBezTo>
                  <a:pt x="41" y="14"/>
                  <a:pt x="41" y="14"/>
                  <a:pt x="41" y="14"/>
                </a:cubicBezTo>
                <a:cubicBezTo>
                  <a:pt x="41" y="15"/>
                  <a:pt x="41" y="16"/>
                  <a:pt x="42" y="16"/>
                </a:cubicBezTo>
                <a:cubicBezTo>
                  <a:pt x="45" y="16"/>
                  <a:pt x="45" y="16"/>
                  <a:pt x="45" y="16"/>
                </a:cubicBezTo>
                <a:cubicBezTo>
                  <a:pt x="45" y="16"/>
                  <a:pt x="46" y="15"/>
                  <a:pt x="46" y="14"/>
                </a:cubicBezTo>
                <a:lnTo>
                  <a:pt x="46" y="12"/>
                </a:lnTo>
                <a:close/>
                <a:moveTo>
                  <a:pt x="46" y="22"/>
                </a:moveTo>
                <a:cubicBezTo>
                  <a:pt x="46" y="21"/>
                  <a:pt x="45" y="21"/>
                  <a:pt x="45" y="21"/>
                </a:cubicBezTo>
                <a:cubicBezTo>
                  <a:pt x="42" y="21"/>
                  <a:pt x="42" y="21"/>
                  <a:pt x="42" y="21"/>
                </a:cubicBezTo>
                <a:cubicBezTo>
                  <a:pt x="41" y="21"/>
                  <a:pt x="41" y="21"/>
                  <a:pt x="41" y="22"/>
                </a:cubicBezTo>
                <a:cubicBezTo>
                  <a:pt x="41" y="25"/>
                  <a:pt x="41" y="25"/>
                  <a:pt x="41" y="25"/>
                </a:cubicBezTo>
                <a:cubicBezTo>
                  <a:pt x="41" y="25"/>
                  <a:pt x="41" y="26"/>
                  <a:pt x="42" y="26"/>
                </a:cubicBezTo>
                <a:cubicBezTo>
                  <a:pt x="45" y="26"/>
                  <a:pt x="45" y="26"/>
                  <a:pt x="45" y="26"/>
                </a:cubicBezTo>
                <a:cubicBezTo>
                  <a:pt x="45" y="26"/>
                  <a:pt x="46" y="25"/>
                  <a:pt x="46" y="25"/>
                </a:cubicBezTo>
                <a:lnTo>
                  <a:pt x="46" y="22"/>
                </a:lnTo>
                <a:close/>
                <a:moveTo>
                  <a:pt x="46" y="32"/>
                </a:moveTo>
                <a:cubicBezTo>
                  <a:pt x="46" y="32"/>
                  <a:pt x="45" y="31"/>
                  <a:pt x="45" y="31"/>
                </a:cubicBezTo>
                <a:cubicBezTo>
                  <a:pt x="42" y="31"/>
                  <a:pt x="42" y="31"/>
                  <a:pt x="42" y="31"/>
                </a:cubicBezTo>
                <a:cubicBezTo>
                  <a:pt x="41" y="31"/>
                  <a:pt x="41" y="32"/>
                  <a:pt x="41" y="32"/>
                </a:cubicBezTo>
                <a:cubicBezTo>
                  <a:pt x="41" y="35"/>
                  <a:pt x="41" y="35"/>
                  <a:pt x="41" y="35"/>
                </a:cubicBezTo>
                <a:cubicBezTo>
                  <a:pt x="41" y="36"/>
                  <a:pt x="41" y="36"/>
                  <a:pt x="42" y="36"/>
                </a:cubicBezTo>
                <a:cubicBezTo>
                  <a:pt x="45" y="36"/>
                  <a:pt x="45" y="36"/>
                  <a:pt x="45" y="36"/>
                </a:cubicBezTo>
                <a:cubicBezTo>
                  <a:pt x="45" y="36"/>
                  <a:pt x="46" y="36"/>
                  <a:pt x="46" y="35"/>
                </a:cubicBezTo>
                <a:lnTo>
                  <a:pt x="46" y="32"/>
                </a:lnTo>
                <a:close/>
                <a:moveTo>
                  <a:pt x="46" y="43"/>
                </a:moveTo>
                <a:cubicBezTo>
                  <a:pt x="46" y="42"/>
                  <a:pt x="45" y="41"/>
                  <a:pt x="45" y="41"/>
                </a:cubicBezTo>
                <a:cubicBezTo>
                  <a:pt x="42" y="41"/>
                  <a:pt x="42" y="41"/>
                  <a:pt x="42" y="41"/>
                </a:cubicBezTo>
                <a:cubicBezTo>
                  <a:pt x="41" y="41"/>
                  <a:pt x="41" y="42"/>
                  <a:pt x="41" y="43"/>
                </a:cubicBezTo>
                <a:cubicBezTo>
                  <a:pt x="41" y="45"/>
                  <a:pt x="41" y="45"/>
                  <a:pt x="41" y="45"/>
                </a:cubicBezTo>
                <a:cubicBezTo>
                  <a:pt x="41" y="46"/>
                  <a:pt x="41" y="47"/>
                  <a:pt x="42" y="47"/>
                </a:cubicBezTo>
                <a:cubicBezTo>
                  <a:pt x="45" y="47"/>
                  <a:pt x="45" y="47"/>
                  <a:pt x="45" y="47"/>
                </a:cubicBezTo>
                <a:cubicBezTo>
                  <a:pt x="45" y="47"/>
                  <a:pt x="46" y="46"/>
                  <a:pt x="46" y="45"/>
                </a:cubicBezTo>
                <a:lnTo>
                  <a:pt x="46" y="43"/>
                </a:lnTo>
                <a:close/>
                <a:moveTo>
                  <a:pt x="46" y="53"/>
                </a:moveTo>
                <a:cubicBezTo>
                  <a:pt x="46" y="52"/>
                  <a:pt x="45" y="52"/>
                  <a:pt x="45" y="52"/>
                </a:cubicBezTo>
                <a:cubicBezTo>
                  <a:pt x="42" y="52"/>
                  <a:pt x="42" y="52"/>
                  <a:pt x="42" y="52"/>
                </a:cubicBezTo>
                <a:cubicBezTo>
                  <a:pt x="41" y="52"/>
                  <a:pt x="41" y="52"/>
                  <a:pt x="41" y="53"/>
                </a:cubicBezTo>
                <a:cubicBezTo>
                  <a:pt x="41" y="56"/>
                  <a:pt x="41" y="56"/>
                  <a:pt x="41" y="56"/>
                </a:cubicBezTo>
                <a:cubicBezTo>
                  <a:pt x="41" y="56"/>
                  <a:pt x="41" y="57"/>
                  <a:pt x="42" y="57"/>
                </a:cubicBezTo>
                <a:cubicBezTo>
                  <a:pt x="45" y="57"/>
                  <a:pt x="45" y="57"/>
                  <a:pt x="45" y="57"/>
                </a:cubicBezTo>
                <a:cubicBezTo>
                  <a:pt x="45" y="57"/>
                  <a:pt x="46" y="56"/>
                  <a:pt x="46" y="56"/>
                </a:cubicBezTo>
                <a:lnTo>
                  <a:pt x="46" y="5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47" name="Freeform 51"/>
          <p:cNvSpPr/>
          <p:nvPr/>
        </p:nvSpPr>
        <p:spPr>
          <a:xfrm>
            <a:off x="3959280" y="1971720"/>
            <a:ext cx="209520" cy="247680"/>
          </a:xfrm>
          <a:custGeom>
            <a:avLst/>
            <a:gdLst/>
            <a:ahLst/>
            <a:rect l="l" t="t" r="r" b="b"/>
            <a:pathLst>
              <a:path w="61" h="72">
                <a:moveTo>
                  <a:pt x="61" y="62"/>
                </a:moveTo>
                <a:cubicBezTo>
                  <a:pt x="56" y="62"/>
                  <a:pt x="56" y="62"/>
                  <a:pt x="56" y="62"/>
                </a:cubicBezTo>
                <a:cubicBezTo>
                  <a:pt x="56" y="67"/>
                  <a:pt x="56" y="67"/>
                  <a:pt x="56" y="67"/>
                </a:cubicBezTo>
                <a:cubicBezTo>
                  <a:pt x="56" y="70"/>
                  <a:pt x="54" y="72"/>
                  <a:pt x="51" y="72"/>
                </a:cubicBezTo>
                <a:cubicBezTo>
                  <a:pt x="48" y="72"/>
                  <a:pt x="46" y="70"/>
                  <a:pt x="46" y="67"/>
                </a:cubicBezTo>
                <a:cubicBezTo>
                  <a:pt x="46" y="62"/>
                  <a:pt x="46" y="62"/>
                  <a:pt x="46" y="62"/>
                </a:cubicBezTo>
                <a:cubicBezTo>
                  <a:pt x="15" y="62"/>
                  <a:pt x="15" y="62"/>
                  <a:pt x="15" y="62"/>
                </a:cubicBezTo>
                <a:cubicBezTo>
                  <a:pt x="15" y="67"/>
                  <a:pt x="15" y="67"/>
                  <a:pt x="15" y="67"/>
                </a:cubicBezTo>
                <a:cubicBezTo>
                  <a:pt x="15" y="70"/>
                  <a:pt x="13" y="72"/>
                  <a:pt x="10" y="72"/>
                </a:cubicBezTo>
                <a:cubicBezTo>
                  <a:pt x="7" y="72"/>
                  <a:pt x="5" y="70"/>
                  <a:pt x="5" y="67"/>
                </a:cubicBezTo>
                <a:cubicBezTo>
                  <a:pt x="5" y="62"/>
                  <a:pt x="5" y="62"/>
                  <a:pt x="5" y="62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38"/>
                  <a:pt x="0" y="38"/>
                  <a:pt x="0" y="38"/>
                </a:cubicBezTo>
                <a:cubicBezTo>
                  <a:pt x="0" y="34"/>
                  <a:pt x="0" y="32"/>
                  <a:pt x="1" y="29"/>
                </a:cubicBezTo>
                <a:cubicBezTo>
                  <a:pt x="5" y="11"/>
                  <a:pt x="5" y="11"/>
                  <a:pt x="5" y="11"/>
                </a:cubicBezTo>
                <a:cubicBezTo>
                  <a:pt x="6" y="4"/>
                  <a:pt x="17" y="0"/>
                  <a:pt x="31" y="0"/>
                </a:cubicBezTo>
                <a:cubicBezTo>
                  <a:pt x="44" y="0"/>
                  <a:pt x="56" y="4"/>
                  <a:pt x="56" y="11"/>
                </a:cubicBezTo>
                <a:cubicBezTo>
                  <a:pt x="61" y="29"/>
                  <a:pt x="61" y="29"/>
                  <a:pt x="61" y="29"/>
                </a:cubicBezTo>
                <a:cubicBezTo>
                  <a:pt x="61" y="32"/>
                  <a:pt x="61" y="34"/>
                  <a:pt x="61" y="38"/>
                </a:cubicBezTo>
                <a:lnTo>
                  <a:pt x="61" y="62"/>
                </a:lnTo>
                <a:close/>
                <a:moveTo>
                  <a:pt x="10" y="44"/>
                </a:moveTo>
                <a:cubicBezTo>
                  <a:pt x="7" y="44"/>
                  <a:pt x="5" y="46"/>
                  <a:pt x="5" y="49"/>
                </a:cubicBezTo>
                <a:cubicBezTo>
                  <a:pt x="5" y="52"/>
                  <a:pt x="7" y="54"/>
                  <a:pt x="10" y="54"/>
                </a:cubicBezTo>
                <a:cubicBezTo>
                  <a:pt x="13" y="54"/>
                  <a:pt x="15" y="52"/>
                  <a:pt x="15" y="49"/>
                </a:cubicBezTo>
                <a:cubicBezTo>
                  <a:pt x="15" y="46"/>
                  <a:pt x="13" y="44"/>
                  <a:pt x="10" y="44"/>
                </a:cubicBezTo>
                <a:close/>
                <a:moveTo>
                  <a:pt x="52" y="18"/>
                </a:moveTo>
                <a:cubicBezTo>
                  <a:pt x="51" y="17"/>
                  <a:pt x="50" y="16"/>
                  <a:pt x="49" y="16"/>
                </a:cubicBezTo>
                <a:cubicBezTo>
                  <a:pt x="12" y="16"/>
                  <a:pt x="12" y="16"/>
                  <a:pt x="12" y="16"/>
                </a:cubicBezTo>
                <a:cubicBezTo>
                  <a:pt x="11" y="16"/>
                  <a:pt x="10" y="17"/>
                  <a:pt x="10" y="18"/>
                </a:cubicBezTo>
                <a:cubicBezTo>
                  <a:pt x="7" y="33"/>
                  <a:pt x="7" y="33"/>
                  <a:pt x="7" y="33"/>
                </a:cubicBezTo>
                <a:cubicBezTo>
                  <a:pt x="6" y="35"/>
                  <a:pt x="8" y="36"/>
                  <a:pt x="9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4" y="36"/>
                  <a:pt x="55" y="35"/>
                  <a:pt x="54" y="33"/>
                </a:cubicBezTo>
                <a:lnTo>
                  <a:pt x="52" y="18"/>
                </a:lnTo>
                <a:close/>
                <a:moveTo>
                  <a:pt x="43" y="7"/>
                </a:moveTo>
                <a:cubicBezTo>
                  <a:pt x="18" y="7"/>
                  <a:pt x="18" y="7"/>
                  <a:pt x="18" y="7"/>
                </a:cubicBezTo>
                <a:cubicBezTo>
                  <a:pt x="17" y="7"/>
                  <a:pt x="16" y="8"/>
                  <a:pt x="16" y="9"/>
                </a:cubicBezTo>
                <a:cubicBezTo>
                  <a:pt x="16" y="10"/>
                  <a:pt x="17" y="11"/>
                  <a:pt x="18" y="11"/>
                </a:cubicBezTo>
                <a:cubicBezTo>
                  <a:pt x="43" y="11"/>
                  <a:pt x="43" y="11"/>
                  <a:pt x="43" y="11"/>
                </a:cubicBezTo>
                <a:cubicBezTo>
                  <a:pt x="45" y="11"/>
                  <a:pt x="45" y="10"/>
                  <a:pt x="45" y="9"/>
                </a:cubicBezTo>
                <a:cubicBezTo>
                  <a:pt x="45" y="8"/>
                  <a:pt x="45" y="7"/>
                  <a:pt x="43" y="7"/>
                </a:cubicBezTo>
                <a:close/>
                <a:moveTo>
                  <a:pt x="51" y="44"/>
                </a:moveTo>
                <a:cubicBezTo>
                  <a:pt x="48" y="44"/>
                  <a:pt x="46" y="46"/>
                  <a:pt x="46" y="49"/>
                </a:cubicBezTo>
                <a:cubicBezTo>
                  <a:pt x="46" y="52"/>
                  <a:pt x="48" y="54"/>
                  <a:pt x="51" y="54"/>
                </a:cubicBezTo>
                <a:cubicBezTo>
                  <a:pt x="54" y="54"/>
                  <a:pt x="56" y="52"/>
                  <a:pt x="56" y="49"/>
                </a:cubicBezTo>
                <a:cubicBezTo>
                  <a:pt x="56" y="46"/>
                  <a:pt x="54" y="44"/>
                  <a:pt x="51" y="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48" name="Freeform 52"/>
          <p:cNvSpPr/>
          <p:nvPr/>
        </p:nvSpPr>
        <p:spPr>
          <a:xfrm>
            <a:off x="4452840" y="1971720"/>
            <a:ext cx="230400" cy="247680"/>
          </a:xfrm>
          <a:custGeom>
            <a:avLst/>
            <a:gdLst/>
            <a:ahLst/>
            <a:rect l="l" t="t" r="r" b="b"/>
            <a:pathLst>
              <a:path w="67" h="72">
                <a:moveTo>
                  <a:pt x="67" y="67"/>
                </a:moveTo>
                <a:cubicBezTo>
                  <a:pt x="67" y="70"/>
                  <a:pt x="64" y="72"/>
                  <a:pt x="61" y="72"/>
                </a:cubicBezTo>
                <a:cubicBezTo>
                  <a:pt x="5" y="72"/>
                  <a:pt x="5" y="72"/>
                  <a:pt x="5" y="72"/>
                </a:cubicBezTo>
                <a:cubicBezTo>
                  <a:pt x="2" y="72"/>
                  <a:pt x="0" y="70"/>
                  <a:pt x="0" y="67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3"/>
                  <a:pt x="2" y="11"/>
                  <a:pt x="5" y="11"/>
                </a:cubicBezTo>
                <a:cubicBezTo>
                  <a:pt x="10" y="11"/>
                  <a:pt x="10" y="11"/>
                  <a:pt x="10" y="11"/>
                </a:cubicBezTo>
                <a:cubicBezTo>
                  <a:pt x="10" y="7"/>
                  <a:pt x="10" y="7"/>
                  <a:pt x="10" y="7"/>
                </a:cubicBezTo>
                <a:cubicBezTo>
                  <a:pt x="10" y="3"/>
                  <a:pt x="13" y="0"/>
                  <a:pt x="16" y="0"/>
                </a:cubicBezTo>
                <a:cubicBezTo>
                  <a:pt x="19" y="0"/>
                  <a:pt x="19" y="0"/>
                  <a:pt x="19" y="0"/>
                </a:cubicBezTo>
                <a:cubicBezTo>
                  <a:pt x="23" y="0"/>
                  <a:pt x="25" y="3"/>
                  <a:pt x="25" y="7"/>
                </a:cubicBezTo>
                <a:cubicBezTo>
                  <a:pt x="25" y="11"/>
                  <a:pt x="25" y="11"/>
                  <a:pt x="25" y="11"/>
                </a:cubicBezTo>
                <a:cubicBezTo>
                  <a:pt x="41" y="11"/>
                  <a:pt x="41" y="11"/>
                  <a:pt x="41" y="11"/>
                </a:cubicBezTo>
                <a:cubicBezTo>
                  <a:pt x="41" y="7"/>
                  <a:pt x="41" y="7"/>
                  <a:pt x="41" y="7"/>
                </a:cubicBezTo>
                <a:cubicBezTo>
                  <a:pt x="41" y="3"/>
                  <a:pt x="44" y="0"/>
                  <a:pt x="47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3" y="0"/>
                  <a:pt x="56" y="3"/>
                  <a:pt x="56" y="7"/>
                </a:cubicBezTo>
                <a:cubicBezTo>
                  <a:pt x="56" y="11"/>
                  <a:pt x="56" y="11"/>
                  <a:pt x="56" y="11"/>
                </a:cubicBezTo>
                <a:cubicBezTo>
                  <a:pt x="61" y="11"/>
                  <a:pt x="61" y="11"/>
                  <a:pt x="61" y="11"/>
                </a:cubicBezTo>
                <a:cubicBezTo>
                  <a:pt x="64" y="11"/>
                  <a:pt x="67" y="13"/>
                  <a:pt x="67" y="16"/>
                </a:cubicBezTo>
                <a:lnTo>
                  <a:pt x="67" y="67"/>
                </a:lnTo>
                <a:close/>
                <a:moveTo>
                  <a:pt x="61" y="67"/>
                </a:moveTo>
                <a:cubicBezTo>
                  <a:pt x="61" y="26"/>
                  <a:pt x="61" y="26"/>
                  <a:pt x="61" y="26"/>
                </a:cubicBezTo>
                <a:cubicBezTo>
                  <a:pt x="5" y="26"/>
                  <a:pt x="5" y="26"/>
                  <a:pt x="5" y="26"/>
                </a:cubicBezTo>
                <a:cubicBezTo>
                  <a:pt x="5" y="67"/>
                  <a:pt x="5" y="67"/>
                  <a:pt x="5" y="67"/>
                </a:cubicBezTo>
                <a:lnTo>
                  <a:pt x="61" y="67"/>
                </a:lnTo>
                <a:close/>
                <a:moveTo>
                  <a:pt x="20" y="7"/>
                </a:moveTo>
                <a:cubicBezTo>
                  <a:pt x="20" y="6"/>
                  <a:pt x="20" y="5"/>
                  <a:pt x="19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5" y="6"/>
                  <a:pt x="15" y="7"/>
                </a:cubicBezTo>
                <a:cubicBezTo>
                  <a:pt x="15" y="18"/>
                  <a:pt x="15" y="18"/>
                  <a:pt x="15" y="18"/>
                </a:cubicBezTo>
                <a:cubicBezTo>
                  <a:pt x="15" y="19"/>
                  <a:pt x="16" y="20"/>
                  <a:pt x="16" y="20"/>
                </a:cubicBezTo>
                <a:cubicBezTo>
                  <a:pt x="19" y="20"/>
                  <a:pt x="19" y="20"/>
                  <a:pt x="19" y="20"/>
                </a:cubicBezTo>
                <a:cubicBezTo>
                  <a:pt x="20" y="20"/>
                  <a:pt x="20" y="19"/>
                  <a:pt x="20" y="18"/>
                </a:cubicBezTo>
                <a:lnTo>
                  <a:pt x="20" y="7"/>
                </a:lnTo>
                <a:close/>
                <a:moveTo>
                  <a:pt x="51" y="7"/>
                </a:moveTo>
                <a:cubicBezTo>
                  <a:pt x="51" y="6"/>
                  <a:pt x="51" y="5"/>
                  <a:pt x="50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7" y="5"/>
                  <a:pt x="46" y="6"/>
                  <a:pt x="46" y="7"/>
                </a:cubicBezTo>
                <a:cubicBezTo>
                  <a:pt x="46" y="18"/>
                  <a:pt x="46" y="18"/>
                  <a:pt x="46" y="18"/>
                </a:cubicBezTo>
                <a:cubicBezTo>
                  <a:pt x="46" y="19"/>
                  <a:pt x="47" y="20"/>
                  <a:pt x="47" y="20"/>
                </a:cubicBezTo>
                <a:cubicBezTo>
                  <a:pt x="50" y="20"/>
                  <a:pt x="50" y="20"/>
                  <a:pt x="50" y="20"/>
                </a:cubicBezTo>
                <a:cubicBezTo>
                  <a:pt x="51" y="20"/>
                  <a:pt x="51" y="19"/>
                  <a:pt x="51" y="18"/>
                </a:cubicBezTo>
                <a:lnTo>
                  <a:pt x="51" y="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49" name="Freeform 53"/>
          <p:cNvSpPr/>
          <p:nvPr/>
        </p:nvSpPr>
        <p:spPr>
          <a:xfrm>
            <a:off x="4948200" y="2060640"/>
            <a:ext cx="144360" cy="79200"/>
          </a:xfrm>
          <a:custGeom>
            <a:avLst/>
            <a:gdLst/>
            <a:ahLst/>
            <a:rect l="l" t="t" r="r" b="b"/>
            <a:pathLst>
              <a:path w="42" h="23">
                <a:moveTo>
                  <a:pt x="41" y="4"/>
                </a:moveTo>
                <a:cubicBezTo>
                  <a:pt x="23" y="22"/>
                  <a:pt x="23" y="22"/>
                  <a:pt x="23" y="22"/>
                </a:cubicBezTo>
                <a:cubicBezTo>
                  <a:pt x="22" y="23"/>
                  <a:pt x="22" y="23"/>
                  <a:pt x="21" y="23"/>
                </a:cubicBezTo>
                <a:cubicBezTo>
                  <a:pt x="20" y="23"/>
                  <a:pt x="20" y="23"/>
                  <a:pt x="19" y="22"/>
                </a:cubicBezTo>
                <a:cubicBezTo>
                  <a:pt x="1" y="4"/>
                  <a:pt x="1" y="4"/>
                  <a:pt x="1" y="4"/>
                </a:cubicBezTo>
                <a:cubicBezTo>
                  <a:pt x="1" y="4"/>
                  <a:pt x="0" y="3"/>
                  <a:pt x="0" y="3"/>
                </a:cubicBezTo>
                <a:cubicBezTo>
                  <a:pt x="0" y="1"/>
                  <a:pt x="2" y="0"/>
                  <a:pt x="3" y="0"/>
                </a:cubicBezTo>
                <a:cubicBezTo>
                  <a:pt x="39" y="0"/>
                  <a:pt x="39" y="0"/>
                  <a:pt x="39" y="0"/>
                </a:cubicBezTo>
                <a:cubicBezTo>
                  <a:pt x="40" y="0"/>
                  <a:pt x="42" y="1"/>
                  <a:pt x="42" y="3"/>
                </a:cubicBezTo>
                <a:cubicBezTo>
                  <a:pt x="42" y="3"/>
                  <a:pt x="41" y="4"/>
                  <a:pt x="41" y="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400" bIns="324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50" name="Freeform 54"/>
          <p:cNvSpPr/>
          <p:nvPr/>
        </p:nvSpPr>
        <p:spPr>
          <a:xfrm>
            <a:off x="5443560" y="1989000"/>
            <a:ext cx="209520" cy="212760"/>
          </a:xfrm>
          <a:custGeom>
            <a:avLst/>
            <a:gdLst/>
            <a:ahLst/>
            <a:rect l="l" t="t" r="r" b="b"/>
            <a:pathLst>
              <a:path w="61" h="62">
                <a:moveTo>
                  <a:pt x="61" y="51"/>
                </a:moveTo>
                <a:cubicBezTo>
                  <a:pt x="61" y="57"/>
                  <a:pt x="56" y="62"/>
                  <a:pt x="50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5" y="62"/>
                  <a:pt x="0" y="57"/>
                  <a:pt x="0" y="51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6"/>
                  <a:pt x="5" y="0"/>
                  <a:pt x="11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6" y="0"/>
                  <a:pt x="61" y="6"/>
                  <a:pt x="61" y="12"/>
                </a:cubicBezTo>
                <a:lnTo>
                  <a:pt x="61" y="51"/>
                </a:lnTo>
                <a:close/>
                <a:moveTo>
                  <a:pt x="51" y="12"/>
                </a:moveTo>
                <a:cubicBezTo>
                  <a:pt x="51" y="11"/>
                  <a:pt x="51" y="11"/>
                  <a:pt x="50" y="11"/>
                </a:cubicBezTo>
                <a:cubicBezTo>
                  <a:pt x="11" y="11"/>
                  <a:pt x="11" y="11"/>
                  <a:pt x="11" y="11"/>
                </a:cubicBezTo>
                <a:cubicBezTo>
                  <a:pt x="11" y="11"/>
                  <a:pt x="10" y="11"/>
                  <a:pt x="10" y="12"/>
                </a:cubicBezTo>
                <a:cubicBezTo>
                  <a:pt x="10" y="51"/>
                  <a:pt x="10" y="51"/>
                  <a:pt x="10" y="51"/>
                </a:cubicBezTo>
                <a:cubicBezTo>
                  <a:pt x="10" y="51"/>
                  <a:pt x="11" y="52"/>
                  <a:pt x="11" y="52"/>
                </a:cubicBezTo>
                <a:cubicBezTo>
                  <a:pt x="50" y="52"/>
                  <a:pt x="50" y="52"/>
                  <a:pt x="50" y="52"/>
                </a:cubicBezTo>
                <a:cubicBezTo>
                  <a:pt x="51" y="52"/>
                  <a:pt x="51" y="51"/>
                  <a:pt x="51" y="51"/>
                </a:cubicBezTo>
                <a:lnTo>
                  <a:pt x="51" y="12"/>
                </a:lnTo>
                <a:close/>
                <a:moveTo>
                  <a:pt x="41" y="44"/>
                </a:moveTo>
                <a:cubicBezTo>
                  <a:pt x="41" y="46"/>
                  <a:pt x="40" y="47"/>
                  <a:pt x="38" y="47"/>
                </a:cubicBezTo>
                <a:cubicBezTo>
                  <a:pt x="38" y="47"/>
                  <a:pt x="37" y="47"/>
                  <a:pt x="37" y="46"/>
                </a:cubicBezTo>
                <a:cubicBezTo>
                  <a:pt x="19" y="33"/>
                  <a:pt x="19" y="33"/>
                  <a:pt x="19" y="33"/>
                </a:cubicBezTo>
                <a:cubicBezTo>
                  <a:pt x="18" y="33"/>
                  <a:pt x="18" y="32"/>
                  <a:pt x="18" y="31"/>
                </a:cubicBezTo>
                <a:cubicBezTo>
                  <a:pt x="18" y="30"/>
                  <a:pt x="18" y="30"/>
                  <a:pt x="19" y="29"/>
                </a:cubicBezTo>
                <a:cubicBezTo>
                  <a:pt x="37" y="16"/>
                  <a:pt x="37" y="16"/>
                  <a:pt x="37" y="16"/>
                </a:cubicBezTo>
                <a:cubicBezTo>
                  <a:pt x="37" y="16"/>
                  <a:pt x="38" y="16"/>
                  <a:pt x="38" y="16"/>
                </a:cubicBezTo>
                <a:cubicBezTo>
                  <a:pt x="40" y="16"/>
                  <a:pt x="41" y="17"/>
                  <a:pt x="41" y="18"/>
                </a:cubicBezTo>
                <a:lnTo>
                  <a:pt x="41" y="4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51" name="Freeform 55"/>
          <p:cNvSpPr/>
          <p:nvPr/>
        </p:nvSpPr>
        <p:spPr>
          <a:xfrm>
            <a:off x="5937120" y="1989000"/>
            <a:ext cx="282600" cy="212760"/>
          </a:xfrm>
          <a:custGeom>
            <a:avLst/>
            <a:gdLst/>
            <a:ahLst/>
            <a:rect l="l" t="t" r="r" b="b"/>
            <a:pathLst>
              <a:path w="82" h="62">
                <a:moveTo>
                  <a:pt x="82" y="62"/>
                </a:moveTo>
                <a:cubicBezTo>
                  <a:pt x="0" y="62"/>
                  <a:pt x="0" y="62"/>
                  <a:pt x="0" y="62"/>
                </a:cubicBezTo>
                <a:cubicBezTo>
                  <a:pt x="0" y="0"/>
                  <a:pt x="0" y="0"/>
                  <a:pt x="0" y="0"/>
                </a:cubicBezTo>
                <a:cubicBezTo>
                  <a:pt x="82" y="0"/>
                  <a:pt x="82" y="0"/>
                  <a:pt x="82" y="0"/>
                </a:cubicBezTo>
                <a:lnTo>
                  <a:pt x="82" y="62"/>
                </a:lnTo>
                <a:close/>
                <a:moveTo>
                  <a:pt x="71" y="12"/>
                </a:moveTo>
                <a:cubicBezTo>
                  <a:pt x="71" y="12"/>
                  <a:pt x="70" y="11"/>
                  <a:pt x="69" y="11"/>
                </a:cubicBezTo>
                <a:cubicBezTo>
                  <a:pt x="67" y="9"/>
                  <a:pt x="55" y="8"/>
                  <a:pt x="41" y="8"/>
                </a:cubicBezTo>
                <a:cubicBezTo>
                  <a:pt x="28" y="8"/>
                  <a:pt x="15" y="9"/>
                  <a:pt x="13" y="11"/>
                </a:cubicBezTo>
                <a:cubicBezTo>
                  <a:pt x="12" y="11"/>
                  <a:pt x="11" y="12"/>
                  <a:pt x="11" y="12"/>
                </a:cubicBezTo>
                <a:cubicBezTo>
                  <a:pt x="8" y="16"/>
                  <a:pt x="8" y="20"/>
                  <a:pt x="8" y="31"/>
                </a:cubicBezTo>
                <a:cubicBezTo>
                  <a:pt x="8" y="42"/>
                  <a:pt x="8" y="46"/>
                  <a:pt x="11" y="50"/>
                </a:cubicBezTo>
                <a:cubicBezTo>
                  <a:pt x="11" y="51"/>
                  <a:pt x="12" y="51"/>
                  <a:pt x="13" y="51"/>
                </a:cubicBezTo>
                <a:cubicBezTo>
                  <a:pt x="15" y="53"/>
                  <a:pt x="28" y="54"/>
                  <a:pt x="41" y="54"/>
                </a:cubicBezTo>
                <a:cubicBezTo>
                  <a:pt x="55" y="54"/>
                  <a:pt x="67" y="53"/>
                  <a:pt x="69" y="51"/>
                </a:cubicBezTo>
                <a:cubicBezTo>
                  <a:pt x="70" y="51"/>
                  <a:pt x="71" y="51"/>
                  <a:pt x="71" y="50"/>
                </a:cubicBezTo>
                <a:cubicBezTo>
                  <a:pt x="74" y="47"/>
                  <a:pt x="74" y="42"/>
                  <a:pt x="74" y="31"/>
                </a:cubicBezTo>
                <a:cubicBezTo>
                  <a:pt x="74" y="20"/>
                  <a:pt x="74" y="16"/>
                  <a:pt x="71" y="12"/>
                </a:cubicBezTo>
                <a:close/>
                <a:moveTo>
                  <a:pt x="40" y="36"/>
                </a:moveTo>
                <a:cubicBezTo>
                  <a:pt x="39" y="44"/>
                  <a:pt x="34" y="49"/>
                  <a:pt x="27" y="49"/>
                </a:cubicBezTo>
                <a:cubicBezTo>
                  <a:pt x="18" y="49"/>
                  <a:pt x="13" y="43"/>
                  <a:pt x="13" y="32"/>
                </a:cubicBezTo>
                <a:cubicBezTo>
                  <a:pt x="13" y="21"/>
                  <a:pt x="19" y="15"/>
                  <a:pt x="26" y="15"/>
                </a:cubicBezTo>
                <a:cubicBezTo>
                  <a:pt x="34" y="15"/>
                  <a:pt x="39" y="20"/>
                  <a:pt x="39" y="28"/>
                </a:cubicBezTo>
                <a:cubicBezTo>
                  <a:pt x="31" y="28"/>
                  <a:pt x="31" y="28"/>
                  <a:pt x="31" y="28"/>
                </a:cubicBezTo>
                <a:cubicBezTo>
                  <a:pt x="31" y="25"/>
                  <a:pt x="29" y="23"/>
                  <a:pt x="27" y="23"/>
                </a:cubicBezTo>
                <a:cubicBezTo>
                  <a:pt x="24" y="23"/>
                  <a:pt x="22" y="26"/>
                  <a:pt x="22" y="32"/>
                </a:cubicBezTo>
                <a:cubicBezTo>
                  <a:pt x="22" y="37"/>
                  <a:pt x="23" y="41"/>
                  <a:pt x="27" y="41"/>
                </a:cubicBezTo>
                <a:cubicBezTo>
                  <a:pt x="30" y="41"/>
                  <a:pt x="31" y="39"/>
                  <a:pt x="31" y="36"/>
                </a:cubicBezTo>
                <a:lnTo>
                  <a:pt x="40" y="36"/>
                </a:lnTo>
                <a:close/>
                <a:moveTo>
                  <a:pt x="68" y="36"/>
                </a:moveTo>
                <a:cubicBezTo>
                  <a:pt x="67" y="44"/>
                  <a:pt x="63" y="49"/>
                  <a:pt x="56" y="49"/>
                </a:cubicBezTo>
                <a:cubicBezTo>
                  <a:pt x="47" y="49"/>
                  <a:pt x="42" y="43"/>
                  <a:pt x="42" y="32"/>
                </a:cubicBezTo>
                <a:cubicBezTo>
                  <a:pt x="42" y="21"/>
                  <a:pt x="47" y="15"/>
                  <a:pt x="55" y="15"/>
                </a:cubicBezTo>
                <a:cubicBezTo>
                  <a:pt x="63" y="15"/>
                  <a:pt x="67" y="20"/>
                  <a:pt x="68" y="28"/>
                </a:cubicBezTo>
                <a:cubicBezTo>
                  <a:pt x="60" y="28"/>
                  <a:pt x="60" y="28"/>
                  <a:pt x="60" y="28"/>
                </a:cubicBezTo>
                <a:cubicBezTo>
                  <a:pt x="60" y="25"/>
                  <a:pt x="58" y="23"/>
                  <a:pt x="55" y="23"/>
                </a:cubicBezTo>
                <a:cubicBezTo>
                  <a:pt x="52" y="23"/>
                  <a:pt x="50" y="26"/>
                  <a:pt x="50" y="32"/>
                </a:cubicBezTo>
                <a:cubicBezTo>
                  <a:pt x="50" y="37"/>
                  <a:pt x="51" y="41"/>
                  <a:pt x="55" y="41"/>
                </a:cubicBezTo>
                <a:cubicBezTo>
                  <a:pt x="58" y="41"/>
                  <a:pt x="60" y="39"/>
                  <a:pt x="60" y="36"/>
                </a:cubicBezTo>
                <a:lnTo>
                  <a:pt x="68" y="3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52" name="Freeform 57"/>
          <p:cNvSpPr/>
          <p:nvPr/>
        </p:nvSpPr>
        <p:spPr>
          <a:xfrm>
            <a:off x="6931080" y="1974960"/>
            <a:ext cx="226800" cy="223560"/>
          </a:xfrm>
          <a:custGeom>
            <a:avLst/>
            <a:gdLst/>
            <a:ahLst/>
            <a:rect l="l" t="t" r="r" b="b"/>
            <a:pathLst>
              <a:path w="66" h="65">
                <a:moveTo>
                  <a:pt x="62" y="56"/>
                </a:moveTo>
                <a:cubicBezTo>
                  <a:pt x="56" y="62"/>
                  <a:pt x="56" y="62"/>
                  <a:pt x="56" y="62"/>
                </a:cubicBezTo>
                <a:cubicBezTo>
                  <a:pt x="54" y="64"/>
                  <a:pt x="51" y="65"/>
                  <a:pt x="48" y="65"/>
                </a:cubicBezTo>
                <a:cubicBezTo>
                  <a:pt x="45" y="65"/>
                  <a:pt x="42" y="64"/>
                  <a:pt x="40" y="62"/>
                </a:cubicBezTo>
                <a:cubicBezTo>
                  <a:pt x="32" y="54"/>
                  <a:pt x="32" y="54"/>
                  <a:pt x="32" y="54"/>
                </a:cubicBezTo>
                <a:cubicBezTo>
                  <a:pt x="30" y="52"/>
                  <a:pt x="28" y="49"/>
                  <a:pt x="28" y="46"/>
                </a:cubicBezTo>
                <a:cubicBezTo>
                  <a:pt x="28" y="42"/>
                  <a:pt x="30" y="39"/>
                  <a:pt x="32" y="37"/>
                </a:cubicBezTo>
                <a:cubicBezTo>
                  <a:pt x="28" y="34"/>
                  <a:pt x="28" y="34"/>
                  <a:pt x="28" y="34"/>
                </a:cubicBezTo>
                <a:cubicBezTo>
                  <a:pt x="26" y="36"/>
                  <a:pt x="23" y="37"/>
                  <a:pt x="20" y="37"/>
                </a:cubicBezTo>
                <a:cubicBezTo>
                  <a:pt x="17" y="37"/>
                  <a:pt x="14" y="36"/>
                  <a:pt x="12" y="34"/>
                </a:cubicBezTo>
                <a:cubicBezTo>
                  <a:pt x="3" y="25"/>
                  <a:pt x="3" y="25"/>
                  <a:pt x="3" y="25"/>
                </a:cubicBezTo>
                <a:cubicBezTo>
                  <a:pt x="1" y="23"/>
                  <a:pt x="0" y="20"/>
                  <a:pt x="0" y="17"/>
                </a:cubicBezTo>
                <a:cubicBezTo>
                  <a:pt x="0" y="14"/>
                  <a:pt x="1" y="11"/>
                  <a:pt x="4" y="9"/>
                </a:cubicBezTo>
                <a:cubicBezTo>
                  <a:pt x="9" y="3"/>
                  <a:pt x="9" y="3"/>
                  <a:pt x="9" y="3"/>
                </a:cubicBezTo>
                <a:cubicBezTo>
                  <a:pt x="12" y="1"/>
                  <a:pt x="15" y="0"/>
                  <a:pt x="18" y="0"/>
                </a:cubicBezTo>
                <a:cubicBezTo>
                  <a:pt x="21" y="0"/>
                  <a:pt x="24" y="1"/>
                  <a:pt x="26" y="3"/>
                </a:cubicBezTo>
                <a:cubicBezTo>
                  <a:pt x="34" y="12"/>
                  <a:pt x="34" y="12"/>
                  <a:pt x="34" y="12"/>
                </a:cubicBezTo>
                <a:cubicBezTo>
                  <a:pt x="36" y="14"/>
                  <a:pt x="37" y="17"/>
                  <a:pt x="37" y="20"/>
                </a:cubicBezTo>
                <a:cubicBezTo>
                  <a:pt x="37" y="23"/>
                  <a:pt x="36" y="26"/>
                  <a:pt x="34" y="28"/>
                </a:cubicBezTo>
                <a:cubicBezTo>
                  <a:pt x="37" y="32"/>
                  <a:pt x="37" y="32"/>
                  <a:pt x="37" y="32"/>
                </a:cubicBezTo>
                <a:cubicBezTo>
                  <a:pt x="40" y="30"/>
                  <a:pt x="43" y="28"/>
                  <a:pt x="46" y="28"/>
                </a:cubicBezTo>
                <a:cubicBezTo>
                  <a:pt x="49" y="28"/>
                  <a:pt x="52" y="29"/>
                  <a:pt x="54" y="32"/>
                </a:cubicBezTo>
                <a:cubicBezTo>
                  <a:pt x="62" y="40"/>
                  <a:pt x="62" y="40"/>
                  <a:pt x="62" y="40"/>
                </a:cubicBezTo>
                <a:cubicBezTo>
                  <a:pt x="64" y="42"/>
                  <a:pt x="66" y="45"/>
                  <a:pt x="66" y="48"/>
                </a:cubicBezTo>
                <a:cubicBezTo>
                  <a:pt x="66" y="51"/>
                  <a:pt x="64" y="54"/>
                  <a:pt x="62" y="56"/>
                </a:cubicBezTo>
                <a:close/>
                <a:moveTo>
                  <a:pt x="29" y="17"/>
                </a:moveTo>
                <a:cubicBezTo>
                  <a:pt x="20" y="9"/>
                  <a:pt x="20" y="9"/>
                  <a:pt x="20" y="9"/>
                </a:cubicBezTo>
                <a:cubicBezTo>
                  <a:pt x="20" y="8"/>
                  <a:pt x="19" y="8"/>
                  <a:pt x="18" y="8"/>
                </a:cubicBezTo>
                <a:cubicBezTo>
                  <a:pt x="17" y="8"/>
                  <a:pt x="16" y="8"/>
                  <a:pt x="15" y="9"/>
                </a:cubicBezTo>
                <a:cubicBezTo>
                  <a:pt x="9" y="15"/>
                  <a:pt x="9" y="15"/>
                  <a:pt x="9" y="15"/>
                </a:cubicBezTo>
                <a:cubicBezTo>
                  <a:pt x="8" y="15"/>
                  <a:pt x="8" y="16"/>
                  <a:pt x="8" y="17"/>
                </a:cubicBezTo>
                <a:cubicBezTo>
                  <a:pt x="8" y="18"/>
                  <a:pt x="8" y="19"/>
                  <a:pt x="9" y="20"/>
                </a:cubicBezTo>
                <a:cubicBezTo>
                  <a:pt x="17" y="28"/>
                  <a:pt x="17" y="28"/>
                  <a:pt x="17" y="28"/>
                </a:cubicBezTo>
                <a:cubicBezTo>
                  <a:pt x="18" y="29"/>
                  <a:pt x="19" y="29"/>
                  <a:pt x="20" y="29"/>
                </a:cubicBezTo>
                <a:cubicBezTo>
                  <a:pt x="21" y="29"/>
                  <a:pt x="22" y="29"/>
                  <a:pt x="23" y="28"/>
                </a:cubicBezTo>
                <a:cubicBezTo>
                  <a:pt x="22" y="27"/>
                  <a:pt x="20" y="26"/>
                  <a:pt x="20" y="24"/>
                </a:cubicBezTo>
                <a:cubicBezTo>
                  <a:pt x="20" y="22"/>
                  <a:pt x="22" y="20"/>
                  <a:pt x="24" y="20"/>
                </a:cubicBezTo>
                <a:cubicBezTo>
                  <a:pt x="26" y="20"/>
                  <a:pt x="27" y="21"/>
                  <a:pt x="28" y="23"/>
                </a:cubicBezTo>
                <a:cubicBezTo>
                  <a:pt x="29" y="22"/>
                  <a:pt x="30" y="21"/>
                  <a:pt x="30" y="20"/>
                </a:cubicBezTo>
                <a:cubicBezTo>
                  <a:pt x="30" y="19"/>
                  <a:pt x="29" y="18"/>
                  <a:pt x="29" y="17"/>
                </a:cubicBezTo>
                <a:close/>
                <a:moveTo>
                  <a:pt x="57" y="45"/>
                </a:moveTo>
                <a:cubicBezTo>
                  <a:pt x="48" y="37"/>
                  <a:pt x="48" y="37"/>
                  <a:pt x="48" y="37"/>
                </a:cubicBezTo>
                <a:cubicBezTo>
                  <a:pt x="48" y="36"/>
                  <a:pt x="47" y="36"/>
                  <a:pt x="46" y="36"/>
                </a:cubicBezTo>
                <a:cubicBezTo>
                  <a:pt x="45" y="36"/>
                  <a:pt x="44" y="36"/>
                  <a:pt x="43" y="37"/>
                </a:cubicBezTo>
                <a:cubicBezTo>
                  <a:pt x="44" y="39"/>
                  <a:pt x="46" y="40"/>
                  <a:pt x="46" y="42"/>
                </a:cubicBezTo>
                <a:cubicBezTo>
                  <a:pt x="46" y="44"/>
                  <a:pt x="44" y="46"/>
                  <a:pt x="42" y="46"/>
                </a:cubicBezTo>
                <a:cubicBezTo>
                  <a:pt x="40" y="46"/>
                  <a:pt x="39" y="44"/>
                  <a:pt x="37" y="43"/>
                </a:cubicBezTo>
                <a:cubicBezTo>
                  <a:pt x="37" y="43"/>
                  <a:pt x="36" y="44"/>
                  <a:pt x="36" y="46"/>
                </a:cubicBezTo>
                <a:cubicBezTo>
                  <a:pt x="36" y="47"/>
                  <a:pt x="36" y="48"/>
                  <a:pt x="37" y="48"/>
                </a:cubicBezTo>
                <a:cubicBezTo>
                  <a:pt x="45" y="57"/>
                  <a:pt x="45" y="57"/>
                  <a:pt x="45" y="57"/>
                </a:cubicBezTo>
                <a:cubicBezTo>
                  <a:pt x="46" y="57"/>
                  <a:pt x="47" y="58"/>
                  <a:pt x="48" y="58"/>
                </a:cubicBezTo>
                <a:cubicBezTo>
                  <a:pt x="49" y="58"/>
                  <a:pt x="50" y="57"/>
                  <a:pt x="51" y="57"/>
                </a:cubicBezTo>
                <a:cubicBezTo>
                  <a:pt x="57" y="51"/>
                  <a:pt x="57" y="51"/>
                  <a:pt x="57" y="51"/>
                </a:cubicBezTo>
                <a:cubicBezTo>
                  <a:pt x="58" y="50"/>
                  <a:pt x="58" y="49"/>
                  <a:pt x="58" y="48"/>
                </a:cubicBezTo>
                <a:cubicBezTo>
                  <a:pt x="58" y="47"/>
                  <a:pt x="58" y="46"/>
                  <a:pt x="57" y="4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53" name="Freeform 58"/>
          <p:cNvSpPr/>
          <p:nvPr/>
        </p:nvSpPr>
        <p:spPr>
          <a:xfrm>
            <a:off x="7423200" y="1989000"/>
            <a:ext cx="212760" cy="212760"/>
          </a:xfrm>
          <a:custGeom>
            <a:avLst/>
            <a:gdLst/>
            <a:ahLst/>
            <a:rect l="l" t="t" r="r" b="b"/>
            <a:pathLst>
              <a:path w="62" h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2" y="14"/>
                  <a:pt x="62" y="31"/>
                </a:cubicBezTo>
                <a:cubicBezTo>
                  <a:pt x="62" y="48"/>
                  <a:pt x="48" y="62"/>
                  <a:pt x="31" y="62"/>
                </a:cubicBezTo>
                <a:close/>
                <a:moveTo>
                  <a:pt x="31" y="9"/>
                </a:moveTo>
                <a:cubicBezTo>
                  <a:pt x="19" y="9"/>
                  <a:pt x="9" y="19"/>
                  <a:pt x="9" y="31"/>
                </a:cubicBezTo>
                <a:cubicBezTo>
                  <a:pt x="9" y="43"/>
                  <a:pt x="19" y="53"/>
                  <a:pt x="31" y="53"/>
                </a:cubicBezTo>
                <a:cubicBezTo>
                  <a:pt x="43" y="53"/>
                  <a:pt x="53" y="43"/>
                  <a:pt x="53" y="31"/>
                </a:cubicBezTo>
                <a:cubicBezTo>
                  <a:pt x="53" y="19"/>
                  <a:pt x="43" y="9"/>
                  <a:pt x="31" y="9"/>
                </a:cubicBezTo>
                <a:close/>
                <a:moveTo>
                  <a:pt x="31" y="45"/>
                </a:moveTo>
                <a:cubicBezTo>
                  <a:pt x="30" y="46"/>
                  <a:pt x="28" y="46"/>
                  <a:pt x="27" y="45"/>
                </a:cubicBezTo>
                <a:cubicBezTo>
                  <a:pt x="15" y="33"/>
                  <a:pt x="15" y="33"/>
                  <a:pt x="15" y="33"/>
                </a:cubicBezTo>
                <a:cubicBezTo>
                  <a:pt x="14" y="32"/>
                  <a:pt x="14" y="30"/>
                  <a:pt x="15" y="29"/>
                </a:cubicBezTo>
                <a:cubicBezTo>
                  <a:pt x="19" y="25"/>
                  <a:pt x="19" y="25"/>
                  <a:pt x="19" y="25"/>
                </a:cubicBezTo>
                <a:cubicBezTo>
                  <a:pt x="20" y="24"/>
                  <a:pt x="22" y="24"/>
                  <a:pt x="23" y="25"/>
                </a:cubicBezTo>
                <a:cubicBezTo>
                  <a:pt x="29" y="31"/>
                  <a:pt x="29" y="31"/>
                  <a:pt x="29" y="31"/>
                </a:cubicBezTo>
                <a:cubicBezTo>
                  <a:pt x="40" y="20"/>
                  <a:pt x="40" y="20"/>
                  <a:pt x="40" y="20"/>
                </a:cubicBezTo>
                <a:cubicBezTo>
                  <a:pt x="41" y="19"/>
                  <a:pt x="42" y="19"/>
                  <a:pt x="43" y="20"/>
                </a:cubicBezTo>
                <a:cubicBezTo>
                  <a:pt x="48" y="24"/>
                  <a:pt x="48" y="24"/>
                  <a:pt x="48" y="24"/>
                </a:cubicBezTo>
                <a:cubicBezTo>
                  <a:pt x="49" y="25"/>
                  <a:pt x="49" y="27"/>
                  <a:pt x="48" y="28"/>
                </a:cubicBezTo>
                <a:lnTo>
                  <a:pt x="31" y="4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54" name="Freeform 59"/>
          <p:cNvSpPr/>
          <p:nvPr/>
        </p:nvSpPr>
        <p:spPr>
          <a:xfrm>
            <a:off x="7916760" y="1989000"/>
            <a:ext cx="209520" cy="212760"/>
          </a:xfrm>
          <a:custGeom>
            <a:avLst/>
            <a:gdLst/>
            <a:ahLst/>
            <a:rect l="l" t="t" r="r" b="b"/>
            <a:pathLst>
              <a:path w="61" h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1" y="14"/>
                  <a:pt x="61" y="31"/>
                </a:cubicBezTo>
                <a:cubicBezTo>
                  <a:pt x="61" y="48"/>
                  <a:pt x="48" y="62"/>
                  <a:pt x="31" y="62"/>
                </a:cubicBezTo>
                <a:close/>
                <a:moveTo>
                  <a:pt x="40" y="47"/>
                </a:moveTo>
                <a:cubicBezTo>
                  <a:pt x="41" y="46"/>
                  <a:pt x="41" y="45"/>
                  <a:pt x="40" y="44"/>
                </a:cubicBezTo>
                <a:cubicBezTo>
                  <a:pt x="28" y="31"/>
                  <a:pt x="28" y="31"/>
                  <a:pt x="28" y="31"/>
                </a:cubicBezTo>
                <a:cubicBezTo>
                  <a:pt x="40" y="19"/>
                  <a:pt x="40" y="19"/>
                  <a:pt x="40" y="19"/>
                </a:cubicBezTo>
                <a:cubicBezTo>
                  <a:pt x="41" y="18"/>
                  <a:pt x="41" y="16"/>
                  <a:pt x="40" y="15"/>
                </a:cubicBezTo>
                <a:cubicBezTo>
                  <a:pt x="36" y="11"/>
                  <a:pt x="36" y="11"/>
                  <a:pt x="36" y="11"/>
                </a:cubicBezTo>
                <a:cubicBezTo>
                  <a:pt x="35" y="10"/>
                  <a:pt x="34" y="10"/>
                  <a:pt x="33" y="11"/>
                </a:cubicBezTo>
                <a:cubicBezTo>
                  <a:pt x="14" y="29"/>
                  <a:pt x="14" y="29"/>
                  <a:pt x="14" y="29"/>
                </a:cubicBezTo>
                <a:cubicBezTo>
                  <a:pt x="13" y="30"/>
                  <a:pt x="13" y="32"/>
                  <a:pt x="14" y="33"/>
                </a:cubicBezTo>
                <a:cubicBezTo>
                  <a:pt x="33" y="51"/>
                  <a:pt x="33" y="51"/>
                  <a:pt x="33" y="51"/>
                </a:cubicBezTo>
                <a:cubicBezTo>
                  <a:pt x="34" y="52"/>
                  <a:pt x="35" y="52"/>
                  <a:pt x="36" y="51"/>
                </a:cubicBezTo>
                <a:lnTo>
                  <a:pt x="40" y="4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55" name="Freeform 60"/>
          <p:cNvSpPr/>
          <p:nvPr/>
        </p:nvSpPr>
        <p:spPr>
          <a:xfrm>
            <a:off x="8432640" y="1974960"/>
            <a:ext cx="147960" cy="223560"/>
          </a:xfrm>
          <a:custGeom>
            <a:avLst/>
            <a:gdLst/>
            <a:ahLst/>
            <a:rect l="l" t="t" r="r" b="b"/>
            <a:pathLst>
              <a:path w="43" h="65">
                <a:moveTo>
                  <a:pt x="20" y="33"/>
                </a:moveTo>
                <a:cubicBezTo>
                  <a:pt x="42" y="54"/>
                  <a:pt x="42" y="54"/>
                  <a:pt x="42" y="54"/>
                </a:cubicBezTo>
                <a:cubicBezTo>
                  <a:pt x="43" y="55"/>
                  <a:pt x="43" y="57"/>
                  <a:pt x="42" y="58"/>
                </a:cubicBezTo>
                <a:cubicBezTo>
                  <a:pt x="35" y="64"/>
                  <a:pt x="35" y="64"/>
                  <a:pt x="35" y="64"/>
                </a:cubicBezTo>
                <a:cubicBezTo>
                  <a:pt x="34" y="65"/>
                  <a:pt x="32" y="65"/>
                  <a:pt x="31" y="64"/>
                </a:cubicBezTo>
                <a:cubicBezTo>
                  <a:pt x="1" y="35"/>
                  <a:pt x="1" y="35"/>
                  <a:pt x="1" y="35"/>
                </a:cubicBezTo>
                <a:cubicBezTo>
                  <a:pt x="0" y="34"/>
                  <a:pt x="0" y="32"/>
                  <a:pt x="1" y="31"/>
                </a:cubicBezTo>
                <a:cubicBezTo>
                  <a:pt x="31" y="1"/>
                  <a:pt x="31" y="1"/>
                  <a:pt x="31" y="1"/>
                </a:cubicBezTo>
                <a:cubicBezTo>
                  <a:pt x="32" y="0"/>
                  <a:pt x="34" y="0"/>
                  <a:pt x="35" y="1"/>
                </a:cubicBezTo>
                <a:cubicBezTo>
                  <a:pt x="42" y="8"/>
                  <a:pt x="42" y="8"/>
                  <a:pt x="42" y="8"/>
                </a:cubicBezTo>
                <a:cubicBezTo>
                  <a:pt x="43" y="9"/>
                  <a:pt x="43" y="10"/>
                  <a:pt x="42" y="11"/>
                </a:cubicBezTo>
                <a:lnTo>
                  <a:pt x="20" y="3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56" name="Oval 61"/>
          <p:cNvSpPr/>
          <p:nvPr/>
        </p:nvSpPr>
        <p:spPr>
          <a:xfrm>
            <a:off x="8839080" y="1989000"/>
            <a:ext cx="209520" cy="2127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57" name="Freeform 62"/>
          <p:cNvSpPr/>
          <p:nvPr/>
        </p:nvSpPr>
        <p:spPr>
          <a:xfrm>
            <a:off x="65160" y="2357280"/>
            <a:ext cx="247680" cy="247680"/>
          </a:xfrm>
          <a:custGeom>
            <a:avLst/>
            <a:gdLst/>
            <a:ahLst/>
            <a:rect l="l" t="t" r="r" b="b"/>
            <a:pathLst>
              <a:path w="72" h="72">
                <a:moveTo>
                  <a:pt x="72" y="68"/>
                </a:moveTo>
                <a:cubicBezTo>
                  <a:pt x="72" y="71"/>
                  <a:pt x="70" y="72"/>
                  <a:pt x="68" y="72"/>
                </a:cubicBezTo>
                <a:cubicBezTo>
                  <a:pt x="29" y="72"/>
                  <a:pt x="29" y="72"/>
                  <a:pt x="29" y="72"/>
                </a:cubicBezTo>
                <a:cubicBezTo>
                  <a:pt x="27" y="72"/>
                  <a:pt x="25" y="71"/>
                  <a:pt x="25" y="68"/>
                </a:cubicBezTo>
                <a:cubicBezTo>
                  <a:pt x="25" y="62"/>
                  <a:pt x="25" y="62"/>
                  <a:pt x="25" y="62"/>
                </a:cubicBezTo>
                <a:cubicBezTo>
                  <a:pt x="4" y="62"/>
                  <a:pt x="4" y="62"/>
                  <a:pt x="4" y="62"/>
                </a:cubicBezTo>
                <a:cubicBezTo>
                  <a:pt x="1" y="62"/>
                  <a:pt x="0" y="60"/>
                  <a:pt x="0" y="58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49" y="0"/>
                  <a:pt x="51" y="2"/>
                  <a:pt x="51" y="4"/>
                </a:cubicBezTo>
                <a:cubicBezTo>
                  <a:pt x="51" y="17"/>
                  <a:pt x="51" y="17"/>
                  <a:pt x="51" y="17"/>
                </a:cubicBezTo>
                <a:cubicBezTo>
                  <a:pt x="52" y="18"/>
                  <a:pt x="52" y="18"/>
                  <a:pt x="53" y="18"/>
                </a:cubicBezTo>
                <a:cubicBezTo>
                  <a:pt x="69" y="35"/>
                  <a:pt x="69" y="35"/>
                  <a:pt x="69" y="35"/>
                </a:cubicBezTo>
                <a:cubicBezTo>
                  <a:pt x="71" y="36"/>
                  <a:pt x="72" y="39"/>
                  <a:pt x="72" y="41"/>
                </a:cubicBezTo>
                <a:lnTo>
                  <a:pt x="72" y="68"/>
                </a:lnTo>
                <a:close/>
                <a:moveTo>
                  <a:pt x="41" y="7"/>
                </a:moveTo>
                <a:cubicBezTo>
                  <a:pt x="41" y="6"/>
                  <a:pt x="40" y="5"/>
                  <a:pt x="40" y="5"/>
                </a:cubicBezTo>
                <a:cubicBezTo>
                  <a:pt x="11" y="5"/>
                  <a:pt x="11" y="5"/>
                  <a:pt x="11" y="5"/>
                </a:cubicBezTo>
                <a:cubicBezTo>
                  <a:pt x="11" y="5"/>
                  <a:pt x="10" y="6"/>
                  <a:pt x="10" y="7"/>
                </a:cubicBezTo>
                <a:cubicBezTo>
                  <a:pt x="10" y="9"/>
                  <a:pt x="10" y="9"/>
                  <a:pt x="10" y="9"/>
                </a:cubicBezTo>
                <a:cubicBezTo>
                  <a:pt x="10" y="10"/>
                  <a:pt x="11" y="11"/>
                  <a:pt x="11" y="11"/>
                </a:cubicBezTo>
                <a:cubicBezTo>
                  <a:pt x="40" y="11"/>
                  <a:pt x="40" y="11"/>
                  <a:pt x="40" y="11"/>
                </a:cubicBezTo>
                <a:cubicBezTo>
                  <a:pt x="40" y="11"/>
                  <a:pt x="41" y="10"/>
                  <a:pt x="41" y="9"/>
                </a:cubicBezTo>
                <a:lnTo>
                  <a:pt x="41" y="7"/>
                </a:lnTo>
                <a:close/>
                <a:moveTo>
                  <a:pt x="67" y="67"/>
                </a:moveTo>
                <a:cubicBezTo>
                  <a:pt x="67" y="41"/>
                  <a:pt x="67" y="41"/>
                  <a:pt x="67" y="41"/>
                </a:cubicBezTo>
                <a:cubicBezTo>
                  <a:pt x="50" y="41"/>
                  <a:pt x="50" y="41"/>
                  <a:pt x="50" y="41"/>
                </a:cubicBezTo>
                <a:cubicBezTo>
                  <a:pt x="48" y="41"/>
                  <a:pt x="46" y="40"/>
                  <a:pt x="46" y="38"/>
                </a:cubicBezTo>
                <a:cubicBezTo>
                  <a:pt x="46" y="21"/>
                  <a:pt x="46" y="21"/>
                  <a:pt x="46" y="21"/>
                </a:cubicBezTo>
                <a:cubicBezTo>
                  <a:pt x="31" y="21"/>
                  <a:pt x="31" y="21"/>
                  <a:pt x="31" y="21"/>
                </a:cubicBezTo>
                <a:cubicBezTo>
                  <a:pt x="31" y="67"/>
                  <a:pt x="31" y="67"/>
                  <a:pt x="31" y="67"/>
                </a:cubicBezTo>
                <a:lnTo>
                  <a:pt x="67" y="67"/>
                </a:lnTo>
                <a:close/>
                <a:moveTo>
                  <a:pt x="63" y="36"/>
                </a:moveTo>
                <a:cubicBezTo>
                  <a:pt x="51" y="24"/>
                  <a:pt x="51" y="24"/>
                  <a:pt x="51" y="24"/>
                </a:cubicBezTo>
                <a:cubicBezTo>
                  <a:pt x="51" y="36"/>
                  <a:pt x="51" y="36"/>
                  <a:pt x="51" y="36"/>
                </a:cubicBezTo>
                <a:lnTo>
                  <a:pt x="63" y="3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58" name="Freeform 63"/>
          <p:cNvSpPr/>
          <p:nvPr/>
        </p:nvSpPr>
        <p:spPr>
          <a:xfrm>
            <a:off x="495360" y="2374920"/>
            <a:ext cx="268200" cy="195120"/>
          </a:xfrm>
          <a:custGeom>
            <a:avLst/>
            <a:gdLst/>
            <a:ahLst/>
            <a:rect l="l" t="t" r="r" b="b"/>
            <a:pathLst>
              <a:path w="78" h="57">
                <a:moveTo>
                  <a:pt x="62" y="57"/>
                </a:moveTo>
                <a:cubicBezTo>
                  <a:pt x="18" y="57"/>
                  <a:pt x="18" y="57"/>
                  <a:pt x="18" y="57"/>
                </a:cubicBezTo>
                <a:cubicBezTo>
                  <a:pt x="9" y="57"/>
                  <a:pt x="0" y="49"/>
                  <a:pt x="0" y="39"/>
                </a:cubicBezTo>
                <a:cubicBezTo>
                  <a:pt x="0" y="32"/>
                  <a:pt x="5" y="26"/>
                  <a:pt x="11" y="23"/>
                </a:cubicBezTo>
                <a:cubicBezTo>
                  <a:pt x="11" y="22"/>
                  <a:pt x="11" y="22"/>
                  <a:pt x="11" y="21"/>
                </a:cubicBezTo>
                <a:cubicBezTo>
                  <a:pt x="11" y="10"/>
                  <a:pt x="20" y="0"/>
                  <a:pt x="31" y="0"/>
                </a:cubicBezTo>
                <a:cubicBezTo>
                  <a:pt x="40" y="0"/>
                  <a:pt x="47" y="6"/>
                  <a:pt x="50" y="13"/>
                </a:cubicBezTo>
                <a:cubicBezTo>
                  <a:pt x="52" y="12"/>
                  <a:pt x="55" y="11"/>
                  <a:pt x="57" y="11"/>
                </a:cubicBezTo>
                <a:cubicBezTo>
                  <a:pt x="63" y="11"/>
                  <a:pt x="67" y="15"/>
                  <a:pt x="67" y="21"/>
                </a:cubicBezTo>
                <a:cubicBezTo>
                  <a:pt x="67" y="23"/>
                  <a:pt x="67" y="25"/>
                  <a:pt x="66" y="27"/>
                </a:cubicBezTo>
                <a:cubicBezTo>
                  <a:pt x="73" y="28"/>
                  <a:pt x="78" y="34"/>
                  <a:pt x="78" y="42"/>
                </a:cubicBezTo>
                <a:cubicBezTo>
                  <a:pt x="78" y="50"/>
                  <a:pt x="71" y="57"/>
                  <a:pt x="62" y="57"/>
                </a:cubicBezTo>
                <a:close/>
                <a:moveTo>
                  <a:pt x="51" y="31"/>
                </a:moveTo>
                <a:cubicBezTo>
                  <a:pt x="42" y="31"/>
                  <a:pt x="42" y="31"/>
                  <a:pt x="42" y="31"/>
                </a:cubicBezTo>
                <a:cubicBezTo>
                  <a:pt x="42" y="17"/>
                  <a:pt x="42" y="17"/>
                  <a:pt x="42" y="17"/>
                </a:cubicBezTo>
                <a:cubicBezTo>
                  <a:pt x="42" y="16"/>
                  <a:pt x="41" y="16"/>
                  <a:pt x="40" y="16"/>
                </a:cubicBezTo>
                <a:cubicBezTo>
                  <a:pt x="33" y="16"/>
                  <a:pt x="33" y="16"/>
                  <a:pt x="33" y="16"/>
                </a:cubicBezTo>
                <a:cubicBezTo>
                  <a:pt x="32" y="16"/>
                  <a:pt x="31" y="16"/>
                  <a:pt x="31" y="17"/>
                </a:cubicBezTo>
                <a:cubicBezTo>
                  <a:pt x="31" y="31"/>
                  <a:pt x="31" y="31"/>
                  <a:pt x="31" y="31"/>
                </a:cubicBezTo>
                <a:cubicBezTo>
                  <a:pt x="22" y="31"/>
                  <a:pt x="22" y="31"/>
                  <a:pt x="22" y="31"/>
                </a:cubicBezTo>
                <a:cubicBezTo>
                  <a:pt x="22" y="31"/>
                  <a:pt x="21" y="32"/>
                  <a:pt x="21" y="33"/>
                </a:cubicBezTo>
                <a:cubicBezTo>
                  <a:pt x="21" y="33"/>
                  <a:pt x="21" y="33"/>
                  <a:pt x="21" y="34"/>
                </a:cubicBezTo>
                <a:cubicBezTo>
                  <a:pt x="36" y="48"/>
                  <a:pt x="36" y="48"/>
                  <a:pt x="36" y="48"/>
                </a:cubicBezTo>
                <a:cubicBezTo>
                  <a:pt x="36" y="48"/>
                  <a:pt x="36" y="48"/>
                  <a:pt x="36" y="48"/>
                </a:cubicBezTo>
                <a:cubicBezTo>
                  <a:pt x="37" y="48"/>
                  <a:pt x="37" y="48"/>
                  <a:pt x="37" y="48"/>
                </a:cubicBezTo>
                <a:cubicBezTo>
                  <a:pt x="51" y="34"/>
                  <a:pt x="51" y="34"/>
                  <a:pt x="51" y="34"/>
                </a:cubicBezTo>
                <a:cubicBezTo>
                  <a:pt x="52" y="33"/>
                  <a:pt x="52" y="33"/>
                  <a:pt x="52" y="33"/>
                </a:cubicBezTo>
                <a:cubicBezTo>
                  <a:pt x="52" y="32"/>
                  <a:pt x="51" y="31"/>
                  <a:pt x="51" y="3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59" name="Freeform 64"/>
          <p:cNvSpPr/>
          <p:nvPr/>
        </p:nvSpPr>
        <p:spPr>
          <a:xfrm>
            <a:off x="988920" y="2374920"/>
            <a:ext cx="141480" cy="212760"/>
          </a:xfrm>
          <a:custGeom>
            <a:avLst/>
            <a:gdLst/>
            <a:ahLst/>
            <a:rect l="l" t="t" r="r" b="b"/>
            <a:pathLst>
              <a:path w="41" h="62">
                <a:moveTo>
                  <a:pt x="37" y="20"/>
                </a:moveTo>
                <a:cubicBezTo>
                  <a:pt x="37" y="34"/>
                  <a:pt x="27" y="38"/>
                  <a:pt x="20" y="40"/>
                </a:cubicBezTo>
                <a:cubicBezTo>
                  <a:pt x="13" y="42"/>
                  <a:pt x="11" y="43"/>
                  <a:pt x="11" y="47"/>
                </a:cubicBezTo>
                <a:cubicBezTo>
                  <a:pt x="11" y="48"/>
                  <a:pt x="11" y="48"/>
                  <a:pt x="11" y="48"/>
                </a:cubicBezTo>
                <a:cubicBezTo>
                  <a:pt x="14" y="49"/>
                  <a:pt x="15" y="52"/>
                  <a:pt x="15" y="54"/>
                </a:cubicBezTo>
                <a:cubicBezTo>
                  <a:pt x="15" y="59"/>
                  <a:pt x="12" y="62"/>
                  <a:pt x="7" y="62"/>
                </a:cubicBezTo>
                <a:cubicBezTo>
                  <a:pt x="3" y="62"/>
                  <a:pt x="0" y="59"/>
                  <a:pt x="0" y="54"/>
                </a:cubicBezTo>
                <a:cubicBezTo>
                  <a:pt x="0" y="52"/>
                  <a:pt x="1" y="49"/>
                  <a:pt x="4" y="48"/>
                </a:cubicBezTo>
                <a:cubicBezTo>
                  <a:pt x="4" y="15"/>
                  <a:pt x="4" y="15"/>
                  <a:pt x="4" y="15"/>
                </a:cubicBezTo>
                <a:cubicBezTo>
                  <a:pt x="1" y="14"/>
                  <a:pt x="0" y="11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12" y="0"/>
                  <a:pt x="15" y="4"/>
                  <a:pt x="15" y="8"/>
                </a:cubicBezTo>
                <a:cubicBezTo>
                  <a:pt x="15" y="11"/>
                  <a:pt x="14" y="14"/>
                  <a:pt x="11" y="15"/>
                </a:cubicBezTo>
                <a:cubicBezTo>
                  <a:pt x="11" y="35"/>
                  <a:pt x="11" y="35"/>
                  <a:pt x="11" y="35"/>
                </a:cubicBezTo>
                <a:cubicBezTo>
                  <a:pt x="13" y="34"/>
                  <a:pt x="16" y="33"/>
                  <a:pt x="18" y="33"/>
                </a:cubicBezTo>
                <a:cubicBezTo>
                  <a:pt x="25" y="30"/>
                  <a:pt x="29" y="28"/>
                  <a:pt x="29" y="20"/>
                </a:cubicBezTo>
                <a:cubicBezTo>
                  <a:pt x="27" y="19"/>
                  <a:pt x="25" y="16"/>
                  <a:pt x="25" y="13"/>
                </a:cubicBezTo>
                <a:cubicBezTo>
                  <a:pt x="25" y="9"/>
                  <a:pt x="29" y="6"/>
                  <a:pt x="33" y="6"/>
                </a:cubicBezTo>
                <a:cubicBezTo>
                  <a:pt x="37" y="6"/>
                  <a:pt x="41" y="9"/>
                  <a:pt x="41" y="13"/>
                </a:cubicBezTo>
                <a:cubicBezTo>
                  <a:pt x="41" y="16"/>
                  <a:pt x="39" y="19"/>
                  <a:pt x="37" y="20"/>
                </a:cubicBezTo>
                <a:close/>
                <a:moveTo>
                  <a:pt x="7" y="4"/>
                </a:moveTo>
                <a:cubicBezTo>
                  <a:pt x="5" y="4"/>
                  <a:pt x="4" y="6"/>
                  <a:pt x="4" y="8"/>
                </a:cubicBezTo>
                <a:cubicBezTo>
                  <a:pt x="4" y="10"/>
                  <a:pt x="5" y="12"/>
                  <a:pt x="7" y="12"/>
                </a:cubicBezTo>
                <a:cubicBezTo>
                  <a:pt x="10" y="12"/>
                  <a:pt x="11" y="10"/>
                  <a:pt x="11" y="8"/>
                </a:cubicBezTo>
                <a:cubicBezTo>
                  <a:pt x="11" y="6"/>
                  <a:pt x="10" y="4"/>
                  <a:pt x="7" y="4"/>
                </a:cubicBezTo>
                <a:close/>
                <a:moveTo>
                  <a:pt x="7" y="51"/>
                </a:moveTo>
                <a:cubicBezTo>
                  <a:pt x="5" y="51"/>
                  <a:pt x="4" y="52"/>
                  <a:pt x="4" y="54"/>
                </a:cubicBezTo>
                <a:cubicBezTo>
                  <a:pt x="4" y="57"/>
                  <a:pt x="5" y="58"/>
                  <a:pt x="7" y="58"/>
                </a:cubicBezTo>
                <a:cubicBezTo>
                  <a:pt x="10" y="58"/>
                  <a:pt x="11" y="57"/>
                  <a:pt x="11" y="54"/>
                </a:cubicBezTo>
                <a:cubicBezTo>
                  <a:pt x="11" y="52"/>
                  <a:pt x="10" y="51"/>
                  <a:pt x="7" y="51"/>
                </a:cubicBezTo>
                <a:close/>
                <a:moveTo>
                  <a:pt x="33" y="9"/>
                </a:moveTo>
                <a:cubicBezTo>
                  <a:pt x="31" y="9"/>
                  <a:pt x="29" y="11"/>
                  <a:pt x="29" y="13"/>
                </a:cubicBezTo>
                <a:cubicBezTo>
                  <a:pt x="29" y="15"/>
                  <a:pt x="31" y="17"/>
                  <a:pt x="33" y="17"/>
                </a:cubicBezTo>
                <a:cubicBezTo>
                  <a:pt x="35" y="17"/>
                  <a:pt x="37" y="15"/>
                  <a:pt x="37" y="13"/>
                </a:cubicBezTo>
                <a:cubicBezTo>
                  <a:pt x="37" y="11"/>
                  <a:pt x="35" y="9"/>
                  <a:pt x="33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60" name="Freeform 65"/>
          <p:cNvSpPr/>
          <p:nvPr/>
        </p:nvSpPr>
        <p:spPr>
          <a:xfrm>
            <a:off x="1484280" y="2360520"/>
            <a:ext cx="268200" cy="244440"/>
          </a:xfrm>
          <a:custGeom>
            <a:avLst/>
            <a:gdLst/>
            <a:ahLst/>
            <a:rect l="l" t="t" r="r" b="b"/>
            <a:pathLst>
              <a:path w="78" h="71">
                <a:moveTo>
                  <a:pt x="52" y="39"/>
                </a:moveTo>
                <a:cubicBezTo>
                  <a:pt x="52" y="40"/>
                  <a:pt x="51" y="40"/>
                  <a:pt x="51" y="40"/>
                </a:cubicBezTo>
                <a:cubicBezTo>
                  <a:pt x="45" y="41"/>
                  <a:pt x="45" y="41"/>
                  <a:pt x="45" y="41"/>
                </a:cubicBezTo>
                <a:cubicBezTo>
                  <a:pt x="44" y="42"/>
                  <a:pt x="44" y="43"/>
                  <a:pt x="43" y="44"/>
                </a:cubicBezTo>
                <a:cubicBezTo>
                  <a:pt x="45" y="46"/>
                  <a:pt x="46" y="47"/>
                  <a:pt x="47" y="49"/>
                </a:cubicBezTo>
                <a:cubicBezTo>
                  <a:pt x="47" y="49"/>
                  <a:pt x="47" y="49"/>
                  <a:pt x="47" y="50"/>
                </a:cubicBezTo>
                <a:cubicBezTo>
                  <a:pt x="47" y="50"/>
                  <a:pt x="47" y="50"/>
                  <a:pt x="47" y="50"/>
                </a:cubicBezTo>
                <a:cubicBezTo>
                  <a:pt x="46" y="52"/>
                  <a:pt x="42" y="56"/>
                  <a:pt x="41" y="56"/>
                </a:cubicBezTo>
                <a:cubicBezTo>
                  <a:pt x="40" y="56"/>
                  <a:pt x="40" y="56"/>
                  <a:pt x="40" y="56"/>
                </a:cubicBezTo>
                <a:cubicBezTo>
                  <a:pt x="35" y="53"/>
                  <a:pt x="35" y="53"/>
                  <a:pt x="35" y="53"/>
                </a:cubicBezTo>
                <a:cubicBezTo>
                  <a:pt x="34" y="53"/>
                  <a:pt x="33" y="53"/>
                  <a:pt x="32" y="54"/>
                </a:cubicBezTo>
                <a:cubicBezTo>
                  <a:pt x="32" y="56"/>
                  <a:pt x="32" y="58"/>
                  <a:pt x="31" y="60"/>
                </a:cubicBezTo>
                <a:cubicBezTo>
                  <a:pt x="31" y="61"/>
                  <a:pt x="30" y="61"/>
                  <a:pt x="30" y="61"/>
                </a:cubicBezTo>
                <a:cubicBezTo>
                  <a:pt x="22" y="61"/>
                  <a:pt x="22" y="61"/>
                  <a:pt x="22" y="61"/>
                </a:cubicBezTo>
                <a:cubicBezTo>
                  <a:pt x="22" y="61"/>
                  <a:pt x="21" y="61"/>
                  <a:pt x="21" y="60"/>
                </a:cubicBezTo>
                <a:cubicBezTo>
                  <a:pt x="20" y="54"/>
                  <a:pt x="20" y="54"/>
                  <a:pt x="20" y="54"/>
                </a:cubicBezTo>
                <a:cubicBezTo>
                  <a:pt x="19" y="54"/>
                  <a:pt x="18" y="53"/>
                  <a:pt x="17" y="53"/>
                </a:cubicBezTo>
                <a:cubicBezTo>
                  <a:pt x="13" y="56"/>
                  <a:pt x="13" y="56"/>
                  <a:pt x="13" y="56"/>
                </a:cubicBezTo>
                <a:cubicBezTo>
                  <a:pt x="12" y="56"/>
                  <a:pt x="12" y="56"/>
                  <a:pt x="12" y="56"/>
                </a:cubicBezTo>
                <a:cubicBezTo>
                  <a:pt x="11" y="56"/>
                  <a:pt x="11" y="56"/>
                  <a:pt x="11" y="56"/>
                </a:cubicBezTo>
                <a:cubicBezTo>
                  <a:pt x="10" y="55"/>
                  <a:pt x="5" y="51"/>
                  <a:pt x="5" y="50"/>
                </a:cubicBezTo>
                <a:cubicBezTo>
                  <a:pt x="5" y="49"/>
                  <a:pt x="5" y="49"/>
                  <a:pt x="5" y="49"/>
                </a:cubicBezTo>
                <a:cubicBezTo>
                  <a:pt x="7" y="47"/>
                  <a:pt x="8" y="46"/>
                  <a:pt x="9" y="44"/>
                </a:cubicBezTo>
                <a:cubicBezTo>
                  <a:pt x="8" y="43"/>
                  <a:pt x="8" y="42"/>
                  <a:pt x="8" y="41"/>
                </a:cubicBezTo>
                <a:cubicBezTo>
                  <a:pt x="1" y="40"/>
                  <a:pt x="1" y="40"/>
                  <a:pt x="1" y="40"/>
                </a:cubicBezTo>
                <a:cubicBezTo>
                  <a:pt x="1" y="40"/>
                  <a:pt x="0" y="40"/>
                  <a:pt x="0" y="39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31"/>
                  <a:pt x="1" y="30"/>
                  <a:pt x="1" y="30"/>
                </a:cubicBezTo>
                <a:cubicBezTo>
                  <a:pt x="8" y="29"/>
                  <a:pt x="8" y="29"/>
                  <a:pt x="8" y="29"/>
                </a:cubicBezTo>
                <a:cubicBezTo>
                  <a:pt x="8" y="28"/>
                  <a:pt x="8" y="27"/>
                  <a:pt x="9" y="26"/>
                </a:cubicBezTo>
                <a:cubicBezTo>
                  <a:pt x="8" y="25"/>
                  <a:pt x="7" y="23"/>
                  <a:pt x="5" y="22"/>
                </a:cubicBezTo>
                <a:cubicBezTo>
                  <a:pt x="5" y="21"/>
                  <a:pt x="5" y="21"/>
                  <a:pt x="5" y="21"/>
                </a:cubicBezTo>
                <a:cubicBezTo>
                  <a:pt x="5" y="21"/>
                  <a:pt x="5" y="20"/>
                  <a:pt x="5" y="20"/>
                </a:cubicBezTo>
                <a:cubicBezTo>
                  <a:pt x="6" y="19"/>
                  <a:pt x="11" y="14"/>
                  <a:pt x="12" y="14"/>
                </a:cubicBezTo>
                <a:cubicBezTo>
                  <a:pt x="12" y="14"/>
                  <a:pt x="12" y="14"/>
                  <a:pt x="13" y="14"/>
                </a:cubicBezTo>
                <a:cubicBezTo>
                  <a:pt x="17" y="18"/>
                  <a:pt x="17" y="18"/>
                  <a:pt x="17" y="18"/>
                </a:cubicBezTo>
                <a:cubicBezTo>
                  <a:pt x="18" y="18"/>
                  <a:pt x="19" y="17"/>
                  <a:pt x="20" y="17"/>
                </a:cubicBezTo>
                <a:cubicBezTo>
                  <a:pt x="21" y="15"/>
                  <a:pt x="21" y="13"/>
                  <a:pt x="21" y="11"/>
                </a:cubicBezTo>
                <a:cubicBezTo>
                  <a:pt x="21" y="10"/>
                  <a:pt x="22" y="10"/>
                  <a:pt x="22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1" y="10"/>
                  <a:pt x="31" y="11"/>
                </a:cubicBezTo>
                <a:cubicBezTo>
                  <a:pt x="32" y="17"/>
                  <a:pt x="32" y="17"/>
                  <a:pt x="32" y="17"/>
                </a:cubicBezTo>
                <a:cubicBezTo>
                  <a:pt x="33" y="17"/>
                  <a:pt x="34" y="18"/>
                  <a:pt x="35" y="18"/>
                </a:cubicBezTo>
                <a:cubicBezTo>
                  <a:pt x="40" y="14"/>
                  <a:pt x="40" y="14"/>
                  <a:pt x="40" y="14"/>
                </a:cubicBezTo>
                <a:cubicBezTo>
                  <a:pt x="40" y="14"/>
                  <a:pt x="40" y="14"/>
                  <a:pt x="41" y="14"/>
                </a:cubicBezTo>
                <a:cubicBezTo>
                  <a:pt x="41" y="14"/>
                  <a:pt x="41" y="14"/>
                  <a:pt x="41" y="14"/>
                </a:cubicBezTo>
                <a:cubicBezTo>
                  <a:pt x="42" y="15"/>
                  <a:pt x="47" y="20"/>
                  <a:pt x="47" y="21"/>
                </a:cubicBezTo>
                <a:cubicBezTo>
                  <a:pt x="47" y="21"/>
                  <a:pt x="47" y="21"/>
                  <a:pt x="47" y="22"/>
                </a:cubicBezTo>
                <a:cubicBezTo>
                  <a:pt x="46" y="23"/>
                  <a:pt x="45" y="25"/>
                  <a:pt x="43" y="26"/>
                </a:cubicBezTo>
                <a:cubicBezTo>
                  <a:pt x="44" y="27"/>
                  <a:pt x="44" y="28"/>
                  <a:pt x="45" y="30"/>
                </a:cubicBezTo>
                <a:cubicBezTo>
                  <a:pt x="51" y="30"/>
                  <a:pt x="51" y="30"/>
                  <a:pt x="51" y="30"/>
                </a:cubicBezTo>
                <a:cubicBezTo>
                  <a:pt x="51" y="31"/>
                  <a:pt x="52" y="31"/>
                  <a:pt x="52" y="32"/>
                </a:cubicBezTo>
                <a:lnTo>
                  <a:pt x="52" y="39"/>
                </a:lnTo>
                <a:close/>
                <a:moveTo>
                  <a:pt x="26" y="25"/>
                </a:moveTo>
                <a:cubicBezTo>
                  <a:pt x="21" y="25"/>
                  <a:pt x="16" y="30"/>
                  <a:pt x="16" y="35"/>
                </a:cubicBezTo>
                <a:cubicBezTo>
                  <a:pt x="16" y="41"/>
                  <a:pt x="21" y="46"/>
                  <a:pt x="26" y="46"/>
                </a:cubicBezTo>
                <a:cubicBezTo>
                  <a:pt x="32" y="46"/>
                  <a:pt x="36" y="41"/>
                  <a:pt x="36" y="35"/>
                </a:cubicBezTo>
                <a:cubicBezTo>
                  <a:pt x="36" y="30"/>
                  <a:pt x="32" y="25"/>
                  <a:pt x="26" y="25"/>
                </a:cubicBezTo>
                <a:close/>
                <a:moveTo>
                  <a:pt x="78" y="18"/>
                </a:moveTo>
                <a:cubicBezTo>
                  <a:pt x="78" y="18"/>
                  <a:pt x="72" y="19"/>
                  <a:pt x="72" y="19"/>
                </a:cubicBezTo>
                <a:cubicBezTo>
                  <a:pt x="71" y="20"/>
                  <a:pt x="71" y="20"/>
                  <a:pt x="70" y="21"/>
                </a:cubicBezTo>
                <a:cubicBezTo>
                  <a:pt x="71" y="22"/>
                  <a:pt x="72" y="26"/>
                  <a:pt x="72" y="26"/>
                </a:cubicBezTo>
                <a:cubicBezTo>
                  <a:pt x="72" y="27"/>
                  <a:pt x="72" y="27"/>
                  <a:pt x="72" y="27"/>
                </a:cubicBezTo>
                <a:cubicBezTo>
                  <a:pt x="72" y="27"/>
                  <a:pt x="68" y="30"/>
                  <a:pt x="67" y="30"/>
                </a:cubicBezTo>
                <a:cubicBezTo>
                  <a:pt x="67" y="30"/>
                  <a:pt x="64" y="26"/>
                  <a:pt x="63" y="25"/>
                </a:cubicBezTo>
                <a:cubicBezTo>
                  <a:pt x="63" y="25"/>
                  <a:pt x="63" y="25"/>
                  <a:pt x="62" y="25"/>
                </a:cubicBezTo>
                <a:cubicBezTo>
                  <a:pt x="62" y="25"/>
                  <a:pt x="61" y="25"/>
                  <a:pt x="61" y="25"/>
                </a:cubicBezTo>
                <a:cubicBezTo>
                  <a:pt x="61" y="26"/>
                  <a:pt x="58" y="30"/>
                  <a:pt x="57" y="30"/>
                </a:cubicBezTo>
                <a:cubicBezTo>
                  <a:pt x="57" y="30"/>
                  <a:pt x="53" y="27"/>
                  <a:pt x="52" y="27"/>
                </a:cubicBezTo>
                <a:cubicBezTo>
                  <a:pt x="52" y="27"/>
                  <a:pt x="52" y="27"/>
                  <a:pt x="52" y="26"/>
                </a:cubicBezTo>
                <a:cubicBezTo>
                  <a:pt x="52" y="26"/>
                  <a:pt x="54" y="22"/>
                  <a:pt x="54" y="21"/>
                </a:cubicBezTo>
                <a:cubicBezTo>
                  <a:pt x="53" y="20"/>
                  <a:pt x="53" y="20"/>
                  <a:pt x="53" y="19"/>
                </a:cubicBezTo>
                <a:cubicBezTo>
                  <a:pt x="52" y="19"/>
                  <a:pt x="47" y="18"/>
                  <a:pt x="47" y="18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52" y="11"/>
                  <a:pt x="53" y="11"/>
                </a:cubicBezTo>
                <a:cubicBezTo>
                  <a:pt x="53" y="10"/>
                  <a:pt x="53" y="9"/>
                  <a:pt x="54" y="9"/>
                </a:cubicBezTo>
                <a:cubicBezTo>
                  <a:pt x="54" y="8"/>
                  <a:pt x="52" y="4"/>
                  <a:pt x="52" y="3"/>
                </a:cubicBezTo>
                <a:cubicBezTo>
                  <a:pt x="52" y="3"/>
                  <a:pt x="52" y="3"/>
                  <a:pt x="52" y="3"/>
                </a:cubicBezTo>
                <a:cubicBezTo>
                  <a:pt x="53" y="3"/>
                  <a:pt x="57" y="0"/>
                  <a:pt x="57" y="0"/>
                </a:cubicBezTo>
                <a:cubicBezTo>
                  <a:pt x="58" y="0"/>
                  <a:pt x="61" y="4"/>
                  <a:pt x="61" y="5"/>
                </a:cubicBezTo>
                <a:cubicBezTo>
                  <a:pt x="61" y="4"/>
                  <a:pt x="62" y="4"/>
                  <a:pt x="62" y="4"/>
                </a:cubicBezTo>
                <a:cubicBezTo>
                  <a:pt x="63" y="4"/>
                  <a:pt x="63" y="4"/>
                  <a:pt x="63" y="5"/>
                </a:cubicBezTo>
                <a:cubicBezTo>
                  <a:pt x="64" y="3"/>
                  <a:pt x="66" y="1"/>
                  <a:pt x="67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68" y="0"/>
                  <a:pt x="72" y="2"/>
                  <a:pt x="72" y="3"/>
                </a:cubicBezTo>
                <a:cubicBezTo>
                  <a:pt x="72" y="3"/>
                  <a:pt x="72" y="3"/>
                  <a:pt x="72" y="3"/>
                </a:cubicBezTo>
                <a:cubicBezTo>
                  <a:pt x="72" y="4"/>
                  <a:pt x="71" y="8"/>
                  <a:pt x="70" y="9"/>
                </a:cubicBezTo>
                <a:cubicBezTo>
                  <a:pt x="71" y="9"/>
                  <a:pt x="71" y="10"/>
                  <a:pt x="72" y="11"/>
                </a:cubicBezTo>
                <a:cubicBezTo>
                  <a:pt x="72" y="11"/>
                  <a:pt x="78" y="11"/>
                  <a:pt x="78" y="12"/>
                </a:cubicBezTo>
                <a:lnTo>
                  <a:pt x="78" y="18"/>
                </a:lnTo>
                <a:close/>
                <a:moveTo>
                  <a:pt x="78" y="59"/>
                </a:moveTo>
                <a:cubicBezTo>
                  <a:pt x="78" y="59"/>
                  <a:pt x="72" y="60"/>
                  <a:pt x="72" y="60"/>
                </a:cubicBezTo>
                <a:cubicBezTo>
                  <a:pt x="71" y="61"/>
                  <a:pt x="71" y="61"/>
                  <a:pt x="70" y="62"/>
                </a:cubicBezTo>
                <a:cubicBezTo>
                  <a:pt x="71" y="63"/>
                  <a:pt x="72" y="67"/>
                  <a:pt x="72" y="68"/>
                </a:cubicBezTo>
                <a:cubicBezTo>
                  <a:pt x="72" y="68"/>
                  <a:pt x="72" y="68"/>
                  <a:pt x="72" y="68"/>
                </a:cubicBezTo>
                <a:cubicBezTo>
                  <a:pt x="72" y="68"/>
                  <a:pt x="68" y="71"/>
                  <a:pt x="67" y="71"/>
                </a:cubicBezTo>
                <a:cubicBezTo>
                  <a:pt x="67" y="71"/>
                  <a:pt x="64" y="67"/>
                  <a:pt x="63" y="66"/>
                </a:cubicBezTo>
                <a:cubicBezTo>
                  <a:pt x="63" y="66"/>
                  <a:pt x="63" y="66"/>
                  <a:pt x="62" y="66"/>
                </a:cubicBezTo>
                <a:cubicBezTo>
                  <a:pt x="62" y="66"/>
                  <a:pt x="61" y="66"/>
                  <a:pt x="61" y="66"/>
                </a:cubicBezTo>
                <a:cubicBezTo>
                  <a:pt x="61" y="67"/>
                  <a:pt x="58" y="71"/>
                  <a:pt x="57" y="71"/>
                </a:cubicBezTo>
                <a:cubicBezTo>
                  <a:pt x="57" y="71"/>
                  <a:pt x="53" y="68"/>
                  <a:pt x="52" y="68"/>
                </a:cubicBezTo>
                <a:cubicBezTo>
                  <a:pt x="52" y="68"/>
                  <a:pt x="52" y="68"/>
                  <a:pt x="52" y="68"/>
                </a:cubicBezTo>
                <a:cubicBezTo>
                  <a:pt x="52" y="67"/>
                  <a:pt x="54" y="63"/>
                  <a:pt x="54" y="62"/>
                </a:cubicBezTo>
                <a:cubicBezTo>
                  <a:pt x="53" y="61"/>
                  <a:pt x="53" y="61"/>
                  <a:pt x="53" y="60"/>
                </a:cubicBezTo>
                <a:cubicBezTo>
                  <a:pt x="52" y="60"/>
                  <a:pt x="47" y="59"/>
                  <a:pt x="47" y="59"/>
                </a:cubicBezTo>
                <a:cubicBezTo>
                  <a:pt x="47" y="53"/>
                  <a:pt x="47" y="53"/>
                  <a:pt x="47" y="53"/>
                </a:cubicBezTo>
                <a:cubicBezTo>
                  <a:pt x="47" y="52"/>
                  <a:pt x="52" y="52"/>
                  <a:pt x="53" y="52"/>
                </a:cubicBezTo>
                <a:cubicBezTo>
                  <a:pt x="53" y="51"/>
                  <a:pt x="53" y="50"/>
                  <a:pt x="54" y="50"/>
                </a:cubicBezTo>
                <a:cubicBezTo>
                  <a:pt x="54" y="49"/>
                  <a:pt x="52" y="45"/>
                  <a:pt x="52" y="44"/>
                </a:cubicBezTo>
                <a:cubicBezTo>
                  <a:pt x="52" y="44"/>
                  <a:pt x="52" y="44"/>
                  <a:pt x="52" y="44"/>
                </a:cubicBezTo>
                <a:cubicBezTo>
                  <a:pt x="53" y="44"/>
                  <a:pt x="57" y="41"/>
                  <a:pt x="57" y="41"/>
                </a:cubicBezTo>
                <a:cubicBezTo>
                  <a:pt x="58" y="41"/>
                  <a:pt x="61" y="45"/>
                  <a:pt x="61" y="46"/>
                </a:cubicBezTo>
                <a:cubicBezTo>
                  <a:pt x="61" y="46"/>
                  <a:pt x="62" y="46"/>
                  <a:pt x="62" y="46"/>
                </a:cubicBezTo>
                <a:cubicBezTo>
                  <a:pt x="63" y="46"/>
                  <a:pt x="63" y="46"/>
                  <a:pt x="63" y="46"/>
                </a:cubicBezTo>
                <a:cubicBezTo>
                  <a:pt x="64" y="44"/>
                  <a:pt x="66" y="43"/>
                  <a:pt x="67" y="41"/>
                </a:cubicBezTo>
                <a:cubicBezTo>
                  <a:pt x="67" y="41"/>
                  <a:pt x="67" y="41"/>
                  <a:pt x="67" y="41"/>
                </a:cubicBezTo>
                <a:cubicBezTo>
                  <a:pt x="68" y="41"/>
                  <a:pt x="72" y="44"/>
                  <a:pt x="72" y="44"/>
                </a:cubicBezTo>
                <a:cubicBezTo>
                  <a:pt x="72" y="44"/>
                  <a:pt x="72" y="44"/>
                  <a:pt x="72" y="44"/>
                </a:cubicBezTo>
                <a:cubicBezTo>
                  <a:pt x="72" y="45"/>
                  <a:pt x="71" y="49"/>
                  <a:pt x="70" y="50"/>
                </a:cubicBezTo>
                <a:cubicBezTo>
                  <a:pt x="71" y="50"/>
                  <a:pt x="71" y="51"/>
                  <a:pt x="72" y="52"/>
                </a:cubicBezTo>
                <a:cubicBezTo>
                  <a:pt x="72" y="52"/>
                  <a:pt x="78" y="52"/>
                  <a:pt x="78" y="53"/>
                </a:cubicBezTo>
                <a:lnTo>
                  <a:pt x="78" y="59"/>
                </a:lnTo>
                <a:close/>
                <a:moveTo>
                  <a:pt x="62" y="10"/>
                </a:moveTo>
                <a:cubicBezTo>
                  <a:pt x="59" y="10"/>
                  <a:pt x="57" y="12"/>
                  <a:pt x="57" y="15"/>
                </a:cubicBezTo>
                <a:cubicBezTo>
                  <a:pt x="57" y="18"/>
                  <a:pt x="59" y="20"/>
                  <a:pt x="62" y="20"/>
                </a:cubicBezTo>
                <a:cubicBezTo>
                  <a:pt x="65" y="20"/>
                  <a:pt x="67" y="18"/>
                  <a:pt x="67" y="15"/>
                </a:cubicBezTo>
                <a:cubicBezTo>
                  <a:pt x="67" y="12"/>
                  <a:pt x="65" y="10"/>
                  <a:pt x="62" y="10"/>
                </a:cubicBezTo>
                <a:close/>
                <a:moveTo>
                  <a:pt x="62" y="51"/>
                </a:moveTo>
                <a:cubicBezTo>
                  <a:pt x="59" y="51"/>
                  <a:pt x="57" y="53"/>
                  <a:pt x="57" y="56"/>
                </a:cubicBezTo>
                <a:cubicBezTo>
                  <a:pt x="57" y="59"/>
                  <a:pt x="59" y="61"/>
                  <a:pt x="62" y="61"/>
                </a:cubicBezTo>
                <a:cubicBezTo>
                  <a:pt x="65" y="61"/>
                  <a:pt x="67" y="59"/>
                  <a:pt x="67" y="56"/>
                </a:cubicBezTo>
                <a:cubicBezTo>
                  <a:pt x="67" y="53"/>
                  <a:pt x="65" y="51"/>
                  <a:pt x="62" y="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61" name="Freeform 66"/>
          <p:cNvSpPr/>
          <p:nvPr/>
        </p:nvSpPr>
        <p:spPr>
          <a:xfrm>
            <a:off x="1979640" y="2395440"/>
            <a:ext cx="247680" cy="192240"/>
          </a:xfrm>
          <a:custGeom>
            <a:avLst/>
            <a:gdLst/>
            <a:ahLst/>
            <a:rect l="l" t="t" r="r" b="b"/>
            <a:pathLst>
              <a:path w="72" h="56">
                <a:moveTo>
                  <a:pt x="29" y="41"/>
                </a:moveTo>
                <a:cubicBezTo>
                  <a:pt x="26" y="41"/>
                  <a:pt x="24" y="40"/>
                  <a:pt x="22" y="40"/>
                </a:cubicBezTo>
                <a:cubicBezTo>
                  <a:pt x="18" y="42"/>
                  <a:pt x="15" y="44"/>
                  <a:pt x="11" y="45"/>
                </a:cubicBezTo>
                <a:cubicBezTo>
                  <a:pt x="9" y="45"/>
                  <a:pt x="8" y="46"/>
                  <a:pt x="7" y="46"/>
                </a:cubicBezTo>
                <a:cubicBezTo>
                  <a:pt x="7" y="46"/>
                  <a:pt x="7" y="46"/>
                  <a:pt x="7" y="46"/>
                </a:cubicBezTo>
                <a:cubicBezTo>
                  <a:pt x="6" y="46"/>
                  <a:pt x="6" y="45"/>
                  <a:pt x="6" y="45"/>
                </a:cubicBezTo>
                <a:cubicBezTo>
                  <a:pt x="5" y="44"/>
                  <a:pt x="6" y="43"/>
                  <a:pt x="6" y="43"/>
                </a:cubicBezTo>
                <a:cubicBezTo>
                  <a:pt x="8" y="41"/>
                  <a:pt x="10" y="40"/>
                  <a:pt x="11" y="36"/>
                </a:cubicBezTo>
                <a:cubicBezTo>
                  <a:pt x="5" y="32"/>
                  <a:pt x="0" y="27"/>
                  <a:pt x="0" y="20"/>
                </a:cubicBezTo>
                <a:cubicBezTo>
                  <a:pt x="0" y="9"/>
                  <a:pt x="13" y="0"/>
                  <a:pt x="29" y="0"/>
                </a:cubicBezTo>
                <a:cubicBezTo>
                  <a:pt x="44" y="0"/>
                  <a:pt x="57" y="9"/>
                  <a:pt x="57" y="20"/>
                </a:cubicBezTo>
                <a:cubicBezTo>
                  <a:pt x="57" y="32"/>
                  <a:pt x="44" y="41"/>
                  <a:pt x="29" y="41"/>
                </a:cubicBezTo>
                <a:close/>
                <a:moveTo>
                  <a:pt x="62" y="47"/>
                </a:moveTo>
                <a:cubicBezTo>
                  <a:pt x="63" y="50"/>
                  <a:pt x="65" y="51"/>
                  <a:pt x="66" y="53"/>
                </a:cubicBezTo>
                <a:cubicBezTo>
                  <a:pt x="67" y="54"/>
                  <a:pt x="67" y="54"/>
                  <a:pt x="67" y="55"/>
                </a:cubicBezTo>
                <a:cubicBezTo>
                  <a:pt x="67" y="56"/>
                  <a:pt x="67" y="56"/>
                  <a:pt x="66" y="56"/>
                </a:cubicBezTo>
                <a:cubicBezTo>
                  <a:pt x="65" y="56"/>
                  <a:pt x="63" y="56"/>
                  <a:pt x="62" y="55"/>
                </a:cubicBezTo>
                <a:cubicBezTo>
                  <a:pt x="58" y="54"/>
                  <a:pt x="55" y="53"/>
                  <a:pt x="51" y="50"/>
                </a:cubicBezTo>
                <a:cubicBezTo>
                  <a:pt x="49" y="51"/>
                  <a:pt x="47" y="51"/>
                  <a:pt x="44" y="51"/>
                </a:cubicBezTo>
                <a:cubicBezTo>
                  <a:pt x="37" y="51"/>
                  <a:pt x="30" y="49"/>
                  <a:pt x="25" y="46"/>
                </a:cubicBezTo>
                <a:cubicBezTo>
                  <a:pt x="26" y="46"/>
                  <a:pt x="28" y="46"/>
                  <a:pt x="29" y="46"/>
                </a:cubicBezTo>
                <a:cubicBezTo>
                  <a:pt x="37" y="46"/>
                  <a:pt x="46" y="43"/>
                  <a:pt x="52" y="39"/>
                </a:cubicBezTo>
                <a:cubicBezTo>
                  <a:pt x="58" y="34"/>
                  <a:pt x="62" y="27"/>
                  <a:pt x="62" y="20"/>
                </a:cubicBezTo>
                <a:cubicBezTo>
                  <a:pt x="62" y="18"/>
                  <a:pt x="62" y="16"/>
                  <a:pt x="61" y="14"/>
                </a:cubicBezTo>
                <a:cubicBezTo>
                  <a:pt x="68" y="18"/>
                  <a:pt x="72" y="24"/>
                  <a:pt x="72" y="30"/>
                </a:cubicBezTo>
                <a:cubicBezTo>
                  <a:pt x="72" y="37"/>
                  <a:pt x="68" y="43"/>
                  <a:pt x="62" y="4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62" name="Freeform 67"/>
          <p:cNvSpPr/>
          <p:nvPr/>
        </p:nvSpPr>
        <p:spPr>
          <a:xfrm>
            <a:off x="2475000" y="2357280"/>
            <a:ext cx="245880" cy="247680"/>
          </a:xfrm>
          <a:custGeom>
            <a:avLst/>
            <a:gdLst/>
            <a:ahLst/>
            <a:rect l="l" t="t" r="r" b="b"/>
            <a:pathLst>
              <a:path w="72" h="72">
                <a:moveTo>
                  <a:pt x="72" y="20"/>
                </a:moveTo>
                <a:cubicBezTo>
                  <a:pt x="72" y="68"/>
                  <a:pt x="72" y="68"/>
                  <a:pt x="72" y="68"/>
                </a:cubicBezTo>
                <a:cubicBezTo>
                  <a:pt x="72" y="71"/>
                  <a:pt x="71" y="72"/>
                  <a:pt x="69" y="72"/>
                </a:cubicBezTo>
                <a:cubicBezTo>
                  <a:pt x="30" y="72"/>
                  <a:pt x="30" y="72"/>
                  <a:pt x="30" y="72"/>
                </a:cubicBezTo>
                <a:cubicBezTo>
                  <a:pt x="28" y="72"/>
                  <a:pt x="26" y="71"/>
                  <a:pt x="26" y="68"/>
                </a:cubicBezTo>
                <a:cubicBezTo>
                  <a:pt x="26" y="57"/>
                  <a:pt x="26" y="57"/>
                  <a:pt x="26" y="57"/>
                </a:cubicBezTo>
                <a:cubicBezTo>
                  <a:pt x="4" y="57"/>
                  <a:pt x="4" y="57"/>
                  <a:pt x="4" y="57"/>
                </a:cubicBezTo>
                <a:cubicBezTo>
                  <a:pt x="2" y="57"/>
                  <a:pt x="0" y="55"/>
                  <a:pt x="0" y="53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24"/>
                  <a:pt x="2" y="21"/>
                  <a:pt x="3" y="19"/>
                </a:cubicBezTo>
                <a:cubicBezTo>
                  <a:pt x="20" y="3"/>
                  <a:pt x="20" y="3"/>
                  <a:pt x="20" y="3"/>
                </a:cubicBezTo>
                <a:cubicBezTo>
                  <a:pt x="21" y="2"/>
                  <a:pt x="24" y="0"/>
                  <a:pt x="26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5" y="0"/>
                  <a:pt x="47" y="2"/>
                  <a:pt x="47" y="4"/>
                </a:cubicBezTo>
                <a:cubicBezTo>
                  <a:pt x="47" y="17"/>
                  <a:pt x="47" y="17"/>
                  <a:pt x="47" y="17"/>
                </a:cubicBezTo>
                <a:cubicBezTo>
                  <a:pt x="48" y="16"/>
                  <a:pt x="50" y="16"/>
                  <a:pt x="52" y="16"/>
                </a:cubicBezTo>
                <a:cubicBezTo>
                  <a:pt x="69" y="16"/>
                  <a:pt x="69" y="16"/>
                  <a:pt x="69" y="16"/>
                </a:cubicBezTo>
                <a:cubicBezTo>
                  <a:pt x="71" y="16"/>
                  <a:pt x="72" y="17"/>
                  <a:pt x="72" y="20"/>
                </a:cubicBezTo>
                <a:close/>
                <a:moveTo>
                  <a:pt x="42" y="22"/>
                </a:moveTo>
                <a:cubicBezTo>
                  <a:pt x="42" y="5"/>
                  <a:pt x="42" y="5"/>
                  <a:pt x="42" y="5"/>
                </a:cubicBezTo>
                <a:cubicBezTo>
                  <a:pt x="26" y="5"/>
                  <a:pt x="26" y="5"/>
                  <a:pt x="26" y="5"/>
                </a:cubicBezTo>
                <a:cubicBezTo>
                  <a:pt x="26" y="22"/>
                  <a:pt x="26" y="22"/>
                  <a:pt x="26" y="22"/>
                </a:cubicBezTo>
                <a:cubicBezTo>
                  <a:pt x="26" y="24"/>
                  <a:pt x="24" y="26"/>
                  <a:pt x="22" y="26"/>
                </a:cubicBezTo>
                <a:cubicBezTo>
                  <a:pt x="6" y="26"/>
                  <a:pt x="6" y="26"/>
                  <a:pt x="6" y="26"/>
                </a:cubicBezTo>
                <a:cubicBezTo>
                  <a:pt x="6" y="52"/>
                  <a:pt x="6" y="52"/>
                  <a:pt x="6" y="52"/>
                </a:cubicBezTo>
                <a:cubicBezTo>
                  <a:pt x="26" y="52"/>
                  <a:pt x="26" y="52"/>
                  <a:pt x="26" y="52"/>
                </a:cubicBezTo>
                <a:cubicBezTo>
                  <a:pt x="26" y="41"/>
                  <a:pt x="26" y="41"/>
                  <a:pt x="26" y="41"/>
                </a:cubicBezTo>
                <a:cubicBezTo>
                  <a:pt x="26" y="39"/>
                  <a:pt x="27" y="36"/>
                  <a:pt x="29" y="35"/>
                </a:cubicBezTo>
                <a:lnTo>
                  <a:pt x="42" y="22"/>
                </a:lnTo>
                <a:close/>
                <a:moveTo>
                  <a:pt x="9" y="21"/>
                </a:moveTo>
                <a:cubicBezTo>
                  <a:pt x="21" y="21"/>
                  <a:pt x="21" y="21"/>
                  <a:pt x="21" y="21"/>
                </a:cubicBezTo>
                <a:cubicBezTo>
                  <a:pt x="21" y="9"/>
                  <a:pt x="21" y="9"/>
                  <a:pt x="21" y="9"/>
                </a:cubicBezTo>
                <a:lnTo>
                  <a:pt x="9" y="21"/>
                </a:lnTo>
                <a:close/>
                <a:moveTo>
                  <a:pt x="67" y="21"/>
                </a:moveTo>
                <a:cubicBezTo>
                  <a:pt x="52" y="21"/>
                  <a:pt x="52" y="21"/>
                  <a:pt x="52" y="21"/>
                </a:cubicBezTo>
                <a:cubicBezTo>
                  <a:pt x="52" y="38"/>
                  <a:pt x="52" y="38"/>
                  <a:pt x="52" y="38"/>
                </a:cubicBezTo>
                <a:cubicBezTo>
                  <a:pt x="52" y="40"/>
                  <a:pt x="50" y="41"/>
                  <a:pt x="48" y="41"/>
                </a:cubicBezTo>
                <a:cubicBezTo>
                  <a:pt x="31" y="41"/>
                  <a:pt x="31" y="41"/>
                  <a:pt x="31" y="41"/>
                </a:cubicBezTo>
                <a:cubicBezTo>
                  <a:pt x="31" y="67"/>
                  <a:pt x="31" y="67"/>
                  <a:pt x="31" y="67"/>
                </a:cubicBezTo>
                <a:cubicBezTo>
                  <a:pt x="67" y="67"/>
                  <a:pt x="67" y="67"/>
                  <a:pt x="67" y="67"/>
                </a:cubicBezTo>
                <a:lnTo>
                  <a:pt x="67" y="21"/>
                </a:lnTo>
                <a:close/>
                <a:moveTo>
                  <a:pt x="35" y="36"/>
                </a:moveTo>
                <a:cubicBezTo>
                  <a:pt x="47" y="36"/>
                  <a:pt x="47" y="36"/>
                  <a:pt x="47" y="36"/>
                </a:cubicBezTo>
                <a:cubicBezTo>
                  <a:pt x="47" y="24"/>
                  <a:pt x="47" y="24"/>
                  <a:pt x="47" y="24"/>
                </a:cubicBezTo>
                <a:lnTo>
                  <a:pt x="35" y="3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63" name="Freeform 68"/>
          <p:cNvSpPr/>
          <p:nvPr/>
        </p:nvSpPr>
        <p:spPr>
          <a:xfrm>
            <a:off x="2968560" y="2374920"/>
            <a:ext cx="212760" cy="212760"/>
          </a:xfrm>
          <a:custGeom>
            <a:avLst/>
            <a:gdLst/>
            <a:ahLst/>
            <a:rect l="l" t="t" r="r" b="b"/>
            <a:pathLst>
              <a:path w="62" h="62">
                <a:moveTo>
                  <a:pt x="62" y="34"/>
                </a:moveTo>
                <a:cubicBezTo>
                  <a:pt x="62" y="35"/>
                  <a:pt x="61" y="36"/>
                  <a:pt x="60" y="36"/>
                </a:cubicBezTo>
                <a:cubicBezTo>
                  <a:pt x="54" y="36"/>
                  <a:pt x="54" y="36"/>
                  <a:pt x="54" y="36"/>
                </a:cubicBezTo>
                <a:cubicBezTo>
                  <a:pt x="52" y="45"/>
                  <a:pt x="45" y="52"/>
                  <a:pt x="36" y="54"/>
                </a:cubicBezTo>
                <a:cubicBezTo>
                  <a:pt x="36" y="60"/>
                  <a:pt x="36" y="60"/>
                  <a:pt x="36" y="60"/>
                </a:cubicBezTo>
                <a:cubicBezTo>
                  <a:pt x="36" y="61"/>
                  <a:pt x="35" y="62"/>
                  <a:pt x="34" y="62"/>
                </a:cubicBezTo>
                <a:cubicBezTo>
                  <a:pt x="29" y="62"/>
                  <a:pt x="29" y="62"/>
                  <a:pt x="29" y="62"/>
                </a:cubicBezTo>
                <a:cubicBezTo>
                  <a:pt x="27" y="62"/>
                  <a:pt x="26" y="61"/>
                  <a:pt x="26" y="60"/>
                </a:cubicBezTo>
                <a:cubicBezTo>
                  <a:pt x="26" y="54"/>
                  <a:pt x="26" y="54"/>
                  <a:pt x="26" y="54"/>
                </a:cubicBezTo>
                <a:cubicBezTo>
                  <a:pt x="18" y="52"/>
                  <a:pt x="11" y="45"/>
                  <a:pt x="9" y="36"/>
                </a:cubicBezTo>
                <a:cubicBezTo>
                  <a:pt x="3" y="36"/>
                  <a:pt x="3" y="36"/>
                  <a:pt x="3" y="36"/>
                </a:cubicBezTo>
                <a:cubicBezTo>
                  <a:pt x="2" y="36"/>
                  <a:pt x="0" y="35"/>
                  <a:pt x="0" y="34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27"/>
                  <a:pt x="2" y="26"/>
                  <a:pt x="3" y="26"/>
                </a:cubicBezTo>
                <a:cubicBezTo>
                  <a:pt x="9" y="26"/>
                  <a:pt x="9" y="26"/>
                  <a:pt x="9" y="26"/>
                </a:cubicBezTo>
                <a:cubicBezTo>
                  <a:pt x="11" y="18"/>
                  <a:pt x="18" y="11"/>
                  <a:pt x="26" y="9"/>
                </a:cubicBezTo>
                <a:cubicBezTo>
                  <a:pt x="26" y="3"/>
                  <a:pt x="26" y="3"/>
                  <a:pt x="26" y="3"/>
                </a:cubicBezTo>
                <a:cubicBezTo>
                  <a:pt x="26" y="2"/>
                  <a:pt x="27" y="0"/>
                  <a:pt x="29" y="0"/>
                </a:cubicBezTo>
                <a:cubicBezTo>
                  <a:pt x="34" y="0"/>
                  <a:pt x="34" y="0"/>
                  <a:pt x="34" y="0"/>
                </a:cubicBezTo>
                <a:cubicBezTo>
                  <a:pt x="35" y="0"/>
                  <a:pt x="36" y="2"/>
                  <a:pt x="36" y="3"/>
                </a:cubicBezTo>
                <a:cubicBezTo>
                  <a:pt x="36" y="9"/>
                  <a:pt x="36" y="9"/>
                  <a:pt x="36" y="9"/>
                </a:cubicBezTo>
                <a:cubicBezTo>
                  <a:pt x="45" y="11"/>
                  <a:pt x="52" y="18"/>
                  <a:pt x="54" y="26"/>
                </a:cubicBezTo>
                <a:cubicBezTo>
                  <a:pt x="60" y="26"/>
                  <a:pt x="60" y="26"/>
                  <a:pt x="60" y="26"/>
                </a:cubicBezTo>
                <a:cubicBezTo>
                  <a:pt x="61" y="26"/>
                  <a:pt x="62" y="27"/>
                  <a:pt x="62" y="29"/>
                </a:cubicBezTo>
                <a:lnTo>
                  <a:pt x="62" y="34"/>
                </a:lnTo>
                <a:close/>
                <a:moveTo>
                  <a:pt x="44" y="36"/>
                </a:moveTo>
                <a:cubicBezTo>
                  <a:pt x="43" y="36"/>
                  <a:pt x="42" y="35"/>
                  <a:pt x="42" y="34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7"/>
                  <a:pt x="43" y="26"/>
                  <a:pt x="44" y="26"/>
                </a:cubicBezTo>
                <a:cubicBezTo>
                  <a:pt x="49" y="26"/>
                  <a:pt x="49" y="26"/>
                  <a:pt x="49" y="26"/>
                </a:cubicBezTo>
                <a:cubicBezTo>
                  <a:pt x="47" y="20"/>
                  <a:pt x="42" y="16"/>
                  <a:pt x="36" y="14"/>
                </a:cubicBezTo>
                <a:cubicBezTo>
                  <a:pt x="36" y="18"/>
                  <a:pt x="36" y="18"/>
                  <a:pt x="36" y="18"/>
                </a:cubicBezTo>
                <a:cubicBezTo>
                  <a:pt x="36" y="20"/>
                  <a:pt x="35" y="21"/>
                  <a:pt x="34" y="21"/>
                </a:cubicBezTo>
                <a:cubicBezTo>
                  <a:pt x="29" y="21"/>
                  <a:pt x="29" y="21"/>
                  <a:pt x="29" y="21"/>
                </a:cubicBezTo>
                <a:cubicBezTo>
                  <a:pt x="27" y="21"/>
                  <a:pt x="26" y="20"/>
                  <a:pt x="26" y="18"/>
                </a:cubicBezTo>
                <a:cubicBezTo>
                  <a:pt x="26" y="14"/>
                  <a:pt x="26" y="14"/>
                  <a:pt x="26" y="14"/>
                </a:cubicBezTo>
                <a:cubicBezTo>
                  <a:pt x="20" y="16"/>
                  <a:pt x="16" y="20"/>
                  <a:pt x="14" y="26"/>
                </a:cubicBezTo>
                <a:cubicBezTo>
                  <a:pt x="18" y="26"/>
                  <a:pt x="18" y="26"/>
                  <a:pt x="18" y="26"/>
                </a:cubicBezTo>
                <a:cubicBezTo>
                  <a:pt x="20" y="26"/>
                  <a:pt x="21" y="27"/>
                  <a:pt x="21" y="29"/>
                </a:cubicBezTo>
                <a:cubicBezTo>
                  <a:pt x="21" y="34"/>
                  <a:pt x="21" y="34"/>
                  <a:pt x="21" y="34"/>
                </a:cubicBezTo>
                <a:cubicBezTo>
                  <a:pt x="21" y="35"/>
                  <a:pt x="20" y="36"/>
                  <a:pt x="18" y="36"/>
                </a:cubicBezTo>
                <a:cubicBezTo>
                  <a:pt x="14" y="36"/>
                  <a:pt x="14" y="36"/>
                  <a:pt x="14" y="36"/>
                </a:cubicBezTo>
                <a:cubicBezTo>
                  <a:pt x="16" y="42"/>
                  <a:pt x="20" y="47"/>
                  <a:pt x="26" y="49"/>
                </a:cubicBezTo>
                <a:cubicBezTo>
                  <a:pt x="26" y="44"/>
                  <a:pt x="26" y="44"/>
                  <a:pt x="26" y="44"/>
                </a:cubicBezTo>
                <a:cubicBezTo>
                  <a:pt x="26" y="43"/>
                  <a:pt x="27" y="42"/>
                  <a:pt x="29" y="42"/>
                </a:cubicBezTo>
                <a:cubicBezTo>
                  <a:pt x="34" y="42"/>
                  <a:pt x="34" y="42"/>
                  <a:pt x="34" y="42"/>
                </a:cubicBezTo>
                <a:cubicBezTo>
                  <a:pt x="35" y="42"/>
                  <a:pt x="36" y="43"/>
                  <a:pt x="36" y="44"/>
                </a:cubicBezTo>
                <a:cubicBezTo>
                  <a:pt x="36" y="49"/>
                  <a:pt x="36" y="49"/>
                  <a:pt x="36" y="49"/>
                </a:cubicBezTo>
                <a:cubicBezTo>
                  <a:pt x="42" y="47"/>
                  <a:pt x="47" y="42"/>
                  <a:pt x="49" y="36"/>
                </a:cubicBezTo>
                <a:lnTo>
                  <a:pt x="44" y="3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64" name="Freeform 69"/>
          <p:cNvSpPr/>
          <p:nvPr/>
        </p:nvSpPr>
        <p:spPr>
          <a:xfrm>
            <a:off x="3463920" y="2395440"/>
            <a:ext cx="250920" cy="192240"/>
          </a:xfrm>
          <a:custGeom>
            <a:avLst/>
            <a:gdLst/>
            <a:ahLst/>
            <a:rect l="l" t="t" r="r" b="b"/>
            <a:pathLst>
              <a:path w="73" h="56">
                <a:moveTo>
                  <a:pt x="71" y="44"/>
                </a:moveTo>
                <a:cubicBezTo>
                  <a:pt x="72" y="44"/>
                  <a:pt x="73" y="45"/>
                  <a:pt x="72" y="46"/>
                </a:cubicBezTo>
                <a:cubicBezTo>
                  <a:pt x="72" y="47"/>
                  <a:pt x="72" y="48"/>
                  <a:pt x="71" y="48"/>
                </a:cubicBezTo>
                <a:cubicBezTo>
                  <a:pt x="66" y="51"/>
                  <a:pt x="66" y="51"/>
                  <a:pt x="66" y="51"/>
                </a:cubicBezTo>
                <a:cubicBezTo>
                  <a:pt x="66" y="51"/>
                  <a:pt x="65" y="51"/>
                  <a:pt x="65" y="51"/>
                </a:cubicBezTo>
                <a:cubicBezTo>
                  <a:pt x="64" y="51"/>
                  <a:pt x="64" y="51"/>
                  <a:pt x="63" y="51"/>
                </a:cubicBezTo>
                <a:cubicBezTo>
                  <a:pt x="36" y="35"/>
                  <a:pt x="36" y="35"/>
                  <a:pt x="36" y="35"/>
                </a:cubicBezTo>
                <a:cubicBezTo>
                  <a:pt x="31" y="38"/>
                  <a:pt x="31" y="38"/>
                  <a:pt x="31" y="38"/>
                </a:cubicBezTo>
                <a:cubicBezTo>
                  <a:pt x="31" y="38"/>
                  <a:pt x="31" y="38"/>
                  <a:pt x="31" y="38"/>
                </a:cubicBezTo>
                <a:cubicBezTo>
                  <a:pt x="31" y="39"/>
                  <a:pt x="31" y="41"/>
                  <a:pt x="31" y="42"/>
                </a:cubicBezTo>
                <a:cubicBezTo>
                  <a:pt x="31" y="46"/>
                  <a:pt x="28" y="50"/>
                  <a:pt x="24" y="53"/>
                </a:cubicBezTo>
                <a:cubicBezTo>
                  <a:pt x="20" y="55"/>
                  <a:pt x="16" y="56"/>
                  <a:pt x="13" y="56"/>
                </a:cubicBezTo>
                <a:cubicBezTo>
                  <a:pt x="9" y="56"/>
                  <a:pt x="6" y="55"/>
                  <a:pt x="4" y="53"/>
                </a:cubicBezTo>
                <a:cubicBezTo>
                  <a:pt x="1" y="51"/>
                  <a:pt x="0" y="48"/>
                  <a:pt x="1" y="45"/>
                </a:cubicBezTo>
                <a:cubicBezTo>
                  <a:pt x="1" y="41"/>
                  <a:pt x="4" y="37"/>
                  <a:pt x="8" y="34"/>
                </a:cubicBezTo>
                <a:cubicBezTo>
                  <a:pt x="11" y="32"/>
                  <a:pt x="15" y="30"/>
                  <a:pt x="19" y="30"/>
                </a:cubicBezTo>
                <a:cubicBezTo>
                  <a:pt x="21" y="30"/>
                  <a:pt x="23" y="31"/>
                  <a:pt x="25" y="32"/>
                </a:cubicBezTo>
                <a:cubicBezTo>
                  <a:pt x="25" y="31"/>
                  <a:pt x="26" y="31"/>
                  <a:pt x="26" y="31"/>
                </a:cubicBezTo>
                <a:cubicBezTo>
                  <a:pt x="31" y="28"/>
                  <a:pt x="31" y="28"/>
                  <a:pt x="31" y="28"/>
                </a:cubicBezTo>
                <a:cubicBezTo>
                  <a:pt x="26" y="25"/>
                  <a:pt x="26" y="25"/>
                  <a:pt x="26" y="25"/>
                </a:cubicBezTo>
                <a:cubicBezTo>
                  <a:pt x="26" y="25"/>
                  <a:pt x="25" y="24"/>
                  <a:pt x="25" y="24"/>
                </a:cubicBezTo>
                <a:cubicBezTo>
                  <a:pt x="23" y="25"/>
                  <a:pt x="21" y="25"/>
                  <a:pt x="19" y="25"/>
                </a:cubicBezTo>
                <a:cubicBezTo>
                  <a:pt x="15" y="25"/>
                  <a:pt x="11" y="24"/>
                  <a:pt x="8" y="22"/>
                </a:cubicBezTo>
                <a:cubicBezTo>
                  <a:pt x="4" y="19"/>
                  <a:pt x="1" y="15"/>
                  <a:pt x="1" y="11"/>
                </a:cubicBezTo>
                <a:cubicBezTo>
                  <a:pt x="0" y="8"/>
                  <a:pt x="1" y="5"/>
                  <a:pt x="4" y="3"/>
                </a:cubicBezTo>
                <a:cubicBezTo>
                  <a:pt x="6" y="1"/>
                  <a:pt x="9" y="0"/>
                  <a:pt x="13" y="0"/>
                </a:cubicBezTo>
                <a:cubicBezTo>
                  <a:pt x="16" y="0"/>
                  <a:pt x="20" y="1"/>
                  <a:pt x="24" y="3"/>
                </a:cubicBezTo>
                <a:cubicBezTo>
                  <a:pt x="28" y="6"/>
                  <a:pt x="31" y="10"/>
                  <a:pt x="31" y="14"/>
                </a:cubicBezTo>
                <a:cubicBezTo>
                  <a:pt x="31" y="15"/>
                  <a:pt x="31" y="17"/>
                  <a:pt x="31" y="18"/>
                </a:cubicBezTo>
                <a:cubicBezTo>
                  <a:pt x="31" y="18"/>
                  <a:pt x="31" y="18"/>
                  <a:pt x="31" y="18"/>
                </a:cubicBezTo>
                <a:cubicBezTo>
                  <a:pt x="36" y="21"/>
                  <a:pt x="36" y="21"/>
                  <a:pt x="36" y="21"/>
                </a:cubicBezTo>
                <a:cubicBezTo>
                  <a:pt x="63" y="5"/>
                  <a:pt x="63" y="5"/>
                  <a:pt x="63" y="5"/>
                </a:cubicBezTo>
                <a:cubicBezTo>
                  <a:pt x="64" y="5"/>
                  <a:pt x="64" y="5"/>
                  <a:pt x="65" y="5"/>
                </a:cubicBezTo>
                <a:cubicBezTo>
                  <a:pt x="65" y="5"/>
                  <a:pt x="66" y="5"/>
                  <a:pt x="66" y="5"/>
                </a:cubicBezTo>
                <a:cubicBezTo>
                  <a:pt x="71" y="8"/>
                  <a:pt x="71" y="8"/>
                  <a:pt x="71" y="8"/>
                </a:cubicBezTo>
                <a:cubicBezTo>
                  <a:pt x="72" y="8"/>
                  <a:pt x="72" y="9"/>
                  <a:pt x="72" y="10"/>
                </a:cubicBezTo>
                <a:cubicBezTo>
                  <a:pt x="73" y="10"/>
                  <a:pt x="72" y="11"/>
                  <a:pt x="71" y="12"/>
                </a:cubicBezTo>
                <a:cubicBezTo>
                  <a:pt x="51" y="28"/>
                  <a:pt x="51" y="28"/>
                  <a:pt x="51" y="28"/>
                </a:cubicBezTo>
                <a:lnTo>
                  <a:pt x="71" y="44"/>
                </a:lnTo>
                <a:close/>
                <a:moveTo>
                  <a:pt x="24" y="38"/>
                </a:moveTo>
                <a:cubicBezTo>
                  <a:pt x="23" y="37"/>
                  <a:pt x="21" y="37"/>
                  <a:pt x="19" y="37"/>
                </a:cubicBezTo>
                <a:cubicBezTo>
                  <a:pt x="17" y="37"/>
                  <a:pt x="14" y="38"/>
                  <a:pt x="11" y="39"/>
                </a:cubicBezTo>
                <a:cubicBezTo>
                  <a:pt x="7" y="42"/>
                  <a:pt x="6" y="46"/>
                  <a:pt x="8" y="48"/>
                </a:cubicBezTo>
                <a:cubicBezTo>
                  <a:pt x="9" y="49"/>
                  <a:pt x="11" y="50"/>
                  <a:pt x="13" y="50"/>
                </a:cubicBezTo>
                <a:cubicBezTo>
                  <a:pt x="15" y="50"/>
                  <a:pt x="18" y="49"/>
                  <a:pt x="20" y="47"/>
                </a:cubicBezTo>
                <a:cubicBezTo>
                  <a:pt x="25" y="45"/>
                  <a:pt x="26" y="41"/>
                  <a:pt x="24" y="38"/>
                </a:cubicBezTo>
                <a:close/>
                <a:moveTo>
                  <a:pt x="20" y="8"/>
                </a:moveTo>
                <a:cubicBezTo>
                  <a:pt x="18" y="7"/>
                  <a:pt x="15" y="6"/>
                  <a:pt x="13" y="6"/>
                </a:cubicBezTo>
                <a:cubicBezTo>
                  <a:pt x="11" y="6"/>
                  <a:pt x="9" y="7"/>
                  <a:pt x="8" y="7"/>
                </a:cubicBezTo>
                <a:cubicBezTo>
                  <a:pt x="6" y="10"/>
                  <a:pt x="7" y="14"/>
                  <a:pt x="11" y="17"/>
                </a:cubicBezTo>
                <a:cubicBezTo>
                  <a:pt x="14" y="18"/>
                  <a:pt x="17" y="19"/>
                  <a:pt x="19" y="19"/>
                </a:cubicBezTo>
                <a:cubicBezTo>
                  <a:pt x="21" y="19"/>
                  <a:pt x="23" y="18"/>
                  <a:pt x="24" y="17"/>
                </a:cubicBezTo>
                <a:cubicBezTo>
                  <a:pt x="26" y="15"/>
                  <a:pt x="25" y="11"/>
                  <a:pt x="20" y="8"/>
                </a:cubicBezTo>
                <a:close/>
                <a:moveTo>
                  <a:pt x="40" y="33"/>
                </a:moveTo>
                <a:cubicBezTo>
                  <a:pt x="70" y="10"/>
                  <a:pt x="70" y="10"/>
                  <a:pt x="70" y="10"/>
                </a:cubicBezTo>
                <a:cubicBezTo>
                  <a:pt x="65" y="7"/>
                  <a:pt x="65" y="7"/>
                  <a:pt x="65" y="7"/>
                </a:cubicBezTo>
                <a:cubicBezTo>
                  <a:pt x="34" y="25"/>
                  <a:pt x="34" y="25"/>
                  <a:pt x="34" y="25"/>
                </a:cubicBezTo>
                <a:cubicBezTo>
                  <a:pt x="34" y="29"/>
                  <a:pt x="34" y="29"/>
                  <a:pt x="34" y="29"/>
                </a:cubicBezTo>
                <a:cubicBezTo>
                  <a:pt x="27" y="33"/>
                  <a:pt x="27" y="33"/>
                  <a:pt x="27" y="33"/>
                </a:cubicBezTo>
                <a:cubicBezTo>
                  <a:pt x="28" y="33"/>
                  <a:pt x="28" y="33"/>
                  <a:pt x="28" y="33"/>
                </a:cubicBezTo>
                <a:cubicBezTo>
                  <a:pt x="28" y="33"/>
                  <a:pt x="28" y="33"/>
                  <a:pt x="28" y="34"/>
                </a:cubicBezTo>
                <a:cubicBezTo>
                  <a:pt x="28" y="34"/>
                  <a:pt x="29" y="34"/>
                  <a:pt x="29" y="35"/>
                </a:cubicBezTo>
                <a:cubicBezTo>
                  <a:pt x="30" y="36"/>
                  <a:pt x="30" y="36"/>
                  <a:pt x="30" y="36"/>
                </a:cubicBezTo>
                <a:cubicBezTo>
                  <a:pt x="36" y="32"/>
                  <a:pt x="36" y="32"/>
                  <a:pt x="36" y="32"/>
                </a:cubicBezTo>
                <a:lnTo>
                  <a:pt x="40" y="33"/>
                </a:lnTo>
                <a:close/>
                <a:moveTo>
                  <a:pt x="31" y="25"/>
                </a:moveTo>
                <a:cubicBezTo>
                  <a:pt x="31" y="25"/>
                  <a:pt x="31" y="25"/>
                  <a:pt x="31" y="25"/>
                </a:cubicBezTo>
                <a:cubicBezTo>
                  <a:pt x="31" y="24"/>
                  <a:pt x="32" y="23"/>
                  <a:pt x="33" y="22"/>
                </a:cubicBezTo>
                <a:cubicBezTo>
                  <a:pt x="33" y="22"/>
                  <a:pt x="33" y="22"/>
                  <a:pt x="33" y="22"/>
                </a:cubicBezTo>
                <a:cubicBezTo>
                  <a:pt x="30" y="20"/>
                  <a:pt x="30" y="20"/>
                  <a:pt x="30" y="20"/>
                </a:cubicBezTo>
                <a:cubicBezTo>
                  <a:pt x="29" y="21"/>
                  <a:pt x="29" y="21"/>
                  <a:pt x="29" y="21"/>
                </a:cubicBezTo>
                <a:cubicBezTo>
                  <a:pt x="29" y="22"/>
                  <a:pt x="28" y="22"/>
                  <a:pt x="28" y="22"/>
                </a:cubicBezTo>
                <a:cubicBezTo>
                  <a:pt x="28" y="22"/>
                  <a:pt x="28" y="22"/>
                  <a:pt x="28" y="22"/>
                </a:cubicBezTo>
                <a:cubicBezTo>
                  <a:pt x="27" y="23"/>
                  <a:pt x="27" y="23"/>
                  <a:pt x="27" y="23"/>
                </a:cubicBezTo>
                <a:lnTo>
                  <a:pt x="31" y="25"/>
                </a:lnTo>
                <a:close/>
                <a:moveTo>
                  <a:pt x="42" y="28"/>
                </a:moveTo>
                <a:cubicBezTo>
                  <a:pt x="42" y="29"/>
                  <a:pt x="40" y="30"/>
                  <a:pt x="39" y="30"/>
                </a:cubicBezTo>
                <a:cubicBezTo>
                  <a:pt x="38" y="30"/>
                  <a:pt x="36" y="29"/>
                  <a:pt x="36" y="28"/>
                </a:cubicBezTo>
                <a:cubicBezTo>
                  <a:pt x="36" y="26"/>
                  <a:pt x="38" y="25"/>
                  <a:pt x="39" y="25"/>
                </a:cubicBezTo>
                <a:cubicBezTo>
                  <a:pt x="40" y="25"/>
                  <a:pt x="42" y="26"/>
                  <a:pt x="42" y="28"/>
                </a:cubicBezTo>
                <a:close/>
                <a:moveTo>
                  <a:pt x="70" y="46"/>
                </a:moveTo>
                <a:cubicBezTo>
                  <a:pt x="49" y="29"/>
                  <a:pt x="49" y="29"/>
                  <a:pt x="49" y="29"/>
                </a:cubicBezTo>
                <a:cubicBezTo>
                  <a:pt x="42" y="35"/>
                  <a:pt x="42" y="35"/>
                  <a:pt x="42" y="35"/>
                </a:cubicBezTo>
                <a:cubicBezTo>
                  <a:pt x="42" y="35"/>
                  <a:pt x="42" y="35"/>
                  <a:pt x="41" y="35"/>
                </a:cubicBezTo>
                <a:cubicBezTo>
                  <a:pt x="65" y="48"/>
                  <a:pt x="65" y="48"/>
                  <a:pt x="65" y="48"/>
                </a:cubicBezTo>
                <a:lnTo>
                  <a:pt x="70" y="4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65" name="Freeform 70"/>
          <p:cNvSpPr/>
          <p:nvPr/>
        </p:nvSpPr>
        <p:spPr>
          <a:xfrm>
            <a:off x="3959280" y="2374920"/>
            <a:ext cx="245880" cy="195120"/>
          </a:xfrm>
          <a:custGeom>
            <a:avLst/>
            <a:gdLst/>
            <a:ahLst/>
            <a:rect l="l" t="t" r="r" b="b"/>
            <a:pathLst>
              <a:path w="72" h="57">
                <a:moveTo>
                  <a:pt x="72" y="9"/>
                </a:moveTo>
                <a:cubicBezTo>
                  <a:pt x="72" y="10"/>
                  <a:pt x="72" y="11"/>
                  <a:pt x="71" y="11"/>
                </a:cubicBezTo>
                <a:cubicBezTo>
                  <a:pt x="2" y="11"/>
                  <a:pt x="2" y="11"/>
                  <a:pt x="2" y="11"/>
                </a:cubicBezTo>
                <a:cubicBezTo>
                  <a:pt x="1" y="11"/>
                  <a:pt x="0" y="10"/>
                  <a:pt x="0" y="9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2" y="0"/>
                  <a:pt x="72" y="1"/>
                  <a:pt x="72" y="2"/>
                </a:cubicBezTo>
                <a:lnTo>
                  <a:pt x="72" y="9"/>
                </a:lnTo>
                <a:close/>
                <a:moveTo>
                  <a:pt x="72" y="56"/>
                </a:moveTo>
                <a:cubicBezTo>
                  <a:pt x="72" y="56"/>
                  <a:pt x="72" y="57"/>
                  <a:pt x="71" y="57"/>
                </a:cubicBezTo>
                <a:cubicBezTo>
                  <a:pt x="2" y="57"/>
                  <a:pt x="2" y="57"/>
                  <a:pt x="2" y="57"/>
                </a:cubicBezTo>
                <a:cubicBezTo>
                  <a:pt x="1" y="57"/>
                  <a:pt x="0" y="56"/>
                  <a:pt x="0" y="56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7"/>
                  <a:pt x="1" y="47"/>
                  <a:pt x="2" y="47"/>
                </a:cubicBezTo>
                <a:cubicBezTo>
                  <a:pt x="71" y="47"/>
                  <a:pt x="71" y="47"/>
                  <a:pt x="71" y="47"/>
                </a:cubicBezTo>
                <a:cubicBezTo>
                  <a:pt x="72" y="47"/>
                  <a:pt x="72" y="47"/>
                  <a:pt x="72" y="48"/>
                </a:cubicBezTo>
                <a:lnTo>
                  <a:pt x="72" y="56"/>
                </a:lnTo>
                <a:close/>
                <a:moveTo>
                  <a:pt x="16" y="40"/>
                </a:moveTo>
                <a:cubicBezTo>
                  <a:pt x="16" y="41"/>
                  <a:pt x="15" y="42"/>
                  <a:pt x="15" y="42"/>
                </a:cubicBezTo>
                <a:cubicBezTo>
                  <a:pt x="14" y="42"/>
                  <a:pt x="14" y="41"/>
                  <a:pt x="14" y="41"/>
                </a:cubicBezTo>
                <a:cubicBezTo>
                  <a:pt x="2" y="30"/>
                  <a:pt x="2" y="30"/>
                  <a:pt x="2" y="30"/>
                </a:cubicBezTo>
                <a:cubicBezTo>
                  <a:pt x="2" y="29"/>
                  <a:pt x="2" y="29"/>
                  <a:pt x="2" y="29"/>
                </a:cubicBezTo>
                <a:cubicBezTo>
                  <a:pt x="2" y="28"/>
                  <a:pt x="2" y="28"/>
                  <a:pt x="2" y="28"/>
                </a:cubicBezTo>
                <a:cubicBezTo>
                  <a:pt x="14" y="16"/>
                  <a:pt x="14" y="16"/>
                  <a:pt x="14" y="16"/>
                </a:cubicBezTo>
                <a:cubicBezTo>
                  <a:pt x="14" y="16"/>
                  <a:pt x="14" y="16"/>
                  <a:pt x="15" y="16"/>
                </a:cubicBezTo>
                <a:cubicBezTo>
                  <a:pt x="15" y="16"/>
                  <a:pt x="16" y="16"/>
                  <a:pt x="16" y="17"/>
                </a:cubicBezTo>
                <a:lnTo>
                  <a:pt x="16" y="40"/>
                </a:lnTo>
                <a:close/>
                <a:moveTo>
                  <a:pt x="72" y="25"/>
                </a:moveTo>
                <a:cubicBezTo>
                  <a:pt x="72" y="26"/>
                  <a:pt x="72" y="26"/>
                  <a:pt x="71" y="26"/>
                </a:cubicBezTo>
                <a:cubicBezTo>
                  <a:pt x="27" y="26"/>
                  <a:pt x="27" y="26"/>
                  <a:pt x="27" y="26"/>
                </a:cubicBezTo>
                <a:cubicBezTo>
                  <a:pt x="27" y="26"/>
                  <a:pt x="26" y="26"/>
                  <a:pt x="26" y="25"/>
                </a:cubicBezTo>
                <a:cubicBezTo>
                  <a:pt x="26" y="17"/>
                  <a:pt x="26" y="17"/>
                  <a:pt x="26" y="17"/>
                </a:cubicBezTo>
                <a:cubicBezTo>
                  <a:pt x="26" y="16"/>
                  <a:pt x="27" y="16"/>
                  <a:pt x="27" y="16"/>
                </a:cubicBezTo>
                <a:cubicBezTo>
                  <a:pt x="71" y="16"/>
                  <a:pt x="71" y="16"/>
                  <a:pt x="71" y="16"/>
                </a:cubicBezTo>
                <a:cubicBezTo>
                  <a:pt x="72" y="16"/>
                  <a:pt x="72" y="16"/>
                  <a:pt x="72" y="17"/>
                </a:cubicBezTo>
                <a:lnTo>
                  <a:pt x="72" y="25"/>
                </a:lnTo>
                <a:close/>
                <a:moveTo>
                  <a:pt x="72" y="40"/>
                </a:moveTo>
                <a:cubicBezTo>
                  <a:pt x="72" y="41"/>
                  <a:pt x="72" y="42"/>
                  <a:pt x="71" y="42"/>
                </a:cubicBezTo>
                <a:cubicBezTo>
                  <a:pt x="27" y="42"/>
                  <a:pt x="27" y="42"/>
                  <a:pt x="27" y="42"/>
                </a:cubicBezTo>
                <a:cubicBezTo>
                  <a:pt x="27" y="42"/>
                  <a:pt x="26" y="41"/>
                  <a:pt x="26" y="40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32"/>
                  <a:pt x="27" y="31"/>
                  <a:pt x="27" y="31"/>
                </a:cubicBezTo>
                <a:cubicBezTo>
                  <a:pt x="71" y="31"/>
                  <a:pt x="71" y="31"/>
                  <a:pt x="71" y="31"/>
                </a:cubicBezTo>
                <a:cubicBezTo>
                  <a:pt x="72" y="31"/>
                  <a:pt x="72" y="32"/>
                  <a:pt x="72" y="33"/>
                </a:cubicBezTo>
                <a:lnTo>
                  <a:pt x="72" y="4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66" name="Freeform 71"/>
          <p:cNvSpPr/>
          <p:nvPr/>
        </p:nvSpPr>
        <p:spPr>
          <a:xfrm>
            <a:off x="4452840" y="2398680"/>
            <a:ext cx="282600" cy="168480"/>
          </a:xfrm>
          <a:custGeom>
            <a:avLst/>
            <a:gdLst/>
            <a:ahLst/>
            <a:rect l="l" t="t" r="r" b="b"/>
            <a:pathLst>
              <a:path w="178" h="106">
                <a:moveTo>
                  <a:pt x="46" y="0"/>
                </a:moveTo>
                <a:lnTo>
                  <a:pt x="46" y="85"/>
                </a:lnTo>
                <a:lnTo>
                  <a:pt x="0" y="85"/>
                </a:lnTo>
                <a:lnTo>
                  <a:pt x="0" y="24"/>
                </a:lnTo>
                <a:lnTo>
                  <a:pt x="28" y="24"/>
                </a:lnTo>
                <a:lnTo>
                  <a:pt x="28" y="0"/>
                </a:lnTo>
                <a:lnTo>
                  <a:pt x="46" y="0"/>
                </a:lnTo>
                <a:close/>
                <a:moveTo>
                  <a:pt x="28" y="39"/>
                </a:moveTo>
                <a:lnTo>
                  <a:pt x="18" y="39"/>
                </a:lnTo>
                <a:lnTo>
                  <a:pt x="18" y="72"/>
                </a:lnTo>
                <a:lnTo>
                  <a:pt x="28" y="72"/>
                </a:lnTo>
                <a:lnTo>
                  <a:pt x="28" y="39"/>
                </a:lnTo>
                <a:close/>
                <a:moveTo>
                  <a:pt x="52" y="17"/>
                </a:moveTo>
                <a:lnTo>
                  <a:pt x="72" y="17"/>
                </a:lnTo>
                <a:lnTo>
                  <a:pt x="72" y="0"/>
                </a:lnTo>
                <a:lnTo>
                  <a:pt x="52" y="0"/>
                </a:lnTo>
                <a:lnTo>
                  <a:pt x="52" y="17"/>
                </a:lnTo>
                <a:close/>
                <a:moveTo>
                  <a:pt x="52" y="85"/>
                </a:moveTo>
                <a:lnTo>
                  <a:pt x="72" y="85"/>
                </a:lnTo>
                <a:lnTo>
                  <a:pt x="72" y="24"/>
                </a:lnTo>
                <a:lnTo>
                  <a:pt x="52" y="24"/>
                </a:lnTo>
                <a:lnTo>
                  <a:pt x="52" y="85"/>
                </a:lnTo>
                <a:close/>
                <a:moveTo>
                  <a:pt x="124" y="24"/>
                </a:moveTo>
                <a:lnTo>
                  <a:pt x="124" y="106"/>
                </a:lnTo>
                <a:lnTo>
                  <a:pt x="78" y="106"/>
                </a:lnTo>
                <a:lnTo>
                  <a:pt x="78" y="91"/>
                </a:lnTo>
                <a:lnTo>
                  <a:pt x="106" y="91"/>
                </a:lnTo>
                <a:lnTo>
                  <a:pt x="106" y="85"/>
                </a:lnTo>
                <a:lnTo>
                  <a:pt x="78" y="85"/>
                </a:lnTo>
                <a:lnTo>
                  <a:pt x="78" y="24"/>
                </a:lnTo>
                <a:lnTo>
                  <a:pt x="124" y="24"/>
                </a:lnTo>
                <a:close/>
                <a:moveTo>
                  <a:pt x="106" y="39"/>
                </a:moveTo>
                <a:lnTo>
                  <a:pt x="96" y="39"/>
                </a:lnTo>
                <a:lnTo>
                  <a:pt x="96" y="72"/>
                </a:lnTo>
                <a:lnTo>
                  <a:pt x="106" y="72"/>
                </a:lnTo>
                <a:lnTo>
                  <a:pt x="106" y="39"/>
                </a:lnTo>
                <a:close/>
                <a:moveTo>
                  <a:pt x="178" y="24"/>
                </a:moveTo>
                <a:lnTo>
                  <a:pt x="178" y="106"/>
                </a:lnTo>
                <a:lnTo>
                  <a:pt x="132" y="106"/>
                </a:lnTo>
                <a:lnTo>
                  <a:pt x="132" y="91"/>
                </a:lnTo>
                <a:lnTo>
                  <a:pt x="161" y="91"/>
                </a:lnTo>
                <a:lnTo>
                  <a:pt x="161" y="85"/>
                </a:lnTo>
                <a:lnTo>
                  <a:pt x="132" y="85"/>
                </a:lnTo>
                <a:lnTo>
                  <a:pt x="132" y="24"/>
                </a:lnTo>
                <a:lnTo>
                  <a:pt x="178" y="24"/>
                </a:lnTo>
                <a:close/>
                <a:moveTo>
                  <a:pt x="161" y="39"/>
                </a:moveTo>
                <a:lnTo>
                  <a:pt x="150" y="39"/>
                </a:lnTo>
                <a:lnTo>
                  <a:pt x="150" y="72"/>
                </a:lnTo>
                <a:lnTo>
                  <a:pt x="161" y="72"/>
                </a:lnTo>
                <a:lnTo>
                  <a:pt x="161" y="3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67" name="Freeform 72"/>
          <p:cNvSpPr/>
          <p:nvPr/>
        </p:nvSpPr>
        <p:spPr>
          <a:xfrm>
            <a:off x="4948200" y="2374920"/>
            <a:ext cx="209520" cy="212760"/>
          </a:xfrm>
          <a:custGeom>
            <a:avLst/>
            <a:gdLst/>
            <a:ahLst/>
            <a:rect l="l" t="t" r="r" b="b"/>
            <a:pathLst>
              <a:path w="61" h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1" y="14"/>
                  <a:pt x="61" y="31"/>
                </a:cubicBezTo>
                <a:cubicBezTo>
                  <a:pt x="61" y="48"/>
                  <a:pt x="48" y="62"/>
                  <a:pt x="31" y="62"/>
                </a:cubicBezTo>
                <a:close/>
                <a:moveTo>
                  <a:pt x="31" y="27"/>
                </a:moveTo>
                <a:cubicBezTo>
                  <a:pt x="18" y="31"/>
                  <a:pt x="5" y="30"/>
                  <a:pt x="4" y="30"/>
                </a:cubicBezTo>
                <a:cubicBezTo>
                  <a:pt x="4" y="31"/>
                  <a:pt x="4" y="31"/>
                  <a:pt x="4" y="31"/>
                </a:cubicBezTo>
                <a:cubicBezTo>
                  <a:pt x="4" y="38"/>
                  <a:pt x="7" y="44"/>
                  <a:pt x="11" y="49"/>
                </a:cubicBezTo>
                <a:cubicBezTo>
                  <a:pt x="18" y="36"/>
                  <a:pt x="32" y="31"/>
                  <a:pt x="32" y="31"/>
                </a:cubicBezTo>
                <a:cubicBezTo>
                  <a:pt x="33" y="31"/>
                  <a:pt x="33" y="31"/>
                  <a:pt x="33" y="31"/>
                </a:cubicBezTo>
                <a:cubicBezTo>
                  <a:pt x="33" y="30"/>
                  <a:pt x="32" y="28"/>
                  <a:pt x="31" y="27"/>
                </a:cubicBezTo>
                <a:close/>
                <a:moveTo>
                  <a:pt x="19" y="7"/>
                </a:moveTo>
                <a:cubicBezTo>
                  <a:pt x="12" y="11"/>
                  <a:pt x="7" y="18"/>
                  <a:pt x="5" y="26"/>
                </a:cubicBezTo>
                <a:cubicBezTo>
                  <a:pt x="6" y="26"/>
                  <a:pt x="17" y="26"/>
                  <a:pt x="29" y="23"/>
                </a:cubicBezTo>
                <a:cubicBezTo>
                  <a:pt x="25" y="15"/>
                  <a:pt x="20" y="8"/>
                  <a:pt x="19" y="7"/>
                </a:cubicBezTo>
                <a:close/>
                <a:moveTo>
                  <a:pt x="35" y="36"/>
                </a:moveTo>
                <a:cubicBezTo>
                  <a:pt x="35" y="36"/>
                  <a:pt x="35" y="36"/>
                  <a:pt x="35" y="36"/>
                </a:cubicBezTo>
                <a:cubicBezTo>
                  <a:pt x="35" y="36"/>
                  <a:pt x="19" y="41"/>
                  <a:pt x="14" y="52"/>
                </a:cubicBezTo>
                <a:cubicBezTo>
                  <a:pt x="14" y="52"/>
                  <a:pt x="14" y="52"/>
                  <a:pt x="14" y="52"/>
                </a:cubicBezTo>
                <a:cubicBezTo>
                  <a:pt x="18" y="55"/>
                  <a:pt x="24" y="58"/>
                  <a:pt x="31" y="58"/>
                </a:cubicBezTo>
                <a:cubicBezTo>
                  <a:pt x="34" y="58"/>
                  <a:pt x="38" y="57"/>
                  <a:pt x="41" y="56"/>
                </a:cubicBezTo>
                <a:cubicBezTo>
                  <a:pt x="40" y="53"/>
                  <a:pt x="39" y="45"/>
                  <a:pt x="35" y="36"/>
                </a:cubicBezTo>
                <a:close/>
                <a:moveTo>
                  <a:pt x="24" y="6"/>
                </a:moveTo>
                <a:cubicBezTo>
                  <a:pt x="24" y="6"/>
                  <a:pt x="24" y="6"/>
                  <a:pt x="24" y="6"/>
                </a:cubicBezTo>
                <a:cubicBezTo>
                  <a:pt x="24" y="6"/>
                  <a:pt x="24" y="6"/>
                  <a:pt x="24" y="6"/>
                </a:cubicBezTo>
                <a:close/>
                <a:moveTo>
                  <a:pt x="31" y="5"/>
                </a:moveTo>
                <a:cubicBezTo>
                  <a:pt x="28" y="5"/>
                  <a:pt x="26" y="5"/>
                  <a:pt x="24" y="6"/>
                </a:cubicBezTo>
                <a:cubicBezTo>
                  <a:pt x="25" y="6"/>
                  <a:pt x="30" y="13"/>
                  <a:pt x="34" y="21"/>
                </a:cubicBezTo>
                <a:cubicBezTo>
                  <a:pt x="44" y="17"/>
                  <a:pt x="48" y="12"/>
                  <a:pt x="48" y="12"/>
                </a:cubicBezTo>
                <a:cubicBezTo>
                  <a:pt x="43" y="7"/>
                  <a:pt x="37" y="5"/>
                  <a:pt x="31" y="5"/>
                </a:cubicBezTo>
                <a:close/>
                <a:moveTo>
                  <a:pt x="51" y="15"/>
                </a:moveTo>
                <a:cubicBezTo>
                  <a:pt x="51" y="15"/>
                  <a:pt x="47" y="21"/>
                  <a:pt x="36" y="25"/>
                </a:cubicBezTo>
                <a:cubicBezTo>
                  <a:pt x="37" y="26"/>
                  <a:pt x="37" y="28"/>
                  <a:pt x="38" y="29"/>
                </a:cubicBezTo>
                <a:cubicBezTo>
                  <a:pt x="38" y="29"/>
                  <a:pt x="38" y="30"/>
                  <a:pt x="39" y="30"/>
                </a:cubicBezTo>
                <a:cubicBezTo>
                  <a:pt x="48" y="29"/>
                  <a:pt x="57" y="31"/>
                  <a:pt x="57" y="31"/>
                </a:cubicBezTo>
                <a:cubicBezTo>
                  <a:pt x="57" y="25"/>
                  <a:pt x="55" y="19"/>
                  <a:pt x="51" y="15"/>
                </a:cubicBezTo>
                <a:close/>
                <a:moveTo>
                  <a:pt x="40" y="34"/>
                </a:moveTo>
                <a:cubicBezTo>
                  <a:pt x="44" y="44"/>
                  <a:pt x="45" y="52"/>
                  <a:pt x="45" y="53"/>
                </a:cubicBezTo>
                <a:cubicBezTo>
                  <a:pt x="51" y="49"/>
                  <a:pt x="55" y="43"/>
                  <a:pt x="57" y="35"/>
                </a:cubicBezTo>
                <a:cubicBezTo>
                  <a:pt x="56" y="35"/>
                  <a:pt x="49" y="33"/>
                  <a:pt x="40" y="3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68" name="Freeform 73"/>
          <p:cNvSpPr/>
          <p:nvPr/>
        </p:nvSpPr>
        <p:spPr>
          <a:xfrm>
            <a:off x="5443560" y="2392200"/>
            <a:ext cx="216000" cy="177840"/>
          </a:xfrm>
          <a:custGeom>
            <a:avLst/>
            <a:gdLst/>
            <a:ahLst/>
            <a:rect l="l" t="t" r="r" b="b"/>
            <a:pathLst>
              <a:path w="63" h="52">
                <a:moveTo>
                  <a:pt x="30" y="1"/>
                </a:moveTo>
                <a:cubicBezTo>
                  <a:pt x="31" y="0"/>
                  <a:pt x="32" y="0"/>
                  <a:pt x="33" y="1"/>
                </a:cubicBezTo>
                <a:cubicBezTo>
                  <a:pt x="62" y="30"/>
                  <a:pt x="62" y="30"/>
                  <a:pt x="62" y="30"/>
                </a:cubicBezTo>
                <a:cubicBezTo>
                  <a:pt x="63" y="31"/>
                  <a:pt x="62" y="31"/>
                  <a:pt x="61" y="31"/>
                </a:cubicBezTo>
                <a:cubicBezTo>
                  <a:pt x="2" y="31"/>
                  <a:pt x="2" y="31"/>
                  <a:pt x="2" y="31"/>
                </a:cubicBezTo>
                <a:cubicBezTo>
                  <a:pt x="0" y="31"/>
                  <a:pt x="0" y="31"/>
                  <a:pt x="1" y="30"/>
                </a:cubicBezTo>
                <a:lnTo>
                  <a:pt x="30" y="1"/>
                </a:lnTo>
                <a:close/>
                <a:moveTo>
                  <a:pt x="3" y="52"/>
                </a:moveTo>
                <a:cubicBezTo>
                  <a:pt x="2" y="52"/>
                  <a:pt x="1" y="51"/>
                  <a:pt x="1" y="49"/>
                </a:cubicBezTo>
                <a:cubicBezTo>
                  <a:pt x="1" y="39"/>
                  <a:pt x="1" y="39"/>
                  <a:pt x="1" y="39"/>
                </a:cubicBezTo>
                <a:cubicBezTo>
                  <a:pt x="1" y="38"/>
                  <a:pt x="2" y="37"/>
                  <a:pt x="3" y="37"/>
                </a:cubicBezTo>
                <a:cubicBezTo>
                  <a:pt x="60" y="37"/>
                  <a:pt x="60" y="37"/>
                  <a:pt x="60" y="37"/>
                </a:cubicBezTo>
                <a:cubicBezTo>
                  <a:pt x="61" y="37"/>
                  <a:pt x="62" y="38"/>
                  <a:pt x="62" y="39"/>
                </a:cubicBezTo>
                <a:cubicBezTo>
                  <a:pt x="62" y="49"/>
                  <a:pt x="62" y="49"/>
                  <a:pt x="62" y="49"/>
                </a:cubicBezTo>
                <a:cubicBezTo>
                  <a:pt x="62" y="51"/>
                  <a:pt x="61" y="52"/>
                  <a:pt x="60" y="52"/>
                </a:cubicBezTo>
                <a:lnTo>
                  <a:pt x="3" y="5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69" name="Freeform 74"/>
          <p:cNvSpPr/>
          <p:nvPr/>
        </p:nvSpPr>
        <p:spPr>
          <a:xfrm>
            <a:off x="5937120" y="2395440"/>
            <a:ext cx="247680" cy="192240"/>
          </a:xfrm>
          <a:custGeom>
            <a:avLst/>
            <a:gdLst/>
            <a:ahLst/>
            <a:rect l="l" t="t" r="r" b="b"/>
            <a:pathLst>
              <a:path w="72" h="56">
                <a:moveTo>
                  <a:pt x="66" y="17"/>
                </a:moveTo>
                <a:cubicBezTo>
                  <a:pt x="59" y="21"/>
                  <a:pt x="53" y="26"/>
                  <a:pt x="47" y="30"/>
                </a:cubicBezTo>
                <a:cubicBezTo>
                  <a:pt x="44" y="32"/>
                  <a:pt x="40" y="36"/>
                  <a:pt x="37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3" y="36"/>
                  <a:pt x="29" y="32"/>
                  <a:pt x="26" y="30"/>
                </a:cubicBezTo>
                <a:cubicBezTo>
                  <a:pt x="20" y="26"/>
                  <a:pt x="14" y="21"/>
                  <a:pt x="7" y="17"/>
                </a:cubicBezTo>
                <a:cubicBezTo>
                  <a:pt x="5" y="15"/>
                  <a:pt x="0" y="11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70" y="0"/>
                  <a:pt x="72" y="2"/>
                  <a:pt x="72" y="6"/>
                </a:cubicBezTo>
                <a:cubicBezTo>
                  <a:pt x="72" y="11"/>
                  <a:pt x="69" y="15"/>
                  <a:pt x="66" y="17"/>
                </a:cubicBezTo>
                <a:close/>
                <a:moveTo>
                  <a:pt x="72" y="50"/>
                </a:moveTo>
                <a:cubicBezTo>
                  <a:pt x="72" y="53"/>
                  <a:pt x="70" y="56"/>
                  <a:pt x="66" y="56"/>
                </a:cubicBezTo>
                <a:cubicBezTo>
                  <a:pt x="7" y="56"/>
                  <a:pt x="7" y="56"/>
                  <a:pt x="7" y="56"/>
                </a:cubicBezTo>
                <a:cubicBezTo>
                  <a:pt x="3" y="56"/>
                  <a:pt x="0" y="53"/>
                  <a:pt x="0" y="50"/>
                </a:cubicBezTo>
                <a:cubicBezTo>
                  <a:pt x="0" y="18"/>
                  <a:pt x="0" y="18"/>
                  <a:pt x="0" y="18"/>
                </a:cubicBezTo>
                <a:cubicBezTo>
                  <a:pt x="2" y="19"/>
                  <a:pt x="3" y="20"/>
                  <a:pt x="5" y="21"/>
                </a:cubicBezTo>
                <a:cubicBezTo>
                  <a:pt x="11" y="26"/>
                  <a:pt x="18" y="30"/>
                  <a:pt x="24" y="35"/>
                </a:cubicBezTo>
                <a:cubicBezTo>
                  <a:pt x="28" y="38"/>
                  <a:pt x="32" y="41"/>
                  <a:pt x="36" y="41"/>
                </a:cubicBezTo>
                <a:cubicBezTo>
                  <a:pt x="36" y="41"/>
                  <a:pt x="36" y="41"/>
                  <a:pt x="36" y="41"/>
                </a:cubicBezTo>
                <a:cubicBezTo>
                  <a:pt x="37" y="41"/>
                  <a:pt x="37" y="41"/>
                  <a:pt x="37" y="41"/>
                </a:cubicBezTo>
                <a:cubicBezTo>
                  <a:pt x="41" y="41"/>
                  <a:pt x="45" y="38"/>
                  <a:pt x="48" y="35"/>
                </a:cubicBezTo>
                <a:cubicBezTo>
                  <a:pt x="55" y="30"/>
                  <a:pt x="62" y="26"/>
                  <a:pt x="68" y="21"/>
                </a:cubicBezTo>
                <a:cubicBezTo>
                  <a:pt x="70" y="20"/>
                  <a:pt x="71" y="19"/>
                  <a:pt x="72" y="18"/>
                </a:cubicBezTo>
                <a:lnTo>
                  <a:pt x="72" y="5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70" name="Freeform 75"/>
          <p:cNvSpPr/>
          <p:nvPr/>
        </p:nvSpPr>
        <p:spPr>
          <a:xfrm>
            <a:off x="6432480" y="2374920"/>
            <a:ext cx="141480" cy="195120"/>
          </a:xfrm>
          <a:custGeom>
            <a:avLst/>
            <a:gdLst/>
            <a:ahLst/>
            <a:rect l="l" t="t" r="r" b="b"/>
            <a:pathLst>
              <a:path w="41" h="57">
                <a:moveTo>
                  <a:pt x="40" y="54"/>
                </a:moveTo>
                <a:cubicBezTo>
                  <a:pt x="41" y="55"/>
                  <a:pt x="40" y="55"/>
                  <a:pt x="40" y="56"/>
                </a:cubicBezTo>
                <a:cubicBezTo>
                  <a:pt x="39" y="56"/>
                  <a:pt x="36" y="57"/>
                  <a:pt x="31" y="57"/>
                </a:cubicBezTo>
                <a:cubicBezTo>
                  <a:pt x="18" y="57"/>
                  <a:pt x="8" y="49"/>
                  <a:pt x="5" y="38"/>
                </a:cubicBezTo>
                <a:cubicBezTo>
                  <a:pt x="1" y="38"/>
                  <a:pt x="1" y="38"/>
                  <a:pt x="1" y="38"/>
                </a:cubicBezTo>
                <a:cubicBezTo>
                  <a:pt x="0" y="38"/>
                  <a:pt x="0" y="37"/>
                  <a:pt x="0" y="36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31"/>
                  <a:pt x="0" y="31"/>
                  <a:pt x="1" y="31"/>
                </a:cubicBezTo>
                <a:cubicBezTo>
                  <a:pt x="4" y="31"/>
                  <a:pt x="4" y="31"/>
                  <a:pt x="4" y="31"/>
                </a:cubicBezTo>
                <a:cubicBezTo>
                  <a:pt x="4" y="29"/>
                  <a:pt x="4" y="28"/>
                  <a:pt x="4" y="26"/>
                </a:cubicBezTo>
                <a:cubicBezTo>
                  <a:pt x="1" y="26"/>
                  <a:pt x="1" y="26"/>
                  <a:pt x="1" y="26"/>
                </a:cubicBezTo>
                <a:cubicBezTo>
                  <a:pt x="0" y="26"/>
                  <a:pt x="0" y="26"/>
                  <a:pt x="0" y="25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20"/>
                  <a:pt x="0" y="19"/>
                  <a:pt x="1" y="19"/>
                </a:cubicBezTo>
                <a:cubicBezTo>
                  <a:pt x="5" y="19"/>
                  <a:pt x="5" y="19"/>
                  <a:pt x="5" y="19"/>
                </a:cubicBezTo>
                <a:cubicBezTo>
                  <a:pt x="9" y="8"/>
                  <a:pt x="19" y="0"/>
                  <a:pt x="31" y="0"/>
                </a:cubicBezTo>
                <a:cubicBezTo>
                  <a:pt x="35" y="0"/>
                  <a:pt x="38" y="1"/>
                  <a:pt x="39" y="1"/>
                </a:cubicBezTo>
                <a:cubicBezTo>
                  <a:pt x="39" y="1"/>
                  <a:pt x="39" y="2"/>
                  <a:pt x="39" y="2"/>
                </a:cubicBezTo>
                <a:cubicBezTo>
                  <a:pt x="40" y="2"/>
                  <a:pt x="40" y="3"/>
                  <a:pt x="40" y="3"/>
                </a:cubicBezTo>
                <a:cubicBezTo>
                  <a:pt x="38" y="9"/>
                  <a:pt x="38" y="9"/>
                  <a:pt x="38" y="9"/>
                </a:cubicBezTo>
                <a:cubicBezTo>
                  <a:pt x="38" y="10"/>
                  <a:pt x="37" y="10"/>
                  <a:pt x="36" y="10"/>
                </a:cubicBezTo>
                <a:cubicBezTo>
                  <a:pt x="36" y="10"/>
                  <a:pt x="34" y="10"/>
                  <a:pt x="31" y="10"/>
                </a:cubicBezTo>
                <a:cubicBezTo>
                  <a:pt x="24" y="10"/>
                  <a:pt x="18" y="13"/>
                  <a:pt x="16" y="19"/>
                </a:cubicBezTo>
                <a:cubicBezTo>
                  <a:pt x="34" y="19"/>
                  <a:pt x="34" y="19"/>
                  <a:pt x="34" y="19"/>
                </a:cubicBezTo>
                <a:cubicBezTo>
                  <a:pt x="35" y="19"/>
                  <a:pt x="35" y="19"/>
                  <a:pt x="35" y="20"/>
                </a:cubicBezTo>
                <a:cubicBezTo>
                  <a:pt x="36" y="20"/>
                  <a:pt x="36" y="20"/>
                  <a:pt x="36" y="21"/>
                </a:cubicBezTo>
                <a:cubicBezTo>
                  <a:pt x="35" y="25"/>
                  <a:pt x="35" y="25"/>
                  <a:pt x="35" y="25"/>
                </a:cubicBezTo>
                <a:cubicBezTo>
                  <a:pt x="35" y="26"/>
                  <a:pt x="34" y="26"/>
                  <a:pt x="33" y="26"/>
                </a:cubicBezTo>
                <a:cubicBezTo>
                  <a:pt x="14" y="26"/>
                  <a:pt x="14" y="26"/>
                  <a:pt x="14" y="26"/>
                </a:cubicBezTo>
                <a:cubicBezTo>
                  <a:pt x="14" y="28"/>
                  <a:pt x="14" y="29"/>
                  <a:pt x="14" y="31"/>
                </a:cubicBezTo>
                <a:cubicBezTo>
                  <a:pt x="32" y="31"/>
                  <a:pt x="32" y="31"/>
                  <a:pt x="32" y="31"/>
                </a:cubicBezTo>
                <a:cubicBezTo>
                  <a:pt x="33" y="31"/>
                  <a:pt x="33" y="31"/>
                  <a:pt x="33" y="31"/>
                </a:cubicBezTo>
                <a:cubicBezTo>
                  <a:pt x="33" y="31"/>
                  <a:pt x="34" y="32"/>
                  <a:pt x="33" y="32"/>
                </a:cubicBezTo>
                <a:cubicBezTo>
                  <a:pt x="33" y="37"/>
                  <a:pt x="33" y="37"/>
                  <a:pt x="33" y="37"/>
                </a:cubicBezTo>
                <a:cubicBezTo>
                  <a:pt x="32" y="37"/>
                  <a:pt x="32" y="38"/>
                  <a:pt x="31" y="38"/>
                </a:cubicBezTo>
                <a:cubicBezTo>
                  <a:pt x="16" y="38"/>
                  <a:pt x="16" y="38"/>
                  <a:pt x="16" y="38"/>
                </a:cubicBezTo>
                <a:cubicBezTo>
                  <a:pt x="18" y="44"/>
                  <a:pt x="24" y="48"/>
                  <a:pt x="31" y="48"/>
                </a:cubicBezTo>
                <a:cubicBezTo>
                  <a:pt x="34" y="48"/>
                  <a:pt x="37" y="47"/>
                  <a:pt x="37" y="47"/>
                </a:cubicBezTo>
                <a:cubicBezTo>
                  <a:pt x="38" y="47"/>
                  <a:pt x="38" y="47"/>
                  <a:pt x="38" y="47"/>
                </a:cubicBezTo>
                <a:cubicBezTo>
                  <a:pt x="39" y="47"/>
                  <a:pt x="39" y="47"/>
                  <a:pt x="39" y="48"/>
                </a:cubicBezTo>
                <a:lnTo>
                  <a:pt x="40" y="5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71" name="Freeform 76"/>
          <p:cNvSpPr/>
          <p:nvPr/>
        </p:nvSpPr>
        <p:spPr>
          <a:xfrm>
            <a:off x="6927840" y="2374920"/>
            <a:ext cx="212760" cy="212760"/>
          </a:xfrm>
          <a:custGeom>
            <a:avLst/>
            <a:gdLst/>
            <a:ahLst/>
            <a:rect l="l" t="t" r="r" b="b"/>
            <a:pathLst>
              <a:path w="62" h="62">
                <a:moveTo>
                  <a:pt x="62" y="31"/>
                </a:moveTo>
                <a:cubicBezTo>
                  <a:pt x="62" y="48"/>
                  <a:pt x="48" y="62"/>
                  <a:pt x="31" y="62"/>
                </a:cubicBez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2" y="14"/>
                  <a:pt x="62" y="31"/>
                </a:cubicBezTo>
                <a:close/>
                <a:moveTo>
                  <a:pt x="37" y="12"/>
                </a:moveTo>
                <a:cubicBezTo>
                  <a:pt x="37" y="11"/>
                  <a:pt x="37" y="11"/>
                  <a:pt x="37" y="11"/>
                </a:cubicBezTo>
                <a:cubicBezTo>
                  <a:pt x="36" y="11"/>
                  <a:pt x="36" y="11"/>
                  <a:pt x="36" y="11"/>
                </a:cubicBezTo>
                <a:cubicBezTo>
                  <a:pt x="27" y="11"/>
                  <a:pt x="27" y="11"/>
                  <a:pt x="27" y="11"/>
                </a:cubicBezTo>
                <a:cubicBezTo>
                  <a:pt x="27" y="11"/>
                  <a:pt x="26" y="11"/>
                  <a:pt x="26" y="11"/>
                </a:cubicBezTo>
                <a:cubicBezTo>
                  <a:pt x="26" y="11"/>
                  <a:pt x="26" y="11"/>
                  <a:pt x="26" y="12"/>
                </a:cubicBezTo>
                <a:cubicBezTo>
                  <a:pt x="26" y="37"/>
                  <a:pt x="26" y="37"/>
                  <a:pt x="26" y="37"/>
                </a:cubicBezTo>
                <a:cubicBezTo>
                  <a:pt x="26" y="37"/>
                  <a:pt x="27" y="38"/>
                  <a:pt x="28" y="38"/>
                </a:cubicBezTo>
                <a:cubicBezTo>
                  <a:pt x="35" y="38"/>
                  <a:pt x="35" y="38"/>
                  <a:pt x="35" y="38"/>
                </a:cubicBezTo>
                <a:cubicBezTo>
                  <a:pt x="36" y="38"/>
                  <a:pt x="36" y="37"/>
                  <a:pt x="36" y="37"/>
                </a:cubicBezTo>
                <a:lnTo>
                  <a:pt x="37" y="12"/>
                </a:lnTo>
                <a:close/>
                <a:moveTo>
                  <a:pt x="36" y="43"/>
                </a:moveTo>
                <a:cubicBezTo>
                  <a:pt x="36" y="42"/>
                  <a:pt x="36" y="42"/>
                  <a:pt x="35" y="42"/>
                </a:cubicBezTo>
                <a:cubicBezTo>
                  <a:pt x="28" y="42"/>
                  <a:pt x="28" y="42"/>
                  <a:pt x="28" y="42"/>
                </a:cubicBezTo>
                <a:cubicBezTo>
                  <a:pt x="27" y="42"/>
                  <a:pt x="26" y="42"/>
                  <a:pt x="26" y="43"/>
                </a:cubicBezTo>
                <a:cubicBezTo>
                  <a:pt x="26" y="51"/>
                  <a:pt x="26" y="51"/>
                  <a:pt x="26" y="51"/>
                </a:cubicBezTo>
                <a:cubicBezTo>
                  <a:pt x="26" y="51"/>
                  <a:pt x="27" y="52"/>
                  <a:pt x="28" y="52"/>
                </a:cubicBezTo>
                <a:cubicBezTo>
                  <a:pt x="35" y="52"/>
                  <a:pt x="35" y="52"/>
                  <a:pt x="35" y="52"/>
                </a:cubicBezTo>
                <a:cubicBezTo>
                  <a:pt x="36" y="52"/>
                  <a:pt x="36" y="51"/>
                  <a:pt x="36" y="51"/>
                </a:cubicBezTo>
                <a:lnTo>
                  <a:pt x="36" y="4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72" name="Freeform 77"/>
          <p:cNvSpPr/>
          <p:nvPr/>
        </p:nvSpPr>
        <p:spPr>
          <a:xfrm>
            <a:off x="7423200" y="2374920"/>
            <a:ext cx="209520" cy="212760"/>
          </a:xfrm>
          <a:custGeom>
            <a:avLst/>
            <a:gdLst/>
            <a:ahLst/>
            <a:rect l="l" t="t" r="r" b="b"/>
            <a:pathLst>
              <a:path w="61" h="62">
                <a:moveTo>
                  <a:pt x="61" y="51"/>
                </a:moveTo>
                <a:cubicBezTo>
                  <a:pt x="61" y="57"/>
                  <a:pt x="56" y="62"/>
                  <a:pt x="50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5" y="62"/>
                  <a:pt x="0" y="57"/>
                  <a:pt x="0" y="51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6"/>
                  <a:pt x="5" y="0"/>
                  <a:pt x="11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6" y="0"/>
                  <a:pt x="61" y="6"/>
                  <a:pt x="61" y="12"/>
                </a:cubicBezTo>
                <a:lnTo>
                  <a:pt x="61" y="51"/>
                </a:lnTo>
                <a:close/>
                <a:moveTo>
                  <a:pt x="51" y="13"/>
                </a:moveTo>
                <a:cubicBezTo>
                  <a:pt x="51" y="12"/>
                  <a:pt x="50" y="11"/>
                  <a:pt x="49" y="11"/>
                </a:cubicBezTo>
                <a:cubicBezTo>
                  <a:pt x="29" y="11"/>
                  <a:pt x="29" y="11"/>
                  <a:pt x="29" y="11"/>
                </a:cubicBezTo>
                <a:cubicBezTo>
                  <a:pt x="28" y="11"/>
                  <a:pt x="27" y="11"/>
                  <a:pt x="27" y="12"/>
                </a:cubicBezTo>
                <a:cubicBezTo>
                  <a:pt x="27" y="13"/>
                  <a:pt x="27" y="14"/>
                  <a:pt x="28" y="15"/>
                </a:cubicBezTo>
                <a:cubicBezTo>
                  <a:pt x="33" y="21"/>
                  <a:pt x="33" y="21"/>
                  <a:pt x="33" y="21"/>
                </a:cubicBezTo>
                <a:cubicBezTo>
                  <a:pt x="12" y="42"/>
                  <a:pt x="12" y="42"/>
                  <a:pt x="12" y="42"/>
                </a:cubicBezTo>
                <a:cubicBezTo>
                  <a:pt x="11" y="43"/>
                  <a:pt x="11" y="45"/>
                  <a:pt x="12" y="46"/>
                </a:cubicBezTo>
                <a:cubicBezTo>
                  <a:pt x="16" y="50"/>
                  <a:pt x="16" y="50"/>
                  <a:pt x="16" y="50"/>
                </a:cubicBezTo>
                <a:cubicBezTo>
                  <a:pt x="17" y="51"/>
                  <a:pt x="19" y="51"/>
                  <a:pt x="20" y="50"/>
                </a:cubicBezTo>
                <a:cubicBezTo>
                  <a:pt x="41" y="29"/>
                  <a:pt x="41" y="29"/>
                  <a:pt x="41" y="29"/>
                </a:cubicBezTo>
                <a:cubicBezTo>
                  <a:pt x="47" y="34"/>
                  <a:pt x="47" y="34"/>
                  <a:pt x="47" y="34"/>
                </a:cubicBezTo>
                <a:cubicBezTo>
                  <a:pt x="47" y="35"/>
                  <a:pt x="48" y="35"/>
                  <a:pt x="49" y="35"/>
                </a:cubicBezTo>
                <a:cubicBezTo>
                  <a:pt x="49" y="35"/>
                  <a:pt x="49" y="35"/>
                  <a:pt x="50" y="35"/>
                </a:cubicBezTo>
                <a:cubicBezTo>
                  <a:pt x="51" y="35"/>
                  <a:pt x="51" y="34"/>
                  <a:pt x="51" y="33"/>
                </a:cubicBezTo>
                <a:lnTo>
                  <a:pt x="51" y="1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73" name="Freeform 78"/>
          <p:cNvSpPr/>
          <p:nvPr/>
        </p:nvSpPr>
        <p:spPr>
          <a:xfrm>
            <a:off x="7931160" y="2357280"/>
            <a:ext cx="120600" cy="230400"/>
          </a:xfrm>
          <a:custGeom>
            <a:avLst/>
            <a:gdLst/>
            <a:ahLst/>
            <a:rect l="l" t="t" r="r" b="b"/>
            <a:pathLst>
              <a:path w="35" h="67">
                <a:moveTo>
                  <a:pt x="35" y="11"/>
                </a:moveTo>
                <a:cubicBezTo>
                  <a:pt x="29" y="11"/>
                  <a:pt x="29" y="11"/>
                  <a:pt x="29" y="11"/>
                </a:cubicBezTo>
                <a:cubicBezTo>
                  <a:pt x="24" y="11"/>
                  <a:pt x="23" y="14"/>
                  <a:pt x="23" y="17"/>
                </a:cubicBezTo>
                <a:cubicBezTo>
                  <a:pt x="23" y="25"/>
                  <a:pt x="23" y="25"/>
                  <a:pt x="23" y="25"/>
                </a:cubicBezTo>
                <a:cubicBezTo>
                  <a:pt x="35" y="25"/>
                  <a:pt x="35" y="25"/>
                  <a:pt x="35" y="25"/>
                </a:cubicBezTo>
                <a:cubicBezTo>
                  <a:pt x="33" y="37"/>
                  <a:pt x="33" y="37"/>
                  <a:pt x="3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67"/>
                  <a:pt x="23" y="67"/>
                  <a:pt x="23" y="67"/>
                </a:cubicBezTo>
                <a:cubicBezTo>
                  <a:pt x="11" y="67"/>
                  <a:pt x="11" y="67"/>
                  <a:pt x="11" y="67"/>
                </a:cubicBezTo>
                <a:cubicBezTo>
                  <a:pt x="11" y="37"/>
                  <a:pt x="11" y="37"/>
                  <a:pt x="11" y="37"/>
                </a:cubicBezTo>
                <a:cubicBezTo>
                  <a:pt x="0" y="37"/>
                  <a:pt x="0" y="37"/>
                  <a:pt x="0" y="37"/>
                </a:cubicBezTo>
                <a:cubicBezTo>
                  <a:pt x="0" y="25"/>
                  <a:pt x="0" y="25"/>
                  <a:pt x="0" y="25"/>
                </a:cubicBezTo>
                <a:cubicBezTo>
                  <a:pt x="11" y="25"/>
                  <a:pt x="11" y="25"/>
                  <a:pt x="11" y="25"/>
                </a:cubicBezTo>
                <a:cubicBezTo>
                  <a:pt x="11" y="16"/>
                  <a:pt x="11" y="16"/>
                  <a:pt x="11" y="16"/>
                </a:cubicBezTo>
                <a:cubicBezTo>
                  <a:pt x="11" y="6"/>
                  <a:pt x="17" y="0"/>
                  <a:pt x="26" y="0"/>
                </a:cubicBezTo>
                <a:cubicBezTo>
                  <a:pt x="30" y="0"/>
                  <a:pt x="34" y="1"/>
                  <a:pt x="35" y="1"/>
                </a:cubicBezTo>
                <a:lnTo>
                  <a:pt x="35" y="1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74" name="Freeform 79"/>
          <p:cNvSpPr/>
          <p:nvPr/>
        </p:nvSpPr>
        <p:spPr>
          <a:xfrm>
            <a:off x="8412120" y="2357280"/>
            <a:ext cx="247680" cy="247680"/>
          </a:xfrm>
          <a:custGeom>
            <a:avLst/>
            <a:gdLst/>
            <a:ahLst/>
            <a:rect l="l" t="t" r="r" b="b"/>
            <a:pathLst>
              <a:path w="72" h="72">
                <a:moveTo>
                  <a:pt x="18" y="22"/>
                </a:moveTo>
                <a:cubicBezTo>
                  <a:pt x="18" y="66"/>
                  <a:pt x="18" y="66"/>
                  <a:pt x="18" y="66"/>
                </a:cubicBezTo>
                <a:cubicBezTo>
                  <a:pt x="18" y="69"/>
                  <a:pt x="15" y="72"/>
                  <a:pt x="11" y="72"/>
                </a:cubicBezTo>
                <a:cubicBezTo>
                  <a:pt x="6" y="72"/>
                  <a:pt x="6" y="72"/>
                  <a:pt x="6" y="72"/>
                </a:cubicBezTo>
                <a:cubicBezTo>
                  <a:pt x="3" y="72"/>
                  <a:pt x="0" y="69"/>
                  <a:pt x="0" y="66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19"/>
                  <a:pt x="3" y="16"/>
                  <a:pt x="6" y="16"/>
                </a:cubicBezTo>
                <a:cubicBezTo>
                  <a:pt x="11" y="16"/>
                  <a:pt x="11" y="16"/>
                  <a:pt x="11" y="16"/>
                </a:cubicBezTo>
                <a:cubicBezTo>
                  <a:pt x="15" y="16"/>
                  <a:pt x="18" y="19"/>
                  <a:pt x="18" y="22"/>
                </a:cubicBezTo>
                <a:close/>
                <a:moveTo>
                  <a:pt x="72" y="31"/>
                </a:moveTo>
                <a:cubicBezTo>
                  <a:pt x="72" y="62"/>
                  <a:pt x="72" y="62"/>
                  <a:pt x="72" y="62"/>
                </a:cubicBezTo>
                <a:cubicBezTo>
                  <a:pt x="72" y="68"/>
                  <a:pt x="67" y="72"/>
                  <a:pt x="61" y="72"/>
                </a:cubicBezTo>
                <a:cubicBezTo>
                  <a:pt x="27" y="72"/>
                  <a:pt x="27" y="72"/>
                  <a:pt x="27" y="72"/>
                </a:cubicBezTo>
                <a:cubicBezTo>
                  <a:pt x="23" y="72"/>
                  <a:pt x="20" y="69"/>
                  <a:pt x="20" y="66"/>
                </a:cubicBezTo>
                <a:cubicBezTo>
                  <a:pt x="20" y="4"/>
                  <a:pt x="20" y="4"/>
                  <a:pt x="20" y="4"/>
                </a:cubicBezTo>
                <a:cubicBezTo>
                  <a:pt x="20" y="2"/>
                  <a:pt x="22" y="0"/>
                  <a:pt x="24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3" y="0"/>
                  <a:pt x="56" y="2"/>
                  <a:pt x="58" y="3"/>
                </a:cubicBezTo>
                <a:cubicBezTo>
                  <a:pt x="64" y="9"/>
                  <a:pt x="64" y="9"/>
                  <a:pt x="64" y="9"/>
                </a:cubicBezTo>
                <a:cubicBezTo>
                  <a:pt x="65" y="11"/>
                  <a:pt x="67" y="14"/>
                  <a:pt x="67" y="16"/>
                </a:cubicBezTo>
                <a:cubicBezTo>
                  <a:pt x="67" y="22"/>
                  <a:pt x="67" y="22"/>
                  <a:pt x="67" y="22"/>
                </a:cubicBezTo>
                <a:cubicBezTo>
                  <a:pt x="70" y="24"/>
                  <a:pt x="72" y="27"/>
                  <a:pt x="72" y="31"/>
                </a:cubicBezTo>
                <a:close/>
                <a:moveTo>
                  <a:pt x="61" y="16"/>
                </a:moveTo>
                <a:cubicBezTo>
                  <a:pt x="55" y="16"/>
                  <a:pt x="55" y="16"/>
                  <a:pt x="55" y="16"/>
                </a:cubicBezTo>
                <a:cubicBezTo>
                  <a:pt x="53" y="16"/>
                  <a:pt x="51" y="14"/>
                  <a:pt x="51" y="12"/>
                </a:cubicBezTo>
                <a:cubicBezTo>
                  <a:pt x="51" y="5"/>
                  <a:pt x="51" y="5"/>
                  <a:pt x="51" y="5"/>
                </a:cubicBezTo>
                <a:cubicBezTo>
                  <a:pt x="25" y="5"/>
                  <a:pt x="25" y="5"/>
                  <a:pt x="25" y="5"/>
                </a:cubicBezTo>
                <a:cubicBezTo>
                  <a:pt x="25" y="26"/>
                  <a:pt x="25" y="26"/>
                  <a:pt x="25" y="26"/>
                </a:cubicBezTo>
                <a:cubicBezTo>
                  <a:pt x="61" y="26"/>
                  <a:pt x="61" y="26"/>
                  <a:pt x="61" y="26"/>
                </a:cubicBezTo>
                <a:lnTo>
                  <a:pt x="61" y="16"/>
                </a:lnTo>
                <a:close/>
                <a:moveTo>
                  <a:pt x="37" y="36"/>
                </a:moveTo>
                <a:cubicBezTo>
                  <a:pt x="37" y="36"/>
                  <a:pt x="36" y="35"/>
                  <a:pt x="36" y="35"/>
                </a:cubicBezTo>
                <a:cubicBezTo>
                  <a:pt x="31" y="35"/>
                  <a:pt x="31" y="35"/>
                  <a:pt x="31" y="35"/>
                </a:cubicBezTo>
                <a:cubicBezTo>
                  <a:pt x="30" y="35"/>
                  <a:pt x="29" y="36"/>
                  <a:pt x="29" y="36"/>
                </a:cubicBezTo>
                <a:cubicBezTo>
                  <a:pt x="29" y="41"/>
                  <a:pt x="29" y="41"/>
                  <a:pt x="29" y="41"/>
                </a:cubicBezTo>
                <a:cubicBezTo>
                  <a:pt x="29" y="42"/>
                  <a:pt x="30" y="43"/>
                  <a:pt x="31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43"/>
                  <a:pt x="37" y="42"/>
                  <a:pt x="37" y="41"/>
                </a:cubicBezTo>
                <a:lnTo>
                  <a:pt x="37" y="36"/>
                </a:lnTo>
                <a:close/>
                <a:moveTo>
                  <a:pt x="37" y="47"/>
                </a:moveTo>
                <a:cubicBezTo>
                  <a:pt x="37" y="46"/>
                  <a:pt x="36" y="45"/>
                  <a:pt x="36" y="45"/>
                </a:cubicBezTo>
                <a:cubicBezTo>
                  <a:pt x="31" y="45"/>
                  <a:pt x="31" y="45"/>
                  <a:pt x="31" y="45"/>
                </a:cubicBezTo>
                <a:cubicBezTo>
                  <a:pt x="30" y="45"/>
                  <a:pt x="29" y="46"/>
                  <a:pt x="29" y="47"/>
                </a:cubicBezTo>
                <a:cubicBezTo>
                  <a:pt x="29" y="52"/>
                  <a:pt x="29" y="52"/>
                  <a:pt x="29" y="52"/>
                </a:cubicBezTo>
                <a:cubicBezTo>
                  <a:pt x="29" y="52"/>
                  <a:pt x="30" y="53"/>
                  <a:pt x="31" y="53"/>
                </a:cubicBezTo>
                <a:cubicBezTo>
                  <a:pt x="36" y="53"/>
                  <a:pt x="36" y="53"/>
                  <a:pt x="36" y="53"/>
                </a:cubicBezTo>
                <a:cubicBezTo>
                  <a:pt x="36" y="53"/>
                  <a:pt x="37" y="52"/>
                  <a:pt x="37" y="52"/>
                </a:cubicBezTo>
                <a:lnTo>
                  <a:pt x="37" y="47"/>
                </a:lnTo>
                <a:close/>
                <a:moveTo>
                  <a:pt x="37" y="57"/>
                </a:moveTo>
                <a:cubicBezTo>
                  <a:pt x="37" y="56"/>
                  <a:pt x="36" y="56"/>
                  <a:pt x="36" y="56"/>
                </a:cubicBezTo>
                <a:cubicBezTo>
                  <a:pt x="31" y="56"/>
                  <a:pt x="31" y="56"/>
                  <a:pt x="31" y="56"/>
                </a:cubicBezTo>
                <a:cubicBezTo>
                  <a:pt x="30" y="56"/>
                  <a:pt x="29" y="56"/>
                  <a:pt x="29" y="57"/>
                </a:cubicBezTo>
                <a:cubicBezTo>
                  <a:pt x="29" y="62"/>
                  <a:pt x="29" y="62"/>
                  <a:pt x="29" y="62"/>
                </a:cubicBezTo>
                <a:cubicBezTo>
                  <a:pt x="29" y="63"/>
                  <a:pt x="30" y="63"/>
                  <a:pt x="31" y="63"/>
                </a:cubicBezTo>
                <a:cubicBezTo>
                  <a:pt x="36" y="63"/>
                  <a:pt x="36" y="63"/>
                  <a:pt x="36" y="63"/>
                </a:cubicBezTo>
                <a:cubicBezTo>
                  <a:pt x="36" y="63"/>
                  <a:pt x="37" y="63"/>
                  <a:pt x="37" y="62"/>
                </a:cubicBezTo>
                <a:lnTo>
                  <a:pt x="37" y="57"/>
                </a:lnTo>
                <a:close/>
                <a:moveTo>
                  <a:pt x="47" y="36"/>
                </a:moveTo>
                <a:cubicBezTo>
                  <a:pt x="47" y="36"/>
                  <a:pt x="47" y="35"/>
                  <a:pt x="46" y="35"/>
                </a:cubicBezTo>
                <a:cubicBezTo>
                  <a:pt x="41" y="35"/>
                  <a:pt x="41" y="35"/>
                  <a:pt x="41" y="35"/>
                </a:cubicBezTo>
                <a:cubicBezTo>
                  <a:pt x="40" y="35"/>
                  <a:pt x="40" y="36"/>
                  <a:pt x="40" y="36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2"/>
                  <a:pt x="40" y="43"/>
                  <a:pt x="41" y="43"/>
                </a:cubicBezTo>
                <a:cubicBezTo>
                  <a:pt x="46" y="43"/>
                  <a:pt x="46" y="43"/>
                  <a:pt x="46" y="43"/>
                </a:cubicBezTo>
                <a:cubicBezTo>
                  <a:pt x="47" y="43"/>
                  <a:pt x="47" y="42"/>
                  <a:pt x="47" y="41"/>
                </a:cubicBezTo>
                <a:lnTo>
                  <a:pt x="47" y="36"/>
                </a:lnTo>
                <a:close/>
                <a:moveTo>
                  <a:pt x="47" y="47"/>
                </a:moveTo>
                <a:cubicBezTo>
                  <a:pt x="47" y="46"/>
                  <a:pt x="47" y="45"/>
                  <a:pt x="46" y="45"/>
                </a:cubicBezTo>
                <a:cubicBezTo>
                  <a:pt x="41" y="45"/>
                  <a:pt x="41" y="45"/>
                  <a:pt x="41" y="45"/>
                </a:cubicBezTo>
                <a:cubicBezTo>
                  <a:pt x="40" y="45"/>
                  <a:pt x="40" y="46"/>
                  <a:pt x="40" y="47"/>
                </a:cubicBezTo>
                <a:cubicBezTo>
                  <a:pt x="40" y="52"/>
                  <a:pt x="40" y="52"/>
                  <a:pt x="40" y="52"/>
                </a:cubicBezTo>
                <a:cubicBezTo>
                  <a:pt x="40" y="52"/>
                  <a:pt x="40" y="53"/>
                  <a:pt x="41" y="53"/>
                </a:cubicBezTo>
                <a:cubicBezTo>
                  <a:pt x="46" y="53"/>
                  <a:pt x="46" y="53"/>
                  <a:pt x="46" y="53"/>
                </a:cubicBezTo>
                <a:cubicBezTo>
                  <a:pt x="47" y="53"/>
                  <a:pt x="47" y="52"/>
                  <a:pt x="47" y="52"/>
                </a:cubicBezTo>
                <a:lnTo>
                  <a:pt x="47" y="47"/>
                </a:lnTo>
                <a:close/>
                <a:moveTo>
                  <a:pt x="47" y="57"/>
                </a:moveTo>
                <a:cubicBezTo>
                  <a:pt x="47" y="56"/>
                  <a:pt x="47" y="56"/>
                  <a:pt x="46" y="56"/>
                </a:cubicBezTo>
                <a:cubicBezTo>
                  <a:pt x="41" y="56"/>
                  <a:pt x="41" y="56"/>
                  <a:pt x="41" y="56"/>
                </a:cubicBezTo>
                <a:cubicBezTo>
                  <a:pt x="40" y="56"/>
                  <a:pt x="40" y="56"/>
                  <a:pt x="40" y="57"/>
                </a:cubicBezTo>
                <a:cubicBezTo>
                  <a:pt x="40" y="62"/>
                  <a:pt x="40" y="62"/>
                  <a:pt x="40" y="62"/>
                </a:cubicBezTo>
                <a:cubicBezTo>
                  <a:pt x="40" y="63"/>
                  <a:pt x="40" y="63"/>
                  <a:pt x="41" y="63"/>
                </a:cubicBezTo>
                <a:cubicBezTo>
                  <a:pt x="46" y="63"/>
                  <a:pt x="46" y="63"/>
                  <a:pt x="46" y="63"/>
                </a:cubicBezTo>
                <a:cubicBezTo>
                  <a:pt x="47" y="63"/>
                  <a:pt x="47" y="63"/>
                  <a:pt x="47" y="62"/>
                </a:cubicBezTo>
                <a:lnTo>
                  <a:pt x="47" y="57"/>
                </a:lnTo>
                <a:close/>
                <a:moveTo>
                  <a:pt x="58" y="36"/>
                </a:moveTo>
                <a:cubicBezTo>
                  <a:pt x="58" y="36"/>
                  <a:pt x="57" y="35"/>
                  <a:pt x="56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0" y="35"/>
                  <a:pt x="50" y="36"/>
                  <a:pt x="50" y="36"/>
                </a:cubicBezTo>
                <a:cubicBezTo>
                  <a:pt x="50" y="41"/>
                  <a:pt x="50" y="41"/>
                  <a:pt x="50" y="41"/>
                </a:cubicBezTo>
                <a:cubicBezTo>
                  <a:pt x="50" y="42"/>
                  <a:pt x="50" y="43"/>
                  <a:pt x="51" y="43"/>
                </a:cubicBezTo>
                <a:cubicBezTo>
                  <a:pt x="56" y="43"/>
                  <a:pt x="56" y="43"/>
                  <a:pt x="56" y="43"/>
                </a:cubicBezTo>
                <a:cubicBezTo>
                  <a:pt x="57" y="43"/>
                  <a:pt x="58" y="42"/>
                  <a:pt x="58" y="41"/>
                </a:cubicBezTo>
                <a:lnTo>
                  <a:pt x="58" y="36"/>
                </a:lnTo>
                <a:close/>
                <a:moveTo>
                  <a:pt x="58" y="47"/>
                </a:moveTo>
                <a:cubicBezTo>
                  <a:pt x="58" y="46"/>
                  <a:pt x="57" y="45"/>
                  <a:pt x="56" y="45"/>
                </a:cubicBezTo>
                <a:cubicBezTo>
                  <a:pt x="51" y="45"/>
                  <a:pt x="51" y="45"/>
                  <a:pt x="51" y="45"/>
                </a:cubicBezTo>
                <a:cubicBezTo>
                  <a:pt x="50" y="45"/>
                  <a:pt x="50" y="46"/>
                  <a:pt x="50" y="47"/>
                </a:cubicBezTo>
                <a:cubicBezTo>
                  <a:pt x="50" y="52"/>
                  <a:pt x="50" y="52"/>
                  <a:pt x="50" y="52"/>
                </a:cubicBezTo>
                <a:cubicBezTo>
                  <a:pt x="50" y="52"/>
                  <a:pt x="50" y="53"/>
                  <a:pt x="51" y="53"/>
                </a:cubicBezTo>
                <a:cubicBezTo>
                  <a:pt x="56" y="53"/>
                  <a:pt x="56" y="53"/>
                  <a:pt x="56" y="53"/>
                </a:cubicBezTo>
                <a:cubicBezTo>
                  <a:pt x="57" y="53"/>
                  <a:pt x="58" y="52"/>
                  <a:pt x="58" y="52"/>
                </a:cubicBezTo>
                <a:lnTo>
                  <a:pt x="58" y="47"/>
                </a:lnTo>
                <a:close/>
                <a:moveTo>
                  <a:pt x="58" y="57"/>
                </a:moveTo>
                <a:cubicBezTo>
                  <a:pt x="58" y="56"/>
                  <a:pt x="57" y="56"/>
                  <a:pt x="56" y="56"/>
                </a:cubicBezTo>
                <a:cubicBezTo>
                  <a:pt x="51" y="56"/>
                  <a:pt x="51" y="56"/>
                  <a:pt x="51" y="56"/>
                </a:cubicBezTo>
                <a:cubicBezTo>
                  <a:pt x="50" y="56"/>
                  <a:pt x="50" y="56"/>
                  <a:pt x="50" y="57"/>
                </a:cubicBezTo>
                <a:cubicBezTo>
                  <a:pt x="50" y="62"/>
                  <a:pt x="50" y="62"/>
                  <a:pt x="50" y="62"/>
                </a:cubicBezTo>
                <a:cubicBezTo>
                  <a:pt x="50" y="63"/>
                  <a:pt x="50" y="63"/>
                  <a:pt x="51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7" y="63"/>
                  <a:pt x="58" y="63"/>
                  <a:pt x="58" y="62"/>
                </a:cubicBezTo>
                <a:lnTo>
                  <a:pt x="58" y="5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75" name="Freeform 80"/>
          <p:cNvSpPr/>
          <p:nvPr/>
        </p:nvSpPr>
        <p:spPr>
          <a:xfrm>
            <a:off x="8839080" y="2357280"/>
            <a:ext cx="209520" cy="247680"/>
          </a:xfrm>
          <a:custGeom>
            <a:avLst/>
            <a:gdLst/>
            <a:ahLst/>
            <a:rect l="l" t="t" r="r" b="b"/>
            <a:pathLst>
              <a:path w="61" h="72">
                <a:moveTo>
                  <a:pt x="61" y="22"/>
                </a:moveTo>
                <a:cubicBezTo>
                  <a:pt x="61" y="68"/>
                  <a:pt x="61" y="68"/>
                  <a:pt x="61" y="68"/>
                </a:cubicBezTo>
                <a:cubicBezTo>
                  <a:pt x="61" y="71"/>
                  <a:pt x="60" y="72"/>
                  <a:pt x="58" y="72"/>
                </a:cubicBezTo>
                <a:cubicBezTo>
                  <a:pt x="4" y="72"/>
                  <a:pt x="4" y="72"/>
                  <a:pt x="4" y="72"/>
                </a:cubicBezTo>
                <a:cubicBezTo>
                  <a:pt x="1" y="72"/>
                  <a:pt x="0" y="71"/>
                  <a:pt x="0" y="68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2" y="0"/>
                  <a:pt x="45" y="2"/>
                  <a:pt x="46" y="3"/>
                </a:cubicBezTo>
                <a:cubicBezTo>
                  <a:pt x="59" y="16"/>
                  <a:pt x="59" y="16"/>
                  <a:pt x="59" y="16"/>
                </a:cubicBezTo>
                <a:cubicBezTo>
                  <a:pt x="60" y="17"/>
                  <a:pt x="61" y="20"/>
                  <a:pt x="61" y="22"/>
                </a:cubicBezTo>
                <a:close/>
                <a:moveTo>
                  <a:pt x="56" y="26"/>
                </a:moveTo>
                <a:cubicBezTo>
                  <a:pt x="40" y="26"/>
                  <a:pt x="40" y="26"/>
                  <a:pt x="40" y="26"/>
                </a:cubicBezTo>
                <a:cubicBezTo>
                  <a:pt x="37" y="26"/>
                  <a:pt x="36" y="24"/>
                  <a:pt x="36" y="22"/>
                </a:cubicBezTo>
                <a:cubicBezTo>
                  <a:pt x="36" y="5"/>
                  <a:pt x="36" y="5"/>
                  <a:pt x="36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1" y="11"/>
                  <a:pt x="31" y="11"/>
                  <a:pt x="31" y="11"/>
                </a:cubicBezTo>
                <a:cubicBezTo>
                  <a:pt x="25" y="11"/>
                  <a:pt x="25" y="11"/>
                  <a:pt x="25" y="11"/>
                </a:cubicBezTo>
                <a:cubicBezTo>
                  <a:pt x="25" y="5"/>
                  <a:pt x="25" y="5"/>
                  <a:pt x="25" y="5"/>
                </a:cubicBezTo>
                <a:cubicBezTo>
                  <a:pt x="5" y="5"/>
                  <a:pt x="5" y="5"/>
                  <a:pt x="5" y="5"/>
                </a:cubicBezTo>
                <a:cubicBezTo>
                  <a:pt x="5" y="67"/>
                  <a:pt x="5" y="67"/>
                  <a:pt x="5" y="67"/>
                </a:cubicBezTo>
                <a:cubicBezTo>
                  <a:pt x="56" y="67"/>
                  <a:pt x="56" y="67"/>
                  <a:pt x="56" y="67"/>
                </a:cubicBezTo>
                <a:lnTo>
                  <a:pt x="56" y="26"/>
                </a:lnTo>
                <a:close/>
                <a:moveTo>
                  <a:pt x="35" y="52"/>
                </a:moveTo>
                <a:cubicBezTo>
                  <a:pt x="36" y="53"/>
                  <a:pt x="36" y="54"/>
                  <a:pt x="36" y="54"/>
                </a:cubicBezTo>
                <a:cubicBezTo>
                  <a:pt x="36" y="59"/>
                  <a:pt x="31" y="62"/>
                  <a:pt x="25" y="62"/>
                </a:cubicBezTo>
                <a:cubicBezTo>
                  <a:pt x="20" y="62"/>
                  <a:pt x="15" y="59"/>
                  <a:pt x="15" y="54"/>
                </a:cubicBezTo>
                <a:cubicBezTo>
                  <a:pt x="15" y="54"/>
                  <a:pt x="15" y="53"/>
                  <a:pt x="16" y="52"/>
                </a:cubicBezTo>
                <a:cubicBezTo>
                  <a:pt x="16" y="52"/>
                  <a:pt x="16" y="50"/>
                  <a:pt x="20" y="36"/>
                </a:cubicBezTo>
                <a:cubicBezTo>
                  <a:pt x="20" y="31"/>
                  <a:pt x="20" y="31"/>
                  <a:pt x="20" y="31"/>
                </a:cubicBezTo>
                <a:cubicBezTo>
                  <a:pt x="25" y="31"/>
                  <a:pt x="25" y="31"/>
                  <a:pt x="25" y="31"/>
                </a:cubicBezTo>
                <a:cubicBezTo>
                  <a:pt x="25" y="36"/>
                  <a:pt x="25" y="36"/>
                  <a:pt x="25" y="36"/>
                </a:cubicBezTo>
                <a:cubicBezTo>
                  <a:pt x="29" y="36"/>
                  <a:pt x="29" y="36"/>
                  <a:pt x="29" y="36"/>
                </a:cubicBezTo>
                <a:cubicBezTo>
                  <a:pt x="30" y="36"/>
                  <a:pt x="31" y="37"/>
                  <a:pt x="31" y="38"/>
                </a:cubicBezTo>
                <a:cubicBezTo>
                  <a:pt x="35" y="50"/>
                  <a:pt x="35" y="52"/>
                  <a:pt x="35" y="52"/>
                </a:cubicBezTo>
                <a:close/>
                <a:moveTo>
                  <a:pt x="25" y="11"/>
                </a:moveTo>
                <a:cubicBezTo>
                  <a:pt x="20" y="11"/>
                  <a:pt x="20" y="11"/>
                  <a:pt x="20" y="11"/>
                </a:cubicBezTo>
                <a:cubicBezTo>
                  <a:pt x="20" y="16"/>
                  <a:pt x="20" y="16"/>
                  <a:pt x="20" y="16"/>
                </a:cubicBezTo>
                <a:cubicBezTo>
                  <a:pt x="25" y="16"/>
                  <a:pt x="25" y="16"/>
                  <a:pt x="25" y="16"/>
                </a:cubicBezTo>
                <a:lnTo>
                  <a:pt x="25" y="11"/>
                </a:lnTo>
                <a:close/>
                <a:moveTo>
                  <a:pt x="25" y="21"/>
                </a:moveTo>
                <a:cubicBezTo>
                  <a:pt x="20" y="21"/>
                  <a:pt x="20" y="21"/>
                  <a:pt x="20" y="21"/>
                </a:cubicBezTo>
                <a:cubicBezTo>
                  <a:pt x="20" y="26"/>
                  <a:pt x="20" y="26"/>
                  <a:pt x="20" y="26"/>
                </a:cubicBezTo>
                <a:cubicBezTo>
                  <a:pt x="25" y="26"/>
                  <a:pt x="25" y="26"/>
                  <a:pt x="25" y="26"/>
                </a:cubicBezTo>
                <a:lnTo>
                  <a:pt x="25" y="21"/>
                </a:lnTo>
                <a:close/>
                <a:moveTo>
                  <a:pt x="31" y="54"/>
                </a:moveTo>
                <a:cubicBezTo>
                  <a:pt x="31" y="53"/>
                  <a:pt x="28" y="52"/>
                  <a:pt x="25" y="52"/>
                </a:cubicBezTo>
                <a:cubicBezTo>
                  <a:pt x="23" y="52"/>
                  <a:pt x="20" y="53"/>
                  <a:pt x="20" y="54"/>
                </a:cubicBezTo>
                <a:cubicBezTo>
                  <a:pt x="20" y="56"/>
                  <a:pt x="23" y="57"/>
                  <a:pt x="25" y="57"/>
                </a:cubicBezTo>
                <a:cubicBezTo>
                  <a:pt x="28" y="57"/>
                  <a:pt x="31" y="56"/>
                  <a:pt x="31" y="54"/>
                </a:cubicBezTo>
                <a:close/>
                <a:moveTo>
                  <a:pt x="31" y="16"/>
                </a:moveTo>
                <a:cubicBezTo>
                  <a:pt x="25" y="16"/>
                  <a:pt x="25" y="16"/>
                  <a:pt x="25" y="16"/>
                </a:cubicBezTo>
                <a:cubicBezTo>
                  <a:pt x="25" y="21"/>
                  <a:pt x="25" y="21"/>
                  <a:pt x="25" y="21"/>
                </a:cubicBezTo>
                <a:cubicBezTo>
                  <a:pt x="31" y="21"/>
                  <a:pt x="31" y="21"/>
                  <a:pt x="31" y="21"/>
                </a:cubicBezTo>
                <a:lnTo>
                  <a:pt x="31" y="16"/>
                </a:lnTo>
                <a:close/>
                <a:moveTo>
                  <a:pt x="31" y="26"/>
                </a:moveTo>
                <a:cubicBezTo>
                  <a:pt x="25" y="26"/>
                  <a:pt x="25" y="26"/>
                  <a:pt x="25" y="26"/>
                </a:cubicBezTo>
                <a:cubicBezTo>
                  <a:pt x="25" y="31"/>
                  <a:pt x="25" y="31"/>
                  <a:pt x="25" y="31"/>
                </a:cubicBezTo>
                <a:cubicBezTo>
                  <a:pt x="31" y="31"/>
                  <a:pt x="31" y="31"/>
                  <a:pt x="31" y="31"/>
                </a:cubicBezTo>
                <a:lnTo>
                  <a:pt x="31" y="26"/>
                </a:lnTo>
                <a:close/>
                <a:moveTo>
                  <a:pt x="41" y="21"/>
                </a:moveTo>
                <a:cubicBezTo>
                  <a:pt x="56" y="21"/>
                  <a:pt x="56" y="21"/>
                  <a:pt x="56" y="21"/>
                </a:cubicBezTo>
                <a:cubicBezTo>
                  <a:pt x="56" y="20"/>
                  <a:pt x="55" y="20"/>
                  <a:pt x="55" y="19"/>
                </a:cubicBezTo>
                <a:cubicBezTo>
                  <a:pt x="43" y="7"/>
                  <a:pt x="43" y="7"/>
                  <a:pt x="43" y="7"/>
                </a:cubicBezTo>
                <a:cubicBezTo>
                  <a:pt x="42" y="6"/>
                  <a:pt x="42" y="6"/>
                  <a:pt x="41" y="6"/>
                </a:cubicBezTo>
                <a:lnTo>
                  <a:pt x="41" y="2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76" name="Freeform 81"/>
          <p:cNvSpPr/>
          <p:nvPr/>
        </p:nvSpPr>
        <p:spPr>
          <a:xfrm>
            <a:off x="65160" y="2743200"/>
            <a:ext cx="209520" cy="247680"/>
          </a:xfrm>
          <a:custGeom>
            <a:avLst/>
            <a:gdLst/>
            <a:ahLst/>
            <a:rect l="l" t="t" r="r" b="b"/>
            <a:pathLst>
              <a:path w="61" h="72">
                <a:moveTo>
                  <a:pt x="61" y="22"/>
                </a:moveTo>
                <a:cubicBezTo>
                  <a:pt x="61" y="68"/>
                  <a:pt x="61" y="68"/>
                  <a:pt x="61" y="68"/>
                </a:cubicBezTo>
                <a:cubicBezTo>
                  <a:pt x="61" y="71"/>
                  <a:pt x="60" y="72"/>
                  <a:pt x="58" y="72"/>
                </a:cubicBezTo>
                <a:cubicBezTo>
                  <a:pt x="4" y="72"/>
                  <a:pt x="4" y="72"/>
                  <a:pt x="4" y="72"/>
                </a:cubicBezTo>
                <a:cubicBezTo>
                  <a:pt x="1" y="72"/>
                  <a:pt x="0" y="71"/>
                  <a:pt x="0" y="68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2" y="0"/>
                  <a:pt x="45" y="2"/>
                  <a:pt x="46" y="3"/>
                </a:cubicBezTo>
                <a:cubicBezTo>
                  <a:pt x="59" y="16"/>
                  <a:pt x="59" y="16"/>
                  <a:pt x="59" y="16"/>
                </a:cubicBezTo>
                <a:cubicBezTo>
                  <a:pt x="60" y="17"/>
                  <a:pt x="61" y="20"/>
                  <a:pt x="61" y="22"/>
                </a:cubicBezTo>
                <a:close/>
                <a:moveTo>
                  <a:pt x="56" y="26"/>
                </a:moveTo>
                <a:cubicBezTo>
                  <a:pt x="40" y="26"/>
                  <a:pt x="40" y="26"/>
                  <a:pt x="40" y="26"/>
                </a:cubicBezTo>
                <a:cubicBezTo>
                  <a:pt x="37" y="26"/>
                  <a:pt x="36" y="24"/>
                  <a:pt x="36" y="22"/>
                </a:cubicBezTo>
                <a:cubicBezTo>
                  <a:pt x="36" y="5"/>
                  <a:pt x="36" y="5"/>
                  <a:pt x="36" y="5"/>
                </a:cubicBezTo>
                <a:cubicBezTo>
                  <a:pt x="5" y="5"/>
                  <a:pt x="5" y="5"/>
                  <a:pt x="5" y="5"/>
                </a:cubicBezTo>
                <a:cubicBezTo>
                  <a:pt x="5" y="67"/>
                  <a:pt x="5" y="67"/>
                  <a:pt x="5" y="67"/>
                </a:cubicBezTo>
                <a:cubicBezTo>
                  <a:pt x="56" y="67"/>
                  <a:pt x="56" y="67"/>
                  <a:pt x="56" y="67"/>
                </a:cubicBezTo>
                <a:lnTo>
                  <a:pt x="56" y="26"/>
                </a:lnTo>
                <a:close/>
                <a:moveTo>
                  <a:pt x="10" y="34"/>
                </a:moveTo>
                <a:cubicBezTo>
                  <a:pt x="10" y="29"/>
                  <a:pt x="13" y="26"/>
                  <a:pt x="18" y="26"/>
                </a:cubicBezTo>
                <a:cubicBezTo>
                  <a:pt x="22" y="26"/>
                  <a:pt x="25" y="29"/>
                  <a:pt x="25" y="34"/>
                </a:cubicBezTo>
                <a:cubicBezTo>
                  <a:pt x="25" y="38"/>
                  <a:pt x="22" y="41"/>
                  <a:pt x="18" y="41"/>
                </a:cubicBezTo>
                <a:cubicBezTo>
                  <a:pt x="13" y="41"/>
                  <a:pt x="10" y="38"/>
                  <a:pt x="10" y="34"/>
                </a:cubicBezTo>
                <a:close/>
                <a:moveTo>
                  <a:pt x="51" y="62"/>
                </a:moveTo>
                <a:cubicBezTo>
                  <a:pt x="10" y="62"/>
                  <a:pt x="10" y="62"/>
                  <a:pt x="10" y="62"/>
                </a:cubicBezTo>
                <a:cubicBezTo>
                  <a:pt x="10" y="54"/>
                  <a:pt x="10" y="54"/>
                  <a:pt x="10" y="54"/>
                </a:cubicBezTo>
                <a:cubicBezTo>
                  <a:pt x="18" y="47"/>
                  <a:pt x="18" y="47"/>
                  <a:pt x="18" y="47"/>
                </a:cubicBezTo>
                <a:cubicBezTo>
                  <a:pt x="23" y="52"/>
                  <a:pt x="23" y="52"/>
                  <a:pt x="23" y="52"/>
                </a:cubicBezTo>
                <a:cubicBezTo>
                  <a:pt x="38" y="36"/>
                  <a:pt x="38" y="36"/>
                  <a:pt x="38" y="36"/>
                </a:cubicBezTo>
                <a:cubicBezTo>
                  <a:pt x="51" y="49"/>
                  <a:pt x="51" y="49"/>
                  <a:pt x="51" y="49"/>
                </a:cubicBezTo>
                <a:lnTo>
                  <a:pt x="51" y="62"/>
                </a:lnTo>
                <a:close/>
                <a:moveTo>
                  <a:pt x="41" y="21"/>
                </a:moveTo>
                <a:cubicBezTo>
                  <a:pt x="56" y="21"/>
                  <a:pt x="56" y="21"/>
                  <a:pt x="56" y="21"/>
                </a:cubicBezTo>
                <a:cubicBezTo>
                  <a:pt x="56" y="20"/>
                  <a:pt x="55" y="20"/>
                  <a:pt x="55" y="19"/>
                </a:cubicBezTo>
                <a:cubicBezTo>
                  <a:pt x="43" y="7"/>
                  <a:pt x="43" y="7"/>
                  <a:pt x="43" y="7"/>
                </a:cubicBezTo>
                <a:cubicBezTo>
                  <a:pt x="42" y="6"/>
                  <a:pt x="42" y="6"/>
                  <a:pt x="41" y="6"/>
                </a:cubicBezTo>
                <a:lnTo>
                  <a:pt x="41" y="2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77" name="Freeform 82"/>
          <p:cNvSpPr/>
          <p:nvPr/>
        </p:nvSpPr>
        <p:spPr>
          <a:xfrm>
            <a:off x="495360" y="2743200"/>
            <a:ext cx="209520" cy="247680"/>
          </a:xfrm>
          <a:custGeom>
            <a:avLst/>
            <a:gdLst/>
            <a:ahLst/>
            <a:rect l="l" t="t" r="r" b="b"/>
            <a:pathLst>
              <a:path w="61" h="72">
                <a:moveTo>
                  <a:pt x="61" y="26"/>
                </a:moveTo>
                <a:cubicBezTo>
                  <a:pt x="61" y="68"/>
                  <a:pt x="61" y="68"/>
                  <a:pt x="61" y="68"/>
                </a:cubicBezTo>
                <a:cubicBezTo>
                  <a:pt x="61" y="71"/>
                  <a:pt x="60" y="72"/>
                  <a:pt x="58" y="72"/>
                </a:cubicBezTo>
                <a:cubicBezTo>
                  <a:pt x="4" y="72"/>
                  <a:pt x="4" y="72"/>
                  <a:pt x="4" y="72"/>
                </a:cubicBezTo>
                <a:cubicBezTo>
                  <a:pt x="1" y="72"/>
                  <a:pt x="0" y="71"/>
                  <a:pt x="0" y="68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6" y="22"/>
                  <a:pt x="36" y="22"/>
                  <a:pt x="36" y="22"/>
                </a:cubicBezTo>
                <a:cubicBezTo>
                  <a:pt x="36" y="24"/>
                  <a:pt x="37" y="26"/>
                  <a:pt x="40" y="26"/>
                </a:cubicBezTo>
                <a:lnTo>
                  <a:pt x="61" y="26"/>
                </a:lnTo>
                <a:close/>
                <a:moveTo>
                  <a:pt x="46" y="32"/>
                </a:moveTo>
                <a:cubicBezTo>
                  <a:pt x="46" y="32"/>
                  <a:pt x="45" y="31"/>
                  <a:pt x="45" y="31"/>
                </a:cubicBezTo>
                <a:cubicBezTo>
                  <a:pt x="16" y="31"/>
                  <a:pt x="16" y="31"/>
                  <a:pt x="16" y="31"/>
                </a:cubicBezTo>
                <a:cubicBezTo>
                  <a:pt x="16" y="31"/>
                  <a:pt x="15" y="32"/>
                  <a:pt x="15" y="32"/>
                </a:cubicBezTo>
                <a:cubicBezTo>
                  <a:pt x="15" y="35"/>
                  <a:pt x="15" y="35"/>
                  <a:pt x="15" y="35"/>
                </a:cubicBezTo>
                <a:cubicBezTo>
                  <a:pt x="15" y="36"/>
                  <a:pt x="16" y="36"/>
                  <a:pt x="16" y="36"/>
                </a:cubicBezTo>
                <a:cubicBezTo>
                  <a:pt x="45" y="36"/>
                  <a:pt x="45" y="36"/>
                  <a:pt x="45" y="36"/>
                </a:cubicBezTo>
                <a:cubicBezTo>
                  <a:pt x="45" y="36"/>
                  <a:pt x="46" y="36"/>
                  <a:pt x="46" y="35"/>
                </a:cubicBezTo>
                <a:lnTo>
                  <a:pt x="46" y="32"/>
                </a:lnTo>
                <a:close/>
                <a:moveTo>
                  <a:pt x="46" y="43"/>
                </a:moveTo>
                <a:cubicBezTo>
                  <a:pt x="46" y="42"/>
                  <a:pt x="45" y="41"/>
                  <a:pt x="45" y="41"/>
                </a:cubicBezTo>
                <a:cubicBezTo>
                  <a:pt x="16" y="41"/>
                  <a:pt x="16" y="41"/>
                  <a:pt x="16" y="41"/>
                </a:cubicBezTo>
                <a:cubicBezTo>
                  <a:pt x="16" y="41"/>
                  <a:pt x="15" y="42"/>
                  <a:pt x="15" y="43"/>
                </a:cubicBezTo>
                <a:cubicBezTo>
                  <a:pt x="15" y="45"/>
                  <a:pt x="15" y="45"/>
                  <a:pt x="15" y="45"/>
                </a:cubicBezTo>
                <a:cubicBezTo>
                  <a:pt x="15" y="46"/>
                  <a:pt x="16" y="47"/>
                  <a:pt x="16" y="47"/>
                </a:cubicBezTo>
                <a:cubicBezTo>
                  <a:pt x="45" y="47"/>
                  <a:pt x="45" y="47"/>
                  <a:pt x="45" y="47"/>
                </a:cubicBezTo>
                <a:cubicBezTo>
                  <a:pt x="45" y="47"/>
                  <a:pt x="46" y="46"/>
                  <a:pt x="46" y="45"/>
                </a:cubicBezTo>
                <a:lnTo>
                  <a:pt x="46" y="43"/>
                </a:lnTo>
                <a:close/>
                <a:moveTo>
                  <a:pt x="46" y="53"/>
                </a:moveTo>
                <a:cubicBezTo>
                  <a:pt x="46" y="52"/>
                  <a:pt x="45" y="52"/>
                  <a:pt x="45" y="52"/>
                </a:cubicBezTo>
                <a:cubicBezTo>
                  <a:pt x="16" y="52"/>
                  <a:pt x="16" y="52"/>
                  <a:pt x="16" y="52"/>
                </a:cubicBezTo>
                <a:cubicBezTo>
                  <a:pt x="16" y="52"/>
                  <a:pt x="15" y="52"/>
                  <a:pt x="15" y="53"/>
                </a:cubicBezTo>
                <a:cubicBezTo>
                  <a:pt x="15" y="56"/>
                  <a:pt x="15" y="56"/>
                  <a:pt x="15" y="56"/>
                </a:cubicBezTo>
                <a:cubicBezTo>
                  <a:pt x="15" y="56"/>
                  <a:pt x="16" y="57"/>
                  <a:pt x="16" y="57"/>
                </a:cubicBezTo>
                <a:cubicBezTo>
                  <a:pt x="45" y="57"/>
                  <a:pt x="45" y="57"/>
                  <a:pt x="45" y="57"/>
                </a:cubicBezTo>
                <a:cubicBezTo>
                  <a:pt x="45" y="57"/>
                  <a:pt x="46" y="56"/>
                  <a:pt x="46" y="56"/>
                </a:cubicBezTo>
                <a:lnTo>
                  <a:pt x="46" y="53"/>
                </a:lnTo>
                <a:close/>
                <a:moveTo>
                  <a:pt x="60" y="21"/>
                </a:moveTo>
                <a:cubicBezTo>
                  <a:pt x="41" y="21"/>
                  <a:pt x="41" y="21"/>
                  <a:pt x="41" y="21"/>
                </a:cubicBezTo>
                <a:cubicBezTo>
                  <a:pt x="41" y="2"/>
                  <a:pt x="41" y="2"/>
                  <a:pt x="41" y="2"/>
                </a:cubicBezTo>
                <a:cubicBezTo>
                  <a:pt x="41" y="2"/>
                  <a:pt x="42" y="3"/>
                  <a:pt x="42" y="3"/>
                </a:cubicBezTo>
                <a:cubicBezTo>
                  <a:pt x="59" y="19"/>
                  <a:pt x="59" y="19"/>
                  <a:pt x="59" y="19"/>
                </a:cubicBezTo>
                <a:cubicBezTo>
                  <a:pt x="59" y="20"/>
                  <a:pt x="59" y="20"/>
                  <a:pt x="60" y="2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78" name="Freeform 83"/>
          <p:cNvSpPr/>
          <p:nvPr/>
        </p:nvSpPr>
        <p:spPr>
          <a:xfrm>
            <a:off x="988920" y="2743200"/>
            <a:ext cx="196920" cy="247680"/>
          </a:xfrm>
          <a:custGeom>
            <a:avLst/>
            <a:gdLst/>
            <a:ahLst/>
            <a:rect l="l" t="t" r="r" b="b"/>
            <a:pathLst>
              <a:path w="57" h="72">
                <a:moveTo>
                  <a:pt x="57" y="71"/>
                </a:moveTo>
                <a:cubicBezTo>
                  <a:pt x="57" y="72"/>
                  <a:pt x="56" y="72"/>
                  <a:pt x="56" y="72"/>
                </a:cubicBezTo>
                <a:cubicBezTo>
                  <a:pt x="2" y="72"/>
                  <a:pt x="2" y="72"/>
                  <a:pt x="2" y="72"/>
                </a:cubicBezTo>
                <a:cubicBezTo>
                  <a:pt x="1" y="72"/>
                  <a:pt x="0" y="72"/>
                  <a:pt x="0" y="71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8"/>
                  <a:pt x="1" y="67"/>
                  <a:pt x="2" y="67"/>
                </a:cubicBezTo>
                <a:cubicBezTo>
                  <a:pt x="56" y="67"/>
                  <a:pt x="56" y="67"/>
                  <a:pt x="56" y="67"/>
                </a:cubicBezTo>
                <a:cubicBezTo>
                  <a:pt x="56" y="67"/>
                  <a:pt x="57" y="68"/>
                  <a:pt x="57" y="68"/>
                </a:cubicBezTo>
                <a:lnTo>
                  <a:pt x="57" y="71"/>
                </a:lnTo>
                <a:close/>
                <a:moveTo>
                  <a:pt x="29" y="53"/>
                </a:moveTo>
                <a:cubicBezTo>
                  <a:pt x="29" y="56"/>
                  <a:pt x="30" y="60"/>
                  <a:pt x="31" y="62"/>
                </a:cubicBezTo>
                <a:cubicBezTo>
                  <a:pt x="31" y="62"/>
                  <a:pt x="31" y="62"/>
                  <a:pt x="31" y="62"/>
                </a:cubicBezTo>
                <a:cubicBezTo>
                  <a:pt x="31" y="62"/>
                  <a:pt x="31" y="62"/>
                  <a:pt x="31" y="62"/>
                </a:cubicBezTo>
                <a:cubicBezTo>
                  <a:pt x="20" y="57"/>
                  <a:pt x="11" y="50"/>
                  <a:pt x="11" y="36"/>
                </a:cubicBezTo>
                <a:cubicBezTo>
                  <a:pt x="11" y="21"/>
                  <a:pt x="29" y="20"/>
                  <a:pt x="29" y="9"/>
                </a:cubicBezTo>
                <a:cubicBezTo>
                  <a:pt x="29" y="6"/>
                  <a:pt x="27" y="3"/>
                  <a:pt x="26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37" y="5"/>
                  <a:pt x="47" y="12"/>
                  <a:pt x="47" y="26"/>
                </a:cubicBezTo>
                <a:cubicBezTo>
                  <a:pt x="47" y="41"/>
                  <a:pt x="29" y="43"/>
                  <a:pt x="29" y="5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79" name="Freeform 84"/>
          <p:cNvSpPr/>
          <p:nvPr/>
        </p:nvSpPr>
        <p:spPr>
          <a:xfrm>
            <a:off x="1490760" y="2760840"/>
            <a:ext cx="241200" cy="212400"/>
          </a:xfrm>
          <a:custGeom>
            <a:avLst/>
            <a:gdLst/>
            <a:ahLst/>
            <a:rect l="l" t="t" r="r" b="b"/>
            <a:pathLst>
              <a:path w="70" h="62">
                <a:moveTo>
                  <a:pt x="8" y="10"/>
                </a:moveTo>
                <a:cubicBezTo>
                  <a:pt x="8" y="61"/>
                  <a:pt x="8" y="61"/>
                  <a:pt x="8" y="61"/>
                </a:cubicBezTo>
                <a:cubicBezTo>
                  <a:pt x="8" y="62"/>
                  <a:pt x="7" y="62"/>
                  <a:pt x="7" y="62"/>
                </a:cubicBezTo>
                <a:cubicBezTo>
                  <a:pt x="4" y="62"/>
                  <a:pt x="4" y="62"/>
                  <a:pt x="4" y="62"/>
                </a:cubicBezTo>
                <a:cubicBezTo>
                  <a:pt x="3" y="62"/>
                  <a:pt x="3" y="62"/>
                  <a:pt x="3" y="61"/>
                </a:cubicBezTo>
                <a:cubicBezTo>
                  <a:pt x="3" y="10"/>
                  <a:pt x="3" y="10"/>
                  <a:pt x="3" y="10"/>
                </a:cubicBezTo>
                <a:cubicBezTo>
                  <a:pt x="1" y="9"/>
                  <a:pt x="0" y="7"/>
                  <a:pt x="0" y="6"/>
                </a:cubicBezTo>
                <a:cubicBezTo>
                  <a:pt x="0" y="3"/>
                  <a:pt x="3" y="0"/>
                  <a:pt x="5" y="0"/>
                </a:cubicBezTo>
                <a:cubicBezTo>
                  <a:pt x="8" y="0"/>
                  <a:pt x="11" y="3"/>
                  <a:pt x="11" y="6"/>
                </a:cubicBezTo>
                <a:cubicBezTo>
                  <a:pt x="11" y="7"/>
                  <a:pt x="10" y="9"/>
                  <a:pt x="8" y="10"/>
                </a:cubicBezTo>
                <a:close/>
                <a:moveTo>
                  <a:pt x="70" y="39"/>
                </a:moveTo>
                <a:cubicBezTo>
                  <a:pt x="70" y="40"/>
                  <a:pt x="69" y="41"/>
                  <a:pt x="68" y="41"/>
                </a:cubicBezTo>
                <a:cubicBezTo>
                  <a:pt x="68" y="41"/>
                  <a:pt x="68" y="41"/>
                  <a:pt x="68" y="41"/>
                </a:cubicBezTo>
                <a:cubicBezTo>
                  <a:pt x="65" y="43"/>
                  <a:pt x="59" y="46"/>
                  <a:pt x="53" y="46"/>
                </a:cubicBezTo>
                <a:cubicBezTo>
                  <a:pt x="50" y="46"/>
                  <a:pt x="48" y="46"/>
                  <a:pt x="46" y="45"/>
                </a:cubicBezTo>
                <a:cubicBezTo>
                  <a:pt x="45" y="44"/>
                  <a:pt x="45" y="44"/>
                  <a:pt x="45" y="44"/>
                </a:cubicBezTo>
                <a:cubicBezTo>
                  <a:pt x="41" y="42"/>
                  <a:pt x="38" y="40"/>
                  <a:pt x="33" y="40"/>
                </a:cubicBezTo>
                <a:cubicBezTo>
                  <a:pt x="27" y="40"/>
                  <a:pt x="19" y="44"/>
                  <a:pt x="15" y="46"/>
                </a:cubicBezTo>
                <a:cubicBezTo>
                  <a:pt x="14" y="47"/>
                  <a:pt x="14" y="47"/>
                  <a:pt x="13" y="47"/>
                </a:cubicBezTo>
                <a:cubicBezTo>
                  <a:pt x="13" y="47"/>
                  <a:pt x="12" y="47"/>
                  <a:pt x="12" y="46"/>
                </a:cubicBezTo>
                <a:cubicBezTo>
                  <a:pt x="11" y="46"/>
                  <a:pt x="11" y="45"/>
                  <a:pt x="11" y="44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3"/>
                  <a:pt x="11" y="13"/>
                  <a:pt x="12" y="12"/>
                </a:cubicBezTo>
                <a:cubicBezTo>
                  <a:pt x="14" y="11"/>
                  <a:pt x="24" y="6"/>
                  <a:pt x="32" y="6"/>
                </a:cubicBezTo>
                <a:cubicBezTo>
                  <a:pt x="39" y="6"/>
                  <a:pt x="44" y="8"/>
                  <a:pt x="49" y="10"/>
                </a:cubicBezTo>
                <a:cubicBezTo>
                  <a:pt x="50" y="11"/>
                  <a:pt x="51" y="11"/>
                  <a:pt x="52" y="11"/>
                </a:cubicBezTo>
                <a:cubicBezTo>
                  <a:pt x="57" y="11"/>
                  <a:pt x="62" y="8"/>
                  <a:pt x="65" y="7"/>
                </a:cubicBezTo>
                <a:cubicBezTo>
                  <a:pt x="65" y="6"/>
                  <a:pt x="66" y="6"/>
                  <a:pt x="66" y="6"/>
                </a:cubicBezTo>
                <a:cubicBezTo>
                  <a:pt x="67" y="5"/>
                  <a:pt x="68" y="6"/>
                  <a:pt x="68" y="6"/>
                </a:cubicBezTo>
                <a:cubicBezTo>
                  <a:pt x="69" y="6"/>
                  <a:pt x="70" y="7"/>
                  <a:pt x="70" y="8"/>
                </a:cubicBezTo>
                <a:lnTo>
                  <a:pt x="70" y="39"/>
                </a:lnTo>
                <a:close/>
                <a:moveTo>
                  <a:pt x="65" y="13"/>
                </a:moveTo>
                <a:cubicBezTo>
                  <a:pt x="61" y="14"/>
                  <a:pt x="57" y="16"/>
                  <a:pt x="52" y="16"/>
                </a:cubicBezTo>
                <a:cubicBezTo>
                  <a:pt x="50" y="16"/>
                  <a:pt x="48" y="16"/>
                  <a:pt x="46" y="15"/>
                </a:cubicBezTo>
                <a:cubicBezTo>
                  <a:pt x="42" y="13"/>
                  <a:pt x="38" y="11"/>
                  <a:pt x="32" y="11"/>
                </a:cubicBezTo>
                <a:cubicBezTo>
                  <a:pt x="27" y="11"/>
                  <a:pt x="20" y="13"/>
                  <a:pt x="16" y="16"/>
                </a:cubicBezTo>
                <a:cubicBezTo>
                  <a:pt x="16" y="40"/>
                  <a:pt x="16" y="40"/>
                  <a:pt x="16" y="40"/>
                </a:cubicBezTo>
                <a:cubicBezTo>
                  <a:pt x="21" y="37"/>
                  <a:pt x="28" y="35"/>
                  <a:pt x="33" y="35"/>
                </a:cubicBezTo>
                <a:cubicBezTo>
                  <a:pt x="39" y="35"/>
                  <a:pt x="43" y="37"/>
                  <a:pt x="48" y="40"/>
                </a:cubicBezTo>
                <a:cubicBezTo>
                  <a:pt x="49" y="40"/>
                  <a:pt x="49" y="40"/>
                  <a:pt x="49" y="40"/>
                </a:cubicBezTo>
                <a:cubicBezTo>
                  <a:pt x="50" y="41"/>
                  <a:pt x="51" y="41"/>
                  <a:pt x="53" y="41"/>
                </a:cubicBezTo>
                <a:cubicBezTo>
                  <a:pt x="57" y="41"/>
                  <a:pt x="62" y="39"/>
                  <a:pt x="65" y="37"/>
                </a:cubicBezTo>
                <a:lnTo>
                  <a:pt x="65" y="1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80" name="Freeform 85"/>
          <p:cNvSpPr/>
          <p:nvPr/>
        </p:nvSpPr>
        <p:spPr>
          <a:xfrm>
            <a:off x="1979640" y="2760840"/>
            <a:ext cx="212760" cy="212400"/>
          </a:xfrm>
          <a:custGeom>
            <a:avLst/>
            <a:gdLst/>
            <a:ahLst/>
            <a:rect l="l" t="t" r="r" b="b"/>
            <a:pathLst>
              <a:path w="62" h="62">
                <a:moveTo>
                  <a:pt x="62" y="58"/>
                </a:moveTo>
                <a:cubicBezTo>
                  <a:pt x="62" y="60"/>
                  <a:pt x="60" y="62"/>
                  <a:pt x="58" y="62"/>
                </a:cubicBezTo>
                <a:cubicBezTo>
                  <a:pt x="4" y="62"/>
                  <a:pt x="4" y="62"/>
                  <a:pt x="4" y="62"/>
                </a:cubicBezTo>
                <a:cubicBezTo>
                  <a:pt x="2" y="62"/>
                  <a:pt x="0" y="60"/>
                  <a:pt x="0" y="58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42" y="0"/>
                  <a:pt x="42" y="0"/>
                  <a:pt x="42" y="0"/>
                </a:cubicBezTo>
                <a:cubicBezTo>
                  <a:pt x="44" y="0"/>
                  <a:pt x="47" y="2"/>
                  <a:pt x="48" y="3"/>
                </a:cubicBezTo>
                <a:cubicBezTo>
                  <a:pt x="59" y="14"/>
                  <a:pt x="59" y="14"/>
                  <a:pt x="59" y="14"/>
                </a:cubicBezTo>
                <a:cubicBezTo>
                  <a:pt x="61" y="16"/>
                  <a:pt x="62" y="19"/>
                  <a:pt x="62" y="21"/>
                </a:cubicBezTo>
                <a:lnTo>
                  <a:pt x="62" y="58"/>
                </a:lnTo>
                <a:close/>
                <a:moveTo>
                  <a:pt x="57" y="57"/>
                </a:moveTo>
                <a:cubicBezTo>
                  <a:pt x="57" y="21"/>
                  <a:pt x="57" y="21"/>
                  <a:pt x="57" y="21"/>
                </a:cubicBezTo>
                <a:cubicBezTo>
                  <a:pt x="57" y="20"/>
                  <a:pt x="56" y="19"/>
                  <a:pt x="56" y="18"/>
                </a:cubicBezTo>
                <a:cubicBezTo>
                  <a:pt x="45" y="7"/>
                  <a:pt x="45" y="7"/>
                  <a:pt x="45" y="7"/>
                </a:cubicBezTo>
                <a:cubicBezTo>
                  <a:pt x="44" y="6"/>
                  <a:pt x="42" y="6"/>
                  <a:pt x="42" y="6"/>
                </a:cubicBezTo>
                <a:cubicBezTo>
                  <a:pt x="42" y="22"/>
                  <a:pt x="42" y="22"/>
                  <a:pt x="42" y="22"/>
                </a:cubicBezTo>
                <a:cubicBezTo>
                  <a:pt x="42" y="24"/>
                  <a:pt x="40" y="26"/>
                  <a:pt x="38" y="26"/>
                </a:cubicBezTo>
                <a:cubicBezTo>
                  <a:pt x="15" y="26"/>
                  <a:pt x="15" y="26"/>
                  <a:pt x="15" y="26"/>
                </a:cubicBezTo>
                <a:cubicBezTo>
                  <a:pt x="12" y="26"/>
                  <a:pt x="11" y="24"/>
                  <a:pt x="11" y="22"/>
                </a:cubicBezTo>
                <a:cubicBezTo>
                  <a:pt x="11" y="6"/>
                  <a:pt x="11" y="6"/>
                  <a:pt x="11" y="6"/>
                </a:cubicBezTo>
                <a:cubicBezTo>
                  <a:pt x="6" y="6"/>
                  <a:pt x="6" y="6"/>
                  <a:pt x="6" y="6"/>
                </a:cubicBezTo>
                <a:cubicBezTo>
                  <a:pt x="6" y="57"/>
                  <a:pt x="6" y="57"/>
                  <a:pt x="6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11" y="40"/>
                  <a:pt x="11" y="40"/>
                  <a:pt x="11" y="40"/>
                </a:cubicBezTo>
                <a:cubicBezTo>
                  <a:pt x="11" y="38"/>
                  <a:pt x="12" y="36"/>
                  <a:pt x="15" y="36"/>
                </a:cubicBezTo>
                <a:cubicBezTo>
                  <a:pt x="48" y="36"/>
                  <a:pt x="48" y="36"/>
                  <a:pt x="48" y="36"/>
                </a:cubicBezTo>
                <a:cubicBezTo>
                  <a:pt x="50" y="36"/>
                  <a:pt x="52" y="38"/>
                  <a:pt x="52" y="40"/>
                </a:cubicBezTo>
                <a:cubicBezTo>
                  <a:pt x="52" y="57"/>
                  <a:pt x="52" y="57"/>
                  <a:pt x="52" y="57"/>
                </a:cubicBezTo>
                <a:lnTo>
                  <a:pt x="57" y="57"/>
                </a:lnTo>
                <a:close/>
                <a:moveTo>
                  <a:pt x="47" y="57"/>
                </a:moveTo>
                <a:cubicBezTo>
                  <a:pt x="47" y="42"/>
                  <a:pt x="47" y="42"/>
                  <a:pt x="47" y="42"/>
                </a:cubicBezTo>
                <a:cubicBezTo>
                  <a:pt x="16" y="42"/>
                  <a:pt x="16" y="42"/>
                  <a:pt x="16" y="42"/>
                </a:cubicBezTo>
                <a:cubicBezTo>
                  <a:pt x="16" y="57"/>
                  <a:pt x="16" y="57"/>
                  <a:pt x="16" y="57"/>
                </a:cubicBezTo>
                <a:lnTo>
                  <a:pt x="47" y="57"/>
                </a:lnTo>
                <a:close/>
                <a:moveTo>
                  <a:pt x="36" y="7"/>
                </a:moveTo>
                <a:cubicBezTo>
                  <a:pt x="36" y="6"/>
                  <a:pt x="36" y="6"/>
                  <a:pt x="35" y="6"/>
                </a:cubicBezTo>
                <a:cubicBezTo>
                  <a:pt x="27" y="6"/>
                  <a:pt x="27" y="6"/>
                  <a:pt x="27" y="6"/>
                </a:cubicBezTo>
                <a:cubicBezTo>
                  <a:pt x="27" y="6"/>
                  <a:pt x="26" y="6"/>
                  <a:pt x="26" y="7"/>
                </a:cubicBezTo>
                <a:cubicBezTo>
                  <a:pt x="26" y="20"/>
                  <a:pt x="26" y="20"/>
                  <a:pt x="26" y="20"/>
                </a:cubicBezTo>
                <a:cubicBezTo>
                  <a:pt x="26" y="20"/>
                  <a:pt x="27" y="21"/>
                  <a:pt x="27" y="21"/>
                </a:cubicBezTo>
                <a:cubicBezTo>
                  <a:pt x="35" y="21"/>
                  <a:pt x="35" y="21"/>
                  <a:pt x="35" y="21"/>
                </a:cubicBezTo>
                <a:cubicBezTo>
                  <a:pt x="36" y="21"/>
                  <a:pt x="36" y="20"/>
                  <a:pt x="36" y="20"/>
                </a:cubicBezTo>
                <a:lnTo>
                  <a:pt x="36" y="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81" name="Freeform 86"/>
          <p:cNvSpPr/>
          <p:nvPr/>
        </p:nvSpPr>
        <p:spPr>
          <a:xfrm>
            <a:off x="2475000" y="2760840"/>
            <a:ext cx="260280" cy="195120"/>
          </a:xfrm>
          <a:custGeom>
            <a:avLst/>
            <a:gdLst/>
            <a:ahLst/>
            <a:rect l="l" t="t" r="r" b="b"/>
            <a:pathLst>
              <a:path w="76" h="57">
                <a:moveTo>
                  <a:pt x="75" y="38"/>
                </a:moveTo>
                <a:cubicBezTo>
                  <a:pt x="63" y="52"/>
                  <a:pt x="63" y="52"/>
                  <a:pt x="63" y="52"/>
                </a:cubicBezTo>
                <a:cubicBezTo>
                  <a:pt x="60" y="55"/>
                  <a:pt x="56" y="57"/>
                  <a:pt x="52" y="57"/>
                </a:cubicBezTo>
                <a:cubicBezTo>
                  <a:pt x="9" y="57"/>
                  <a:pt x="9" y="57"/>
                  <a:pt x="9" y="57"/>
                </a:cubicBezTo>
                <a:cubicBezTo>
                  <a:pt x="4" y="57"/>
                  <a:pt x="0" y="53"/>
                  <a:pt x="0" y="48"/>
                </a:cubicBezTo>
                <a:cubicBezTo>
                  <a:pt x="0" y="9"/>
                  <a:pt x="0" y="9"/>
                  <a:pt x="0" y="9"/>
                </a:cubicBezTo>
                <a:cubicBezTo>
                  <a:pt x="0" y="5"/>
                  <a:pt x="4" y="0"/>
                  <a:pt x="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7" y="0"/>
                  <a:pt x="31" y="5"/>
                  <a:pt x="31" y="9"/>
                </a:cubicBezTo>
                <a:cubicBezTo>
                  <a:pt x="31" y="11"/>
                  <a:pt x="31" y="11"/>
                  <a:pt x="31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7" y="11"/>
                  <a:pt x="61" y="15"/>
                  <a:pt x="61" y="20"/>
                </a:cubicBezTo>
                <a:cubicBezTo>
                  <a:pt x="61" y="26"/>
                  <a:pt x="61" y="26"/>
                  <a:pt x="61" y="26"/>
                </a:cubicBezTo>
                <a:cubicBezTo>
                  <a:pt x="69" y="26"/>
                  <a:pt x="69" y="26"/>
                  <a:pt x="69" y="26"/>
                </a:cubicBezTo>
                <a:cubicBezTo>
                  <a:pt x="72" y="26"/>
                  <a:pt x="75" y="27"/>
                  <a:pt x="76" y="30"/>
                </a:cubicBezTo>
                <a:cubicBezTo>
                  <a:pt x="76" y="31"/>
                  <a:pt x="76" y="32"/>
                  <a:pt x="76" y="33"/>
                </a:cubicBezTo>
                <a:cubicBezTo>
                  <a:pt x="76" y="34"/>
                  <a:pt x="76" y="36"/>
                  <a:pt x="75" y="38"/>
                </a:cubicBezTo>
                <a:close/>
                <a:moveTo>
                  <a:pt x="56" y="26"/>
                </a:moveTo>
                <a:cubicBezTo>
                  <a:pt x="56" y="20"/>
                  <a:pt x="56" y="20"/>
                  <a:pt x="56" y="20"/>
                </a:cubicBezTo>
                <a:cubicBezTo>
                  <a:pt x="56" y="18"/>
                  <a:pt x="55" y="16"/>
                  <a:pt x="52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27" y="16"/>
                  <a:pt x="25" y="14"/>
                  <a:pt x="25" y="12"/>
                </a:cubicBezTo>
                <a:cubicBezTo>
                  <a:pt x="25" y="9"/>
                  <a:pt x="25" y="9"/>
                  <a:pt x="25" y="9"/>
                </a:cubicBezTo>
                <a:cubicBezTo>
                  <a:pt x="25" y="7"/>
                  <a:pt x="24" y="6"/>
                  <a:pt x="22" y="6"/>
                </a:cubicBezTo>
                <a:cubicBezTo>
                  <a:pt x="9" y="6"/>
                  <a:pt x="9" y="6"/>
                  <a:pt x="9" y="6"/>
                </a:cubicBezTo>
                <a:cubicBezTo>
                  <a:pt x="7" y="6"/>
                  <a:pt x="5" y="7"/>
                  <a:pt x="5" y="9"/>
                </a:cubicBezTo>
                <a:cubicBezTo>
                  <a:pt x="5" y="44"/>
                  <a:pt x="5" y="44"/>
                  <a:pt x="5" y="44"/>
                </a:cubicBezTo>
                <a:cubicBezTo>
                  <a:pt x="15" y="31"/>
                  <a:pt x="15" y="31"/>
                  <a:pt x="15" y="31"/>
                </a:cubicBezTo>
                <a:cubicBezTo>
                  <a:pt x="18" y="28"/>
                  <a:pt x="22" y="26"/>
                  <a:pt x="25" y="26"/>
                </a:cubicBezTo>
                <a:lnTo>
                  <a:pt x="56" y="26"/>
                </a:lnTo>
                <a:close/>
                <a:moveTo>
                  <a:pt x="69" y="31"/>
                </a:moveTo>
                <a:cubicBezTo>
                  <a:pt x="25" y="31"/>
                  <a:pt x="25" y="31"/>
                  <a:pt x="25" y="31"/>
                </a:cubicBezTo>
                <a:cubicBezTo>
                  <a:pt x="23" y="31"/>
                  <a:pt x="21" y="33"/>
                  <a:pt x="19" y="34"/>
                </a:cubicBezTo>
                <a:cubicBezTo>
                  <a:pt x="7" y="49"/>
                  <a:pt x="7" y="49"/>
                  <a:pt x="7" y="49"/>
                </a:cubicBezTo>
                <a:cubicBezTo>
                  <a:pt x="7" y="49"/>
                  <a:pt x="7" y="50"/>
                  <a:pt x="7" y="50"/>
                </a:cubicBezTo>
                <a:cubicBezTo>
                  <a:pt x="7" y="52"/>
                  <a:pt x="8" y="52"/>
                  <a:pt x="9" y="52"/>
                </a:cubicBezTo>
                <a:cubicBezTo>
                  <a:pt x="52" y="52"/>
                  <a:pt x="52" y="52"/>
                  <a:pt x="52" y="52"/>
                </a:cubicBezTo>
                <a:cubicBezTo>
                  <a:pt x="55" y="52"/>
                  <a:pt x="57" y="51"/>
                  <a:pt x="59" y="49"/>
                </a:cubicBezTo>
                <a:cubicBezTo>
                  <a:pt x="71" y="34"/>
                  <a:pt x="71" y="34"/>
                  <a:pt x="71" y="34"/>
                </a:cubicBezTo>
                <a:cubicBezTo>
                  <a:pt x="71" y="34"/>
                  <a:pt x="71" y="33"/>
                  <a:pt x="71" y="33"/>
                </a:cubicBezTo>
                <a:cubicBezTo>
                  <a:pt x="71" y="32"/>
                  <a:pt x="70" y="31"/>
                  <a:pt x="69" y="3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82" name="Freeform 87"/>
          <p:cNvSpPr/>
          <p:nvPr/>
        </p:nvSpPr>
        <p:spPr>
          <a:xfrm>
            <a:off x="2968560" y="2760840"/>
            <a:ext cx="209520" cy="212400"/>
          </a:xfrm>
          <a:custGeom>
            <a:avLst/>
            <a:gdLst/>
            <a:ahLst/>
            <a:rect l="l" t="t" r="r" b="b"/>
            <a:pathLst>
              <a:path w="61" h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1" y="14"/>
                  <a:pt x="61" y="31"/>
                </a:cubicBezTo>
                <a:cubicBezTo>
                  <a:pt x="61" y="48"/>
                  <a:pt x="48" y="62"/>
                  <a:pt x="31" y="62"/>
                </a:cubicBezTo>
                <a:close/>
                <a:moveTo>
                  <a:pt x="31" y="6"/>
                </a:moveTo>
                <a:cubicBezTo>
                  <a:pt x="16" y="6"/>
                  <a:pt x="5" y="17"/>
                  <a:pt x="5" y="31"/>
                </a:cubicBezTo>
                <a:cubicBezTo>
                  <a:pt x="5" y="45"/>
                  <a:pt x="16" y="57"/>
                  <a:pt x="31" y="57"/>
                </a:cubicBezTo>
                <a:cubicBezTo>
                  <a:pt x="45" y="57"/>
                  <a:pt x="56" y="45"/>
                  <a:pt x="56" y="31"/>
                </a:cubicBezTo>
                <a:cubicBezTo>
                  <a:pt x="56" y="17"/>
                  <a:pt x="45" y="6"/>
                  <a:pt x="31" y="6"/>
                </a:cubicBezTo>
                <a:close/>
                <a:moveTo>
                  <a:pt x="20" y="26"/>
                </a:moveTo>
                <a:cubicBezTo>
                  <a:pt x="17" y="26"/>
                  <a:pt x="15" y="24"/>
                  <a:pt x="15" y="21"/>
                </a:cubicBezTo>
                <a:cubicBezTo>
                  <a:pt x="15" y="18"/>
                  <a:pt x="17" y="16"/>
                  <a:pt x="20" y="16"/>
                </a:cubicBezTo>
                <a:cubicBezTo>
                  <a:pt x="23" y="16"/>
                  <a:pt x="25" y="18"/>
                  <a:pt x="25" y="21"/>
                </a:cubicBezTo>
                <a:cubicBezTo>
                  <a:pt x="25" y="24"/>
                  <a:pt x="23" y="26"/>
                  <a:pt x="20" y="26"/>
                </a:cubicBezTo>
                <a:close/>
                <a:moveTo>
                  <a:pt x="44" y="48"/>
                </a:moveTo>
                <a:cubicBezTo>
                  <a:pt x="42" y="48"/>
                  <a:pt x="41" y="48"/>
                  <a:pt x="40" y="46"/>
                </a:cubicBezTo>
                <a:cubicBezTo>
                  <a:pt x="39" y="42"/>
                  <a:pt x="35" y="39"/>
                  <a:pt x="31" y="39"/>
                </a:cubicBezTo>
                <a:cubicBezTo>
                  <a:pt x="26" y="39"/>
                  <a:pt x="22" y="42"/>
                  <a:pt x="21" y="46"/>
                </a:cubicBezTo>
                <a:cubicBezTo>
                  <a:pt x="20" y="48"/>
                  <a:pt x="19" y="48"/>
                  <a:pt x="18" y="48"/>
                </a:cubicBezTo>
                <a:cubicBezTo>
                  <a:pt x="16" y="47"/>
                  <a:pt x="15" y="46"/>
                  <a:pt x="16" y="45"/>
                </a:cubicBezTo>
                <a:cubicBezTo>
                  <a:pt x="18" y="38"/>
                  <a:pt x="24" y="34"/>
                  <a:pt x="31" y="34"/>
                </a:cubicBezTo>
                <a:cubicBezTo>
                  <a:pt x="37" y="34"/>
                  <a:pt x="43" y="38"/>
                  <a:pt x="45" y="45"/>
                </a:cubicBezTo>
                <a:cubicBezTo>
                  <a:pt x="46" y="46"/>
                  <a:pt x="45" y="47"/>
                  <a:pt x="44" y="48"/>
                </a:cubicBezTo>
                <a:close/>
                <a:moveTo>
                  <a:pt x="41" y="26"/>
                </a:moveTo>
                <a:cubicBezTo>
                  <a:pt x="38" y="26"/>
                  <a:pt x="36" y="24"/>
                  <a:pt x="36" y="21"/>
                </a:cubicBezTo>
                <a:cubicBezTo>
                  <a:pt x="36" y="18"/>
                  <a:pt x="38" y="16"/>
                  <a:pt x="41" y="16"/>
                </a:cubicBezTo>
                <a:cubicBezTo>
                  <a:pt x="44" y="16"/>
                  <a:pt x="46" y="18"/>
                  <a:pt x="46" y="21"/>
                </a:cubicBezTo>
                <a:cubicBezTo>
                  <a:pt x="46" y="24"/>
                  <a:pt x="44" y="26"/>
                  <a:pt x="41" y="2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83" name="Freeform 88"/>
          <p:cNvSpPr/>
          <p:nvPr/>
        </p:nvSpPr>
        <p:spPr>
          <a:xfrm>
            <a:off x="3463920" y="2760840"/>
            <a:ext cx="141120" cy="195120"/>
          </a:xfrm>
          <a:custGeom>
            <a:avLst/>
            <a:gdLst/>
            <a:ahLst/>
            <a:rect l="l" t="t" r="r" b="b"/>
            <a:pathLst>
              <a:path w="41" h="57">
                <a:moveTo>
                  <a:pt x="41" y="56"/>
                </a:moveTo>
                <a:cubicBezTo>
                  <a:pt x="41" y="56"/>
                  <a:pt x="40" y="57"/>
                  <a:pt x="39" y="57"/>
                </a:cubicBezTo>
                <a:cubicBezTo>
                  <a:pt x="1" y="57"/>
                  <a:pt x="1" y="57"/>
                  <a:pt x="1" y="57"/>
                </a:cubicBezTo>
                <a:cubicBezTo>
                  <a:pt x="0" y="57"/>
                  <a:pt x="0" y="56"/>
                  <a:pt x="0" y="56"/>
                </a:cubicBezTo>
                <a:cubicBezTo>
                  <a:pt x="0" y="50"/>
                  <a:pt x="0" y="50"/>
                  <a:pt x="0" y="50"/>
                </a:cubicBezTo>
                <a:cubicBezTo>
                  <a:pt x="0" y="49"/>
                  <a:pt x="0" y="48"/>
                  <a:pt x="1" y="48"/>
                </a:cubicBezTo>
                <a:cubicBezTo>
                  <a:pt x="5" y="48"/>
                  <a:pt x="5" y="48"/>
                  <a:pt x="5" y="48"/>
                </a:cubicBezTo>
                <a:cubicBezTo>
                  <a:pt x="5" y="33"/>
                  <a:pt x="5" y="33"/>
                  <a:pt x="5" y="33"/>
                </a:cubicBezTo>
                <a:cubicBezTo>
                  <a:pt x="1" y="33"/>
                  <a:pt x="1" y="33"/>
                  <a:pt x="1" y="33"/>
                </a:cubicBezTo>
                <a:cubicBezTo>
                  <a:pt x="0" y="33"/>
                  <a:pt x="0" y="32"/>
                  <a:pt x="0" y="32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26"/>
                  <a:pt x="0" y="25"/>
                  <a:pt x="1" y="25"/>
                </a:cubicBezTo>
                <a:cubicBezTo>
                  <a:pt x="5" y="25"/>
                  <a:pt x="5" y="25"/>
                  <a:pt x="5" y="25"/>
                </a:cubicBezTo>
                <a:cubicBezTo>
                  <a:pt x="5" y="16"/>
                  <a:pt x="5" y="16"/>
                  <a:pt x="5" y="16"/>
                </a:cubicBezTo>
                <a:cubicBezTo>
                  <a:pt x="5" y="7"/>
                  <a:pt x="12" y="0"/>
                  <a:pt x="23" y="0"/>
                </a:cubicBezTo>
                <a:cubicBezTo>
                  <a:pt x="31" y="0"/>
                  <a:pt x="36" y="5"/>
                  <a:pt x="36" y="5"/>
                </a:cubicBezTo>
                <a:cubicBezTo>
                  <a:pt x="36" y="6"/>
                  <a:pt x="37" y="7"/>
                  <a:pt x="36" y="7"/>
                </a:cubicBezTo>
                <a:cubicBezTo>
                  <a:pt x="32" y="12"/>
                  <a:pt x="32" y="12"/>
                  <a:pt x="32" y="12"/>
                </a:cubicBezTo>
                <a:cubicBezTo>
                  <a:pt x="32" y="13"/>
                  <a:pt x="31" y="13"/>
                  <a:pt x="31" y="13"/>
                </a:cubicBezTo>
                <a:cubicBezTo>
                  <a:pt x="31" y="13"/>
                  <a:pt x="30" y="13"/>
                  <a:pt x="30" y="13"/>
                </a:cubicBezTo>
                <a:cubicBezTo>
                  <a:pt x="30" y="12"/>
                  <a:pt x="27" y="10"/>
                  <a:pt x="23" y="10"/>
                </a:cubicBezTo>
                <a:cubicBezTo>
                  <a:pt x="18" y="10"/>
                  <a:pt x="15" y="12"/>
                  <a:pt x="15" y="17"/>
                </a:cubicBezTo>
                <a:cubicBezTo>
                  <a:pt x="15" y="25"/>
                  <a:pt x="15" y="25"/>
                  <a:pt x="15" y="25"/>
                </a:cubicBezTo>
                <a:cubicBezTo>
                  <a:pt x="27" y="25"/>
                  <a:pt x="27" y="25"/>
                  <a:pt x="27" y="25"/>
                </a:cubicBezTo>
                <a:cubicBezTo>
                  <a:pt x="28" y="25"/>
                  <a:pt x="29" y="26"/>
                  <a:pt x="29" y="26"/>
                </a:cubicBezTo>
                <a:cubicBezTo>
                  <a:pt x="29" y="32"/>
                  <a:pt x="29" y="32"/>
                  <a:pt x="29" y="32"/>
                </a:cubicBezTo>
                <a:cubicBezTo>
                  <a:pt x="29" y="32"/>
                  <a:pt x="28" y="33"/>
                  <a:pt x="27" y="33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48"/>
                  <a:pt x="15" y="48"/>
                  <a:pt x="15" y="48"/>
                </a:cubicBezTo>
                <a:cubicBezTo>
                  <a:pt x="32" y="48"/>
                  <a:pt x="32" y="48"/>
                  <a:pt x="32" y="48"/>
                </a:cubicBezTo>
                <a:cubicBezTo>
                  <a:pt x="32" y="41"/>
                  <a:pt x="32" y="41"/>
                  <a:pt x="32" y="41"/>
                </a:cubicBezTo>
                <a:cubicBezTo>
                  <a:pt x="32" y="40"/>
                  <a:pt x="32" y="40"/>
                  <a:pt x="33" y="40"/>
                </a:cubicBezTo>
                <a:cubicBezTo>
                  <a:pt x="39" y="40"/>
                  <a:pt x="39" y="40"/>
                  <a:pt x="39" y="40"/>
                </a:cubicBezTo>
                <a:cubicBezTo>
                  <a:pt x="40" y="40"/>
                  <a:pt x="41" y="40"/>
                  <a:pt x="41" y="41"/>
                </a:cubicBezTo>
                <a:lnTo>
                  <a:pt x="41" y="5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84" name="Freeform 89"/>
          <p:cNvSpPr/>
          <p:nvPr/>
        </p:nvSpPr>
        <p:spPr>
          <a:xfrm>
            <a:off x="3959280" y="2770200"/>
            <a:ext cx="212760" cy="185760"/>
          </a:xfrm>
          <a:custGeom>
            <a:avLst/>
            <a:gdLst/>
            <a:ahLst/>
            <a:rect l="l" t="t" r="r" b="b"/>
            <a:pathLst>
              <a:path w="62" h="54">
                <a:moveTo>
                  <a:pt x="62" y="32"/>
                </a:moveTo>
                <a:cubicBezTo>
                  <a:pt x="62" y="33"/>
                  <a:pt x="62" y="33"/>
                  <a:pt x="61" y="33"/>
                </a:cubicBezTo>
                <a:cubicBezTo>
                  <a:pt x="57" y="33"/>
                  <a:pt x="57" y="33"/>
                  <a:pt x="57" y="33"/>
                </a:cubicBezTo>
                <a:cubicBezTo>
                  <a:pt x="57" y="50"/>
                  <a:pt x="57" y="50"/>
                  <a:pt x="57" y="50"/>
                </a:cubicBezTo>
                <a:cubicBezTo>
                  <a:pt x="57" y="52"/>
                  <a:pt x="55" y="54"/>
                  <a:pt x="53" y="54"/>
                </a:cubicBezTo>
                <a:cubicBezTo>
                  <a:pt x="9" y="54"/>
                  <a:pt x="9" y="54"/>
                  <a:pt x="9" y="54"/>
                </a:cubicBezTo>
                <a:cubicBezTo>
                  <a:pt x="7" y="54"/>
                  <a:pt x="6" y="52"/>
                  <a:pt x="6" y="50"/>
                </a:cubicBezTo>
                <a:cubicBezTo>
                  <a:pt x="6" y="33"/>
                  <a:pt x="6" y="33"/>
                  <a:pt x="6" y="33"/>
                </a:cubicBezTo>
                <a:cubicBezTo>
                  <a:pt x="2" y="33"/>
                  <a:pt x="2" y="33"/>
                  <a:pt x="2" y="33"/>
                </a:cubicBezTo>
                <a:cubicBezTo>
                  <a:pt x="1" y="33"/>
                  <a:pt x="0" y="33"/>
                  <a:pt x="0" y="32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9"/>
                  <a:pt x="1" y="18"/>
                  <a:pt x="2" y="18"/>
                </a:cubicBezTo>
                <a:cubicBezTo>
                  <a:pt x="19" y="18"/>
                  <a:pt x="19" y="18"/>
                  <a:pt x="19" y="18"/>
                </a:cubicBezTo>
                <a:cubicBezTo>
                  <a:pt x="14" y="18"/>
                  <a:pt x="10" y="14"/>
                  <a:pt x="10" y="9"/>
                </a:cubicBezTo>
                <a:cubicBezTo>
                  <a:pt x="10" y="4"/>
                  <a:pt x="14" y="0"/>
                  <a:pt x="19" y="0"/>
                </a:cubicBezTo>
                <a:cubicBezTo>
                  <a:pt x="22" y="0"/>
                  <a:pt x="25" y="1"/>
                  <a:pt x="26" y="3"/>
                </a:cubicBezTo>
                <a:cubicBezTo>
                  <a:pt x="31" y="10"/>
                  <a:pt x="31" y="10"/>
                  <a:pt x="31" y="10"/>
                </a:cubicBezTo>
                <a:cubicBezTo>
                  <a:pt x="36" y="3"/>
                  <a:pt x="36" y="3"/>
                  <a:pt x="36" y="3"/>
                </a:cubicBezTo>
                <a:cubicBezTo>
                  <a:pt x="38" y="1"/>
                  <a:pt x="41" y="0"/>
                  <a:pt x="43" y="0"/>
                </a:cubicBezTo>
                <a:cubicBezTo>
                  <a:pt x="48" y="0"/>
                  <a:pt x="52" y="4"/>
                  <a:pt x="52" y="9"/>
                </a:cubicBezTo>
                <a:cubicBezTo>
                  <a:pt x="52" y="14"/>
                  <a:pt x="48" y="18"/>
                  <a:pt x="43" y="18"/>
                </a:cubicBezTo>
                <a:cubicBezTo>
                  <a:pt x="61" y="18"/>
                  <a:pt x="61" y="18"/>
                  <a:pt x="61" y="18"/>
                </a:cubicBezTo>
                <a:cubicBezTo>
                  <a:pt x="62" y="18"/>
                  <a:pt x="62" y="19"/>
                  <a:pt x="62" y="19"/>
                </a:cubicBezTo>
                <a:lnTo>
                  <a:pt x="62" y="32"/>
                </a:lnTo>
                <a:close/>
                <a:moveTo>
                  <a:pt x="27" y="13"/>
                </a:moveTo>
                <a:cubicBezTo>
                  <a:pt x="22" y="6"/>
                  <a:pt x="22" y="6"/>
                  <a:pt x="22" y="6"/>
                </a:cubicBezTo>
                <a:cubicBezTo>
                  <a:pt x="22" y="6"/>
                  <a:pt x="21" y="5"/>
                  <a:pt x="19" y="5"/>
                </a:cubicBezTo>
                <a:cubicBezTo>
                  <a:pt x="17" y="5"/>
                  <a:pt x="16" y="7"/>
                  <a:pt x="16" y="9"/>
                </a:cubicBezTo>
                <a:cubicBezTo>
                  <a:pt x="16" y="11"/>
                  <a:pt x="17" y="13"/>
                  <a:pt x="19" y="13"/>
                </a:cubicBezTo>
                <a:lnTo>
                  <a:pt x="27" y="13"/>
                </a:lnTo>
                <a:close/>
                <a:moveTo>
                  <a:pt x="38" y="45"/>
                </a:moveTo>
                <a:cubicBezTo>
                  <a:pt x="38" y="26"/>
                  <a:pt x="38" y="26"/>
                  <a:pt x="38" y="26"/>
                </a:cubicBezTo>
                <a:cubicBezTo>
                  <a:pt x="38" y="18"/>
                  <a:pt x="38" y="18"/>
                  <a:pt x="38" y="18"/>
                </a:cubicBezTo>
                <a:cubicBezTo>
                  <a:pt x="25" y="18"/>
                  <a:pt x="25" y="18"/>
                  <a:pt x="25" y="18"/>
                </a:cubicBezTo>
                <a:cubicBezTo>
                  <a:pt x="25" y="26"/>
                  <a:pt x="25" y="26"/>
                  <a:pt x="25" y="26"/>
                </a:cubicBezTo>
                <a:cubicBezTo>
                  <a:pt x="25" y="45"/>
                  <a:pt x="25" y="45"/>
                  <a:pt x="25" y="45"/>
                </a:cubicBezTo>
                <a:cubicBezTo>
                  <a:pt x="25" y="47"/>
                  <a:pt x="25" y="47"/>
                  <a:pt x="25" y="47"/>
                </a:cubicBezTo>
                <a:cubicBezTo>
                  <a:pt x="25" y="48"/>
                  <a:pt x="26" y="49"/>
                  <a:pt x="27" y="49"/>
                </a:cubicBezTo>
                <a:cubicBezTo>
                  <a:pt x="35" y="49"/>
                  <a:pt x="35" y="49"/>
                  <a:pt x="35" y="49"/>
                </a:cubicBezTo>
                <a:cubicBezTo>
                  <a:pt x="37" y="49"/>
                  <a:pt x="38" y="48"/>
                  <a:pt x="38" y="47"/>
                </a:cubicBezTo>
                <a:lnTo>
                  <a:pt x="38" y="45"/>
                </a:lnTo>
                <a:close/>
                <a:moveTo>
                  <a:pt x="43" y="5"/>
                </a:moveTo>
                <a:cubicBezTo>
                  <a:pt x="42" y="5"/>
                  <a:pt x="41" y="6"/>
                  <a:pt x="40" y="6"/>
                </a:cubicBezTo>
                <a:cubicBezTo>
                  <a:pt x="35" y="13"/>
                  <a:pt x="35" y="13"/>
                  <a:pt x="35" y="13"/>
                </a:cubicBezTo>
                <a:cubicBezTo>
                  <a:pt x="43" y="13"/>
                  <a:pt x="43" y="13"/>
                  <a:pt x="43" y="13"/>
                </a:cubicBezTo>
                <a:cubicBezTo>
                  <a:pt x="45" y="13"/>
                  <a:pt x="47" y="11"/>
                  <a:pt x="47" y="9"/>
                </a:cubicBezTo>
                <a:cubicBezTo>
                  <a:pt x="47" y="7"/>
                  <a:pt x="45" y="5"/>
                  <a:pt x="43" y="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85" name="Freeform 90"/>
          <p:cNvSpPr/>
          <p:nvPr/>
        </p:nvSpPr>
        <p:spPr>
          <a:xfrm>
            <a:off x="4452840" y="2781360"/>
            <a:ext cx="230400" cy="191880"/>
          </a:xfrm>
          <a:custGeom>
            <a:avLst/>
            <a:gdLst/>
            <a:ahLst/>
            <a:rect l="l" t="t" r="r" b="b"/>
            <a:pathLst>
              <a:path w="67" h="56">
                <a:moveTo>
                  <a:pt x="64" y="44"/>
                </a:moveTo>
                <a:cubicBezTo>
                  <a:pt x="59" y="55"/>
                  <a:pt x="44" y="56"/>
                  <a:pt x="34" y="56"/>
                </a:cubicBezTo>
                <a:cubicBezTo>
                  <a:pt x="23" y="56"/>
                  <a:pt x="8" y="55"/>
                  <a:pt x="2" y="44"/>
                </a:cubicBezTo>
                <a:cubicBezTo>
                  <a:pt x="0" y="40"/>
                  <a:pt x="0" y="36"/>
                  <a:pt x="0" y="31"/>
                </a:cubicBezTo>
                <a:cubicBezTo>
                  <a:pt x="0" y="25"/>
                  <a:pt x="1" y="20"/>
                  <a:pt x="5" y="15"/>
                </a:cubicBezTo>
                <a:cubicBezTo>
                  <a:pt x="4" y="13"/>
                  <a:pt x="4" y="11"/>
                  <a:pt x="4" y="8"/>
                </a:cubicBezTo>
                <a:cubicBezTo>
                  <a:pt x="4" y="5"/>
                  <a:pt x="5" y="2"/>
                  <a:pt x="6" y="0"/>
                </a:cubicBezTo>
                <a:cubicBezTo>
                  <a:pt x="13" y="0"/>
                  <a:pt x="17" y="2"/>
                  <a:pt x="21" y="6"/>
                </a:cubicBezTo>
                <a:cubicBezTo>
                  <a:pt x="25" y="5"/>
                  <a:pt x="30" y="5"/>
                  <a:pt x="34" y="5"/>
                </a:cubicBezTo>
                <a:cubicBezTo>
                  <a:pt x="38" y="5"/>
                  <a:pt x="41" y="5"/>
                  <a:pt x="45" y="6"/>
                </a:cubicBezTo>
                <a:cubicBezTo>
                  <a:pt x="50" y="2"/>
                  <a:pt x="54" y="0"/>
                  <a:pt x="60" y="0"/>
                </a:cubicBezTo>
                <a:cubicBezTo>
                  <a:pt x="62" y="2"/>
                  <a:pt x="62" y="5"/>
                  <a:pt x="62" y="8"/>
                </a:cubicBezTo>
                <a:cubicBezTo>
                  <a:pt x="62" y="11"/>
                  <a:pt x="62" y="13"/>
                  <a:pt x="61" y="15"/>
                </a:cubicBezTo>
                <a:cubicBezTo>
                  <a:pt x="65" y="20"/>
                  <a:pt x="67" y="25"/>
                  <a:pt x="67" y="31"/>
                </a:cubicBezTo>
                <a:cubicBezTo>
                  <a:pt x="67" y="36"/>
                  <a:pt x="66" y="40"/>
                  <a:pt x="64" y="44"/>
                </a:cubicBezTo>
                <a:close/>
                <a:moveTo>
                  <a:pt x="47" y="27"/>
                </a:moveTo>
                <a:cubicBezTo>
                  <a:pt x="45" y="27"/>
                  <a:pt x="42" y="27"/>
                  <a:pt x="39" y="27"/>
                </a:cubicBezTo>
                <a:cubicBezTo>
                  <a:pt x="37" y="28"/>
                  <a:pt x="35" y="28"/>
                  <a:pt x="33" y="28"/>
                </a:cubicBezTo>
                <a:cubicBezTo>
                  <a:pt x="31" y="28"/>
                  <a:pt x="29" y="28"/>
                  <a:pt x="27" y="27"/>
                </a:cubicBezTo>
                <a:cubicBezTo>
                  <a:pt x="24" y="27"/>
                  <a:pt x="22" y="27"/>
                  <a:pt x="19" y="27"/>
                </a:cubicBezTo>
                <a:cubicBezTo>
                  <a:pt x="12" y="27"/>
                  <a:pt x="9" y="32"/>
                  <a:pt x="9" y="38"/>
                </a:cubicBezTo>
                <a:cubicBezTo>
                  <a:pt x="9" y="50"/>
                  <a:pt x="20" y="52"/>
                  <a:pt x="30" y="52"/>
                </a:cubicBezTo>
                <a:cubicBezTo>
                  <a:pt x="37" y="52"/>
                  <a:pt x="37" y="52"/>
                  <a:pt x="37" y="52"/>
                </a:cubicBezTo>
                <a:cubicBezTo>
                  <a:pt x="46" y="52"/>
                  <a:pt x="58" y="50"/>
                  <a:pt x="58" y="38"/>
                </a:cubicBezTo>
                <a:cubicBezTo>
                  <a:pt x="58" y="32"/>
                  <a:pt x="54" y="27"/>
                  <a:pt x="47" y="27"/>
                </a:cubicBezTo>
                <a:close/>
                <a:moveTo>
                  <a:pt x="20" y="46"/>
                </a:moveTo>
                <a:cubicBezTo>
                  <a:pt x="17" y="46"/>
                  <a:pt x="15" y="41"/>
                  <a:pt x="15" y="38"/>
                </a:cubicBezTo>
                <a:cubicBezTo>
                  <a:pt x="15" y="35"/>
                  <a:pt x="17" y="30"/>
                  <a:pt x="20" y="30"/>
                </a:cubicBezTo>
                <a:cubicBezTo>
                  <a:pt x="24" y="30"/>
                  <a:pt x="25" y="35"/>
                  <a:pt x="25" y="38"/>
                </a:cubicBezTo>
                <a:cubicBezTo>
                  <a:pt x="25" y="41"/>
                  <a:pt x="24" y="46"/>
                  <a:pt x="20" y="46"/>
                </a:cubicBezTo>
                <a:close/>
                <a:moveTo>
                  <a:pt x="46" y="46"/>
                </a:moveTo>
                <a:cubicBezTo>
                  <a:pt x="42" y="46"/>
                  <a:pt x="41" y="41"/>
                  <a:pt x="41" y="38"/>
                </a:cubicBezTo>
                <a:cubicBezTo>
                  <a:pt x="41" y="35"/>
                  <a:pt x="42" y="30"/>
                  <a:pt x="46" y="30"/>
                </a:cubicBezTo>
                <a:cubicBezTo>
                  <a:pt x="50" y="30"/>
                  <a:pt x="51" y="35"/>
                  <a:pt x="51" y="38"/>
                </a:cubicBezTo>
                <a:cubicBezTo>
                  <a:pt x="51" y="41"/>
                  <a:pt x="50" y="46"/>
                  <a:pt x="46" y="4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86" name="Freeform 91"/>
          <p:cNvSpPr/>
          <p:nvPr/>
        </p:nvSpPr>
        <p:spPr>
          <a:xfrm>
            <a:off x="4948200" y="2760840"/>
            <a:ext cx="212760" cy="212400"/>
          </a:xfrm>
          <a:custGeom>
            <a:avLst/>
            <a:gdLst/>
            <a:ahLst/>
            <a:rect l="l" t="t" r="r" b="b"/>
            <a:pathLst>
              <a:path w="62" h="62">
                <a:moveTo>
                  <a:pt x="62" y="31"/>
                </a:moveTo>
                <a:cubicBezTo>
                  <a:pt x="62" y="48"/>
                  <a:pt x="48" y="62"/>
                  <a:pt x="31" y="62"/>
                </a:cubicBez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2" y="14"/>
                  <a:pt x="62" y="31"/>
                </a:cubicBezTo>
                <a:close/>
                <a:moveTo>
                  <a:pt x="41" y="22"/>
                </a:moveTo>
                <a:cubicBezTo>
                  <a:pt x="42" y="22"/>
                  <a:pt x="42" y="21"/>
                  <a:pt x="42" y="21"/>
                </a:cubicBezTo>
                <a:cubicBezTo>
                  <a:pt x="42" y="21"/>
                  <a:pt x="42" y="21"/>
                  <a:pt x="43" y="21"/>
                </a:cubicBezTo>
                <a:cubicBezTo>
                  <a:pt x="43" y="20"/>
                  <a:pt x="44" y="20"/>
                  <a:pt x="45" y="20"/>
                </a:cubicBezTo>
                <a:cubicBezTo>
                  <a:pt x="46" y="20"/>
                  <a:pt x="46" y="20"/>
                  <a:pt x="47" y="21"/>
                </a:cubicBezTo>
                <a:cubicBezTo>
                  <a:pt x="47" y="20"/>
                  <a:pt x="48" y="20"/>
                  <a:pt x="48" y="20"/>
                </a:cubicBezTo>
                <a:cubicBezTo>
                  <a:pt x="48" y="19"/>
                  <a:pt x="49" y="19"/>
                  <a:pt x="49" y="19"/>
                </a:cubicBezTo>
                <a:cubicBezTo>
                  <a:pt x="49" y="19"/>
                  <a:pt x="49" y="18"/>
                  <a:pt x="49" y="18"/>
                </a:cubicBezTo>
                <a:cubicBezTo>
                  <a:pt x="49" y="18"/>
                  <a:pt x="48" y="18"/>
                  <a:pt x="48" y="17"/>
                </a:cubicBezTo>
                <a:cubicBezTo>
                  <a:pt x="48" y="17"/>
                  <a:pt x="48" y="17"/>
                  <a:pt x="48" y="17"/>
                </a:cubicBezTo>
                <a:cubicBezTo>
                  <a:pt x="48" y="17"/>
                  <a:pt x="47" y="17"/>
                  <a:pt x="47" y="17"/>
                </a:cubicBezTo>
                <a:cubicBezTo>
                  <a:pt x="46" y="17"/>
                  <a:pt x="46" y="16"/>
                  <a:pt x="46" y="16"/>
                </a:cubicBezTo>
                <a:cubicBezTo>
                  <a:pt x="46" y="15"/>
                  <a:pt x="45" y="15"/>
                  <a:pt x="45" y="15"/>
                </a:cubicBezTo>
                <a:cubicBezTo>
                  <a:pt x="45" y="15"/>
                  <a:pt x="45" y="14"/>
                  <a:pt x="45" y="14"/>
                </a:cubicBezTo>
                <a:cubicBezTo>
                  <a:pt x="44" y="14"/>
                  <a:pt x="44" y="15"/>
                  <a:pt x="44" y="15"/>
                </a:cubicBezTo>
                <a:cubicBezTo>
                  <a:pt x="43" y="15"/>
                  <a:pt x="43" y="15"/>
                  <a:pt x="43" y="15"/>
                </a:cubicBezTo>
                <a:cubicBezTo>
                  <a:pt x="43" y="15"/>
                  <a:pt x="43" y="15"/>
                  <a:pt x="42" y="15"/>
                </a:cubicBezTo>
                <a:cubicBezTo>
                  <a:pt x="43" y="15"/>
                  <a:pt x="42" y="15"/>
                  <a:pt x="42" y="15"/>
                </a:cubicBezTo>
                <a:cubicBezTo>
                  <a:pt x="42" y="14"/>
                  <a:pt x="42" y="14"/>
                  <a:pt x="42" y="14"/>
                </a:cubicBezTo>
                <a:cubicBezTo>
                  <a:pt x="42" y="14"/>
                  <a:pt x="42" y="14"/>
                  <a:pt x="42" y="14"/>
                </a:cubicBezTo>
                <a:cubicBezTo>
                  <a:pt x="42" y="13"/>
                  <a:pt x="41" y="13"/>
                  <a:pt x="40" y="13"/>
                </a:cubicBezTo>
                <a:cubicBezTo>
                  <a:pt x="40" y="12"/>
                  <a:pt x="38" y="12"/>
                  <a:pt x="38" y="12"/>
                </a:cubicBezTo>
                <a:cubicBezTo>
                  <a:pt x="37" y="13"/>
                  <a:pt x="38" y="13"/>
                  <a:pt x="38" y="14"/>
                </a:cubicBezTo>
                <a:cubicBezTo>
                  <a:pt x="38" y="14"/>
                  <a:pt x="37" y="14"/>
                  <a:pt x="37" y="15"/>
                </a:cubicBezTo>
                <a:cubicBezTo>
                  <a:pt x="37" y="15"/>
                  <a:pt x="38" y="15"/>
                  <a:pt x="38" y="16"/>
                </a:cubicBezTo>
                <a:cubicBezTo>
                  <a:pt x="38" y="17"/>
                  <a:pt x="37" y="17"/>
                  <a:pt x="37" y="17"/>
                </a:cubicBezTo>
                <a:cubicBezTo>
                  <a:pt x="37" y="18"/>
                  <a:pt x="37" y="18"/>
                  <a:pt x="37" y="19"/>
                </a:cubicBezTo>
                <a:cubicBezTo>
                  <a:pt x="38" y="19"/>
                  <a:pt x="37" y="19"/>
                  <a:pt x="37" y="19"/>
                </a:cubicBezTo>
                <a:cubicBezTo>
                  <a:pt x="36" y="20"/>
                  <a:pt x="35" y="19"/>
                  <a:pt x="35" y="18"/>
                </a:cubicBezTo>
                <a:cubicBezTo>
                  <a:pt x="35" y="18"/>
                  <a:pt x="35" y="17"/>
                  <a:pt x="34" y="17"/>
                </a:cubicBezTo>
                <a:cubicBezTo>
                  <a:pt x="34" y="17"/>
                  <a:pt x="33" y="17"/>
                  <a:pt x="33" y="17"/>
                </a:cubicBezTo>
                <a:cubicBezTo>
                  <a:pt x="33" y="16"/>
                  <a:pt x="32" y="16"/>
                  <a:pt x="32" y="16"/>
                </a:cubicBezTo>
                <a:cubicBezTo>
                  <a:pt x="31" y="16"/>
                  <a:pt x="30" y="16"/>
                  <a:pt x="29" y="16"/>
                </a:cubicBezTo>
                <a:cubicBezTo>
                  <a:pt x="30" y="16"/>
                  <a:pt x="29" y="15"/>
                  <a:pt x="29" y="15"/>
                </a:cubicBezTo>
                <a:cubicBezTo>
                  <a:pt x="29" y="14"/>
                  <a:pt x="29" y="14"/>
                  <a:pt x="29" y="14"/>
                </a:cubicBezTo>
                <a:cubicBezTo>
                  <a:pt x="29" y="13"/>
                  <a:pt x="29" y="13"/>
                  <a:pt x="29" y="13"/>
                </a:cubicBezTo>
                <a:cubicBezTo>
                  <a:pt x="29" y="12"/>
                  <a:pt x="30" y="11"/>
                  <a:pt x="30" y="11"/>
                </a:cubicBezTo>
                <a:cubicBezTo>
                  <a:pt x="31" y="12"/>
                  <a:pt x="31" y="12"/>
                  <a:pt x="32" y="11"/>
                </a:cubicBezTo>
                <a:cubicBezTo>
                  <a:pt x="32" y="11"/>
                  <a:pt x="32" y="10"/>
                  <a:pt x="33" y="10"/>
                </a:cubicBezTo>
                <a:cubicBezTo>
                  <a:pt x="33" y="9"/>
                  <a:pt x="34" y="10"/>
                  <a:pt x="35" y="10"/>
                </a:cubicBezTo>
                <a:cubicBezTo>
                  <a:pt x="35" y="10"/>
                  <a:pt x="35" y="9"/>
                  <a:pt x="35" y="9"/>
                </a:cubicBezTo>
                <a:cubicBezTo>
                  <a:pt x="35" y="9"/>
                  <a:pt x="35" y="8"/>
                  <a:pt x="35" y="8"/>
                </a:cubicBezTo>
                <a:cubicBezTo>
                  <a:pt x="34" y="7"/>
                  <a:pt x="33" y="8"/>
                  <a:pt x="34" y="8"/>
                </a:cubicBezTo>
                <a:cubicBezTo>
                  <a:pt x="34" y="8"/>
                  <a:pt x="33" y="10"/>
                  <a:pt x="32" y="9"/>
                </a:cubicBezTo>
                <a:cubicBezTo>
                  <a:pt x="32" y="9"/>
                  <a:pt x="32" y="8"/>
                  <a:pt x="31" y="8"/>
                </a:cubicBezTo>
                <a:cubicBezTo>
                  <a:pt x="31" y="8"/>
                  <a:pt x="31" y="8"/>
                  <a:pt x="31" y="9"/>
                </a:cubicBezTo>
                <a:cubicBezTo>
                  <a:pt x="31" y="8"/>
                  <a:pt x="30" y="8"/>
                  <a:pt x="29" y="8"/>
                </a:cubicBezTo>
                <a:cubicBezTo>
                  <a:pt x="30" y="7"/>
                  <a:pt x="29" y="7"/>
                  <a:pt x="29" y="7"/>
                </a:cubicBezTo>
                <a:cubicBezTo>
                  <a:pt x="29" y="6"/>
                  <a:pt x="28" y="6"/>
                  <a:pt x="27" y="6"/>
                </a:cubicBezTo>
                <a:cubicBezTo>
                  <a:pt x="27" y="7"/>
                  <a:pt x="28" y="8"/>
                  <a:pt x="29" y="8"/>
                </a:cubicBezTo>
                <a:cubicBezTo>
                  <a:pt x="29" y="8"/>
                  <a:pt x="29" y="8"/>
                  <a:pt x="29" y="8"/>
                </a:cubicBezTo>
                <a:cubicBezTo>
                  <a:pt x="29" y="8"/>
                  <a:pt x="28" y="9"/>
                  <a:pt x="28" y="9"/>
                </a:cubicBezTo>
                <a:cubicBezTo>
                  <a:pt x="28" y="9"/>
                  <a:pt x="28" y="10"/>
                  <a:pt x="28" y="10"/>
                </a:cubicBezTo>
                <a:cubicBezTo>
                  <a:pt x="27" y="10"/>
                  <a:pt x="27" y="9"/>
                  <a:pt x="27" y="9"/>
                </a:cubicBezTo>
                <a:cubicBezTo>
                  <a:pt x="28" y="9"/>
                  <a:pt x="26" y="9"/>
                  <a:pt x="26" y="9"/>
                </a:cubicBezTo>
                <a:cubicBezTo>
                  <a:pt x="25" y="9"/>
                  <a:pt x="24" y="9"/>
                  <a:pt x="24" y="9"/>
                </a:cubicBezTo>
                <a:cubicBezTo>
                  <a:pt x="24" y="8"/>
                  <a:pt x="24" y="7"/>
                  <a:pt x="24" y="8"/>
                </a:cubicBezTo>
                <a:cubicBezTo>
                  <a:pt x="24" y="7"/>
                  <a:pt x="23" y="7"/>
                  <a:pt x="23" y="7"/>
                </a:cubicBezTo>
                <a:cubicBezTo>
                  <a:pt x="22" y="7"/>
                  <a:pt x="21" y="8"/>
                  <a:pt x="19" y="9"/>
                </a:cubicBezTo>
                <a:cubicBezTo>
                  <a:pt x="19" y="9"/>
                  <a:pt x="20" y="9"/>
                  <a:pt x="20" y="9"/>
                </a:cubicBezTo>
                <a:cubicBezTo>
                  <a:pt x="20" y="8"/>
                  <a:pt x="20" y="8"/>
                  <a:pt x="21" y="8"/>
                </a:cubicBezTo>
                <a:cubicBezTo>
                  <a:pt x="21" y="8"/>
                  <a:pt x="22" y="7"/>
                  <a:pt x="22" y="8"/>
                </a:cubicBezTo>
                <a:cubicBezTo>
                  <a:pt x="22" y="8"/>
                  <a:pt x="23" y="8"/>
                  <a:pt x="23" y="8"/>
                </a:cubicBezTo>
                <a:cubicBezTo>
                  <a:pt x="23" y="8"/>
                  <a:pt x="23" y="8"/>
                  <a:pt x="23" y="9"/>
                </a:cubicBezTo>
                <a:cubicBezTo>
                  <a:pt x="23" y="8"/>
                  <a:pt x="23" y="9"/>
                  <a:pt x="22" y="9"/>
                </a:cubicBezTo>
                <a:cubicBezTo>
                  <a:pt x="22" y="9"/>
                  <a:pt x="21" y="9"/>
                  <a:pt x="21" y="9"/>
                </a:cubicBezTo>
                <a:cubicBezTo>
                  <a:pt x="21" y="9"/>
                  <a:pt x="22" y="10"/>
                  <a:pt x="22" y="10"/>
                </a:cubicBezTo>
                <a:cubicBezTo>
                  <a:pt x="21" y="9"/>
                  <a:pt x="21" y="9"/>
                  <a:pt x="20" y="9"/>
                </a:cubicBezTo>
                <a:cubicBezTo>
                  <a:pt x="20" y="9"/>
                  <a:pt x="19" y="9"/>
                  <a:pt x="19" y="9"/>
                </a:cubicBezTo>
                <a:cubicBezTo>
                  <a:pt x="15" y="11"/>
                  <a:pt x="12" y="14"/>
                  <a:pt x="10" y="18"/>
                </a:cubicBezTo>
                <a:cubicBezTo>
                  <a:pt x="10" y="18"/>
                  <a:pt x="10" y="18"/>
                  <a:pt x="10" y="18"/>
                </a:cubicBezTo>
                <a:cubicBezTo>
                  <a:pt x="10" y="18"/>
                  <a:pt x="10" y="19"/>
                  <a:pt x="11" y="19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19"/>
                  <a:pt x="13" y="20"/>
                  <a:pt x="13" y="21"/>
                </a:cubicBezTo>
                <a:cubicBezTo>
                  <a:pt x="13" y="21"/>
                  <a:pt x="13" y="21"/>
                  <a:pt x="14" y="21"/>
                </a:cubicBezTo>
                <a:cubicBezTo>
                  <a:pt x="14" y="22"/>
                  <a:pt x="13" y="22"/>
                  <a:pt x="13" y="22"/>
                </a:cubicBezTo>
                <a:cubicBezTo>
                  <a:pt x="13" y="22"/>
                  <a:pt x="12" y="21"/>
                  <a:pt x="12" y="22"/>
                </a:cubicBezTo>
                <a:cubicBezTo>
                  <a:pt x="12" y="22"/>
                  <a:pt x="12" y="23"/>
                  <a:pt x="13" y="23"/>
                </a:cubicBezTo>
                <a:cubicBezTo>
                  <a:pt x="12" y="23"/>
                  <a:pt x="12" y="25"/>
                  <a:pt x="12" y="26"/>
                </a:cubicBezTo>
                <a:cubicBezTo>
                  <a:pt x="12" y="26"/>
                  <a:pt x="12" y="26"/>
                  <a:pt x="12" y="26"/>
                </a:cubicBezTo>
                <a:cubicBezTo>
                  <a:pt x="12" y="26"/>
                  <a:pt x="13" y="28"/>
                  <a:pt x="13" y="28"/>
                </a:cubicBezTo>
                <a:cubicBezTo>
                  <a:pt x="13" y="28"/>
                  <a:pt x="14" y="30"/>
                  <a:pt x="15" y="30"/>
                </a:cubicBezTo>
                <a:cubicBezTo>
                  <a:pt x="15" y="30"/>
                  <a:pt x="16" y="31"/>
                  <a:pt x="16" y="31"/>
                </a:cubicBezTo>
                <a:cubicBezTo>
                  <a:pt x="17" y="32"/>
                  <a:pt x="17" y="33"/>
                  <a:pt x="17" y="33"/>
                </a:cubicBezTo>
                <a:cubicBezTo>
                  <a:pt x="17" y="34"/>
                  <a:pt x="18" y="34"/>
                  <a:pt x="18" y="35"/>
                </a:cubicBezTo>
                <a:cubicBezTo>
                  <a:pt x="18" y="35"/>
                  <a:pt x="18" y="35"/>
                  <a:pt x="18" y="35"/>
                </a:cubicBezTo>
                <a:cubicBezTo>
                  <a:pt x="18" y="35"/>
                  <a:pt x="19" y="35"/>
                  <a:pt x="19" y="36"/>
                </a:cubicBezTo>
                <a:cubicBezTo>
                  <a:pt x="19" y="36"/>
                  <a:pt x="19" y="37"/>
                  <a:pt x="19" y="37"/>
                </a:cubicBezTo>
                <a:cubicBezTo>
                  <a:pt x="20" y="36"/>
                  <a:pt x="19" y="35"/>
                  <a:pt x="18" y="34"/>
                </a:cubicBezTo>
                <a:cubicBezTo>
                  <a:pt x="18" y="34"/>
                  <a:pt x="18" y="34"/>
                  <a:pt x="18" y="33"/>
                </a:cubicBezTo>
                <a:cubicBezTo>
                  <a:pt x="18" y="33"/>
                  <a:pt x="18" y="32"/>
                  <a:pt x="17" y="32"/>
                </a:cubicBezTo>
                <a:cubicBezTo>
                  <a:pt x="18" y="32"/>
                  <a:pt x="18" y="32"/>
                  <a:pt x="18" y="33"/>
                </a:cubicBezTo>
                <a:cubicBezTo>
                  <a:pt x="18" y="33"/>
                  <a:pt x="20" y="35"/>
                  <a:pt x="20" y="35"/>
                </a:cubicBezTo>
                <a:cubicBezTo>
                  <a:pt x="20" y="35"/>
                  <a:pt x="21" y="37"/>
                  <a:pt x="21" y="37"/>
                </a:cubicBezTo>
                <a:cubicBezTo>
                  <a:pt x="21" y="37"/>
                  <a:pt x="22" y="37"/>
                  <a:pt x="22" y="38"/>
                </a:cubicBezTo>
                <a:cubicBezTo>
                  <a:pt x="22" y="38"/>
                  <a:pt x="22" y="39"/>
                  <a:pt x="23" y="40"/>
                </a:cubicBezTo>
                <a:cubicBezTo>
                  <a:pt x="23" y="41"/>
                  <a:pt x="24" y="41"/>
                  <a:pt x="25" y="41"/>
                </a:cubicBezTo>
                <a:cubicBezTo>
                  <a:pt x="25" y="42"/>
                  <a:pt x="26" y="42"/>
                  <a:pt x="26" y="42"/>
                </a:cubicBezTo>
                <a:cubicBezTo>
                  <a:pt x="27" y="43"/>
                  <a:pt x="27" y="42"/>
                  <a:pt x="28" y="42"/>
                </a:cubicBezTo>
                <a:cubicBezTo>
                  <a:pt x="29" y="42"/>
                  <a:pt x="29" y="43"/>
                  <a:pt x="30" y="44"/>
                </a:cubicBezTo>
                <a:cubicBezTo>
                  <a:pt x="31" y="44"/>
                  <a:pt x="32" y="44"/>
                  <a:pt x="32" y="44"/>
                </a:cubicBezTo>
                <a:cubicBezTo>
                  <a:pt x="32" y="44"/>
                  <a:pt x="33" y="46"/>
                  <a:pt x="33" y="46"/>
                </a:cubicBezTo>
                <a:cubicBezTo>
                  <a:pt x="34" y="46"/>
                  <a:pt x="34" y="47"/>
                  <a:pt x="35" y="47"/>
                </a:cubicBezTo>
                <a:cubicBezTo>
                  <a:pt x="35" y="47"/>
                  <a:pt x="35" y="47"/>
                  <a:pt x="35" y="47"/>
                </a:cubicBezTo>
                <a:cubicBezTo>
                  <a:pt x="35" y="47"/>
                  <a:pt x="36" y="48"/>
                  <a:pt x="36" y="48"/>
                </a:cubicBezTo>
                <a:cubicBezTo>
                  <a:pt x="36" y="48"/>
                  <a:pt x="36" y="47"/>
                  <a:pt x="36" y="47"/>
                </a:cubicBezTo>
                <a:cubicBezTo>
                  <a:pt x="36" y="47"/>
                  <a:pt x="35" y="47"/>
                  <a:pt x="34" y="46"/>
                </a:cubicBezTo>
                <a:cubicBezTo>
                  <a:pt x="34" y="46"/>
                  <a:pt x="34" y="45"/>
                  <a:pt x="34" y="45"/>
                </a:cubicBezTo>
                <a:cubicBezTo>
                  <a:pt x="35" y="45"/>
                  <a:pt x="35" y="44"/>
                  <a:pt x="34" y="43"/>
                </a:cubicBezTo>
                <a:cubicBezTo>
                  <a:pt x="34" y="43"/>
                  <a:pt x="34" y="43"/>
                  <a:pt x="34" y="42"/>
                </a:cubicBezTo>
                <a:cubicBezTo>
                  <a:pt x="33" y="43"/>
                  <a:pt x="33" y="42"/>
                  <a:pt x="32" y="42"/>
                </a:cubicBezTo>
                <a:cubicBezTo>
                  <a:pt x="32" y="42"/>
                  <a:pt x="32" y="42"/>
                  <a:pt x="32" y="42"/>
                </a:cubicBezTo>
                <a:cubicBezTo>
                  <a:pt x="32" y="42"/>
                  <a:pt x="32" y="43"/>
                  <a:pt x="32" y="42"/>
                </a:cubicBezTo>
                <a:cubicBezTo>
                  <a:pt x="32" y="42"/>
                  <a:pt x="32" y="41"/>
                  <a:pt x="32" y="41"/>
                </a:cubicBezTo>
                <a:cubicBezTo>
                  <a:pt x="32" y="40"/>
                  <a:pt x="33" y="39"/>
                  <a:pt x="32" y="39"/>
                </a:cubicBezTo>
                <a:cubicBezTo>
                  <a:pt x="31" y="39"/>
                  <a:pt x="31" y="39"/>
                  <a:pt x="31" y="40"/>
                </a:cubicBezTo>
                <a:cubicBezTo>
                  <a:pt x="30" y="40"/>
                  <a:pt x="30" y="40"/>
                  <a:pt x="30" y="41"/>
                </a:cubicBezTo>
                <a:cubicBezTo>
                  <a:pt x="30" y="41"/>
                  <a:pt x="28" y="41"/>
                  <a:pt x="28" y="41"/>
                </a:cubicBezTo>
                <a:cubicBezTo>
                  <a:pt x="27" y="40"/>
                  <a:pt x="27" y="39"/>
                  <a:pt x="27" y="38"/>
                </a:cubicBezTo>
                <a:cubicBezTo>
                  <a:pt x="27" y="37"/>
                  <a:pt x="27" y="36"/>
                  <a:pt x="27" y="35"/>
                </a:cubicBezTo>
                <a:cubicBezTo>
                  <a:pt x="27" y="35"/>
                  <a:pt x="27" y="34"/>
                  <a:pt x="27" y="34"/>
                </a:cubicBezTo>
                <a:cubicBezTo>
                  <a:pt x="28" y="34"/>
                  <a:pt x="28" y="34"/>
                  <a:pt x="28" y="34"/>
                </a:cubicBezTo>
                <a:cubicBezTo>
                  <a:pt x="28" y="34"/>
                  <a:pt x="28" y="34"/>
                  <a:pt x="28" y="34"/>
                </a:cubicBezTo>
                <a:cubicBezTo>
                  <a:pt x="28" y="34"/>
                  <a:pt x="29" y="33"/>
                  <a:pt x="30" y="34"/>
                </a:cubicBezTo>
                <a:cubicBezTo>
                  <a:pt x="30" y="34"/>
                  <a:pt x="31" y="34"/>
                  <a:pt x="31" y="33"/>
                </a:cubicBezTo>
                <a:cubicBezTo>
                  <a:pt x="31" y="33"/>
                  <a:pt x="31" y="33"/>
                  <a:pt x="31" y="33"/>
                </a:cubicBezTo>
                <a:cubicBezTo>
                  <a:pt x="31" y="33"/>
                  <a:pt x="31" y="33"/>
                  <a:pt x="32" y="33"/>
                </a:cubicBezTo>
                <a:cubicBezTo>
                  <a:pt x="32" y="33"/>
                  <a:pt x="33" y="33"/>
                  <a:pt x="33" y="33"/>
                </a:cubicBezTo>
                <a:cubicBezTo>
                  <a:pt x="34" y="34"/>
                  <a:pt x="34" y="34"/>
                  <a:pt x="34" y="33"/>
                </a:cubicBezTo>
                <a:cubicBezTo>
                  <a:pt x="35" y="34"/>
                  <a:pt x="35" y="34"/>
                  <a:pt x="35" y="34"/>
                </a:cubicBezTo>
                <a:cubicBezTo>
                  <a:pt x="35" y="35"/>
                  <a:pt x="35" y="36"/>
                  <a:pt x="36" y="36"/>
                </a:cubicBezTo>
                <a:cubicBezTo>
                  <a:pt x="36" y="37"/>
                  <a:pt x="36" y="35"/>
                  <a:pt x="36" y="35"/>
                </a:cubicBezTo>
                <a:cubicBezTo>
                  <a:pt x="36" y="35"/>
                  <a:pt x="36" y="33"/>
                  <a:pt x="36" y="33"/>
                </a:cubicBezTo>
                <a:cubicBezTo>
                  <a:pt x="35" y="33"/>
                  <a:pt x="35" y="32"/>
                  <a:pt x="36" y="31"/>
                </a:cubicBezTo>
                <a:cubicBezTo>
                  <a:pt x="36" y="31"/>
                  <a:pt x="37" y="31"/>
                  <a:pt x="37" y="31"/>
                </a:cubicBezTo>
                <a:cubicBezTo>
                  <a:pt x="38" y="30"/>
                  <a:pt x="38" y="30"/>
                  <a:pt x="38" y="29"/>
                </a:cubicBezTo>
                <a:cubicBezTo>
                  <a:pt x="38" y="29"/>
                  <a:pt x="38" y="29"/>
                  <a:pt x="38" y="29"/>
                </a:cubicBezTo>
                <a:cubicBezTo>
                  <a:pt x="38" y="29"/>
                  <a:pt x="38" y="28"/>
                  <a:pt x="38" y="29"/>
                </a:cubicBezTo>
                <a:cubicBezTo>
                  <a:pt x="38" y="28"/>
                  <a:pt x="38" y="28"/>
                  <a:pt x="38" y="28"/>
                </a:cubicBezTo>
                <a:cubicBezTo>
                  <a:pt x="38" y="28"/>
                  <a:pt x="38" y="27"/>
                  <a:pt x="38" y="27"/>
                </a:cubicBezTo>
                <a:cubicBezTo>
                  <a:pt x="39" y="28"/>
                  <a:pt x="40" y="27"/>
                  <a:pt x="39" y="26"/>
                </a:cubicBezTo>
                <a:cubicBezTo>
                  <a:pt x="40" y="26"/>
                  <a:pt x="41" y="26"/>
                  <a:pt x="41" y="26"/>
                </a:cubicBezTo>
                <a:cubicBezTo>
                  <a:pt x="41" y="26"/>
                  <a:pt x="41" y="25"/>
                  <a:pt x="41" y="25"/>
                </a:cubicBezTo>
                <a:cubicBezTo>
                  <a:pt x="42" y="24"/>
                  <a:pt x="42" y="24"/>
                  <a:pt x="42" y="24"/>
                </a:cubicBezTo>
                <a:cubicBezTo>
                  <a:pt x="42" y="24"/>
                  <a:pt x="43" y="24"/>
                  <a:pt x="43" y="23"/>
                </a:cubicBezTo>
                <a:cubicBezTo>
                  <a:pt x="44" y="24"/>
                  <a:pt x="45" y="23"/>
                  <a:pt x="44" y="22"/>
                </a:cubicBezTo>
                <a:cubicBezTo>
                  <a:pt x="44" y="22"/>
                  <a:pt x="44" y="22"/>
                  <a:pt x="43" y="22"/>
                </a:cubicBezTo>
                <a:cubicBezTo>
                  <a:pt x="44" y="22"/>
                  <a:pt x="44" y="22"/>
                  <a:pt x="44" y="22"/>
                </a:cubicBezTo>
                <a:cubicBezTo>
                  <a:pt x="45" y="21"/>
                  <a:pt x="44" y="21"/>
                  <a:pt x="44" y="21"/>
                </a:cubicBezTo>
                <a:cubicBezTo>
                  <a:pt x="43" y="21"/>
                  <a:pt x="43" y="21"/>
                  <a:pt x="42" y="21"/>
                </a:cubicBezTo>
                <a:cubicBezTo>
                  <a:pt x="42" y="22"/>
                  <a:pt x="42" y="22"/>
                  <a:pt x="41" y="22"/>
                </a:cubicBezTo>
                <a:close/>
                <a:moveTo>
                  <a:pt x="50" y="49"/>
                </a:moveTo>
                <a:cubicBezTo>
                  <a:pt x="50" y="49"/>
                  <a:pt x="49" y="49"/>
                  <a:pt x="49" y="49"/>
                </a:cubicBezTo>
                <a:cubicBezTo>
                  <a:pt x="49" y="49"/>
                  <a:pt x="48" y="48"/>
                  <a:pt x="48" y="48"/>
                </a:cubicBezTo>
                <a:cubicBezTo>
                  <a:pt x="48" y="48"/>
                  <a:pt x="47" y="47"/>
                  <a:pt x="47" y="47"/>
                </a:cubicBezTo>
                <a:cubicBezTo>
                  <a:pt x="46" y="46"/>
                  <a:pt x="46" y="46"/>
                  <a:pt x="45" y="46"/>
                </a:cubicBezTo>
                <a:cubicBezTo>
                  <a:pt x="45" y="46"/>
                  <a:pt x="44" y="47"/>
                  <a:pt x="44" y="47"/>
                </a:cubicBezTo>
                <a:cubicBezTo>
                  <a:pt x="44" y="46"/>
                  <a:pt x="43" y="46"/>
                  <a:pt x="43" y="46"/>
                </a:cubicBezTo>
                <a:cubicBezTo>
                  <a:pt x="42" y="46"/>
                  <a:pt x="42" y="45"/>
                  <a:pt x="41" y="46"/>
                </a:cubicBezTo>
                <a:cubicBezTo>
                  <a:pt x="41" y="46"/>
                  <a:pt x="41" y="46"/>
                  <a:pt x="41" y="47"/>
                </a:cubicBezTo>
                <a:cubicBezTo>
                  <a:pt x="40" y="46"/>
                  <a:pt x="41" y="46"/>
                  <a:pt x="41" y="45"/>
                </a:cubicBezTo>
                <a:cubicBezTo>
                  <a:pt x="40" y="45"/>
                  <a:pt x="39" y="46"/>
                  <a:pt x="39" y="46"/>
                </a:cubicBezTo>
                <a:cubicBezTo>
                  <a:pt x="39" y="46"/>
                  <a:pt x="39" y="46"/>
                  <a:pt x="38" y="46"/>
                </a:cubicBezTo>
                <a:cubicBezTo>
                  <a:pt x="38" y="47"/>
                  <a:pt x="38" y="47"/>
                  <a:pt x="38" y="47"/>
                </a:cubicBezTo>
                <a:cubicBezTo>
                  <a:pt x="38" y="47"/>
                  <a:pt x="37" y="47"/>
                  <a:pt x="37" y="47"/>
                </a:cubicBezTo>
                <a:cubicBezTo>
                  <a:pt x="37" y="48"/>
                  <a:pt x="37" y="49"/>
                  <a:pt x="37" y="50"/>
                </a:cubicBezTo>
                <a:cubicBezTo>
                  <a:pt x="38" y="50"/>
                  <a:pt x="37" y="51"/>
                  <a:pt x="37" y="52"/>
                </a:cubicBezTo>
                <a:cubicBezTo>
                  <a:pt x="37" y="52"/>
                  <a:pt x="36" y="53"/>
                  <a:pt x="36" y="53"/>
                </a:cubicBezTo>
                <a:cubicBezTo>
                  <a:pt x="36" y="54"/>
                  <a:pt x="36" y="54"/>
                  <a:pt x="36" y="54"/>
                </a:cubicBezTo>
                <a:cubicBezTo>
                  <a:pt x="36" y="55"/>
                  <a:pt x="36" y="55"/>
                  <a:pt x="36" y="56"/>
                </a:cubicBezTo>
                <a:cubicBezTo>
                  <a:pt x="36" y="56"/>
                  <a:pt x="36" y="56"/>
                  <a:pt x="36" y="57"/>
                </a:cubicBezTo>
                <a:cubicBezTo>
                  <a:pt x="41" y="56"/>
                  <a:pt x="46" y="53"/>
                  <a:pt x="50" y="4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87" name="Freeform 92"/>
          <p:cNvSpPr/>
          <p:nvPr/>
        </p:nvSpPr>
        <p:spPr>
          <a:xfrm>
            <a:off x="5452920" y="2743200"/>
            <a:ext cx="247680" cy="230040"/>
          </a:xfrm>
          <a:custGeom>
            <a:avLst/>
            <a:gdLst/>
            <a:ahLst/>
            <a:rect l="l" t="t" r="r" b="b"/>
            <a:pathLst>
              <a:path w="72" h="67">
                <a:moveTo>
                  <a:pt x="20" y="47"/>
                </a:moveTo>
                <a:cubicBezTo>
                  <a:pt x="17" y="35"/>
                  <a:pt x="5" y="29"/>
                  <a:pt x="5" y="29"/>
                </a:cubicBezTo>
                <a:cubicBezTo>
                  <a:pt x="2" y="27"/>
                  <a:pt x="0" y="23"/>
                  <a:pt x="2" y="19"/>
                </a:cubicBezTo>
                <a:cubicBezTo>
                  <a:pt x="4" y="16"/>
                  <a:pt x="8" y="15"/>
                  <a:pt x="11" y="17"/>
                </a:cubicBezTo>
                <a:cubicBezTo>
                  <a:pt x="12" y="17"/>
                  <a:pt x="16" y="19"/>
                  <a:pt x="21" y="24"/>
                </a:cubicBezTo>
                <a:cubicBezTo>
                  <a:pt x="23" y="29"/>
                  <a:pt x="25" y="39"/>
                  <a:pt x="20" y="47"/>
                </a:cubicBezTo>
                <a:close/>
                <a:moveTo>
                  <a:pt x="33" y="57"/>
                </a:moveTo>
                <a:cubicBezTo>
                  <a:pt x="32" y="58"/>
                  <a:pt x="29" y="59"/>
                  <a:pt x="27" y="59"/>
                </a:cubicBezTo>
                <a:cubicBezTo>
                  <a:pt x="26" y="59"/>
                  <a:pt x="25" y="59"/>
                  <a:pt x="23" y="58"/>
                </a:cubicBezTo>
                <a:cubicBezTo>
                  <a:pt x="20" y="56"/>
                  <a:pt x="20" y="52"/>
                  <a:pt x="22" y="49"/>
                </a:cubicBezTo>
                <a:cubicBezTo>
                  <a:pt x="30" y="37"/>
                  <a:pt x="22" y="19"/>
                  <a:pt x="22" y="18"/>
                </a:cubicBezTo>
                <a:cubicBezTo>
                  <a:pt x="20" y="15"/>
                  <a:pt x="21" y="11"/>
                  <a:pt x="25" y="9"/>
                </a:cubicBezTo>
                <a:cubicBezTo>
                  <a:pt x="26" y="9"/>
                  <a:pt x="27" y="9"/>
                  <a:pt x="28" y="9"/>
                </a:cubicBezTo>
                <a:cubicBezTo>
                  <a:pt x="30" y="9"/>
                  <a:pt x="33" y="10"/>
                  <a:pt x="34" y="12"/>
                </a:cubicBezTo>
                <a:cubicBezTo>
                  <a:pt x="34" y="13"/>
                  <a:pt x="46" y="38"/>
                  <a:pt x="33" y="57"/>
                </a:cubicBezTo>
                <a:close/>
                <a:moveTo>
                  <a:pt x="44" y="52"/>
                </a:moveTo>
                <a:cubicBezTo>
                  <a:pt x="44" y="48"/>
                  <a:pt x="43" y="45"/>
                  <a:pt x="41" y="42"/>
                </a:cubicBezTo>
                <a:cubicBezTo>
                  <a:pt x="42" y="37"/>
                  <a:pt x="42" y="32"/>
                  <a:pt x="41" y="27"/>
                </a:cubicBezTo>
                <a:cubicBezTo>
                  <a:pt x="40" y="21"/>
                  <a:pt x="39" y="16"/>
                  <a:pt x="37" y="14"/>
                </a:cubicBezTo>
                <a:cubicBezTo>
                  <a:pt x="40" y="16"/>
                  <a:pt x="43" y="18"/>
                  <a:pt x="46" y="22"/>
                </a:cubicBezTo>
                <a:cubicBezTo>
                  <a:pt x="46" y="23"/>
                  <a:pt x="46" y="24"/>
                  <a:pt x="47" y="25"/>
                </a:cubicBezTo>
                <a:cubicBezTo>
                  <a:pt x="47" y="30"/>
                  <a:pt x="47" y="35"/>
                  <a:pt x="47" y="39"/>
                </a:cubicBezTo>
                <a:cubicBezTo>
                  <a:pt x="46" y="43"/>
                  <a:pt x="45" y="48"/>
                  <a:pt x="44" y="52"/>
                </a:cubicBezTo>
                <a:close/>
                <a:moveTo>
                  <a:pt x="58" y="63"/>
                </a:moveTo>
                <a:cubicBezTo>
                  <a:pt x="56" y="66"/>
                  <a:pt x="54" y="67"/>
                  <a:pt x="51" y="67"/>
                </a:cubicBezTo>
                <a:cubicBezTo>
                  <a:pt x="50" y="67"/>
                  <a:pt x="49" y="67"/>
                  <a:pt x="48" y="66"/>
                </a:cubicBezTo>
                <a:cubicBezTo>
                  <a:pt x="45" y="65"/>
                  <a:pt x="43" y="61"/>
                  <a:pt x="45" y="57"/>
                </a:cubicBezTo>
                <a:cubicBezTo>
                  <a:pt x="56" y="32"/>
                  <a:pt x="45" y="11"/>
                  <a:pt x="45" y="11"/>
                </a:cubicBezTo>
                <a:cubicBezTo>
                  <a:pt x="43" y="7"/>
                  <a:pt x="45" y="3"/>
                  <a:pt x="48" y="1"/>
                </a:cubicBezTo>
                <a:cubicBezTo>
                  <a:pt x="49" y="1"/>
                  <a:pt x="50" y="0"/>
                  <a:pt x="51" y="0"/>
                </a:cubicBezTo>
                <a:cubicBezTo>
                  <a:pt x="54" y="0"/>
                  <a:pt x="57" y="2"/>
                  <a:pt x="58" y="4"/>
                </a:cubicBezTo>
                <a:cubicBezTo>
                  <a:pt x="58" y="5"/>
                  <a:pt x="72" y="32"/>
                  <a:pt x="58" y="6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88" name="Freeform 93"/>
          <p:cNvSpPr/>
          <p:nvPr/>
        </p:nvSpPr>
        <p:spPr>
          <a:xfrm>
            <a:off x="5937120" y="2760840"/>
            <a:ext cx="209520" cy="212400"/>
          </a:xfrm>
          <a:custGeom>
            <a:avLst/>
            <a:gdLst/>
            <a:ahLst/>
            <a:rect l="l" t="t" r="r" b="b"/>
            <a:pathLst>
              <a:path w="61" h="62">
                <a:moveTo>
                  <a:pt x="61" y="51"/>
                </a:moveTo>
                <a:cubicBezTo>
                  <a:pt x="61" y="57"/>
                  <a:pt x="56" y="62"/>
                  <a:pt x="50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5" y="62"/>
                  <a:pt x="0" y="57"/>
                  <a:pt x="0" y="51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6"/>
                  <a:pt x="5" y="0"/>
                  <a:pt x="11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6" y="0"/>
                  <a:pt x="61" y="6"/>
                  <a:pt x="61" y="12"/>
                </a:cubicBezTo>
                <a:lnTo>
                  <a:pt x="61" y="51"/>
                </a:lnTo>
                <a:close/>
                <a:moveTo>
                  <a:pt x="47" y="11"/>
                </a:moveTo>
                <a:cubicBezTo>
                  <a:pt x="41" y="11"/>
                  <a:pt x="41" y="11"/>
                  <a:pt x="41" y="11"/>
                </a:cubicBezTo>
                <a:cubicBezTo>
                  <a:pt x="37" y="18"/>
                  <a:pt x="33" y="24"/>
                  <a:pt x="31" y="31"/>
                </a:cubicBezTo>
                <a:cubicBezTo>
                  <a:pt x="30" y="31"/>
                  <a:pt x="30" y="31"/>
                  <a:pt x="30" y="31"/>
                </a:cubicBezTo>
                <a:cubicBezTo>
                  <a:pt x="27" y="25"/>
                  <a:pt x="24" y="18"/>
                  <a:pt x="21" y="11"/>
                </a:cubicBezTo>
                <a:cubicBezTo>
                  <a:pt x="15" y="11"/>
                  <a:pt x="15" y="11"/>
                  <a:pt x="15" y="11"/>
                </a:cubicBezTo>
                <a:cubicBezTo>
                  <a:pt x="28" y="35"/>
                  <a:pt x="28" y="35"/>
                  <a:pt x="28" y="35"/>
                </a:cubicBezTo>
                <a:cubicBezTo>
                  <a:pt x="28" y="53"/>
                  <a:pt x="28" y="53"/>
                  <a:pt x="28" y="53"/>
                </a:cubicBezTo>
                <a:cubicBezTo>
                  <a:pt x="33" y="53"/>
                  <a:pt x="33" y="53"/>
                  <a:pt x="33" y="53"/>
                </a:cubicBezTo>
                <a:cubicBezTo>
                  <a:pt x="33" y="35"/>
                  <a:pt x="33" y="35"/>
                  <a:pt x="33" y="35"/>
                </a:cubicBezTo>
                <a:lnTo>
                  <a:pt x="47" y="1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89" name="Freeform 94"/>
          <p:cNvSpPr/>
          <p:nvPr/>
        </p:nvSpPr>
        <p:spPr>
          <a:xfrm>
            <a:off x="6432480" y="2743200"/>
            <a:ext cx="212760" cy="247680"/>
          </a:xfrm>
          <a:custGeom>
            <a:avLst/>
            <a:gdLst/>
            <a:ahLst/>
            <a:rect l="l" t="t" r="r" b="b"/>
            <a:pathLst>
              <a:path w="62" h="72">
                <a:moveTo>
                  <a:pt x="59" y="47"/>
                </a:moveTo>
                <a:cubicBezTo>
                  <a:pt x="59" y="49"/>
                  <a:pt x="57" y="53"/>
                  <a:pt x="57" y="56"/>
                </a:cubicBezTo>
                <a:cubicBezTo>
                  <a:pt x="57" y="67"/>
                  <a:pt x="57" y="67"/>
                  <a:pt x="57" y="67"/>
                </a:cubicBezTo>
                <a:cubicBezTo>
                  <a:pt x="57" y="70"/>
                  <a:pt x="55" y="72"/>
                  <a:pt x="52" y="72"/>
                </a:cubicBezTo>
                <a:cubicBezTo>
                  <a:pt x="26" y="72"/>
                  <a:pt x="26" y="72"/>
                  <a:pt x="26" y="72"/>
                </a:cubicBezTo>
                <a:cubicBezTo>
                  <a:pt x="23" y="72"/>
                  <a:pt x="21" y="70"/>
                  <a:pt x="21" y="67"/>
                </a:cubicBezTo>
                <a:cubicBezTo>
                  <a:pt x="21" y="56"/>
                  <a:pt x="21" y="56"/>
                  <a:pt x="21" y="56"/>
                </a:cubicBezTo>
                <a:cubicBezTo>
                  <a:pt x="21" y="54"/>
                  <a:pt x="18" y="51"/>
                  <a:pt x="16" y="50"/>
                </a:cubicBezTo>
                <a:cubicBezTo>
                  <a:pt x="15" y="48"/>
                  <a:pt x="13" y="47"/>
                  <a:pt x="11" y="46"/>
                </a:cubicBezTo>
                <a:cubicBezTo>
                  <a:pt x="7" y="43"/>
                  <a:pt x="0" y="42"/>
                  <a:pt x="0" y="36"/>
                </a:cubicBezTo>
                <a:cubicBezTo>
                  <a:pt x="0" y="30"/>
                  <a:pt x="4" y="25"/>
                  <a:pt x="11" y="25"/>
                </a:cubicBezTo>
                <a:cubicBezTo>
                  <a:pt x="13" y="25"/>
                  <a:pt x="14" y="25"/>
                  <a:pt x="16" y="26"/>
                </a:cubicBezTo>
                <a:cubicBezTo>
                  <a:pt x="16" y="11"/>
                  <a:pt x="16" y="11"/>
                  <a:pt x="16" y="11"/>
                </a:cubicBezTo>
                <a:cubicBezTo>
                  <a:pt x="16" y="5"/>
                  <a:pt x="21" y="0"/>
                  <a:pt x="26" y="0"/>
                </a:cubicBezTo>
                <a:cubicBezTo>
                  <a:pt x="32" y="0"/>
                  <a:pt x="36" y="5"/>
                  <a:pt x="36" y="11"/>
                </a:cubicBezTo>
                <a:cubicBezTo>
                  <a:pt x="36" y="17"/>
                  <a:pt x="36" y="17"/>
                  <a:pt x="36" y="17"/>
                </a:cubicBezTo>
                <a:cubicBezTo>
                  <a:pt x="38" y="18"/>
                  <a:pt x="40" y="18"/>
                  <a:pt x="41" y="19"/>
                </a:cubicBezTo>
                <a:cubicBezTo>
                  <a:pt x="42" y="19"/>
                  <a:pt x="42" y="19"/>
                  <a:pt x="43" y="19"/>
                </a:cubicBezTo>
                <a:cubicBezTo>
                  <a:pt x="46" y="19"/>
                  <a:pt x="48" y="20"/>
                  <a:pt x="50" y="21"/>
                </a:cubicBezTo>
                <a:cubicBezTo>
                  <a:pt x="58" y="21"/>
                  <a:pt x="62" y="26"/>
                  <a:pt x="62" y="34"/>
                </a:cubicBezTo>
                <a:cubicBezTo>
                  <a:pt x="62" y="38"/>
                  <a:pt x="61" y="42"/>
                  <a:pt x="59" y="47"/>
                </a:cubicBezTo>
                <a:close/>
                <a:moveTo>
                  <a:pt x="50" y="26"/>
                </a:moveTo>
                <a:cubicBezTo>
                  <a:pt x="50" y="26"/>
                  <a:pt x="49" y="26"/>
                  <a:pt x="48" y="26"/>
                </a:cubicBezTo>
                <a:cubicBezTo>
                  <a:pt x="47" y="25"/>
                  <a:pt x="45" y="24"/>
                  <a:pt x="43" y="24"/>
                </a:cubicBezTo>
                <a:cubicBezTo>
                  <a:pt x="42" y="24"/>
                  <a:pt x="41" y="24"/>
                  <a:pt x="40" y="25"/>
                </a:cubicBezTo>
                <a:cubicBezTo>
                  <a:pt x="39" y="23"/>
                  <a:pt x="37" y="22"/>
                  <a:pt x="35" y="22"/>
                </a:cubicBezTo>
                <a:cubicBezTo>
                  <a:pt x="34" y="22"/>
                  <a:pt x="32" y="23"/>
                  <a:pt x="31" y="24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8"/>
                  <a:pt x="29" y="5"/>
                  <a:pt x="26" y="5"/>
                </a:cubicBezTo>
                <a:cubicBezTo>
                  <a:pt x="23" y="5"/>
                  <a:pt x="21" y="8"/>
                  <a:pt x="21" y="11"/>
                </a:cubicBezTo>
                <a:cubicBezTo>
                  <a:pt x="21" y="34"/>
                  <a:pt x="21" y="34"/>
                  <a:pt x="21" y="34"/>
                </a:cubicBezTo>
                <a:cubicBezTo>
                  <a:pt x="19" y="34"/>
                  <a:pt x="16" y="30"/>
                  <a:pt x="11" y="30"/>
                </a:cubicBezTo>
                <a:cubicBezTo>
                  <a:pt x="7" y="30"/>
                  <a:pt x="6" y="33"/>
                  <a:pt x="6" y="36"/>
                </a:cubicBezTo>
                <a:cubicBezTo>
                  <a:pt x="6" y="37"/>
                  <a:pt x="10" y="39"/>
                  <a:pt x="11" y="40"/>
                </a:cubicBezTo>
                <a:cubicBezTo>
                  <a:pt x="12" y="40"/>
                  <a:pt x="13" y="41"/>
                  <a:pt x="14" y="41"/>
                </a:cubicBezTo>
                <a:cubicBezTo>
                  <a:pt x="16" y="43"/>
                  <a:pt x="18" y="44"/>
                  <a:pt x="20" y="46"/>
                </a:cubicBezTo>
                <a:cubicBezTo>
                  <a:pt x="23" y="48"/>
                  <a:pt x="26" y="51"/>
                  <a:pt x="26" y="56"/>
                </a:cubicBezTo>
                <a:cubicBezTo>
                  <a:pt x="26" y="57"/>
                  <a:pt x="26" y="57"/>
                  <a:pt x="26" y="57"/>
                </a:cubicBezTo>
                <a:cubicBezTo>
                  <a:pt x="52" y="57"/>
                  <a:pt x="52" y="57"/>
                  <a:pt x="52" y="57"/>
                </a:cubicBezTo>
                <a:cubicBezTo>
                  <a:pt x="52" y="56"/>
                  <a:pt x="52" y="56"/>
                  <a:pt x="52" y="56"/>
                </a:cubicBezTo>
                <a:cubicBezTo>
                  <a:pt x="52" y="49"/>
                  <a:pt x="57" y="42"/>
                  <a:pt x="57" y="34"/>
                </a:cubicBezTo>
                <a:cubicBezTo>
                  <a:pt x="57" y="29"/>
                  <a:pt x="55" y="26"/>
                  <a:pt x="50" y="26"/>
                </a:cubicBezTo>
                <a:close/>
                <a:moveTo>
                  <a:pt x="49" y="62"/>
                </a:moveTo>
                <a:cubicBezTo>
                  <a:pt x="48" y="62"/>
                  <a:pt x="47" y="63"/>
                  <a:pt x="47" y="65"/>
                </a:cubicBezTo>
                <a:cubicBezTo>
                  <a:pt x="47" y="66"/>
                  <a:pt x="48" y="67"/>
                  <a:pt x="49" y="67"/>
                </a:cubicBezTo>
                <a:cubicBezTo>
                  <a:pt x="51" y="67"/>
                  <a:pt x="52" y="66"/>
                  <a:pt x="52" y="65"/>
                </a:cubicBezTo>
                <a:cubicBezTo>
                  <a:pt x="52" y="63"/>
                  <a:pt x="51" y="62"/>
                  <a:pt x="49" y="6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0" name="Freeform 95"/>
          <p:cNvSpPr/>
          <p:nvPr/>
        </p:nvSpPr>
        <p:spPr>
          <a:xfrm>
            <a:off x="6927840" y="2760840"/>
            <a:ext cx="247680" cy="212400"/>
          </a:xfrm>
          <a:custGeom>
            <a:avLst/>
            <a:gdLst/>
            <a:ahLst/>
            <a:rect l="l" t="t" r="r" b="b"/>
            <a:pathLst>
              <a:path w="72" h="62">
                <a:moveTo>
                  <a:pt x="35" y="61"/>
                </a:moveTo>
                <a:cubicBezTo>
                  <a:pt x="10" y="37"/>
                  <a:pt x="10" y="37"/>
                  <a:pt x="10" y="37"/>
                </a:cubicBezTo>
                <a:cubicBezTo>
                  <a:pt x="9" y="37"/>
                  <a:pt x="0" y="29"/>
                  <a:pt x="0" y="19"/>
                </a:cubicBezTo>
                <a:cubicBezTo>
                  <a:pt x="0" y="7"/>
                  <a:pt x="8" y="0"/>
                  <a:pt x="20" y="0"/>
                </a:cubicBezTo>
                <a:cubicBezTo>
                  <a:pt x="27" y="0"/>
                  <a:pt x="33" y="6"/>
                  <a:pt x="36" y="9"/>
                </a:cubicBezTo>
                <a:cubicBezTo>
                  <a:pt x="40" y="6"/>
                  <a:pt x="46" y="0"/>
                  <a:pt x="53" y="0"/>
                </a:cubicBezTo>
                <a:cubicBezTo>
                  <a:pt x="65" y="0"/>
                  <a:pt x="72" y="7"/>
                  <a:pt x="72" y="19"/>
                </a:cubicBezTo>
                <a:cubicBezTo>
                  <a:pt x="72" y="29"/>
                  <a:pt x="64" y="37"/>
                  <a:pt x="63" y="37"/>
                </a:cubicBezTo>
                <a:cubicBezTo>
                  <a:pt x="38" y="61"/>
                  <a:pt x="38" y="61"/>
                  <a:pt x="38" y="61"/>
                </a:cubicBezTo>
                <a:cubicBezTo>
                  <a:pt x="38" y="62"/>
                  <a:pt x="37" y="62"/>
                  <a:pt x="36" y="62"/>
                </a:cubicBezTo>
                <a:cubicBezTo>
                  <a:pt x="36" y="62"/>
                  <a:pt x="35" y="62"/>
                  <a:pt x="35" y="6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1" name="Freeform 96"/>
          <p:cNvSpPr/>
          <p:nvPr/>
        </p:nvSpPr>
        <p:spPr>
          <a:xfrm>
            <a:off x="7423200" y="2743200"/>
            <a:ext cx="195120" cy="247680"/>
          </a:xfrm>
          <a:custGeom>
            <a:avLst/>
            <a:gdLst/>
            <a:ahLst/>
            <a:rect l="l" t="t" r="r" b="b"/>
            <a:pathLst>
              <a:path w="57" h="72">
                <a:moveTo>
                  <a:pt x="57" y="70"/>
                </a:moveTo>
                <a:cubicBezTo>
                  <a:pt x="57" y="71"/>
                  <a:pt x="56" y="72"/>
                  <a:pt x="54" y="72"/>
                </a:cubicBezTo>
                <a:cubicBezTo>
                  <a:pt x="3" y="72"/>
                  <a:pt x="3" y="72"/>
                  <a:pt x="3" y="72"/>
                </a:cubicBezTo>
                <a:cubicBezTo>
                  <a:pt x="2" y="72"/>
                  <a:pt x="0" y="71"/>
                  <a:pt x="0" y="70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17"/>
                  <a:pt x="2" y="16"/>
                  <a:pt x="3" y="16"/>
                </a:cubicBezTo>
                <a:cubicBezTo>
                  <a:pt x="16" y="16"/>
                  <a:pt x="16" y="16"/>
                  <a:pt x="16" y="16"/>
                </a:cubicBezTo>
                <a:cubicBezTo>
                  <a:pt x="16" y="4"/>
                  <a:pt x="16" y="4"/>
                  <a:pt x="16" y="4"/>
                </a:cubicBezTo>
                <a:cubicBezTo>
                  <a:pt x="16" y="2"/>
                  <a:pt x="18" y="0"/>
                  <a:pt x="20" y="0"/>
                </a:cubicBezTo>
                <a:cubicBezTo>
                  <a:pt x="38" y="0"/>
                  <a:pt x="38" y="0"/>
                  <a:pt x="38" y="0"/>
                </a:cubicBezTo>
                <a:cubicBezTo>
                  <a:pt x="40" y="0"/>
                  <a:pt x="42" y="2"/>
                  <a:pt x="42" y="4"/>
                </a:cubicBezTo>
                <a:cubicBezTo>
                  <a:pt x="42" y="16"/>
                  <a:pt x="42" y="16"/>
                  <a:pt x="42" y="16"/>
                </a:cubicBezTo>
                <a:cubicBezTo>
                  <a:pt x="54" y="16"/>
                  <a:pt x="54" y="16"/>
                  <a:pt x="54" y="16"/>
                </a:cubicBezTo>
                <a:cubicBezTo>
                  <a:pt x="56" y="16"/>
                  <a:pt x="57" y="17"/>
                  <a:pt x="57" y="18"/>
                </a:cubicBezTo>
                <a:lnTo>
                  <a:pt x="57" y="70"/>
                </a:lnTo>
                <a:close/>
                <a:moveTo>
                  <a:pt x="52" y="67"/>
                </a:moveTo>
                <a:cubicBezTo>
                  <a:pt x="52" y="21"/>
                  <a:pt x="52" y="21"/>
                  <a:pt x="52" y="21"/>
                </a:cubicBezTo>
                <a:cubicBezTo>
                  <a:pt x="42" y="21"/>
                  <a:pt x="42" y="21"/>
                  <a:pt x="42" y="21"/>
                </a:cubicBezTo>
                <a:cubicBezTo>
                  <a:pt x="42" y="22"/>
                  <a:pt x="42" y="22"/>
                  <a:pt x="42" y="22"/>
                </a:cubicBezTo>
                <a:cubicBezTo>
                  <a:pt x="42" y="24"/>
                  <a:pt x="40" y="26"/>
                  <a:pt x="38" y="26"/>
                </a:cubicBezTo>
                <a:cubicBezTo>
                  <a:pt x="20" y="26"/>
                  <a:pt x="20" y="26"/>
                  <a:pt x="20" y="26"/>
                </a:cubicBezTo>
                <a:cubicBezTo>
                  <a:pt x="18" y="26"/>
                  <a:pt x="16" y="24"/>
                  <a:pt x="16" y="22"/>
                </a:cubicBezTo>
                <a:cubicBezTo>
                  <a:pt x="16" y="21"/>
                  <a:pt x="16" y="21"/>
                  <a:pt x="1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67"/>
                  <a:pt x="6" y="67"/>
                  <a:pt x="6" y="67"/>
                </a:cubicBezTo>
                <a:cubicBezTo>
                  <a:pt x="21" y="67"/>
                  <a:pt x="21" y="67"/>
                  <a:pt x="21" y="67"/>
                </a:cubicBezTo>
                <a:cubicBezTo>
                  <a:pt x="21" y="58"/>
                  <a:pt x="21" y="58"/>
                  <a:pt x="21" y="58"/>
                </a:cubicBezTo>
                <a:cubicBezTo>
                  <a:pt x="21" y="57"/>
                  <a:pt x="22" y="57"/>
                  <a:pt x="22" y="57"/>
                </a:cubicBezTo>
                <a:cubicBezTo>
                  <a:pt x="35" y="57"/>
                  <a:pt x="35" y="57"/>
                  <a:pt x="35" y="57"/>
                </a:cubicBezTo>
                <a:cubicBezTo>
                  <a:pt x="36" y="57"/>
                  <a:pt x="36" y="57"/>
                  <a:pt x="36" y="58"/>
                </a:cubicBezTo>
                <a:cubicBezTo>
                  <a:pt x="36" y="67"/>
                  <a:pt x="36" y="67"/>
                  <a:pt x="36" y="67"/>
                </a:cubicBezTo>
                <a:lnTo>
                  <a:pt x="52" y="67"/>
                </a:lnTo>
                <a:close/>
                <a:moveTo>
                  <a:pt x="16" y="35"/>
                </a:moveTo>
                <a:cubicBezTo>
                  <a:pt x="16" y="36"/>
                  <a:pt x="15" y="36"/>
                  <a:pt x="15" y="36"/>
                </a:cubicBezTo>
                <a:cubicBezTo>
                  <a:pt x="12" y="36"/>
                  <a:pt x="12" y="36"/>
                  <a:pt x="12" y="36"/>
                </a:cubicBezTo>
                <a:cubicBezTo>
                  <a:pt x="11" y="36"/>
                  <a:pt x="11" y="36"/>
                  <a:pt x="11" y="35"/>
                </a:cubicBezTo>
                <a:cubicBezTo>
                  <a:pt x="11" y="32"/>
                  <a:pt x="11" y="32"/>
                  <a:pt x="11" y="32"/>
                </a:cubicBezTo>
                <a:cubicBezTo>
                  <a:pt x="11" y="32"/>
                  <a:pt x="11" y="31"/>
                  <a:pt x="12" y="31"/>
                </a:cubicBezTo>
                <a:cubicBezTo>
                  <a:pt x="15" y="31"/>
                  <a:pt x="15" y="31"/>
                  <a:pt x="15" y="31"/>
                </a:cubicBezTo>
                <a:cubicBezTo>
                  <a:pt x="15" y="31"/>
                  <a:pt x="16" y="32"/>
                  <a:pt x="16" y="32"/>
                </a:cubicBezTo>
                <a:lnTo>
                  <a:pt x="16" y="35"/>
                </a:lnTo>
                <a:close/>
                <a:moveTo>
                  <a:pt x="16" y="45"/>
                </a:moveTo>
                <a:cubicBezTo>
                  <a:pt x="16" y="46"/>
                  <a:pt x="15" y="47"/>
                  <a:pt x="15" y="47"/>
                </a:cubicBezTo>
                <a:cubicBezTo>
                  <a:pt x="12" y="47"/>
                  <a:pt x="12" y="47"/>
                  <a:pt x="12" y="47"/>
                </a:cubicBezTo>
                <a:cubicBezTo>
                  <a:pt x="11" y="47"/>
                  <a:pt x="11" y="46"/>
                  <a:pt x="11" y="45"/>
                </a:cubicBezTo>
                <a:cubicBezTo>
                  <a:pt x="11" y="43"/>
                  <a:pt x="11" y="43"/>
                  <a:pt x="11" y="43"/>
                </a:cubicBezTo>
                <a:cubicBezTo>
                  <a:pt x="11" y="42"/>
                  <a:pt x="11" y="41"/>
                  <a:pt x="12" y="41"/>
                </a:cubicBezTo>
                <a:cubicBezTo>
                  <a:pt x="15" y="41"/>
                  <a:pt x="15" y="41"/>
                  <a:pt x="15" y="41"/>
                </a:cubicBezTo>
                <a:cubicBezTo>
                  <a:pt x="15" y="41"/>
                  <a:pt x="16" y="42"/>
                  <a:pt x="16" y="43"/>
                </a:cubicBezTo>
                <a:lnTo>
                  <a:pt x="16" y="45"/>
                </a:lnTo>
                <a:close/>
                <a:moveTo>
                  <a:pt x="16" y="56"/>
                </a:moveTo>
                <a:cubicBezTo>
                  <a:pt x="16" y="56"/>
                  <a:pt x="15" y="57"/>
                  <a:pt x="15" y="57"/>
                </a:cubicBezTo>
                <a:cubicBezTo>
                  <a:pt x="12" y="57"/>
                  <a:pt x="12" y="57"/>
                  <a:pt x="12" y="57"/>
                </a:cubicBezTo>
                <a:cubicBezTo>
                  <a:pt x="11" y="57"/>
                  <a:pt x="11" y="56"/>
                  <a:pt x="11" y="56"/>
                </a:cubicBezTo>
                <a:cubicBezTo>
                  <a:pt x="11" y="53"/>
                  <a:pt x="11" y="53"/>
                  <a:pt x="11" y="53"/>
                </a:cubicBezTo>
                <a:cubicBezTo>
                  <a:pt x="11" y="52"/>
                  <a:pt x="11" y="52"/>
                  <a:pt x="12" y="52"/>
                </a:cubicBezTo>
                <a:cubicBezTo>
                  <a:pt x="15" y="52"/>
                  <a:pt x="15" y="52"/>
                  <a:pt x="15" y="52"/>
                </a:cubicBezTo>
                <a:cubicBezTo>
                  <a:pt x="15" y="52"/>
                  <a:pt x="16" y="52"/>
                  <a:pt x="16" y="53"/>
                </a:cubicBezTo>
                <a:lnTo>
                  <a:pt x="16" y="56"/>
                </a:lnTo>
                <a:close/>
                <a:moveTo>
                  <a:pt x="36" y="7"/>
                </a:moveTo>
                <a:cubicBezTo>
                  <a:pt x="36" y="6"/>
                  <a:pt x="36" y="5"/>
                  <a:pt x="35" y="5"/>
                </a:cubicBezTo>
                <a:cubicBezTo>
                  <a:pt x="33" y="5"/>
                  <a:pt x="33" y="5"/>
                  <a:pt x="33" y="5"/>
                </a:cubicBezTo>
                <a:cubicBezTo>
                  <a:pt x="32" y="5"/>
                  <a:pt x="31" y="6"/>
                  <a:pt x="31" y="7"/>
                </a:cubicBezTo>
                <a:cubicBezTo>
                  <a:pt x="31" y="11"/>
                  <a:pt x="31" y="11"/>
                  <a:pt x="31" y="11"/>
                </a:cubicBezTo>
                <a:cubicBezTo>
                  <a:pt x="26" y="11"/>
                  <a:pt x="26" y="11"/>
                  <a:pt x="26" y="11"/>
                </a:cubicBezTo>
                <a:cubicBezTo>
                  <a:pt x="26" y="7"/>
                  <a:pt x="26" y="7"/>
                  <a:pt x="26" y="7"/>
                </a:cubicBezTo>
                <a:cubicBezTo>
                  <a:pt x="26" y="6"/>
                  <a:pt x="26" y="5"/>
                  <a:pt x="25" y="5"/>
                </a:cubicBezTo>
                <a:cubicBezTo>
                  <a:pt x="22" y="5"/>
                  <a:pt x="22" y="5"/>
                  <a:pt x="22" y="5"/>
                </a:cubicBezTo>
                <a:cubicBezTo>
                  <a:pt x="22" y="5"/>
                  <a:pt x="21" y="6"/>
                  <a:pt x="21" y="7"/>
                </a:cubicBezTo>
                <a:cubicBezTo>
                  <a:pt x="21" y="20"/>
                  <a:pt x="21" y="20"/>
                  <a:pt x="21" y="20"/>
                </a:cubicBezTo>
                <a:cubicBezTo>
                  <a:pt x="21" y="20"/>
                  <a:pt x="22" y="21"/>
                  <a:pt x="22" y="21"/>
                </a:cubicBezTo>
                <a:cubicBezTo>
                  <a:pt x="25" y="21"/>
                  <a:pt x="25" y="21"/>
                  <a:pt x="25" y="21"/>
                </a:cubicBezTo>
                <a:cubicBezTo>
                  <a:pt x="26" y="21"/>
                  <a:pt x="26" y="20"/>
                  <a:pt x="26" y="20"/>
                </a:cubicBezTo>
                <a:cubicBezTo>
                  <a:pt x="26" y="16"/>
                  <a:pt x="26" y="16"/>
                  <a:pt x="26" y="16"/>
                </a:cubicBezTo>
                <a:cubicBezTo>
                  <a:pt x="31" y="16"/>
                  <a:pt x="31" y="16"/>
                  <a:pt x="31" y="16"/>
                </a:cubicBezTo>
                <a:cubicBezTo>
                  <a:pt x="31" y="20"/>
                  <a:pt x="31" y="20"/>
                  <a:pt x="31" y="20"/>
                </a:cubicBezTo>
                <a:cubicBezTo>
                  <a:pt x="31" y="20"/>
                  <a:pt x="32" y="21"/>
                  <a:pt x="33" y="21"/>
                </a:cubicBezTo>
                <a:cubicBezTo>
                  <a:pt x="35" y="21"/>
                  <a:pt x="35" y="21"/>
                  <a:pt x="35" y="21"/>
                </a:cubicBezTo>
                <a:cubicBezTo>
                  <a:pt x="36" y="21"/>
                  <a:pt x="36" y="20"/>
                  <a:pt x="36" y="20"/>
                </a:cubicBezTo>
                <a:lnTo>
                  <a:pt x="36" y="7"/>
                </a:lnTo>
                <a:close/>
                <a:moveTo>
                  <a:pt x="26" y="35"/>
                </a:moveTo>
                <a:cubicBezTo>
                  <a:pt x="26" y="36"/>
                  <a:pt x="26" y="36"/>
                  <a:pt x="25" y="36"/>
                </a:cubicBezTo>
                <a:cubicBezTo>
                  <a:pt x="22" y="36"/>
                  <a:pt x="22" y="36"/>
                  <a:pt x="22" y="36"/>
                </a:cubicBezTo>
                <a:cubicBezTo>
                  <a:pt x="22" y="36"/>
                  <a:pt x="21" y="36"/>
                  <a:pt x="21" y="35"/>
                </a:cubicBezTo>
                <a:cubicBezTo>
                  <a:pt x="21" y="32"/>
                  <a:pt x="21" y="32"/>
                  <a:pt x="21" y="32"/>
                </a:cubicBezTo>
                <a:cubicBezTo>
                  <a:pt x="21" y="32"/>
                  <a:pt x="22" y="31"/>
                  <a:pt x="22" y="31"/>
                </a:cubicBezTo>
                <a:cubicBezTo>
                  <a:pt x="25" y="31"/>
                  <a:pt x="25" y="31"/>
                  <a:pt x="25" y="31"/>
                </a:cubicBezTo>
                <a:cubicBezTo>
                  <a:pt x="26" y="31"/>
                  <a:pt x="26" y="32"/>
                  <a:pt x="26" y="32"/>
                </a:cubicBezTo>
                <a:lnTo>
                  <a:pt x="26" y="35"/>
                </a:lnTo>
                <a:close/>
                <a:moveTo>
                  <a:pt x="26" y="45"/>
                </a:moveTo>
                <a:cubicBezTo>
                  <a:pt x="26" y="46"/>
                  <a:pt x="26" y="47"/>
                  <a:pt x="25" y="47"/>
                </a:cubicBezTo>
                <a:cubicBezTo>
                  <a:pt x="22" y="47"/>
                  <a:pt x="22" y="47"/>
                  <a:pt x="22" y="47"/>
                </a:cubicBezTo>
                <a:cubicBezTo>
                  <a:pt x="22" y="47"/>
                  <a:pt x="21" y="46"/>
                  <a:pt x="21" y="45"/>
                </a:cubicBezTo>
                <a:cubicBezTo>
                  <a:pt x="21" y="43"/>
                  <a:pt x="21" y="43"/>
                  <a:pt x="21" y="43"/>
                </a:cubicBezTo>
                <a:cubicBezTo>
                  <a:pt x="21" y="42"/>
                  <a:pt x="22" y="41"/>
                  <a:pt x="22" y="41"/>
                </a:cubicBezTo>
                <a:cubicBezTo>
                  <a:pt x="25" y="41"/>
                  <a:pt x="25" y="41"/>
                  <a:pt x="25" y="41"/>
                </a:cubicBezTo>
                <a:cubicBezTo>
                  <a:pt x="26" y="41"/>
                  <a:pt x="26" y="42"/>
                  <a:pt x="26" y="43"/>
                </a:cubicBezTo>
                <a:lnTo>
                  <a:pt x="26" y="45"/>
                </a:lnTo>
                <a:close/>
                <a:moveTo>
                  <a:pt x="36" y="35"/>
                </a:moveTo>
                <a:cubicBezTo>
                  <a:pt x="36" y="36"/>
                  <a:pt x="36" y="36"/>
                  <a:pt x="35" y="36"/>
                </a:cubicBezTo>
                <a:cubicBezTo>
                  <a:pt x="33" y="36"/>
                  <a:pt x="33" y="36"/>
                  <a:pt x="33" y="36"/>
                </a:cubicBezTo>
                <a:cubicBezTo>
                  <a:pt x="32" y="36"/>
                  <a:pt x="31" y="36"/>
                  <a:pt x="31" y="35"/>
                </a:cubicBezTo>
                <a:cubicBezTo>
                  <a:pt x="31" y="32"/>
                  <a:pt x="31" y="32"/>
                  <a:pt x="31" y="32"/>
                </a:cubicBezTo>
                <a:cubicBezTo>
                  <a:pt x="31" y="32"/>
                  <a:pt x="32" y="31"/>
                  <a:pt x="33" y="31"/>
                </a:cubicBezTo>
                <a:cubicBezTo>
                  <a:pt x="35" y="31"/>
                  <a:pt x="35" y="31"/>
                  <a:pt x="35" y="31"/>
                </a:cubicBezTo>
                <a:cubicBezTo>
                  <a:pt x="36" y="31"/>
                  <a:pt x="36" y="32"/>
                  <a:pt x="36" y="32"/>
                </a:cubicBezTo>
                <a:lnTo>
                  <a:pt x="36" y="35"/>
                </a:lnTo>
                <a:close/>
                <a:moveTo>
                  <a:pt x="36" y="45"/>
                </a:moveTo>
                <a:cubicBezTo>
                  <a:pt x="36" y="46"/>
                  <a:pt x="36" y="47"/>
                  <a:pt x="35" y="47"/>
                </a:cubicBezTo>
                <a:cubicBezTo>
                  <a:pt x="33" y="47"/>
                  <a:pt x="33" y="47"/>
                  <a:pt x="33" y="47"/>
                </a:cubicBezTo>
                <a:cubicBezTo>
                  <a:pt x="32" y="47"/>
                  <a:pt x="31" y="46"/>
                  <a:pt x="31" y="45"/>
                </a:cubicBezTo>
                <a:cubicBezTo>
                  <a:pt x="31" y="43"/>
                  <a:pt x="31" y="43"/>
                  <a:pt x="31" y="43"/>
                </a:cubicBezTo>
                <a:cubicBezTo>
                  <a:pt x="31" y="42"/>
                  <a:pt x="32" y="41"/>
                  <a:pt x="33" y="41"/>
                </a:cubicBezTo>
                <a:cubicBezTo>
                  <a:pt x="35" y="41"/>
                  <a:pt x="35" y="41"/>
                  <a:pt x="35" y="41"/>
                </a:cubicBezTo>
                <a:cubicBezTo>
                  <a:pt x="36" y="41"/>
                  <a:pt x="36" y="42"/>
                  <a:pt x="36" y="43"/>
                </a:cubicBezTo>
                <a:lnTo>
                  <a:pt x="36" y="45"/>
                </a:lnTo>
                <a:close/>
                <a:moveTo>
                  <a:pt x="47" y="35"/>
                </a:moveTo>
                <a:cubicBezTo>
                  <a:pt x="47" y="36"/>
                  <a:pt x="46" y="36"/>
                  <a:pt x="45" y="36"/>
                </a:cubicBezTo>
                <a:cubicBezTo>
                  <a:pt x="43" y="36"/>
                  <a:pt x="43" y="36"/>
                  <a:pt x="43" y="36"/>
                </a:cubicBezTo>
                <a:cubicBezTo>
                  <a:pt x="42" y="36"/>
                  <a:pt x="42" y="36"/>
                  <a:pt x="42" y="35"/>
                </a:cubicBezTo>
                <a:cubicBezTo>
                  <a:pt x="42" y="32"/>
                  <a:pt x="42" y="32"/>
                  <a:pt x="42" y="32"/>
                </a:cubicBezTo>
                <a:cubicBezTo>
                  <a:pt x="42" y="32"/>
                  <a:pt x="42" y="31"/>
                  <a:pt x="43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6" y="31"/>
                  <a:pt x="47" y="32"/>
                  <a:pt x="47" y="32"/>
                </a:cubicBezTo>
                <a:lnTo>
                  <a:pt x="47" y="35"/>
                </a:lnTo>
                <a:close/>
                <a:moveTo>
                  <a:pt x="47" y="45"/>
                </a:moveTo>
                <a:cubicBezTo>
                  <a:pt x="47" y="46"/>
                  <a:pt x="46" y="47"/>
                  <a:pt x="45" y="47"/>
                </a:cubicBezTo>
                <a:cubicBezTo>
                  <a:pt x="43" y="47"/>
                  <a:pt x="43" y="47"/>
                  <a:pt x="43" y="47"/>
                </a:cubicBezTo>
                <a:cubicBezTo>
                  <a:pt x="42" y="47"/>
                  <a:pt x="42" y="46"/>
                  <a:pt x="42" y="45"/>
                </a:cubicBezTo>
                <a:cubicBezTo>
                  <a:pt x="42" y="43"/>
                  <a:pt x="42" y="43"/>
                  <a:pt x="42" y="43"/>
                </a:cubicBezTo>
                <a:cubicBezTo>
                  <a:pt x="42" y="42"/>
                  <a:pt x="42" y="41"/>
                  <a:pt x="43" y="41"/>
                </a:cubicBezTo>
                <a:cubicBezTo>
                  <a:pt x="45" y="41"/>
                  <a:pt x="45" y="41"/>
                  <a:pt x="45" y="41"/>
                </a:cubicBezTo>
                <a:cubicBezTo>
                  <a:pt x="46" y="41"/>
                  <a:pt x="47" y="42"/>
                  <a:pt x="47" y="43"/>
                </a:cubicBezTo>
                <a:lnTo>
                  <a:pt x="47" y="45"/>
                </a:lnTo>
                <a:close/>
                <a:moveTo>
                  <a:pt x="47" y="56"/>
                </a:moveTo>
                <a:cubicBezTo>
                  <a:pt x="47" y="56"/>
                  <a:pt x="46" y="57"/>
                  <a:pt x="45" y="57"/>
                </a:cubicBezTo>
                <a:cubicBezTo>
                  <a:pt x="43" y="57"/>
                  <a:pt x="43" y="57"/>
                  <a:pt x="43" y="57"/>
                </a:cubicBezTo>
                <a:cubicBezTo>
                  <a:pt x="42" y="57"/>
                  <a:pt x="42" y="56"/>
                  <a:pt x="42" y="56"/>
                </a:cubicBezTo>
                <a:cubicBezTo>
                  <a:pt x="42" y="53"/>
                  <a:pt x="42" y="53"/>
                  <a:pt x="42" y="53"/>
                </a:cubicBezTo>
                <a:cubicBezTo>
                  <a:pt x="42" y="52"/>
                  <a:pt x="42" y="52"/>
                  <a:pt x="43" y="52"/>
                </a:cubicBezTo>
                <a:cubicBezTo>
                  <a:pt x="45" y="52"/>
                  <a:pt x="45" y="52"/>
                  <a:pt x="45" y="52"/>
                </a:cubicBezTo>
                <a:cubicBezTo>
                  <a:pt x="46" y="52"/>
                  <a:pt x="47" y="52"/>
                  <a:pt x="47" y="53"/>
                </a:cubicBezTo>
                <a:lnTo>
                  <a:pt x="47" y="5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2" name="Freeform 97"/>
          <p:cNvSpPr/>
          <p:nvPr/>
        </p:nvSpPr>
        <p:spPr>
          <a:xfrm>
            <a:off x="7916760" y="2781360"/>
            <a:ext cx="212760" cy="174600"/>
          </a:xfrm>
          <a:custGeom>
            <a:avLst/>
            <a:gdLst/>
            <a:ahLst/>
            <a:rect l="l" t="t" r="r" b="b"/>
            <a:pathLst>
              <a:path w="62" h="51">
                <a:moveTo>
                  <a:pt x="62" y="48"/>
                </a:moveTo>
                <a:cubicBezTo>
                  <a:pt x="62" y="50"/>
                  <a:pt x="61" y="51"/>
                  <a:pt x="60" y="51"/>
                </a:cubicBezTo>
                <a:cubicBezTo>
                  <a:pt x="3" y="51"/>
                  <a:pt x="3" y="51"/>
                  <a:pt x="3" y="51"/>
                </a:cubicBezTo>
                <a:cubicBezTo>
                  <a:pt x="2" y="51"/>
                  <a:pt x="0" y="50"/>
                  <a:pt x="0" y="48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28"/>
                  <a:pt x="1" y="25"/>
                  <a:pt x="1" y="24"/>
                </a:cubicBezTo>
                <a:cubicBezTo>
                  <a:pt x="11" y="2"/>
                  <a:pt x="11" y="2"/>
                  <a:pt x="11" y="2"/>
                </a:cubicBezTo>
                <a:cubicBezTo>
                  <a:pt x="12" y="1"/>
                  <a:pt x="13" y="0"/>
                  <a:pt x="15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49" y="0"/>
                  <a:pt x="51" y="1"/>
                  <a:pt x="52" y="2"/>
                </a:cubicBezTo>
                <a:cubicBezTo>
                  <a:pt x="61" y="24"/>
                  <a:pt x="61" y="24"/>
                  <a:pt x="61" y="24"/>
                </a:cubicBezTo>
                <a:cubicBezTo>
                  <a:pt x="62" y="25"/>
                  <a:pt x="62" y="28"/>
                  <a:pt x="62" y="29"/>
                </a:cubicBezTo>
                <a:lnTo>
                  <a:pt x="62" y="48"/>
                </a:lnTo>
                <a:close/>
                <a:moveTo>
                  <a:pt x="54" y="28"/>
                </a:moveTo>
                <a:cubicBezTo>
                  <a:pt x="54" y="28"/>
                  <a:pt x="54" y="27"/>
                  <a:pt x="54" y="27"/>
                </a:cubicBezTo>
                <a:cubicBezTo>
                  <a:pt x="46" y="7"/>
                  <a:pt x="46" y="7"/>
                  <a:pt x="46" y="7"/>
                </a:cubicBezTo>
                <a:cubicBezTo>
                  <a:pt x="17" y="7"/>
                  <a:pt x="17" y="7"/>
                  <a:pt x="17" y="7"/>
                </a:cubicBezTo>
                <a:cubicBezTo>
                  <a:pt x="9" y="27"/>
                  <a:pt x="9" y="27"/>
                  <a:pt x="9" y="27"/>
                </a:cubicBezTo>
                <a:cubicBezTo>
                  <a:pt x="9" y="27"/>
                  <a:pt x="8" y="28"/>
                  <a:pt x="8" y="28"/>
                </a:cubicBezTo>
                <a:cubicBezTo>
                  <a:pt x="21" y="28"/>
                  <a:pt x="21" y="28"/>
                  <a:pt x="21" y="28"/>
                </a:cubicBezTo>
                <a:cubicBezTo>
                  <a:pt x="25" y="36"/>
                  <a:pt x="25" y="36"/>
                  <a:pt x="25" y="36"/>
                </a:cubicBezTo>
                <a:cubicBezTo>
                  <a:pt x="38" y="36"/>
                  <a:pt x="38" y="36"/>
                  <a:pt x="38" y="36"/>
                </a:cubicBezTo>
                <a:cubicBezTo>
                  <a:pt x="42" y="28"/>
                  <a:pt x="42" y="28"/>
                  <a:pt x="42" y="28"/>
                </a:cubicBezTo>
                <a:lnTo>
                  <a:pt x="54" y="2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3" name="Freeform 98"/>
          <p:cNvSpPr/>
          <p:nvPr/>
        </p:nvSpPr>
        <p:spPr>
          <a:xfrm>
            <a:off x="8412120" y="2760840"/>
            <a:ext cx="123840" cy="195120"/>
          </a:xfrm>
          <a:custGeom>
            <a:avLst/>
            <a:gdLst/>
            <a:ahLst/>
            <a:rect l="l" t="t" r="r" b="b"/>
            <a:pathLst>
              <a:path w="36" h="57">
                <a:moveTo>
                  <a:pt x="36" y="18"/>
                </a:moveTo>
                <a:cubicBezTo>
                  <a:pt x="36" y="19"/>
                  <a:pt x="35" y="20"/>
                  <a:pt x="35" y="20"/>
                </a:cubicBezTo>
                <a:cubicBezTo>
                  <a:pt x="28" y="20"/>
                  <a:pt x="28" y="20"/>
                  <a:pt x="28" y="20"/>
                </a:cubicBezTo>
                <a:cubicBezTo>
                  <a:pt x="27" y="27"/>
                  <a:pt x="21" y="32"/>
                  <a:pt x="12" y="33"/>
                </a:cubicBezTo>
                <a:cubicBezTo>
                  <a:pt x="18" y="40"/>
                  <a:pt x="24" y="47"/>
                  <a:pt x="30" y="55"/>
                </a:cubicBezTo>
                <a:cubicBezTo>
                  <a:pt x="30" y="55"/>
                  <a:pt x="30" y="56"/>
                  <a:pt x="30" y="56"/>
                </a:cubicBezTo>
                <a:cubicBezTo>
                  <a:pt x="30" y="57"/>
                  <a:pt x="29" y="57"/>
                  <a:pt x="29" y="57"/>
                </a:cubicBezTo>
                <a:cubicBezTo>
                  <a:pt x="21" y="57"/>
                  <a:pt x="21" y="57"/>
                  <a:pt x="21" y="57"/>
                </a:cubicBezTo>
                <a:cubicBezTo>
                  <a:pt x="21" y="57"/>
                  <a:pt x="20" y="57"/>
                  <a:pt x="20" y="57"/>
                </a:cubicBezTo>
                <a:cubicBezTo>
                  <a:pt x="14" y="49"/>
                  <a:pt x="8" y="42"/>
                  <a:pt x="0" y="34"/>
                </a:cubicBezTo>
                <a:cubicBezTo>
                  <a:pt x="0" y="33"/>
                  <a:pt x="0" y="33"/>
                  <a:pt x="0" y="33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7"/>
                  <a:pt x="0" y="26"/>
                  <a:pt x="1" y="26"/>
                </a:cubicBezTo>
                <a:cubicBezTo>
                  <a:pt x="6" y="26"/>
                  <a:pt x="6" y="26"/>
                  <a:pt x="6" y="26"/>
                </a:cubicBezTo>
                <a:cubicBezTo>
                  <a:pt x="13" y="26"/>
                  <a:pt x="17" y="24"/>
                  <a:pt x="18" y="20"/>
                </a:cubicBezTo>
                <a:cubicBezTo>
                  <a:pt x="1" y="20"/>
                  <a:pt x="1" y="20"/>
                  <a:pt x="1" y="20"/>
                </a:cubicBezTo>
                <a:cubicBezTo>
                  <a:pt x="0" y="20"/>
                  <a:pt x="0" y="19"/>
                  <a:pt x="0" y="18"/>
                </a:cubicBezTo>
                <a:cubicBezTo>
                  <a:pt x="0" y="14"/>
                  <a:pt x="0" y="14"/>
                  <a:pt x="0" y="14"/>
                </a:cubicBezTo>
                <a:cubicBezTo>
                  <a:pt x="0" y="13"/>
                  <a:pt x="0" y="13"/>
                  <a:pt x="1" y="13"/>
                </a:cubicBezTo>
                <a:cubicBezTo>
                  <a:pt x="18" y="13"/>
                  <a:pt x="18" y="13"/>
                  <a:pt x="18" y="13"/>
                </a:cubicBezTo>
                <a:cubicBezTo>
                  <a:pt x="16" y="10"/>
                  <a:pt x="12" y="8"/>
                  <a:pt x="7" y="8"/>
                </a:cubicBezTo>
                <a:cubicBezTo>
                  <a:pt x="1" y="8"/>
                  <a:pt x="1" y="8"/>
                  <a:pt x="1" y="8"/>
                </a:cubicBezTo>
                <a:cubicBezTo>
                  <a:pt x="0" y="8"/>
                  <a:pt x="0" y="8"/>
                  <a:pt x="0" y="7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0" y="0"/>
                  <a:pt x="1" y="0"/>
                </a:cubicBezTo>
                <a:cubicBezTo>
                  <a:pt x="34" y="0"/>
                  <a:pt x="34" y="0"/>
                  <a:pt x="34" y="0"/>
                </a:cubicBezTo>
                <a:cubicBezTo>
                  <a:pt x="35" y="0"/>
                  <a:pt x="36" y="1"/>
                  <a:pt x="36" y="2"/>
                </a:cubicBezTo>
                <a:cubicBezTo>
                  <a:pt x="36" y="6"/>
                  <a:pt x="36" y="6"/>
                  <a:pt x="36" y="6"/>
                </a:cubicBezTo>
                <a:cubicBezTo>
                  <a:pt x="36" y="7"/>
                  <a:pt x="35" y="7"/>
                  <a:pt x="34" y="7"/>
                </a:cubicBezTo>
                <a:cubicBezTo>
                  <a:pt x="25" y="7"/>
                  <a:pt x="25" y="7"/>
                  <a:pt x="25" y="7"/>
                </a:cubicBezTo>
                <a:cubicBezTo>
                  <a:pt x="26" y="9"/>
                  <a:pt x="27" y="11"/>
                  <a:pt x="28" y="13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3"/>
                  <a:pt x="36" y="13"/>
                  <a:pt x="36" y="14"/>
                </a:cubicBezTo>
                <a:lnTo>
                  <a:pt x="36" y="1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4" name="Freeform 99"/>
          <p:cNvSpPr/>
          <p:nvPr/>
        </p:nvSpPr>
        <p:spPr>
          <a:xfrm>
            <a:off x="8839080" y="2760840"/>
            <a:ext cx="144720" cy="212400"/>
          </a:xfrm>
          <a:custGeom>
            <a:avLst/>
            <a:gdLst/>
            <a:ahLst/>
            <a:rect l="l" t="t" r="r" b="b"/>
            <a:pathLst>
              <a:path w="42" h="62">
                <a:moveTo>
                  <a:pt x="1" y="59"/>
                </a:moveTo>
                <a:cubicBezTo>
                  <a:pt x="4" y="58"/>
                  <a:pt x="7" y="58"/>
                  <a:pt x="9" y="56"/>
                </a:cubicBezTo>
                <a:cubicBezTo>
                  <a:pt x="10" y="55"/>
                  <a:pt x="10" y="54"/>
                  <a:pt x="11" y="52"/>
                </a:cubicBezTo>
                <a:cubicBezTo>
                  <a:pt x="11" y="49"/>
                  <a:pt x="20" y="10"/>
                  <a:pt x="20" y="7"/>
                </a:cubicBezTo>
                <a:cubicBezTo>
                  <a:pt x="20" y="6"/>
                  <a:pt x="20" y="6"/>
                  <a:pt x="20" y="6"/>
                </a:cubicBezTo>
                <a:cubicBezTo>
                  <a:pt x="18" y="5"/>
                  <a:pt x="15" y="5"/>
                  <a:pt x="12" y="5"/>
                </a:cubicBezTo>
                <a:cubicBezTo>
                  <a:pt x="13" y="0"/>
                  <a:pt x="13" y="0"/>
                  <a:pt x="13" y="0"/>
                </a:cubicBezTo>
                <a:cubicBezTo>
                  <a:pt x="18" y="1"/>
                  <a:pt x="24" y="1"/>
                  <a:pt x="29" y="1"/>
                </a:cubicBezTo>
                <a:cubicBezTo>
                  <a:pt x="33" y="1"/>
                  <a:pt x="37" y="1"/>
                  <a:pt x="42" y="0"/>
                </a:cubicBezTo>
                <a:cubicBezTo>
                  <a:pt x="41" y="2"/>
                  <a:pt x="41" y="3"/>
                  <a:pt x="41" y="4"/>
                </a:cubicBezTo>
                <a:cubicBezTo>
                  <a:pt x="38" y="5"/>
                  <a:pt x="35" y="5"/>
                  <a:pt x="32" y="7"/>
                </a:cubicBezTo>
                <a:cubicBezTo>
                  <a:pt x="32" y="9"/>
                  <a:pt x="31" y="11"/>
                  <a:pt x="31" y="13"/>
                </a:cubicBezTo>
                <a:cubicBezTo>
                  <a:pt x="29" y="24"/>
                  <a:pt x="26" y="34"/>
                  <a:pt x="24" y="44"/>
                </a:cubicBezTo>
                <a:cubicBezTo>
                  <a:pt x="24" y="46"/>
                  <a:pt x="22" y="54"/>
                  <a:pt x="22" y="56"/>
                </a:cubicBezTo>
                <a:cubicBezTo>
                  <a:pt x="22" y="57"/>
                  <a:pt x="22" y="57"/>
                  <a:pt x="22" y="57"/>
                </a:cubicBezTo>
                <a:cubicBezTo>
                  <a:pt x="25" y="57"/>
                  <a:pt x="27" y="58"/>
                  <a:pt x="30" y="58"/>
                </a:cubicBezTo>
                <a:cubicBezTo>
                  <a:pt x="29" y="59"/>
                  <a:pt x="29" y="61"/>
                  <a:pt x="29" y="62"/>
                </a:cubicBezTo>
                <a:cubicBezTo>
                  <a:pt x="28" y="62"/>
                  <a:pt x="27" y="62"/>
                  <a:pt x="26" y="62"/>
                </a:cubicBezTo>
                <a:cubicBezTo>
                  <a:pt x="24" y="62"/>
                  <a:pt x="22" y="61"/>
                  <a:pt x="19" y="61"/>
                </a:cubicBezTo>
                <a:cubicBezTo>
                  <a:pt x="17" y="61"/>
                  <a:pt x="14" y="61"/>
                  <a:pt x="11" y="61"/>
                </a:cubicBezTo>
                <a:cubicBezTo>
                  <a:pt x="8" y="61"/>
                  <a:pt x="4" y="62"/>
                  <a:pt x="0" y="62"/>
                </a:cubicBezTo>
                <a:lnTo>
                  <a:pt x="1" y="5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5" name="Freeform 100"/>
          <p:cNvSpPr/>
          <p:nvPr/>
        </p:nvSpPr>
        <p:spPr>
          <a:xfrm>
            <a:off x="65160" y="3146400"/>
            <a:ext cx="230040" cy="220680"/>
          </a:xfrm>
          <a:custGeom>
            <a:avLst/>
            <a:gdLst/>
            <a:ahLst/>
            <a:rect l="l" t="t" r="r" b="b"/>
            <a:pathLst>
              <a:path w="67" h="64">
                <a:moveTo>
                  <a:pt x="63" y="49"/>
                </a:moveTo>
                <a:cubicBezTo>
                  <a:pt x="62" y="49"/>
                  <a:pt x="58" y="45"/>
                  <a:pt x="58" y="44"/>
                </a:cubicBezTo>
                <a:cubicBezTo>
                  <a:pt x="54" y="48"/>
                  <a:pt x="54" y="48"/>
                  <a:pt x="54" y="48"/>
                </a:cubicBezTo>
                <a:cubicBezTo>
                  <a:pt x="63" y="57"/>
                  <a:pt x="63" y="57"/>
                  <a:pt x="63" y="57"/>
                </a:cubicBezTo>
                <a:cubicBezTo>
                  <a:pt x="63" y="58"/>
                  <a:pt x="64" y="59"/>
                  <a:pt x="64" y="60"/>
                </a:cubicBezTo>
                <a:cubicBezTo>
                  <a:pt x="64" y="62"/>
                  <a:pt x="61" y="64"/>
                  <a:pt x="59" y="64"/>
                </a:cubicBezTo>
                <a:cubicBezTo>
                  <a:pt x="58" y="64"/>
                  <a:pt x="57" y="64"/>
                  <a:pt x="56" y="63"/>
                </a:cubicBezTo>
                <a:cubicBezTo>
                  <a:pt x="29" y="36"/>
                  <a:pt x="29" y="36"/>
                  <a:pt x="29" y="36"/>
                </a:cubicBezTo>
                <a:cubicBezTo>
                  <a:pt x="25" y="39"/>
                  <a:pt x="20" y="42"/>
                  <a:pt x="15" y="42"/>
                </a:cubicBezTo>
                <a:cubicBezTo>
                  <a:pt x="6" y="42"/>
                  <a:pt x="0" y="36"/>
                  <a:pt x="0" y="27"/>
                </a:cubicBezTo>
                <a:cubicBezTo>
                  <a:pt x="0" y="14"/>
                  <a:pt x="13" y="0"/>
                  <a:pt x="26" y="0"/>
                </a:cubicBezTo>
                <a:cubicBezTo>
                  <a:pt x="35" y="0"/>
                  <a:pt x="41" y="6"/>
                  <a:pt x="41" y="15"/>
                </a:cubicBezTo>
                <a:cubicBezTo>
                  <a:pt x="41" y="21"/>
                  <a:pt x="39" y="26"/>
                  <a:pt x="36" y="30"/>
                </a:cubicBezTo>
                <a:cubicBezTo>
                  <a:pt x="50" y="44"/>
                  <a:pt x="50" y="44"/>
                  <a:pt x="50" y="44"/>
                </a:cubicBezTo>
                <a:cubicBezTo>
                  <a:pt x="54" y="40"/>
                  <a:pt x="54" y="40"/>
                  <a:pt x="54" y="40"/>
                </a:cubicBezTo>
                <a:cubicBezTo>
                  <a:pt x="53" y="39"/>
                  <a:pt x="49" y="36"/>
                  <a:pt x="49" y="35"/>
                </a:cubicBezTo>
                <a:cubicBezTo>
                  <a:pt x="49" y="34"/>
                  <a:pt x="53" y="31"/>
                  <a:pt x="54" y="31"/>
                </a:cubicBezTo>
                <a:cubicBezTo>
                  <a:pt x="54" y="31"/>
                  <a:pt x="54" y="31"/>
                  <a:pt x="55" y="31"/>
                </a:cubicBezTo>
                <a:cubicBezTo>
                  <a:pt x="56" y="32"/>
                  <a:pt x="67" y="43"/>
                  <a:pt x="67" y="44"/>
                </a:cubicBezTo>
                <a:cubicBezTo>
                  <a:pt x="67" y="45"/>
                  <a:pt x="64" y="49"/>
                  <a:pt x="63" y="49"/>
                </a:cubicBezTo>
                <a:close/>
                <a:moveTo>
                  <a:pt x="25" y="8"/>
                </a:moveTo>
                <a:cubicBezTo>
                  <a:pt x="21" y="8"/>
                  <a:pt x="18" y="12"/>
                  <a:pt x="18" y="16"/>
                </a:cubicBezTo>
                <a:cubicBezTo>
                  <a:pt x="18" y="17"/>
                  <a:pt x="18" y="18"/>
                  <a:pt x="19" y="19"/>
                </a:cubicBezTo>
                <a:cubicBezTo>
                  <a:pt x="17" y="19"/>
                  <a:pt x="16" y="18"/>
                  <a:pt x="15" y="18"/>
                </a:cubicBezTo>
                <a:cubicBezTo>
                  <a:pt x="11" y="18"/>
                  <a:pt x="7" y="22"/>
                  <a:pt x="7" y="26"/>
                </a:cubicBezTo>
                <a:cubicBezTo>
                  <a:pt x="7" y="30"/>
                  <a:pt x="11" y="34"/>
                  <a:pt x="15" y="34"/>
                </a:cubicBezTo>
                <a:cubicBezTo>
                  <a:pt x="19" y="34"/>
                  <a:pt x="23" y="30"/>
                  <a:pt x="23" y="26"/>
                </a:cubicBezTo>
                <a:cubicBezTo>
                  <a:pt x="23" y="25"/>
                  <a:pt x="23" y="24"/>
                  <a:pt x="22" y="23"/>
                </a:cubicBezTo>
                <a:cubicBezTo>
                  <a:pt x="23" y="23"/>
                  <a:pt x="24" y="24"/>
                  <a:pt x="25" y="24"/>
                </a:cubicBezTo>
                <a:cubicBezTo>
                  <a:pt x="30" y="24"/>
                  <a:pt x="33" y="20"/>
                  <a:pt x="33" y="16"/>
                </a:cubicBezTo>
                <a:cubicBezTo>
                  <a:pt x="33" y="12"/>
                  <a:pt x="30" y="8"/>
                  <a:pt x="25" y="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6" name="Freeform 101"/>
          <p:cNvSpPr/>
          <p:nvPr/>
        </p:nvSpPr>
        <p:spPr>
          <a:xfrm>
            <a:off x="495360" y="3166920"/>
            <a:ext cx="263520" cy="174600"/>
          </a:xfrm>
          <a:custGeom>
            <a:avLst/>
            <a:gdLst/>
            <a:ahLst/>
            <a:rect l="l" t="t" r="r" b="b"/>
            <a:pathLst>
              <a:path w="77" h="51">
                <a:moveTo>
                  <a:pt x="77" y="43"/>
                </a:moveTo>
                <a:cubicBezTo>
                  <a:pt x="77" y="47"/>
                  <a:pt x="77" y="47"/>
                  <a:pt x="77" y="47"/>
                </a:cubicBezTo>
                <a:cubicBezTo>
                  <a:pt x="77" y="49"/>
                  <a:pt x="74" y="51"/>
                  <a:pt x="70" y="51"/>
                </a:cubicBezTo>
                <a:cubicBezTo>
                  <a:pt x="6" y="51"/>
                  <a:pt x="6" y="51"/>
                  <a:pt x="6" y="51"/>
                </a:cubicBezTo>
                <a:cubicBezTo>
                  <a:pt x="3" y="51"/>
                  <a:pt x="0" y="49"/>
                  <a:pt x="0" y="47"/>
                </a:cubicBezTo>
                <a:cubicBezTo>
                  <a:pt x="0" y="43"/>
                  <a:pt x="0" y="43"/>
                  <a:pt x="0" y="43"/>
                </a:cubicBezTo>
                <a:cubicBezTo>
                  <a:pt x="6" y="43"/>
                  <a:pt x="6" y="43"/>
                  <a:pt x="6" y="43"/>
                </a:cubicBezTo>
                <a:cubicBezTo>
                  <a:pt x="70" y="43"/>
                  <a:pt x="70" y="43"/>
                  <a:pt x="70" y="43"/>
                </a:cubicBezTo>
                <a:lnTo>
                  <a:pt x="77" y="43"/>
                </a:lnTo>
                <a:close/>
                <a:moveTo>
                  <a:pt x="10" y="34"/>
                </a:moveTo>
                <a:cubicBezTo>
                  <a:pt x="10" y="6"/>
                  <a:pt x="10" y="6"/>
                  <a:pt x="10" y="6"/>
                </a:cubicBezTo>
                <a:cubicBezTo>
                  <a:pt x="10" y="2"/>
                  <a:pt x="13" y="0"/>
                  <a:pt x="16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4" y="0"/>
                  <a:pt x="67" y="2"/>
                  <a:pt x="67" y="6"/>
                </a:cubicBezTo>
                <a:cubicBezTo>
                  <a:pt x="67" y="34"/>
                  <a:pt x="67" y="34"/>
                  <a:pt x="67" y="34"/>
                </a:cubicBezTo>
                <a:cubicBezTo>
                  <a:pt x="67" y="38"/>
                  <a:pt x="64" y="41"/>
                  <a:pt x="60" y="41"/>
                </a:cubicBezTo>
                <a:cubicBezTo>
                  <a:pt x="16" y="41"/>
                  <a:pt x="16" y="41"/>
                  <a:pt x="16" y="41"/>
                </a:cubicBezTo>
                <a:cubicBezTo>
                  <a:pt x="13" y="41"/>
                  <a:pt x="10" y="38"/>
                  <a:pt x="10" y="34"/>
                </a:cubicBezTo>
                <a:close/>
                <a:moveTo>
                  <a:pt x="15" y="34"/>
                </a:moveTo>
                <a:cubicBezTo>
                  <a:pt x="15" y="35"/>
                  <a:pt x="16" y="36"/>
                  <a:pt x="16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1" y="36"/>
                  <a:pt x="61" y="35"/>
                  <a:pt x="61" y="34"/>
                </a:cubicBezTo>
                <a:cubicBezTo>
                  <a:pt x="61" y="6"/>
                  <a:pt x="61" y="6"/>
                  <a:pt x="61" y="6"/>
                </a:cubicBezTo>
                <a:cubicBezTo>
                  <a:pt x="61" y="5"/>
                  <a:pt x="61" y="5"/>
                  <a:pt x="60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5" y="5"/>
                  <a:pt x="15" y="6"/>
                </a:cubicBezTo>
                <a:lnTo>
                  <a:pt x="15" y="34"/>
                </a:lnTo>
                <a:close/>
                <a:moveTo>
                  <a:pt x="42" y="47"/>
                </a:moveTo>
                <a:cubicBezTo>
                  <a:pt x="42" y="46"/>
                  <a:pt x="42" y="46"/>
                  <a:pt x="42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35" y="46"/>
                  <a:pt x="34" y="46"/>
                  <a:pt x="34" y="47"/>
                </a:cubicBezTo>
                <a:cubicBezTo>
                  <a:pt x="34" y="47"/>
                  <a:pt x="35" y="47"/>
                  <a:pt x="35" y="47"/>
                </a:cubicBezTo>
                <a:cubicBezTo>
                  <a:pt x="42" y="47"/>
                  <a:pt x="42" y="47"/>
                  <a:pt x="42" y="47"/>
                </a:cubicBezTo>
                <a:cubicBezTo>
                  <a:pt x="42" y="47"/>
                  <a:pt x="42" y="47"/>
                  <a:pt x="42" y="4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7" name="Freeform 102"/>
          <p:cNvSpPr/>
          <p:nvPr/>
        </p:nvSpPr>
        <p:spPr>
          <a:xfrm>
            <a:off x="996840" y="3135240"/>
            <a:ext cx="239760" cy="238320"/>
          </a:xfrm>
          <a:custGeom>
            <a:avLst/>
            <a:gdLst/>
            <a:ahLst/>
            <a:rect l="l" t="t" r="r" b="b"/>
            <a:pathLst>
              <a:path w="70" h="69">
                <a:moveTo>
                  <a:pt x="68" y="64"/>
                </a:moveTo>
                <a:cubicBezTo>
                  <a:pt x="64" y="68"/>
                  <a:pt x="64" y="68"/>
                  <a:pt x="64" y="68"/>
                </a:cubicBezTo>
                <a:cubicBezTo>
                  <a:pt x="63" y="69"/>
                  <a:pt x="62" y="69"/>
                  <a:pt x="60" y="69"/>
                </a:cubicBezTo>
                <a:cubicBezTo>
                  <a:pt x="59" y="69"/>
                  <a:pt x="57" y="69"/>
                  <a:pt x="57" y="68"/>
                </a:cubicBezTo>
                <a:cubicBezTo>
                  <a:pt x="42" y="53"/>
                  <a:pt x="42" y="53"/>
                  <a:pt x="42" y="53"/>
                </a:cubicBezTo>
                <a:cubicBezTo>
                  <a:pt x="41" y="52"/>
                  <a:pt x="40" y="51"/>
                  <a:pt x="40" y="50"/>
                </a:cubicBezTo>
                <a:cubicBezTo>
                  <a:pt x="40" y="48"/>
                  <a:pt x="41" y="47"/>
                  <a:pt x="42" y="46"/>
                </a:cubicBezTo>
                <a:cubicBezTo>
                  <a:pt x="32" y="36"/>
                  <a:pt x="32" y="36"/>
                  <a:pt x="32" y="36"/>
                </a:cubicBezTo>
                <a:cubicBezTo>
                  <a:pt x="27" y="41"/>
                  <a:pt x="27" y="41"/>
                  <a:pt x="27" y="41"/>
                </a:cubicBezTo>
                <a:cubicBezTo>
                  <a:pt x="26" y="41"/>
                  <a:pt x="26" y="41"/>
                  <a:pt x="25" y="41"/>
                </a:cubicBezTo>
                <a:cubicBezTo>
                  <a:pt x="25" y="41"/>
                  <a:pt x="24" y="41"/>
                  <a:pt x="24" y="41"/>
                </a:cubicBezTo>
                <a:cubicBezTo>
                  <a:pt x="25" y="42"/>
                  <a:pt x="26" y="43"/>
                  <a:pt x="26" y="45"/>
                </a:cubicBezTo>
                <a:cubicBezTo>
                  <a:pt x="26" y="46"/>
                  <a:pt x="26" y="47"/>
                  <a:pt x="25" y="47"/>
                </a:cubicBezTo>
                <a:cubicBezTo>
                  <a:pt x="24" y="49"/>
                  <a:pt x="22" y="51"/>
                  <a:pt x="20" y="51"/>
                </a:cubicBezTo>
                <a:cubicBezTo>
                  <a:pt x="19" y="51"/>
                  <a:pt x="18" y="50"/>
                  <a:pt x="18" y="50"/>
                </a:cubicBezTo>
                <a:cubicBezTo>
                  <a:pt x="1" y="33"/>
                  <a:pt x="1" y="33"/>
                  <a:pt x="1" y="33"/>
                </a:cubicBezTo>
                <a:cubicBezTo>
                  <a:pt x="0" y="32"/>
                  <a:pt x="0" y="31"/>
                  <a:pt x="0" y="30"/>
                </a:cubicBezTo>
                <a:cubicBezTo>
                  <a:pt x="0" y="28"/>
                  <a:pt x="2" y="27"/>
                  <a:pt x="3" y="25"/>
                </a:cubicBezTo>
                <a:cubicBezTo>
                  <a:pt x="4" y="25"/>
                  <a:pt x="5" y="24"/>
                  <a:pt x="6" y="24"/>
                </a:cubicBezTo>
                <a:cubicBezTo>
                  <a:pt x="8" y="24"/>
                  <a:pt x="9" y="25"/>
                  <a:pt x="10" y="27"/>
                </a:cubicBezTo>
                <a:cubicBezTo>
                  <a:pt x="10" y="26"/>
                  <a:pt x="10" y="26"/>
                  <a:pt x="10" y="25"/>
                </a:cubicBezTo>
                <a:cubicBezTo>
                  <a:pt x="10" y="25"/>
                  <a:pt x="10" y="24"/>
                  <a:pt x="10" y="24"/>
                </a:cubicBezTo>
                <a:cubicBezTo>
                  <a:pt x="24" y="10"/>
                  <a:pt x="24" y="10"/>
                  <a:pt x="24" y="10"/>
                </a:cubicBezTo>
                <a:cubicBezTo>
                  <a:pt x="24" y="10"/>
                  <a:pt x="25" y="9"/>
                  <a:pt x="25" y="9"/>
                </a:cubicBezTo>
                <a:cubicBezTo>
                  <a:pt x="26" y="9"/>
                  <a:pt x="26" y="10"/>
                  <a:pt x="27" y="10"/>
                </a:cubicBezTo>
                <a:cubicBezTo>
                  <a:pt x="26" y="9"/>
                  <a:pt x="25" y="8"/>
                  <a:pt x="25" y="6"/>
                </a:cubicBezTo>
                <a:cubicBezTo>
                  <a:pt x="25" y="5"/>
                  <a:pt x="25" y="4"/>
                  <a:pt x="26" y="3"/>
                </a:cubicBezTo>
                <a:cubicBezTo>
                  <a:pt x="27" y="2"/>
                  <a:pt x="28" y="0"/>
                  <a:pt x="31" y="0"/>
                </a:cubicBezTo>
                <a:cubicBezTo>
                  <a:pt x="32" y="0"/>
                  <a:pt x="33" y="0"/>
                  <a:pt x="33" y="1"/>
                </a:cubicBezTo>
                <a:cubicBezTo>
                  <a:pt x="50" y="17"/>
                  <a:pt x="50" y="17"/>
                  <a:pt x="50" y="17"/>
                </a:cubicBezTo>
                <a:cubicBezTo>
                  <a:pt x="50" y="18"/>
                  <a:pt x="51" y="19"/>
                  <a:pt x="51" y="20"/>
                </a:cubicBezTo>
                <a:cubicBezTo>
                  <a:pt x="51" y="22"/>
                  <a:pt x="49" y="24"/>
                  <a:pt x="47" y="25"/>
                </a:cubicBezTo>
                <a:cubicBezTo>
                  <a:pt x="47" y="26"/>
                  <a:pt x="46" y="26"/>
                  <a:pt x="45" y="26"/>
                </a:cubicBezTo>
                <a:cubicBezTo>
                  <a:pt x="43" y="26"/>
                  <a:pt x="42" y="25"/>
                  <a:pt x="41" y="24"/>
                </a:cubicBezTo>
                <a:cubicBezTo>
                  <a:pt x="41" y="24"/>
                  <a:pt x="41" y="25"/>
                  <a:pt x="41" y="25"/>
                </a:cubicBezTo>
                <a:cubicBezTo>
                  <a:pt x="41" y="26"/>
                  <a:pt x="41" y="26"/>
                  <a:pt x="41" y="27"/>
                </a:cubicBezTo>
                <a:cubicBezTo>
                  <a:pt x="36" y="32"/>
                  <a:pt x="36" y="32"/>
                  <a:pt x="36" y="32"/>
                </a:cubicBezTo>
                <a:cubicBezTo>
                  <a:pt x="46" y="42"/>
                  <a:pt x="46" y="42"/>
                  <a:pt x="46" y="42"/>
                </a:cubicBezTo>
                <a:cubicBezTo>
                  <a:pt x="47" y="41"/>
                  <a:pt x="48" y="40"/>
                  <a:pt x="50" y="40"/>
                </a:cubicBezTo>
                <a:cubicBezTo>
                  <a:pt x="51" y="40"/>
                  <a:pt x="53" y="41"/>
                  <a:pt x="54" y="42"/>
                </a:cubicBezTo>
                <a:cubicBezTo>
                  <a:pt x="68" y="56"/>
                  <a:pt x="68" y="56"/>
                  <a:pt x="68" y="56"/>
                </a:cubicBezTo>
                <a:cubicBezTo>
                  <a:pt x="69" y="57"/>
                  <a:pt x="70" y="59"/>
                  <a:pt x="70" y="60"/>
                </a:cubicBezTo>
                <a:cubicBezTo>
                  <a:pt x="70" y="61"/>
                  <a:pt x="69" y="63"/>
                  <a:pt x="68" y="6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8" name="Freeform 103"/>
          <p:cNvSpPr/>
          <p:nvPr/>
        </p:nvSpPr>
        <p:spPr>
          <a:xfrm>
            <a:off x="1484280" y="3146400"/>
            <a:ext cx="144360" cy="212760"/>
          </a:xfrm>
          <a:custGeom>
            <a:avLst/>
            <a:gdLst/>
            <a:ahLst/>
            <a:rect l="l" t="t" r="r" b="b"/>
            <a:pathLst>
              <a:path w="42" h="62">
                <a:moveTo>
                  <a:pt x="37" y="29"/>
                </a:moveTo>
                <a:cubicBezTo>
                  <a:pt x="35" y="32"/>
                  <a:pt x="31" y="37"/>
                  <a:pt x="31" y="41"/>
                </a:cubicBezTo>
                <a:cubicBezTo>
                  <a:pt x="32" y="42"/>
                  <a:pt x="33" y="43"/>
                  <a:pt x="33" y="44"/>
                </a:cubicBezTo>
                <a:cubicBezTo>
                  <a:pt x="33" y="45"/>
                  <a:pt x="32" y="46"/>
                  <a:pt x="32" y="47"/>
                </a:cubicBezTo>
                <a:cubicBezTo>
                  <a:pt x="32" y="47"/>
                  <a:pt x="33" y="48"/>
                  <a:pt x="33" y="49"/>
                </a:cubicBezTo>
                <a:cubicBezTo>
                  <a:pt x="33" y="51"/>
                  <a:pt x="32" y="52"/>
                  <a:pt x="31" y="53"/>
                </a:cubicBezTo>
                <a:cubicBezTo>
                  <a:pt x="31" y="53"/>
                  <a:pt x="31" y="54"/>
                  <a:pt x="31" y="54"/>
                </a:cubicBezTo>
                <a:cubicBezTo>
                  <a:pt x="31" y="57"/>
                  <a:pt x="29" y="58"/>
                  <a:pt x="27" y="58"/>
                </a:cubicBezTo>
                <a:cubicBezTo>
                  <a:pt x="26" y="61"/>
                  <a:pt x="24" y="62"/>
                  <a:pt x="21" y="62"/>
                </a:cubicBezTo>
                <a:cubicBezTo>
                  <a:pt x="19" y="62"/>
                  <a:pt x="16" y="61"/>
                  <a:pt x="15" y="58"/>
                </a:cubicBezTo>
                <a:cubicBezTo>
                  <a:pt x="13" y="58"/>
                  <a:pt x="11" y="57"/>
                  <a:pt x="11" y="54"/>
                </a:cubicBezTo>
                <a:cubicBezTo>
                  <a:pt x="11" y="54"/>
                  <a:pt x="11" y="53"/>
                  <a:pt x="11" y="53"/>
                </a:cubicBezTo>
                <a:cubicBezTo>
                  <a:pt x="10" y="52"/>
                  <a:pt x="9" y="51"/>
                  <a:pt x="9" y="49"/>
                </a:cubicBezTo>
                <a:cubicBezTo>
                  <a:pt x="9" y="48"/>
                  <a:pt x="10" y="47"/>
                  <a:pt x="10" y="47"/>
                </a:cubicBezTo>
                <a:cubicBezTo>
                  <a:pt x="10" y="46"/>
                  <a:pt x="9" y="45"/>
                  <a:pt x="9" y="44"/>
                </a:cubicBezTo>
                <a:cubicBezTo>
                  <a:pt x="9" y="43"/>
                  <a:pt x="10" y="42"/>
                  <a:pt x="11" y="41"/>
                </a:cubicBezTo>
                <a:cubicBezTo>
                  <a:pt x="11" y="37"/>
                  <a:pt x="7" y="32"/>
                  <a:pt x="5" y="29"/>
                </a:cubicBezTo>
                <a:cubicBezTo>
                  <a:pt x="2" y="26"/>
                  <a:pt x="0" y="23"/>
                  <a:pt x="0" y="18"/>
                </a:cubicBezTo>
                <a:cubicBezTo>
                  <a:pt x="0" y="8"/>
                  <a:pt x="11" y="0"/>
                  <a:pt x="21" y="0"/>
                </a:cubicBezTo>
                <a:cubicBezTo>
                  <a:pt x="31" y="0"/>
                  <a:pt x="42" y="8"/>
                  <a:pt x="42" y="18"/>
                </a:cubicBezTo>
                <a:cubicBezTo>
                  <a:pt x="42" y="23"/>
                  <a:pt x="40" y="26"/>
                  <a:pt x="37" y="29"/>
                </a:cubicBezTo>
                <a:close/>
                <a:moveTo>
                  <a:pt x="21" y="6"/>
                </a:moveTo>
                <a:cubicBezTo>
                  <a:pt x="14" y="6"/>
                  <a:pt x="6" y="10"/>
                  <a:pt x="6" y="18"/>
                </a:cubicBezTo>
                <a:cubicBezTo>
                  <a:pt x="6" y="21"/>
                  <a:pt x="7" y="24"/>
                  <a:pt x="8" y="26"/>
                </a:cubicBezTo>
                <a:cubicBezTo>
                  <a:pt x="9" y="27"/>
                  <a:pt x="10" y="27"/>
                  <a:pt x="11" y="28"/>
                </a:cubicBezTo>
                <a:cubicBezTo>
                  <a:pt x="14" y="32"/>
                  <a:pt x="16" y="36"/>
                  <a:pt x="16" y="40"/>
                </a:cubicBezTo>
                <a:cubicBezTo>
                  <a:pt x="26" y="40"/>
                  <a:pt x="26" y="40"/>
                  <a:pt x="26" y="40"/>
                </a:cubicBezTo>
                <a:cubicBezTo>
                  <a:pt x="26" y="36"/>
                  <a:pt x="28" y="32"/>
                  <a:pt x="31" y="28"/>
                </a:cubicBezTo>
                <a:cubicBezTo>
                  <a:pt x="32" y="27"/>
                  <a:pt x="33" y="27"/>
                  <a:pt x="34" y="26"/>
                </a:cubicBezTo>
                <a:cubicBezTo>
                  <a:pt x="35" y="24"/>
                  <a:pt x="36" y="21"/>
                  <a:pt x="36" y="18"/>
                </a:cubicBezTo>
                <a:cubicBezTo>
                  <a:pt x="36" y="10"/>
                  <a:pt x="28" y="6"/>
                  <a:pt x="21" y="6"/>
                </a:cubicBezTo>
                <a:close/>
                <a:moveTo>
                  <a:pt x="29" y="20"/>
                </a:moveTo>
                <a:cubicBezTo>
                  <a:pt x="28" y="20"/>
                  <a:pt x="27" y="19"/>
                  <a:pt x="27" y="18"/>
                </a:cubicBezTo>
                <a:cubicBezTo>
                  <a:pt x="27" y="16"/>
                  <a:pt x="23" y="15"/>
                  <a:pt x="21" y="15"/>
                </a:cubicBezTo>
                <a:cubicBezTo>
                  <a:pt x="20" y="15"/>
                  <a:pt x="20" y="14"/>
                  <a:pt x="20" y="13"/>
                </a:cubicBezTo>
                <a:cubicBezTo>
                  <a:pt x="20" y="13"/>
                  <a:pt x="20" y="12"/>
                  <a:pt x="21" y="12"/>
                </a:cubicBezTo>
                <a:cubicBezTo>
                  <a:pt x="25" y="12"/>
                  <a:pt x="30" y="14"/>
                  <a:pt x="30" y="18"/>
                </a:cubicBezTo>
                <a:cubicBezTo>
                  <a:pt x="30" y="19"/>
                  <a:pt x="29" y="20"/>
                  <a:pt x="29" y="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9" name="Freeform 104"/>
          <p:cNvSpPr/>
          <p:nvPr/>
        </p:nvSpPr>
        <p:spPr>
          <a:xfrm>
            <a:off x="1979640" y="3146400"/>
            <a:ext cx="212760" cy="212760"/>
          </a:xfrm>
          <a:custGeom>
            <a:avLst/>
            <a:gdLst/>
            <a:ahLst/>
            <a:rect l="l" t="t" r="r" b="b"/>
            <a:pathLst>
              <a:path w="62" h="62">
                <a:moveTo>
                  <a:pt x="62" y="51"/>
                </a:moveTo>
                <a:cubicBezTo>
                  <a:pt x="62" y="57"/>
                  <a:pt x="57" y="62"/>
                  <a:pt x="51" y="62"/>
                </a:cubicBezTo>
                <a:cubicBezTo>
                  <a:pt x="12" y="62"/>
                  <a:pt x="12" y="62"/>
                  <a:pt x="12" y="62"/>
                </a:cubicBezTo>
                <a:cubicBezTo>
                  <a:pt x="6" y="62"/>
                  <a:pt x="0" y="57"/>
                  <a:pt x="0" y="51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6"/>
                  <a:pt x="6" y="0"/>
                  <a:pt x="12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7" y="0"/>
                  <a:pt x="62" y="6"/>
                  <a:pt x="62" y="12"/>
                </a:cubicBezTo>
                <a:lnTo>
                  <a:pt x="62" y="51"/>
                </a:lnTo>
                <a:close/>
                <a:moveTo>
                  <a:pt x="15" y="11"/>
                </a:moveTo>
                <a:cubicBezTo>
                  <a:pt x="12" y="11"/>
                  <a:pt x="9" y="13"/>
                  <a:pt x="9" y="16"/>
                </a:cubicBezTo>
                <a:cubicBezTo>
                  <a:pt x="9" y="18"/>
                  <a:pt x="11" y="20"/>
                  <a:pt x="15" y="20"/>
                </a:cubicBezTo>
                <a:cubicBezTo>
                  <a:pt x="15" y="20"/>
                  <a:pt x="15" y="20"/>
                  <a:pt x="15" y="20"/>
                </a:cubicBezTo>
                <a:cubicBezTo>
                  <a:pt x="18" y="20"/>
                  <a:pt x="20" y="18"/>
                  <a:pt x="20" y="16"/>
                </a:cubicBezTo>
                <a:cubicBezTo>
                  <a:pt x="20" y="13"/>
                  <a:pt x="18" y="11"/>
                  <a:pt x="15" y="11"/>
                </a:cubicBezTo>
                <a:close/>
                <a:moveTo>
                  <a:pt x="19" y="52"/>
                </a:moveTo>
                <a:cubicBezTo>
                  <a:pt x="19" y="24"/>
                  <a:pt x="19" y="24"/>
                  <a:pt x="19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52"/>
                  <a:pt x="10" y="52"/>
                  <a:pt x="10" y="52"/>
                </a:cubicBezTo>
                <a:lnTo>
                  <a:pt x="19" y="52"/>
                </a:lnTo>
                <a:close/>
                <a:moveTo>
                  <a:pt x="53" y="52"/>
                </a:moveTo>
                <a:cubicBezTo>
                  <a:pt x="53" y="36"/>
                  <a:pt x="53" y="36"/>
                  <a:pt x="53" y="36"/>
                </a:cubicBezTo>
                <a:cubicBezTo>
                  <a:pt x="53" y="28"/>
                  <a:pt x="48" y="24"/>
                  <a:pt x="42" y="24"/>
                </a:cubicBezTo>
                <a:cubicBezTo>
                  <a:pt x="37" y="24"/>
                  <a:pt x="35" y="26"/>
                  <a:pt x="34" y="28"/>
                </a:cubicBezTo>
                <a:cubicBezTo>
                  <a:pt x="34" y="28"/>
                  <a:pt x="34" y="28"/>
                  <a:pt x="34" y="28"/>
                </a:cubicBezTo>
                <a:cubicBezTo>
                  <a:pt x="34" y="24"/>
                  <a:pt x="34" y="24"/>
                  <a:pt x="34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24"/>
                  <a:pt x="24" y="27"/>
                  <a:pt x="24" y="52"/>
                </a:cubicBezTo>
                <a:cubicBezTo>
                  <a:pt x="34" y="52"/>
                  <a:pt x="34" y="52"/>
                  <a:pt x="34" y="52"/>
                </a:cubicBezTo>
                <a:cubicBezTo>
                  <a:pt x="34" y="37"/>
                  <a:pt x="34" y="37"/>
                  <a:pt x="34" y="37"/>
                </a:cubicBezTo>
                <a:cubicBezTo>
                  <a:pt x="34" y="36"/>
                  <a:pt x="34" y="35"/>
                  <a:pt x="34" y="34"/>
                </a:cubicBezTo>
                <a:cubicBezTo>
                  <a:pt x="35" y="33"/>
                  <a:pt x="36" y="31"/>
                  <a:pt x="39" y="31"/>
                </a:cubicBezTo>
                <a:cubicBezTo>
                  <a:pt x="42" y="31"/>
                  <a:pt x="43" y="33"/>
                  <a:pt x="43" y="37"/>
                </a:cubicBezTo>
                <a:cubicBezTo>
                  <a:pt x="43" y="52"/>
                  <a:pt x="43" y="52"/>
                  <a:pt x="43" y="52"/>
                </a:cubicBezTo>
                <a:lnTo>
                  <a:pt x="53" y="5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00" name="Freeform 105"/>
          <p:cNvSpPr/>
          <p:nvPr/>
        </p:nvSpPr>
        <p:spPr>
          <a:xfrm>
            <a:off x="2478240" y="3132000"/>
            <a:ext cx="242640" cy="244440"/>
          </a:xfrm>
          <a:custGeom>
            <a:avLst/>
            <a:gdLst/>
            <a:ahLst/>
            <a:rect l="l" t="t" r="r" b="b"/>
            <a:pathLst>
              <a:path w="71" h="71">
                <a:moveTo>
                  <a:pt x="15" y="46"/>
                </a:moveTo>
                <a:cubicBezTo>
                  <a:pt x="0" y="46"/>
                  <a:pt x="0" y="46"/>
                  <a:pt x="0" y="46"/>
                </a:cubicBezTo>
                <a:cubicBezTo>
                  <a:pt x="0" y="45"/>
                  <a:pt x="0" y="44"/>
                  <a:pt x="0" y="43"/>
                </a:cubicBezTo>
                <a:cubicBezTo>
                  <a:pt x="0" y="36"/>
                  <a:pt x="9" y="35"/>
                  <a:pt x="9" y="31"/>
                </a:cubicBezTo>
                <a:cubicBezTo>
                  <a:pt x="9" y="30"/>
                  <a:pt x="8" y="29"/>
                  <a:pt x="7" y="29"/>
                </a:cubicBezTo>
                <a:cubicBezTo>
                  <a:pt x="6" y="29"/>
                  <a:pt x="4" y="31"/>
                  <a:pt x="4" y="32"/>
                </a:cubicBezTo>
                <a:cubicBezTo>
                  <a:pt x="0" y="29"/>
                  <a:pt x="0" y="29"/>
                  <a:pt x="0" y="29"/>
                </a:cubicBezTo>
                <a:cubicBezTo>
                  <a:pt x="2" y="27"/>
                  <a:pt x="4" y="25"/>
                  <a:pt x="7" y="25"/>
                </a:cubicBezTo>
                <a:cubicBezTo>
                  <a:pt x="11" y="25"/>
                  <a:pt x="14" y="27"/>
                  <a:pt x="14" y="31"/>
                </a:cubicBezTo>
                <a:cubicBezTo>
                  <a:pt x="14" y="37"/>
                  <a:pt x="6" y="38"/>
                  <a:pt x="6" y="42"/>
                </a:cubicBezTo>
                <a:cubicBezTo>
                  <a:pt x="11" y="42"/>
                  <a:pt x="11" y="42"/>
                  <a:pt x="11" y="42"/>
                </a:cubicBezTo>
                <a:cubicBezTo>
                  <a:pt x="11" y="39"/>
                  <a:pt x="11" y="39"/>
                  <a:pt x="11" y="39"/>
                </a:cubicBezTo>
                <a:cubicBezTo>
                  <a:pt x="15" y="39"/>
                  <a:pt x="15" y="39"/>
                  <a:pt x="15" y="39"/>
                </a:cubicBezTo>
                <a:lnTo>
                  <a:pt x="15" y="46"/>
                </a:lnTo>
                <a:close/>
                <a:moveTo>
                  <a:pt x="7" y="71"/>
                </a:moveTo>
                <a:cubicBezTo>
                  <a:pt x="5" y="71"/>
                  <a:pt x="2" y="70"/>
                  <a:pt x="0" y="69"/>
                </a:cubicBezTo>
                <a:cubicBezTo>
                  <a:pt x="3" y="65"/>
                  <a:pt x="3" y="65"/>
                  <a:pt x="3" y="65"/>
                </a:cubicBezTo>
                <a:cubicBezTo>
                  <a:pt x="4" y="66"/>
                  <a:pt x="5" y="67"/>
                  <a:pt x="7" y="67"/>
                </a:cubicBezTo>
                <a:cubicBezTo>
                  <a:pt x="8" y="67"/>
                  <a:pt x="10" y="66"/>
                  <a:pt x="10" y="65"/>
                </a:cubicBezTo>
                <a:cubicBezTo>
                  <a:pt x="10" y="62"/>
                  <a:pt x="7" y="62"/>
                  <a:pt x="5" y="62"/>
                </a:cubicBezTo>
                <a:cubicBezTo>
                  <a:pt x="4" y="60"/>
                  <a:pt x="4" y="60"/>
                  <a:pt x="4" y="60"/>
                </a:cubicBezTo>
                <a:cubicBezTo>
                  <a:pt x="6" y="58"/>
                  <a:pt x="7" y="56"/>
                  <a:pt x="9" y="55"/>
                </a:cubicBezTo>
                <a:cubicBezTo>
                  <a:pt x="9" y="55"/>
                  <a:pt x="9" y="55"/>
                  <a:pt x="9" y="55"/>
                </a:cubicBezTo>
                <a:cubicBezTo>
                  <a:pt x="8" y="55"/>
                  <a:pt x="6" y="55"/>
                  <a:pt x="5" y="55"/>
                </a:cubicBezTo>
                <a:cubicBezTo>
                  <a:pt x="5" y="57"/>
                  <a:pt x="5" y="57"/>
                  <a:pt x="5" y="57"/>
                </a:cubicBezTo>
                <a:cubicBezTo>
                  <a:pt x="1" y="57"/>
                  <a:pt x="1" y="57"/>
                  <a:pt x="1" y="57"/>
                </a:cubicBezTo>
                <a:cubicBezTo>
                  <a:pt x="1" y="51"/>
                  <a:pt x="1" y="51"/>
                  <a:pt x="1" y="51"/>
                </a:cubicBezTo>
                <a:cubicBezTo>
                  <a:pt x="14" y="51"/>
                  <a:pt x="14" y="51"/>
                  <a:pt x="14" y="51"/>
                </a:cubicBezTo>
                <a:cubicBezTo>
                  <a:pt x="14" y="54"/>
                  <a:pt x="14" y="54"/>
                  <a:pt x="14" y="54"/>
                </a:cubicBezTo>
                <a:cubicBezTo>
                  <a:pt x="10" y="59"/>
                  <a:pt x="10" y="59"/>
                  <a:pt x="10" y="59"/>
                </a:cubicBezTo>
                <a:cubicBezTo>
                  <a:pt x="13" y="60"/>
                  <a:pt x="15" y="62"/>
                  <a:pt x="15" y="64"/>
                </a:cubicBezTo>
                <a:cubicBezTo>
                  <a:pt x="15" y="69"/>
                  <a:pt x="11" y="71"/>
                  <a:pt x="7" y="71"/>
                </a:cubicBezTo>
                <a:close/>
                <a:moveTo>
                  <a:pt x="15" y="20"/>
                </a:moveTo>
                <a:cubicBezTo>
                  <a:pt x="1" y="20"/>
                  <a:pt x="1" y="20"/>
                  <a:pt x="1" y="20"/>
                </a:cubicBezTo>
                <a:cubicBezTo>
                  <a:pt x="1" y="16"/>
                  <a:pt x="1" y="16"/>
                  <a:pt x="1" y="16"/>
                </a:cubicBezTo>
                <a:cubicBezTo>
                  <a:pt x="6" y="16"/>
                  <a:pt x="6" y="16"/>
                  <a:pt x="6" y="16"/>
                </a:cubicBezTo>
                <a:cubicBezTo>
                  <a:pt x="6" y="13"/>
                  <a:pt x="6" y="9"/>
                  <a:pt x="6" y="6"/>
                </a:cubicBezTo>
                <a:cubicBezTo>
                  <a:pt x="6" y="6"/>
                  <a:pt x="6" y="6"/>
                  <a:pt x="6" y="6"/>
                </a:cubicBezTo>
                <a:cubicBezTo>
                  <a:pt x="6" y="6"/>
                  <a:pt x="6" y="6"/>
                  <a:pt x="6" y="6"/>
                </a:cubicBezTo>
                <a:cubicBezTo>
                  <a:pt x="5" y="7"/>
                  <a:pt x="4" y="7"/>
                  <a:pt x="4" y="8"/>
                </a:cubicBezTo>
                <a:cubicBezTo>
                  <a:pt x="1" y="5"/>
                  <a:pt x="1" y="5"/>
                  <a:pt x="1" y="5"/>
                </a:cubicBezTo>
                <a:cubicBezTo>
                  <a:pt x="6" y="0"/>
                  <a:pt x="6" y="0"/>
                  <a:pt x="6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1" y="16"/>
                  <a:pt x="11" y="16"/>
                  <a:pt x="11" y="16"/>
                </a:cubicBezTo>
                <a:cubicBezTo>
                  <a:pt x="15" y="16"/>
                  <a:pt x="15" y="16"/>
                  <a:pt x="15" y="16"/>
                </a:cubicBezTo>
                <a:lnTo>
                  <a:pt x="15" y="20"/>
                </a:lnTo>
                <a:close/>
                <a:moveTo>
                  <a:pt x="71" y="19"/>
                </a:moveTo>
                <a:cubicBezTo>
                  <a:pt x="71" y="19"/>
                  <a:pt x="71" y="20"/>
                  <a:pt x="70" y="20"/>
                </a:cubicBezTo>
                <a:cubicBezTo>
                  <a:pt x="21" y="20"/>
                  <a:pt x="21" y="20"/>
                  <a:pt x="21" y="20"/>
                </a:cubicBezTo>
                <a:cubicBezTo>
                  <a:pt x="21" y="20"/>
                  <a:pt x="20" y="19"/>
                  <a:pt x="20" y="19"/>
                </a:cubicBezTo>
                <a:cubicBezTo>
                  <a:pt x="20" y="11"/>
                  <a:pt x="20" y="11"/>
                  <a:pt x="20" y="11"/>
                </a:cubicBezTo>
                <a:cubicBezTo>
                  <a:pt x="20" y="10"/>
                  <a:pt x="21" y="10"/>
                  <a:pt x="21" y="10"/>
                </a:cubicBezTo>
                <a:cubicBezTo>
                  <a:pt x="70" y="10"/>
                  <a:pt x="70" y="10"/>
                  <a:pt x="70" y="10"/>
                </a:cubicBezTo>
                <a:cubicBezTo>
                  <a:pt x="71" y="10"/>
                  <a:pt x="71" y="10"/>
                  <a:pt x="71" y="11"/>
                </a:cubicBezTo>
                <a:lnTo>
                  <a:pt x="71" y="19"/>
                </a:lnTo>
                <a:close/>
                <a:moveTo>
                  <a:pt x="71" y="39"/>
                </a:moveTo>
                <a:cubicBezTo>
                  <a:pt x="71" y="40"/>
                  <a:pt x="71" y="40"/>
                  <a:pt x="70" y="40"/>
                </a:cubicBezTo>
                <a:cubicBezTo>
                  <a:pt x="21" y="40"/>
                  <a:pt x="21" y="40"/>
                  <a:pt x="21" y="40"/>
                </a:cubicBezTo>
                <a:cubicBezTo>
                  <a:pt x="21" y="40"/>
                  <a:pt x="20" y="40"/>
                  <a:pt x="20" y="39"/>
                </a:cubicBezTo>
                <a:cubicBezTo>
                  <a:pt x="20" y="31"/>
                  <a:pt x="20" y="31"/>
                  <a:pt x="20" y="31"/>
                </a:cubicBezTo>
                <a:cubicBezTo>
                  <a:pt x="20" y="31"/>
                  <a:pt x="21" y="30"/>
                  <a:pt x="21" y="30"/>
                </a:cubicBezTo>
                <a:cubicBezTo>
                  <a:pt x="70" y="30"/>
                  <a:pt x="70" y="30"/>
                  <a:pt x="70" y="30"/>
                </a:cubicBezTo>
                <a:cubicBezTo>
                  <a:pt x="71" y="30"/>
                  <a:pt x="71" y="31"/>
                  <a:pt x="71" y="31"/>
                </a:cubicBezTo>
                <a:lnTo>
                  <a:pt x="71" y="39"/>
                </a:lnTo>
                <a:close/>
                <a:moveTo>
                  <a:pt x="71" y="60"/>
                </a:moveTo>
                <a:cubicBezTo>
                  <a:pt x="71" y="60"/>
                  <a:pt x="71" y="61"/>
                  <a:pt x="70" y="61"/>
                </a:cubicBezTo>
                <a:cubicBezTo>
                  <a:pt x="21" y="61"/>
                  <a:pt x="21" y="61"/>
                  <a:pt x="21" y="61"/>
                </a:cubicBezTo>
                <a:cubicBezTo>
                  <a:pt x="21" y="61"/>
                  <a:pt x="20" y="60"/>
                  <a:pt x="20" y="60"/>
                </a:cubicBezTo>
                <a:cubicBezTo>
                  <a:pt x="20" y="52"/>
                  <a:pt x="20" y="52"/>
                  <a:pt x="20" y="52"/>
                </a:cubicBezTo>
                <a:cubicBezTo>
                  <a:pt x="20" y="51"/>
                  <a:pt x="21" y="51"/>
                  <a:pt x="21" y="51"/>
                </a:cubicBezTo>
                <a:cubicBezTo>
                  <a:pt x="70" y="51"/>
                  <a:pt x="70" y="51"/>
                  <a:pt x="70" y="51"/>
                </a:cubicBezTo>
                <a:cubicBezTo>
                  <a:pt x="71" y="51"/>
                  <a:pt x="71" y="51"/>
                  <a:pt x="71" y="52"/>
                </a:cubicBezTo>
                <a:lnTo>
                  <a:pt x="71" y="6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01" name="Freeform 106"/>
          <p:cNvSpPr/>
          <p:nvPr/>
        </p:nvSpPr>
        <p:spPr>
          <a:xfrm>
            <a:off x="2968560" y="3129120"/>
            <a:ext cx="106560" cy="241200"/>
          </a:xfrm>
          <a:custGeom>
            <a:avLst/>
            <a:gdLst/>
            <a:ahLst/>
            <a:rect l="l" t="t" r="r" b="b"/>
            <a:pathLst>
              <a:path w="31" h="70">
                <a:moveTo>
                  <a:pt x="30" y="54"/>
                </a:moveTo>
                <a:cubicBezTo>
                  <a:pt x="16" y="69"/>
                  <a:pt x="16" y="69"/>
                  <a:pt x="16" y="69"/>
                </a:cubicBezTo>
                <a:cubicBezTo>
                  <a:pt x="16" y="70"/>
                  <a:pt x="16" y="70"/>
                  <a:pt x="15" y="70"/>
                </a:cubicBezTo>
                <a:cubicBezTo>
                  <a:pt x="15" y="70"/>
                  <a:pt x="15" y="70"/>
                  <a:pt x="14" y="69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3"/>
                  <a:pt x="0" y="53"/>
                  <a:pt x="0" y="52"/>
                </a:cubicBezTo>
                <a:cubicBezTo>
                  <a:pt x="0" y="52"/>
                  <a:pt x="1" y="52"/>
                  <a:pt x="1" y="52"/>
                </a:cubicBezTo>
                <a:cubicBezTo>
                  <a:pt x="10" y="52"/>
                  <a:pt x="10" y="52"/>
                  <a:pt x="10" y="52"/>
                </a:cubicBezTo>
                <a:cubicBezTo>
                  <a:pt x="10" y="2"/>
                  <a:pt x="10" y="2"/>
                  <a:pt x="10" y="2"/>
                </a:cubicBezTo>
                <a:cubicBezTo>
                  <a:pt x="10" y="1"/>
                  <a:pt x="11" y="0"/>
                  <a:pt x="11" y="0"/>
                </a:cubicBezTo>
                <a:cubicBezTo>
                  <a:pt x="19" y="0"/>
                  <a:pt x="19" y="0"/>
                  <a:pt x="19" y="0"/>
                </a:cubicBezTo>
                <a:cubicBezTo>
                  <a:pt x="20" y="0"/>
                  <a:pt x="20" y="1"/>
                  <a:pt x="20" y="2"/>
                </a:cubicBezTo>
                <a:cubicBezTo>
                  <a:pt x="20" y="52"/>
                  <a:pt x="20" y="52"/>
                  <a:pt x="20" y="52"/>
                </a:cubicBezTo>
                <a:cubicBezTo>
                  <a:pt x="29" y="52"/>
                  <a:pt x="29" y="52"/>
                  <a:pt x="29" y="52"/>
                </a:cubicBezTo>
                <a:cubicBezTo>
                  <a:pt x="30" y="52"/>
                  <a:pt x="30" y="52"/>
                  <a:pt x="30" y="52"/>
                </a:cubicBezTo>
                <a:cubicBezTo>
                  <a:pt x="31" y="53"/>
                  <a:pt x="31" y="53"/>
                  <a:pt x="30" y="5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02" name="Freeform 107"/>
          <p:cNvSpPr/>
          <p:nvPr/>
        </p:nvSpPr>
        <p:spPr>
          <a:xfrm>
            <a:off x="3470400" y="3129120"/>
            <a:ext cx="223560" cy="226800"/>
          </a:xfrm>
          <a:custGeom>
            <a:avLst/>
            <a:gdLst/>
            <a:ahLst/>
            <a:rect l="l" t="t" r="r" b="b"/>
            <a:pathLst>
              <a:path w="65" h="66">
                <a:moveTo>
                  <a:pt x="64" y="14"/>
                </a:moveTo>
                <a:cubicBezTo>
                  <a:pt x="12" y="65"/>
                  <a:pt x="12" y="65"/>
                  <a:pt x="12" y="65"/>
                </a:cubicBezTo>
                <a:cubicBezTo>
                  <a:pt x="11" y="66"/>
                  <a:pt x="11" y="66"/>
                  <a:pt x="10" y="66"/>
                </a:cubicBezTo>
                <a:cubicBezTo>
                  <a:pt x="9" y="66"/>
                  <a:pt x="9" y="66"/>
                  <a:pt x="8" y="65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6"/>
                  <a:pt x="0" y="56"/>
                </a:cubicBezTo>
                <a:cubicBezTo>
                  <a:pt x="0" y="55"/>
                  <a:pt x="0" y="54"/>
                  <a:pt x="0" y="54"/>
                </a:cubicBezTo>
                <a:cubicBezTo>
                  <a:pt x="52" y="2"/>
                  <a:pt x="52" y="2"/>
                  <a:pt x="52" y="2"/>
                </a:cubicBezTo>
                <a:cubicBezTo>
                  <a:pt x="52" y="2"/>
                  <a:pt x="53" y="1"/>
                  <a:pt x="54" y="1"/>
                </a:cubicBezTo>
                <a:cubicBezTo>
                  <a:pt x="54" y="1"/>
                  <a:pt x="55" y="2"/>
                  <a:pt x="56" y="2"/>
                </a:cubicBezTo>
                <a:cubicBezTo>
                  <a:pt x="64" y="10"/>
                  <a:pt x="64" y="10"/>
                  <a:pt x="64" y="10"/>
                </a:cubicBezTo>
                <a:cubicBezTo>
                  <a:pt x="64" y="11"/>
                  <a:pt x="64" y="11"/>
                  <a:pt x="64" y="12"/>
                </a:cubicBezTo>
                <a:cubicBezTo>
                  <a:pt x="64" y="13"/>
                  <a:pt x="64" y="13"/>
                  <a:pt x="64" y="14"/>
                </a:cubicBezTo>
                <a:close/>
                <a:moveTo>
                  <a:pt x="14" y="5"/>
                </a:moveTo>
                <a:cubicBezTo>
                  <a:pt x="10" y="7"/>
                  <a:pt x="10" y="7"/>
                  <a:pt x="10" y="7"/>
                </a:cubicBezTo>
                <a:cubicBezTo>
                  <a:pt x="9" y="11"/>
                  <a:pt x="9" y="11"/>
                  <a:pt x="9" y="11"/>
                </a:cubicBezTo>
                <a:cubicBezTo>
                  <a:pt x="8" y="7"/>
                  <a:pt x="8" y="7"/>
                  <a:pt x="8" y="7"/>
                </a:cubicBezTo>
                <a:cubicBezTo>
                  <a:pt x="4" y="5"/>
                  <a:pt x="4" y="5"/>
                  <a:pt x="4" y="5"/>
                </a:cubicBezTo>
                <a:cubicBezTo>
                  <a:pt x="8" y="4"/>
                  <a:pt x="8" y="4"/>
                  <a:pt x="8" y="4"/>
                </a:cubicBezTo>
                <a:cubicBezTo>
                  <a:pt x="9" y="0"/>
                  <a:pt x="9" y="0"/>
                  <a:pt x="9" y="0"/>
                </a:cubicBezTo>
                <a:cubicBezTo>
                  <a:pt x="10" y="4"/>
                  <a:pt x="10" y="4"/>
                  <a:pt x="10" y="4"/>
                </a:cubicBezTo>
                <a:lnTo>
                  <a:pt x="14" y="5"/>
                </a:lnTo>
                <a:close/>
                <a:moveTo>
                  <a:pt x="32" y="13"/>
                </a:moveTo>
                <a:cubicBezTo>
                  <a:pt x="24" y="16"/>
                  <a:pt x="24" y="16"/>
                  <a:pt x="24" y="16"/>
                </a:cubicBezTo>
                <a:cubicBezTo>
                  <a:pt x="22" y="23"/>
                  <a:pt x="22" y="23"/>
                  <a:pt x="22" y="23"/>
                </a:cubicBezTo>
                <a:cubicBezTo>
                  <a:pt x="19" y="16"/>
                  <a:pt x="19" y="16"/>
                  <a:pt x="19" y="16"/>
                </a:cubicBezTo>
                <a:cubicBezTo>
                  <a:pt x="11" y="13"/>
                  <a:pt x="11" y="13"/>
                  <a:pt x="11" y="13"/>
                </a:cubicBezTo>
                <a:cubicBezTo>
                  <a:pt x="19" y="11"/>
                  <a:pt x="19" y="11"/>
                  <a:pt x="19" y="11"/>
                </a:cubicBezTo>
                <a:cubicBezTo>
                  <a:pt x="22" y="3"/>
                  <a:pt x="22" y="3"/>
                  <a:pt x="22" y="3"/>
                </a:cubicBezTo>
                <a:cubicBezTo>
                  <a:pt x="24" y="11"/>
                  <a:pt x="24" y="11"/>
                  <a:pt x="24" y="11"/>
                </a:cubicBezTo>
                <a:lnTo>
                  <a:pt x="32" y="13"/>
                </a:lnTo>
                <a:close/>
                <a:moveTo>
                  <a:pt x="40" y="5"/>
                </a:moveTo>
                <a:cubicBezTo>
                  <a:pt x="36" y="7"/>
                  <a:pt x="36" y="7"/>
                  <a:pt x="36" y="7"/>
                </a:cubicBezTo>
                <a:cubicBezTo>
                  <a:pt x="34" y="11"/>
                  <a:pt x="34" y="11"/>
                  <a:pt x="34" y="11"/>
                </a:cubicBezTo>
                <a:cubicBezTo>
                  <a:pt x="33" y="7"/>
                  <a:pt x="33" y="7"/>
                  <a:pt x="33" y="7"/>
                </a:cubicBezTo>
                <a:cubicBezTo>
                  <a:pt x="29" y="5"/>
                  <a:pt x="29" y="5"/>
                  <a:pt x="29" y="5"/>
                </a:cubicBezTo>
                <a:cubicBezTo>
                  <a:pt x="33" y="4"/>
                  <a:pt x="33" y="4"/>
                  <a:pt x="33" y="4"/>
                </a:cubicBezTo>
                <a:cubicBezTo>
                  <a:pt x="34" y="0"/>
                  <a:pt x="34" y="0"/>
                  <a:pt x="34" y="0"/>
                </a:cubicBezTo>
                <a:cubicBezTo>
                  <a:pt x="36" y="4"/>
                  <a:pt x="36" y="4"/>
                  <a:pt x="36" y="4"/>
                </a:cubicBezTo>
                <a:lnTo>
                  <a:pt x="40" y="5"/>
                </a:lnTo>
                <a:close/>
                <a:moveTo>
                  <a:pt x="58" y="12"/>
                </a:moveTo>
                <a:cubicBezTo>
                  <a:pt x="54" y="8"/>
                  <a:pt x="54" y="8"/>
                  <a:pt x="54" y="8"/>
                </a:cubicBezTo>
                <a:cubicBezTo>
                  <a:pt x="42" y="19"/>
                  <a:pt x="42" y="19"/>
                  <a:pt x="42" y="19"/>
                </a:cubicBezTo>
                <a:cubicBezTo>
                  <a:pt x="46" y="24"/>
                  <a:pt x="46" y="24"/>
                  <a:pt x="46" y="24"/>
                </a:cubicBezTo>
                <a:lnTo>
                  <a:pt x="58" y="12"/>
                </a:lnTo>
                <a:close/>
                <a:moveTo>
                  <a:pt x="65" y="31"/>
                </a:moveTo>
                <a:cubicBezTo>
                  <a:pt x="61" y="32"/>
                  <a:pt x="61" y="32"/>
                  <a:pt x="61" y="32"/>
                </a:cubicBezTo>
                <a:cubicBezTo>
                  <a:pt x="60" y="36"/>
                  <a:pt x="60" y="36"/>
                  <a:pt x="60" y="36"/>
                </a:cubicBezTo>
                <a:cubicBezTo>
                  <a:pt x="59" y="32"/>
                  <a:pt x="59" y="32"/>
                  <a:pt x="59" y="32"/>
                </a:cubicBezTo>
                <a:cubicBezTo>
                  <a:pt x="55" y="31"/>
                  <a:pt x="55" y="31"/>
                  <a:pt x="55" y="31"/>
                </a:cubicBezTo>
                <a:cubicBezTo>
                  <a:pt x="59" y="30"/>
                  <a:pt x="59" y="30"/>
                  <a:pt x="59" y="30"/>
                </a:cubicBezTo>
                <a:cubicBezTo>
                  <a:pt x="60" y="26"/>
                  <a:pt x="60" y="26"/>
                  <a:pt x="60" y="26"/>
                </a:cubicBezTo>
                <a:cubicBezTo>
                  <a:pt x="61" y="30"/>
                  <a:pt x="61" y="30"/>
                  <a:pt x="61" y="30"/>
                </a:cubicBezTo>
                <a:lnTo>
                  <a:pt x="65" y="3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03" name="Freeform 108"/>
          <p:cNvSpPr/>
          <p:nvPr/>
        </p:nvSpPr>
        <p:spPr>
          <a:xfrm>
            <a:off x="3959280" y="3138480"/>
            <a:ext cx="245880" cy="220680"/>
          </a:xfrm>
          <a:custGeom>
            <a:avLst/>
            <a:gdLst/>
            <a:ahLst/>
            <a:rect l="l" t="t" r="r" b="b"/>
            <a:pathLst>
              <a:path w="72" h="64">
                <a:moveTo>
                  <a:pt x="25" y="44"/>
                </a:moveTo>
                <a:cubicBezTo>
                  <a:pt x="25" y="45"/>
                  <a:pt x="25" y="46"/>
                  <a:pt x="24" y="46"/>
                </a:cubicBezTo>
                <a:cubicBezTo>
                  <a:pt x="24" y="46"/>
                  <a:pt x="23" y="46"/>
                  <a:pt x="23" y="46"/>
                </a:cubicBezTo>
                <a:cubicBezTo>
                  <a:pt x="22" y="46"/>
                  <a:pt x="22" y="46"/>
                  <a:pt x="21" y="45"/>
                </a:cubicBezTo>
                <a:cubicBezTo>
                  <a:pt x="1" y="25"/>
                  <a:pt x="1" y="25"/>
                  <a:pt x="1" y="25"/>
                </a:cubicBezTo>
                <a:cubicBezTo>
                  <a:pt x="0" y="24"/>
                  <a:pt x="0" y="22"/>
                  <a:pt x="1" y="21"/>
                </a:cubicBezTo>
                <a:cubicBezTo>
                  <a:pt x="21" y="1"/>
                  <a:pt x="21" y="1"/>
                  <a:pt x="21" y="1"/>
                </a:cubicBezTo>
                <a:cubicBezTo>
                  <a:pt x="22" y="0"/>
                  <a:pt x="23" y="0"/>
                  <a:pt x="24" y="0"/>
                </a:cubicBezTo>
                <a:cubicBezTo>
                  <a:pt x="25" y="0"/>
                  <a:pt x="25" y="1"/>
                  <a:pt x="25" y="2"/>
                </a:cubicBezTo>
                <a:cubicBezTo>
                  <a:pt x="25" y="5"/>
                  <a:pt x="25" y="5"/>
                  <a:pt x="25" y="5"/>
                </a:cubicBezTo>
                <a:cubicBezTo>
                  <a:pt x="10" y="21"/>
                  <a:pt x="10" y="21"/>
                  <a:pt x="10" y="21"/>
                </a:cubicBezTo>
                <a:cubicBezTo>
                  <a:pt x="9" y="22"/>
                  <a:pt x="9" y="24"/>
                  <a:pt x="10" y="25"/>
                </a:cubicBezTo>
                <a:cubicBezTo>
                  <a:pt x="25" y="41"/>
                  <a:pt x="25" y="41"/>
                  <a:pt x="25" y="41"/>
                </a:cubicBezTo>
                <a:lnTo>
                  <a:pt x="25" y="44"/>
                </a:lnTo>
                <a:close/>
                <a:moveTo>
                  <a:pt x="65" y="63"/>
                </a:moveTo>
                <a:cubicBezTo>
                  <a:pt x="65" y="64"/>
                  <a:pt x="64" y="64"/>
                  <a:pt x="64" y="64"/>
                </a:cubicBezTo>
                <a:cubicBezTo>
                  <a:pt x="64" y="64"/>
                  <a:pt x="64" y="64"/>
                  <a:pt x="64" y="64"/>
                </a:cubicBezTo>
                <a:cubicBezTo>
                  <a:pt x="63" y="64"/>
                  <a:pt x="63" y="63"/>
                  <a:pt x="63" y="63"/>
                </a:cubicBezTo>
                <a:cubicBezTo>
                  <a:pt x="64" y="52"/>
                  <a:pt x="63" y="45"/>
                  <a:pt x="58" y="40"/>
                </a:cubicBezTo>
                <a:cubicBezTo>
                  <a:pt x="55" y="36"/>
                  <a:pt x="50" y="34"/>
                  <a:pt x="41" y="33"/>
                </a:cubicBezTo>
                <a:cubicBezTo>
                  <a:pt x="41" y="44"/>
                  <a:pt x="41" y="44"/>
                  <a:pt x="41" y="44"/>
                </a:cubicBezTo>
                <a:cubicBezTo>
                  <a:pt x="41" y="45"/>
                  <a:pt x="40" y="46"/>
                  <a:pt x="39" y="46"/>
                </a:cubicBezTo>
                <a:cubicBezTo>
                  <a:pt x="39" y="46"/>
                  <a:pt x="39" y="46"/>
                  <a:pt x="38" y="46"/>
                </a:cubicBezTo>
                <a:cubicBezTo>
                  <a:pt x="38" y="46"/>
                  <a:pt x="37" y="46"/>
                  <a:pt x="37" y="45"/>
                </a:cubicBezTo>
                <a:cubicBezTo>
                  <a:pt x="16" y="25"/>
                  <a:pt x="16" y="25"/>
                  <a:pt x="16" y="25"/>
                </a:cubicBezTo>
                <a:cubicBezTo>
                  <a:pt x="15" y="24"/>
                  <a:pt x="15" y="22"/>
                  <a:pt x="16" y="21"/>
                </a:cubicBezTo>
                <a:cubicBezTo>
                  <a:pt x="37" y="1"/>
                  <a:pt x="37" y="1"/>
                  <a:pt x="37" y="1"/>
                </a:cubicBezTo>
                <a:cubicBezTo>
                  <a:pt x="37" y="0"/>
                  <a:pt x="38" y="0"/>
                  <a:pt x="39" y="0"/>
                </a:cubicBezTo>
                <a:cubicBezTo>
                  <a:pt x="40" y="0"/>
                  <a:pt x="41" y="1"/>
                  <a:pt x="41" y="2"/>
                </a:cubicBezTo>
                <a:cubicBezTo>
                  <a:pt x="41" y="13"/>
                  <a:pt x="41" y="13"/>
                  <a:pt x="41" y="13"/>
                </a:cubicBezTo>
                <a:cubicBezTo>
                  <a:pt x="52" y="14"/>
                  <a:pt x="60" y="17"/>
                  <a:pt x="65" y="22"/>
                </a:cubicBezTo>
                <a:cubicBezTo>
                  <a:pt x="71" y="28"/>
                  <a:pt x="72" y="37"/>
                  <a:pt x="72" y="42"/>
                </a:cubicBezTo>
                <a:cubicBezTo>
                  <a:pt x="72" y="51"/>
                  <a:pt x="65" y="63"/>
                  <a:pt x="65" y="6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04" name="Freeform 109"/>
          <p:cNvSpPr/>
          <p:nvPr/>
        </p:nvSpPr>
        <p:spPr>
          <a:xfrm>
            <a:off x="4452840" y="3146400"/>
            <a:ext cx="209520" cy="212760"/>
          </a:xfrm>
          <a:custGeom>
            <a:avLst/>
            <a:gdLst/>
            <a:ahLst/>
            <a:rect l="l" t="t" r="r" b="b"/>
            <a:pathLst>
              <a:path w="61" h="62">
                <a:moveTo>
                  <a:pt x="61" y="53"/>
                </a:moveTo>
                <a:cubicBezTo>
                  <a:pt x="61" y="58"/>
                  <a:pt x="57" y="62"/>
                  <a:pt x="52" y="62"/>
                </a:cubicBezTo>
                <a:cubicBezTo>
                  <a:pt x="9" y="62"/>
                  <a:pt x="9" y="62"/>
                  <a:pt x="9" y="62"/>
                </a:cubicBezTo>
                <a:cubicBezTo>
                  <a:pt x="4" y="62"/>
                  <a:pt x="0" y="58"/>
                  <a:pt x="0" y="53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9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57" y="0"/>
                  <a:pt x="61" y="5"/>
                  <a:pt x="61" y="10"/>
                </a:cubicBezTo>
                <a:lnTo>
                  <a:pt x="61" y="53"/>
                </a:lnTo>
                <a:close/>
                <a:moveTo>
                  <a:pt x="33" y="28"/>
                </a:moveTo>
                <a:cubicBezTo>
                  <a:pt x="33" y="25"/>
                  <a:pt x="31" y="24"/>
                  <a:pt x="28" y="24"/>
                </a:cubicBezTo>
                <a:cubicBezTo>
                  <a:pt x="23" y="24"/>
                  <a:pt x="23" y="24"/>
                  <a:pt x="23" y="24"/>
                </a:cubicBezTo>
                <a:cubicBezTo>
                  <a:pt x="21" y="24"/>
                  <a:pt x="20" y="24"/>
                  <a:pt x="19" y="26"/>
                </a:cubicBezTo>
                <a:cubicBezTo>
                  <a:pt x="18" y="24"/>
                  <a:pt x="17" y="24"/>
                  <a:pt x="15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7" y="24"/>
                  <a:pt x="5" y="25"/>
                  <a:pt x="5" y="28"/>
                </a:cubicBezTo>
                <a:cubicBezTo>
                  <a:pt x="5" y="38"/>
                  <a:pt x="5" y="38"/>
                  <a:pt x="5" y="38"/>
                </a:cubicBezTo>
                <a:cubicBezTo>
                  <a:pt x="5" y="39"/>
                  <a:pt x="5" y="39"/>
                  <a:pt x="6" y="39"/>
                </a:cubicBezTo>
                <a:cubicBezTo>
                  <a:pt x="8" y="39"/>
                  <a:pt x="8" y="39"/>
                  <a:pt x="8" y="39"/>
                </a:cubicBezTo>
                <a:cubicBezTo>
                  <a:pt x="9" y="39"/>
                  <a:pt x="9" y="39"/>
                  <a:pt x="9" y="38"/>
                </a:cubicBezTo>
                <a:cubicBezTo>
                  <a:pt x="9" y="29"/>
                  <a:pt x="9" y="29"/>
                  <a:pt x="9" y="29"/>
                </a:cubicBezTo>
                <a:cubicBezTo>
                  <a:pt x="9" y="28"/>
                  <a:pt x="10" y="27"/>
                  <a:pt x="11" y="27"/>
                </a:cubicBezTo>
                <a:cubicBezTo>
                  <a:pt x="15" y="27"/>
                  <a:pt x="15" y="27"/>
                  <a:pt x="15" y="27"/>
                </a:cubicBezTo>
                <a:cubicBezTo>
                  <a:pt x="16" y="27"/>
                  <a:pt x="17" y="28"/>
                  <a:pt x="17" y="29"/>
                </a:cubicBezTo>
                <a:cubicBezTo>
                  <a:pt x="17" y="38"/>
                  <a:pt x="17" y="38"/>
                  <a:pt x="17" y="38"/>
                </a:cubicBezTo>
                <a:cubicBezTo>
                  <a:pt x="17" y="39"/>
                  <a:pt x="17" y="39"/>
                  <a:pt x="18" y="39"/>
                </a:cubicBezTo>
                <a:cubicBezTo>
                  <a:pt x="20" y="39"/>
                  <a:pt x="20" y="39"/>
                  <a:pt x="20" y="39"/>
                </a:cubicBezTo>
                <a:cubicBezTo>
                  <a:pt x="20" y="39"/>
                  <a:pt x="21" y="39"/>
                  <a:pt x="21" y="38"/>
                </a:cubicBezTo>
                <a:cubicBezTo>
                  <a:pt x="21" y="29"/>
                  <a:pt x="21" y="29"/>
                  <a:pt x="21" y="29"/>
                </a:cubicBezTo>
                <a:cubicBezTo>
                  <a:pt x="21" y="28"/>
                  <a:pt x="22" y="27"/>
                  <a:pt x="23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8" y="27"/>
                  <a:pt x="29" y="28"/>
                  <a:pt x="29" y="29"/>
                </a:cubicBezTo>
                <a:cubicBezTo>
                  <a:pt x="29" y="38"/>
                  <a:pt x="29" y="38"/>
                  <a:pt x="29" y="38"/>
                </a:cubicBezTo>
                <a:cubicBezTo>
                  <a:pt x="29" y="39"/>
                  <a:pt x="29" y="39"/>
                  <a:pt x="30" y="39"/>
                </a:cubicBezTo>
                <a:cubicBezTo>
                  <a:pt x="32" y="39"/>
                  <a:pt x="32" y="39"/>
                  <a:pt x="32" y="39"/>
                </a:cubicBezTo>
                <a:cubicBezTo>
                  <a:pt x="32" y="39"/>
                  <a:pt x="33" y="39"/>
                  <a:pt x="33" y="38"/>
                </a:cubicBezTo>
                <a:lnTo>
                  <a:pt x="33" y="28"/>
                </a:lnTo>
                <a:close/>
                <a:moveTo>
                  <a:pt x="56" y="28"/>
                </a:moveTo>
                <a:cubicBezTo>
                  <a:pt x="56" y="25"/>
                  <a:pt x="54" y="24"/>
                  <a:pt x="52" y="24"/>
                </a:cubicBezTo>
                <a:cubicBezTo>
                  <a:pt x="41" y="24"/>
                  <a:pt x="41" y="24"/>
                  <a:pt x="41" y="24"/>
                </a:cubicBezTo>
                <a:cubicBezTo>
                  <a:pt x="38" y="24"/>
                  <a:pt x="36" y="25"/>
                  <a:pt x="36" y="28"/>
                </a:cubicBezTo>
                <a:cubicBezTo>
                  <a:pt x="36" y="45"/>
                  <a:pt x="36" y="45"/>
                  <a:pt x="36" y="45"/>
                </a:cubicBezTo>
                <a:cubicBezTo>
                  <a:pt x="36" y="45"/>
                  <a:pt x="37" y="46"/>
                  <a:pt x="37" y="46"/>
                </a:cubicBezTo>
                <a:cubicBezTo>
                  <a:pt x="39" y="46"/>
                  <a:pt x="39" y="46"/>
                  <a:pt x="39" y="46"/>
                </a:cubicBezTo>
                <a:cubicBezTo>
                  <a:pt x="40" y="46"/>
                  <a:pt x="40" y="45"/>
                  <a:pt x="40" y="45"/>
                </a:cubicBezTo>
                <a:cubicBezTo>
                  <a:pt x="40" y="38"/>
                  <a:pt x="40" y="38"/>
                  <a:pt x="40" y="38"/>
                </a:cubicBezTo>
                <a:cubicBezTo>
                  <a:pt x="41" y="39"/>
                  <a:pt x="42" y="39"/>
                  <a:pt x="44" y="39"/>
                </a:cubicBezTo>
                <a:cubicBezTo>
                  <a:pt x="52" y="39"/>
                  <a:pt x="52" y="39"/>
                  <a:pt x="52" y="39"/>
                </a:cubicBezTo>
                <a:cubicBezTo>
                  <a:pt x="54" y="39"/>
                  <a:pt x="56" y="37"/>
                  <a:pt x="56" y="35"/>
                </a:cubicBezTo>
                <a:lnTo>
                  <a:pt x="56" y="28"/>
                </a:lnTo>
                <a:close/>
                <a:moveTo>
                  <a:pt x="52" y="34"/>
                </a:moveTo>
                <a:cubicBezTo>
                  <a:pt x="52" y="35"/>
                  <a:pt x="52" y="36"/>
                  <a:pt x="50" y="36"/>
                </a:cubicBezTo>
                <a:cubicBezTo>
                  <a:pt x="42" y="36"/>
                  <a:pt x="42" y="36"/>
                  <a:pt x="42" y="36"/>
                </a:cubicBezTo>
                <a:cubicBezTo>
                  <a:pt x="41" y="36"/>
                  <a:pt x="40" y="35"/>
                  <a:pt x="40" y="34"/>
                </a:cubicBezTo>
                <a:cubicBezTo>
                  <a:pt x="40" y="29"/>
                  <a:pt x="40" y="29"/>
                  <a:pt x="40" y="29"/>
                </a:cubicBezTo>
                <a:cubicBezTo>
                  <a:pt x="40" y="28"/>
                  <a:pt x="41" y="27"/>
                  <a:pt x="42" y="27"/>
                </a:cubicBezTo>
                <a:cubicBezTo>
                  <a:pt x="50" y="27"/>
                  <a:pt x="50" y="27"/>
                  <a:pt x="50" y="27"/>
                </a:cubicBezTo>
                <a:cubicBezTo>
                  <a:pt x="52" y="27"/>
                  <a:pt x="52" y="28"/>
                  <a:pt x="52" y="29"/>
                </a:cubicBezTo>
                <a:lnTo>
                  <a:pt x="52" y="3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05" name="Freeform 110"/>
          <p:cNvSpPr/>
          <p:nvPr/>
        </p:nvSpPr>
        <p:spPr>
          <a:xfrm>
            <a:off x="4948200" y="3129120"/>
            <a:ext cx="192240" cy="230040"/>
          </a:xfrm>
          <a:custGeom>
            <a:avLst/>
            <a:gdLst/>
            <a:ahLst/>
            <a:rect l="l" t="t" r="r" b="b"/>
            <a:pathLst>
              <a:path w="56" h="67">
                <a:moveTo>
                  <a:pt x="41" y="29"/>
                </a:moveTo>
                <a:cubicBezTo>
                  <a:pt x="41" y="34"/>
                  <a:pt x="41" y="34"/>
                  <a:pt x="41" y="34"/>
                </a:cubicBezTo>
                <a:cubicBezTo>
                  <a:pt x="41" y="41"/>
                  <a:pt x="35" y="47"/>
                  <a:pt x="28" y="47"/>
                </a:cubicBezTo>
                <a:cubicBezTo>
                  <a:pt x="27" y="47"/>
                  <a:pt x="25" y="46"/>
                  <a:pt x="24" y="46"/>
                </a:cubicBezTo>
                <a:cubicBezTo>
                  <a:pt x="20" y="50"/>
                  <a:pt x="20" y="50"/>
                  <a:pt x="20" y="50"/>
                </a:cubicBezTo>
                <a:cubicBezTo>
                  <a:pt x="22" y="51"/>
                  <a:pt x="25" y="52"/>
                  <a:pt x="28" y="52"/>
                </a:cubicBezTo>
                <a:cubicBezTo>
                  <a:pt x="38" y="52"/>
                  <a:pt x="46" y="44"/>
                  <a:pt x="46" y="34"/>
                </a:cubicBezTo>
                <a:cubicBezTo>
                  <a:pt x="46" y="29"/>
                  <a:pt x="46" y="29"/>
                  <a:pt x="46" y="29"/>
                </a:cubicBezTo>
                <a:cubicBezTo>
                  <a:pt x="46" y="27"/>
                  <a:pt x="47" y="26"/>
                  <a:pt x="49" y="26"/>
                </a:cubicBezTo>
                <a:cubicBezTo>
                  <a:pt x="50" y="26"/>
                  <a:pt x="51" y="27"/>
                  <a:pt x="51" y="29"/>
                </a:cubicBezTo>
                <a:cubicBezTo>
                  <a:pt x="51" y="34"/>
                  <a:pt x="51" y="34"/>
                  <a:pt x="51" y="34"/>
                </a:cubicBezTo>
                <a:cubicBezTo>
                  <a:pt x="51" y="46"/>
                  <a:pt x="42" y="55"/>
                  <a:pt x="31" y="57"/>
                </a:cubicBezTo>
                <a:cubicBezTo>
                  <a:pt x="31" y="62"/>
                  <a:pt x="31" y="62"/>
                  <a:pt x="31" y="62"/>
                </a:cubicBezTo>
                <a:cubicBezTo>
                  <a:pt x="41" y="62"/>
                  <a:pt x="41" y="62"/>
                  <a:pt x="41" y="62"/>
                </a:cubicBezTo>
                <a:cubicBezTo>
                  <a:pt x="42" y="62"/>
                  <a:pt x="43" y="63"/>
                  <a:pt x="43" y="65"/>
                </a:cubicBezTo>
                <a:cubicBezTo>
                  <a:pt x="43" y="66"/>
                  <a:pt x="42" y="67"/>
                  <a:pt x="41" y="67"/>
                </a:cubicBezTo>
                <a:cubicBezTo>
                  <a:pt x="15" y="67"/>
                  <a:pt x="15" y="67"/>
                  <a:pt x="15" y="67"/>
                </a:cubicBezTo>
                <a:cubicBezTo>
                  <a:pt x="14" y="67"/>
                  <a:pt x="13" y="66"/>
                  <a:pt x="13" y="65"/>
                </a:cubicBezTo>
                <a:cubicBezTo>
                  <a:pt x="13" y="63"/>
                  <a:pt x="14" y="62"/>
                  <a:pt x="15" y="62"/>
                </a:cubicBezTo>
                <a:cubicBezTo>
                  <a:pt x="25" y="62"/>
                  <a:pt x="25" y="62"/>
                  <a:pt x="25" y="62"/>
                </a:cubicBezTo>
                <a:cubicBezTo>
                  <a:pt x="25" y="57"/>
                  <a:pt x="25" y="57"/>
                  <a:pt x="25" y="57"/>
                </a:cubicBezTo>
                <a:cubicBezTo>
                  <a:pt x="22" y="56"/>
                  <a:pt x="19" y="55"/>
                  <a:pt x="16" y="53"/>
                </a:cubicBezTo>
                <a:cubicBezTo>
                  <a:pt x="6" y="64"/>
                  <a:pt x="6" y="64"/>
                  <a:pt x="6" y="64"/>
                </a:cubicBezTo>
                <a:cubicBezTo>
                  <a:pt x="5" y="64"/>
                  <a:pt x="4" y="64"/>
                  <a:pt x="4" y="64"/>
                </a:cubicBezTo>
                <a:cubicBezTo>
                  <a:pt x="1" y="60"/>
                  <a:pt x="1" y="60"/>
                  <a:pt x="1" y="60"/>
                </a:cubicBezTo>
                <a:cubicBezTo>
                  <a:pt x="0" y="60"/>
                  <a:pt x="0" y="59"/>
                  <a:pt x="1" y="59"/>
                </a:cubicBezTo>
                <a:cubicBezTo>
                  <a:pt x="50" y="9"/>
                  <a:pt x="50" y="9"/>
                  <a:pt x="50" y="9"/>
                </a:cubicBezTo>
                <a:cubicBezTo>
                  <a:pt x="51" y="8"/>
                  <a:pt x="52" y="8"/>
                  <a:pt x="52" y="9"/>
                </a:cubicBezTo>
                <a:cubicBezTo>
                  <a:pt x="55" y="12"/>
                  <a:pt x="55" y="12"/>
                  <a:pt x="55" y="12"/>
                </a:cubicBezTo>
                <a:cubicBezTo>
                  <a:pt x="56" y="13"/>
                  <a:pt x="56" y="14"/>
                  <a:pt x="55" y="14"/>
                </a:cubicBezTo>
                <a:lnTo>
                  <a:pt x="41" y="29"/>
                </a:lnTo>
                <a:close/>
                <a:moveTo>
                  <a:pt x="7" y="42"/>
                </a:moveTo>
                <a:cubicBezTo>
                  <a:pt x="6" y="40"/>
                  <a:pt x="5" y="37"/>
                  <a:pt x="5" y="34"/>
                </a:cubicBezTo>
                <a:cubicBezTo>
                  <a:pt x="5" y="29"/>
                  <a:pt x="5" y="29"/>
                  <a:pt x="5" y="29"/>
                </a:cubicBezTo>
                <a:cubicBezTo>
                  <a:pt x="5" y="27"/>
                  <a:pt x="6" y="26"/>
                  <a:pt x="7" y="26"/>
                </a:cubicBezTo>
                <a:cubicBezTo>
                  <a:pt x="9" y="26"/>
                  <a:pt x="10" y="27"/>
                  <a:pt x="10" y="29"/>
                </a:cubicBezTo>
                <a:cubicBezTo>
                  <a:pt x="10" y="34"/>
                  <a:pt x="10" y="34"/>
                  <a:pt x="10" y="34"/>
                </a:cubicBezTo>
                <a:cubicBezTo>
                  <a:pt x="10" y="35"/>
                  <a:pt x="10" y="37"/>
                  <a:pt x="11" y="38"/>
                </a:cubicBezTo>
                <a:lnTo>
                  <a:pt x="7" y="42"/>
                </a:lnTo>
                <a:close/>
                <a:moveTo>
                  <a:pt x="15" y="34"/>
                </a:moveTo>
                <a:cubicBezTo>
                  <a:pt x="15" y="13"/>
                  <a:pt x="15" y="13"/>
                  <a:pt x="15" y="13"/>
                </a:cubicBezTo>
                <a:cubicBezTo>
                  <a:pt x="15" y="6"/>
                  <a:pt x="21" y="0"/>
                  <a:pt x="28" y="0"/>
                </a:cubicBezTo>
                <a:cubicBezTo>
                  <a:pt x="34" y="0"/>
                  <a:pt x="38" y="4"/>
                  <a:pt x="40" y="9"/>
                </a:cubicBezTo>
                <a:lnTo>
                  <a:pt x="15" y="3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06" name="Freeform 111"/>
          <p:cNvSpPr/>
          <p:nvPr/>
        </p:nvSpPr>
        <p:spPr>
          <a:xfrm>
            <a:off x="5443560" y="3146400"/>
            <a:ext cx="192240" cy="195120"/>
          </a:xfrm>
          <a:custGeom>
            <a:avLst/>
            <a:gdLst/>
            <a:ahLst/>
            <a:rect l="l" t="t" r="r" b="b"/>
            <a:pathLst>
              <a:path w="56" h="57">
                <a:moveTo>
                  <a:pt x="56" y="45"/>
                </a:moveTo>
                <a:cubicBezTo>
                  <a:pt x="56" y="52"/>
                  <a:pt x="51" y="57"/>
                  <a:pt x="45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6"/>
                  <a:pt x="5" y="0"/>
                  <a:pt x="11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51" y="0"/>
                  <a:pt x="56" y="6"/>
                  <a:pt x="56" y="12"/>
                </a:cubicBezTo>
                <a:lnTo>
                  <a:pt x="56" y="45"/>
                </a:lnTo>
                <a:close/>
                <a:moveTo>
                  <a:pt x="51" y="12"/>
                </a:moveTo>
                <a:cubicBezTo>
                  <a:pt x="51" y="8"/>
                  <a:pt x="48" y="6"/>
                  <a:pt x="45" y="6"/>
                </a:cubicBezTo>
                <a:cubicBezTo>
                  <a:pt x="11" y="6"/>
                  <a:pt x="11" y="6"/>
                  <a:pt x="11" y="6"/>
                </a:cubicBezTo>
                <a:cubicBezTo>
                  <a:pt x="8" y="6"/>
                  <a:pt x="5" y="8"/>
                  <a:pt x="5" y="12"/>
                </a:cubicBezTo>
                <a:cubicBezTo>
                  <a:pt x="5" y="45"/>
                  <a:pt x="5" y="45"/>
                  <a:pt x="5" y="45"/>
                </a:cubicBezTo>
                <a:cubicBezTo>
                  <a:pt x="5" y="49"/>
                  <a:pt x="8" y="52"/>
                  <a:pt x="11" y="52"/>
                </a:cubicBezTo>
                <a:cubicBezTo>
                  <a:pt x="45" y="52"/>
                  <a:pt x="45" y="52"/>
                  <a:pt x="45" y="52"/>
                </a:cubicBezTo>
                <a:cubicBezTo>
                  <a:pt x="48" y="52"/>
                  <a:pt x="51" y="49"/>
                  <a:pt x="51" y="45"/>
                </a:cubicBezTo>
                <a:lnTo>
                  <a:pt x="51" y="12"/>
                </a:lnTo>
                <a:close/>
                <a:moveTo>
                  <a:pt x="46" y="30"/>
                </a:moveTo>
                <a:cubicBezTo>
                  <a:pt x="46" y="31"/>
                  <a:pt x="45" y="31"/>
                  <a:pt x="45" y="31"/>
                </a:cubicBezTo>
                <a:cubicBezTo>
                  <a:pt x="11" y="31"/>
                  <a:pt x="11" y="31"/>
                  <a:pt x="11" y="31"/>
                </a:cubicBezTo>
                <a:cubicBezTo>
                  <a:pt x="11" y="31"/>
                  <a:pt x="10" y="31"/>
                  <a:pt x="10" y="30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1" y="26"/>
                  <a:pt x="11" y="26"/>
                </a:cubicBezTo>
                <a:cubicBezTo>
                  <a:pt x="45" y="26"/>
                  <a:pt x="45" y="26"/>
                  <a:pt x="45" y="26"/>
                </a:cubicBezTo>
                <a:cubicBezTo>
                  <a:pt x="45" y="26"/>
                  <a:pt x="46" y="27"/>
                  <a:pt x="46" y="27"/>
                </a:cubicBezTo>
                <a:lnTo>
                  <a:pt x="46" y="3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07" name="Freeform 112"/>
          <p:cNvSpPr/>
          <p:nvPr/>
        </p:nvSpPr>
        <p:spPr>
          <a:xfrm>
            <a:off x="5937120" y="3146400"/>
            <a:ext cx="203400" cy="212760"/>
          </a:xfrm>
          <a:custGeom>
            <a:avLst/>
            <a:gdLst/>
            <a:ahLst/>
            <a:rect l="l" t="t" r="r" b="b"/>
            <a:pathLst>
              <a:path w="59" h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5"/>
                  <a:pt x="13" y="1"/>
                  <a:pt x="29" y="0"/>
                </a:cubicBezTo>
                <a:cubicBezTo>
                  <a:pt x="31" y="0"/>
                  <a:pt x="31" y="1"/>
                  <a:pt x="32" y="2"/>
                </a:cubicBezTo>
                <a:cubicBezTo>
                  <a:pt x="32" y="3"/>
                  <a:pt x="32" y="4"/>
                  <a:pt x="31" y="5"/>
                </a:cubicBezTo>
                <a:cubicBezTo>
                  <a:pt x="27" y="9"/>
                  <a:pt x="24" y="15"/>
                  <a:pt x="24" y="21"/>
                </a:cubicBezTo>
                <a:cubicBezTo>
                  <a:pt x="24" y="33"/>
                  <a:pt x="34" y="43"/>
                  <a:pt x="46" y="43"/>
                </a:cubicBezTo>
                <a:cubicBezTo>
                  <a:pt x="49" y="43"/>
                  <a:pt x="52" y="42"/>
                  <a:pt x="55" y="41"/>
                </a:cubicBezTo>
                <a:cubicBezTo>
                  <a:pt x="56" y="40"/>
                  <a:pt x="57" y="41"/>
                  <a:pt x="58" y="41"/>
                </a:cubicBezTo>
                <a:cubicBezTo>
                  <a:pt x="59" y="42"/>
                  <a:pt x="59" y="43"/>
                  <a:pt x="59" y="44"/>
                </a:cubicBezTo>
                <a:cubicBezTo>
                  <a:pt x="54" y="55"/>
                  <a:pt x="43" y="62"/>
                  <a:pt x="31" y="62"/>
                </a:cubicBezTo>
                <a:close/>
                <a:moveTo>
                  <a:pt x="46" y="48"/>
                </a:moveTo>
                <a:cubicBezTo>
                  <a:pt x="31" y="48"/>
                  <a:pt x="19" y="36"/>
                  <a:pt x="19" y="21"/>
                </a:cubicBezTo>
                <a:cubicBezTo>
                  <a:pt x="19" y="16"/>
                  <a:pt x="21" y="11"/>
                  <a:pt x="23" y="7"/>
                </a:cubicBezTo>
                <a:cubicBezTo>
                  <a:pt x="13" y="10"/>
                  <a:pt x="5" y="20"/>
                  <a:pt x="5" y="31"/>
                </a:cubicBezTo>
                <a:cubicBezTo>
                  <a:pt x="5" y="45"/>
                  <a:pt x="16" y="57"/>
                  <a:pt x="31" y="57"/>
                </a:cubicBezTo>
                <a:cubicBezTo>
                  <a:pt x="38" y="57"/>
                  <a:pt x="46" y="53"/>
                  <a:pt x="50" y="48"/>
                </a:cubicBezTo>
                <a:cubicBezTo>
                  <a:pt x="49" y="48"/>
                  <a:pt x="48" y="48"/>
                  <a:pt x="46" y="4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08" name="Freeform 113"/>
          <p:cNvSpPr/>
          <p:nvPr/>
        </p:nvSpPr>
        <p:spPr>
          <a:xfrm>
            <a:off x="6432480" y="3146400"/>
            <a:ext cx="282600" cy="195120"/>
          </a:xfrm>
          <a:custGeom>
            <a:avLst/>
            <a:gdLst/>
            <a:ahLst/>
            <a:rect l="l" t="t" r="r" b="b"/>
            <a:pathLst>
              <a:path w="82" h="57">
                <a:moveTo>
                  <a:pt x="82" y="49"/>
                </a:moveTo>
                <a:cubicBezTo>
                  <a:pt x="82" y="54"/>
                  <a:pt x="79" y="57"/>
                  <a:pt x="74" y="57"/>
                </a:cubicBezTo>
                <a:cubicBezTo>
                  <a:pt x="7" y="57"/>
                  <a:pt x="7" y="57"/>
                  <a:pt x="7" y="57"/>
                </a:cubicBezTo>
                <a:cubicBezTo>
                  <a:pt x="3" y="57"/>
                  <a:pt x="0" y="54"/>
                  <a:pt x="0" y="49"/>
                </a:cubicBezTo>
                <a:cubicBezTo>
                  <a:pt x="0" y="6"/>
                  <a:pt x="0" y="6"/>
                  <a:pt x="0" y="6"/>
                </a:cubicBezTo>
                <a:cubicBezTo>
                  <a:pt x="10" y="6"/>
                  <a:pt x="10" y="6"/>
                  <a:pt x="10" y="6"/>
                </a:cubicBezTo>
                <a:cubicBezTo>
                  <a:pt x="10" y="0"/>
                  <a:pt x="10" y="0"/>
                  <a:pt x="10" y="0"/>
                </a:cubicBezTo>
                <a:cubicBezTo>
                  <a:pt x="82" y="0"/>
                  <a:pt x="82" y="0"/>
                  <a:pt x="82" y="0"/>
                </a:cubicBezTo>
                <a:lnTo>
                  <a:pt x="82" y="49"/>
                </a:lnTo>
                <a:close/>
                <a:moveTo>
                  <a:pt x="10" y="11"/>
                </a:moveTo>
                <a:cubicBezTo>
                  <a:pt x="5" y="11"/>
                  <a:pt x="5" y="11"/>
                  <a:pt x="5" y="11"/>
                </a:cubicBezTo>
                <a:cubicBezTo>
                  <a:pt x="5" y="49"/>
                  <a:pt x="5" y="49"/>
                  <a:pt x="5" y="49"/>
                </a:cubicBezTo>
                <a:cubicBezTo>
                  <a:pt x="5" y="51"/>
                  <a:pt x="6" y="52"/>
                  <a:pt x="7" y="52"/>
                </a:cubicBezTo>
                <a:cubicBezTo>
                  <a:pt x="9" y="52"/>
                  <a:pt x="10" y="51"/>
                  <a:pt x="10" y="49"/>
                </a:cubicBezTo>
                <a:lnTo>
                  <a:pt x="10" y="11"/>
                </a:lnTo>
                <a:close/>
                <a:moveTo>
                  <a:pt x="77" y="6"/>
                </a:moveTo>
                <a:cubicBezTo>
                  <a:pt x="15" y="6"/>
                  <a:pt x="15" y="6"/>
                  <a:pt x="15" y="6"/>
                </a:cubicBezTo>
                <a:cubicBezTo>
                  <a:pt x="15" y="49"/>
                  <a:pt x="15" y="49"/>
                  <a:pt x="15" y="49"/>
                </a:cubicBezTo>
                <a:cubicBezTo>
                  <a:pt x="15" y="50"/>
                  <a:pt x="15" y="51"/>
                  <a:pt x="15" y="52"/>
                </a:cubicBezTo>
                <a:cubicBezTo>
                  <a:pt x="74" y="52"/>
                  <a:pt x="74" y="52"/>
                  <a:pt x="74" y="52"/>
                </a:cubicBezTo>
                <a:cubicBezTo>
                  <a:pt x="76" y="52"/>
                  <a:pt x="77" y="51"/>
                  <a:pt x="77" y="49"/>
                </a:cubicBezTo>
                <a:lnTo>
                  <a:pt x="77" y="6"/>
                </a:lnTo>
                <a:close/>
                <a:moveTo>
                  <a:pt x="46" y="36"/>
                </a:moveTo>
                <a:cubicBezTo>
                  <a:pt x="20" y="36"/>
                  <a:pt x="20" y="36"/>
                  <a:pt x="20" y="36"/>
                </a:cubicBezTo>
                <a:cubicBezTo>
                  <a:pt x="20" y="11"/>
                  <a:pt x="20" y="11"/>
                  <a:pt x="20" y="11"/>
                </a:cubicBezTo>
                <a:cubicBezTo>
                  <a:pt x="46" y="11"/>
                  <a:pt x="46" y="11"/>
                  <a:pt x="46" y="11"/>
                </a:cubicBezTo>
                <a:lnTo>
                  <a:pt x="46" y="36"/>
                </a:lnTo>
                <a:close/>
                <a:moveTo>
                  <a:pt x="46" y="47"/>
                </a:moveTo>
                <a:cubicBezTo>
                  <a:pt x="20" y="47"/>
                  <a:pt x="20" y="47"/>
                  <a:pt x="20" y="47"/>
                </a:cubicBezTo>
                <a:cubicBezTo>
                  <a:pt x="20" y="42"/>
                  <a:pt x="20" y="42"/>
                  <a:pt x="20" y="42"/>
                </a:cubicBezTo>
                <a:cubicBezTo>
                  <a:pt x="46" y="42"/>
                  <a:pt x="46" y="42"/>
                  <a:pt x="46" y="42"/>
                </a:cubicBezTo>
                <a:lnTo>
                  <a:pt x="46" y="47"/>
                </a:lnTo>
                <a:close/>
                <a:moveTo>
                  <a:pt x="25" y="16"/>
                </a:moveTo>
                <a:cubicBezTo>
                  <a:pt x="25" y="31"/>
                  <a:pt x="25" y="31"/>
                  <a:pt x="25" y="31"/>
                </a:cubicBezTo>
                <a:cubicBezTo>
                  <a:pt x="41" y="31"/>
                  <a:pt x="41" y="31"/>
                  <a:pt x="41" y="31"/>
                </a:cubicBezTo>
                <a:cubicBezTo>
                  <a:pt x="41" y="16"/>
                  <a:pt x="41" y="16"/>
                  <a:pt x="41" y="16"/>
                </a:cubicBezTo>
                <a:lnTo>
                  <a:pt x="25" y="16"/>
                </a:lnTo>
                <a:close/>
                <a:moveTo>
                  <a:pt x="72" y="16"/>
                </a:moveTo>
                <a:cubicBezTo>
                  <a:pt x="51" y="16"/>
                  <a:pt x="51" y="16"/>
                  <a:pt x="51" y="16"/>
                </a:cubicBezTo>
                <a:cubicBezTo>
                  <a:pt x="51" y="11"/>
                  <a:pt x="51" y="11"/>
                  <a:pt x="51" y="11"/>
                </a:cubicBezTo>
                <a:cubicBezTo>
                  <a:pt x="72" y="11"/>
                  <a:pt x="72" y="11"/>
                  <a:pt x="72" y="11"/>
                </a:cubicBezTo>
                <a:lnTo>
                  <a:pt x="72" y="16"/>
                </a:lnTo>
                <a:close/>
                <a:moveTo>
                  <a:pt x="72" y="26"/>
                </a:moveTo>
                <a:cubicBezTo>
                  <a:pt x="51" y="26"/>
                  <a:pt x="51" y="26"/>
                  <a:pt x="51" y="26"/>
                </a:cubicBezTo>
                <a:cubicBezTo>
                  <a:pt x="51" y="21"/>
                  <a:pt x="51" y="21"/>
                  <a:pt x="51" y="21"/>
                </a:cubicBezTo>
                <a:cubicBezTo>
                  <a:pt x="72" y="21"/>
                  <a:pt x="72" y="21"/>
                  <a:pt x="72" y="21"/>
                </a:cubicBezTo>
                <a:lnTo>
                  <a:pt x="72" y="26"/>
                </a:lnTo>
                <a:close/>
                <a:moveTo>
                  <a:pt x="72" y="36"/>
                </a:moveTo>
                <a:cubicBezTo>
                  <a:pt x="51" y="36"/>
                  <a:pt x="51" y="36"/>
                  <a:pt x="51" y="36"/>
                </a:cubicBezTo>
                <a:cubicBezTo>
                  <a:pt x="51" y="31"/>
                  <a:pt x="51" y="31"/>
                  <a:pt x="51" y="31"/>
                </a:cubicBezTo>
                <a:cubicBezTo>
                  <a:pt x="72" y="31"/>
                  <a:pt x="72" y="31"/>
                  <a:pt x="72" y="31"/>
                </a:cubicBezTo>
                <a:lnTo>
                  <a:pt x="72" y="36"/>
                </a:lnTo>
                <a:close/>
                <a:moveTo>
                  <a:pt x="72" y="47"/>
                </a:moveTo>
                <a:cubicBezTo>
                  <a:pt x="51" y="47"/>
                  <a:pt x="51" y="47"/>
                  <a:pt x="51" y="47"/>
                </a:cubicBezTo>
                <a:cubicBezTo>
                  <a:pt x="51" y="42"/>
                  <a:pt x="51" y="42"/>
                  <a:pt x="51" y="42"/>
                </a:cubicBezTo>
                <a:cubicBezTo>
                  <a:pt x="72" y="42"/>
                  <a:pt x="72" y="42"/>
                  <a:pt x="72" y="42"/>
                </a:cubicBezTo>
                <a:lnTo>
                  <a:pt x="72" y="4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09" name="Freeform 114"/>
          <p:cNvSpPr/>
          <p:nvPr/>
        </p:nvSpPr>
        <p:spPr>
          <a:xfrm>
            <a:off x="6927840" y="3129120"/>
            <a:ext cx="247680" cy="247320"/>
          </a:xfrm>
          <a:custGeom>
            <a:avLst/>
            <a:gdLst/>
            <a:ahLst/>
            <a:rect l="l" t="t" r="r" b="b"/>
            <a:pathLst>
              <a:path w="72" h="72">
                <a:moveTo>
                  <a:pt x="38" y="50"/>
                </a:moveTo>
                <a:cubicBezTo>
                  <a:pt x="38" y="53"/>
                  <a:pt x="38" y="53"/>
                  <a:pt x="38" y="53"/>
                </a:cubicBezTo>
                <a:cubicBezTo>
                  <a:pt x="39" y="64"/>
                  <a:pt x="31" y="72"/>
                  <a:pt x="19" y="72"/>
                </a:cubicBezTo>
                <a:cubicBezTo>
                  <a:pt x="6" y="72"/>
                  <a:pt x="0" y="61"/>
                  <a:pt x="0" y="49"/>
                </a:cubicBezTo>
                <a:cubicBezTo>
                  <a:pt x="1" y="50"/>
                  <a:pt x="6" y="54"/>
                  <a:pt x="8" y="54"/>
                </a:cubicBezTo>
                <a:cubicBezTo>
                  <a:pt x="9" y="54"/>
                  <a:pt x="10" y="54"/>
                  <a:pt x="10" y="53"/>
                </a:cubicBezTo>
                <a:cubicBezTo>
                  <a:pt x="14" y="44"/>
                  <a:pt x="19" y="42"/>
                  <a:pt x="28" y="42"/>
                </a:cubicBezTo>
                <a:cubicBezTo>
                  <a:pt x="30" y="46"/>
                  <a:pt x="34" y="49"/>
                  <a:pt x="38" y="50"/>
                </a:cubicBezTo>
                <a:close/>
                <a:moveTo>
                  <a:pt x="72" y="7"/>
                </a:moveTo>
                <a:cubicBezTo>
                  <a:pt x="72" y="9"/>
                  <a:pt x="71" y="11"/>
                  <a:pt x="70" y="13"/>
                </a:cubicBezTo>
                <a:cubicBezTo>
                  <a:pt x="67" y="19"/>
                  <a:pt x="56" y="39"/>
                  <a:pt x="51" y="43"/>
                </a:cubicBezTo>
                <a:cubicBezTo>
                  <a:pt x="49" y="45"/>
                  <a:pt x="46" y="47"/>
                  <a:pt x="42" y="47"/>
                </a:cubicBezTo>
                <a:cubicBezTo>
                  <a:pt x="36" y="47"/>
                  <a:pt x="30" y="41"/>
                  <a:pt x="30" y="34"/>
                </a:cubicBezTo>
                <a:cubicBezTo>
                  <a:pt x="30" y="31"/>
                  <a:pt x="31" y="28"/>
                  <a:pt x="34" y="26"/>
                </a:cubicBezTo>
                <a:cubicBezTo>
                  <a:pt x="59" y="2"/>
                  <a:pt x="59" y="2"/>
                  <a:pt x="59" y="2"/>
                </a:cubicBezTo>
                <a:cubicBezTo>
                  <a:pt x="61" y="1"/>
                  <a:pt x="63" y="0"/>
                  <a:pt x="65" y="0"/>
                </a:cubicBezTo>
                <a:cubicBezTo>
                  <a:pt x="68" y="0"/>
                  <a:pt x="72" y="3"/>
                  <a:pt x="72" y="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10" name="Freeform 115"/>
          <p:cNvSpPr/>
          <p:nvPr/>
        </p:nvSpPr>
        <p:spPr>
          <a:xfrm>
            <a:off x="7426440" y="3146400"/>
            <a:ext cx="171360" cy="212760"/>
          </a:xfrm>
          <a:custGeom>
            <a:avLst/>
            <a:gdLst/>
            <a:ahLst/>
            <a:rect l="l" t="t" r="r" b="b"/>
            <a:pathLst>
              <a:path w="50" h="62">
                <a:moveTo>
                  <a:pt x="50" y="6"/>
                </a:moveTo>
                <a:cubicBezTo>
                  <a:pt x="50" y="7"/>
                  <a:pt x="49" y="10"/>
                  <a:pt x="48" y="10"/>
                </a:cubicBezTo>
                <a:cubicBezTo>
                  <a:pt x="47" y="10"/>
                  <a:pt x="46" y="9"/>
                  <a:pt x="45" y="10"/>
                </a:cubicBezTo>
                <a:cubicBezTo>
                  <a:pt x="45" y="10"/>
                  <a:pt x="44" y="10"/>
                  <a:pt x="44" y="11"/>
                </a:cubicBezTo>
                <a:cubicBezTo>
                  <a:pt x="44" y="12"/>
                  <a:pt x="44" y="13"/>
                  <a:pt x="44" y="13"/>
                </a:cubicBezTo>
                <a:cubicBezTo>
                  <a:pt x="44" y="60"/>
                  <a:pt x="44" y="60"/>
                  <a:pt x="44" y="60"/>
                </a:cubicBezTo>
                <a:cubicBezTo>
                  <a:pt x="44" y="61"/>
                  <a:pt x="43" y="62"/>
                  <a:pt x="42" y="62"/>
                </a:cubicBezTo>
                <a:cubicBezTo>
                  <a:pt x="37" y="62"/>
                  <a:pt x="37" y="62"/>
                  <a:pt x="37" y="62"/>
                </a:cubicBezTo>
                <a:cubicBezTo>
                  <a:pt x="36" y="62"/>
                  <a:pt x="35" y="61"/>
                  <a:pt x="35" y="60"/>
                </a:cubicBezTo>
                <a:cubicBezTo>
                  <a:pt x="35" y="11"/>
                  <a:pt x="35" y="11"/>
                  <a:pt x="35" y="11"/>
                </a:cubicBezTo>
                <a:cubicBezTo>
                  <a:pt x="29" y="11"/>
                  <a:pt x="29" y="11"/>
                  <a:pt x="29" y="11"/>
                </a:cubicBezTo>
                <a:cubicBezTo>
                  <a:pt x="29" y="60"/>
                  <a:pt x="29" y="60"/>
                  <a:pt x="29" y="60"/>
                </a:cubicBezTo>
                <a:cubicBezTo>
                  <a:pt x="29" y="61"/>
                  <a:pt x="28" y="62"/>
                  <a:pt x="27" y="62"/>
                </a:cubicBezTo>
                <a:cubicBezTo>
                  <a:pt x="22" y="62"/>
                  <a:pt x="22" y="62"/>
                  <a:pt x="22" y="62"/>
                </a:cubicBezTo>
                <a:cubicBezTo>
                  <a:pt x="21" y="62"/>
                  <a:pt x="20" y="61"/>
                  <a:pt x="20" y="60"/>
                </a:cubicBezTo>
                <a:cubicBezTo>
                  <a:pt x="20" y="40"/>
                  <a:pt x="20" y="40"/>
                  <a:pt x="20" y="40"/>
                </a:cubicBezTo>
                <a:cubicBezTo>
                  <a:pt x="16" y="39"/>
                  <a:pt x="13" y="39"/>
                  <a:pt x="10" y="37"/>
                </a:cubicBezTo>
                <a:cubicBezTo>
                  <a:pt x="7" y="36"/>
                  <a:pt x="4" y="33"/>
                  <a:pt x="2" y="30"/>
                </a:cubicBezTo>
                <a:cubicBezTo>
                  <a:pt x="1" y="27"/>
                  <a:pt x="0" y="24"/>
                  <a:pt x="0" y="20"/>
                </a:cubicBezTo>
                <a:cubicBezTo>
                  <a:pt x="0" y="15"/>
                  <a:pt x="1" y="11"/>
                  <a:pt x="3" y="8"/>
                </a:cubicBezTo>
                <a:cubicBezTo>
                  <a:pt x="6" y="5"/>
                  <a:pt x="8" y="3"/>
                  <a:pt x="12" y="2"/>
                </a:cubicBezTo>
                <a:cubicBezTo>
                  <a:pt x="15" y="1"/>
                  <a:pt x="21" y="0"/>
                  <a:pt x="28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49" y="0"/>
                  <a:pt x="50" y="2"/>
                  <a:pt x="50" y="3"/>
                </a:cubicBezTo>
                <a:lnTo>
                  <a:pt x="50" y="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11" name="Freeform 116"/>
          <p:cNvSpPr/>
          <p:nvPr/>
        </p:nvSpPr>
        <p:spPr>
          <a:xfrm>
            <a:off x="7927920" y="3129120"/>
            <a:ext cx="227160" cy="230040"/>
          </a:xfrm>
          <a:custGeom>
            <a:avLst/>
            <a:gdLst/>
            <a:ahLst/>
            <a:rect l="l" t="t" r="r" b="b"/>
            <a:pathLst>
              <a:path w="66" h="67">
                <a:moveTo>
                  <a:pt x="49" y="34"/>
                </a:moveTo>
                <a:cubicBezTo>
                  <a:pt x="43" y="39"/>
                  <a:pt x="33" y="41"/>
                  <a:pt x="25" y="41"/>
                </a:cubicBezTo>
                <a:cubicBezTo>
                  <a:pt x="22" y="41"/>
                  <a:pt x="22" y="41"/>
                  <a:pt x="22" y="41"/>
                </a:cubicBezTo>
                <a:cubicBezTo>
                  <a:pt x="21" y="41"/>
                  <a:pt x="19" y="42"/>
                  <a:pt x="19" y="44"/>
                </a:cubicBezTo>
                <a:cubicBezTo>
                  <a:pt x="16" y="56"/>
                  <a:pt x="16" y="56"/>
                  <a:pt x="16" y="56"/>
                </a:cubicBezTo>
                <a:cubicBezTo>
                  <a:pt x="15" y="58"/>
                  <a:pt x="13" y="60"/>
                  <a:pt x="11" y="60"/>
                </a:cubicBezTo>
                <a:cubicBezTo>
                  <a:pt x="3" y="60"/>
                  <a:pt x="3" y="60"/>
                  <a:pt x="3" y="60"/>
                </a:cubicBezTo>
                <a:cubicBezTo>
                  <a:pt x="1" y="60"/>
                  <a:pt x="0" y="59"/>
                  <a:pt x="0" y="57"/>
                </a:cubicBezTo>
                <a:cubicBezTo>
                  <a:pt x="0" y="57"/>
                  <a:pt x="0" y="56"/>
                  <a:pt x="0" y="56"/>
                </a:cubicBezTo>
                <a:cubicBezTo>
                  <a:pt x="12" y="4"/>
                  <a:pt x="12" y="4"/>
                  <a:pt x="12" y="4"/>
                </a:cubicBezTo>
                <a:cubicBezTo>
                  <a:pt x="12" y="2"/>
                  <a:pt x="14" y="0"/>
                  <a:pt x="16" y="0"/>
                </a:cubicBezTo>
                <a:cubicBezTo>
                  <a:pt x="34" y="0"/>
                  <a:pt x="34" y="0"/>
                  <a:pt x="34" y="0"/>
                </a:cubicBezTo>
                <a:cubicBezTo>
                  <a:pt x="46" y="0"/>
                  <a:pt x="58" y="2"/>
                  <a:pt x="58" y="17"/>
                </a:cubicBezTo>
                <a:cubicBezTo>
                  <a:pt x="58" y="24"/>
                  <a:pt x="55" y="30"/>
                  <a:pt x="49" y="34"/>
                </a:cubicBezTo>
                <a:close/>
                <a:moveTo>
                  <a:pt x="57" y="42"/>
                </a:moveTo>
                <a:cubicBezTo>
                  <a:pt x="50" y="47"/>
                  <a:pt x="41" y="48"/>
                  <a:pt x="32" y="48"/>
                </a:cubicBezTo>
                <a:cubicBezTo>
                  <a:pt x="30" y="48"/>
                  <a:pt x="30" y="48"/>
                  <a:pt x="30" y="48"/>
                </a:cubicBezTo>
                <a:cubicBezTo>
                  <a:pt x="28" y="48"/>
                  <a:pt x="26" y="49"/>
                  <a:pt x="26" y="51"/>
                </a:cubicBezTo>
                <a:cubicBezTo>
                  <a:pt x="23" y="64"/>
                  <a:pt x="23" y="64"/>
                  <a:pt x="23" y="64"/>
                </a:cubicBezTo>
                <a:cubicBezTo>
                  <a:pt x="23" y="66"/>
                  <a:pt x="21" y="67"/>
                  <a:pt x="19" y="67"/>
                </a:cubicBezTo>
                <a:cubicBezTo>
                  <a:pt x="10" y="67"/>
                  <a:pt x="10" y="67"/>
                  <a:pt x="10" y="67"/>
                </a:cubicBezTo>
                <a:cubicBezTo>
                  <a:pt x="9" y="67"/>
                  <a:pt x="7" y="66"/>
                  <a:pt x="7" y="64"/>
                </a:cubicBezTo>
                <a:cubicBezTo>
                  <a:pt x="7" y="63"/>
                  <a:pt x="7" y="63"/>
                  <a:pt x="8" y="62"/>
                </a:cubicBezTo>
                <a:cubicBezTo>
                  <a:pt x="14" y="62"/>
                  <a:pt x="14" y="62"/>
                  <a:pt x="14" y="62"/>
                </a:cubicBezTo>
                <a:cubicBezTo>
                  <a:pt x="16" y="62"/>
                  <a:pt x="17" y="60"/>
                  <a:pt x="18" y="58"/>
                </a:cubicBezTo>
                <a:cubicBezTo>
                  <a:pt x="21" y="46"/>
                  <a:pt x="21" y="46"/>
                  <a:pt x="21" y="46"/>
                </a:cubicBezTo>
                <a:cubicBezTo>
                  <a:pt x="21" y="44"/>
                  <a:pt x="23" y="43"/>
                  <a:pt x="25" y="43"/>
                </a:cubicBezTo>
                <a:cubicBezTo>
                  <a:pt x="27" y="43"/>
                  <a:pt x="27" y="43"/>
                  <a:pt x="27" y="43"/>
                </a:cubicBezTo>
                <a:cubicBezTo>
                  <a:pt x="36" y="43"/>
                  <a:pt x="45" y="41"/>
                  <a:pt x="52" y="36"/>
                </a:cubicBezTo>
                <a:cubicBezTo>
                  <a:pt x="57" y="32"/>
                  <a:pt x="60" y="26"/>
                  <a:pt x="60" y="19"/>
                </a:cubicBezTo>
                <a:cubicBezTo>
                  <a:pt x="60" y="16"/>
                  <a:pt x="60" y="13"/>
                  <a:pt x="58" y="11"/>
                </a:cubicBezTo>
                <a:cubicBezTo>
                  <a:pt x="64" y="14"/>
                  <a:pt x="66" y="19"/>
                  <a:pt x="66" y="24"/>
                </a:cubicBezTo>
                <a:cubicBezTo>
                  <a:pt x="66" y="32"/>
                  <a:pt x="63" y="37"/>
                  <a:pt x="57" y="42"/>
                </a:cubicBezTo>
                <a:close/>
                <a:moveTo>
                  <a:pt x="32" y="12"/>
                </a:moveTo>
                <a:cubicBezTo>
                  <a:pt x="29" y="12"/>
                  <a:pt x="29" y="12"/>
                  <a:pt x="29" y="12"/>
                </a:cubicBezTo>
                <a:cubicBezTo>
                  <a:pt x="27" y="12"/>
                  <a:pt x="26" y="13"/>
                  <a:pt x="25" y="15"/>
                </a:cubicBezTo>
                <a:cubicBezTo>
                  <a:pt x="23" y="26"/>
                  <a:pt x="23" y="26"/>
                  <a:pt x="23" y="26"/>
                </a:cubicBezTo>
                <a:cubicBezTo>
                  <a:pt x="23" y="26"/>
                  <a:pt x="23" y="26"/>
                  <a:pt x="23" y="27"/>
                </a:cubicBezTo>
                <a:cubicBezTo>
                  <a:pt x="23" y="28"/>
                  <a:pt x="24" y="29"/>
                  <a:pt x="25" y="29"/>
                </a:cubicBezTo>
                <a:cubicBezTo>
                  <a:pt x="27" y="29"/>
                  <a:pt x="27" y="29"/>
                  <a:pt x="27" y="29"/>
                </a:cubicBezTo>
                <a:cubicBezTo>
                  <a:pt x="34" y="29"/>
                  <a:pt x="41" y="26"/>
                  <a:pt x="41" y="18"/>
                </a:cubicBezTo>
                <a:cubicBezTo>
                  <a:pt x="41" y="13"/>
                  <a:pt x="36" y="12"/>
                  <a:pt x="32" y="1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12" name="Freeform 117"/>
          <p:cNvSpPr/>
          <p:nvPr/>
        </p:nvSpPr>
        <p:spPr>
          <a:xfrm>
            <a:off x="8412120" y="3146400"/>
            <a:ext cx="195480" cy="195120"/>
          </a:xfrm>
          <a:custGeom>
            <a:avLst/>
            <a:gdLst/>
            <a:ahLst/>
            <a:rect l="l" t="t" r="r" b="b"/>
            <a:pathLst>
              <a:path w="57" h="57">
                <a:moveTo>
                  <a:pt x="56" y="51"/>
                </a:moveTo>
                <a:cubicBezTo>
                  <a:pt x="55" y="53"/>
                  <a:pt x="53" y="54"/>
                  <a:pt x="51" y="55"/>
                </a:cubicBezTo>
                <a:cubicBezTo>
                  <a:pt x="49" y="56"/>
                  <a:pt x="46" y="57"/>
                  <a:pt x="43" y="57"/>
                </a:cubicBezTo>
                <a:cubicBezTo>
                  <a:pt x="40" y="57"/>
                  <a:pt x="36" y="55"/>
                  <a:pt x="33" y="54"/>
                </a:cubicBezTo>
                <a:cubicBezTo>
                  <a:pt x="30" y="53"/>
                  <a:pt x="28" y="52"/>
                  <a:pt x="26" y="51"/>
                </a:cubicBezTo>
                <a:cubicBezTo>
                  <a:pt x="19" y="47"/>
                  <a:pt x="11" y="38"/>
                  <a:pt x="7" y="32"/>
                </a:cubicBezTo>
                <a:cubicBezTo>
                  <a:pt x="5" y="29"/>
                  <a:pt x="4" y="27"/>
                  <a:pt x="3" y="25"/>
                </a:cubicBezTo>
                <a:cubicBezTo>
                  <a:pt x="2" y="21"/>
                  <a:pt x="0" y="18"/>
                  <a:pt x="0" y="14"/>
                </a:cubicBezTo>
                <a:cubicBezTo>
                  <a:pt x="0" y="11"/>
                  <a:pt x="1" y="9"/>
                  <a:pt x="3" y="7"/>
                </a:cubicBezTo>
                <a:cubicBezTo>
                  <a:pt x="4" y="5"/>
                  <a:pt x="5" y="3"/>
                  <a:pt x="7" y="2"/>
                </a:cubicBezTo>
                <a:cubicBezTo>
                  <a:pt x="8" y="1"/>
                  <a:pt x="11" y="0"/>
                  <a:pt x="12" y="0"/>
                </a:cubicBezTo>
                <a:cubicBezTo>
                  <a:pt x="13" y="0"/>
                  <a:pt x="13" y="0"/>
                  <a:pt x="13" y="1"/>
                </a:cubicBezTo>
                <a:cubicBezTo>
                  <a:pt x="14" y="1"/>
                  <a:pt x="15" y="3"/>
                  <a:pt x="15" y="4"/>
                </a:cubicBezTo>
                <a:cubicBezTo>
                  <a:pt x="17" y="6"/>
                  <a:pt x="18" y="8"/>
                  <a:pt x="19" y="10"/>
                </a:cubicBezTo>
                <a:cubicBezTo>
                  <a:pt x="20" y="12"/>
                  <a:pt x="21" y="13"/>
                  <a:pt x="21" y="14"/>
                </a:cubicBezTo>
                <a:cubicBezTo>
                  <a:pt x="21" y="17"/>
                  <a:pt x="14" y="20"/>
                  <a:pt x="14" y="22"/>
                </a:cubicBezTo>
                <a:cubicBezTo>
                  <a:pt x="14" y="23"/>
                  <a:pt x="15" y="25"/>
                  <a:pt x="15" y="26"/>
                </a:cubicBezTo>
                <a:cubicBezTo>
                  <a:pt x="19" y="33"/>
                  <a:pt x="24" y="38"/>
                  <a:pt x="32" y="42"/>
                </a:cubicBezTo>
                <a:cubicBezTo>
                  <a:pt x="33" y="43"/>
                  <a:pt x="34" y="44"/>
                  <a:pt x="35" y="44"/>
                </a:cubicBezTo>
                <a:cubicBezTo>
                  <a:pt x="37" y="44"/>
                  <a:pt x="41" y="36"/>
                  <a:pt x="43" y="36"/>
                </a:cubicBezTo>
                <a:cubicBezTo>
                  <a:pt x="45" y="36"/>
                  <a:pt x="46" y="38"/>
                  <a:pt x="47" y="38"/>
                </a:cubicBezTo>
                <a:cubicBezTo>
                  <a:pt x="49" y="40"/>
                  <a:pt x="52" y="41"/>
                  <a:pt x="54" y="42"/>
                </a:cubicBezTo>
                <a:cubicBezTo>
                  <a:pt x="55" y="43"/>
                  <a:pt x="57" y="43"/>
                  <a:pt x="57" y="44"/>
                </a:cubicBezTo>
                <a:cubicBezTo>
                  <a:pt x="57" y="45"/>
                  <a:pt x="57" y="45"/>
                  <a:pt x="57" y="45"/>
                </a:cubicBezTo>
                <a:cubicBezTo>
                  <a:pt x="57" y="47"/>
                  <a:pt x="56" y="49"/>
                  <a:pt x="56" y="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13" name="Freeform 118"/>
          <p:cNvSpPr/>
          <p:nvPr/>
        </p:nvSpPr>
        <p:spPr>
          <a:xfrm>
            <a:off x="8839080" y="3129120"/>
            <a:ext cx="236520" cy="230040"/>
          </a:xfrm>
          <a:custGeom>
            <a:avLst/>
            <a:gdLst/>
            <a:ahLst/>
            <a:rect l="l" t="t" r="r" b="b"/>
            <a:pathLst>
              <a:path w="69" h="67">
                <a:moveTo>
                  <a:pt x="53" y="58"/>
                </a:moveTo>
                <a:cubicBezTo>
                  <a:pt x="47" y="64"/>
                  <a:pt x="39" y="67"/>
                  <a:pt x="31" y="67"/>
                </a:cubicBezTo>
                <a:cubicBezTo>
                  <a:pt x="14" y="67"/>
                  <a:pt x="0" y="53"/>
                  <a:pt x="0" y="36"/>
                </a:cubicBezTo>
                <a:cubicBezTo>
                  <a:pt x="0" y="19"/>
                  <a:pt x="14" y="5"/>
                  <a:pt x="31" y="5"/>
                </a:cubicBezTo>
                <a:cubicBezTo>
                  <a:pt x="31" y="36"/>
                  <a:pt x="31" y="36"/>
                  <a:pt x="31" y="36"/>
                </a:cubicBezTo>
                <a:lnTo>
                  <a:pt x="53" y="58"/>
                </a:lnTo>
                <a:close/>
                <a:moveTo>
                  <a:pt x="36" y="31"/>
                </a:moveTo>
                <a:cubicBezTo>
                  <a:pt x="36" y="0"/>
                  <a:pt x="36" y="0"/>
                  <a:pt x="36" y="0"/>
                </a:cubicBezTo>
                <a:cubicBezTo>
                  <a:pt x="53" y="0"/>
                  <a:pt x="67" y="14"/>
                  <a:pt x="67" y="31"/>
                </a:cubicBezTo>
                <a:lnTo>
                  <a:pt x="36" y="31"/>
                </a:lnTo>
                <a:close/>
                <a:moveTo>
                  <a:pt x="69" y="36"/>
                </a:moveTo>
                <a:cubicBezTo>
                  <a:pt x="69" y="45"/>
                  <a:pt x="66" y="53"/>
                  <a:pt x="60" y="58"/>
                </a:cubicBezTo>
                <a:cubicBezTo>
                  <a:pt x="38" y="36"/>
                  <a:pt x="38" y="36"/>
                  <a:pt x="38" y="36"/>
                </a:cubicBezTo>
                <a:lnTo>
                  <a:pt x="69" y="3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14" name="Freeform 119"/>
          <p:cNvSpPr/>
          <p:nvPr/>
        </p:nvSpPr>
        <p:spPr>
          <a:xfrm>
            <a:off x="65160" y="3532320"/>
            <a:ext cx="209520" cy="212760"/>
          </a:xfrm>
          <a:custGeom>
            <a:avLst/>
            <a:gdLst/>
            <a:ahLst/>
            <a:rect l="l" t="t" r="r" b="b"/>
            <a:pathLst>
              <a:path w="61" h="62">
                <a:moveTo>
                  <a:pt x="61" y="12"/>
                </a:moveTo>
                <a:cubicBezTo>
                  <a:pt x="61" y="51"/>
                  <a:pt x="61" y="51"/>
                  <a:pt x="61" y="51"/>
                </a:cubicBezTo>
                <a:cubicBezTo>
                  <a:pt x="61" y="57"/>
                  <a:pt x="56" y="62"/>
                  <a:pt x="50" y="62"/>
                </a:cubicBezTo>
                <a:cubicBezTo>
                  <a:pt x="21" y="62"/>
                  <a:pt x="21" y="62"/>
                  <a:pt x="21" y="62"/>
                </a:cubicBezTo>
                <a:cubicBezTo>
                  <a:pt x="22" y="60"/>
                  <a:pt x="24" y="57"/>
                  <a:pt x="25" y="54"/>
                </a:cubicBezTo>
                <a:cubicBezTo>
                  <a:pt x="25" y="54"/>
                  <a:pt x="25" y="52"/>
                  <a:pt x="27" y="45"/>
                </a:cubicBezTo>
                <a:cubicBezTo>
                  <a:pt x="28" y="47"/>
                  <a:pt x="31" y="49"/>
                  <a:pt x="35" y="49"/>
                </a:cubicBezTo>
                <a:cubicBezTo>
                  <a:pt x="44" y="49"/>
                  <a:pt x="51" y="40"/>
                  <a:pt x="51" y="28"/>
                </a:cubicBezTo>
                <a:cubicBezTo>
                  <a:pt x="51" y="19"/>
                  <a:pt x="43" y="11"/>
                  <a:pt x="32" y="11"/>
                </a:cubicBezTo>
                <a:cubicBezTo>
                  <a:pt x="17" y="11"/>
                  <a:pt x="10" y="21"/>
                  <a:pt x="10" y="30"/>
                </a:cubicBezTo>
                <a:cubicBezTo>
                  <a:pt x="10" y="35"/>
                  <a:pt x="12" y="40"/>
                  <a:pt x="16" y="41"/>
                </a:cubicBezTo>
                <a:cubicBezTo>
                  <a:pt x="17" y="42"/>
                  <a:pt x="18" y="41"/>
                  <a:pt x="18" y="41"/>
                </a:cubicBezTo>
                <a:cubicBezTo>
                  <a:pt x="18" y="40"/>
                  <a:pt x="18" y="39"/>
                  <a:pt x="18" y="38"/>
                </a:cubicBezTo>
                <a:cubicBezTo>
                  <a:pt x="19" y="37"/>
                  <a:pt x="19" y="37"/>
                  <a:pt x="18" y="37"/>
                </a:cubicBezTo>
                <a:cubicBezTo>
                  <a:pt x="17" y="35"/>
                  <a:pt x="16" y="33"/>
                  <a:pt x="16" y="31"/>
                </a:cubicBezTo>
                <a:cubicBezTo>
                  <a:pt x="16" y="23"/>
                  <a:pt x="22" y="16"/>
                  <a:pt x="31" y="16"/>
                </a:cubicBezTo>
                <a:cubicBezTo>
                  <a:pt x="39" y="16"/>
                  <a:pt x="44" y="21"/>
                  <a:pt x="44" y="28"/>
                </a:cubicBezTo>
                <a:cubicBezTo>
                  <a:pt x="44" y="36"/>
                  <a:pt x="40" y="44"/>
                  <a:pt x="34" y="44"/>
                </a:cubicBezTo>
                <a:cubicBezTo>
                  <a:pt x="31" y="44"/>
                  <a:pt x="28" y="41"/>
                  <a:pt x="29" y="38"/>
                </a:cubicBezTo>
                <a:cubicBezTo>
                  <a:pt x="30" y="34"/>
                  <a:pt x="32" y="30"/>
                  <a:pt x="32" y="27"/>
                </a:cubicBezTo>
                <a:cubicBezTo>
                  <a:pt x="32" y="25"/>
                  <a:pt x="31" y="23"/>
                  <a:pt x="28" y="23"/>
                </a:cubicBezTo>
                <a:cubicBezTo>
                  <a:pt x="25" y="23"/>
                  <a:pt x="22" y="26"/>
                  <a:pt x="22" y="30"/>
                </a:cubicBezTo>
                <a:cubicBezTo>
                  <a:pt x="22" y="30"/>
                  <a:pt x="22" y="33"/>
                  <a:pt x="23" y="35"/>
                </a:cubicBezTo>
                <a:cubicBezTo>
                  <a:pt x="20" y="49"/>
                  <a:pt x="19" y="52"/>
                  <a:pt x="19" y="52"/>
                </a:cubicBezTo>
                <a:cubicBezTo>
                  <a:pt x="18" y="56"/>
                  <a:pt x="18" y="60"/>
                  <a:pt x="19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5" y="62"/>
                  <a:pt x="0" y="57"/>
                  <a:pt x="0" y="51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6"/>
                  <a:pt x="5" y="0"/>
                  <a:pt x="11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6" y="0"/>
                  <a:pt x="61" y="6"/>
                  <a:pt x="61" y="1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15" name="Freeform 120"/>
          <p:cNvSpPr/>
          <p:nvPr/>
        </p:nvSpPr>
        <p:spPr>
          <a:xfrm>
            <a:off x="495360" y="3532320"/>
            <a:ext cx="212760" cy="212760"/>
          </a:xfrm>
          <a:custGeom>
            <a:avLst/>
            <a:gdLst/>
            <a:ahLst/>
            <a:rect l="l" t="t" r="r" b="b"/>
            <a:pathLst>
              <a:path w="62" h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2" y="14"/>
                  <a:pt x="62" y="31"/>
                </a:cubicBezTo>
                <a:cubicBezTo>
                  <a:pt x="62" y="48"/>
                  <a:pt x="48" y="62"/>
                  <a:pt x="31" y="62"/>
                </a:cubicBezTo>
                <a:close/>
                <a:moveTo>
                  <a:pt x="31" y="9"/>
                </a:moveTo>
                <a:cubicBezTo>
                  <a:pt x="19" y="9"/>
                  <a:pt x="9" y="19"/>
                  <a:pt x="9" y="31"/>
                </a:cubicBezTo>
                <a:cubicBezTo>
                  <a:pt x="9" y="43"/>
                  <a:pt x="19" y="53"/>
                  <a:pt x="31" y="53"/>
                </a:cubicBezTo>
                <a:cubicBezTo>
                  <a:pt x="43" y="53"/>
                  <a:pt x="53" y="43"/>
                  <a:pt x="53" y="31"/>
                </a:cubicBezTo>
                <a:cubicBezTo>
                  <a:pt x="53" y="19"/>
                  <a:pt x="43" y="9"/>
                  <a:pt x="31" y="9"/>
                </a:cubicBezTo>
                <a:close/>
                <a:moveTo>
                  <a:pt x="47" y="34"/>
                </a:moveTo>
                <a:cubicBezTo>
                  <a:pt x="25" y="46"/>
                  <a:pt x="25" y="46"/>
                  <a:pt x="25" y="46"/>
                </a:cubicBezTo>
                <a:cubicBezTo>
                  <a:pt x="24" y="47"/>
                  <a:pt x="24" y="47"/>
                  <a:pt x="24" y="47"/>
                </a:cubicBezTo>
                <a:cubicBezTo>
                  <a:pt x="23" y="47"/>
                  <a:pt x="23" y="47"/>
                  <a:pt x="22" y="46"/>
                </a:cubicBezTo>
                <a:cubicBezTo>
                  <a:pt x="22" y="46"/>
                  <a:pt x="21" y="45"/>
                  <a:pt x="21" y="44"/>
                </a:cubicBezTo>
                <a:cubicBezTo>
                  <a:pt x="21" y="18"/>
                  <a:pt x="21" y="18"/>
                  <a:pt x="21" y="18"/>
                </a:cubicBezTo>
                <a:cubicBezTo>
                  <a:pt x="21" y="18"/>
                  <a:pt x="22" y="17"/>
                  <a:pt x="22" y="16"/>
                </a:cubicBezTo>
                <a:cubicBezTo>
                  <a:pt x="23" y="16"/>
                  <a:pt x="24" y="16"/>
                  <a:pt x="25" y="16"/>
                </a:cubicBezTo>
                <a:cubicBezTo>
                  <a:pt x="47" y="29"/>
                  <a:pt x="47" y="29"/>
                  <a:pt x="47" y="29"/>
                </a:cubicBezTo>
                <a:cubicBezTo>
                  <a:pt x="48" y="30"/>
                  <a:pt x="48" y="30"/>
                  <a:pt x="48" y="31"/>
                </a:cubicBezTo>
                <a:cubicBezTo>
                  <a:pt x="48" y="32"/>
                  <a:pt x="48" y="33"/>
                  <a:pt x="47" y="3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16" name="Freeform 121"/>
          <p:cNvSpPr/>
          <p:nvPr/>
        </p:nvSpPr>
        <p:spPr>
          <a:xfrm>
            <a:off x="988920" y="3532320"/>
            <a:ext cx="214560" cy="212760"/>
          </a:xfrm>
          <a:custGeom>
            <a:avLst/>
            <a:gdLst/>
            <a:ahLst/>
            <a:rect l="l" t="t" r="r" b="b"/>
            <a:pathLst>
              <a:path w="62" h="62">
                <a:moveTo>
                  <a:pt x="62" y="51"/>
                </a:moveTo>
                <a:cubicBezTo>
                  <a:pt x="62" y="57"/>
                  <a:pt x="57" y="62"/>
                  <a:pt x="51" y="62"/>
                </a:cubicBezTo>
                <a:cubicBezTo>
                  <a:pt x="12" y="62"/>
                  <a:pt x="12" y="62"/>
                  <a:pt x="12" y="62"/>
                </a:cubicBezTo>
                <a:cubicBezTo>
                  <a:pt x="6" y="62"/>
                  <a:pt x="0" y="57"/>
                  <a:pt x="0" y="51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6"/>
                  <a:pt x="6" y="0"/>
                  <a:pt x="12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7" y="0"/>
                  <a:pt x="62" y="6"/>
                  <a:pt x="62" y="12"/>
                </a:cubicBezTo>
                <a:lnTo>
                  <a:pt x="62" y="51"/>
                </a:lnTo>
                <a:close/>
                <a:moveTo>
                  <a:pt x="52" y="29"/>
                </a:moveTo>
                <a:cubicBezTo>
                  <a:pt x="52" y="27"/>
                  <a:pt x="51" y="26"/>
                  <a:pt x="49" y="26"/>
                </a:cubicBezTo>
                <a:cubicBezTo>
                  <a:pt x="36" y="26"/>
                  <a:pt x="36" y="26"/>
                  <a:pt x="36" y="26"/>
                </a:cubicBezTo>
                <a:cubicBezTo>
                  <a:pt x="36" y="13"/>
                  <a:pt x="36" y="13"/>
                  <a:pt x="36" y="13"/>
                </a:cubicBezTo>
                <a:cubicBezTo>
                  <a:pt x="36" y="12"/>
                  <a:pt x="35" y="11"/>
                  <a:pt x="34" y="11"/>
                </a:cubicBezTo>
                <a:cubicBezTo>
                  <a:pt x="29" y="11"/>
                  <a:pt x="29" y="11"/>
                  <a:pt x="29" y="11"/>
                </a:cubicBezTo>
                <a:cubicBezTo>
                  <a:pt x="27" y="11"/>
                  <a:pt x="26" y="12"/>
                  <a:pt x="26" y="13"/>
                </a:cubicBezTo>
                <a:cubicBezTo>
                  <a:pt x="26" y="26"/>
                  <a:pt x="26" y="26"/>
                  <a:pt x="26" y="26"/>
                </a:cubicBezTo>
                <a:cubicBezTo>
                  <a:pt x="13" y="26"/>
                  <a:pt x="13" y="26"/>
                  <a:pt x="13" y="26"/>
                </a:cubicBezTo>
                <a:cubicBezTo>
                  <a:pt x="12" y="26"/>
                  <a:pt x="11" y="27"/>
                  <a:pt x="11" y="29"/>
                </a:cubicBezTo>
                <a:cubicBezTo>
                  <a:pt x="11" y="34"/>
                  <a:pt x="11" y="34"/>
                  <a:pt x="11" y="34"/>
                </a:cubicBezTo>
                <a:cubicBezTo>
                  <a:pt x="11" y="35"/>
                  <a:pt x="12" y="36"/>
                  <a:pt x="13" y="36"/>
                </a:cubicBezTo>
                <a:cubicBezTo>
                  <a:pt x="26" y="36"/>
                  <a:pt x="26" y="36"/>
                  <a:pt x="26" y="36"/>
                </a:cubicBezTo>
                <a:cubicBezTo>
                  <a:pt x="26" y="49"/>
                  <a:pt x="26" y="49"/>
                  <a:pt x="26" y="49"/>
                </a:cubicBezTo>
                <a:cubicBezTo>
                  <a:pt x="26" y="51"/>
                  <a:pt x="27" y="52"/>
                  <a:pt x="29" y="52"/>
                </a:cubicBezTo>
                <a:cubicBezTo>
                  <a:pt x="34" y="52"/>
                  <a:pt x="34" y="52"/>
                  <a:pt x="34" y="52"/>
                </a:cubicBezTo>
                <a:cubicBezTo>
                  <a:pt x="35" y="52"/>
                  <a:pt x="36" y="51"/>
                  <a:pt x="36" y="49"/>
                </a:cubicBezTo>
                <a:cubicBezTo>
                  <a:pt x="36" y="36"/>
                  <a:pt x="36" y="36"/>
                  <a:pt x="36" y="36"/>
                </a:cubicBezTo>
                <a:cubicBezTo>
                  <a:pt x="49" y="36"/>
                  <a:pt x="49" y="36"/>
                  <a:pt x="49" y="36"/>
                </a:cubicBezTo>
                <a:cubicBezTo>
                  <a:pt x="51" y="36"/>
                  <a:pt x="52" y="35"/>
                  <a:pt x="52" y="34"/>
                </a:cubicBezTo>
                <a:lnTo>
                  <a:pt x="52" y="2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17" name="Freeform 122"/>
          <p:cNvSpPr/>
          <p:nvPr/>
        </p:nvSpPr>
        <p:spPr>
          <a:xfrm>
            <a:off x="1484280" y="3514680"/>
            <a:ext cx="230400" cy="217440"/>
          </a:xfrm>
          <a:custGeom>
            <a:avLst/>
            <a:gdLst/>
            <a:ahLst/>
            <a:rect l="l" t="t" r="r" b="b"/>
            <a:pathLst>
              <a:path w="67" h="63">
                <a:moveTo>
                  <a:pt x="60" y="52"/>
                </a:moveTo>
                <a:cubicBezTo>
                  <a:pt x="55" y="52"/>
                  <a:pt x="54" y="48"/>
                  <a:pt x="49" y="48"/>
                </a:cubicBezTo>
                <a:cubicBezTo>
                  <a:pt x="46" y="48"/>
                  <a:pt x="45" y="50"/>
                  <a:pt x="45" y="53"/>
                </a:cubicBezTo>
                <a:cubicBezTo>
                  <a:pt x="45" y="56"/>
                  <a:pt x="46" y="59"/>
                  <a:pt x="46" y="62"/>
                </a:cubicBezTo>
                <a:cubicBezTo>
                  <a:pt x="46" y="62"/>
                  <a:pt x="46" y="62"/>
                  <a:pt x="46" y="62"/>
                </a:cubicBezTo>
                <a:cubicBezTo>
                  <a:pt x="46" y="62"/>
                  <a:pt x="45" y="62"/>
                  <a:pt x="45" y="62"/>
                </a:cubicBezTo>
                <a:cubicBezTo>
                  <a:pt x="41" y="62"/>
                  <a:pt x="36" y="63"/>
                  <a:pt x="32" y="63"/>
                </a:cubicBezTo>
                <a:cubicBezTo>
                  <a:pt x="29" y="63"/>
                  <a:pt x="26" y="62"/>
                  <a:pt x="26" y="59"/>
                </a:cubicBezTo>
                <a:cubicBezTo>
                  <a:pt x="26" y="54"/>
                  <a:pt x="31" y="53"/>
                  <a:pt x="31" y="48"/>
                </a:cubicBezTo>
                <a:cubicBezTo>
                  <a:pt x="31" y="44"/>
                  <a:pt x="27" y="41"/>
                  <a:pt x="23" y="41"/>
                </a:cubicBezTo>
                <a:cubicBezTo>
                  <a:pt x="19" y="41"/>
                  <a:pt x="15" y="44"/>
                  <a:pt x="15" y="48"/>
                </a:cubicBezTo>
                <a:cubicBezTo>
                  <a:pt x="15" y="53"/>
                  <a:pt x="19" y="56"/>
                  <a:pt x="19" y="58"/>
                </a:cubicBezTo>
                <a:cubicBezTo>
                  <a:pt x="19" y="60"/>
                  <a:pt x="18" y="61"/>
                  <a:pt x="17" y="62"/>
                </a:cubicBezTo>
                <a:cubicBezTo>
                  <a:pt x="16" y="63"/>
                  <a:pt x="14" y="63"/>
                  <a:pt x="13" y="63"/>
                </a:cubicBezTo>
                <a:cubicBezTo>
                  <a:pt x="9" y="63"/>
                  <a:pt x="6" y="63"/>
                  <a:pt x="3" y="62"/>
                </a:cubicBezTo>
                <a:cubicBezTo>
                  <a:pt x="2" y="62"/>
                  <a:pt x="1" y="62"/>
                  <a:pt x="0" y="62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21"/>
                  <a:pt x="0" y="21"/>
                  <a:pt x="0" y="21"/>
                </a:cubicBezTo>
                <a:cubicBezTo>
                  <a:pt x="0" y="21"/>
                  <a:pt x="2" y="21"/>
                  <a:pt x="3" y="21"/>
                </a:cubicBezTo>
                <a:cubicBezTo>
                  <a:pt x="6" y="22"/>
                  <a:pt x="9" y="22"/>
                  <a:pt x="13" y="22"/>
                </a:cubicBezTo>
                <a:cubicBezTo>
                  <a:pt x="14" y="22"/>
                  <a:pt x="16" y="22"/>
                  <a:pt x="17" y="21"/>
                </a:cubicBezTo>
                <a:cubicBezTo>
                  <a:pt x="18" y="20"/>
                  <a:pt x="19" y="19"/>
                  <a:pt x="19" y="17"/>
                </a:cubicBezTo>
                <a:cubicBezTo>
                  <a:pt x="19" y="15"/>
                  <a:pt x="15" y="12"/>
                  <a:pt x="15" y="7"/>
                </a:cubicBezTo>
                <a:cubicBezTo>
                  <a:pt x="15" y="3"/>
                  <a:pt x="19" y="0"/>
                  <a:pt x="23" y="0"/>
                </a:cubicBezTo>
                <a:cubicBezTo>
                  <a:pt x="27" y="0"/>
                  <a:pt x="31" y="3"/>
                  <a:pt x="31" y="7"/>
                </a:cubicBezTo>
                <a:cubicBezTo>
                  <a:pt x="31" y="12"/>
                  <a:pt x="26" y="13"/>
                  <a:pt x="26" y="18"/>
                </a:cubicBezTo>
                <a:cubicBezTo>
                  <a:pt x="26" y="21"/>
                  <a:pt x="29" y="22"/>
                  <a:pt x="32" y="22"/>
                </a:cubicBezTo>
                <a:cubicBezTo>
                  <a:pt x="37" y="22"/>
                  <a:pt x="41" y="21"/>
                  <a:pt x="46" y="21"/>
                </a:cubicBezTo>
                <a:cubicBezTo>
                  <a:pt x="46" y="21"/>
                  <a:pt x="46" y="21"/>
                  <a:pt x="46" y="21"/>
                </a:cubicBezTo>
                <a:cubicBezTo>
                  <a:pt x="46" y="21"/>
                  <a:pt x="46" y="23"/>
                  <a:pt x="46" y="24"/>
                </a:cubicBezTo>
                <a:cubicBezTo>
                  <a:pt x="45" y="27"/>
                  <a:pt x="45" y="30"/>
                  <a:pt x="45" y="34"/>
                </a:cubicBezTo>
                <a:cubicBezTo>
                  <a:pt x="45" y="35"/>
                  <a:pt x="45" y="37"/>
                  <a:pt x="46" y="38"/>
                </a:cubicBezTo>
                <a:cubicBezTo>
                  <a:pt x="47" y="39"/>
                  <a:pt x="48" y="40"/>
                  <a:pt x="50" y="40"/>
                </a:cubicBezTo>
                <a:cubicBezTo>
                  <a:pt x="52" y="40"/>
                  <a:pt x="55" y="36"/>
                  <a:pt x="60" y="36"/>
                </a:cubicBezTo>
                <a:cubicBezTo>
                  <a:pt x="64" y="36"/>
                  <a:pt x="67" y="40"/>
                  <a:pt x="67" y="44"/>
                </a:cubicBezTo>
                <a:cubicBezTo>
                  <a:pt x="67" y="49"/>
                  <a:pt x="64" y="52"/>
                  <a:pt x="60" y="5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18" name="Freeform 123"/>
          <p:cNvSpPr/>
          <p:nvPr/>
        </p:nvSpPr>
        <p:spPr>
          <a:xfrm>
            <a:off x="1979640" y="3532320"/>
            <a:ext cx="212760" cy="212760"/>
          </a:xfrm>
          <a:custGeom>
            <a:avLst/>
            <a:gdLst/>
            <a:ahLst/>
            <a:rect l="l" t="t" r="r" b="b"/>
            <a:pathLst>
              <a:path w="62" h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2" y="14"/>
                  <a:pt x="62" y="31"/>
                </a:cubicBezTo>
                <a:cubicBezTo>
                  <a:pt x="62" y="48"/>
                  <a:pt x="48" y="62"/>
                  <a:pt x="31" y="62"/>
                </a:cubicBezTo>
                <a:close/>
                <a:moveTo>
                  <a:pt x="32" y="11"/>
                </a:moveTo>
                <a:cubicBezTo>
                  <a:pt x="26" y="11"/>
                  <a:pt x="21" y="14"/>
                  <a:pt x="17" y="19"/>
                </a:cubicBezTo>
                <a:cubicBezTo>
                  <a:pt x="17" y="20"/>
                  <a:pt x="17" y="21"/>
                  <a:pt x="18" y="21"/>
                </a:cubicBezTo>
                <a:cubicBezTo>
                  <a:pt x="23" y="25"/>
                  <a:pt x="23" y="25"/>
                  <a:pt x="23" y="25"/>
                </a:cubicBezTo>
                <a:cubicBezTo>
                  <a:pt x="23" y="25"/>
                  <a:pt x="23" y="25"/>
                  <a:pt x="24" y="25"/>
                </a:cubicBezTo>
                <a:cubicBezTo>
                  <a:pt x="24" y="25"/>
                  <a:pt x="24" y="25"/>
                  <a:pt x="25" y="25"/>
                </a:cubicBezTo>
                <a:cubicBezTo>
                  <a:pt x="27" y="22"/>
                  <a:pt x="27" y="22"/>
                  <a:pt x="28" y="21"/>
                </a:cubicBezTo>
                <a:cubicBezTo>
                  <a:pt x="29" y="21"/>
                  <a:pt x="30" y="20"/>
                  <a:pt x="32" y="20"/>
                </a:cubicBezTo>
                <a:cubicBezTo>
                  <a:pt x="34" y="20"/>
                  <a:pt x="36" y="22"/>
                  <a:pt x="36" y="24"/>
                </a:cubicBezTo>
                <a:cubicBezTo>
                  <a:pt x="36" y="26"/>
                  <a:pt x="35" y="27"/>
                  <a:pt x="33" y="28"/>
                </a:cubicBezTo>
                <a:cubicBezTo>
                  <a:pt x="30" y="29"/>
                  <a:pt x="26" y="32"/>
                  <a:pt x="26" y="36"/>
                </a:cubicBezTo>
                <a:cubicBezTo>
                  <a:pt x="26" y="38"/>
                  <a:pt x="26" y="38"/>
                  <a:pt x="26" y="38"/>
                </a:cubicBezTo>
                <a:cubicBezTo>
                  <a:pt x="26" y="38"/>
                  <a:pt x="27" y="39"/>
                  <a:pt x="27" y="39"/>
                </a:cubicBezTo>
                <a:cubicBezTo>
                  <a:pt x="35" y="39"/>
                  <a:pt x="35" y="39"/>
                  <a:pt x="35" y="39"/>
                </a:cubicBezTo>
                <a:cubicBezTo>
                  <a:pt x="36" y="39"/>
                  <a:pt x="36" y="38"/>
                  <a:pt x="36" y="38"/>
                </a:cubicBezTo>
                <a:cubicBezTo>
                  <a:pt x="36" y="37"/>
                  <a:pt x="38" y="35"/>
                  <a:pt x="40" y="34"/>
                </a:cubicBezTo>
                <a:cubicBezTo>
                  <a:pt x="43" y="32"/>
                  <a:pt x="47" y="30"/>
                  <a:pt x="47" y="24"/>
                </a:cubicBezTo>
                <a:cubicBezTo>
                  <a:pt x="47" y="16"/>
                  <a:pt x="39" y="11"/>
                  <a:pt x="32" y="11"/>
                </a:cubicBezTo>
                <a:close/>
                <a:moveTo>
                  <a:pt x="36" y="43"/>
                </a:moveTo>
                <a:cubicBezTo>
                  <a:pt x="36" y="42"/>
                  <a:pt x="36" y="42"/>
                  <a:pt x="35" y="42"/>
                </a:cubicBezTo>
                <a:cubicBezTo>
                  <a:pt x="27" y="42"/>
                  <a:pt x="27" y="42"/>
                  <a:pt x="27" y="42"/>
                </a:cubicBezTo>
                <a:cubicBezTo>
                  <a:pt x="27" y="42"/>
                  <a:pt x="26" y="42"/>
                  <a:pt x="26" y="43"/>
                </a:cubicBezTo>
                <a:cubicBezTo>
                  <a:pt x="26" y="51"/>
                  <a:pt x="26" y="51"/>
                  <a:pt x="26" y="51"/>
                </a:cubicBezTo>
                <a:cubicBezTo>
                  <a:pt x="26" y="51"/>
                  <a:pt x="27" y="52"/>
                  <a:pt x="27" y="52"/>
                </a:cubicBezTo>
                <a:cubicBezTo>
                  <a:pt x="35" y="52"/>
                  <a:pt x="35" y="52"/>
                  <a:pt x="35" y="52"/>
                </a:cubicBezTo>
                <a:cubicBezTo>
                  <a:pt x="36" y="52"/>
                  <a:pt x="36" y="51"/>
                  <a:pt x="36" y="51"/>
                </a:cubicBezTo>
                <a:lnTo>
                  <a:pt x="36" y="4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19" name="Freeform 124"/>
          <p:cNvSpPr/>
          <p:nvPr/>
        </p:nvSpPr>
        <p:spPr>
          <a:xfrm>
            <a:off x="2475000" y="3521160"/>
            <a:ext cx="245880" cy="220680"/>
          </a:xfrm>
          <a:custGeom>
            <a:avLst/>
            <a:gdLst/>
            <a:ahLst/>
            <a:rect l="l" t="t" r="r" b="b"/>
            <a:pathLst>
              <a:path w="72" h="64">
                <a:moveTo>
                  <a:pt x="72" y="15"/>
                </a:moveTo>
                <a:cubicBezTo>
                  <a:pt x="59" y="28"/>
                  <a:pt x="59" y="28"/>
                  <a:pt x="59" y="28"/>
                </a:cubicBezTo>
                <a:cubicBezTo>
                  <a:pt x="59" y="28"/>
                  <a:pt x="59" y="28"/>
                  <a:pt x="58" y="28"/>
                </a:cubicBezTo>
                <a:cubicBezTo>
                  <a:pt x="58" y="28"/>
                  <a:pt x="57" y="27"/>
                  <a:pt x="57" y="27"/>
                </a:cubicBezTo>
                <a:cubicBezTo>
                  <a:pt x="57" y="19"/>
                  <a:pt x="57" y="19"/>
                  <a:pt x="57" y="19"/>
                </a:cubicBezTo>
                <a:cubicBezTo>
                  <a:pt x="47" y="19"/>
                  <a:pt x="47" y="19"/>
                  <a:pt x="47" y="19"/>
                </a:cubicBezTo>
                <a:cubicBezTo>
                  <a:pt x="41" y="19"/>
                  <a:pt x="39" y="23"/>
                  <a:pt x="37" y="27"/>
                </a:cubicBezTo>
                <a:cubicBezTo>
                  <a:pt x="35" y="29"/>
                  <a:pt x="34" y="31"/>
                  <a:pt x="33" y="34"/>
                </a:cubicBezTo>
                <a:cubicBezTo>
                  <a:pt x="29" y="44"/>
                  <a:pt x="24" y="55"/>
                  <a:pt x="11" y="55"/>
                </a:cubicBezTo>
                <a:cubicBezTo>
                  <a:pt x="2" y="55"/>
                  <a:pt x="2" y="55"/>
                  <a:pt x="2" y="55"/>
                </a:cubicBezTo>
                <a:cubicBezTo>
                  <a:pt x="1" y="55"/>
                  <a:pt x="0" y="54"/>
                  <a:pt x="0" y="54"/>
                </a:cubicBezTo>
                <a:cubicBezTo>
                  <a:pt x="0" y="46"/>
                  <a:pt x="0" y="46"/>
                  <a:pt x="0" y="46"/>
                </a:cubicBezTo>
                <a:cubicBezTo>
                  <a:pt x="0" y="45"/>
                  <a:pt x="1" y="45"/>
                  <a:pt x="2" y="45"/>
                </a:cubicBezTo>
                <a:cubicBezTo>
                  <a:pt x="11" y="45"/>
                  <a:pt x="11" y="45"/>
                  <a:pt x="11" y="45"/>
                </a:cubicBezTo>
                <a:cubicBezTo>
                  <a:pt x="16" y="45"/>
                  <a:pt x="19" y="41"/>
                  <a:pt x="21" y="37"/>
                </a:cubicBezTo>
                <a:cubicBezTo>
                  <a:pt x="22" y="34"/>
                  <a:pt x="23" y="32"/>
                  <a:pt x="24" y="30"/>
                </a:cubicBezTo>
                <a:cubicBezTo>
                  <a:pt x="28" y="19"/>
                  <a:pt x="34" y="9"/>
                  <a:pt x="47" y="9"/>
                </a:cubicBezTo>
                <a:cubicBezTo>
                  <a:pt x="57" y="9"/>
                  <a:pt x="57" y="9"/>
                  <a:pt x="57" y="9"/>
                </a:cubicBezTo>
                <a:cubicBezTo>
                  <a:pt x="57" y="1"/>
                  <a:pt x="57" y="1"/>
                  <a:pt x="57" y="1"/>
                </a:cubicBezTo>
                <a:cubicBezTo>
                  <a:pt x="57" y="0"/>
                  <a:pt x="58" y="0"/>
                  <a:pt x="58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72" y="13"/>
                  <a:pt x="72" y="13"/>
                  <a:pt x="72" y="13"/>
                </a:cubicBezTo>
                <a:cubicBezTo>
                  <a:pt x="72" y="13"/>
                  <a:pt x="72" y="13"/>
                  <a:pt x="72" y="14"/>
                </a:cubicBezTo>
                <a:cubicBezTo>
                  <a:pt x="72" y="14"/>
                  <a:pt x="72" y="14"/>
                  <a:pt x="72" y="15"/>
                </a:cubicBezTo>
                <a:close/>
                <a:moveTo>
                  <a:pt x="22" y="29"/>
                </a:moveTo>
                <a:cubicBezTo>
                  <a:pt x="19" y="24"/>
                  <a:pt x="17" y="19"/>
                  <a:pt x="11" y="19"/>
                </a:cubicBezTo>
                <a:cubicBezTo>
                  <a:pt x="2" y="19"/>
                  <a:pt x="2" y="19"/>
                  <a:pt x="2" y="19"/>
                </a:cubicBezTo>
                <a:cubicBezTo>
                  <a:pt x="1" y="19"/>
                  <a:pt x="0" y="18"/>
                  <a:pt x="0" y="18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9"/>
                  <a:pt x="1" y="9"/>
                  <a:pt x="2" y="9"/>
                </a:cubicBezTo>
                <a:cubicBezTo>
                  <a:pt x="11" y="9"/>
                  <a:pt x="11" y="9"/>
                  <a:pt x="11" y="9"/>
                </a:cubicBezTo>
                <a:cubicBezTo>
                  <a:pt x="18" y="9"/>
                  <a:pt x="23" y="12"/>
                  <a:pt x="27" y="18"/>
                </a:cubicBezTo>
                <a:cubicBezTo>
                  <a:pt x="25" y="21"/>
                  <a:pt x="23" y="25"/>
                  <a:pt x="22" y="29"/>
                </a:cubicBezTo>
                <a:close/>
                <a:moveTo>
                  <a:pt x="72" y="51"/>
                </a:moveTo>
                <a:cubicBezTo>
                  <a:pt x="59" y="63"/>
                  <a:pt x="59" y="63"/>
                  <a:pt x="59" y="63"/>
                </a:cubicBezTo>
                <a:cubicBezTo>
                  <a:pt x="59" y="64"/>
                  <a:pt x="59" y="64"/>
                  <a:pt x="58" y="64"/>
                </a:cubicBezTo>
                <a:cubicBezTo>
                  <a:pt x="58" y="64"/>
                  <a:pt x="57" y="63"/>
                  <a:pt x="57" y="63"/>
                </a:cubicBezTo>
                <a:cubicBezTo>
                  <a:pt x="57" y="55"/>
                  <a:pt x="57" y="55"/>
                  <a:pt x="57" y="55"/>
                </a:cubicBezTo>
                <a:cubicBezTo>
                  <a:pt x="45" y="55"/>
                  <a:pt x="38" y="56"/>
                  <a:pt x="30" y="46"/>
                </a:cubicBezTo>
                <a:cubicBezTo>
                  <a:pt x="33" y="42"/>
                  <a:pt x="34" y="39"/>
                  <a:pt x="36" y="35"/>
                </a:cubicBezTo>
                <a:cubicBezTo>
                  <a:pt x="38" y="40"/>
                  <a:pt x="41" y="45"/>
                  <a:pt x="47" y="45"/>
                </a:cubicBezTo>
                <a:cubicBezTo>
                  <a:pt x="57" y="45"/>
                  <a:pt x="57" y="45"/>
                  <a:pt x="57" y="45"/>
                </a:cubicBezTo>
                <a:cubicBezTo>
                  <a:pt x="57" y="37"/>
                  <a:pt x="57" y="37"/>
                  <a:pt x="57" y="37"/>
                </a:cubicBezTo>
                <a:cubicBezTo>
                  <a:pt x="57" y="36"/>
                  <a:pt x="58" y="36"/>
                  <a:pt x="58" y="36"/>
                </a:cubicBezTo>
                <a:cubicBezTo>
                  <a:pt x="59" y="36"/>
                  <a:pt x="59" y="36"/>
                  <a:pt x="59" y="36"/>
                </a:cubicBezTo>
                <a:cubicBezTo>
                  <a:pt x="72" y="49"/>
                  <a:pt x="72" y="49"/>
                  <a:pt x="72" y="49"/>
                </a:cubicBezTo>
                <a:cubicBezTo>
                  <a:pt x="72" y="49"/>
                  <a:pt x="72" y="49"/>
                  <a:pt x="72" y="50"/>
                </a:cubicBezTo>
                <a:cubicBezTo>
                  <a:pt x="72" y="50"/>
                  <a:pt x="72" y="50"/>
                  <a:pt x="72" y="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20" name="Freeform 125"/>
          <p:cNvSpPr/>
          <p:nvPr/>
        </p:nvSpPr>
        <p:spPr>
          <a:xfrm>
            <a:off x="2968560" y="3532320"/>
            <a:ext cx="209520" cy="212760"/>
          </a:xfrm>
          <a:custGeom>
            <a:avLst/>
            <a:gdLst/>
            <a:ahLst/>
            <a:rect l="l" t="t" r="r" b="b"/>
            <a:pathLst>
              <a:path w="61" h="62">
                <a:moveTo>
                  <a:pt x="61" y="13"/>
                </a:moveTo>
                <a:cubicBezTo>
                  <a:pt x="61" y="49"/>
                  <a:pt x="61" y="49"/>
                  <a:pt x="61" y="49"/>
                </a:cubicBezTo>
                <a:cubicBezTo>
                  <a:pt x="61" y="56"/>
                  <a:pt x="56" y="62"/>
                  <a:pt x="49" y="62"/>
                </a:cubicBezTo>
                <a:cubicBezTo>
                  <a:pt x="13" y="62"/>
                  <a:pt x="13" y="62"/>
                  <a:pt x="13" y="62"/>
                </a:cubicBezTo>
                <a:cubicBezTo>
                  <a:pt x="6" y="62"/>
                  <a:pt x="0" y="56"/>
                  <a:pt x="0" y="49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6"/>
                  <a:pt x="6" y="0"/>
                  <a:pt x="13" y="0"/>
                </a:cubicBezTo>
                <a:cubicBezTo>
                  <a:pt x="49" y="0"/>
                  <a:pt x="49" y="0"/>
                  <a:pt x="49" y="0"/>
                </a:cubicBezTo>
                <a:cubicBezTo>
                  <a:pt x="56" y="0"/>
                  <a:pt x="61" y="6"/>
                  <a:pt x="61" y="13"/>
                </a:cubicBezTo>
                <a:close/>
                <a:moveTo>
                  <a:pt x="56" y="28"/>
                </a:moveTo>
                <a:cubicBezTo>
                  <a:pt x="56" y="26"/>
                  <a:pt x="54" y="23"/>
                  <a:pt x="51" y="23"/>
                </a:cubicBezTo>
                <a:cubicBezTo>
                  <a:pt x="49" y="23"/>
                  <a:pt x="48" y="24"/>
                  <a:pt x="47" y="25"/>
                </a:cubicBezTo>
                <a:cubicBezTo>
                  <a:pt x="43" y="23"/>
                  <a:pt x="38" y="21"/>
                  <a:pt x="32" y="21"/>
                </a:cubicBezTo>
                <a:cubicBezTo>
                  <a:pt x="35" y="10"/>
                  <a:pt x="35" y="10"/>
                  <a:pt x="35" y="10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5"/>
                  <a:pt x="46" y="17"/>
                  <a:pt x="49" y="17"/>
                </a:cubicBezTo>
                <a:cubicBezTo>
                  <a:pt x="51" y="17"/>
                  <a:pt x="53" y="15"/>
                  <a:pt x="53" y="12"/>
                </a:cubicBezTo>
                <a:cubicBezTo>
                  <a:pt x="53" y="9"/>
                  <a:pt x="51" y="7"/>
                  <a:pt x="49" y="7"/>
                </a:cubicBezTo>
                <a:cubicBezTo>
                  <a:pt x="47" y="7"/>
                  <a:pt x="45" y="8"/>
                  <a:pt x="44" y="10"/>
                </a:cubicBezTo>
                <a:cubicBezTo>
                  <a:pt x="35" y="8"/>
                  <a:pt x="35" y="8"/>
                  <a:pt x="35" y="8"/>
                </a:cubicBezTo>
                <a:cubicBezTo>
                  <a:pt x="34" y="8"/>
                  <a:pt x="34" y="8"/>
                  <a:pt x="34" y="9"/>
                </a:cubicBezTo>
                <a:cubicBezTo>
                  <a:pt x="30" y="21"/>
                  <a:pt x="30" y="21"/>
                  <a:pt x="30" y="21"/>
                </a:cubicBezTo>
                <a:cubicBezTo>
                  <a:pt x="24" y="21"/>
                  <a:pt x="19" y="23"/>
                  <a:pt x="15" y="25"/>
                </a:cubicBezTo>
                <a:cubicBezTo>
                  <a:pt x="14" y="24"/>
                  <a:pt x="12" y="24"/>
                  <a:pt x="11" y="24"/>
                </a:cubicBezTo>
                <a:cubicBezTo>
                  <a:pt x="8" y="24"/>
                  <a:pt x="6" y="26"/>
                  <a:pt x="6" y="29"/>
                </a:cubicBezTo>
                <a:cubicBezTo>
                  <a:pt x="6" y="31"/>
                  <a:pt x="7" y="32"/>
                  <a:pt x="9" y="33"/>
                </a:cubicBezTo>
                <a:cubicBezTo>
                  <a:pt x="9" y="34"/>
                  <a:pt x="9" y="35"/>
                  <a:pt x="9" y="35"/>
                </a:cubicBezTo>
                <a:cubicBezTo>
                  <a:pt x="9" y="43"/>
                  <a:pt x="19" y="50"/>
                  <a:pt x="31" y="50"/>
                </a:cubicBezTo>
                <a:cubicBezTo>
                  <a:pt x="43" y="50"/>
                  <a:pt x="53" y="43"/>
                  <a:pt x="53" y="35"/>
                </a:cubicBezTo>
                <a:cubicBezTo>
                  <a:pt x="53" y="35"/>
                  <a:pt x="53" y="34"/>
                  <a:pt x="53" y="33"/>
                </a:cubicBezTo>
                <a:cubicBezTo>
                  <a:pt x="55" y="32"/>
                  <a:pt x="56" y="31"/>
                  <a:pt x="56" y="28"/>
                </a:cubicBezTo>
                <a:close/>
                <a:moveTo>
                  <a:pt x="23" y="36"/>
                </a:moveTo>
                <a:cubicBezTo>
                  <a:pt x="21" y="36"/>
                  <a:pt x="20" y="34"/>
                  <a:pt x="20" y="32"/>
                </a:cubicBezTo>
                <a:cubicBezTo>
                  <a:pt x="20" y="30"/>
                  <a:pt x="21" y="29"/>
                  <a:pt x="23" y="29"/>
                </a:cubicBezTo>
                <a:cubicBezTo>
                  <a:pt x="25" y="29"/>
                  <a:pt x="27" y="30"/>
                  <a:pt x="27" y="32"/>
                </a:cubicBezTo>
                <a:cubicBezTo>
                  <a:pt x="27" y="34"/>
                  <a:pt x="25" y="36"/>
                  <a:pt x="23" y="36"/>
                </a:cubicBezTo>
                <a:close/>
                <a:moveTo>
                  <a:pt x="39" y="41"/>
                </a:moveTo>
                <a:cubicBezTo>
                  <a:pt x="40" y="42"/>
                  <a:pt x="40" y="42"/>
                  <a:pt x="39" y="43"/>
                </a:cubicBezTo>
                <a:cubicBezTo>
                  <a:pt x="38" y="44"/>
                  <a:pt x="35" y="45"/>
                  <a:pt x="31" y="45"/>
                </a:cubicBezTo>
                <a:cubicBezTo>
                  <a:pt x="31" y="45"/>
                  <a:pt x="31" y="45"/>
                  <a:pt x="31" y="45"/>
                </a:cubicBezTo>
                <a:cubicBezTo>
                  <a:pt x="31" y="45"/>
                  <a:pt x="31" y="45"/>
                  <a:pt x="31" y="45"/>
                </a:cubicBezTo>
                <a:cubicBezTo>
                  <a:pt x="27" y="45"/>
                  <a:pt x="24" y="44"/>
                  <a:pt x="23" y="43"/>
                </a:cubicBezTo>
                <a:cubicBezTo>
                  <a:pt x="22" y="42"/>
                  <a:pt x="22" y="42"/>
                  <a:pt x="23" y="41"/>
                </a:cubicBezTo>
                <a:cubicBezTo>
                  <a:pt x="23" y="41"/>
                  <a:pt x="24" y="41"/>
                  <a:pt x="24" y="41"/>
                </a:cubicBezTo>
                <a:cubicBezTo>
                  <a:pt x="25" y="43"/>
                  <a:pt x="28" y="43"/>
                  <a:pt x="31" y="43"/>
                </a:cubicBezTo>
                <a:cubicBezTo>
                  <a:pt x="31" y="43"/>
                  <a:pt x="31" y="43"/>
                  <a:pt x="31" y="43"/>
                </a:cubicBezTo>
                <a:cubicBezTo>
                  <a:pt x="31" y="43"/>
                  <a:pt x="31" y="43"/>
                  <a:pt x="31" y="43"/>
                </a:cubicBezTo>
                <a:cubicBezTo>
                  <a:pt x="34" y="43"/>
                  <a:pt x="37" y="43"/>
                  <a:pt x="38" y="41"/>
                </a:cubicBezTo>
                <a:cubicBezTo>
                  <a:pt x="38" y="41"/>
                  <a:pt x="39" y="41"/>
                  <a:pt x="39" y="41"/>
                </a:cubicBezTo>
                <a:close/>
                <a:moveTo>
                  <a:pt x="42" y="32"/>
                </a:moveTo>
                <a:cubicBezTo>
                  <a:pt x="42" y="34"/>
                  <a:pt x="41" y="36"/>
                  <a:pt x="39" y="36"/>
                </a:cubicBezTo>
                <a:cubicBezTo>
                  <a:pt x="37" y="36"/>
                  <a:pt x="35" y="34"/>
                  <a:pt x="35" y="32"/>
                </a:cubicBezTo>
                <a:cubicBezTo>
                  <a:pt x="35" y="30"/>
                  <a:pt x="37" y="29"/>
                  <a:pt x="39" y="29"/>
                </a:cubicBezTo>
                <a:cubicBezTo>
                  <a:pt x="41" y="29"/>
                  <a:pt x="42" y="30"/>
                  <a:pt x="42" y="32"/>
                </a:cubicBezTo>
                <a:close/>
                <a:moveTo>
                  <a:pt x="46" y="12"/>
                </a:moveTo>
                <a:cubicBezTo>
                  <a:pt x="46" y="10"/>
                  <a:pt x="47" y="9"/>
                  <a:pt x="49" y="9"/>
                </a:cubicBezTo>
                <a:cubicBezTo>
                  <a:pt x="50" y="9"/>
                  <a:pt x="51" y="10"/>
                  <a:pt x="51" y="12"/>
                </a:cubicBezTo>
                <a:cubicBezTo>
                  <a:pt x="51" y="14"/>
                  <a:pt x="50" y="15"/>
                  <a:pt x="49" y="15"/>
                </a:cubicBezTo>
                <a:cubicBezTo>
                  <a:pt x="47" y="15"/>
                  <a:pt x="46" y="14"/>
                  <a:pt x="46" y="1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21" name="Freeform 126"/>
          <p:cNvSpPr/>
          <p:nvPr/>
        </p:nvSpPr>
        <p:spPr>
          <a:xfrm>
            <a:off x="3463920" y="3552840"/>
            <a:ext cx="212760" cy="174600"/>
          </a:xfrm>
          <a:custGeom>
            <a:avLst/>
            <a:gdLst/>
            <a:ahLst/>
            <a:rect l="l" t="t" r="r" b="b"/>
            <a:pathLst>
              <a:path w="62" h="51">
                <a:moveTo>
                  <a:pt x="62" y="7"/>
                </a:moveTo>
                <a:cubicBezTo>
                  <a:pt x="62" y="9"/>
                  <a:pt x="61" y="10"/>
                  <a:pt x="60" y="10"/>
                </a:cubicBezTo>
                <a:cubicBezTo>
                  <a:pt x="3" y="10"/>
                  <a:pt x="3" y="10"/>
                  <a:pt x="3" y="10"/>
                </a:cubicBezTo>
                <a:cubicBezTo>
                  <a:pt x="2" y="10"/>
                  <a:pt x="0" y="9"/>
                  <a:pt x="0" y="7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2" y="0"/>
                  <a:pt x="3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1" y="0"/>
                  <a:pt x="62" y="1"/>
                  <a:pt x="62" y="2"/>
                </a:cubicBezTo>
                <a:lnTo>
                  <a:pt x="62" y="7"/>
                </a:lnTo>
                <a:close/>
                <a:moveTo>
                  <a:pt x="62" y="28"/>
                </a:moveTo>
                <a:cubicBezTo>
                  <a:pt x="62" y="29"/>
                  <a:pt x="61" y="30"/>
                  <a:pt x="60" y="30"/>
                </a:cubicBezTo>
                <a:cubicBezTo>
                  <a:pt x="3" y="30"/>
                  <a:pt x="3" y="30"/>
                  <a:pt x="3" y="30"/>
                </a:cubicBezTo>
                <a:cubicBezTo>
                  <a:pt x="2" y="30"/>
                  <a:pt x="0" y="29"/>
                  <a:pt x="0" y="28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2" y="20"/>
                  <a:pt x="3" y="20"/>
                </a:cubicBezTo>
                <a:cubicBezTo>
                  <a:pt x="60" y="20"/>
                  <a:pt x="60" y="20"/>
                  <a:pt x="60" y="20"/>
                </a:cubicBezTo>
                <a:cubicBezTo>
                  <a:pt x="61" y="20"/>
                  <a:pt x="62" y="21"/>
                  <a:pt x="62" y="23"/>
                </a:cubicBezTo>
                <a:lnTo>
                  <a:pt x="62" y="28"/>
                </a:lnTo>
                <a:close/>
                <a:moveTo>
                  <a:pt x="62" y="48"/>
                </a:moveTo>
                <a:cubicBezTo>
                  <a:pt x="62" y="50"/>
                  <a:pt x="61" y="51"/>
                  <a:pt x="60" y="51"/>
                </a:cubicBezTo>
                <a:cubicBezTo>
                  <a:pt x="3" y="51"/>
                  <a:pt x="3" y="51"/>
                  <a:pt x="3" y="51"/>
                </a:cubicBezTo>
                <a:cubicBezTo>
                  <a:pt x="2" y="51"/>
                  <a:pt x="0" y="50"/>
                  <a:pt x="0" y="48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2"/>
                  <a:pt x="2" y="41"/>
                  <a:pt x="3" y="41"/>
                </a:cubicBezTo>
                <a:cubicBezTo>
                  <a:pt x="60" y="41"/>
                  <a:pt x="60" y="41"/>
                  <a:pt x="60" y="41"/>
                </a:cubicBezTo>
                <a:cubicBezTo>
                  <a:pt x="61" y="41"/>
                  <a:pt x="62" y="42"/>
                  <a:pt x="62" y="43"/>
                </a:cubicBezTo>
                <a:lnTo>
                  <a:pt x="62" y="4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22" name="Freeform 127"/>
          <p:cNvSpPr/>
          <p:nvPr/>
        </p:nvSpPr>
        <p:spPr>
          <a:xfrm>
            <a:off x="3959280" y="3570120"/>
            <a:ext cx="266760" cy="157320"/>
          </a:xfrm>
          <a:custGeom>
            <a:avLst/>
            <a:gdLst/>
            <a:ahLst/>
            <a:rect l="l" t="t" r="r" b="b"/>
            <a:pathLst>
              <a:path w="78" h="46">
                <a:moveTo>
                  <a:pt x="51" y="46"/>
                </a:moveTo>
                <a:cubicBezTo>
                  <a:pt x="12" y="46"/>
                  <a:pt x="12" y="46"/>
                  <a:pt x="12" y="46"/>
                </a:cubicBezTo>
                <a:cubicBezTo>
                  <a:pt x="11" y="46"/>
                  <a:pt x="11" y="44"/>
                  <a:pt x="11" y="43"/>
                </a:cubicBezTo>
                <a:cubicBezTo>
                  <a:pt x="11" y="37"/>
                  <a:pt x="11" y="37"/>
                  <a:pt x="11" y="37"/>
                </a:cubicBezTo>
                <a:cubicBezTo>
                  <a:pt x="11" y="20"/>
                  <a:pt x="11" y="20"/>
                  <a:pt x="11" y="20"/>
                </a:cubicBezTo>
                <a:cubicBezTo>
                  <a:pt x="3" y="20"/>
                  <a:pt x="3" y="20"/>
                  <a:pt x="3" y="20"/>
                </a:cubicBezTo>
                <a:cubicBezTo>
                  <a:pt x="2" y="20"/>
                  <a:pt x="0" y="19"/>
                  <a:pt x="0" y="18"/>
                </a:cubicBezTo>
                <a:cubicBezTo>
                  <a:pt x="0" y="17"/>
                  <a:pt x="1" y="17"/>
                  <a:pt x="1" y="16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0"/>
                  <a:pt x="15" y="0"/>
                  <a:pt x="16" y="0"/>
                </a:cubicBezTo>
                <a:cubicBezTo>
                  <a:pt x="17" y="0"/>
                  <a:pt x="17" y="0"/>
                  <a:pt x="18" y="1"/>
                </a:cubicBezTo>
                <a:cubicBezTo>
                  <a:pt x="31" y="16"/>
                  <a:pt x="31" y="16"/>
                  <a:pt x="31" y="16"/>
                </a:cubicBezTo>
                <a:cubicBezTo>
                  <a:pt x="31" y="17"/>
                  <a:pt x="31" y="17"/>
                  <a:pt x="31" y="18"/>
                </a:cubicBezTo>
                <a:cubicBezTo>
                  <a:pt x="31" y="19"/>
                  <a:pt x="30" y="20"/>
                  <a:pt x="29" y="20"/>
                </a:cubicBezTo>
                <a:cubicBezTo>
                  <a:pt x="21" y="20"/>
                  <a:pt x="21" y="20"/>
                  <a:pt x="21" y="20"/>
                </a:cubicBezTo>
                <a:cubicBezTo>
                  <a:pt x="21" y="36"/>
                  <a:pt x="21" y="36"/>
                  <a:pt x="21" y="36"/>
                </a:cubicBezTo>
                <a:cubicBezTo>
                  <a:pt x="44" y="36"/>
                  <a:pt x="44" y="36"/>
                  <a:pt x="44" y="36"/>
                </a:cubicBezTo>
                <a:cubicBezTo>
                  <a:pt x="45" y="36"/>
                  <a:pt x="45" y="36"/>
                  <a:pt x="45" y="36"/>
                </a:cubicBezTo>
                <a:cubicBezTo>
                  <a:pt x="52" y="44"/>
                  <a:pt x="52" y="44"/>
                  <a:pt x="52" y="44"/>
                </a:cubicBezTo>
                <a:cubicBezTo>
                  <a:pt x="52" y="44"/>
                  <a:pt x="52" y="44"/>
                  <a:pt x="52" y="45"/>
                </a:cubicBezTo>
                <a:cubicBezTo>
                  <a:pt x="52" y="45"/>
                  <a:pt x="51" y="46"/>
                  <a:pt x="51" y="46"/>
                </a:cubicBezTo>
                <a:close/>
                <a:moveTo>
                  <a:pt x="77" y="30"/>
                </a:moveTo>
                <a:cubicBezTo>
                  <a:pt x="64" y="45"/>
                  <a:pt x="64" y="45"/>
                  <a:pt x="64" y="45"/>
                </a:cubicBezTo>
                <a:cubicBezTo>
                  <a:pt x="64" y="46"/>
                  <a:pt x="63" y="46"/>
                  <a:pt x="62" y="46"/>
                </a:cubicBezTo>
                <a:cubicBezTo>
                  <a:pt x="61" y="46"/>
                  <a:pt x="61" y="46"/>
                  <a:pt x="60" y="45"/>
                </a:cubicBezTo>
                <a:cubicBezTo>
                  <a:pt x="47" y="30"/>
                  <a:pt x="47" y="30"/>
                  <a:pt x="47" y="30"/>
                </a:cubicBezTo>
                <a:cubicBezTo>
                  <a:pt x="47" y="29"/>
                  <a:pt x="47" y="29"/>
                  <a:pt x="47" y="28"/>
                </a:cubicBezTo>
                <a:cubicBezTo>
                  <a:pt x="47" y="27"/>
                  <a:pt x="48" y="25"/>
                  <a:pt x="49" y="25"/>
                </a:cubicBezTo>
                <a:cubicBezTo>
                  <a:pt x="57" y="25"/>
                  <a:pt x="57" y="25"/>
                  <a:pt x="57" y="25"/>
                </a:cubicBezTo>
                <a:cubicBezTo>
                  <a:pt x="57" y="10"/>
                  <a:pt x="57" y="10"/>
                  <a:pt x="57" y="10"/>
                </a:cubicBezTo>
                <a:cubicBezTo>
                  <a:pt x="34" y="10"/>
                  <a:pt x="34" y="10"/>
                  <a:pt x="34" y="10"/>
                </a:cubicBezTo>
                <a:cubicBezTo>
                  <a:pt x="34" y="10"/>
                  <a:pt x="33" y="10"/>
                  <a:pt x="33" y="10"/>
                </a:cubicBezTo>
                <a:cubicBezTo>
                  <a:pt x="26" y="2"/>
                  <a:pt x="26" y="2"/>
                  <a:pt x="26" y="2"/>
                </a:cubicBezTo>
                <a:cubicBezTo>
                  <a:pt x="26" y="2"/>
                  <a:pt x="26" y="1"/>
                  <a:pt x="26" y="1"/>
                </a:cubicBezTo>
                <a:cubicBezTo>
                  <a:pt x="26" y="0"/>
                  <a:pt x="27" y="0"/>
                  <a:pt x="27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8" y="0"/>
                  <a:pt x="67" y="1"/>
                  <a:pt x="67" y="2"/>
                </a:cubicBezTo>
                <a:cubicBezTo>
                  <a:pt x="67" y="9"/>
                  <a:pt x="67" y="9"/>
                  <a:pt x="67" y="9"/>
                </a:cubicBezTo>
                <a:cubicBezTo>
                  <a:pt x="67" y="25"/>
                  <a:pt x="67" y="25"/>
                  <a:pt x="67" y="25"/>
                </a:cubicBezTo>
                <a:cubicBezTo>
                  <a:pt x="75" y="25"/>
                  <a:pt x="75" y="25"/>
                  <a:pt x="75" y="25"/>
                </a:cubicBezTo>
                <a:cubicBezTo>
                  <a:pt x="76" y="25"/>
                  <a:pt x="78" y="27"/>
                  <a:pt x="78" y="28"/>
                </a:cubicBezTo>
                <a:cubicBezTo>
                  <a:pt x="78" y="29"/>
                  <a:pt x="77" y="29"/>
                  <a:pt x="77" y="3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23" name="Freeform 128"/>
          <p:cNvSpPr/>
          <p:nvPr/>
        </p:nvSpPr>
        <p:spPr>
          <a:xfrm>
            <a:off x="4452840" y="3532320"/>
            <a:ext cx="214560" cy="212760"/>
          </a:xfrm>
          <a:custGeom>
            <a:avLst/>
            <a:gdLst/>
            <a:ahLst/>
            <a:rect l="l" t="t" r="r" b="b"/>
            <a:pathLst>
              <a:path w="62" h="62">
                <a:moveTo>
                  <a:pt x="31" y="62"/>
                </a:moveTo>
                <a:cubicBezTo>
                  <a:pt x="22" y="62"/>
                  <a:pt x="13" y="58"/>
                  <a:pt x="8" y="51"/>
                </a:cubicBezTo>
                <a:cubicBezTo>
                  <a:pt x="7" y="50"/>
                  <a:pt x="7" y="50"/>
                  <a:pt x="8" y="49"/>
                </a:cubicBezTo>
                <a:cubicBezTo>
                  <a:pt x="13" y="44"/>
                  <a:pt x="13" y="44"/>
                  <a:pt x="13" y="44"/>
                </a:cubicBezTo>
                <a:cubicBezTo>
                  <a:pt x="13" y="44"/>
                  <a:pt x="14" y="43"/>
                  <a:pt x="14" y="43"/>
                </a:cubicBezTo>
                <a:cubicBezTo>
                  <a:pt x="15" y="43"/>
                  <a:pt x="15" y="44"/>
                  <a:pt x="15" y="44"/>
                </a:cubicBezTo>
                <a:cubicBezTo>
                  <a:pt x="19" y="49"/>
                  <a:pt x="25" y="52"/>
                  <a:pt x="31" y="52"/>
                </a:cubicBezTo>
                <a:cubicBezTo>
                  <a:pt x="43" y="52"/>
                  <a:pt x="52" y="43"/>
                  <a:pt x="52" y="31"/>
                </a:cubicBezTo>
                <a:cubicBezTo>
                  <a:pt x="52" y="20"/>
                  <a:pt x="43" y="11"/>
                  <a:pt x="31" y="11"/>
                </a:cubicBezTo>
                <a:cubicBezTo>
                  <a:pt x="26" y="11"/>
                  <a:pt x="21" y="13"/>
                  <a:pt x="17" y="16"/>
                </a:cubicBezTo>
                <a:cubicBezTo>
                  <a:pt x="23" y="22"/>
                  <a:pt x="23" y="22"/>
                  <a:pt x="23" y="22"/>
                </a:cubicBezTo>
                <a:cubicBezTo>
                  <a:pt x="24" y="23"/>
                  <a:pt x="24" y="24"/>
                  <a:pt x="23" y="25"/>
                </a:cubicBezTo>
                <a:cubicBezTo>
                  <a:pt x="23" y="26"/>
                  <a:pt x="22" y="26"/>
                  <a:pt x="21" y="26"/>
                </a:cubicBezTo>
                <a:cubicBezTo>
                  <a:pt x="3" y="26"/>
                  <a:pt x="3" y="26"/>
                  <a:pt x="3" y="26"/>
                </a:cubicBezTo>
                <a:cubicBezTo>
                  <a:pt x="2" y="26"/>
                  <a:pt x="0" y="25"/>
                  <a:pt x="0" y="24"/>
                </a:cubicBezTo>
                <a:cubicBezTo>
                  <a:pt x="0" y="6"/>
                  <a:pt x="0" y="6"/>
                  <a:pt x="0" y="6"/>
                </a:cubicBezTo>
                <a:cubicBezTo>
                  <a:pt x="0" y="5"/>
                  <a:pt x="1" y="4"/>
                  <a:pt x="2" y="3"/>
                </a:cubicBezTo>
                <a:cubicBezTo>
                  <a:pt x="3" y="3"/>
                  <a:pt x="4" y="3"/>
                  <a:pt x="5" y="4"/>
                </a:cubicBezTo>
                <a:cubicBezTo>
                  <a:pt x="10" y="9"/>
                  <a:pt x="10" y="9"/>
                  <a:pt x="10" y="9"/>
                </a:cubicBezTo>
                <a:cubicBezTo>
                  <a:pt x="16" y="4"/>
                  <a:pt x="23" y="0"/>
                  <a:pt x="31" y="0"/>
                </a:cubicBezTo>
                <a:cubicBezTo>
                  <a:pt x="48" y="0"/>
                  <a:pt x="62" y="14"/>
                  <a:pt x="62" y="31"/>
                </a:cubicBezTo>
                <a:cubicBezTo>
                  <a:pt x="62" y="48"/>
                  <a:pt x="48" y="62"/>
                  <a:pt x="31" y="6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24" name="Freeform 129"/>
          <p:cNvSpPr/>
          <p:nvPr/>
        </p:nvSpPr>
        <p:spPr>
          <a:xfrm>
            <a:off x="4948200" y="3532320"/>
            <a:ext cx="209520" cy="212760"/>
          </a:xfrm>
          <a:custGeom>
            <a:avLst/>
            <a:gdLst/>
            <a:ahLst/>
            <a:rect l="l" t="t" r="r" b="b"/>
            <a:pathLst>
              <a:path w="61" h="62">
                <a:moveTo>
                  <a:pt x="61" y="51"/>
                </a:moveTo>
                <a:cubicBezTo>
                  <a:pt x="61" y="57"/>
                  <a:pt x="56" y="62"/>
                  <a:pt x="50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5" y="62"/>
                  <a:pt x="0" y="57"/>
                  <a:pt x="0" y="51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6"/>
                  <a:pt x="5" y="0"/>
                  <a:pt x="11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6" y="0"/>
                  <a:pt x="61" y="6"/>
                  <a:pt x="61" y="12"/>
                </a:cubicBezTo>
                <a:lnTo>
                  <a:pt x="61" y="51"/>
                </a:lnTo>
                <a:close/>
                <a:moveTo>
                  <a:pt x="11" y="12"/>
                </a:moveTo>
                <a:cubicBezTo>
                  <a:pt x="11" y="12"/>
                  <a:pt x="11" y="12"/>
                  <a:pt x="10" y="12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8"/>
                  <a:pt x="10" y="18"/>
                  <a:pt x="10" y="18"/>
                </a:cubicBezTo>
                <a:cubicBezTo>
                  <a:pt x="10" y="19"/>
                  <a:pt x="11" y="20"/>
                  <a:pt x="11" y="20"/>
                </a:cubicBezTo>
                <a:cubicBezTo>
                  <a:pt x="28" y="20"/>
                  <a:pt x="42" y="34"/>
                  <a:pt x="42" y="51"/>
                </a:cubicBezTo>
                <a:cubicBezTo>
                  <a:pt x="42" y="51"/>
                  <a:pt x="43" y="52"/>
                  <a:pt x="43" y="52"/>
                </a:cubicBezTo>
                <a:cubicBezTo>
                  <a:pt x="49" y="52"/>
                  <a:pt x="49" y="52"/>
                  <a:pt x="49" y="52"/>
                </a:cubicBezTo>
                <a:cubicBezTo>
                  <a:pt x="49" y="52"/>
                  <a:pt x="49" y="52"/>
                  <a:pt x="49" y="51"/>
                </a:cubicBezTo>
                <a:cubicBezTo>
                  <a:pt x="50" y="51"/>
                  <a:pt x="50" y="51"/>
                  <a:pt x="50" y="51"/>
                </a:cubicBezTo>
                <a:cubicBezTo>
                  <a:pt x="49" y="30"/>
                  <a:pt x="32" y="13"/>
                  <a:pt x="11" y="12"/>
                </a:cubicBezTo>
                <a:close/>
                <a:moveTo>
                  <a:pt x="11" y="27"/>
                </a:moveTo>
                <a:cubicBezTo>
                  <a:pt x="11" y="27"/>
                  <a:pt x="11" y="28"/>
                  <a:pt x="10" y="28"/>
                </a:cubicBezTo>
                <a:cubicBezTo>
                  <a:pt x="10" y="28"/>
                  <a:pt x="10" y="28"/>
                  <a:pt x="10" y="29"/>
                </a:cubicBezTo>
                <a:cubicBezTo>
                  <a:pt x="10" y="34"/>
                  <a:pt x="10" y="34"/>
                  <a:pt x="10" y="34"/>
                </a:cubicBezTo>
                <a:cubicBezTo>
                  <a:pt x="10" y="35"/>
                  <a:pt x="11" y="35"/>
                  <a:pt x="11" y="35"/>
                </a:cubicBezTo>
                <a:cubicBezTo>
                  <a:pt x="19" y="36"/>
                  <a:pt x="26" y="42"/>
                  <a:pt x="27" y="51"/>
                </a:cubicBezTo>
                <a:cubicBezTo>
                  <a:pt x="27" y="51"/>
                  <a:pt x="27" y="52"/>
                  <a:pt x="28" y="52"/>
                </a:cubicBezTo>
                <a:cubicBezTo>
                  <a:pt x="33" y="52"/>
                  <a:pt x="33" y="52"/>
                  <a:pt x="33" y="52"/>
                </a:cubicBezTo>
                <a:cubicBezTo>
                  <a:pt x="33" y="52"/>
                  <a:pt x="34" y="52"/>
                  <a:pt x="34" y="51"/>
                </a:cubicBezTo>
                <a:cubicBezTo>
                  <a:pt x="34" y="51"/>
                  <a:pt x="34" y="51"/>
                  <a:pt x="34" y="50"/>
                </a:cubicBezTo>
                <a:cubicBezTo>
                  <a:pt x="34" y="38"/>
                  <a:pt x="24" y="28"/>
                  <a:pt x="11" y="27"/>
                </a:cubicBezTo>
                <a:close/>
                <a:moveTo>
                  <a:pt x="15" y="42"/>
                </a:moveTo>
                <a:cubicBezTo>
                  <a:pt x="12" y="42"/>
                  <a:pt x="10" y="44"/>
                  <a:pt x="10" y="47"/>
                </a:cubicBezTo>
                <a:cubicBezTo>
                  <a:pt x="10" y="50"/>
                  <a:pt x="12" y="52"/>
                  <a:pt x="15" y="52"/>
                </a:cubicBezTo>
                <a:cubicBezTo>
                  <a:pt x="18" y="52"/>
                  <a:pt x="20" y="50"/>
                  <a:pt x="20" y="47"/>
                </a:cubicBezTo>
                <a:cubicBezTo>
                  <a:pt x="20" y="44"/>
                  <a:pt x="18" y="42"/>
                  <a:pt x="15" y="4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25" name="Freeform 130"/>
          <p:cNvSpPr/>
          <p:nvPr/>
        </p:nvSpPr>
        <p:spPr>
          <a:xfrm>
            <a:off x="5443560" y="3532320"/>
            <a:ext cx="230040" cy="230040"/>
          </a:xfrm>
          <a:custGeom>
            <a:avLst/>
            <a:gdLst/>
            <a:ahLst/>
            <a:rect l="l" t="t" r="r" b="b"/>
            <a:pathLst>
              <a:path w="67" h="67">
                <a:moveTo>
                  <a:pt x="62" y="67"/>
                </a:moveTo>
                <a:cubicBezTo>
                  <a:pt x="61" y="67"/>
                  <a:pt x="59" y="67"/>
                  <a:pt x="59" y="66"/>
                </a:cubicBezTo>
                <a:cubicBezTo>
                  <a:pt x="45" y="52"/>
                  <a:pt x="45" y="52"/>
                  <a:pt x="45" y="52"/>
                </a:cubicBezTo>
                <a:cubicBezTo>
                  <a:pt x="40" y="55"/>
                  <a:pt x="34" y="57"/>
                  <a:pt x="29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13"/>
                  <a:pt x="13" y="0"/>
                  <a:pt x="29" y="0"/>
                </a:cubicBezTo>
                <a:cubicBezTo>
                  <a:pt x="44" y="0"/>
                  <a:pt x="57" y="13"/>
                  <a:pt x="57" y="29"/>
                </a:cubicBezTo>
                <a:cubicBezTo>
                  <a:pt x="57" y="34"/>
                  <a:pt x="55" y="40"/>
                  <a:pt x="52" y="45"/>
                </a:cubicBezTo>
                <a:cubicBezTo>
                  <a:pt x="66" y="59"/>
                  <a:pt x="66" y="59"/>
                  <a:pt x="66" y="59"/>
                </a:cubicBezTo>
                <a:cubicBezTo>
                  <a:pt x="67" y="59"/>
                  <a:pt x="67" y="61"/>
                  <a:pt x="67" y="62"/>
                </a:cubicBezTo>
                <a:cubicBezTo>
                  <a:pt x="67" y="65"/>
                  <a:pt x="65" y="67"/>
                  <a:pt x="62" y="67"/>
                </a:cubicBezTo>
                <a:close/>
                <a:moveTo>
                  <a:pt x="29" y="11"/>
                </a:moveTo>
                <a:cubicBezTo>
                  <a:pt x="19" y="11"/>
                  <a:pt x="11" y="19"/>
                  <a:pt x="11" y="29"/>
                </a:cubicBezTo>
                <a:cubicBezTo>
                  <a:pt x="11" y="39"/>
                  <a:pt x="19" y="47"/>
                  <a:pt x="29" y="47"/>
                </a:cubicBezTo>
                <a:cubicBezTo>
                  <a:pt x="39" y="47"/>
                  <a:pt x="47" y="39"/>
                  <a:pt x="47" y="29"/>
                </a:cubicBezTo>
                <a:cubicBezTo>
                  <a:pt x="47" y="19"/>
                  <a:pt x="39" y="11"/>
                  <a:pt x="29" y="11"/>
                </a:cubicBezTo>
                <a:close/>
                <a:moveTo>
                  <a:pt x="42" y="30"/>
                </a:moveTo>
                <a:cubicBezTo>
                  <a:pt x="42" y="31"/>
                  <a:pt x="41" y="31"/>
                  <a:pt x="40" y="31"/>
                </a:cubicBezTo>
                <a:cubicBezTo>
                  <a:pt x="31" y="31"/>
                  <a:pt x="31" y="31"/>
                  <a:pt x="31" y="31"/>
                </a:cubicBezTo>
                <a:cubicBezTo>
                  <a:pt x="31" y="40"/>
                  <a:pt x="31" y="40"/>
                  <a:pt x="31" y="40"/>
                </a:cubicBezTo>
                <a:cubicBezTo>
                  <a:pt x="31" y="41"/>
                  <a:pt x="31" y="42"/>
                  <a:pt x="30" y="42"/>
                </a:cubicBezTo>
                <a:cubicBezTo>
                  <a:pt x="27" y="42"/>
                  <a:pt x="27" y="42"/>
                  <a:pt x="27" y="42"/>
                </a:cubicBezTo>
                <a:cubicBezTo>
                  <a:pt x="27" y="42"/>
                  <a:pt x="26" y="41"/>
                  <a:pt x="26" y="40"/>
                </a:cubicBezTo>
                <a:cubicBezTo>
                  <a:pt x="26" y="31"/>
                  <a:pt x="26" y="31"/>
                  <a:pt x="26" y="31"/>
                </a:cubicBezTo>
                <a:cubicBezTo>
                  <a:pt x="17" y="31"/>
                  <a:pt x="17" y="31"/>
                  <a:pt x="17" y="31"/>
                </a:cubicBezTo>
                <a:cubicBezTo>
                  <a:pt x="17" y="31"/>
                  <a:pt x="16" y="31"/>
                  <a:pt x="16" y="30"/>
                </a:cubicBezTo>
                <a:cubicBezTo>
                  <a:pt x="16" y="27"/>
                  <a:pt x="16" y="27"/>
                  <a:pt x="16" y="27"/>
                </a:cubicBezTo>
                <a:cubicBezTo>
                  <a:pt x="16" y="27"/>
                  <a:pt x="17" y="26"/>
                  <a:pt x="17" y="26"/>
                </a:cubicBezTo>
                <a:cubicBezTo>
                  <a:pt x="26" y="26"/>
                  <a:pt x="26" y="26"/>
                  <a:pt x="26" y="26"/>
                </a:cubicBezTo>
                <a:cubicBezTo>
                  <a:pt x="26" y="17"/>
                  <a:pt x="26" y="17"/>
                  <a:pt x="26" y="17"/>
                </a:cubicBezTo>
                <a:cubicBezTo>
                  <a:pt x="26" y="16"/>
                  <a:pt x="27" y="16"/>
                  <a:pt x="27" y="16"/>
                </a:cubicBezTo>
                <a:cubicBezTo>
                  <a:pt x="30" y="16"/>
                  <a:pt x="30" y="16"/>
                  <a:pt x="30" y="16"/>
                </a:cubicBezTo>
                <a:cubicBezTo>
                  <a:pt x="31" y="16"/>
                  <a:pt x="31" y="16"/>
                  <a:pt x="31" y="17"/>
                </a:cubicBezTo>
                <a:cubicBezTo>
                  <a:pt x="31" y="26"/>
                  <a:pt x="31" y="26"/>
                  <a:pt x="31" y="26"/>
                </a:cubicBezTo>
                <a:cubicBezTo>
                  <a:pt x="40" y="26"/>
                  <a:pt x="40" y="26"/>
                  <a:pt x="40" y="26"/>
                </a:cubicBezTo>
                <a:cubicBezTo>
                  <a:pt x="41" y="26"/>
                  <a:pt x="42" y="27"/>
                  <a:pt x="42" y="27"/>
                </a:cubicBezTo>
                <a:lnTo>
                  <a:pt x="42" y="3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26" name="Freeform 131"/>
          <p:cNvSpPr/>
          <p:nvPr/>
        </p:nvSpPr>
        <p:spPr>
          <a:xfrm>
            <a:off x="5937120" y="3532320"/>
            <a:ext cx="209520" cy="212760"/>
          </a:xfrm>
          <a:custGeom>
            <a:avLst/>
            <a:gdLst/>
            <a:ahLst/>
            <a:rect l="l" t="t" r="r" b="b"/>
            <a:pathLst>
              <a:path w="61" h="62">
                <a:moveTo>
                  <a:pt x="61" y="49"/>
                </a:moveTo>
                <a:cubicBezTo>
                  <a:pt x="61" y="56"/>
                  <a:pt x="56" y="62"/>
                  <a:pt x="49" y="62"/>
                </a:cubicBezTo>
                <a:cubicBezTo>
                  <a:pt x="41" y="62"/>
                  <a:pt x="36" y="56"/>
                  <a:pt x="36" y="49"/>
                </a:cubicBezTo>
                <a:cubicBezTo>
                  <a:pt x="36" y="49"/>
                  <a:pt x="36" y="48"/>
                  <a:pt x="36" y="48"/>
                </a:cubicBezTo>
                <a:cubicBezTo>
                  <a:pt x="21" y="41"/>
                  <a:pt x="21" y="41"/>
                  <a:pt x="21" y="41"/>
                </a:cubicBezTo>
                <a:cubicBezTo>
                  <a:pt x="19" y="43"/>
                  <a:pt x="16" y="44"/>
                  <a:pt x="13" y="44"/>
                </a:cubicBezTo>
                <a:cubicBezTo>
                  <a:pt x="6" y="44"/>
                  <a:pt x="0" y="38"/>
                  <a:pt x="0" y="31"/>
                </a:cubicBezTo>
                <a:cubicBezTo>
                  <a:pt x="0" y="24"/>
                  <a:pt x="6" y="18"/>
                  <a:pt x="13" y="18"/>
                </a:cubicBezTo>
                <a:cubicBezTo>
                  <a:pt x="16" y="18"/>
                  <a:pt x="19" y="20"/>
                  <a:pt x="21" y="22"/>
                </a:cubicBezTo>
                <a:cubicBezTo>
                  <a:pt x="36" y="15"/>
                  <a:pt x="36" y="15"/>
                  <a:pt x="36" y="15"/>
                </a:cubicBezTo>
                <a:cubicBezTo>
                  <a:pt x="36" y="14"/>
                  <a:pt x="36" y="14"/>
                  <a:pt x="36" y="13"/>
                </a:cubicBezTo>
                <a:cubicBezTo>
                  <a:pt x="36" y="6"/>
                  <a:pt x="41" y="0"/>
                  <a:pt x="49" y="0"/>
                </a:cubicBezTo>
                <a:cubicBezTo>
                  <a:pt x="56" y="0"/>
                  <a:pt x="61" y="6"/>
                  <a:pt x="61" y="13"/>
                </a:cubicBezTo>
                <a:cubicBezTo>
                  <a:pt x="61" y="20"/>
                  <a:pt x="56" y="26"/>
                  <a:pt x="49" y="26"/>
                </a:cubicBezTo>
                <a:cubicBezTo>
                  <a:pt x="45" y="26"/>
                  <a:pt x="42" y="25"/>
                  <a:pt x="40" y="23"/>
                </a:cubicBezTo>
                <a:cubicBezTo>
                  <a:pt x="25" y="30"/>
                  <a:pt x="25" y="30"/>
                  <a:pt x="25" y="30"/>
                </a:cubicBezTo>
                <a:cubicBezTo>
                  <a:pt x="25" y="30"/>
                  <a:pt x="25" y="31"/>
                  <a:pt x="25" y="31"/>
                </a:cubicBezTo>
                <a:cubicBezTo>
                  <a:pt x="25" y="32"/>
                  <a:pt x="25" y="32"/>
                  <a:pt x="25" y="33"/>
                </a:cubicBezTo>
                <a:cubicBezTo>
                  <a:pt x="40" y="40"/>
                  <a:pt x="40" y="40"/>
                  <a:pt x="40" y="40"/>
                </a:cubicBezTo>
                <a:cubicBezTo>
                  <a:pt x="42" y="38"/>
                  <a:pt x="45" y="36"/>
                  <a:pt x="49" y="36"/>
                </a:cubicBezTo>
                <a:cubicBezTo>
                  <a:pt x="56" y="36"/>
                  <a:pt x="61" y="42"/>
                  <a:pt x="61" y="4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27" name="Freeform 132"/>
          <p:cNvSpPr/>
          <p:nvPr/>
        </p:nvSpPr>
        <p:spPr>
          <a:xfrm>
            <a:off x="6432480" y="3532320"/>
            <a:ext cx="189000" cy="195120"/>
          </a:xfrm>
          <a:custGeom>
            <a:avLst/>
            <a:gdLst/>
            <a:ahLst/>
            <a:rect l="l" t="t" r="r" b="b"/>
            <a:pathLst>
              <a:path w="55" h="57">
                <a:moveTo>
                  <a:pt x="40" y="40"/>
                </a:moveTo>
                <a:cubicBezTo>
                  <a:pt x="40" y="41"/>
                  <a:pt x="39" y="42"/>
                  <a:pt x="38" y="42"/>
                </a:cubicBezTo>
                <a:cubicBezTo>
                  <a:pt x="32" y="42"/>
                  <a:pt x="32" y="42"/>
                  <a:pt x="32" y="42"/>
                </a:cubicBezTo>
                <a:cubicBezTo>
                  <a:pt x="31" y="42"/>
                  <a:pt x="31" y="41"/>
                  <a:pt x="31" y="40"/>
                </a:cubicBezTo>
                <a:cubicBezTo>
                  <a:pt x="31" y="20"/>
                  <a:pt x="31" y="20"/>
                  <a:pt x="31" y="20"/>
                </a:cubicBezTo>
                <a:cubicBezTo>
                  <a:pt x="31" y="14"/>
                  <a:pt x="26" y="9"/>
                  <a:pt x="20" y="9"/>
                </a:cubicBezTo>
                <a:cubicBezTo>
                  <a:pt x="9" y="9"/>
                  <a:pt x="9" y="9"/>
                  <a:pt x="9" y="9"/>
                </a:cubicBezTo>
                <a:cubicBezTo>
                  <a:pt x="9" y="56"/>
                  <a:pt x="9" y="56"/>
                  <a:pt x="9" y="56"/>
                </a:cubicBezTo>
                <a:cubicBezTo>
                  <a:pt x="9" y="56"/>
                  <a:pt x="8" y="57"/>
                  <a:pt x="7" y="57"/>
                </a:cubicBezTo>
                <a:cubicBezTo>
                  <a:pt x="1" y="57"/>
                  <a:pt x="1" y="57"/>
                  <a:pt x="1" y="57"/>
                </a:cubicBezTo>
                <a:cubicBezTo>
                  <a:pt x="0" y="57"/>
                  <a:pt x="0" y="56"/>
                  <a:pt x="0" y="56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0" y="0"/>
                  <a:pt x="1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31" y="0"/>
                  <a:pt x="40" y="9"/>
                  <a:pt x="40" y="20"/>
                </a:cubicBezTo>
                <a:lnTo>
                  <a:pt x="40" y="40"/>
                </a:lnTo>
                <a:close/>
                <a:moveTo>
                  <a:pt x="55" y="37"/>
                </a:moveTo>
                <a:cubicBezTo>
                  <a:pt x="55" y="48"/>
                  <a:pt x="46" y="57"/>
                  <a:pt x="35" y="57"/>
                </a:cubicBezTo>
                <a:cubicBezTo>
                  <a:pt x="16" y="57"/>
                  <a:pt x="16" y="57"/>
                  <a:pt x="16" y="57"/>
                </a:cubicBezTo>
                <a:cubicBezTo>
                  <a:pt x="16" y="57"/>
                  <a:pt x="15" y="56"/>
                  <a:pt x="15" y="56"/>
                </a:cubicBezTo>
                <a:cubicBezTo>
                  <a:pt x="15" y="17"/>
                  <a:pt x="15" y="17"/>
                  <a:pt x="15" y="17"/>
                </a:cubicBezTo>
                <a:cubicBezTo>
                  <a:pt x="15" y="16"/>
                  <a:pt x="16" y="16"/>
                  <a:pt x="16" y="16"/>
                </a:cubicBezTo>
                <a:cubicBezTo>
                  <a:pt x="23" y="16"/>
                  <a:pt x="23" y="16"/>
                  <a:pt x="23" y="16"/>
                </a:cubicBezTo>
                <a:cubicBezTo>
                  <a:pt x="24" y="16"/>
                  <a:pt x="24" y="16"/>
                  <a:pt x="24" y="17"/>
                </a:cubicBezTo>
                <a:cubicBezTo>
                  <a:pt x="24" y="48"/>
                  <a:pt x="24" y="48"/>
                  <a:pt x="24" y="48"/>
                </a:cubicBezTo>
                <a:cubicBezTo>
                  <a:pt x="35" y="48"/>
                  <a:pt x="35" y="48"/>
                  <a:pt x="35" y="48"/>
                </a:cubicBezTo>
                <a:cubicBezTo>
                  <a:pt x="41" y="48"/>
                  <a:pt x="46" y="43"/>
                  <a:pt x="46" y="37"/>
                </a:cubicBezTo>
                <a:cubicBezTo>
                  <a:pt x="46" y="2"/>
                  <a:pt x="46" y="2"/>
                  <a:pt x="46" y="2"/>
                </a:cubicBezTo>
                <a:cubicBezTo>
                  <a:pt x="46" y="1"/>
                  <a:pt x="47" y="0"/>
                  <a:pt x="47" y="0"/>
                </a:cubicBezTo>
                <a:cubicBezTo>
                  <a:pt x="54" y="0"/>
                  <a:pt x="54" y="0"/>
                  <a:pt x="54" y="0"/>
                </a:cubicBezTo>
                <a:cubicBezTo>
                  <a:pt x="54" y="0"/>
                  <a:pt x="55" y="1"/>
                  <a:pt x="55" y="2"/>
                </a:cubicBezTo>
                <a:lnTo>
                  <a:pt x="55" y="3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28" name="Freeform 133"/>
          <p:cNvSpPr/>
          <p:nvPr/>
        </p:nvSpPr>
        <p:spPr>
          <a:xfrm>
            <a:off x="6927840" y="3552840"/>
            <a:ext cx="212760" cy="174600"/>
          </a:xfrm>
          <a:custGeom>
            <a:avLst/>
            <a:gdLst/>
            <a:ahLst/>
            <a:rect l="l" t="t" r="r" b="b"/>
            <a:pathLst>
              <a:path w="62" h="51">
                <a:moveTo>
                  <a:pt x="47" y="27"/>
                </a:moveTo>
                <a:cubicBezTo>
                  <a:pt x="25" y="49"/>
                  <a:pt x="25" y="49"/>
                  <a:pt x="25" y="49"/>
                </a:cubicBezTo>
                <a:cubicBezTo>
                  <a:pt x="25" y="49"/>
                  <a:pt x="24" y="50"/>
                  <a:pt x="24" y="50"/>
                </a:cubicBezTo>
                <a:cubicBezTo>
                  <a:pt x="22" y="50"/>
                  <a:pt x="21" y="49"/>
                  <a:pt x="21" y="47"/>
                </a:cubicBezTo>
                <a:cubicBezTo>
                  <a:pt x="21" y="36"/>
                  <a:pt x="21" y="36"/>
                  <a:pt x="21" y="36"/>
                </a:cubicBezTo>
                <a:cubicBezTo>
                  <a:pt x="3" y="36"/>
                  <a:pt x="3" y="36"/>
                  <a:pt x="3" y="36"/>
                </a:cubicBezTo>
                <a:cubicBezTo>
                  <a:pt x="2" y="36"/>
                  <a:pt x="0" y="34"/>
                  <a:pt x="0" y="33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16"/>
                  <a:pt x="2" y="15"/>
                  <a:pt x="3" y="15"/>
                </a:cubicBezTo>
                <a:cubicBezTo>
                  <a:pt x="21" y="15"/>
                  <a:pt x="21" y="15"/>
                  <a:pt x="21" y="15"/>
                </a:cubicBezTo>
                <a:cubicBezTo>
                  <a:pt x="21" y="3"/>
                  <a:pt x="21" y="3"/>
                  <a:pt x="21" y="3"/>
                </a:cubicBezTo>
                <a:cubicBezTo>
                  <a:pt x="21" y="2"/>
                  <a:pt x="22" y="1"/>
                  <a:pt x="24" y="1"/>
                </a:cubicBezTo>
                <a:cubicBezTo>
                  <a:pt x="24" y="1"/>
                  <a:pt x="25" y="1"/>
                  <a:pt x="25" y="2"/>
                </a:cubicBezTo>
                <a:cubicBezTo>
                  <a:pt x="47" y="23"/>
                  <a:pt x="47" y="23"/>
                  <a:pt x="47" y="23"/>
                </a:cubicBezTo>
                <a:cubicBezTo>
                  <a:pt x="48" y="24"/>
                  <a:pt x="48" y="25"/>
                  <a:pt x="48" y="25"/>
                </a:cubicBezTo>
                <a:cubicBezTo>
                  <a:pt x="48" y="26"/>
                  <a:pt x="48" y="27"/>
                  <a:pt x="47" y="27"/>
                </a:cubicBezTo>
                <a:close/>
                <a:moveTo>
                  <a:pt x="62" y="39"/>
                </a:moveTo>
                <a:cubicBezTo>
                  <a:pt x="62" y="46"/>
                  <a:pt x="57" y="51"/>
                  <a:pt x="51" y="51"/>
                </a:cubicBezTo>
                <a:cubicBezTo>
                  <a:pt x="38" y="51"/>
                  <a:pt x="38" y="51"/>
                  <a:pt x="38" y="51"/>
                </a:cubicBezTo>
                <a:cubicBezTo>
                  <a:pt x="37" y="51"/>
                  <a:pt x="36" y="50"/>
                  <a:pt x="36" y="50"/>
                </a:cubicBezTo>
                <a:cubicBezTo>
                  <a:pt x="36" y="49"/>
                  <a:pt x="36" y="46"/>
                  <a:pt x="38" y="46"/>
                </a:cubicBezTo>
                <a:cubicBezTo>
                  <a:pt x="51" y="46"/>
                  <a:pt x="51" y="46"/>
                  <a:pt x="51" y="46"/>
                </a:cubicBezTo>
                <a:cubicBezTo>
                  <a:pt x="54" y="46"/>
                  <a:pt x="57" y="43"/>
                  <a:pt x="57" y="39"/>
                </a:cubicBezTo>
                <a:cubicBezTo>
                  <a:pt x="57" y="11"/>
                  <a:pt x="57" y="11"/>
                  <a:pt x="57" y="11"/>
                </a:cubicBezTo>
                <a:cubicBezTo>
                  <a:pt x="57" y="8"/>
                  <a:pt x="54" y="5"/>
                  <a:pt x="51" y="5"/>
                </a:cubicBezTo>
                <a:cubicBezTo>
                  <a:pt x="39" y="5"/>
                  <a:pt x="39" y="5"/>
                  <a:pt x="39" y="5"/>
                </a:cubicBezTo>
                <a:cubicBezTo>
                  <a:pt x="38" y="5"/>
                  <a:pt x="36" y="5"/>
                  <a:pt x="36" y="3"/>
                </a:cubicBezTo>
                <a:cubicBezTo>
                  <a:pt x="36" y="2"/>
                  <a:pt x="36" y="0"/>
                  <a:pt x="38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7" y="0"/>
                  <a:pt x="62" y="5"/>
                  <a:pt x="62" y="11"/>
                </a:cubicBezTo>
                <a:lnTo>
                  <a:pt x="62" y="3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29" name="Freeform 135"/>
          <p:cNvSpPr/>
          <p:nvPr/>
        </p:nvSpPr>
        <p:spPr>
          <a:xfrm>
            <a:off x="7916760" y="3532320"/>
            <a:ext cx="209520" cy="212760"/>
          </a:xfrm>
          <a:custGeom>
            <a:avLst/>
            <a:gdLst/>
            <a:ahLst/>
            <a:rect l="l" t="t" r="r" b="b"/>
            <a:pathLst>
              <a:path w="61" h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1" y="14"/>
                  <a:pt x="61" y="31"/>
                </a:cubicBezTo>
                <a:cubicBezTo>
                  <a:pt x="61" y="48"/>
                  <a:pt x="48" y="62"/>
                  <a:pt x="31" y="62"/>
                </a:cubicBezTo>
                <a:close/>
                <a:moveTo>
                  <a:pt x="31" y="6"/>
                </a:moveTo>
                <a:cubicBezTo>
                  <a:pt x="16" y="6"/>
                  <a:pt x="5" y="17"/>
                  <a:pt x="5" y="31"/>
                </a:cubicBezTo>
                <a:cubicBezTo>
                  <a:pt x="5" y="45"/>
                  <a:pt x="16" y="57"/>
                  <a:pt x="31" y="57"/>
                </a:cubicBezTo>
                <a:cubicBezTo>
                  <a:pt x="45" y="57"/>
                  <a:pt x="56" y="45"/>
                  <a:pt x="56" y="31"/>
                </a:cubicBezTo>
                <a:cubicBezTo>
                  <a:pt x="56" y="17"/>
                  <a:pt x="45" y="6"/>
                  <a:pt x="31" y="6"/>
                </a:cubicBezTo>
                <a:close/>
                <a:moveTo>
                  <a:pt x="20" y="26"/>
                </a:moveTo>
                <a:cubicBezTo>
                  <a:pt x="17" y="26"/>
                  <a:pt x="15" y="24"/>
                  <a:pt x="15" y="21"/>
                </a:cubicBezTo>
                <a:cubicBezTo>
                  <a:pt x="15" y="18"/>
                  <a:pt x="17" y="16"/>
                  <a:pt x="20" y="16"/>
                </a:cubicBezTo>
                <a:cubicBezTo>
                  <a:pt x="23" y="16"/>
                  <a:pt x="25" y="18"/>
                  <a:pt x="25" y="21"/>
                </a:cubicBezTo>
                <a:cubicBezTo>
                  <a:pt x="25" y="24"/>
                  <a:pt x="23" y="26"/>
                  <a:pt x="20" y="26"/>
                </a:cubicBezTo>
                <a:close/>
                <a:moveTo>
                  <a:pt x="31" y="49"/>
                </a:moveTo>
                <a:cubicBezTo>
                  <a:pt x="24" y="49"/>
                  <a:pt x="18" y="45"/>
                  <a:pt x="16" y="38"/>
                </a:cubicBezTo>
                <a:cubicBezTo>
                  <a:pt x="15" y="37"/>
                  <a:pt x="16" y="36"/>
                  <a:pt x="18" y="35"/>
                </a:cubicBezTo>
                <a:cubicBezTo>
                  <a:pt x="19" y="35"/>
                  <a:pt x="20" y="36"/>
                  <a:pt x="21" y="37"/>
                </a:cubicBezTo>
                <a:cubicBezTo>
                  <a:pt x="22" y="41"/>
                  <a:pt x="26" y="44"/>
                  <a:pt x="31" y="44"/>
                </a:cubicBezTo>
                <a:cubicBezTo>
                  <a:pt x="35" y="44"/>
                  <a:pt x="39" y="41"/>
                  <a:pt x="40" y="37"/>
                </a:cubicBezTo>
                <a:cubicBezTo>
                  <a:pt x="41" y="36"/>
                  <a:pt x="42" y="35"/>
                  <a:pt x="44" y="35"/>
                </a:cubicBezTo>
                <a:cubicBezTo>
                  <a:pt x="45" y="36"/>
                  <a:pt x="46" y="37"/>
                  <a:pt x="45" y="38"/>
                </a:cubicBezTo>
                <a:cubicBezTo>
                  <a:pt x="43" y="45"/>
                  <a:pt x="37" y="49"/>
                  <a:pt x="31" y="49"/>
                </a:cubicBezTo>
                <a:close/>
                <a:moveTo>
                  <a:pt x="41" y="26"/>
                </a:moveTo>
                <a:cubicBezTo>
                  <a:pt x="38" y="26"/>
                  <a:pt x="36" y="24"/>
                  <a:pt x="36" y="21"/>
                </a:cubicBezTo>
                <a:cubicBezTo>
                  <a:pt x="36" y="18"/>
                  <a:pt x="38" y="16"/>
                  <a:pt x="41" y="16"/>
                </a:cubicBezTo>
                <a:cubicBezTo>
                  <a:pt x="44" y="16"/>
                  <a:pt x="46" y="18"/>
                  <a:pt x="46" y="21"/>
                </a:cubicBezTo>
                <a:cubicBezTo>
                  <a:pt x="46" y="24"/>
                  <a:pt x="44" y="26"/>
                  <a:pt x="41" y="2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30" name="Freeform 136"/>
          <p:cNvSpPr/>
          <p:nvPr/>
        </p:nvSpPr>
        <p:spPr>
          <a:xfrm>
            <a:off x="8415360" y="3514680"/>
            <a:ext cx="223920" cy="247680"/>
          </a:xfrm>
          <a:custGeom>
            <a:avLst/>
            <a:gdLst/>
            <a:ahLst/>
            <a:rect l="l" t="t" r="r" b="b"/>
            <a:pathLst>
              <a:path w="65" h="72">
                <a:moveTo>
                  <a:pt x="28" y="59"/>
                </a:moveTo>
                <a:cubicBezTo>
                  <a:pt x="15" y="72"/>
                  <a:pt x="15" y="72"/>
                  <a:pt x="15" y="72"/>
                </a:cubicBezTo>
                <a:cubicBezTo>
                  <a:pt x="15" y="72"/>
                  <a:pt x="15" y="72"/>
                  <a:pt x="14" y="72"/>
                </a:cubicBezTo>
                <a:cubicBezTo>
                  <a:pt x="14" y="72"/>
                  <a:pt x="14" y="72"/>
                  <a:pt x="13" y="72"/>
                </a:cubicBezTo>
                <a:cubicBezTo>
                  <a:pt x="0" y="59"/>
                  <a:pt x="0" y="59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57"/>
                  <a:pt x="1" y="57"/>
                  <a:pt x="1" y="57"/>
                </a:cubicBezTo>
                <a:cubicBezTo>
                  <a:pt x="9" y="57"/>
                  <a:pt x="9" y="57"/>
                  <a:pt x="9" y="57"/>
                </a:cubicBezTo>
                <a:cubicBezTo>
                  <a:pt x="9" y="2"/>
                  <a:pt x="9" y="2"/>
                  <a:pt x="9" y="2"/>
                </a:cubicBezTo>
                <a:cubicBezTo>
                  <a:pt x="9" y="1"/>
                  <a:pt x="10" y="0"/>
                  <a:pt x="10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9" y="0"/>
                  <a:pt x="19" y="1"/>
                  <a:pt x="19" y="2"/>
                </a:cubicBezTo>
                <a:cubicBezTo>
                  <a:pt x="19" y="57"/>
                  <a:pt x="19" y="57"/>
                  <a:pt x="19" y="57"/>
                </a:cubicBezTo>
                <a:cubicBezTo>
                  <a:pt x="27" y="57"/>
                  <a:pt x="27" y="57"/>
                  <a:pt x="27" y="57"/>
                </a:cubicBezTo>
                <a:cubicBezTo>
                  <a:pt x="28" y="57"/>
                  <a:pt x="28" y="57"/>
                  <a:pt x="28" y="58"/>
                </a:cubicBezTo>
                <a:cubicBezTo>
                  <a:pt x="28" y="59"/>
                  <a:pt x="28" y="59"/>
                  <a:pt x="28" y="59"/>
                </a:cubicBezTo>
                <a:close/>
                <a:moveTo>
                  <a:pt x="65" y="72"/>
                </a:moveTo>
                <a:cubicBezTo>
                  <a:pt x="54" y="72"/>
                  <a:pt x="54" y="72"/>
                  <a:pt x="54" y="72"/>
                </a:cubicBezTo>
                <a:cubicBezTo>
                  <a:pt x="54" y="68"/>
                  <a:pt x="54" y="68"/>
                  <a:pt x="54" y="68"/>
                </a:cubicBezTo>
                <a:cubicBezTo>
                  <a:pt x="57" y="68"/>
                  <a:pt x="57" y="68"/>
                  <a:pt x="57" y="68"/>
                </a:cubicBezTo>
                <a:cubicBezTo>
                  <a:pt x="55" y="62"/>
                  <a:pt x="55" y="62"/>
                  <a:pt x="55" y="62"/>
                </a:cubicBezTo>
                <a:cubicBezTo>
                  <a:pt x="45" y="62"/>
                  <a:pt x="45" y="62"/>
                  <a:pt x="45" y="62"/>
                </a:cubicBezTo>
                <a:cubicBezTo>
                  <a:pt x="43" y="68"/>
                  <a:pt x="43" y="68"/>
                  <a:pt x="43" y="68"/>
                </a:cubicBezTo>
                <a:cubicBezTo>
                  <a:pt x="46" y="68"/>
                  <a:pt x="46" y="68"/>
                  <a:pt x="46" y="68"/>
                </a:cubicBezTo>
                <a:cubicBezTo>
                  <a:pt x="46" y="72"/>
                  <a:pt x="46" y="72"/>
                  <a:pt x="46" y="72"/>
                </a:cubicBezTo>
                <a:cubicBezTo>
                  <a:pt x="35" y="72"/>
                  <a:pt x="35" y="72"/>
                  <a:pt x="35" y="72"/>
                </a:cubicBezTo>
                <a:cubicBezTo>
                  <a:pt x="35" y="68"/>
                  <a:pt x="35" y="68"/>
                  <a:pt x="35" y="68"/>
                </a:cubicBezTo>
                <a:cubicBezTo>
                  <a:pt x="38" y="68"/>
                  <a:pt x="38" y="68"/>
                  <a:pt x="38" y="68"/>
                </a:cubicBezTo>
                <a:cubicBezTo>
                  <a:pt x="47" y="41"/>
                  <a:pt x="47" y="41"/>
                  <a:pt x="47" y="41"/>
                </a:cubicBezTo>
                <a:cubicBezTo>
                  <a:pt x="53" y="41"/>
                  <a:pt x="53" y="41"/>
                  <a:pt x="53" y="41"/>
                </a:cubicBezTo>
                <a:cubicBezTo>
                  <a:pt x="63" y="68"/>
                  <a:pt x="63" y="68"/>
                  <a:pt x="63" y="68"/>
                </a:cubicBezTo>
                <a:cubicBezTo>
                  <a:pt x="65" y="68"/>
                  <a:pt x="65" y="68"/>
                  <a:pt x="65" y="68"/>
                </a:cubicBezTo>
                <a:lnTo>
                  <a:pt x="65" y="72"/>
                </a:lnTo>
                <a:close/>
                <a:moveTo>
                  <a:pt x="62" y="31"/>
                </a:moveTo>
                <a:cubicBezTo>
                  <a:pt x="38" y="31"/>
                  <a:pt x="38" y="31"/>
                  <a:pt x="38" y="31"/>
                </a:cubicBezTo>
                <a:cubicBezTo>
                  <a:pt x="38" y="28"/>
                  <a:pt x="38" y="28"/>
                  <a:pt x="38" y="28"/>
                </a:cubicBezTo>
                <a:cubicBezTo>
                  <a:pt x="53" y="6"/>
                  <a:pt x="53" y="6"/>
                  <a:pt x="53" y="6"/>
                </a:cubicBezTo>
                <a:cubicBezTo>
                  <a:pt x="54" y="6"/>
                  <a:pt x="54" y="5"/>
                  <a:pt x="54" y="5"/>
                </a:cubicBezTo>
                <a:cubicBezTo>
                  <a:pt x="55" y="5"/>
                  <a:pt x="55" y="5"/>
                  <a:pt x="55" y="5"/>
                </a:cubicBezTo>
                <a:cubicBezTo>
                  <a:pt x="55" y="5"/>
                  <a:pt x="55" y="5"/>
                  <a:pt x="55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4" y="5"/>
                  <a:pt x="53" y="5"/>
                  <a:pt x="53" y="5"/>
                </a:cubicBezTo>
                <a:cubicBezTo>
                  <a:pt x="43" y="5"/>
                  <a:pt x="43" y="5"/>
                  <a:pt x="43" y="5"/>
                </a:cubicBezTo>
                <a:cubicBezTo>
                  <a:pt x="43" y="10"/>
                  <a:pt x="43" y="10"/>
                  <a:pt x="43" y="10"/>
                </a:cubicBezTo>
                <a:cubicBezTo>
                  <a:pt x="39" y="10"/>
                  <a:pt x="39" y="10"/>
                  <a:pt x="39" y="10"/>
                </a:cubicBezTo>
                <a:cubicBezTo>
                  <a:pt x="39" y="0"/>
                  <a:pt x="39" y="0"/>
                  <a:pt x="39" y="0"/>
                </a:cubicBezTo>
                <a:cubicBezTo>
                  <a:pt x="61" y="0"/>
                  <a:pt x="61" y="0"/>
                  <a:pt x="61" y="0"/>
                </a:cubicBezTo>
                <a:cubicBezTo>
                  <a:pt x="61" y="4"/>
                  <a:pt x="61" y="4"/>
                  <a:pt x="61" y="4"/>
                </a:cubicBezTo>
                <a:cubicBezTo>
                  <a:pt x="47" y="25"/>
                  <a:pt x="47" y="25"/>
                  <a:pt x="47" y="25"/>
                </a:cubicBezTo>
                <a:cubicBezTo>
                  <a:pt x="46" y="26"/>
                  <a:pt x="46" y="26"/>
                  <a:pt x="46" y="26"/>
                </a:cubicBezTo>
                <a:cubicBezTo>
                  <a:pt x="45" y="27"/>
                  <a:pt x="45" y="27"/>
                  <a:pt x="45" y="27"/>
                </a:cubicBezTo>
                <a:cubicBezTo>
                  <a:pt x="45" y="27"/>
                  <a:pt x="45" y="27"/>
                  <a:pt x="45" y="27"/>
                </a:cubicBezTo>
                <a:cubicBezTo>
                  <a:pt x="46" y="27"/>
                  <a:pt x="46" y="27"/>
                  <a:pt x="46" y="27"/>
                </a:cubicBezTo>
                <a:cubicBezTo>
                  <a:pt x="46" y="27"/>
                  <a:pt x="47" y="27"/>
                  <a:pt x="47" y="27"/>
                </a:cubicBezTo>
                <a:cubicBezTo>
                  <a:pt x="57" y="27"/>
                  <a:pt x="57" y="27"/>
                  <a:pt x="57" y="27"/>
                </a:cubicBezTo>
                <a:cubicBezTo>
                  <a:pt x="57" y="22"/>
                  <a:pt x="57" y="22"/>
                  <a:pt x="57" y="22"/>
                </a:cubicBezTo>
                <a:cubicBezTo>
                  <a:pt x="62" y="22"/>
                  <a:pt x="62" y="22"/>
                  <a:pt x="62" y="22"/>
                </a:cubicBezTo>
                <a:lnTo>
                  <a:pt x="62" y="31"/>
                </a:lnTo>
                <a:close/>
                <a:moveTo>
                  <a:pt x="54" y="58"/>
                </a:moveTo>
                <a:cubicBezTo>
                  <a:pt x="51" y="49"/>
                  <a:pt x="51" y="49"/>
                  <a:pt x="51" y="49"/>
                </a:cubicBezTo>
                <a:cubicBezTo>
                  <a:pt x="50" y="47"/>
                  <a:pt x="50" y="47"/>
                  <a:pt x="50" y="47"/>
                </a:cubicBezTo>
                <a:cubicBezTo>
                  <a:pt x="50" y="47"/>
                  <a:pt x="50" y="47"/>
                  <a:pt x="50" y="46"/>
                </a:cubicBezTo>
                <a:cubicBezTo>
                  <a:pt x="50" y="46"/>
                  <a:pt x="50" y="46"/>
                  <a:pt x="50" y="46"/>
                </a:cubicBezTo>
                <a:cubicBezTo>
                  <a:pt x="50" y="47"/>
                  <a:pt x="50" y="47"/>
                  <a:pt x="50" y="47"/>
                </a:cubicBezTo>
                <a:cubicBezTo>
                  <a:pt x="50" y="48"/>
                  <a:pt x="50" y="48"/>
                  <a:pt x="50" y="49"/>
                </a:cubicBezTo>
                <a:cubicBezTo>
                  <a:pt x="47" y="58"/>
                  <a:pt x="47" y="58"/>
                  <a:pt x="47" y="58"/>
                </a:cubicBezTo>
                <a:lnTo>
                  <a:pt x="54" y="5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31" name="Freeform 137"/>
          <p:cNvSpPr/>
          <p:nvPr/>
        </p:nvSpPr>
        <p:spPr>
          <a:xfrm>
            <a:off x="8839080" y="3541680"/>
            <a:ext cx="144720" cy="79560"/>
          </a:xfrm>
          <a:custGeom>
            <a:avLst/>
            <a:gdLst/>
            <a:ahLst/>
            <a:rect l="l" t="t" r="r" b="b"/>
            <a:pathLst>
              <a:path w="42" h="23">
                <a:moveTo>
                  <a:pt x="39" y="23"/>
                </a:moveTo>
                <a:cubicBezTo>
                  <a:pt x="3" y="23"/>
                  <a:pt x="3" y="23"/>
                  <a:pt x="3" y="23"/>
                </a:cubicBezTo>
                <a:cubicBezTo>
                  <a:pt x="2" y="23"/>
                  <a:pt x="0" y="22"/>
                  <a:pt x="0" y="21"/>
                </a:cubicBezTo>
                <a:cubicBezTo>
                  <a:pt x="0" y="20"/>
                  <a:pt x="1" y="19"/>
                  <a:pt x="1" y="19"/>
                </a:cubicBezTo>
                <a:cubicBezTo>
                  <a:pt x="19" y="1"/>
                  <a:pt x="19" y="1"/>
                  <a:pt x="19" y="1"/>
                </a:cubicBezTo>
                <a:cubicBezTo>
                  <a:pt x="20" y="0"/>
                  <a:pt x="20" y="0"/>
                  <a:pt x="21" y="0"/>
                </a:cubicBezTo>
                <a:cubicBezTo>
                  <a:pt x="22" y="0"/>
                  <a:pt x="22" y="0"/>
                  <a:pt x="23" y="1"/>
                </a:cubicBezTo>
                <a:cubicBezTo>
                  <a:pt x="41" y="19"/>
                  <a:pt x="41" y="19"/>
                  <a:pt x="41" y="19"/>
                </a:cubicBezTo>
                <a:cubicBezTo>
                  <a:pt x="41" y="19"/>
                  <a:pt x="42" y="20"/>
                  <a:pt x="42" y="21"/>
                </a:cubicBezTo>
                <a:cubicBezTo>
                  <a:pt x="42" y="22"/>
                  <a:pt x="40" y="23"/>
                  <a:pt x="39" y="2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32" name="Freeform 138"/>
          <p:cNvSpPr/>
          <p:nvPr/>
        </p:nvSpPr>
        <p:spPr>
          <a:xfrm>
            <a:off x="65160" y="3927600"/>
            <a:ext cx="141120" cy="79200"/>
          </a:xfrm>
          <a:custGeom>
            <a:avLst/>
            <a:gdLst/>
            <a:ahLst/>
            <a:rect l="l" t="t" r="r" b="b"/>
            <a:pathLst>
              <a:path w="41" h="23">
                <a:moveTo>
                  <a:pt x="38" y="23"/>
                </a:moveTo>
                <a:cubicBezTo>
                  <a:pt x="2" y="23"/>
                  <a:pt x="2" y="23"/>
                  <a:pt x="2" y="23"/>
                </a:cubicBezTo>
                <a:cubicBezTo>
                  <a:pt x="1" y="23"/>
                  <a:pt x="0" y="22"/>
                  <a:pt x="0" y="21"/>
                </a:cubicBezTo>
                <a:cubicBezTo>
                  <a:pt x="0" y="20"/>
                  <a:pt x="0" y="19"/>
                  <a:pt x="1" y="19"/>
                </a:cubicBezTo>
                <a:cubicBezTo>
                  <a:pt x="19" y="1"/>
                  <a:pt x="19" y="1"/>
                  <a:pt x="19" y="1"/>
                </a:cubicBezTo>
                <a:cubicBezTo>
                  <a:pt x="19" y="0"/>
                  <a:pt x="20" y="0"/>
                  <a:pt x="20" y="0"/>
                </a:cubicBezTo>
                <a:cubicBezTo>
                  <a:pt x="21" y="0"/>
                  <a:pt x="22" y="0"/>
                  <a:pt x="22" y="1"/>
                </a:cubicBezTo>
                <a:cubicBezTo>
                  <a:pt x="40" y="19"/>
                  <a:pt x="40" y="19"/>
                  <a:pt x="40" y="19"/>
                </a:cubicBezTo>
                <a:cubicBezTo>
                  <a:pt x="41" y="19"/>
                  <a:pt x="41" y="20"/>
                  <a:pt x="41" y="21"/>
                </a:cubicBezTo>
                <a:cubicBezTo>
                  <a:pt x="41" y="22"/>
                  <a:pt x="40" y="23"/>
                  <a:pt x="38" y="2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400" bIns="324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33" name="Freeform 139"/>
          <p:cNvSpPr/>
          <p:nvPr/>
        </p:nvSpPr>
        <p:spPr>
          <a:xfrm>
            <a:off x="498600" y="3938760"/>
            <a:ext cx="168120" cy="209520"/>
          </a:xfrm>
          <a:custGeom>
            <a:avLst/>
            <a:gdLst/>
            <a:ahLst/>
            <a:rect l="l" t="t" r="r" b="b"/>
            <a:pathLst>
              <a:path w="49" h="61">
                <a:moveTo>
                  <a:pt x="49" y="10"/>
                </a:moveTo>
                <a:cubicBezTo>
                  <a:pt x="0" y="10"/>
                  <a:pt x="0" y="10"/>
                  <a:pt x="0" y="10"/>
                </a:cubicBezTo>
                <a:cubicBezTo>
                  <a:pt x="0" y="8"/>
                  <a:pt x="0" y="8"/>
                  <a:pt x="0" y="8"/>
                </a:cubicBezTo>
                <a:cubicBezTo>
                  <a:pt x="0" y="3"/>
                  <a:pt x="3" y="0"/>
                  <a:pt x="7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46" y="0"/>
                  <a:pt x="49" y="3"/>
                  <a:pt x="49" y="8"/>
                </a:cubicBezTo>
                <a:lnTo>
                  <a:pt x="49" y="10"/>
                </a:lnTo>
                <a:close/>
                <a:moveTo>
                  <a:pt x="49" y="24"/>
                </a:moveTo>
                <a:cubicBezTo>
                  <a:pt x="0" y="24"/>
                  <a:pt x="0" y="24"/>
                  <a:pt x="0" y="24"/>
                </a:cubicBezTo>
                <a:cubicBezTo>
                  <a:pt x="0" y="13"/>
                  <a:pt x="0" y="13"/>
                  <a:pt x="0" y="13"/>
                </a:cubicBezTo>
                <a:cubicBezTo>
                  <a:pt x="49" y="13"/>
                  <a:pt x="49" y="13"/>
                  <a:pt x="49" y="13"/>
                </a:cubicBezTo>
                <a:lnTo>
                  <a:pt x="49" y="24"/>
                </a:lnTo>
                <a:close/>
                <a:moveTo>
                  <a:pt x="49" y="37"/>
                </a:moveTo>
                <a:cubicBezTo>
                  <a:pt x="0" y="37"/>
                  <a:pt x="0" y="37"/>
                  <a:pt x="0" y="37"/>
                </a:cubicBezTo>
                <a:cubicBezTo>
                  <a:pt x="0" y="27"/>
                  <a:pt x="0" y="27"/>
                  <a:pt x="0" y="27"/>
                </a:cubicBezTo>
                <a:cubicBezTo>
                  <a:pt x="49" y="27"/>
                  <a:pt x="49" y="27"/>
                  <a:pt x="49" y="27"/>
                </a:cubicBezTo>
                <a:lnTo>
                  <a:pt x="49" y="37"/>
                </a:lnTo>
                <a:close/>
                <a:moveTo>
                  <a:pt x="49" y="42"/>
                </a:moveTo>
                <a:cubicBezTo>
                  <a:pt x="49" y="47"/>
                  <a:pt x="46" y="50"/>
                  <a:pt x="41" y="50"/>
                </a:cubicBezTo>
                <a:cubicBezTo>
                  <a:pt x="39" y="50"/>
                  <a:pt x="39" y="50"/>
                  <a:pt x="39" y="50"/>
                </a:cubicBezTo>
                <a:cubicBezTo>
                  <a:pt x="29" y="61"/>
                  <a:pt x="29" y="61"/>
                  <a:pt x="29" y="61"/>
                </a:cubicBezTo>
                <a:cubicBezTo>
                  <a:pt x="29" y="50"/>
                  <a:pt x="29" y="50"/>
                  <a:pt x="29" y="50"/>
                </a:cubicBezTo>
                <a:cubicBezTo>
                  <a:pt x="7" y="50"/>
                  <a:pt x="7" y="50"/>
                  <a:pt x="7" y="50"/>
                </a:cubicBezTo>
                <a:cubicBezTo>
                  <a:pt x="3" y="50"/>
                  <a:pt x="0" y="47"/>
                  <a:pt x="0" y="42"/>
                </a:cubicBezTo>
                <a:cubicBezTo>
                  <a:pt x="0" y="40"/>
                  <a:pt x="0" y="40"/>
                  <a:pt x="0" y="40"/>
                </a:cubicBezTo>
                <a:cubicBezTo>
                  <a:pt x="49" y="40"/>
                  <a:pt x="49" y="40"/>
                  <a:pt x="49" y="40"/>
                </a:cubicBezTo>
                <a:lnTo>
                  <a:pt x="49" y="4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34" name="Freeform 140"/>
          <p:cNvSpPr/>
          <p:nvPr/>
        </p:nvSpPr>
        <p:spPr>
          <a:xfrm>
            <a:off x="988920" y="3917880"/>
            <a:ext cx="247680" cy="212760"/>
          </a:xfrm>
          <a:custGeom>
            <a:avLst/>
            <a:gdLst/>
            <a:ahLst/>
            <a:rect l="l" t="t" r="r" b="b"/>
            <a:pathLst>
              <a:path w="72" h="62">
                <a:moveTo>
                  <a:pt x="53" y="37"/>
                </a:moveTo>
                <a:cubicBezTo>
                  <a:pt x="36" y="50"/>
                  <a:pt x="36" y="50"/>
                  <a:pt x="36" y="50"/>
                </a:cubicBezTo>
                <a:cubicBezTo>
                  <a:pt x="35" y="57"/>
                  <a:pt x="29" y="62"/>
                  <a:pt x="22" y="62"/>
                </a:cubicBezTo>
                <a:cubicBezTo>
                  <a:pt x="16" y="62"/>
                  <a:pt x="10" y="58"/>
                  <a:pt x="9" y="51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30"/>
                  <a:pt x="0" y="30"/>
                  <a:pt x="0" y="30"/>
                </a:cubicBezTo>
                <a:cubicBezTo>
                  <a:pt x="15" y="37"/>
                  <a:pt x="15" y="37"/>
                  <a:pt x="15" y="37"/>
                </a:cubicBezTo>
                <a:cubicBezTo>
                  <a:pt x="17" y="36"/>
                  <a:pt x="20" y="35"/>
                  <a:pt x="22" y="35"/>
                </a:cubicBezTo>
                <a:cubicBezTo>
                  <a:pt x="23" y="35"/>
                  <a:pt x="23" y="35"/>
                  <a:pt x="24" y="35"/>
                </a:cubicBezTo>
                <a:cubicBezTo>
                  <a:pt x="35" y="19"/>
                  <a:pt x="35" y="19"/>
                  <a:pt x="35" y="19"/>
                </a:cubicBezTo>
                <a:cubicBezTo>
                  <a:pt x="35" y="9"/>
                  <a:pt x="43" y="0"/>
                  <a:pt x="53" y="0"/>
                </a:cubicBezTo>
                <a:cubicBezTo>
                  <a:pt x="64" y="0"/>
                  <a:pt x="72" y="9"/>
                  <a:pt x="72" y="19"/>
                </a:cubicBezTo>
                <a:cubicBezTo>
                  <a:pt x="72" y="29"/>
                  <a:pt x="64" y="37"/>
                  <a:pt x="53" y="37"/>
                </a:cubicBezTo>
                <a:close/>
                <a:moveTo>
                  <a:pt x="22" y="38"/>
                </a:moveTo>
                <a:cubicBezTo>
                  <a:pt x="22" y="38"/>
                  <a:pt x="21" y="39"/>
                  <a:pt x="20" y="39"/>
                </a:cubicBezTo>
                <a:cubicBezTo>
                  <a:pt x="24" y="40"/>
                  <a:pt x="24" y="40"/>
                  <a:pt x="24" y="40"/>
                </a:cubicBezTo>
                <a:cubicBezTo>
                  <a:pt x="28" y="42"/>
                  <a:pt x="30" y="47"/>
                  <a:pt x="29" y="51"/>
                </a:cubicBezTo>
                <a:cubicBezTo>
                  <a:pt x="27" y="55"/>
                  <a:pt x="22" y="57"/>
                  <a:pt x="18" y="55"/>
                </a:cubicBezTo>
                <a:cubicBezTo>
                  <a:pt x="17" y="55"/>
                  <a:pt x="15" y="54"/>
                  <a:pt x="13" y="53"/>
                </a:cubicBezTo>
                <a:cubicBezTo>
                  <a:pt x="15" y="56"/>
                  <a:pt x="18" y="59"/>
                  <a:pt x="22" y="59"/>
                </a:cubicBezTo>
                <a:cubicBezTo>
                  <a:pt x="28" y="59"/>
                  <a:pt x="32" y="54"/>
                  <a:pt x="32" y="48"/>
                </a:cubicBezTo>
                <a:cubicBezTo>
                  <a:pt x="32" y="43"/>
                  <a:pt x="28" y="38"/>
                  <a:pt x="22" y="38"/>
                </a:cubicBezTo>
                <a:close/>
                <a:moveTo>
                  <a:pt x="53" y="6"/>
                </a:moveTo>
                <a:cubicBezTo>
                  <a:pt x="47" y="6"/>
                  <a:pt x="41" y="12"/>
                  <a:pt x="41" y="19"/>
                </a:cubicBezTo>
                <a:cubicBezTo>
                  <a:pt x="41" y="26"/>
                  <a:pt x="47" y="31"/>
                  <a:pt x="53" y="31"/>
                </a:cubicBezTo>
                <a:cubicBezTo>
                  <a:pt x="60" y="31"/>
                  <a:pt x="66" y="26"/>
                  <a:pt x="66" y="19"/>
                </a:cubicBezTo>
                <a:cubicBezTo>
                  <a:pt x="66" y="12"/>
                  <a:pt x="60" y="6"/>
                  <a:pt x="53" y="6"/>
                </a:cubicBezTo>
                <a:close/>
                <a:moveTo>
                  <a:pt x="53" y="28"/>
                </a:moveTo>
                <a:cubicBezTo>
                  <a:pt x="48" y="28"/>
                  <a:pt x="44" y="24"/>
                  <a:pt x="44" y="19"/>
                </a:cubicBezTo>
                <a:cubicBezTo>
                  <a:pt x="44" y="13"/>
                  <a:pt x="48" y="9"/>
                  <a:pt x="53" y="9"/>
                </a:cubicBezTo>
                <a:cubicBezTo>
                  <a:pt x="59" y="9"/>
                  <a:pt x="63" y="13"/>
                  <a:pt x="63" y="19"/>
                </a:cubicBezTo>
                <a:cubicBezTo>
                  <a:pt x="63" y="24"/>
                  <a:pt x="59" y="28"/>
                  <a:pt x="53" y="2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35" name="Freeform 141"/>
          <p:cNvSpPr/>
          <p:nvPr/>
        </p:nvSpPr>
        <p:spPr>
          <a:xfrm>
            <a:off x="1484280" y="3917880"/>
            <a:ext cx="196920" cy="212760"/>
          </a:xfrm>
          <a:custGeom>
            <a:avLst/>
            <a:gdLst/>
            <a:ahLst/>
            <a:rect l="l" t="t" r="r" b="b"/>
            <a:pathLst>
              <a:path w="57" h="62">
                <a:moveTo>
                  <a:pt x="52" y="31"/>
                </a:moveTo>
                <a:cubicBezTo>
                  <a:pt x="52" y="47"/>
                  <a:pt x="52" y="47"/>
                  <a:pt x="52" y="47"/>
                </a:cubicBezTo>
                <a:cubicBezTo>
                  <a:pt x="52" y="55"/>
                  <a:pt x="44" y="62"/>
                  <a:pt x="34" y="62"/>
                </a:cubicBezTo>
                <a:cubicBezTo>
                  <a:pt x="24" y="62"/>
                  <a:pt x="16" y="55"/>
                  <a:pt x="16" y="47"/>
                </a:cubicBezTo>
                <a:cubicBezTo>
                  <a:pt x="16" y="41"/>
                  <a:pt x="16" y="41"/>
                  <a:pt x="16" y="41"/>
                </a:cubicBezTo>
                <a:cubicBezTo>
                  <a:pt x="7" y="40"/>
                  <a:pt x="0" y="34"/>
                  <a:pt x="0" y="26"/>
                </a:cubicBezTo>
                <a:cubicBezTo>
                  <a:pt x="0" y="6"/>
                  <a:pt x="0" y="6"/>
                  <a:pt x="0" y="6"/>
                </a:cubicBezTo>
                <a:cubicBezTo>
                  <a:pt x="0" y="4"/>
                  <a:pt x="2" y="3"/>
                  <a:pt x="3" y="3"/>
                </a:cubicBezTo>
                <a:cubicBezTo>
                  <a:pt x="3" y="3"/>
                  <a:pt x="3" y="3"/>
                  <a:pt x="4" y="3"/>
                </a:cubicBezTo>
                <a:cubicBezTo>
                  <a:pt x="5" y="2"/>
                  <a:pt x="6" y="0"/>
                  <a:pt x="8" y="0"/>
                </a:cubicBezTo>
                <a:cubicBezTo>
                  <a:pt x="11" y="0"/>
                  <a:pt x="13" y="3"/>
                  <a:pt x="13" y="6"/>
                </a:cubicBezTo>
                <a:cubicBezTo>
                  <a:pt x="13" y="8"/>
                  <a:pt x="11" y="11"/>
                  <a:pt x="8" y="11"/>
                </a:cubicBezTo>
                <a:cubicBezTo>
                  <a:pt x="7" y="11"/>
                  <a:pt x="6" y="10"/>
                  <a:pt x="6" y="10"/>
                </a:cubicBezTo>
                <a:cubicBezTo>
                  <a:pt x="6" y="26"/>
                  <a:pt x="6" y="26"/>
                  <a:pt x="6" y="26"/>
                </a:cubicBezTo>
                <a:cubicBezTo>
                  <a:pt x="6" y="32"/>
                  <a:pt x="11" y="36"/>
                  <a:pt x="18" y="36"/>
                </a:cubicBezTo>
                <a:cubicBezTo>
                  <a:pt x="26" y="36"/>
                  <a:pt x="31" y="32"/>
                  <a:pt x="31" y="26"/>
                </a:cubicBezTo>
                <a:cubicBezTo>
                  <a:pt x="31" y="10"/>
                  <a:pt x="31" y="10"/>
                  <a:pt x="31" y="10"/>
                </a:cubicBezTo>
                <a:cubicBezTo>
                  <a:pt x="31" y="10"/>
                  <a:pt x="30" y="11"/>
                  <a:pt x="29" y="11"/>
                </a:cubicBezTo>
                <a:cubicBezTo>
                  <a:pt x="26" y="11"/>
                  <a:pt x="24" y="8"/>
                  <a:pt x="24" y="6"/>
                </a:cubicBezTo>
                <a:cubicBezTo>
                  <a:pt x="24" y="3"/>
                  <a:pt x="26" y="0"/>
                  <a:pt x="29" y="0"/>
                </a:cubicBezTo>
                <a:cubicBezTo>
                  <a:pt x="31" y="0"/>
                  <a:pt x="32" y="2"/>
                  <a:pt x="33" y="3"/>
                </a:cubicBezTo>
                <a:cubicBezTo>
                  <a:pt x="33" y="3"/>
                  <a:pt x="34" y="3"/>
                  <a:pt x="34" y="3"/>
                </a:cubicBezTo>
                <a:cubicBezTo>
                  <a:pt x="35" y="3"/>
                  <a:pt x="36" y="4"/>
                  <a:pt x="36" y="6"/>
                </a:cubicBezTo>
                <a:cubicBezTo>
                  <a:pt x="36" y="26"/>
                  <a:pt x="36" y="26"/>
                  <a:pt x="36" y="26"/>
                </a:cubicBezTo>
                <a:cubicBezTo>
                  <a:pt x="36" y="34"/>
                  <a:pt x="30" y="40"/>
                  <a:pt x="21" y="41"/>
                </a:cubicBezTo>
                <a:cubicBezTo>
                  <a:pt x="21" y="47"/>
                  <a:pt x="21" y="47"/>
                  <a:pt x="21" y="47"/>
                </a:cubicBezTo>
                <a:cubicBezTo>
                  <a:pt x="21" y="52"/>
                  <a:pt x="27" y="57"/>
                  <a:pt x="34" y="57"/>
                </a:cubicBezTo>
                <a:cubicBezTo>
                  <a:pt x="41" y="57"/>
                  <a:pt x="47" y="52"/>
                  <a:pt x="47" y="47"/>
                </a:cubicBezTo>
                <a:cubicBezTo>
                  <a:pt x="47" y="31"/>
                  <a:pt x="47" y="31"/>
                  <a:pt x="47" y="31"/>
                </a:cubicBezTo>
                <a:cubicBezTo>
                  <a:pt x="44" y="30"/>
                  <a:pt x="42" y="27"/>
                  <a:pt x="42" y="24"/>
                </a:cubicBezTo>
                <a:cubicBezTo>
                  <a:pt x="42" y="19"/>
                  <a:pt x="45" y="16"/>
                  <a:pt x="49" y="16"/>
                </a:cubicBezTo>
                <a:cubicBezTo>
                  <a:pt x="54" y="16"/>
                  <a:pt x="57" y="19"/>
                  <a:pt x="57" y="24"/>
                </a:cubicBezTo>
                <a:cubicBezTo>
                  <a:pt x="57" y="27"/>
                  <a:pt x="55" y="30"/>
                  <a:pt x="52" y="31"/>
                </a:cubicBezTo>
                <a:close/>
                <a:moveTo>
                  <a:pt x="49" y="21"/>
                </a:moveTo>
                <a:cubicBezTo>
                  <a:pt x="48" y="21"/>
                  <a:pt x="47" y="22"/>
                  <a:pt x="47" y="24"/>
                </a:cubicBezTo>
                <a:cubicBezTo>
                  <a:pt x="47" y="25"/>
                  <a:pt x="48" y="26"/>
                  <a:pt x="49" y="26"/>
                </a:cubicBezTo>
                <a:cubicBezTo>
                  <a:pt x="51" y="26"/>
                  <a:pt x="52" y="25"/>
                  <a:pt x="52" y="24"/>
                </a:cubicBezTo>
                <a:cubicBezTo>
                  <a:pt x="52" y="22"/>
                  <a:pt x="51" y="21"/>
                  <a:pt x="49" y="2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36" name="Freeform 142"/>
          <p:cNvSpPr/>
          <p:nvPr/>
        </p:nvSpPr>
        <p:spPr>
          <a:xfrm>
            <a:off x="1979640" y="3917880"/>
            <a:ext cx="209520" cy="212760"/>
          </a:xfrm>
          <a:custGeom>
            <a:avLst/>
            <a:gdLst/>
            <a:ahLst/>
            <a:rect l="l" t="t" r="r" b="b"/>
            <a:pathLst>
              <a:path w="61" h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1" y="14"/>
                  <a:pt x="61" y="31"/>
                </a:cubicBezTo>
                <a:cubicBezTo>
                  <a:pt x="61" y="48"/>
                  <a:pt x="48" y="62"/>
                  <a:pt x="31" y="62"/>
                </a:cubicBezTo>
                <a:close/>
                <a:moveTo>
                  <a:pt x="38" y="28"/>
                </a:moveTo>
                <a:cubicBezTo>
                  <a:pt x="38" y="25"/>
                  <a:pt x="38" y="25"/>
                  <a:pt x="38" y="25"/>
                </a:cubicBezTo>
                <a:cubicBezTo>
                  <a:pt x="38" y="21"/>
                  <a:pt x="35" y="18"/>
                  <a:pt x="30" y="18"/>
                </a:cubicBezTo>
                <a:cubicBezTo>
                  <a:pt x="26" y="18"/>
                  <a:pt x="22" y="21"/>
                  <a:pt x="22" y="25"/>
                </a:cubicBezTo>
                <a:cubicBezTo>
                  <a:pt x="22" y="37"/>
                  <a:pt x="22" y="37"/>
                  <a:pt x="22" y="37"/>
                </a:cubicBezTo>
                <a:cubicBezTo>
                  <a:pt x="22" y="38"/>
                  <a:pt x="22" y="39"/>
                  <a:pt x="21" y="39"/>
                </a:cubicBezTo>
                <a:cubicBezTo>
                  <a:pt x="19" y="39"/>
                  <a:pt x="19" y="38"/>
                  <a:pt x="19" y="37"/>
                </a:cubicBezTo>
                <a:cubicBezTo>
                  <a:pt x="19" y="32"/>
                  <a:pt x="19" y="32"/>
                  <a:pt x="19" y="32"/>
                </a:cubicBezTo>
                <a:cubicBezTo>
                  <a:pt x="13" y="32"/>
                  <a:pt x="13" y="32"/>
                  <a:pt x="13" y="32"/>
                </a:cubicBezTo>
                <a:cubicBezTo>
                  <a:pt x="13" y="37"/>
                  <a:pt x="13" y="37"/>
                  <a:pt x="13" y="37"/>
                </a:cubicBezTo>
                <a:cubicBezTo>
                  <a:pt x="13" y="41"/>
                  <a:pt x="16" y="45"/>
                  <a:pt x="21" y="45"/>
                </a:cubicBezTo>
                <a:cubicBezTo>
                  <a:pt x="25" y="45"/>
                  <a:pt x="28" y="41"/>
                  <a:pt x="28" y="37"/>
                </a:cubicBezTo>
                <a:cubicBezTo>
                  <a:pt x="28" y="26"/>
                  <a:pt x="28" y="26"/>
                  <a:pt x="28" y="26"/>
                </a:cubicBezTo>
                <a:cubicBezTo>
                  <a:pt x="28" y="25"/>
                  <a:pt x="29" y="24"/>
                  <a:pt x="30" y="24"/>
                </a:cubicBezTo>
                <a:cubicBezTo>
                  <a:pt x="31" y="24"/>
                  <a:pt x="32" y="25"/>
                  <a:pt x="32" y="26"/>
                </a:cubicBezTo>
                <a:cubicBezTo>
                  <a:pt x="32" y="28"/>
                  <a:pt x="32" y="28"/>
                  <a:pt x="32" y="28"/>
                </a:cubicBezTo>
                <a:cubicBezTo>
                  <a:pt x="35" y="29"/>
                  <a:pt x="35" y="29"/>
                  <a:pt x="35" y="29"/>
                </a:cubicBezTo>
                <a:lnTo>
                  <a:pt x="38" y="28"/>
                </a:lnTo>
                <a:close/>
                <a:moveTo>
                  <a:pt x="48" y="32"/>
                </a:moveTo>
                <a:cubicBezTo>
                  <a:pt x="42" y="32"/>
                  <a:pt x="42" y="32"/>
                  <a:pt x="42" y="32"/>
                </a:cubicBezTo>
                <a:cubicBezTo>
                  <a:pt x="42" y="37"/>
                  <a:pt x="42" y="37"/>
                  <a:pt x="42" y="37"/>
                </a:cubicBezTo>
                <a:cubicBezTo>
                  <a:pt x="42" y="38"/>
                  <a:pt x="41" y="39"/>
                  <a:pt x="40" y="39"/>
                </a:cubicBezTo>
                <a:cubicBezTo>
                  <a:pt x="39" y="39"/>
                  <a:pt x="38" y="38"/>
                  <a:pt x="38" y="37"/>
                </a:cubicBezTo>
                <a:cubicBezTo>
                  <a:pt x="38" y="32"/>
                  <a:pt x="38" y="32"/>
                  <a:pt x="38" y="32"/>
                </a:cubicBezTo>
                <a:cubicBezTo>
                  <a:pt x="35" y="33"/>
                  <a:pt x="35" y="33"/>
                  <a:pt x="35" y="33"/>
                </a:cubicBezTo>
                <a:cubicBezTo>
                  <a:pt x="32" y="32"/>
                  <a:pt x="32" y="32"/>
                  <a:pt x="32" y="32"/>
                </a:cubicBezTo>
                <a:cubicBezTo>
                  <a:pt x="32" y="37"/>
                  <a:pt x="32" y="37"/>
                  <a:pt x="32" y="37"/>
                </a:cubicBezTo>
                <a:cubicBezTo>
                  <a:pt x="32" y="41"/>
                  <a:pt x="36" y="45"/>
                  <a:pt x="40" y="45"/>
                </a:cubicBezTo>
                <a:cubicBezTo>
                  <a:pt x="44" y="45"/>
                  <a:pt x="48" y="41"/>
                  <a:pt x="48" y="37"/>
                </a:cubicBezTo>
                <a:cubicBezTo>
                  <a:pt x="48" y="37"/>
                  <a:pt x="48" y="37"/>
                  <a:pt x="48" y="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37" name="Freeform 143"/>
          <p:cNvSpPr/>
          <p:nvPr/>
        </p:nvSpPr>
        <p:spPr>
          <a:xfrm>
            <a:off x="2475000" y="3921120"/>
            <a:ext cx="209520" cy="192240"/>
          </a:xfrm>
          <a:custGeom>
            <a:avLst/>
            <a:gdLst/>
            <a:ahLst/>
            <a:rect l="l" t="t" r="r" b="b"/>
            <a:pathLst>
              <a:path w="61" h="56">
                <a:moveTo>
                  <a:pt x="36" y="56"/>
                </a:moveTo>
                <a:cubicBezTo>
                  <a:pt x="26" y="56"/>
                  <a:pt x="26" y="56"/>
                  <a:pt x="26" y="56"/>
                </a:cubicBezTo>
                <a:cubicBezTo>
                  <a:pt x="19" y="46"/>
                  <a:pt x="19" y="46"/>
                  <a:pt x="19" y="46"/>
                </a:cubicBezTo>
                <a:cubicBezTo>
                  <a:pt x="18" y="44"/>
                  <a:pt x="18" y="44"/>
                  <a:pt x="18" y="44"/>
                </a:cubicBezTo>
                <a:cubicBezTo>
                  <a:pt x="18" y="44"/>
                  <a:pt x="18" y="44"/>
                  <a:pt x="18" y="43"/>
                </a:cubicBezTo>
                <a:cubicBezTo>
                  <a:pt x="18" y="43"/>
                  <a:pt x="18" y="43"/>
                  <a:pt x="18" y="43"/>
                </a:cubicBezTo>
                <a:cubicBezTo>
                  <a:pt x="18" y="44"/>
                  <a:pt x="18" y="44"/>
                  <a:pt x="18" y="44"/>
                </a:cubicBezTo>
                <a:cubicBezTo>
                  <a:pt x="17" y="45"/>
                  <a:pt x="17" y="45"/>
                  <a:pt x="17" y="46"/>
                </a:cubicBezTo>
                <a:cubicBezTo>
                  <a:pt x="10" y="56"/>
                  <a:pt x="10" y="56"/>
                  <a:pt x="1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49"/>
                  <a:pt x="0" y="49"/>
                  <a:pt x="0" y="49"/>
                </a:cubicBezTo>
                <a:cubicBezTo>
                  <a:pt x="5" y="49"/>
                  <a:pt x="5" y="49"/>
                  <a:pt x="5" y="49"/>
                </a:cubicBezTo>
                <a:cubicBezTo>
                  <a:pt x="13" y="38"/>
                  <a:pt x="13" y="38"/>
                  <a:pt x="13" y="38"/>
                </a:cubicBezTo>
                <a:cubicBezTo>
                  <a:pt x="6" y="27"/>
                  <a:pt x="6" y="27"/>
                  <a:pt x="6" y="27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0"/>
                  <a:pt x="0" y="20"/>
                  <a:pt x="0" y="20"/>
                </a:cubicBezTo>
                <a:cubicBezTo>
                  <a:pt x="11" y="20"/>
                  <a:pt x="11" y="20"/>
                  <a:pt x="11" y="20"/>
                </a:cubicBezTo>
                <a:cubicBezTo>
                  <a:pt x="17" y="29"/>
                  <a:pt x="17" y="29"/>
                  <a:pt x="17" y="29"/>
                </a:cubicBezTo>
                <a:cubicBezTo>
                  <a:pt x="17" y="30"/>
                  <a:pt x="17" y="30"/>
                  <a:pt x="18" y="31"/>
                </a:cubicBezTo>
                <a:cubicBezTo>
                  <a:pt x="18" y="31"/>
                  <a:pt x="18" y="31"/>
                  <a:pt x="18" y="32"/>
                </a:cubicBezTo>
                <a:cubicBezTo>
                  <a:pt x="18" y="32"/>
                  <a:pt x="18" y="32"/>
                  <a:pt x="18" y="32"/>
                </a:cubicBezTo>
                <a:cubicBezTo>
                  <a:pt x="18" y="31"/>
                  <a:pt x="18" y="31"/>
                  <a:pt x="19" y="31"/>
                </a:cubicBezTo>
                <a:cubicBezTo>
                  <a:pt x="20" y="29"/>
                  <a:pt x="20" y="29"/>
                  <a:pt x="20" y="29"/>
                </a:cubicBezTo>
                <a:cubicBezTo>
                  <a:pt x="25" y="20"/>
                  <a:pt x="25" y="20"/>
                  <a:pt x="25" y="20"/>
                </a:cubicBezTo>
                <a:cubicBezTo>
                  <a:pt x="36" y="20"/>
                  <a:pt x="36" y="20"/>
                  <a:pt x="36" y="20"/>
                </a:cubicBezTo>
                <a:cubicBezTo>
                  <a:pt x="36" y="27"/>
                  <a:pt x="36" y="27"/>
                  <a:pt x="36" y="27"/>
                </a:cubicBezTo>
                <a:cubicBezTo>
                  <a:pt x="31" y="27"/>
                  <a:pt x="31" y="27"/>
                  <a:pt x="31" y="27"/>
                </a:cubicBezTo>
                <a:cubicBezTo>
                  <a:pt x="23" y="37"/>
                  <a:pt x="23" y="37"/>
                  <a:pt x="23" y="37"/>
                </a:cubicBezTo>
                <a:cubicBezTo>
                  <a:pt x="31" y="49"/>
                  <a:pt x="31" y="49"/>
                  <a:pt x="31" y="49"/>
                </a:cubicBezTo>
                <a:cubicBezTo>
                  <a:pt x="36" y="49"/>
                  <a:pt x="36" y="49"/>
                  <a:pt x="36" y="49"/>
                </a:cubicBezTo>
                <a:lnTo>
                  <a:pt x="36" y="56"/>
                </a:lnTo>
                <a:close/>
                <a:moveTo>
                  <a:pt x="61" y="30"/>
                </a:moveTo>
                <a:cubicBezTo>
                  <a:pt x="41" y="30"/>
                  <a:pt x="41" y="30"/>
                  <a:pt x="41" y="30"/>
                </a:cubicBezTo>
                <a:cubicBezTo>
                  <a:pt x="41" y="29"/>
                  <a:pt x="41" y="29"/>
                  <a:pt x="41" y="29"/>
                </a:cubicBezTo>
                <a:cubicBezTo>
                  <a:pt x="41" y="29"/>
                  <a:pt x="40" y="28"/>
                  <a:pt x="40" y="27"/>
                </a:cubicBezTo>
                <a:cubicBezTo>
                  <a:pt x="40" y="16"/>
                  <a:pt x="54" y="15"/>
                  <a:pt x="54" y="10"/>
                </a:cubicBezTo>
                <a:cubicBezTo>
                  <a:pt x="54" y="8"/>
                  <a:pt x="53" y="6"/>
                  <a:pt x="50" y="6"/>
                </a:cubicBezTo>
                <a:cubicBezTo>
                  <a:pt x="49" y="6"/>
                  <a:pt x="48" y="7"/>
                  <a:pt x="47" y="8"/>
                </a:cubicBezTo>
                <a:cubicBezTo>
                  <a:pt x="46" y="8"/>
                  <a:pt x="46" y="9"/>
                  <a:pt x="45" y="9"/>
                </a:cubicBezTo>
                <a:cubicBezTo>
                  <a:pt x="41" y="6"/>
                  <a:pt x="41" y="6"/>
                  <a:pt x="41" y="6"/>
                </a:cubicBezTo>
                <a:cubicBezTo>
                  <a:pt x="42" y="5"/>
                  <a:pt x="42" y="4"/>
                  <a:pt x="43" y="3"/>
                </a:cubicBezTo>
                <a:cubicBezTo>
                  <a:pt x="45" y="2"/>
                  <a:pt x="48" y="0"/>
                  <a:pt x="51" y="0"/>
                </a:cubicBezTo>
                <a:cubicBezTo>
                  <a:pt x="57" y="0"/>
                  <a:pt x="61" y="4"/>
                  <a:pt x="61" y="9"/>
                </a:cubicBezTo>
                <a:cubicBezTo>
                  <a:pt x="61" y="19"/>
                  <a:pt x="48" y="19"/>
                  <a:pt x="47" y="25"/>
                </a:cubicBezTo>
                <a:cubicBezTo>
                  <a:pt x="56" y="25"/>
                  <a:pt x="56" y="25"/>
                  <a:pt x="56" y="25"/>
                </a:cubicBezTo>
                <a:cubicBezTo>
                  <a:pt x="56" y="22"/>
                  <a:pt x="56" y="22"/>
                  <a:pt x="56" y="22"/>
                </a:cubicBezTo>
                <a:cubicBezTo>
                  <a:pt x="61" y="22"/>
                  <a:pt x="61" y="22"/>
                  <a:pt x="61" y="22"/>
                </a:cubicBezTo>
                <a:lnTo>
                  <a:pt x="61" y="3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38" name="Freeform 144"/>
          <p:cNvSpPr/>
          <p:nvPr/>
        </p:nvSpPr>
        <p:spPr>
          <a:xfrm>
            <a:off x="2968560" y="3938760"/>
            <a:ext cx="247680" cy="191880"/>
          </a:xfrm>
          <a:custGeom>
            <a:avLst/>
            <a:gdLst/>
            <a:ahLst/>
            <a:rect l="l" t="t" r="r" b="b"/>
            <a:pathLst>
              <a:path w="72" h="56">
                <a:moveTo>
                  <a:pt x="67" y="55"/>
                </a:moveTo>
                <a:cubicBezTo>
                  <a:pt x="66" y="56"/>
                  <a:pt x="66" y="56"/>
                  <a:pt x="65" y="56"/>
                </a:cubicBezTo>
                <a:cubicBezTo>
                  <a:pt x="8" y="56"/>
                  <a:pt x="8" y="56"/>
                  <a:pt x="8" y="56"/>
                </a:cubicBezTo>
                <a:cubicBezTo>
                  <a:pt x="7" y="56"/>
                  <a:pt x="7" y="56"/>
                  <a:pt x="6" y="55"/>
                </a:cubicBezTo>
                <a:cubicBezTo>
                  <a:pt x="2" y="49"/>
                  <a:pt x="0" y="42"/>
                  <a:pt x="0" y="36"/>
                </a:cubicBezTo>
                <a:cubicBezTo>
                  <a:pt x="0" y="16"/>
                  <a:pt x="17" y="0"/>
                  <a:pt x="36" y="0"/>
                </a:cubicBezTo>
                <a:cubicBezTo>
                  <a:pt x="56" y="0"/>
                  <a:pt x="72" y="16"/>
                  <a:pt x="72" y="36"/>
                </a:cubicBezTo>
                <a:cubicBezTo>
                  <a:pt x="72" y="42"/>
                  <a:pt x="70" y="49"/>
                  <a:pt x="67" y="55"/>
                </a:cubicBezTo>
                <a:close/>
                <a:moveTo>
                  <a:pt x="11" y="30"/>
                </a:moveTo>
                <a:cubicBezTo>
                  <a:pt x="8" y="30"/>
                  <a:pt x="6" y="33"/>
                  <a:pt x="6" y="36"/>
                </a:cubicBezTo>
                <a:cubicBezTo>
                  <a:pt x="6" y="38"/>
                  <a:pt x="8" y="41"/>
                  <a:pt x="11" y="41"/>
                </a:cubicBezTo>
                <a:cubicBezTo>
                  <a:pt x="14" y="41"/>
                  <a:pt x="16" y="38"/>
                  <a:pt x="16" y="36"/>
                </a:cubicBezTo>
                <a:cubicBezTo>
                  <a:pt x="16" y="33"/>
                  <a:pt x="14" y="30"/>
                  <a:pt x="11" y="30"/>
                </a:cubicBezTo>
                <a:close/>
                <a:moveTo>
                  <a:pt x="18" y="12"/>
                </a:moveTo>
                <a:cubicBezTo>
                  <a:pt x="16" y="12"/>
                  <a:pt x="13" y="15"/>
                  <a:pt x="13" y="18"/>
                </a:cubicBezTo>
                <a:cubicBezTo>
                  <a:pt x="13" y="20"/>
                  <a:pt x="16" y="23"/>
                  <a:pt x="18" y="23"/>
                </a:cubicBezTo>
                <a:cubicBezTo>
                  <a:pt x="21" y="23"/>
                  <a:pt x="24" y="20"/>
                  <a:pt x="24" y="18"/>
                </a:cubicBezTo>
                <a:cubicBezTo>
                  <a:pt x="24" y="15"/>
                  <a:pt x="21" y="12"/>
                  <a:pt x="18" y="12"/>
                </a:cubicBezTo>
                <a:close/>
                <a:moveTo>
                  <a:pt x="45" y="22"/>
                </a:moveTo>
                <a:cubicBezTo>
                  <a:pt x="45" y="20"/>
                  <a:pt x="44" y="19"/>
                  <a:pt x="43" y="18"/>
                </a:cubicBezTo>
                <a:cubicBezTo>
                  <a:pt x="42" y="18"/>
                  <a:pt x="40" y="19"/>
                  <a:pt x="40" y="20"/>
                </a:cubicBezTo>
                <a:cubicBezTo>
                  <a:pt x="36" y="36"/>
                  <a:pt x="36" y="36"/>
                  <a:pt x="36" y="36"/>
                </a:cubicBezTo>
                <a:cubicBezTo>
                  <a:pt x="33" y="36"/>
                  <a:pt x="30" y="38"/>
                  <a:pt x="29" y="41"/>
                </a:cubicBezTo>
                <a:cubicBezTo>
                  <a:pt x="28" y="45"/>
                  <a:pt x="30" y="50"/>
                  <a:pt x="34" y="51"/>
                </a:cubicBezTo>
                <a:cubicBezTo>
                  <a:pt x="39" y="52"/>
                  <a:pt x="43" y="49"/>
                  <a:pt x="44" y="45"/>
                </a:cubicBezTo>
                <a:cubicBezTo>
                  <a:pt x="45" y="42"/>
                  <a:pt x="43" y="39"/>
                  <a:pt x="41" y="37"/>
                </a:cubicBezTo>
                <a:lnTo>
                  <a:pt x="45" y="22"/>
                </a:lnTo>
                <a:close/>
                <a:moveTo>
                  <a:pt x="36" y="5"/>
                </a:moveTo>
                <a:cubicBezTo>
                  <a:pt x="34" y="5"/>
                  <a:pt x="31" y="7"/>
                  <a:pt x="31" y="10"/>
                </a:cubicBezTo>
                <a:cubicBezTo>
                  <a:pt x="31" y="13"/>
                  <a:pt x="34" y="15"/>
                  <a:pt x="36" y="15"/>
                </a:cubicBezTo>
                <a:cubicBezTo>
                  <a:pt x="39" y="15"/>
                  <a:pt x="42" y="13"/>
                  <a:pt x="42" y="10"/>
                </a:cubicBezTo>
                <a:cubicBezTo>
                  <a:pt x="42" y="7"/>
                  <a:pt x="39" y="5"/>
                  <a:pt x="36" y="5"/>
                </a:cubicBezTo>
                <a:close/>
                <a:moveTo>
                  <a:pt x="54" y="12"/>
                </a:moveTo>
                <a:cubicBezTo>
                  <a:pt x="52" y="12"/>
                  <a:pt x="49" y="15"/>
                  <a:pt x="49" y="18"/>
                </a:cubicBezTo>
                <a:cubicBezTo>
                  <a:pt x="49" y="20"/>
                  <a:pt x="52" y="23"/>
                  <a:pt x="54" y="23"/>
                </a:cubicBezTo>
                <a:cubicBezTo>
                  <a:pt x="57" y="23"/>
                  <a:pt x="60" y="20"/>
                  <a:pt x="60" y="18"/>
                </a:cubicBezTo>
                <a:cubicBezTo>
                  <a:pt x="60" y="15"/>
                  <a:pt x="57" y="12"/>
                  <a:pt x="54" y="12"/>
                </a:cubicBezTo>
                <a:close/>
                <a:moveTo>
                  <a:pt x="62" y="30"/>
                </a:moveTo>
                <a:cubicBezTo>
                  <a:pt x="59" y="30"/>
                  <a:pt x="57" y="33"/>
                  <a:pt x="57" y="36"/>
                </a:cubicBezTo>
                <a:cubicBezTo>
                  <a:pt x="57" y="38"/>
                  <a:pt x="59" y="41"/>
                  <a:pt x="62" y="41"/>
                </a:cubicBezTo>
                <a:cubicBezTo>
                  <a:pt x="65" y="41"/>
                  <a:pt x="67" y="38"/>
                  <a:pt x="67" y="36"/>
                </a:cubicBezTo>
                <a:cubicBezTo>
                  <a:pt x="67" y="33"/>
                  <a:pt x="65" y="30"/>
                  <a:pt x="62" y="3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39" name="Freeform 145"/>
          <p:cNvSpPr/>
          <p:nvPr/>
        </p:nvSpPr>
        <p:spPr>
          <a:xfrm>
            <a:off x="3463920" y="3900600"/>
            <a:ext cx="281160" cy="247680"/>
          </a:xfrm>
          <a:custGeom>
            <a:avLst/>
            <a:gdLst/>
            <a:ahLst/>
            <a:rect l="l" t="t" r="r" b="b"/>
            <a:pathLst>
              <a:path w="82" h="72">
                <a:moveTo>
                  <a:pt x="82" y="45"/>
                </a:moveTo>
                <a:cubicBezTo>
                  <a:pt x="82" y="61"/>
                  <a:pt x="82" y="61"/>
                  <a:pt x="82" y="61"/>
                </a:cubicBezTo>
                <a:cubicBezTo>
                  <a:pt x="82" y="61"/>
                  <a:pt x="81" y="62"/>
                  <a:pt x="81" y="62"/>
                </a:cubicBezTo>
                <a:cubicBezTo>
                  <a:pt x="77" y="62"/>
                  <a:pt x="77" y="62"/>
                  <a:pt x="77" y="62"/>
                </a:cubicBezTo>
                <a:cubicBezTo>
                  <a:pt x="77" y="65"/>
                  <a:pt x="77" y="65"/>
                  <a:pt x="77" y="65"/>
                </a:cubicBezTo>
                <a:cubicBezTo>
                  <a:pt x="77" y="69"/>
                  <a:pt x="73" y="72"/>
                  <a:pt x="69" y="72"/>
                </a:cubicBezTo>
                <a:cubicBezTo>
                  <a:pt x="65" y="72"/>
                  <a:pt x="61" y="69"/>
                  <a:pt x="61" y="65"/>
                </a:cubicBezTo>
                <a:cubicBezTo>
                  <a:pt x="61" y="62"/>
                  <a:pt x="61" y="62"/>
                  <a:pt x="61" y="62"/>
                </a:cubicBezTo>
                <a:cubicBezTo>
                  <a:pt x="20" y="62"/>
                  <a:pt x="20" y="62"/>
                  <a:pt x="20" y="62"/>
                </a:cubicBezTo>
                <a:cubicBezTo>
                  <a:pt x="20" y="65"/>
                  <a:pt x="20" y="65"/>
                  <a:pt x="20" y="65"/>
                </a:cubicBezTo>
                <a:cubicBezTo>
                  <a:pt x="20" y="69"/>
                  <a:pt x="17" y="72"/>
                  <a:pt x="13" y="72"/>
                </a:cubicBezTo>
                <a:cubicBezTo>
                  <a:pt x="8" y="72"/>
                  <a:pt x="5" y="69"/>
                  <a:pt x="5" y="65"/>
                </a:cubicBezTo>
                <a:cubicBezTo>
                  <a:pt x="5" y="62"/>
                  <a:pt x="5" y="62"/>
                  <a:pt x="5" y="62"/>
                </a:cubicBezTo>
                <a:cubicBezTo>
                  <a:pt x="1" y="62"/>
                  <a:pt x="1" y="62"/>
                  <a:pt x="1" y="62"/>
                </a:cubicBezTo>
                <a:cubicBezTo>
                  <a:pt x="0" y="62"/>
                  <a:pt x="0" y="61"/>
                  <a:pt x="0" y="61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0"/>
                  <a:pt x="4" y="36"/>
                  <a:pt x="9" y="36"/>
                </a:cubicBezTo>
                <a:cubicBezTo>
                  <a:pt x="10" y="36"/>
                  <a:pt x="10" y="36"/>
                  <a:pt x="10" y="36"/>
                </a:cubicBezTo>
                <a:cubicBezTo>
                  <a:pt x="14" y="19"/>
                  <a:pt x="14" y="19"/>
                  <a:pt x="14" y="19"/>
                </a:cubicBezTo>
                <a:cubicBezTo>
                  <a:pt x="15" y="14"/>
                  <a:pt x="20" y="11"/>
                  <a:pt x="25" y="11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2"/>
                  <a:pt x="31" y="2"/>
                  <a:pt x="31" y="2"/>
                </a:cubicBezTo>
                <a:cubicBezTo>
                  <a:pt x="31" y="1"/>
                  <a:pt x="31" y="0"/>
                  <a:pt x="32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1" y="0"/>
                  <a:pt x="51" y="1"/>
                  <a:pt x="51" y="2"/>
                </a:cubicBezTo>
                <a:cubicBezTo>
                  <a:pt x="51" y="11"/>
                  <a:pt x="51" y="11"/>
                  <a:pt x="51" y="11"/>
                </a:cubicBezTo>
                <a:cubicBezTo>
                  <a:pt x="56" y="11"/>
                  <a:pt x="56" y="11"/>
                  <a:pt x="56" y="11"/>
                </a:cubicBezTo>
                <a:cubicBezTo>
                  <a:pt x="62" y="11"/>
                  <a:pt x="66" y="14"/>
                  <a:pt x="68" y="19"/>
                </a:cubicBezTo>
                <a:cubicBezTo>
                  <a:pt x="72" y="36"/>
                  <a:pt x="72" y="36"/>
                  <a:pt x="72" y="36"/>
                </a:cubicBezTo>
                <a:cubicBezTo>
                  <a:pt x="73" y="36"/>
                  <a:pt x="73" y="36"/>
                  <a:pt x="73" y="36"/>
                </a:cubicBezTo>
                <a:cubicBezTo>
                  <a:pt x="78" y="36"/>
                  <a:pt x="82" y="40"/>
                  <a:pt x="82" y="45"/>
                </a:cubicBezTo>
                <a:close/>
                <a:moveTo>
                  <a:pt x="19" y="49"/>
                </a:moveTo>
                <a:cubicBezTo>
                  <a:pt x="19" y="46"/>
                  <a:pt x="16" y="43"/>
                  <a:pt x="13" y="43"/>
                </a:cubicBezTo>
                <a:cubicBezTo>
                  <a:pt x="9" y="43"/>
                  <a:pt x="6" y="46"/>
                  <a:pt x="6" y="49"/>
                </a:cubicBezTo>
                <a:cubicBezTo>
                  <a:pt x="6" y="53"/>
                  <a:pt x="9" y="56"/>
                  <a:pt x="13" y="56"/>
                </a:cubicBezTo>
                <a:cubicBezTo>
                  <a:pt x="16" y="56"/>
                  <a:pt x="19" y="53"/>
                  <a:pt x="19" y="49"/>
                </a:cubicBezTo>
                <a:close/>
                <a:moveTo>
                  <a:pt x="61" y="36"/>
                </a:moveTo>
                <a:cubicBezTo>
                  <a:pt x="58" y="22"/>
                  <a:pt x="58" y="22"/>
                  <a:pt x="58" y="22"/>
                </a:cubicBezTo>
                <a:cubicBezTo>
                  <a:pt x="58" y="22"/>
                  <a:pt x="57" y="21"/>
                  <a:pt x="56" y="21"/>
                </a:cubicBezTo>
                <a:cubicBezTo>
                  <a:pt x="25" y="21"/>
                  <a:pt x="25" y="21"/>
                  <a:pt x="25" y="21"/>
                </a:cubicBezTo>
                <a:cubicBezTo>
                  <a:pt x="25" y="21"/>
                  <a:pt x="24" y="22"/>
                  <a:pt x="24" y="22"/>
                </a:cubicBezTo>
                <a:cubicBezTo>
                  <a:pt x="20" y="36"/>
                  <a:pt x="20" y="36"/>
                  <a:pt x="20" y="36"/>
                </a:cubicBezTo>
                <a:lnTo>
                  <a:pt x="61" y="36"/>
                </a:lnTo>
                <a:close/>
                <a:moveTo>
                  <a:pt x="76" y="49"/>
                </a:moveTo>
                <a:cubicBezTo>
                  <a:pt x="76" y="46"/>
                  <a:pt x="73" y="43"/>
                  <a:pt x="69" y="43"/>
                </a:cubicBezTo>
                <a:cubicBezTo>
                  <a:pt x="66" y="43"/>
                  <a:pt x="63" y="46"/>
                  <a:pt x="63" y="49"/>
                </a:cubicBezTo>
                <a:cubicBezTo>
                  <a:pt x="63" y="53"/>
                  <a:pt x="66" y="56"/>
                  <a:pt x="69" y="56"/>
                </a:cubicBezTo>
                <a:cubicBezTo>
                  <a:pt x="73" y="56"/>
                  <a:pt x="76" y="53"/>
                  <a:pt x="76" y="4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40" name="Freeform 146"/>
          <p:cNvSpPr/>
          <p:nvPr/>
        </p:nvSpPr>
        <p:spPr>
          <a:xfrm>
            <a:off x="3959280" y="3917880"/>
            <a:ext cx="212760" cy="230400"/>
          </a:xfrm>
          <a:custGeom>
            <a:avLst/>
            <a:gdLst/>
            <a:ahLst/>
            <a:rect l="l" t="t" r="r" b="b"/>
            <a:pathLst>
              <a:path w="62" h="67">
                <a:moveTo>
                  <a:pt x="6" y="2"/>
                </a:moveTo>
                <a:cubicBezTo>
                  <a:pt x="6" y="2"/>
                  <a:pt x="14" y="2"/>
                  <a:pt x="14" y="2"/>
                </a:cubicBezTo>
                <a:cubicBezTo>
                  <a:pt x="18" y="2"/>
                  <a:pt x="21" y="2"/>
                  <a:pt x="25" y="2"/>
                </a:cubicBezTo>
                <a:cubicBezTo>
                  <a:pt x="36" y="2"/>
                  <a:pt x="46" y="1"/>
                  <a:pt x="57" y="2"/>
                </a:cubicBezTo>
                <a:cubicBezTo>
                  <a:pt x="58" y="2"/>
                  <a:pt x="59" y="1"/>
                  <a:pt x="59" y="0"/>
                </a:cubicBezTo>
                <a:cubicBezTo>
                  <a:pt x="61" y="0"/>
                  <a:pt x="61" y="0"/>
                  <a:pt x="61" y="0"/>
                </a:cubicBezTo>
                <a:cubicBezTo>
                  <a:pt x="61" y="0"/>
                  <a:pt x="62" y="0"/>
                  <a:pt x="62" y="0"/>
                </a:cubicBezTo>
                <a:cubicBezTo>
                  <a:pt x="62" y="5"/>
                  <a:pt x="62" y="9"/>
                  <a:pt x="62" y="14"/>
                </a:cubicBezTo>
                <a:cubicBezTo>
                  <a:pt x="62" y="15"/>
                  <a:pt x="62" y="17"/>
                  <a:pt x="62" y="18"/>
                </a:cubicBezTo>
                <a:cubicBezTo>
                  <a:pt x="61" y="19"/>
                  <a:pt x="60" y="19"/>
                  <a:pt x="59" y="19"/>
                </a:cubicBezTo>
                <a:cubicBezTo>
                  <a:pt x="58" y="17"/>
                  <a:pt x="58" y="16"/>
                  <a:pt x="57" y="14"/>
                </a:cubicBezTo>
                <a:cubicBezTo>
                  <a:pt x="57" y="13"/>
                  <a:pt x="56" y="8"/>
                  <a:pt x="56" y="8"/>
                </a:cubicBezTo>
                <a:cubicBezTo>
                  <a:pt x="55" y="7"/>
                  <a:pt x="55" y="7"/>
                  <a:pt x="55" y="7"/>
                </a:cubicBezTo>
                <a:cubicBezTo>
                  <a:pt x="54" y="7"/>
                  <a:pt x="52" y="7"/>
                  <a:pt x="52" y="7"/>
                </a:cubicBezTo>
                <a:cubicBezTo>
                  <a:pt x="47" y="7"/>
                  <a:pt x="41" y="7"/>
                  <a:pt x="37" y="7"/>
                </a:cubicBezTo>
                <a:cubicBezTo>
                  <a:pt x="36" y="9"/>
                  <a:pt x="36" y="11"/>
                  <a:pt x="36" y="13"/>
                </a:cubicBezTo>
                <a:cubicBezTo>
                  <a:pt x="36" y="19"/>
                  <a:pt x="36" y="19"/>
                  <a:pt x="36" y="19"/>
                </a:cubicBezTo>
                <a:cubicBezTo>
                  <a:pt x="36" y="17"/>
                  <a:pt x="36" y="17"/>
                  <a:pt x="36" y="17"/>
                </a:cubicBezTo>
                <a:cubicBezTo>
                  <a:pt x="36" y="23"/>
                  <a:pt x="36" y="30"/>
                  <a:pt x="36" y="36"/>
                </a:cubicBezTo>
                <a:cubicBezTo>
                  <a:pt x="36" y="39"/>
                  <a:pt x="36" y="42"/>
                  <a:pt x="37" y="45"/>
                </a:cubicBezTo>
                <a:cubicBezTo>
                  <a:pt x="40" y="47"/>
                  <a:pt x="43" y="47"/>
                  <a:pt x="47" y="49"/>
                </a:cubicBezTo>
                <a:cubicBezTo>
                  <a:pt x="47" y="49"/>
                  <a:pt x="47" y="50"/>
                  <a:pt x="47" y="51"/>
                </a:cubicBezTo>
                <a:cubicBezTo>
                  <a:pt x="47" y="51"/>
                  <a:pt x="47" y="51"/>
                  <a:pt x="47" y="52"/>
                </a:cubicBezTo>
                <a:cubicBezTo>
                  <a:pt x="45" y="52"/>
                  <a:pt x="45" y="52"/>
                  <a:pt x="45" y="52"/>
                </a:cubicBezTo>
                <a:cubicBezTo>
                  <a:pt x="40" y="52"/>
                  <a:pt x="34" y="51"/>
                  <a:pt x="28" y="51"/>
                </a:cubicBezTo>
                <a:cubicBezTo>
                  <a:pt x="24" y="51"/>
                  <a:pt x="20" y="52"/>
                  <a:pt x="16" y="52"/>
                </a:cubicBezTo>
                <a:cubicBezTo>
                  <a:pt x="16" y="51"/>
                  <a:pt x="16" y="50"/>
                  <a:pt x="16" y="50"/>
                </a:cubicBezTo>
                <a:cubicBezTo>
                  <a:pt x="16" y="49"/>
                  <a:pt x="16" y="49"/>
                  <a:pt x="16" y="49"/>
                </a:cubicBezTo>
                <a:cubicBezTo>
                  <a:pt x="17" y="47"/>
                  <a:pt x="23" y="47"/>
                  <a:pt x="25" y="45"/>
                </a:cubicBezTo>
                <a:cubicBezTo>
                  <a:pt x="26" y="43"/>
                  <a:pt x="26" y="24"/>
                  <a:pt x="26" y="21"/>
                </a:cubicBezTo>
                <a:cubicBezTo>
                  <a:pt x="26" y="20"/>
                  <a:pt x="26" y="19"/>
                  <a:pt x="26" y="19"/>
                </a:cubicBezTo>
                <a:cubicBezTo>
                  <a:pt x="26" y="17"/>
                  <a:pt x="26" y="8"/>
                  <a:pt x="26" y="7"/>
                </a:cubicBezTo>
                <a:cubicBezTo>
                  <a:pt x="25" y="7"/>
                  <a:pt x="20" y="7"/>
                  <a:pt x="19" y="7"/>
                </a:cubicBezTo>
                <a:cubicBezTo>
                  <a:pt x="17" y="7"/>
                  <a:pt x="8" y="8"/>
                  <a:pt x="7" y="8"/>
                </a:cubicBezTo>
                <a:cubicBezTo>
                  <a:pt x="5" y="9"/>
                  <a:pt x="5" y="17"/>
                  <a:pt x="3" y="18"/>
                </a:cubicBezTo>
                <a:cubicBezTo>
                  <a:pt x="2" y="17"/>
                  <a:pt x="1" y="17"/>
                  <a:pt x="0" y="16"/>
                </a:cubicBezTo>
                <a:cubicBezTo>
                  <a:pt x="0" y="1"/>
                  <a:pt x="0" y="1"/>
                  <a:pt x="0" y="1"/>
                </a:cubicBezTo>
                <a:cubicBezTo>
                  <a:pt x="4" y="0"/>
                  <a:pt x="4" y="0"/>
                  <a:pt x="4" y="0"/>
                </a:cubicBezTo>
                <a:lnTo>
                  <a:pt x="6" y="2"/>
                </a:lnTo>
                <a:close/>
                <a:moveTo>
                  <a:pt x="61" y="58"/>
                </a:moveTo>
                <a:cubicBezTo>
                  <a:pt x="62" y="58"/>
                  <a:pt x="62" y="59"/>
                  <a:pt x="62" y="60"/>
                </a:cubicBezTo>
                <a:cubicBezTo>
                  <a:pt x="62" y="60"/>
                  <a:pt x="62" y="61"/>
                  <a:pt x="61" y="62"/>
                </a:cubicBezTo>
                <a:cubicBezTo>
                  <a:pt x="60" y="62"/>
                  <a:pt x="54" y="67"/>
                  <a:pt x="53" y="67"/>
                </a:cubicBezTo>
                <a:cubicBezTo>
                  <a:pt x="51" y="67"/>
                  <a:pt x="52" y="63"/>
                  <a:pt x="52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11" y="63"/>
                  <a:pt x="11" y="67"/>
                  <a:pt x="10" y="67"/>
                </a:cubicBezTo>
                <a:cubicBezTo>
                  <a:pt x="8" y="67"/>
                  <a:pt x="3" y="62"/>
                  <a:pt x="2" y="62"/>
                </a:cubicBezTo>
                <a:cubicBezTo>
                  <a:pt x="1" y="61"/>
                  <a:pt x="1" y="60"/>
                  <a:pt x="1" y="60"/>
                </a:cubicBezTo>
                <a:cubicBezTo>
                  <a:pt x="1" y="59"/>
                  <a:pt x="1" y="58"/>
                  <a:pt x="2" y="58"/>
                </a:cubicBezTo>
                <a:cubicBezTo>
                  <a:pt x="3" y="57"/>
                  <a:pt x="8" y="52"/>
                  <a:pt x="10" y="52"/>
                </a:cubicBezTo>
                <a:cubicBezTo>
                  <a:pt x="11" y="52"/>
                  <a:pt x="11" y="56"/>
                  <a:pt x="11" y="57"/>
                </a:cubicBezTo>
                <a:cubicBezTo>
                  <a:pt x="52" y="57"/>
                  <a:pt x="52" y="57"/>
                  <a:pt x="52" y="57"/>
                </a:cubicBezTo>
                <a:cubicBezTo>
                  <a:pt x="52" y="56"/>
                  <a:pt x="51" y="52"/>
                  <a:pt x="53" y="52"/>
                </a:cubicBezTo>
                <a:cubicBezTo>
                  <a:pt x="54" y="52"/>
                  <a:pt x="60" y="57"/>
                  <a:pt x="61" y="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41" name="Freeform 147"/>
          <p:cNvSpPr/>
          <p:nvPr/>
        </p:nvSpPr>
        <p:spPr>
          <a:xfrm>
            <a:off x="4452840" y="3917880"/>
            <a:ext cx="162000" cy="230400"/>
          </a:xfrm>
          <a:custGeom>
            <a:avLst/>
            <a:gdLst/>
            <a:ahLst/>
            <a:rect l="l" t="t" r="r" b="b"/>
            <a:pathLst>
              <a:path w="47" h="67">
                <a:moveTo>
                  <a:pt x="44" y="47"/>
                </a:moveTo>
                <a:cubicBezTo>
                  <a:pt x="27" y="47"/>
                  <a:pt x="27" y="47"/>
                  <a:pt x="27" y="47"/>
                </a:cubicBezTo>
                <a:cubicBezTo>
                  <a:pt x="25" y="66"/>
                  <a:pt x="25" y="66"/>
                  <a:pt x="25" y="66"/>
                </a:cubicBezTo>
                <a:cubicBezTo>
                  <a:pt x="25" y="67"/>
                  <a:pt x="24" y="67"/>
                  <a:pt x="24" y="67"/>
                </a:cubicBezTo>
                <a:cubicBezTo>
                  <a:pt x="24" y="67"/>
                  <a:pt x="24" y="67"/>
                  <a:pt x="24" y="67"/>
                </a:cubicBezTo>
                <a:cubicBezTo>
                  <a:pt x="23" y="67"/>
                  <a:pt x="22" y="67"/>
                  <a:pt x="22" y="66"/>
                </a:cubicBezTo>
                <a:cubicBezTo>
                  <a:pt x="19" y="47"/>
                  <a:pt x="19" y="47"/>
                  <a:pt x="19" y="47"/>
                </a:cubicBezTo>
                <a:cubicBezTo>
                  <a:pt x="3" y="47"/>
                  <a:pt x="3" y="47"/>
                  <a:pt x="3" y="47"/>
                </a:cubicBezTo>
                <a:cubicBezTo>
                  <a:pt x="2" y="47"/>
                  <a:pt x="0" y="46"/>
                  <a:pt x="0" y="44"/>
                </a:cubicBezTo>
                <a:cubicBezTo>
                  <a:pt x="0" y="38"/>
                  <a:pt x="5" y="31"/>
                  <a:pt x="11" y="31"/>
                </a:cubicBezTo>
                <a:cubicBezTo>
                  <a:pt x="11" y="11"/>
                  <a:pt x="11" y="11"/>
                  <a:pt x="11" y="11"/>
                </a:cubicBezTo>
                <a:cubicBezTo>
                  <a:pt x="8" y="11"/>
                  <a:pt x="6" y="8"/>
                  <a:pt x="6" y="6"/>
                </a:cubicBezTo>
                <a:cubicBezTo>
                  <a:pt x="6" y="3"/>
                  <a:pt x="8" y="0"/>
                  <a:pt x="11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9" y="0"/>
                  <a:pt x="42" y="3"/>
                  <a:pt x="42" y="6"/>
                </a:cubicBezTo>
                <a:cubicBezTo>
                  <a:pt x="42" y="8"/>
                  <a:pt x="39" y="11"/>
                  <a:pt x="36" y="11"/>
                </a:cubicBezTo>
                <a:cubicBezTo>
                  <a:pt x="36" y="31"/>
                  <a:pt x="36" y="31"/>
                  <a:pt x="36" y="31"/>
                </a:cubicBezTo>
                <a:cubicBezTo>
                  <a:pt x="42" y="31"/>
                  <a:pt x="47" y="38"/>
                  <a:pt x="47" y="44"/>
                </a:cubicBezTo>
                <a:cubicBezTo>
                  <a:pt x="47" y="46"/>
                  <a:pt x="46" y="47"/>
                  <a:pt x="44" y="47"/>
                </a:cubicBezTo>
                <a:close/>
                <a:moveTo>
                  <a:pt x="20" y="12"/>
                </a:moveTo>
                <a:cubicBezTo>
                  <a:pt x="20" y="11"/>
                  <a:pt x="19" y="11"/>
                  <a:pt x="18" y="11"/>
                </a:cubicBezTo>
                <a:cubicBezTo>
                  <a:pt x="18" y="11"/>
                  <a:pt x="17" y="11"/>
                  <a:pt x="17" y="12"/>
                </a:cubicBezTo>
                <a:cubicBezTo>
                  <a:pt x="17" y="30"/>
                  <a:pt x="17" y="30"/>
                  <a:pt x="17" y="30"/>
                </a:cubicBezTo>
                <a:cubicBezTo>
                  <a:pt x="17" y="31"/>
                  <a:pt x="18" y="31"/>
                  <a:pt x="18" y="31"/>
                </a:cubicBezTo>
                <a:cubicBezTo>
                  <a:pt x="19" y="31"/>
                  <a:pt x="20" y="31"/>
                  <a:pt x="20" y="30"/>
                </a:cubicBezTo>
                <a:lnTo>
                  <a:pt x="20" y="1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42" name="Freeform 148"/>
          <p:cNvSpPr/>
          <p:nvPr/>
        </p:nvSpPr>
        <p:spPr>
          <a:xfrm>
            <a:off x="4948200" y="3917880"/>
            <a:ext cx="220680" cy="212760"/>
          </a:xfrm>
          <a:custGeom>
            <a:avLst/>
            <a:gdLst/>
            <a:ahLst/>
            <a:rect l="l" t="t" r="r" b="b"/>
            <a:pathLst>
              <a:path w="64" h="62">
                <a:moveTo>
                  <a:pt x="16" y="54"/>
                </a:moveTo>
                <a:cubicBezTo>
                  <a:pt x="16" y="56"/>
                  <a:pt x="15" y="57"/>
                  <a:pt x="14" y="57"/>
                </a:cubicBezTo>
                <a:cubicBezTo>
                  <a:pt x="2" y="57"/>
                  <a:pt x="2" y="57"/>
                  <a:pt x="2" y="57"/>
                </a:cubicBezTo>
                <a:cubicBezTo>
                  <a:pt x="1" y="57"/>
                  <a:pt x="0" y="56"/>
                  <a:pt x="0" y="54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27"/>
                  <a:pt x="1" y="26"/>
                  <a:pt x="2" y="26"/>
                </a:cubicBezTo>
                <a:cubicBezTo>
                  <a:pt x="14" y="26"/>
                  <a:pt x="14" y="26"/>
                  <a:pt x="14" y="26"/>
                </a:cubicBezTo>
                <a:cubicBezTo>
                  <a:pt x="15" y="26"/>
                  <a:pt x="16" y="27"/>
                  <a:pt x="16" y="29"/>
                </a:cubicBezTo>
                <a:lnTo>
                  <a:pt x="16" y="54"/>
                </a:lnTo>
                <a:close/>
                <a:moveTo>
                  <a:pt x="7" y="47"/>
                </a:moveTo>
                <a:cubicBezTo>
                  <a:pt x="6" y="47"/>
                  <a:pt x="5" y="48"/>
                  <a:pt x="5" y="49"/>
                </a:cubicBezTo>
                <a:cubicBezTo>
                  <a:pt x="5" y="51"/>
                  <a:pt x="6" y="52"/>
                  <a:pt x="7" y="52"/>
                </a:cubicBezTo>
                <a:cubicBezTo>
                  <a:pt x="9" y="52"/>
                  <a:pt x="10" y="51"/>
                  <a:pt x="10" y="49"/>
                </a:cubicBezTo>
                <a:cubicBezTo>
                  <a:pt x="10" y="48"/>
                  <a:pt x="9" y="47"/>
                  <a:pt x="7" y="47"/>
                </a:cubicBezTo>
                <a:close/>
                <a:moveTo>
                  <a:pt x="62" y="35"/>
                </a:moveTo>
                <a:cubicBezTo>
                  <a:pt x="62" y="36"/>
                  <a:pt x="62" y="37"/>
                  <a:pt x="62" y="38"/>
                </a:cubicBezTo>
                <a:cubicBezTo>
                  <a:pt x="62" y="40"/>
                  <a:pt x="62" y="42"/>
                  <a:pt x="61" y="43"/>
                </a:cubicBezTo>
                <a:cubicBezTo>
                  <a:pt x="61" y="45"/>
                  <a:pt x="61" y="46"/>
                  <a:pt x="61" y="48"/>
                </a:cubicBezTo>
                <a:cubicBezTo>
                  <a:pt x="60" y="49"/>
                  <a:pt x="60" y="51"/>
                  <a:pt x="59" y="52"/>
                </a:cubicBezTo>
                <a:cubicBezTo>
                  <a:pt x="59" y="55"/>
                  <a:pt x="58" y="57"/>
                  <a:pt x="57" y="59"/>
                </a:cubicBezTo>
                <a:cubicBezTo>
                  <a:pt x="55" y="61"/>
                  <a:pt x="52" y="62"/>
                  <a:pt x="49" y="62"/>
                </a:cubicBezTo>
                <a:cubicBezTo>
                  <a:pt x="48" y="62"/>
                  <a:pt x="48" y="62"/>
                  <a:pt x="47" y="62"/>
                </a:cubicBezTo>
                <a:cubicBezTo>
                  <a:pt x="44" y="62"/>
                  <a:pt x="44" y="62"/>
                  <a:pt x="44" y="62"/>
                </a:cubicBezTo>
                <a:cubicBezTo>
                  <a:pt x="43" y="62"/>
                  <a:pt x="43" y="62"/>
                  <a:pt x="43" y="62"/>
                </a:cubicBezTo>
                <a:cubicBezTo>
                  <a:pt x="38" y="62"/>
                  <a:pt x="32" y="60"/>
                  <a:pt x="28" y="59"/>
                </a:cubicBezTo>
                <a:cubicBezTo>
                  <a:pt x="25" y="58"/>
                  <a:pt x="23" y="57"/>
                  <a:pt x="22" y="57"/>
                </a:cubicBezTo>
                <a:cubicBezTo>
                  <a:pt x="20" y="57"/>
                  <a:pt x="19" y="56"/>
                  <a:pt x="19" y="54"/>
                </a:cubicBezTo>
                <a:cubicBezTo>
                  <a:pt x="19" y="29"/>
                  <a:pt x="19" y="29"/>
                  <a:pt x="19" y="29"/>
                </a:cubicBezTo>
                <a:cubicBezTo>
                  <a:pt x="19" y="27"/>
                  <a:pt x="20" y="26"/>
                  <a:pt x="21" y="26"/>
                </a:cubicBezTo>
                <a:cubicBezTo>
                  <a:pt x="23" y="26"/>
                  <a:pt x="27" y="21"/>
                  <a:pt x="29" y="19"/>
                </a:cubicBezTo>
                <a:cubicBezTo>
                  <a:pt x="30" y="17"/>
                  <a:pt x="31" y="15"/>
                  <a:pt x="33" y="14"/>
                </a:cubicBezTo>
                <a:cubicBezTo>
                  <a:pt x="34" y="13"/>
                  <a:pt x="35" y="10"/>
                  <a:pt x="35" y="8"/>
                </a:cubicBezTo>
                <a:cubicBezTo>
                  <a:pt x="36" y="5"/>
                  <a:pt x="36" y="3"/>
                  <a:pt x="38" y="1"/>
                </a:cubicBezTo>
                <a:cubicBezTo>
                  <a:pt x="38" y="1"/>
                  <a:pt x="39" y="0"/>
                  <a:pt x="40" y="0"/>
                </a:cubicBezTo>
                <a:cubicBezTo>
                  <a:pt x="49" y="0"/>
                  <a:pt x="49" y="8"/>
                  <a:pt x="49" y="11"/>
                </a:cubicBezTo>
                <a:cubicBezTo>
                  <a:pt x="49" y="14"/>
                  <a:pt x="47" y="16"/>
                  <a:pt x="46" y="18"/>
                </a:cubicBezTo>
                <a:cubicBezTo>
                  <a:pt x="46" y="19"/>
                  <a:pt x="46" y="20"/>
                  <a:pt x="45" y="21"/>
                </a:cubicBezTo>
                <a:cubicBezTo>
                  <a:pt x="56" y="21"/>
                  <a:pt x="56" y="21"/>
                  <a:pt x="56" y="21"/>
                </a:cubicBezTo>
                <a:cubicBezTo>
                  <a:pt x="60" y="21"/>
                  <a:pt x="64" y="25"/>
                  <a:pt x="64" y="29"/>
                </a:cubicBezTo>
                <a:cubicBezTo>
                  <a:pt x="64" y="31"/>
                  <a:pt x="63" y="33"/>
                  <a:pt x="62" y="3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43" name="Freeform 149"/>
          <p:cNvSpPr/>
          <p:nvPr/>
        </p:nvSpPr>
        <p:spPr>
          <a:xfrm>
            <a:off x="5443560" y="3917880"/>
            <a:ext cx="212760" cy="212760"/>
          </a:xfrm>
          <a:custGeom>
            <a:avLst/>
            <a:gdLst/>
            <a:ahLst/>
            <a:rect l="l" t="t" r="r" b="b"/>
            <a:pathLst>
              <a:path w="62" h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2" y="14"/>
                  <a:pt x="62" y="31"/>
                </a:cubicBezTo>
                <a:cubicBezTo>
                  <a:pt x="62" y="48"/>
                  <a:pt x="48" y="62"/>
                  <a:pt x="31" y="62"/>
                </a:cubicBezTo>
                <a:close/>
                <a:moveTo>
                  <a:pt x="31" y="9"/>
                </a:moveTo>
                <a:cubicBezTo>
                  <a:pt x="19" y="9"/>
                  <a:pt x="9" y="19"/>
                  <a:pt x="9" y="31"/>
                </a:cubicBezTo>
                <a:cubicBezTo>
                  <a:pt x="9" y="43"/>
                  <a:pt x="19" y="53"/>
                  <a:pt x="31" y="53"/>
                </a:cubicBezTo>
                <a:cubicBezTo>
                  <a:pt x="43" y="53"/>
                  <a:pt x="53" y="43"/>
                  <a:pt x="53" y="31"/>
                </a:cubicBezTo>
                <a:cubicBezTo>
                  <a:pt x="53" y="19"/>
                  <a:pt x="43" y="9"/>
                  <a:pt x="31" y="9"/>
                </a:cubicBezTo>
                <a:close/>
                <a:moveTo>
                  <a:pt x="39" y="45"/>
                </a:moveTo>
                <a:cubicBezTo>
                  <a:pt x="38" y="45"/>
                  <a:pt x="37" y="45"/>
                  <a:pt x="37" y="45"/>
                </a:cubicBezTo>
                <a:cubicBezTo>
                  <a:pt x="31" y="39"/>
                  <a:pt x="31" y="39"/>
                  <a:pt x="31" y="39"/>
                </a:cubicBezTo>
                <a:cubicBezTo>
                  <a:pt x="26" y="45"/>
                  <a:pt x="26" y="45"/>
                  <a:pt x="26" y="45"/>
                </a:cubicBezTo>
                <a:cubicBezTo>
                  <a:pt x="25" y="45"/>
                  <a:pt x="24" y="45"/>
                  <a:pt x="24" y="45"/>
                </a:cubicBezTo>
                <a:cubicBezTo>
                  <a:pt x="18" y="39"/>
                  <a:pt x="18" y="39"/>
                  <a:pt x="18" y="39"/>
                </a:cubicBezTo>
                <a:cubicBezTo>
                  <a:pt x="18" y="38"/>
                  <a:pt x="18" y="37"/>
                  <a:pt x="18" y="37"/>
                </a:cubicBezTo>
                <a:cubicBezTo>
                  <a:pt x="24" y="31"/>
                  <a:pt x="24" y="31"/>
                  <a:pt x="24" y="31"/>
                </a:cubicBezTo>
                <a:cubicBezTo>
                  <a:pt x="18" y="26"/>
                  <a:pt x="18" y="26"/>
                  <a:pt x="18" y="26"/>
                </a:cubicBezTo>
                <a:cubicBezTo>
                  <a:pt x="18" y="25"/>
                  <a:pt x="18" y="24"/>
                  <a:pt x="18" y="24"/>
                </a:cubicBezTo>
                <a:cubicBezTo>
                  <a:pt x="24" y="18"/>
                  <a:pt x="24" y="18"/>
                  <a:pt x="24" y="18"/>
                </a:cubicBezTo>
                <a:cubicBezTo>
                  <a:pt x="24" y="18"/>
                  <a:pt x="25" y="18"/>
                  <a:pt x="26" y="18"/>
                </a:cubicBezTo>
                <a:cubicBezTo>
                  <a:pt x="31" y="24"/>
                  <a:pt x="31" y="24"/>
                  <a:pt x="31" y="24"/>
                </a:cubicBezTo>
                <a:cubicBezTo>
                  <a:pt x="37" y="18"/>
                  <a:pt x="37" y="18"/>
                  <a:pt x="37" y="18"/>
                </a:cubicBezTo>
                <a:cubicBezTo>
                  <a:pt x="37" y="18"/>
                  <a:pt x="38" y="18"/>
                  <a:pt x="39" y="18"/>
                </a:cubicBezTo>
                <a:cubicBezTo>
                  <a:pt x="45" y="24"/>
                  <a:pt x="45" y="24"/>
                  <a:pt x="45" y="24"/>
                </a:cubicBezTo>
                <a:cubicBezTo>
                  <a:pt x="45" y="24"/>
                  <a:pt x="45" y="25"/>
                  <a:pt x="45" y="26"/>
                </a:cubicBezTo>
                <a:cubicBezTo>
                  <a:pt x="39" y="31"/>
                  <a:pt x="39" y="31"/>
                  <a:pt x="39" y="31"/>
                </a:cubicBezTo>
                <a:cubicBezTo>
                  <a:pt x="45" y="37"/>
                  <a:pt x="45" y="37"/>
                  <a:pt x="45" y="37"/>
                </a:cubicBezTo>
                <a:cubicBezTo>
                  <a:pt x="45" y="37"/>
                  <a:pt x="45" y="38"/>
                  <a:pt x="45" y="39"/>
                </a:cubicBezTo>
                <a:lnTo>
                  <a:pt x="39" y="4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44" name="Freeform 150"/>
          <p:cNvSpPr/>
          <p:nvPr/>
        </p:nvSpPr>
        <p:spPr>
          <a:xfrm>
            <a:off x="5937120" y="3938760"/>
            <a:ext cx="282600" cy="174600"/>
          </a:xfrm>
          <a:custGeom>
            <a:avLst/>
            <a:gdLst/>
            <a:ahLst/>
            <a:rect l="l" t="t" r="r" b="b"/>
            <a:pathLst>
              <a:path w="82" h="51">
                <a:moveTo>
                  <a:pt x="56" y="51"/>
                </a:moveTo>
                <a:cubicBezTo>
                  <a:pt x="25" y="51"/>
                  <a:pt x="25" y="51"/>
                  <a:pt x="25" y="51"/>
                </a:cubicBezTo>
                <a:cubicBezTo>
                  <a:pt x="11" y="51"/>
                  <a:pt x="0" y="39"/>
                  <a:pt x="0" y="25"/>
                </a:cubicBezTo>
                <a:cubicBezTo>
                  <a:pt x="0" y="11"/>
                  <a:pt x="11" y="0"/>
                  <a:pt x="25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70" y="0"/>
                  <a:pt x="82" y="11"/>
                  <a:pt x="82" y="25"/>
                </a:cubicBezTo>
                <a:cubicBezTo>
                  <a:pt x="82" y="39"/>
                  <a:pt x="70" y="51"/>
                  <a:pt x="56" y="51"/>
                </a:cubicBezTo>
                <a:close/>
                <a:moveTo>
                  <a:pt x="25" y="5"/>
                </a:moveTo>
                <a:cubicBezTo>
                  <a:pt x="14" y="5"/>
                  <a:pt x="5" y="14"/>
                  <a:pt x="5" y="25"/>
                </a:cubicBezTo>
                <a:cubicBezTo>
                  <a:pt x="5" y="37"/>
                  <a:pt x="14" y="46"/>
                  <a:pt x="25" y="46"/>
                </a:cubicBezTo>
                <a:cubicBezTo>
                  <a:pt x="37" y="46"/>
                  <a:pt x="46" y="37"/>
                  <a:pt x="46" y="25"/>
                </a:cubicBezTo>
                <a:cubicBezTo>
                  <a:pt x="46" y="14"/>
                  <a:pt x="37" y="5"/>
                  <a:pt x="25" y="5"/>
                </a:cubicBezTo>
                <a:close/>
                <a:moveTo>
                  <a:pt x="56" y="5"/>
                </a:moveTo>
                <a:cubicBezTo>
                  <a:pt x="41" y="5"/>
                  <a:pt x="41" y="5"/>
                  <a:pt x="41" y="5"/>
                </a:cubicBezTo>
                <a:cubicBezTo>
                  <a:pt x="47" y="9"/>
                  <a:pt x="51" y="17"/>
                  <a:pt x="51" y="25"/>
                </a:cubicBezTo>
                <a:cubicBezTo>
                  <a:pt x="51" y="34"/>
                  <a:pt x="47" y="41"/>
                  <a:pt x="41" y="46"/>
                </a:cubicBezTo>
                <a:cubicBezTo>
                  <a:pt x="56" y="46"/>
                  <a:pt x="56" y="46"/>
                  <a:pt x="56" y="46"/>
                </a:cubicBezTo>
                <a:cubicBezTo>
                  <a:pt x="68" y="46"/>
                  <a:pt x="77" y="37"/>
                  <a:pt x="77" y="25"/>
                </a:cubicBezTo>
                <a:cubicBezTo>
                  <a:pt x="77" y="14"/>
                  <a:pt x="68" y="5"/>
                  <a:pt x="56" y="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45" name="Freeform 151"/>
          <p:cNvSpPr/>
          <p:nvPr/>
        </p:nvSpPr>
        <p:spPr>
          <a:xfrm>
            <a:off x="6432480" y="3917880"/>
            <a:ext cx="192240" cy="212760"/>
          </a:xfrm>
          <a:custGeom>
            <a:avLst/>
            <a:gdLst/>
            <a:ahLst/>
            <a:rect l="l" t="t" r="r" b="b"/>
            <a:pathLst>
              <a:path w="56" h="62">
                <a:moveTo>
                  <a:pt x="56" y="15"/>
                </a:moveTo>
                <a:cubicBezTo>
                  <a:pt x="56" y="15"/>
                  <a:pt x="56" y="16"/>
                  <a:pt x="55" y="16"/>
                </a:cubicBezTo>
                <a:cubicBezTo>
                  <a:pt x="51" y="16"/>
                  <a:pt x="51" y="16"/>
                  <a:pt x="51" y="16"/>
                </a:cubicBezTo>
                <a:cubicBezTo>
                  <a:pt x="51" y="54"/>
                  <a:pt x="51" y="54"/>
                  <a:pt x="51" y="54"/>
                </a:cubicBezTo>
                <a:cubicBezTo>
                  <a:pt x="51" y="58"/>
                  <a:pt x="48" y="62"/>
                  <a:pt x="45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8" y="62"/>
                  <a:pt x="5" y="59"/>
                  <a:pt x="5" y="54"/>
                </a:cubicBezTo>
                <a:cubicBezTo>
                  <a:pt x="5" y="16"/>
                  <a:pt x="5" y="16"/>
                  <a:pt x="5" y="16"/>
                </a:cubicBezTo>
                <a:cubicBezTo>
                  <a:pt x="1" y="16"/>
                  <a:pt x="1" y="16"/>
                  <a:pt x="1" y="16"/>
                </a:cubicBezTo>
                <a:cubicBezTo>
                  <a:pt x="0" y="16"/>
                  <a:pt x="0" y="15"/>
                  <a:pt x="0" y="15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11"/>
                  <a:pt x="0" y="11"/>
                  <a:pt x="1" y="11"/>
                </a:cubicBezTo>
                <a:cubicBezTo>
                  <a:pt x="13" y="11"/>
                  <a:pt x="13" y="11"/>
                  <a:pt x="13" y="11"/>
                </a:cubicBezTo>
                <a:cubicBezTo>
                  <a:pt x="16" y="4"/>
                  <a:pt x="16" y="4"/>
                  <a:pt x="16" y="4"/>
                </a:cubicBezTo>
                <a:cubicBezTo>
                  <a:pt x="17" y="2"/>
                  <a:pt x="19" y="0"/>
                  <a:pt x="22" y="0"/>
                </a:cubicBezTo>
                <a:cubicBezTo>
                  <a:pt x="34" y="0"/>
                  <a:pt x="34" y="0"/>
                  <a:pt x="34" y="0"/>
                </a:cubicBezTo>
                <a:cubicBezTo>
                  <a:pt x="37" y="0"/>
                  <a:pt x="39" y="2"/>
                  <a:pt x="40" y="4"/>
                </a:cubicBezTo>
                <a:cubicBezTo>
                  <a:pt x="43" y="11"/>
                  <a:pt x="43" y="11"/>
                  <a:pt x="43" y="11"/>
                </a:cubicBezTo>
                <a:cubicBezTo>
                  <a:pt x="55" y="11"/>
                  <a:pt x="55" y="11"/>
                  <a:pt x="55" y="11"/>
                </a:cubicBezTo>
                <a:cubicBezTo>
                  <a:pt x="56" y="11"/>
                  <a:pt x="56" y="11"/>
                  <a:pt x="56" y="12"/>
                </a:cubicBezTo>
                <a:lnTo>
                  <a:pt x="56" y="15"/>
                </a:lnTo>
                <a:close/>
                <a:moveTo>
                  <a:pt x="20" y="22"/>
                </a:moveTo>
                <a:cubicBezTo>
                  <a:pt x="20" y="22"/>
                  <a:pt x="20" y="21"/>
                  <a:pt x="19" y="21"/>
                </a:cubicBezTo>
                <a:cubicBezTo>
                  <a:pt x="16" y="21"/>
                  <a:pt x="16" y="21"/>
                  <a:pt x="16" y="21"/>
                </a:cubicBezTo>
                <a:cubicBezTo>
                  <a:pt x="16" y="21"/>
                  <a:pt x="15" y="22"/>
                  <a:pt x="15" y="22"/>
                </a:cubicBezTo>
                <a:cubicBezTo>
                  <a:pt x="15" y="51"/>
                  <a:pt x="15" y="51"/>
                  <a:pt x="15" y="51"/>
                </a:cubicBezTo>
                <a:cubicBezTo>
                  <a:pt x="15" y="51"/>
                  <a:pt x="16" y="52"/>
                  <a:pt x="16" y="52"/>
                </a:cubicBezTo>
                <a:cubicBezTo>
                  <a:pt x="19" y="52"/>
                  <a:pt x="19" y="52"/>
                  <a:pt x="19" y="52"/>
                </a:cubicBezTo>
                <a:cubicBezTo>
                  <a:pt x="20" y="52"/>
                  <a:pt x="20" y="51"/>
                  <a:pt x="20" y="51"/>
                </a:cubicBezTo>
                <a:lnTo>
                  <a:pt x="20" y="22"/>
                </a:lnTo>
                <a:close/>
                <a:moveTo>
                  <a:pt x="37" y="11"/>
                </a:moveTo>
                <a:cubicBezTo>
                  <a:pt x="35" y="6"/>
                  <a:pt x="35" y="6"/>
                  <a:pt x="35" y="6"/>
                </a:cubicBezTo>
                <a:cubicBezTo>
                  <a:pt x="35" y="6"/>
                  <a:pt x="35" y="6"/>
                  <a:pt x="34" y="6"/>
                </a:cubicBezTo>
                <a:cubicBezTo>
                  <a:pt x="22" y="6"/>
                  <a:pt x="22" y="6"/>
                  <a:pt x="22" y="6"/>
                </a:cubicBezTo>
                <a:cubicBezTo>
                  <a:pt x="21" y="6"/>
                  <a:pt x="21" y="6"/>
                  <a:pt x="21" y="6"/>
                </a:cubicBezTo>
                <a:cubicBezTo>
                  <a:pt x="19" y="11"/>
                  <a:pt x="19" y="11"/>
                  <a:pt x="19" y="11"/>
                </a:cubicBezTo>
                <a:lnTo>
                  <a:pt x="37" y="11"/>
                </a:lnTo>
                <a:close/>
                <a:moveTo>
                  <a:pt x="31" y="22"/>
                </a:moveTo>
                <a:cubicBezTo>
                  <a:pt x="31" y="22"/>
                  <a:pt x="30" y="21"/>
                  <a:pt x="29" y="21"/>
                </a:cubicBezTo>
                <a:cubicBezTo>
                  <a:pt x="27" y="21"/>
                  <a:pt x="27" y="21"/>
                  <a:pt x="27" y="21"/>
                </a:cubicBezTo>
                <a:cubicBezTo>
                  <a:pt x="26" y="21"/>
                  <a:pt x="25" y="22"/>
                  <a:pt x="25" y="22"/>
                </a:cubicBezTo>
                <a:cubicBezTo>
                  <a:pt x="25" y="51"/>
                  <a:pt x="25" y="51"/>
                  <a:pt x="25" y="51"/>
                </a:cubicBezTo>
                <a:cubicBezTo>
                  <a:pt x="25" y="51"/>
                  <a:pt x="26" y="52"/>
                  <a:pt x="27" y="52"/>
                </a:cubicBezTo>
                <a:cubicBezTo>
                  <a:pt x="29" y="52"/>
                  <a:pt x="29" y="52"/>
                  <a:pt x="29" y="52"/>
                </a:cubicBezTo>
                <a:cubicBezTo>
                  <a:pt x="30" y="52"/>
                  <a:pt x="31" y="51"/>
                  <a:pt x="31" y="51"/>
                </a:cubicBezTo>
                <a:lnTo>
                  <a:pt x="31" y="22"/>
                </a:lnTo>
                <a:close/>
                <a:moveTo>
                  <a:pt x="41" y="22"/>
                </a:moveTo>
                <a:cubicBezTo>
                  <a:pt x="41" y="22"/>
                  <a:pt x="40" y="21"/>
                  <a:pt x="40" y="21"/>
                </a:cubicBezTo>
                <a:cubicBezTo>
                  <a:pt x="37" y="21"/>
                  <a:pt x="37" y="21"/>
                  <a:pt x="37" y="21"/>
                </a:cubicBezTo>
                <a:cubicBezTo>
                  <a:pt x="36" y="21"/>
                  <a:pt x="36" y="22"/>
                  <a:pt x="36" y="22"/>
                </a:cubicBezTo>
                <a:cubicBezTo>
                  <a:pt x="36" y="51"/>
                  <a:pt x="36" y="51"/>
                  <a:pt x="36" y="51"/>
                </a:cubicBezTo>
                <a:cubicBezTo>
                  <a:pt x="36" y="51"/>
                  <a:pt x="36" y="52"/>
                  <a:pt x="37" y="52"/>
                </a:cubicBezTo>
                <a:cubicBezTo>
                  <a:pt x="40" y="52"/>
                  <a:pt x="40" y="52"/>
                  <a:pt x="40" y="52"/>
                </a:cubicBezTo>
                <a:cubicBezTo>
                  <a:pt x="40" y="52"/>
                  <a:pt x="41" y="51"/>
                  <a:pt x="41" y="51"/>
                </a:cubicBezTo>
                <a:lnTo>
                  <a:pt x="41" y="2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46" name="Freeform 152"/>
          <p:cNvSpPr/>
          <p:nvPr/>
        </p:nvSpPr>
        <p:spPr>
          <a:xfrm>
            <a:off x="6927840" y="3917880"/>
            <a:ext cx="230040" cy="212760"/>
          </a:xfrm>
          <a:custGeom>
            <a:avLst/>
            <a:gdLst/>
            <a:ahLst/>
            <a:rect l="l" t="t" r="r" b="b"/>
            <a:pathLst>
              <a:path w="67" h="62">
                <a:moveTo>
                  <a:pt x="67" y="20"/>
                </a:moveTo>
                <a:cubicBezTo>
                  <a:pt x="67" y="27"/>
                  <a:pt x="58" y="36"/>
                  <a:pt x="46" y="36"/>
                </a:cubicBezTo>
                <a:cubicBezTo>
                  <a:pt x="44" y="38"/>
                  <a:pt x="42" y="40"/>
                  <a:pt x="42" y="40"/>
                </a:cubicBezTo>
                <a:cubicBezTo>
                  <a:pt x="40" y="42"/>
                  <a:pt x="39" y="44"/>
                  <a:pt x="39" y="47"/>
                </a:cubicBezTo>
                <a:cubicBezTo>
                  <a:pt x="39" y="49"/>
                  <a:pt x="40" y="52"/>
                  <a:pt x="44" y="52"/>
                </a:cubicBezTo>
                <a:cubicBezTo>
                  <a:pt x="48" y="52"/>
                  <a:pt x="52" y="54"/>
                  <a:pt x="52" y="58"/>
                </a:cubicBezTo>
                <a:cubicBezTo>
                  <a:pt x="52" y="61"/>
                  <a:pt x="52" y="61"/>
                  <a:pt x="52" y="61"/>
                </a:cubicBezTo>
                <a:cubicBezTo>
                  <a:pt x="52" y="62"/>
                  <a:pt x="51" y="62"/>
                  <a:pt x="51" y="62"/>
                </a:cubicBezTo>
                <a:cubicBezTo>
                  <a:pt x="17" y="62"/>
                  <a:pt x="17" y="62"/>
                  <a:pt x="17" y="62"/>
                </a:cubicBezTo>
                <a:cubicBezTo>
                  <a:pt x="16" y="62"/>
                  <a:pt x="16" y="62"/>
                  <a:pt x="16" y="61"/>
                </a:cubicBezTo>
                <a:cubicBezTo>
                  <a:pt x="16" y="58"/>
                  <a:pt x="16" y="58"/>
                  <a:pt x="16" y="58"/>
                </a:cubicBezTo>
                <a:cubicBezTo>
                  <a:pt x="16" y="54"/>
                  <a:pt x="20" y="52"/>
                  <a:pt x="24" y="52"/>
                </a:cubicBezTo>
                <a:cubicBezTo>
                  <a:pt x="27" y="52"/>
                  <a:pt x="29" y="49"/>
                  <a:pt x="29" y="47"/>
                </a:cubicBezTo>
                <a:cubicBezTo>
                  <a:pt x="29" y="44"/>
                  <a:pt x="28" y="42"/>
                  <a:pt x="26" y="40"/>
                </a:cubicBezTo>
                <a:cubicBezTo>
                  <a:pt x="25" y="40"/>
                  <a:pt x="24" y="38"/>
                  <a:pt x="22" y="36"/>
                </a:cubicBezTo>
                <a:cubicBezTo>
                  <a:pt x="10" y="36"/>
                  <a:pt x="0" y="27"/>
                  <a:pt x="0" y="20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2"/>
                  <a:pt x="2" y="11"/>
                  <a:pt x="4" y="11"/>
                </a:cubicBezTo>
                <a:cubicBezTo>
                  <a:pt x="16" y="11"/>
                  <a:pt x="16" y="11"/>
                  <a:pt x="16" y="11"/>
                </a:cubicBezTo>
                <a:cubicBezTo>
                  <a:pt x="16" y="7"/>
                  <a:pt x="16" y="7"/>
                  <a:pt x="16" y="7"/>
                </a:cubicBezTo>
                <a:cubicBezTo>
                  <a:pt x="16" y="3"/>
                  <a:pt x="19" y="0"/>
                  <a:pt x="22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9" y="0"/>
                  <a:pt x="52" y="3"/>
                  <a:pt x="52" y="7"/>
                </a:cubicBezTo>
                <a:cubicBezTo>
                  <a:pt x="52" y="11"/>
                  <a:pt x="52" y="11"/>
                  <a:pt x="52" y="11"/>
                </a:cubicBezTo>
                <a:cubicBezTo>
                  <a:pt x="63" y="11"/>
                  <a:pt x="63" y="11"/>
                  <a:pt x="63" y="11"/>
                </a:cubicBezTo>
                <a:cubicBezTo>
                  <a:pt x="66" y="11"/>
                  <a:pt x="67" y="12"/>
                  <a:pt x="67" y="15"/>
                </a:cubicBezTo>
                <a:lnTo>
                  <a:pt x="67" y="20"/>
                </a:lnTo>
                <a:close/>
                <a:moveTo>
                  <a:pt x="16" y="16"/>
                </a:moveTo>
                <a:cubicBezTo>
                  <a:pt x="6" y="16"/>
                  <a:pt x="6" y="16"/>
                  <a:pt x="6" y="16"/>
                </a:cubicBezTo>
                <a:cubicBezTo>
                  <a:pt x="6" y="20"/>
                  <a:pt x="6" y="20"/>
                  <a:pt x="6" y="20"/>
                </a:cubicBezTo>
                <a:cubicBezTo>
                  <a:pt x="6" y="24"/>
                  <a:pt x="11" y="29"/>
                  <a:pt x="19" y="31"/>
                </a:cubicBezTo>
                <a:cubicBezTo>
                  <a:pt x="17" y="27"/>
                  <a:pt x="16" y="22"/>
                  <a:pt x="16" y="16"/>
                </a:cubicBezTo>
                <a:close/>
                <a:moveTo>
                  <a:pt x="62" y="16"/>
                </a:moveTo>
                <a:cubicBezTo>
                  <a:pt x="52" y="16"/>
                  <a:pt x="52" y="16"/>
                  <a:pt x="52" y="16"/>
                </a:cubicBezTo>
                <a:cubicBezTo>
                  <a:pt x="52" y="22"/>
                  <a:pt x="51" y="27"/>
                  <a:pt x="49" y="31"/>
                </a:cubicBezTo>
                <a:cubicBezTo>
                  <a:pt x="57" y="29"/>
                  <a:pt x="62" y="24"/>
                  <a:pt x="62" y="20"/>
                </a:cubicBezTo>
                <a:lnTo>
                  <a:pt x="62" y="1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47" name="Freeform 153"/>
          <p:cNvSpPr/>
          <p:nvPr/>
        </p:nvSpPr>
        <p:spPr>
          <a:xfrm>
            <a:off x="7429680" y="3900600"/>
            <a:ext cx="133200" cy="230040"/>
          </a:xfrm>
          <a:custGeom>
            <a:avLst/>
            <a:gdLst/>
            <a:ahLst/>
            <a:rect l="l" t="t" r="r" b="b"/>
            <a:pathLst>
              <a:path w="39" h="67">
                <a:moveTo>
                  <a:pt x="39" y="63"/>
                </a:moveTo>
                <a:cubicBezTo>
                  <a:pt x="38" y="65"/>
                  <a:pt x="32" y="67"/>
                  <a:pt x="27" y="67"/>
                </a:cubicBezTo>
                <a:cubicBezTo>
                  <a:pt x="13" y="67"/>
                  <a:pt x="7" y="57"/>
                  <a:pt x="7" y="49"/>
                </a:cubicBezTo>
                <a:cubicBezTo>
                  <a:pt x="7" y="27"/>
                  <a:pt x="7" y="27"/>
                  <a:pt x="7" y="27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19"/>
                  <a:pt x="0" y="19"/>
                  <a:pt x="0" y="19"/>
                </a:cubicBezTo>
                <a:cubicBezTo>
                  <a:pt x="11" y="15"/>
                  <a:pt x="13" y="6"/>
                  <a:pt x="14" y="1"/>
                </a:cubicBezTo>
                <a:cubicBezTo>
                  <a:pt x="14" y="0"/>
                  <a:pt x="14" y="0"/>
                  <a:pt x="14" y="0"/>
                </a:cubicBezTo>
                <a:cubicBezTo>
                  <a:pt x="14" y="0"/>
                  <a:pt x="14" y="0"/>
                  <a:pt x="24" y="0"/>
                </a:cubicBezTo>
                <a:cubicBezTo>
                  <a:pt x="24" y="17"/>
                  <a:pt x="24" y="17"/>
                  <a:pt x="24" y="17"/>
                </a:cubicBezTo>
                <a:cubicBezTo>
                  <a:pt x="37" y="17"/>
                  <a:pt x="37" y="17"/>
                  <a:pt x="37" y="17"/>
                </a:cubicBezTo>
                <a:cubicBezTo>
                  <a:pt x="37" y="27"/>
                  <a:pt x="37" y="27"/>
                  <a:pt x="37" y="27"/>
                </a:cubicBezTo>
                <a:cubicBezTo>
                  <a:pt x="24" y="27"/>
                  <a:pt x="24" y="27"/>
                  <a:pt x="24" y="27"/>
                </a:cubicBezTo>
                <a:cubicBezTo>
                  <a:pt x="24" y="48"/>
                  <a:pt x="24" y="48"/>
                  <a:pt x="24" y="48"/>
                </a:cubicBezTo>
                <a:cubicBezTo>
                  <a:pt x="24" y="51"/>
                  <a:pt x="25" y="55"/>
                  <a:pt x="30" y="55"/>
                </a:cubicBezTo>
                <a:cubicBezTo>
                  <a:pt x="32" y="55"/>
                  <a:pt x="34" y="54"/>
                  <a:pt x="36" y="54"/>
                </a:cubicBezTo>
                <a:lnTo>
                  <a:pt x="39" y="6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48" name="Freeform 154"/>
          <p:cNvSpPr/>
          <p:nvPr/>
        </p:nvSpPr>
        <p:spPr>
          <a:xfrm>
            <a:off x="7924680" y="3938760"/>
            <a:ext cx="219240" cy="174600"/>
          </a:xfrm>
          <a:custGeom>
            <a:avLst/>
            <a:gdLst/>
            <a:ahLst/>
            <a:rect l="l" t="t" r="r" b="b"/>
            <a:pathLst>
              <a:path w="64" h="51">
                <a:moveTo>
                  <a:pt x="57" y="12"/>
                </a:moveTo>
                <a:cubicBezTo>
                  <a:pt x="57" y="13"/>
                  <a:pt x="57" y="14"/>
                  <a:pt x="57" y="14"/>
                </a:cubicBezTo>
                <a:cubicBezTo>
                  <a:pt x="57" y="31"/>
                  <a:pt x="44" y="51"/>
                  <a:pt x="20" y="51"/>
                </a:cubicBezTo>
                <a:cubicBezTo>
                  <a:pt x="13" y="51"/>
                  <a:pt x="6" y="49"/>
                  <a:pt x="0" y="45"/>
                </a:cubicBezTo>
                <a:cubicBezTo>
                  <a:pt x="1" y="45"/>
                  <a:pt x="2" y="45"/>
                  <a:pt x="3" y="45"/>
                </a:cubicBezTo>
                <a:cubicBezTo>
                  <a:pt x="9" y="45"/>
                  <a:pt x="15" y="43"/>
                  <a:pt x="19" y="40"/>
                </a:cubicBezTo>
                <a:cubicBezTo>
                  <a:pt x="14" y="40"/>
                  <a:pt x="9" y="36"/>
                  <a:pt x="7" y="31"/>
                </a:cubicBezTo>
                <a:cubicBezTo>
                  <a:pt x="8" y="31"/>
                  <a:pt x="9" y="31"/>
                  <a:pt x="10" y="31"/>
                </a:cubicBezTo>
                <a:cubicBezTo>
                  <a:pt x="11" y="31"/>
                  <a:pt x="12" y="31"/>
                  <a:pt x="13" y="31"/>
                </a:cubicBezTo>
                <a:cubicBezTo>
                  <a:pt x="7" y="29"/>
                  <a:pt x="3" y="24"/>
                  <a:pt x="3" y="18"/>
                </a:cubicBezTo>
                <a:cubicBezTo>
                  <a:pt x="3" y="18"/>
                  <a:pt x="3" y="18"/>
                  <a:pt x="3" y="18"/>
                </a:cubicBezTo>
                <a:cubicBezTo>
                  <a:pt x="5" y="19"/>
                  <a:pt x="7" y="19"/>
                  <a:pt x="9" y="19"/>
                </a:cubicBezTo>
                <a:cubicBezTo>
                  <a:pt x="5" y="17"/>
                  <a:pt x="3" y="13"/>
                  <a:pt x="3" y="9"/>
                </a:cubicBezTo>
                <a:cubicBezTo>
                  <a:pt x="3" y="6"/>
                  <a:pt x="4" y="4"/>
                  <a:pt x="5" y="2"/>
                </a:cubicBezTo>
                <a:cubicBezTo>
                  <a:pt x="11" y="10"/>
                  <a:pt x="21" y="15"/>
                  <a:pt x="31" y="16"/>
                </a:cubicBezTo>
                <a:cubicBezTo>
                  <a:pt x="31" y="15"/>
                  <a:pt x="31" y="14"/>
                  <a:pt x="31" y="13"/>
                </a:cubicBezTo>
                <a:cubicBezTo>
                  <a:pt x="31" y="5"/>
                  <a:pt x="37" y="0"/>
                  <a:pt x="44" y="0"/>
                </a:cubicBezTo>
                <a:cubicBezTo>
                  <a:pt x="48" y="0"/>
                  <a:pt x="51" y="1"/>
                  <a:pt x="54" y="4"/>
                </a:cubicBezTo>
                <a:cubicBezTo>
                  <a:pt x="56" y="3"/>
                  <a:pt x="59" y="2"/>
                  <a:pt x="62" y="1"/>
                </a:cubicBezTo>
                <a:cubicBezTo>
                  <a:pt x="61" y="4"/>
                  <a:pt x="59" y="6"/>
                  <a:pt x="56" y="8"/>
                </a:cubicBezTo>
                <a:cubicBezTo>
                  <a:pt x="59" y="7"/>
                  <a:pt x="61" y="7"/>
                  <a:pt x="64" y="6"/>
                </a:cubicBezTo>
                <a:cubicBezTo>
                  <a:pt x="62" y="8"/>
                  <a:pt x="60" y="11"/>
                  <a:pt x="57" y="1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49" name="Freeform 155"/>
          <p:cNvSpPr/>
          <p:nvPr/>
        </p:nvSpPr>
        <p:spPr>
          <a:xfrm>
            <a:off x="8412120" y="3917880"/>
            <a:ext cx="212760" cy="212760"/>
          </a:xfrm>
          <a:custGeom>
            <a:avLst/>
            <a:gdLst/>
            <a:ahLst/>
            <a:rect l="l" t="t" r="r" b="b"/>
            <a:pathLst>
              <a:path w="62" h="62">
                <a:moveTo>
                  <a:pt x="31" y="62"/>
                </a:moveTo>
                <a:cubicBezTo>
                  <a:pt x="22" y="62"/>
                  <a:pt x="13" y="58"/>
                  <a:pt x="8" y="51"/>
                </a:cubicBezTo>
                <a:cubicBezTo>
                  <a:pt x="7" y="50"/>
                  <a:pt x="7" y="50"/>
                  <a:pt x="8" y="49"/>
                </a:cubicBezTo>
                <a:cubicBezTo>
                  <a:pt x="13" y="44"/>
                  <a:pt x="13" y="44"/>
                  <a:pt x="13" y="44"/>
                </a:cubicBezTo>
                <a:cubicBezTo>
                  <a:pt x="13" y="44"/>
                  <a:pt x="14" y="43"/>
                  <a:pt x="14" y="43"/>
                </a:cubicBezTo>
                <a:cubicBezTo>
                  <a:pt x="15" y="43"/>
                  <a:pt x="15" y="44"/>
                  <a:pt x="15" y="44"/>
                </a:cubicBezTo>
                <a:cubicBezTo>
                  <a:pt x="19" y="49"/>
                  <a:pt x="25" y="52"/>
                  <a:pt x="31" y="52"/>
                </a:cubicBezTo>
                <a:cubicBezTo>
                  <a:pt x="43" y="52"/>
                  <a:pt x="52" y="43"/>
                  <a:pt x="52" y="31"/>
                </a:cubicBezTo>
                <a:cubicBezTo>
                  <a:pt x="52" y="20"/>
                  <a:pt x="43" y="11"/>
                  <a:pt x="31" y="11"/>
                </a:cubicBezTo>
                <a:cubicBezTo>
                  <a:pt x="26" y="11"/>
                  <a:pt x="21" y="13"/>
                  <a:pt x="17" y="16"/>
                </a:cubicBezTo>
                <a:cubicBezTo>
                  <a:pt x="23" y="22"/>
                  <a:pt x="23" y="22"/>
                  <a:pt x="23" y="22"/>
                </a:cubicBezTo>
                <a:cubicBezTo>
                  <a:pt x="24" y="23"/>
                  <a:pt x="24" y="24"/>
                  <a:pt x="23" y="25"/>
                </a:cubicBezTo>
                <a:cubicBezTo>
                  <a:pt x="23" y="26"/>
                  <a:pt x="22" y="26"/>
                  <a:pt x="21" y="26"/>
                </a:cubicBezTo>
                <a:cubicBezTo>
                  <a:pt x="3" y="26"/>
                  <a:pt x="3" y="26"/>
                  <a:pt x="3" y="26"/>
                </a:cubicBezTo>
                <a:cubicBezTo>
                  <a:pt x="2" y="26"/>
                  <a:pt x="0" y="25"/>
                  <a:pt x="0" y="24"/>
                </a:cubicBezTo>
                <a:cubicBezTo>
                  <a:pt x="0" y="6"/>
                  <a:pt x="0" y="6"/>
                  <a:pt x="0" y="6"/>
                </a:cubicBezTo>
                <a:cubicBezTo>
                  <a:pt x="0" y="5"/>
                  <a:pt x="1" y="4"/>
                  <a:pt x="2" y="3"/>
                </a:cubicBezTo>
                <a:cubicBezTo>
                  <a:pt x="3" y="3"/>
                  <a:pt x="4" y="3"/>
                  <a:pt x="5" y="4"/>
                </a:cubicBezTo>
                <a:cubicBezTo>
                  <a:pt x="10" y="9"/>
                  <a:pt x="10" y="9"/>
                  <a:pt x="10" y="9"/>
                </a:cubicBezTo>
                <a:cubicBezTo>
                  <a:pt x="16" y="4"/>
                  <a:pt x="23" y="0"/>
                  <a:pt x="31" y="0"/>
                </a:cubicBezTo>
                <a:cubicBezTo>
                  <a:pt x="48" y="0"/>
                  <a:pt x="62" y="14"/>
                  <a:pt x="62" y="31"/>
                </a:cubicBezTo>
                <a:cubicBezTo>
                  <a:pt x="62" y="48"/>
                  <a:pt x="48" y="62"/>
                  <a:pt x="31" y="6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50" name="Freeform 156"/>
          <p:cNvSpPr/>
          <p:nvPr/>
        </p:nvSpPr>
        <p:spPr>
          <a:xfrm>
            <a:off x="8839080" y="3900600"/>
            <a:ext cx="157320" cy="212760"/>
          </a:xfrm>
          <a:custGeom>
            <a:avLst/>
            <a:gdLst/>
            <a:ahLst/>
            <a:rect l="l" t="t" r="r" b="b"/>
            <a:pathLst>
              <a:path w="46" h="62">
                <a:moveTo>
                  <a:pt x="46" y="35"/>
                </a:moveTo>
                <a:cubicBezTo>
                  <a:pt x="46" y="58"/>
                  <a:pt x="46" y="58"/>
                  <a:pt x="46" y="58"/>
                </a:cubicBezTo>
                <a:cubicBezTo>
                  <a:pt x="46" y="60"/>
                  <a:pt x="44" y="62"/>
                  <a:pt x="42" y="62"/>
                </a:cubicBezTo>
                <a:cubicBezTo>
                  <a:pt x="4" y="62"/>
                  <a:pt x="4" y="62"/>
                  <a:pt x="4" y="62"/>
                </a:cubicBezTo>
                <a:cubicBezTo>
                  <a:pt x="1" y="62"/>
                  <a:pt x="0" y="60"/>
                  <a:pt x="0" y="58"/>
                </a:cubicBezTo>
                <a:cubicBezTo>
                  <a:pt x="0" y="35"/>
                  <a:pt x="0" y="35"/>
                  <a:pt x="0" y="35"/>
                </a:cubicBezTo>
                <a:cubicBezTo>
                  <a:pt x="0" y="33"/>
                  <a:pt x="1" y="31"/>
                  <a:pt x="4" y="31"/>
                </a:cubicBezTo>
                <a:cubicBezTo>
                  <a:pt x="5" y="31"/>
                  <a:pt x="5" y="31"/>
                  <a:pt x="5" y="31"/>
                </a:cubicBezTo>
                <a:cubicBezTo>
                  <a:pt x="5" y="18"/>
                  <a:pt x="5" y="18"/>
                  <a:pt x="5" y="18"/>
                </a:cubicBezTo>
                <a:cubicBezTo>
                  <a:pt x="5" y="8"/>
                  <a:pt x="13" y="0"/>
                  <a:pt x="23" y="0"/>
                </a:cubicBezTo>
                <a:cubicBezTo>
                  <a:pt x="33" y="0"/>
                  <a:pt x="41" y="8"/>
                  <a:pt x="41" y="18"/>
                </a:cubicBezTo>
                <a:cubicBezTo>
                  <a:pt x="41" y="20"/>
                  <a:pt x="40" y="21"/>
                  <a:pt x="38" y="21"/>
                </a:cubicBezTo>
                <a:cubicBezTo>
                  <a:pt x="36" y="21"/>
                  <a:pt x="36" y="21"/>
                  <a:pt x="36" y="21"/>
                </a:cubicBezTo>
                <a:cubicBezTo>
                  <a:pt x="34" y="21"/>
                  <a:pt x="33" y="20"/>
                  <a:pt x="33" y="18"/>
                </a:cubicBezTo>
                <a:cubicBezTo>
                  <a:pt x="33" y="13"/>
                  <a:pt x="29" y="8"/>
                  <a:pt x="23" y="8"/>
                </a:cubicBezTo>
                <a:cubicBezTo>
                  <a:pt x="17" y="8"/>
                  <a:pt x="13" y="13"/>
                  <a:pt x="13" y="18"/>
                </a:cubicBezTo>
                <a:cubicBezTo>
                  <a:pt x="13" y="31"/>
                  <a:pt x="13" y="31"/>
                  <a:pt x="13" y="31"/>
                </a:cubicBezTo>
                <a:cubicBezTo>
                  <a:pt x="42" y="31"/>
                  <a:pt x="42" y="31"/>
                  <a:pt x="42" y="31"/>
                </a:cubicBezTo>
                <a:cubicBezTo>
                  <a:pt x="44" y="31"/>
                  <a:pt x="46" y="33"/>
                  <a:pt x="46" y="3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51" name="Freeform 157"/>
          <p:cNvSpPr/>
          <p:nvPr/>
        </p:nvSpPr>
        <p:spPr>
          <a:xfrm>
            <a:off x="112680" y="1200240"/>
            <a:ext cx="192240" cy="212760"/>
          </a:xfrm>
          <a:custGeom>
            <a:avLst/>
            <a:gdLst/>
            <a:ahLst/>
            <a:rect l="l" t="t" r="r" b="b"/>
            <a:pathLst>
              <a:path w="56" h="62">
                <a:moveTo>
                  <a:pt x="46" y="62"/>
                </a:moveTo>
                <a:cubicBezTo>
                  <a:pt x="10" y="62"/>
                  <a:pt x="10" y="62"/>
                  <a:pt x="10" y="62"/>
                </a:cubicBezTo>
                <a:cubicBezTo>
                  <a:pt x="4" y="62"/>
                  <a:pt x="0" y="58"/>
                  <a:pt x="0" y="52"/>
                </a:cubicBezTo>
                <a:cubicBezTo>
                  <a:pt x="0" y="43"/>
                  <a:pt x="2" y="29"/>
                  <a:pt x="14" y="29"/>
                </a:cubicBezTo>
                <a:cubicBezTo>
                  <a:pt x="15" y="29"/>
                  <a:pt x="20" y="34"/>
                  <a:pt x="28" y="34"/>
                </a:cubicBezTo>
                <a:cubicBezTo>
                  <a:pt x="36" y="34"/>
                  <a:pt x="41" y="29"/>
                  <a:pt x="42" y="29"/>
                </a:cubicBezTo>
                <a:cubicBezTo>
                  <a:pt x="54" y="29"/>
                  <a:pt x="56" y="43"/>
                  <a:pt x="56" y="52"/>
                </a:cubicBezTo>
                <a:cubicBezTo>
                  <a:pt x="56" y="58"/>
                  <a:pt x="52" y="62"/>
                  <a:pt x="46" y="62"/>
                </a:cubicBezTo>
                <a:close/>
                <a:moveTo>
                  <a:pt x="28" y="31"/>
                </a:moveTo>
                <a:cubicBezTo>
                  <a:pt x="20" y="31"/>
                  <a:pt x="13" y="24"/>
                  <a:pt x="13" y="16"/>
                </a:cubicBezTo>
                <a:cubicBezTo>
                  <a:pt x="13" y="7"/>
                  <a:pt x="20" y="0"/>
                  <a:pt x="28" y="0"/>
                </a:cubicBezTo>
                <a:cubicBezTo>
                  <a:pt x="37" y="0"/>
                  <a:pt x="43" y="7"/>
                  <a:pt x="43" y="16"/>
                </a:cubicBezTo>
                <a:cubicBezTo>
                  <a:pt x="43" y="24"/>
                  <a:pt x="37" y="31"/>
                  <a:pt x="28" y="3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52" name="Freeform 158"/>
          <p:cNvSpPr/>
          <p:nvPr/>
        </p:nvSpPr>
        <p:spPr>
          <a:xfrm>
            <a:off x="533520" y="1200240"/>
            <a:ext cx="209520" cy="212760"/>
          </a:xfrm>
          <a:custGeom>
            <a:avLst/>
            <a:gdLst/>
            <a:ahLst/>
            <a:rect l="l" t="t" r="r" b="b"/>
            <a:pathLst>
              <a:path w="61" h="62">
                <a:moveTo>
                  <a:pt x="61" y="51"/>
                </a:moveTo>
                <a:cubicBezTo>
                  <a:pt x="61" y="57"/>
                  <a:pt x="56" y="62"/>
                  <a:pt x="50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5" y="62"/>
                  <a:pt x="0" y="57"/>
                  <a:pt x="0" y="51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6"/>
                  <a:pt x="5" y="0"/>
                  <a:pt x="11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6" y="0"/>
                  <a:pt x="61" y="6"/>
                  <a:pt x="61" y="12"/>
                </a:cubicBezTo>
                <a:lnTo>
                  <a:pt x="61" y="51"/>
                </a:lnTo>
                <a:close/>
                <a:moveTo>
                  <a:pt x="49" y="16"/>
                </a:moveTo>
                <a:cubicBezTo>
                  <a:pt x="48" y="14"/>
                  <a:pt x="44" y="13"/>
                  <a:pt x="42" y="14"/>
                </a:cubicBezTo>
                <a:cubicBezTo>
                  <a:pt x="40" y="14"/>
                  <a:pt x="33" y="17"/>
                  <a:pt x="31" y="24"/>
                </a:cubicBezTo>
                <a:cubicBezTo>
                  <a:pt x="35" y="24"/>
                  <a:pt x="37" y="24"/>
                  <a:pt x="37" y="29"/>
                </a:cubicBezTo>
                <a:cubicBezTo>
                  <a:pt x="37" y="30"/>
                  <a:pt x="36" y="32"/>
                  <a:pt x="35" y="34"/>
                </a:cubicBezTo>
                <a:cubicBezTo>
                  <a:pt x="33" y="37"/>
                  <a:pt x="31" y="41"/>
                  <a:pt x="28" y="38"/>
                </a:cubicBezTo>
                <a:cubicBezTo>
                  <a:pt x="26" y="35"/>
                  <a:pt x="26" y="30"/>
                  <a:pt x="25" y="26"/>
                </a:cubicBezTo>
                <a:cubicBezTo>
                  <a:pt x="25" y="24"/>
                  <a:pt x="24" y="21"/>
                  <a:pt x="24" y="19"/>
                </a:cubicBezTo>
                <a:cubicBezTo>
                  <a:pt x="23" y="18"/>
                  <a:pt x="22" y="15"/>
                  <a:pt x="20" y="15"/>
                </a:cubicBezTo>
                <a:cubicBezTo>
                  <a:pt x="19" y="15"/>
                  <a:pt x="17" y="15"/>
                  <a:pt x="15" y="16"/>
                </a:cubicBezTo>
                <a:cubicBezTo>
                  <a:pt x="11" y="18"/>
                  <a:pt x="9" y="22"/>
                  <a:pt x="5" y="24"/>
                </a:cubicBezTo>
                <a:cubicBezTo>
                  <a:pt x="5" y="25"/>
                  <a:pt x="5" y="25"/>
                  <a:pt x="5" y="25"/>
                </a:cubicBezTo>
                <a:cubicBezTo>
                  <a:pt x="6" y="25"/>
                  <a:pt x="6" y="26"/>
                  <a:pt x="7" y="26"/>
                </a:cubicBezTo>
                <a:cubicBezTo>
                  <a:pt x="9" y="27"/>
                  <a:pt x="11" y="24"/>
                  <a:pt x="13" y="27"/>
                </a:cubicBezTo>
                <a:cubicBezTo>
                  <a:pt x="14" y="29"/>
                  <a:pt x="14" y="30"/>
                  <a:pt x="15" y="32"/>
                </a:cubicBezTo>
                <a:cubicBezTo>
                  <a:pt x="16" y="34"/>
                  <a:pt x="16" y="37"/>
                  <a:pt x="17" y="40"/>
                </a:cubicBezTo>
                <a:cubicBezTo>
                  <a:pt x="18" y="44"/>
                  <a:pt x="19" y="51"/>
                  <a:pt x="23" y="52"/>
                </a:cubicBezTo>
                <a:cubicBezTo>
                  <a:pt x="25" y="53"/>
                  <a:pt x="28" y="52"/>
                  <a:pt x="30" y="51"/>
                </a:cubicBezTo>
                <a:cubicBezTo>
                  <a:pt x="34" y="49"/>
                  <a:pt x="37" y="45"/>
                  <a:pt x="40" y="42"/>
                </a:cubicBezTo>
                <a:cubicBezTo>
                  <a:pt x="46" y="33"/>
                  <a:pt x="50" y="24"/>
                  <a:pt x="50" y="21"/>
                </a:cubicBezTo>
                <a:cubicBezTo>
                  <a:pt x="50" y="19"/>
                  <a:pt x="50" y="17"/>
                  <a:pt x="49" y="1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53" name="Freeform 159"/>
          <p:cNvSpPr/>
          <p:nvPr/>
        </p:nvSpPr>
        <p:spPr>
          <a:xfrm>
            <a:off x="6477120" y="1962000"/>
            <a:ext cx="108000" cy="168480"/>
          </a:xfrm>
          <a:custGeom>
            <a:avLst/>
            <a:gdLst/>
            <a:ahLst/>
            <a:rect l="l" t="t" r="r" b="b"/>
            <a:pathLst>
              <a:path w="31" h="49">
                <a:moveTo>
                  <a:pt x="31" y="46"/>
                </a:moveTo>
                <a:cubicBezTo>
                  <a:pt x="31" y="48"/>
                  <a:pt x="30" y="49"/>
                  <a:pt x="29" y="49"/>
                </a:cubicBezTo>
                <a:cubicBezTo>
                  <a:pt x="28" y="49"/>
                  <a:pt x="27" y="48"/>
                  <a:pt x="27" y="48"/>
                </a:cubicBezTo>
                <a:cubicBezTo>
                  <a:pt x="14" y="35"/>
                  <a:pt x="14" y="35"/>
                  <a:pt x="14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2" y="35"/>
                  <a:pt x="0" y="33"/>
                  <a:pt x="0" y="32"/>
                </a:cubicBezTo>
                <a:cubicBezTo>
                  <a:pt x="0" y="17"/>
                  <a:pt x="0" y="17"/>
                  <a:pt x="0" y="17"/>
                </a:cubicBezTo>
                <a:cubicBezTo>
                  <a:pt x="0" y="15"/>
                  <a:pt x="2" y="14"/>
                  <a:pt x="3" y="14"/>
                </a:cubicBezTo>
                <a:cubicBezTo>
                  <a:pt x="14" y="14"/>
                  <a:pt x="14" y="14"/>
                  <a:pt x="14" y="14"/>
                </a:cubicBezTo>
                <a:cubicBezTo>
                  <a:pt x="27" y="1"/>
                  <a:pt x="27" y="1"/>
                  <a:pt x="27" y="1"/>
                </a:cubicBezTo>
                <a:cubicBezTo>
                  <a:pt x="27" y="0"/>
                  <a:pt x="28" y="0"/>
                  <a:pt x="29" y="0"/>
                </a:cubicBezTo>
                <a:cubicBezTo>
                  <a:pt x="30" y="0"/>
                  <a:pt x="31" y="1"/>
                  <a:pt x="31" y="2"/>
                </a:cubicBezTo>
                <a:lnTo>
                  <a:pt x="31" y="4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54" name="Freeform 160"/>
          <p:cNvSpPr/>
          <p:nvPr/>
        </p:nvSpPr>
        <p:spPr>
          <a:xfrm>
            <a:off x="7391520" y="3562200"/>
            <a:ext cx="250560" cy="203400"/>
          </a:xfrm>
          <a:custGeom>
            <a:avLst/>
            <a:gdLst/>
            <a:ahLst/>
            <a:rect l="l" t="t" r="r" b="b"/>
            <a:pathLst>
              <a:path w="73" h="59">
                <a:moveTo>
                  <a:pt x="30" y="59"/>
                </a:moveTo>
                <a:cubicBezTo>
                  <a:pt x="15" y="59"/>
                  <a:pt x="0" y="52"/>
                  <a:pt x="0" y="40"/>
                </a:cubicBezTo>
                <a:cubicBezTo>
                  <a:pt x="0" y="34"/>
                  <a:pt x="4" y="27"/>
                  <a:pt x="10" y="20"/>
                </a:cubicBezTo>
                <a:cubicBezTo>
                  <a:pt x="20" y="11"/>
                  <a:pt x="30" y="7"/>
                  <a:pt x="34" y="11"/>
                </a:cubicBezTo>
                <a:cubicBezTo>
                  <a:pt x="36" y="13"/>
                  <a:pt x="36" y="16"/>
                  <a:pt x="35" y="19"/>
                </a:cubicBezTo>
                <a:cubicBezTo>
                  <a:pt x="34" y="21"/>
                  <a:pt x="37" y="20"/>
                  <a:pt x="37" y="20"/>
                </a:cubicBezTo>
                <a:cubicBezTo>
                  <a:pt x="44" y="17"/>
                  <a:pt x="50" y="17"/>
                  <a:pt x="53" y="20"/>
                </a:cubicBezTo>
                <a:cubicBezTo>
                  <a:pt x="54" y="22"/>
                  <a:pt x="54" y="24"/>
                  <a:pt x="53" y="27"/>
                </a:cubicBezTo>
                <a:cubicBezTo>
                  <a:pt x="52" y="29"/>
                  <a:pt x="53" y="29"/>
                  <a:pt x="54" y="29"/>
                </a:cubicBezTo>
                <a:cubicBezTo>
                  <a:pt x="58" y="30"/>
                  <a:pt x="63" y="34"/>
                  <a:pt x="63" y="39"/>
                </a:cubicBezTo>
                <a:cubicBezTo>
                  <a:pt x="63" y="48"/>
                  <a:pt x="50" y="59"/>
                  <a:pt x="30" y="59"/>
                </a:cubicBezTo>
                <a:close/>
                <a:moveTo>
                  <a:pt x="27" y="27"/>
                </a:moveTo>
                <a:cubicBezTo>
                  <a:pt x="15" y="28"/>
                  <a:pt x="6" y="35"/>
                  <a:pt x="7" y="43"/>
                </a:cubicBezTo>
                <a:cubicBezTo>
                  <a:pt x="8" y="51"/>
                  <a:pt x="18" y="56"/>
                  <a:pt x="30" y="55"/>
                </a:cubicBezTo>
                <a:cubicBezTo>
                  <a:pt x="42" y="54"/>
                  <a:pt x="51" y="47"/>
                  <a:pt x="50" y="39"/>
                </a:cubicBezTo>
                <a:cubicBezTo>
                  <a:pt x="49" y="31"/>
                  <a:pt x="39" y="26"/>
                  <a:pt x="27" y="27"/>
                </a:cubicBezTo>
                <a:close/>
                <a:moveTo>
                  <a:pt x="22" y="52"/>
                </a:moveTo>
                <a:cubicBezTo>
                  <a:pt x="17" y="50"/>
                  <a:pt x="14" y="44"/>
                  <a:pt x="17" y="39"/>
                </a:cubicBezTo>
                <a:cubicBezTo>
                  <a:pt x="19" y="34"/>
                  <a:pt x="26" y="31"/>
                  <a:pt x="31" y="33"/>
                </a:cubicBezTo>
                <a:cubicBezTo>
                  <a:pt x="37" y="34"/>
                  <a:pt x="40" y="40"/>
                  <a:pt x="38" y="45"/>
                </a:cubicBezTo>
                <a:cubicBezTo>
                  <a:pt x="35" y="51"/>
                  <a:pt x="28" y="54"/>
                  <a:pt x="22" y="52"/>
                </a:cubicBezTo>
                <a:close/>
                <a:moveTo>
                  <a:pt x="26" y="41"/>
                </a:moveTo>
                <a:cubicBezTo>
                  <a:pt x="24" y="40"/>
                  <a:pt x="21" y="41"/>
                  <a:pt x="20" y="43"/>
                </a:cubicBezTo>
                <a:cubicBezTo>
                  <a:pt x="19" y="45"/>
                  <a:pt x="20" y="47"/>
                  <a:pt x="21" y="48"/>
                </a:cubicBezTo>
                <a:cubicBezTo>
                  <a:pt x="23" y="49"/>
                  <a:pt x="26" y="48"/>
                  <a:pt x="27" y="46"/>
                </a:cubicBezTo>
                <a:cubicBezTo>
                  <a:pt x="28" y="44"/>
                  <a:pt x="27" y="42"/>
                  <a:pt x="26" y="41"/>
                </a:cubicBezTo>
                <a:close/>
                <a:moveTo>
                  <a:pt x="30" y="39"/>
                </a:moveTo>
                <a:cubicBezTo>
                  <a:pt x="29" y="39"/>
                  <a:pt x="28" y="39"/>
                  <a:pt x="28" y="40"/>
                </a:cubicBezTo>
                <a:cubicBezTo>
                  <a:pt x="28" y="41"/>
                  <a:pt x="28" y="41"/>
                  <a:pt x="29" y="42"/>
                </a:cubicBezTo>
                <a:cubicBezTo>
                  <a:pt x="29" y="42"/>
                  <a:pt x="30" y="42"/>
                  <a:pt x="31" y="41"/>
                </a:cubicBezTo>
                <a:cubicBezTo>
                  <a:pt x="31" y="40"/>
                  <a:pt x="31" y="39"/>
                  <a:pt x="30" y="39"/>
                </a:cubicBezTo>
                <a:close/>
                <a:moveTo>
                  <a:pt x="71" y="26"/>
                </a:moveTo>
                <a:cubicBezTo>
                  <a:pt x="70" y="28"/>
                  <a:pt x="69" y="28"/>
                  <a:pt x="67" y="28"/>
                </a:cubicBezTo>
                <a:cubicBezTo>
                  <a:pt x="66" y="27"/>
                  <a:pt x="65" y="26"/>
                  <a:pt x="66" y="24"/>
                </a:cubicBezTo>
                <a:cubicBezTo>
                  <a:pt x="67" y="20"/>
                  <a:pt x="66" y="15"/>
                  <a:pt x="63" y="11"/>
                </a:cubicBezTo>
                <a:cubicBezTo>
                  <a:pt x="59" y="7"/>
                  <a:pt x="54" y="6"/>
                  <a:pt x="50" y="7"/>
                </a:cubicBezTo>
                <a:cubicBezTo>
                  <a:pt x="48" y="7"/>
                  <a:pt x="47" y="6"/>
                  <a:pt x="47" y="5"/>
                </a:cubicBezTo>
                <a:cubicBezTo>
                  <a:pt x="46" y="3"/>
                  <a:pt x="47" y="2"/>
                  <a:pt x="49" y="2"/>
                </a:cubicBezTo>
                <a:cubicBezTo>
                  <a:pt x="55" y="0"/>
                  <a:pt x="62" y="2"/>
                  <a:pt x="67" y="7"/>
                </a:cubicBezTo>
                <a:cubicBezTo>
                  <a:pt x="72" y="13"/>
                  <a:pt x="73" y="20"/>
                  <a:pt x="71" y="26"/>
                </a:cubicBezTo>
                <a:close/>
                <a:moveTo>
                  <a:pt x="61" y="23"/>
                </a:moveTo>
                <a:cubicBezTo>
                  <a:pt x="61" y="24"/>
                  <a:pt x="60" y="25"/>
                  <a:pt x="59" y="25"/>
                </a:cubicBezTo>
                <a:cubicBezTo>
                  <a:pt x="57" y="24"/>
                  <a:pt x="57" y="23"/>
                  <a:pt x="57" y="22"/>
                </a:cubicBezTo>
                <a:cubicBezTo>
                  <a:pt x="57" y="20"/>
                  <a:pt x="57" y="18"/>
                  <a:pt x="56" y="17"/>
                </a:cubicBezTo>
                <a:cubicBezTo>
                  <a:pt x="55" y="16"/>
                  <a:pt x="53" y="15"/>
                  <a:pt x="52" y="16"/>
                </a:cubicBezTo>
                <a:cubicBezTo>
                  <a:pt x="50" y="16"/>
                  <a:pt x="49" y="15"/>
                  <a:pt x="49" y="14"/>
                </a:cubicBezTo>
                <a:cubicBezTo>
                  <a:pt x="49" y="13"/>
                  <a:pt x="49" y="11"/>
                  <a:pt x="51" y="11"/>
                </a:cubicBezTo>
                <a:cubicBezTo>
                  <a:pt x="54" y="10"/>
                  <a:pt x="57" y="11"/>
                  <a:pt x="60" y="14"/>
                </a:cubicBezTo>
                <a:cubicBezTo>
                  <a:pt x="62" y="17"/>
                  <a:pt x="62" y="20"/>
                  <a:pt x="61" y="2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Freeform 5"/>
          <p:cNvSpPr/>
          <p:nvPr/>
        </p:nvSpPr>
        <p:spPr>
          <a:xfrm>
            <a:off x="8323200" y="4610160"/>
            <a:ext cx="409680" cy="191880"/>
          </a:xfrm>
          <a:custGeom>
            <a:avLst/>
            <a:gdLst/>
            <a:ahLst/>
            <a:rect l="l" t="t" r="r" b="b"/>
            <a:pathLst>
              <a:path w="256" h="120">
                <a:moveTo>
                  <a:pt x="244" y="84"/>
                </a:moveTo>
                <a:cubicBezTo>
                  <a:pt x="244" y="108"/>
                  <a:pt x="244" y="108"/>
                  <a:pt x="244" y="108"/>
                </a:cubicBezTo>
                <a:cubicBezTo>
                  <a:pt x="244" y="115"/>
                  <a:pt x="239" y="120"/>
                  <a:pt x="232" y="120"/>
                </a:cubicBezTo>
                <a:cubicBezTo>
                  <a:pt x="12" y="120"/>
                  <a:pt x="12" y="120"/>
                  <a:pt x="12" y="120"/>
                </a:cubicBezTo>
                <a:cubicBezTo>
                  <a:pt x="5" y="120"/>
                  <a:pt x="0" y="115"/>
                  <a:pt x="0" y="108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32" y="0"/>
                  <a:pt x="232" y="0"/>
                  <a:pt x="232" y="0"/>
                </a:cubicBezTo>
                <a:cubicBezTo>
                  <a:pt x="239" y="0"/>
                  <a:pt x="244" y="5"/>
                  <a:pt x="244" y="12"/>
                </a:cubicBezTo>
                <a:cubicBezTo>
                  <a:pt x="244" y="36"/>
                  <a:pt x="244" y="36"/>
                  <a:pt x="244" y="36"/>
                </a:cubicBezTo>
                <a:cubicBezTo>
                  <a:pt x="251" y="36"/>
                  <a:pt x="256" y="41"/>
                  <a:pt x="256" y="48"/>
                </a:cubicBezTo>
                <a:cubicBezTo>
                  <a:pt x="256" y="72"/>
                  <a:pt x="256" y="72"/>
                  <a:pt x="256" y="72"/>
                </a:cubicBezTo>
                <a:cubicBezTo>
                  <a:pt x="256" y="79"/>
                  <a:pt x="251" y="84"/>
                  <a:pt x="244" y="84"/>
                </a:cubicBezTo>
                <a:moveTo>
                  <a:pt x="220" y="72"/>
                </a:moveTo>
                <a:cubicBezTo>
                  <a:pt x="220" y="48"/>
                  <a:pt x="220" y="48"/>
                  <a:pt x="220" y="48"/>
                </a:cubicBezTo>
                <a:cubicBezTo>
                  <a:pt x="220" y="24"/>
                  <a:pt x="220" y="24"/>
                  <a:pt x="220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96"/>
                  <a:pt x="24" y="96"/>
                  <a:pt x="24" y="96"/>
                </a:cubicBezTo>
                <a:cubicBezTo>
                  <a:pt x="220" y="96"/>
                  <a:pt x="220" y="96"/>
                  <a:pt x="220" y="96"/>
                </a:cubicBezTo>
                <a:lnTo>
                  <a:pt x="220" y="72"/>
                </a:lnTo>
                <a:close/>
                <a:moveTo>
                  <a:pt x="208" y="84"/>
                </a:moveTo>
                <a:cubicBezTo>
                  <a:pt x="36" y="84"/>
                  <a:pt x="36" y="84"/>
                  <a:pt x="36" y="84"/>
                </a:cubicBezTo>
                <a:cubicBezTo>
                  <a:pt x="36" y="36"/>
                  <a:pt x="36" y="36"/>
                  <a:pt x="36" y="36"/>
                </a:cubicBezTo>
                <a:cubicBezTo>
                  <a:pt x="208" y="36"/>
                  <a:pt x="208" y="36"/>
                  <a:pt x="208" y="36"/>
                </a:cubicBezTo>
                <a:lnTo>
                  <a:pt x="208" y="8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56" name="Freeform 6"/>
          <p:cNvSpPr/>
          <p:nvPr/>
        </p:nvSpPr>
        <p:spPr>
          <a:xfrm>
            <a:off x="7608960" y="4610160"/>
            <a:ext cx="407880" cy="191880"/>
          </a:xfrm>
          <a:custGeom>
            <a:avLst/>
            <a:gdLst/>
            <a:ahLst/>
            <a:rect l="l" t="t" r="r" b="b"/>
            <a:pathLst>
              <a:path w="256" h="120">
                <a:moveTo>
                  <a:pt x="244" y="84"/>
                </a:moveTo>
                <a:cubicBezTo>
                  <a:pt x="244" y="108"/>
                  <a:pt x="244" y="108"/>
                  <a:pt x="244" y="108"/>
                </a:cubicBezTo>
                <a:cubicBezTo>
                  <a:pt x="244" y="115"/>
                  <a:pt x="239" y="120"/>
                  <a:pt x="232" y="120"/>
                </a:cubicBezTo>
                <a:cubicBezTo>
                  <a:pt x="12" y="120"/>
                  <a:pt x="12" y="120"/>
                  <a:pt x="12" y="120"/>
                </a:cubicBezTo>
                <a:cubicBezTo>
                  <a:pt x="5" y="120"/>
                  <a:pt x="0" y="115"/>
                  <a:pt x="0" y="108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32" y="0"/>
                  <a:pt x="232" y="0"/>
                  <a:pt x="232" y="0"/>
                </a:cubicBezTo>
                <a:cubicBezTo>
                  <a:pt x="239" y="0"/>
                  <a:pt x="244" y="5"/>
                  <a:pt x="244" y="12"/>
                </a:cubicBezTo>
                <a:cubicBezTo>
                  <a:pt x="244" y="36"/>
                  <a:pt x="244" y="36"/>
                  <a:pt x="244" y="36"/>
                </a:cubicBezTo>
                <a:cubicBezTo>
                  <a:pt x="251" y="36"/>
                  <a:pt x="256" y="41"/>
                  <a:pt x="256" y="48"/>
                </a:cubicBezTo>
                <a:cubicBezTo>
                  <a:pt x="256" y="72"/>
                  <a:pt x="256" y="72"/>
                  <a:pt x="256" y="72"/>
                </a:cubicBezTo>
                <a:cubicBezTo>
                  <a:pt x="256" y="79"/>
                  <a:pt x="251" y="84"/>
                  <a:pt x="244" y="84"/>
                </a:cubicBezTo>
                <a:moveTo>
                  <a:pt x="220" y="72"/>
                </a:moveTo>
                <a:cubicBezTo>
                  <a:pt x="220" y="48"/>
                  <a:pt x="220" y="48"/>
                  <a:pt x="220" y="48"/>
                </a:cubicBezTo>
                <a:cubicBezTo>
                  <a:pt x="220" y="24"/>
                  <a:pt x="220" y="24"/>
                  <a:pt x="220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96"/>
                  <a:pt x="24" y="96"/>
                  <a:pt x="24" y="96"/>
                </a:cubicBezTo>
                <a:cubicBezTo>
                  <a:pt x="220" y="96"/>
                  <a:pt x="220" y="96"/>
                  <a:pt x="220" y="96"/>
                </a:cubicBezTo>
                <a:lnTo>
                  <a:pt x="220" y="72"/>
                </a:lnTo>
                <a:close/>
                <a:moveTo>
                  <a:pt x="148" y="84"/>
                </a:moveTo>
                <a:cubicBezTo>
                  <a:pt x="148" y="84"/>
                  <a:pt x="148" y="84"/>
                  <a:pt x="148" y="84"/>
                </a:cubicBezTo>
                <a:cubicBezTo>
                  <a:pt x="36" y="84"/>
                  <a:pt x="36" y="84"/>
                  <a:pt x="36" y="84"/>
                </a:cubicBezTo>
                <a:cubicBezTo>
                  <a:pt x="36" y="36"/>
                  <a:pt x="36" y="36"/>
                  <a:pt x="36" y="36"/>
                </a:cubicBezTo>
                <a:cubicBezTo>
                  <a:pt x="148" y="36"/>
                  <a:pt x="148" y="36"/>
                  <a:pt x="148" y="36"/>
                </a:cubicBezTo>
                <a:lnTo>
                  <a:pt x="148" y="8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57" name="Freeform 7"/>
          <p:cNvSpPr/>
          <p:nvPr/>
        </p:nvSpPr>
        <p:spPr>
          <a:xfrm>
            <a:off x="6892920" y="4610160"/>
            <a:ext cx="409680" cy="191880"/>
          </a:xfrm>
          <a:custGeom>
            <a:avLst/>
            <a:gdLst/>
            <a:ahLst/>
            <a:rect l="l" t="t" r="r" b="b"/>
            <a:pathLst>
              <a:path w="256" h="120">
                <a:moveTo>
                  <a:pt x="244" y="84"/>
                </a:moveTo>
                <a:cubicBezTo>
                  <a:pt x="244" y="108"/>
                  <a:pt x="244" y="108"/>
                  <a:pt x="244" y="108"/>
                </a:cubicBezTo>
                <a:cubicBezTo>
                  <a:pt x="244" y="115"/>
                  <a:pt x="239" y="120"/>
                  <a:pt x="232" y="120"/>
                </a:cubicBezTo>
                <a:cubicBezTo>
                  <a:pt x="12" y="120"/>
                  <a:pt x="12" y="120"/>
                  <a:pt x="12" y="120"/>
                </a:cubicBezTo>
                <a:cubicBezTo>
                  <a:pt x="5" y="120"/>
                  <a:pt x="0" y="115"/>
                  <a:pt x="0" y="108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32" y="0"/>
                  <a:pt x="232" y="0"/>
                  <a:pt x="232" y="0"/>
                </a:cubicBezTo>
                <a:cubicBezTo>
                  <a:pt x="239" y="0"/>
                  <a:pt x="244" y="5"/>
                  <a:pt x="244" y="12"/>
                </a:cubicBezTo>
                <a:cubicBezTo>
                  <a:pt x="244" y="36"/>
                  <a:pt x="244" y="36"/>
                  <a:pt x="244" y="36"/>
                </a:cubicBezTo>
                <a:cubicBezTo>
                  <a:pt x="251" y="36"/>
                  <a:pt x="256" y="41"/>
                  <a:pt x="256" y="48"/>
                </a:cubicBezTo>
                <a:cubicBezTo>
                  <a:pt x="256" y="72"/>
                  <a:pt x="256" y="72"/>
                  <a:pt x="256" y="72"/>
                </a:cubicBezTo>
                <a:cubicBezTo>
                  <a:pt x="256" y="79"/>
                  <a:pt x="251" y="84"/>
                  <a:pt x="244" y="84"/>
                </a:cubicBezTo>
                <a:moveTo>
                  <a:pt x="220" y="72"/>
                </a:moveTo>
                <a:cubicBezTo>
                  <a:pt x="220" y="48"/>
                  <a:pt x="220" y="48"/>
                  <a:pt x="220" y="48"/>
                </a:cubicBezTo>
                <a:cubicBezTo>
                  <a:pt x="220" y="24"/>
                  <a:pt x="220" y="24"/>
                  <a:pt x="220" y="24"/>
                </a:cubicBezTo>
                <a:cubicBezTo>
                  <a:pt x="216" y="24"/>
                  <a:pt x="216" y="24"/>
                  <a:pt x="216" y="24"/>
                </a:cubicBezTo>
                <a:cubicBezTo>
                  <a:pt x="148" y="24"/>
                  <a:pt x="148" y="24"/>
                  <a:pt x="148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96"/>
                  <a:pt x="24" y="96"/>
                  <a:pt x="24" y="96"/>
                </a:cubicBezTo>
                <a:cubicBezTo>
                  <a:pt x="220" y="96"/>
                  <a:pt x="220" y="96"/>
                  <a:pt x="220" y="96"/>
                </a:cubicBezTo>
                <a:lnTo>
                  <a:pt x="220" y="72"/>
                </a:lnTo>
                <a:close/>
                <a:moveTo>
                  <a:pt x="88" y="84"/>
                </a:moveTo>
                <a:cubicBezTo>
                  <a:pt x="36" y="84"/>
                  <a:pt x="36" y="84"/>
                  <a:pt x="36" y="84"/>
                </a:cubicBezTo>
                <a:cubicBezTo>
                  <a:pt x="36" y="36"/>
                  <a:pt x="36" y="36"/>
                  <a:pt x="36" y="36"/>
                </a:cubicBezTo>
                <a:cubicBezTo>
                  <a:pt x="88" y="36"/>
                  <a:pt x="88" y="36"/>
                  <a:pt x="88" y="36"/>
                </a:cubicBezTo>
                <a:lnTo>
                  <a:pt x="88" y="8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58" name="Freeform 8"/>
          <p:cNvSpPr/>
          <p:nvPr/>
        </p:nvSpPr>
        <p:spPr>
          <a:xfrm>
            <a:off x="6178680" y="4610160"/>
            <a:ext cx="407880" cy="191880"/>
          </a:xfrm>
          <a:custGeom>
            <a:avLst/>
            <a:gdLst/>
            <a:ahLst/>
            <a:rect l="l" t="t" r="r" b="b"/>
            <a:pathLst>
              <a:path w="256" h="120">
                <a:moveTo>
                  <a:pt x="244" y="84"/>
                </a:moveTo>
                <a:cubicBezTo>
                  <a:pt x="244" y="108"/>
                  <a:pt x="244" y="108"/>
                  <a:pt x="244" y="108"/>
                </a:cubicBezTo>
                <a:cubicBezTo>
                  <a:pt x="244" y="115"/>
                  <a:pt x="239" y="120"/>
                  <a:pt x="232" y="120"/>
                </a:cubicBezTo>
                <a:cubicBezTo>
                  <a:pt x="12" y="120"/>
                  <a:pt x="12" y="120"/>
                  <a:pt x="12" y="120"/>
                </a:cubicBezTo>
                <a:cubicBezTo>
                  <a:pt x="5" y="120"/>
                  <a:pt x="0" y="115"/>
                  <a:pt x="0" y="108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32" y="0"/>
                  <a:pt x="232" y="0"/>
                  <a:pt x="232" y="0"/>
                </a:cubicBezTo>
                <a:cubicBezTo>
                  <a:pt x="239" y="0"/>
                  <a:pt x="244" y="5"/>
                  <a:pt x="244" y="12"/>
                </a:cubicBezTo>
                <a:cubicBezTo>
                  <a:pt x="244" y="36"/>
                  <a:pt x="244" y="36"/>
                  <a:pt x="244" y="36"/>
                </a:cubicBezTo>
                <a:cubicBezTo>
                  <a:pt x="251" y="36"/>
                  <a:pt x="256" y="41"/>
                  <a:pt x="256" y="48"/>
                </a:cubicBezTo>
                <a:cubicBezTo>
                  <a:pt x="256" y="72"/>
                  <a:pt x="256" y="72"/>
                  <a:pt x="256" y="72"/>
                </a:cubicBezTo>
                <a:cubicBezTo>
                  <a:pt x="256" y="79"/>
                  <a:pt x="251" y="84"/>
                  <a:pt x="244" y="84"/>
                </a:cubicBezTo>
                <a:moveTo>
                  <a:pt x="220" y="24"/>
                </a:moveTo>
                <a:cubicBezTo>
                  <a:pt x="24" y="24"/>
                  <a:pt x="24" y="24"/>
                  <a:pt x="24" y="24"/>
                </a:cubicBezTo>
                <a:cubicBezTo>
                  <a:pt x="24" y="96"/>
                  <a:pt x="24" y="96"/>
                  <a:pt x="24" y="96"/>
                </a:cubicBezTo>
                <a:cubicBezTo>
                  <a:pt x="220" y="96"/>
                  <a:pt x="220" y="96"/>
                  <a:pt x="220" y="96"/>
                </a:cubicBezTo>
                <a:lnTo>
                  <a:pt x="220" y="2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59" name="Freeform 9"/>
          <p:cNvSpPr/>
          <p:nvPr/>
        </p:nvSpPr>
        <p:spPr>
          <a:xfrm>
            <a:off x="5462640" y="4514760"/>
            <a:ext cx="409680" cy="389160"/>
          </a:xfrm>
          <a:custGeom>
            <a:avLst/>
            <a:gdLst/>
            <a:ahLst/>
            <a:rect l="l" t="t" r="r" b="b"/>
            <a:pathLst>
              <a:path w="256" h="244">
                <a:moveTo>
                  <a:pt x="251" y="106"/>
                </a:moveTo>
                <a:cubicBezTo>
                  <a:pt x="251" y="106"/>
                  <a:pt x="251" y="106"/>
                  <a:pt x="251" y="106"/>
                </a:cubicBezTo>
                <a:cubicBezTo>
                  <a:pt x="187" y="152"/>
                  <a:pt x="187" y="152"/>
                  <a:pt x="187" y="152"/>
                </a:cubicBezTo>
                <a:cubicBezTo>
                  <a:pt x="211" y="228"/>
                  <a:pt x="211" y="228"/>
                  <a:pt x="211" y="228"/>
                </a:cubicBezTo>
                <a:cubicBezTo>
                  <a:pt x="212" y="229"/>
                  <a:pt x="212" y="231"/>
                  <a:pt x="212" y="232"/>
                </a:cubicBezTo>
                <a:cubicBezTo>
                  <a:pt x="212" y="239"/>
                  <a:pt x="207" y="244"/>
                  <a:pt x="200" y="244"/>
                </a:cubicBezTo>
                <a:cubicBezTo>
                  <a:pt x="197" y="244"/>
                  <a:pt x="195" y="243"/>
                  <a:pt x="193" y="242"/>
                </a:cubicBezTo>
                <a:cubicBezTo>
                  <a:pt x="193" y="242"/>
                  <a:pt x="193" y="242"/>
                  <a:pt x="193" y="242"/>
                </a:cubicBezTo>
                <a:cubicBezTo>
                  <a:pt x="128" y="195"/>
                  <a:pt x="128" y="195"/>
                  <a:pt x="128" y="195"/>
                </a:cubicBezTo>
                <a:cubicBezTo>
                  <a:pt x="63" y="242"/>
                  <a:pt x="63" y="242"/>
                  <a:pt x="63" y="242"/>
                </a:cubicBezTo>
                <a:cubicBezTo>
                  <a:pt x="63" y="242"/>
                  <a:pt x="63" y="242"/>
                  <a:pt x="63" y="242"/>
                </a:cubicBezTo>
                <a:cubicBezTo>
                  <a:pt x="61" y="243"/>
                  <a:pt x="59" y="244"/>
                  <a:pt x="56" y="244"/>
                </a:cubicBezTo>
                <a:cubicBezTo>
                  <a:pt x="49" y="244"/>
                  <a:pt x="44" y="239"/>
                  <a:pt x="44" y="232"/>
                </a:cubicBezTo>
                <a:cubicBezTo>
                  <a:pt x="44" y="231"/>
                  <a:pt x="44" y="229"/>
                  <a:pt x="45" y="228"/>
                </a:cubicBezTo>
                <a:cubicBezTo>
                  <a:pt x="69" y="152"/>
                  <a:pt x="69" y="152"/>
                  <a:pt x="69" y="152"/>
                </a:cubicBezTo>
                <a:cubicBezTo>
                  <a:pt x="5" y="106"/>
                  <a:pt x="5" y="106"/>
                  <a:pt x="5" y="106"/>
                </a:cubicBezTo>
                <a:cubicBezTo>
                  <a:pt x="5" y="106"/>
                  <a:pt x="5" y="106"/>
                  <a:pt x="5" y="106"/>
                </a:cubicBezTo>
                <a:cubicBezTo>
                  <a:pt x="2" y="104"/>
                  <a:pt x="0" y="100"/>
                  <a:pt x="0" y="96"/>
                </a:cubicBezTo>
                <a:cubicBezTo>
                  <a:pt x="0" y="89"/>
                  <a:pt x="5" y="84"/>
                  <a:pt x="12" y="84"/>
                </a:cubicBezTo>
                <a:cubicBezTo>
                  <a:pt x="92" y="84"/>
                  <a:pt x="92" y="84"/>
                  <a:pt x="92" y="84"/>
                </a:cubicBezTo>
                <a:cubicBezTo>
                  <a:pt x="117" y="8"/>
                  <a:pt x="117" y="8"/>
                  <a:pt x="117" y="8"/>
                </a:cubicBezTo>
                <a:cubicBezTo>
                  <a:pt x="118" y="4"/>
                  <a:pt x="123" y="0"/>
                  <a:pt x="128" y="0"/>
                </a:cubicBezTo>
                <a:cubicBezTo>
                  <a:pt x="133" y="0"/>
                  <a:pt x="138" y="4"/>
                  <a:pt x="139" y="8"/>
                </a:cubicBezTo>
                <a:cubicBezTo>
                  <a:pt x="164" y="84"/>
                  <a:pt x="164" y="84"/>
                  <a:pt x="164" y="84"/>
                </a:cubicBezTo>
                <a:cubicBezTo>
                  <a:pt x="244" y="84"/>
                  <a:pt x="244" y="84"/>
                  <a:pt x="244" y="84"/>
                </a:cubicBezTo>
                <a:cubicBezTo>
                  <a:pt x="251" y="84"/>
                  <a:pt x="256" y="89"/>
                  <a:pt x="256" y="96"/>
                </a:cubicBezTo>
                <a:cubicBezTo>
                  <a:pt x="256" y="100"/>
                  <a:pt x="254" y="104"/>
                  <a:pt x="251" y="10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60" name="Freeform 10"/>
          <p:cNvSpPr/>
          <p:nvPr/>
        </p:nvSpPr>
        <p:spPr>
          <a:xfrm>
            <a:off x="4748040" y="4514760"/>
            <a:ext cx="401760" cy="389160"/>
          </a:xfrm>
          <a:custGeom>
            <a:avLst/>
            <a:gdLst/>
            <a:ahLst/>
            <a:rect l="l" t="t" r="r" b="b"/>
            <a:pathLst>
              <a:path w="252" h="244">
                <a:moveTo>
                  <a:pt x="240" y="144"/>
                </a:moveTo>
                <a:cubicBezTo>
                  <a:pt x="236" y="144"/>
                  <a:pt x="236" y="144"/>
                  <a:pt x="236" y="144"/>
                </a:cubicBezTo>
                <a:cubicBezTo>
                  <a:pt x="232" y="144"/>
                  <a:pt x="232" y="144"/>
                  <a:pt x="232" y="144"/>
                </a:cubicBezTo>
                <a:cubicBezTo>
                  <a:pt x="232" y="164"/>
                  <a:pt x="232" y="164"/>
                  <a:pt x="232" y="164"/>
                </a:cubicBezTo>
                <a:cubicBezTo>
                  <a:pt x="232" y="165"/>
                  <a:pt x="232" y="166"/>
                  <a:pt x="232" y="166"/>
                </a:cubicBezTo>
                <a:cubicBezTo>
                  <a:pt x="232" y="167"/>
                  <a:pt x="231" y="167"/>
                  <a:pt x="231" y="168"/>
                </a:cubicBezTo>
                <a:cubicBezTo>
                  <a:pt x="231" y="168"/>
                  <a:pt x="231" y="168"/>
                  <a:pt x="231" y="169"/>
                </a:cubicBezTo>
                <a:cubicBezTo>
                  <a:pt x="231" y="169"/>
                  <a:pt x="231" y="170"/>
                  <a:pt x="230" y="170"/>
                </a:cubicBezTo>
                <a:cubicBezTo>
                  <a:pt x="230" y="170"/>
                  <a:pt x="230" y="170"/>
                  <a:pt x="230" y="171"/>
                </a:cubicBezTo>
                <a:cubicBezTo>
                  <a:pt x="230" y="171"/>
                  <a:pt x="229" y="172"/>
                  <a:pt x="229" y="172"/>
                </a:cubicBezTo>
                <a:cubicBezTo>
                  <a:pt x="229" y="172"/>
                  <a:pt x="229" y="172"/>
                  <a:pt x="228" y="172"/>
                </a:cubicBezTo>
                <a:cubicBezTo>
                  <a:pt x="226" y="175"/>
                  <a:pt x="223" y="176"/>
                  <a:pt x="220" y="176"/>
                </a:cubicBezTo>
                <a:cubicBezTo>
                  <a:pt x="220" y="176"/>
                  <a:pt x="220" y="176"/>
                  <a:pt x="220" y="176"/>
                </a:cubicBezTo>
                <a:cubicBezTo>
                  <a:pt x="217" y="176"/>
                  <a:pt x="214" y="175"/>
                  <a:pt x="212" y="172"/>
                </a:cubicBezTo>
                <a:cubicBezTo>
                  <a:pt x="183" y="144"/>
                  <a:pt x="183" y="144"/>
                  <a:pt x="183" y="144"/>
                </a:cubicBezTo>
                <a:cubicBezTo>
                  <a:pt x="182" y="144"/>
                  <a:pt x="182" y="144"/>
                  <a:pt x="182" y="144"/>
                </a:cubicBezTo>
                <a:cubicBezTo>
                  <a:pt x="72" y="144"/>
                  <a:pt x="72" y="144"/>
                  <a:pt x="72" y="144"/>
                </a:cubicBezTo>
                <a:cubicBezTo>
                  <a:pt x="65" y="144"/>
                  <a:pt x="60" y="139"/>
                  <a:pt x="60" y="132"/>
                </a:cubicBezTo>
                <a:cubicBezTo>
                  <a:pt x="60" y="12"/>
                  <a:pt x="60" y="12"/>
                  <a:pt x="60" y="12"/>
                </a:cubicBezTo>
                <a:cubicBezTo>
                  <a:pt x="60" y="5"/>
                  <a:pt x="65" y="0"/>
                  <a:pt x="72" y="0"/>
                </a:cubicBezTo>
                <a:cubicBezTo>
                  <a:pt x="240" y="0"/>
                  <a:pt x="240" y="0"/>
                  <a:pt x="240" y="0"/>
                </a:cubicBezTo>
                <a:cubicBezTo>
                  <a:pt x="247" y="0"/>
                  <a:pt x="252" y="5"/>
                  <a:pt x="252" y="12"/>
                </a:cubicBezTo>
                <a:cubicBezTo>
                  <a:pt x="252" y="132"/>
                  <a:pt x="252" y="132"/>
                  <a:pt x="252" y="132"/>
                </a:cubicBezTo>
                <a:cubicBezTo>
                  <a:pt x="252" y="139"/>
                  <a:pt x="247" y="144"/>
                  <a:pt x="240" y="144"/>
                </a:cubicBezTo>
                <a:moveTo>
                  <a:pt x="178" y="156"/>
                </a:moveTo>
                <a:cubicBezTo>
                  <a:pt x="203" y="181"/>
                  <a:pt x="203" y="181"/>
                  <a:pt x="203" y="181"/>
                </a:cubicBezTo>
                <a:cubicBezTo>
                  <a:pt x="203" y="181"/>
                  <a:pt x="203" y="181"/>
                  <a:pt x="203" y="181"/>
                </a:cubicBezTo>
                <a:cubicBezTo>
                  <a:pt x="208" y="185"/>
                  <a:pt x="214" y="188"/>
                  <a:pt x="220" y="188"/>
                </a:cubicBezTo>
                <a:cubicBezTo>
                  <a:pt x="220" y="196"/>
                  <a:pt x="220" y="196"/>
                  <a:pt x="220" y="196"/>
                </a:cubicBezTo>
                <a:cubicBezTo>
                  <a:pt x="220" y="203"/>
                  <a:pt x="215" y="208"/>
                  <a:pt x="208" y="208"/>
                </a:cubicBezTo>
                <a:cubicBezTo>
                  <a:pt x="124" y="208"/>
                  <a:pt x="124" y="208"/>
                  <a:pt x="124" y="208"/>
                </a:cubicBezTo>
                <a:cubicBezTo>
                  <a:pt x="96" y="208"/>
                  <a:pt x="96" y="208"/>
                  <a:pt x="96" y="208"/>
                </a:cubicBezTo>
                <a:cubicBezTo>
                  <a:pt x="84" y="208"/>
                  <a:pt x="84" y="208"/>
                  <a:pt x="84" y="208"/>
                </a:cubicBezTo>
                <a:cubicBezTo>
                  <a:pt x="81" y="208"/>
                  <a:pt x="81" y="208"/>
                  <a:pt x="81" y="208"/>
                </a:cubicBezTo>
                <a:cubicBezTo>
                  <a:pt x="48" y="240"/>
                  <a:pt x="48" y="240"/>
                  <a:pt x="48" y="240"/>
                </a:cubicBezTo>
                <a:cubicBezTo>
                  <a:pt x="46" y="243"/>
                  <a:pt x="43" y="244"/>
                  <a:pt x="40" y="244"/>
                </a:cubicBezTo>
                <a:cubicBezTo>
                  <a:pt x="40" y="244"/>
                  <a:pt x="40" y="244"/>
                  <a:pt x="40" y="244"/>
                </a:cubicBezTo>
                <a:cubicBezTo>
                  <a:pt x="37" y="244"/>
                  <a:pt x="34" y="243"/>
                  <a:pt x="32" y="240"/>
                </a:cubicBezTo>
                <a:cubicBezTo>
                  <a:pt x="31" y="240"/>
                  <a:pt x="31" y="240"/>
                  <a:pt x="31" y="240"/>
                </a:cubicBezTo>
                <a:cubicBezTo>
                  <a:pt x="31" y="240"/>
                  <a:pt x="30" y="239"/>
                  <a:pt x="30" y="239"/>
                </a:cubicBezTo>
                <a:cubicBezTo>
                  <a:pt x="30" y="238"/>
                  <a:pt x="30" y="238"/>
                  <a:pt x="30" y="238"/>
                </a:cubicBezTo>
                <a:cubicBezTo>
                  <a:pt x="29" y="238"/>
                  <a:pt x="29" y="237"/>
                  <a:pt x="29" y="237"/>
                </a:cubicBezTo>
                <a:cubicBezTo>
                  <a:pt x="29" y="236"/>
                  <a:pt x="29" y="236"/>
                  <a:pt x="29" y="236"/>
                </a:cubicBezTo>
                <a:cubicBezTo>
                  <a:pt x="29" y="235"/>
                  <a:pt x="28" y="235"/>
                  <a:pt x="28" y="234"/>
                </a:cubicBezTo>
                <a:cubicBezTo>
                  <a:pt x="28" y="234"/>
                  <a:pt x="28" y="233"/>
                  <a:pt x="28" y="232"/>
                </a:cubicBezTo>
                <a:cubicBezTo>
                  <a:pt x="28" y="208"/>
                  <a:pt x="28" y="208"/>
                  <a:pt x="28" y="208"/>
                </a:cubicBezTo>
                <a:cubicBezTo>
                  <a:pt x="26" y="208"/>
                  <a:pt x="26" y="208"/>
                  <a:pt x="26" y="208"/>
                </a:cubicBezTo>
                <a:cubicBezTo>
                  <a:pt x="12" y="208"/>
                  <a:pt x="12" y="208"/>
                  <a:pt x="12" y="208"/>
                </a:cubicBezTo>
                <a:cubicBezTo>
                  <a:pt x="5" y="208"/>
                  <a:pt x="0" y="203"/>
                  <a:pt x="0" y="196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53"/>
                  <a:pt x="5" y="48"/>
                  <a:pt x="12" y="48"/>
                </a:cubicBezTo>
                <a:cubicBezTo>
                  <a:pt x="48" y="48"/>
                  <a:pt x="48" y="48"/>
                  <a:pt x="48" y="48"/>
                </a:cubicBezTo>
                <a:cubicBezTo>
                  <a:pt x="48" y="132"/>
                  <a:pt x="48" y="132"/>
                  <a:pt x="48" y="132"/>
                </a:cubicBezTo>
                <a:cubicBezTo>
                  <a:pt x="48" y="145"/>
                  <a:pt x="59" y="156"/>
                  <a:pt x="72" y="156"/>
                </a:cubicBezTo>
                <a:lnTo>
                  <a:pt x="178" y="15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61" name="Freeform 11"/>
          <p:cNvSpPr/>
          <p:nvPr/>
        </p:nvSpPr>
        <p:spPr>
          <a:xfrm>
            <a:off x="4032360" y="4521240"/>
            <a:ext cx="407880" cy="369720"/>
          </a:xfrm>
          <a:custGeom>
            <a:avLst/>
            <a:gdLst/>
            <a:ahLst/>
            <a:rect l="l" t="t" r="r" b="b"/>
            <a:pathLst>
              <a:path w="256" h="232">
                <a:moveTo>
                  <a:pt x="244" y="196"/>
                </a:moveTo>
                <a:cubicBezTo>
                  <a:pt x="188" y="196"/>
                  <a:pt x="188" y="196"/>
                  <a:pt x="188" y="196"/>
                </a:cubicBezTo>
                <a:cubicBezTo>
                  <a:pt x="96" y="196"/>
                  <a:pt x="96" y="196"/>
                  <a:pt x="96" y="196"/>
                </a:cubicBezTo>
                <a:cubicBezTo>
                  <a:pt x="84" y="196"/>
                  <a:pt x="84" y="196"/>
                  <a:pt x="84" y="196"/>
                </a:cubicBezTo>
                <a:cubicBezTo>
                  <a:pt x="81" y="196"/>
                  <a:pt x="81" y="196"/>
                  <a:pt x="81" y="196"/>
                </a:cubicBezTo>
                <a:cubicBezTo>
                  <a:pt x="48" y="228"/>
                  <a:pt x="48" y="228"/>
                  <a:pt x="48" y="228"/>
                </a:cubicBezTo>
                <a:cubicBezTo>
                  <a:pt x="46" y="231"/>
                  <a:pt x="43" y="232"/>
                  <a:pt x="40" y="232"/>
                </a:cubicBezTo>
                <a:cubicBezTo>
                  <a:pt x="40" y="232"/>
                  <a:pt x="40" y="232"/>
                  <a:pt x="40" y="232"/>
                </a:cubicBezTo>
                <a:cubicBezTo>
                  <a:pt x="37" y="232"/>
                  <a:pt x="34" y="231"/>
                  <a:pt x="32" y="228"/>
                </a:cubicBezTo>
                <a:cubicBezTo>
                  <a:pt x="31" y="228"/>
                  <a:pt x="31" y="228"/>
                  <a:pt x="31" y="228"/>
                </a:cubicBezTo>
                <a:cubicBezTo>
                  <a:pt x="31" y="228"/>
                  <a:pt x="30" y="227"/>
                  <a:pt x="30" y="227"/>
                </a:cubicBezTo>
                <a:cubicBezTo>
                  <a:pt x="30" y="226"/>
                  <a:pt x="30" y="226"/>
                  <a:pt x="30" y="226"/>
                </a:cubicBezTo>
                <a:cubicBezTo>
                  <a:pt x="29" y="226"/>
                  <a:pt x="29" y="225"/>
                  <a:pt x="29" y="225"/>
                </a:cubicBezTo>
                <a:cubicBezTo>
                  <a:pt x="29" y="224"/>
                  <a:pt x="29" y="224"/>
                  <a:pt x="29" y="224"/>
                </a:cubicBezTo>
                <a:cubicBezTo>
                  <a:pt x="29" y="223"/>
                  <a:pt x="28" y="223"/>
                  <a:pt x="28" y="222"/>
                </a:cubicBezTo>
                <a:cubicBezTo>
                  <a:pt x="28" y="222"/>
                  <a:pt x="28" y="221"/>
                  <a:pt x="28" y="220"/>
                </a:cubicBezTo>
                <a:cubicBezTo>
                  <a:pt x="28" y="196"/>
                  <a:pt x="28" y="196"/>
                  <a:pt x="28" y="196"/>
                </a:cubicBezTo>
                <a:cubicBezTo>
                  <a:pt x="26" y="196"/>
                  <a:pt x="26" y="196"/>
                  <a:pt x="26" y="196"/>
                </a:cubicBezTo>
                <a:cubicBezTo>
                  <a:pt x="12" y="196"/>
                  <a:pt x="12" y="196"/>
                  <a:pt x="12" y="196"/>
                </a:cubicBezTo>
                <a:cubicBezTo>
                  <a:pt x="5" y="196"/>
                  <a:pt x="0" y="191"/>
                  <a:pt x="0" y="184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84"/>
                  <a:pt x="256" y="184"/>
                  <a:pt x="256" y="184"/>
                </a:cubicBezTo>
                <a:cubicBezTo>
                  <a:pt x="256" y="191"/>
                  <a:pt x="251" y="196"/>
                  <a:pt x="244" y="196"/>
                </a:cubicBezTo>
                <a:moveTo>
                  <a:pt x="68" y="76"/>
                </a:moveTo>
                <a:cubicBezTo>
                  <a:pt x="55" y="76"/>
                  <a:pt x="44" y="87"/>
                  <a:pt x="44" y="100"/>
                </a:cubicBezTo>
                <a:cubicBezTo>
                  <a:pt x="44" y="113"/>
                  <a:pt x="55" y="124"/>
                  <a:pt x="68" y="124"/>
                </a:cubicBezTo>
                <a:cubicBezTo>
                  <a:pt x="81" y="124"/>
                  <a:pt x="92" y="113"/>
                  <a:pt x="92" y="100"/>
                </a:cubicBezTo>
                <a:cubicBezTo>
                  <a:pt x="92" y="87"/>
                  <a:pt x="81" y="76"/>
                  <a:pt x="68" y="76"/>
                </a:cubicBezTo>
                <a:moveTo>
                  <a:pt x="128" y="76"/>
                </a:moveTo>
                <a:cubicBezTo>
                  <a:pt x="115" y="76"/>
                  <a:pt x="104" y="87"/>
                  <a:pt x="104" y="100"/>
                </a:cubicBezTo>
                <a:cubicBezTo>
                  <a:pt x="104" y="113"/>
                  <a:pt x="115" y="124"/>
                  <a:pt x="128" y="124"/>
                </a:cubicBezTo>
                <a:cubicBezTo>
                  <a:pt x="141" y="124"/>
                  <a:pt x="152" y="113"/>
                  <a:pt x="152" y="100"/>
                </a:cubicBezTo>
                <a:cubicBezTo>
                  <a:pt x="152" y="87"/>
                  <a:pt x="141" y="76"/>
                  <a:pt x="128" y="76"/>
                </a:cubicBezTo>
                <a:moveTo>
                  <a:pt x="188" y="76"/>
                </a:moveTo>
                <a:cubicBezTo>
                  <a:pt x="175" y="76"/>
                  <a:pt x="164" y="87"/>
                  <a:pt x="164" y="100"/>
                </a:cubicBezTo>
                <a:cubicBezTo>
                  <a:pt x="164" y="113"/>
                  <a:pt x="175" y="124"/>
                  <a:pt x="188" y="124"/>
                </a:cubicBezTo>
                <a:cubicBezTo>
                  <a:pt x="201" y="124"/>
                  <a:pt x="212" y="113"/>
                  <a:pt x="212" y="100"/>
                </a:cubicBezTo>
                <a:cubicBezTo>
                  <a:pt x="212" y="87"/>
                  <a:pt x="201" y="76"/>
                  <a:pt x="188" y="7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62" name="Freeform 12"/>
          <p:cNvSpPr/>
          <p:nvPr/>
        </p:nvSpPr>
        <p:spPr>
          <a:xfrm>
            <a:off x="3316320" y="4521240"/>
            <a:ext cx="409680" cy="369720"/>
          </a:xfrm>
          <a:custGeom>
            <a:avLst/>
            <a:gdLst/>
            <a:ahLst/>
            <a:rect l="l" t="t" r="r" b="b"/>
            <a:pathLst>
              <a:path w="256" h="232">
                <a:moveTo>
                  <a:pt x="244" y="196"/>
                </a:moveTo>
                <a:cubicBezTo>
                  <a:pt x="144" y="196"/>
                  <a:pt x="144" y="196"/>
                  <a:pt x="144" y="196"/>
                </a:cubicBezTo>
                <a:cubicBezTo>
                  <a:pt x="96" y="196"/>
                  <a:pt x="96" y="196"/>
                  <a:pt x="96" y="196"/>
                </a:cubicBezTo>
                <a:cubicBezTo>
                  <a:pt x="84" y="196"/>
                  <a:pt x="84" y="196"/>
                  <a:pt x="84" y="196"/>
                </a:cubicBezTo>
                <a:cubicBezTo>
                  <a:pt x="81" y="196"/>
                  <a:pt x="81" y="196"/>
                  <a:pt x="81" y="196"/>
                </a:cubicBezTo>
                <a:cubicBezTo>
                  <a:pt x="48" y="228"/>
                  <a:pt x="48" y="228"/>
                  <a:pt x="48" y="228"/>
                </a:cubicBezTo>
                <a:cubicBezTo>
                  <a:pt x="46" y="231"/>
                  <a:pt x="43" y="232"/>
                  <a:pt x="40" y="232"/>
                </a:cubicBezTo>
                <a:cubicBezTo>
                  <a:pt x="40" y="232"/>
                  <a:pt x="40" y="232"/>
                  <a:pt x="40" y="232"/>
                </a:cubicBezTo>
                <a:cubicBezTo>
                  <a:pt x="37" y="232"/>
                  <a:pt x="34" y="231"/>
                  <a:pt x="32" y="228"/>
                </a:cubicBezTo>
                <a:cubicBezTo>
                  <a:pt x="31" y="228"/>
                  <a:pt x="31" y="228"/>
                  <a:pt x="31" y="228"/>
                </a:cubicBezTo>
                <a:cubicBezTo>
                  <a:pt x="31" y="228"/>
                  <a:pt x="30" y="227"/>
                  <a:pt x="30" y="227"/>
                </a:cubicBezTo>
                <a:cubicBezTo>
                  <a:pt x="30" y="226"/>
                  <a:pt x="30" y="226"/>
                  <a:pt x="30" y="226"/>
                </a:cubicBezTo>
                <a:cubicBezTo>
                  <a:pt x="29" y="226"/>
                  <a:pt x="29" y="225"/>
                  <a:pt x="29" y="225"/>
                </a:cubicBezTo>
                <a:cubicBezTo>
                  <a:pt x="29" y="224"/>
                  <a:pt x="29" y="224"/>
                  <a:pt x="29" y="224"/>
                </a:cubicBezTo>
                <a:cubicBezTo>
                  <a:pt x="29" y="223"/>
                  <a:pt x="28" y="223"/>
                  <a:pt x="28" y="222"/>
                </a:cubicBezTo>
                <a:cubicBezTo>
                  <a:pt x="28" y="222"/>
                  <a:pt x="28" y="221"/>
                  <a:pt x="28" y="220"/>
                </a:cubicBezTo>
                <a:cubicBezTo>
                  <a:pt x="28" y="196"/>
                  <a:pt x="28" y="196"/>
                  <a:pt x="28" y="196"/>
                </a:cubicBezTo>
                <a:cubicBezTo>
                  <a:pt x="26" y="196"/>
                  <a:pt x="26" y="196"/>
                  <a:pt x="26" y="196"/>
                </a:cubicBezTo>
                <a:cubicBezTo>
                  <a:pt x="12" y="196"/>
                  <a:pt x="12" y="196"/>
                  <a:pt x="12" y="196"/>
                </a:cubicBezTo>
                <a:cubicBezTo>
                  <a:pt x="5" y="196"/>
                  <a:pt x="0" y="191"/>
                  <a:pt x="0" y="184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84"/>
                  <a:pt x="256" y="184"/>
                  <a:pt x="256" y="184"/>
                </a:cubicBezTo>
                <a:cubicBezTo>
                  <a:pt x="256" y="191"/>
                  <a:pt x="251" y="196"/>
                  <a:pt x="244" y="19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63" name="Freeform 13"/>
          <p:cNvSpPr/>
          <p:nvPr/>
        </p:nvSpPr>
        <p:spPr>
          <a:xfrm>
            <a:off x="2602080" y="4521240"/>
            <a:ext cx="407880" cy="369720"/>
          </a:xfrm>
          <a:custGeom>
            <a:avLst/>
            <a:gdLst/>
            <a:ahLst/>
            <a:rect l="l" t="t" r="r" b="b"/>
            <a:pathLst>
              <a:path w="256" h="232">
                <a:moveTo>
                  <a:pt x="244" y="196"/>
                </a:moveTo>
                <a:cubicBezTo>
                  <a:pt x="84" y="196"/>
                  <a:pt x="84" y="196"/>
                  <a:pt x="84" y="196"/>
                </a:cubicBezTo>
                <a:cubicBezTo>
                  <a:pt x="81" y="196"/>
                  <a:pt x="81" y="196"/>
                  <a:pt x="81" y="196"/>
                </a:cubicBezTo>
                <a:cubicBezTo>
                  <a:pt x="48" y="228"/>
                  <a:pt x="48" y="228"/>
                  <a:pt x="48" y="228"/>
                </a:cubicBezTo>
                <a:cubicBezTo>
                  <a:pt x="46" y="231"/>
                  <a:pt x="43" y="232"/>
                  <a:pt x="40" y="232"/>
                </a:cubicBezTo>
                <a:cubicBezTo>
                  <a:pt x="40" y="232"/>
                  <a:pt x="40" y="232"/>
                  <a:pt x="40" y="232"/>
                </a:cubicBezTo>
                <a:cubicBezTo>
                  <a:pt x="37" y="232"/>
                  <a:pt x="34" y="231"/>
                  <a:pt x="32" y="228"/>
                </a:cubicBezTo>
                <a:cubicBezTo>
                  <a:pt x="31" y="228"/>
                  <a:pt x="31" y="228"/>
                  <a:pt x="31" y="228"/>
                </a:cubicBezTo>
                <a:cubicBezTo>
                  <a:pt x="31" y="228"/>
                  <a:pt x="30" y="227"/>
                  <a:pt x="30" y="227"/>
                </a:cubicBezTo>
                <a:cubicBezTo>
                  <a:pt x="30" y="226"/>
                  <a:pt x="30" y="226"/>
                  <a:pt x="30" y="226"/>
                </a:cubicBezTo>
                <a:cubicBezTo>
                  <a:pt x="29" y="226"/>
                  <a:pt x="29" y="225"/>
                  <a:pt x="29" y="225"/>
                </a:cubicBezTo>
                <a:cubicBezTo>
                  <a:pt x="29" y="224"/>
                  <a:pt x="29" y="224"/>
                  <a:pt x="29" y="224"/>
                </a:cubicBezTo>
                <a:cubicBezTo>
                  <a:pt x="29" y="223"/>
                  <a:pt x="28" y="223"/>
                  <a:pt x="28" y="222"/>
                </a:cubicBezTo>
                <a:cubicBezTo>
                  <a:pt x="28" y="222"/>
                  <a:pt x="28" y="221"/>
                  <a:pt x="28" y="220"/>
                </a:cubicBezTo>
                <a:cubicBezTo>
                  <a:pt x="28" y="196"/>
                  <a:pt x="28" y="196"/>
                  <a:pt x="28" y="196"/>
                </a:cubicBezTo>
                <a:cubicBezTo>
                  <a:pt x="12" y="196"/>
                  <a:pt x="12" y="196"/>
                  <a:pt x="12" y="196"/>
                </a:cubicBezTo>
                <a:cubicBezTo>
                  <a:pt x="5" y="196"/>
                  <a:pt x="0" y="191"/>
                  <a:pt x="0" y="184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84"/>
                  <a:pt x="256" y="184"/>
                  <a:pt x="256" y="184"/>
                </a:cubicBezTo>
                <a:cubicBezTo>
                  <a:pt x="256" y="191"/>
                  <a:pt x="251" y="196"/>
                  <a:pt x="244" y="196"/>
                </a:cubicBezTo>
                <a:moveTo>
                  <a:pt x="232" y="24"/>
                </a:moveTo>
                <a:cubicBezTo>
                  <a:pt x="24" y="24"/>
                  <a:pt x="24" y="24"/>
                  <a:pt x="24" y="24"/>
                </a:cubicBezTo>
                <a:cubicBezTo>
                  <a:pt x="24" y="172"/>
                  <a:pt x="24" y="172"/>
                  <a:pt x="24" y="172"/>
                </a:cubicBezTo>
                <a:cubicBezTo>
                  <a:pt x="40" y="172"/>
                  <a:pt x="40" y="172"/>
                  <a:pt x="40" y="172"/>
                </a:cubicBezTo>
                <a:cubicBezTo>
                  <a:pt x="52" y="172"/>
                  <a:pt x="52" y="172"/>
                  <a:pt x="52" y="172"/>
                </a:cubicBezTo>
                <a:cubicBezTo>
                  <a:pt x="52" y="191"/>
                  <a:pt x="52" y="191"/>
                  <a:pt x="52" y="191"/>
                </a:cubicBezTo>
                <a:cubicBezTo>
                  <a:pt x="71" y="172"/>
                  <a:pt x="71" y="172"/>
                  <a:pt x="71" y="172"/>
                </a:cubicBezTo>
                <a:cubicBezTo>
                  <a:pt x="104" y="172"/>
                  <a:pt x="104" y="172"/>
                  <a:pt x="104" y="172"/>
                </a:cubicBezTo>
                <a:cubicBezTo>
                  <a:pt x="232" y="172"/>
                  <a:pt x="232" y="172"/>
                  <a:pt x="232" y="172"/>
                </a:cubicBezTo>
                <a:lnTo>
                  <a:pt x="232" y="2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64" name="Freeform 14"/>
          <p:cNvSpPr/>
          <p:nvPr/>
        </p:nvSpPr>
        <p:spPr>
          <a:xfrm>
            <a:off x="1886040" y="4506840"/>
            <a:ext cx="409320" cy="401760"/>
          </a:xfrm>
          <a:custGeom>
            <a:avLst/>
            <a:gdLst/>
            <a:ahLst/>
            <a:rect l="l" t="t" r="r" b="b"/>
            <a:pathLst>
              <a:path w="256" h="251">
                <a:moveTo>
                  <a:pt x="227" y="103"/>
                </a:moveTo>
                <a:cubicBezTo>
                  <a:pt x="223" y="106"/>
                  <a:pt x="222" y="124"/>
                  <a:pt x="245" y="135"/>
                </a:cubicBezTo>
                <a:cubicBezTo>
                  <a:pt x="245" y="135"/>
                  <a:pt x="213" y="140"/>
                  <a:pt x="192" y="114"/>
                </a:cubicBezTo>
                <a:cubicBezTo>
                  <a:pt x="187" y="114"/>
                  <a:pt x="181" y="116"/>
                  <a:pt x="176" y="116"/>
                </a:cubicBezTo>
                <a:cubicBezTo>
                  <a:pt x="131" y="116"/>
                  <a:pt x="104" y="90"/>
                  <a:pt x="104" y="58"/>
                </a:cubicBezTo>
                <a:cubicBezTo>
                  <a:pt x="104" y="26"/>
                  <a:pt x="131" y="0"/>
                  <a:pt x="176" y="0"/>
                </a:cubicBezTo>
                <a:cubicBezTo>
                  <a:pt x="221" y="0"/>
                  <a:pt x="256" y="26"/>
                  <a:pt x="256" y="58"/>
                </a:cubicBezTo>
                <a:cubicBezTo>
                  <a:pt x="256" y="76"/>
                  <a:pt x="245" y="93"/>
                  <a:pt x="227" y="103"/>
                </a:cubicBezTo>
                <a:moveTo>
                  <a:pt x="89" y="64"/>
                </a:moveTo>
                <a:cubicBezTo>
                  <a:pt x="91" y="99"/>
                  <a:pt x="122" y="129"/>
                  <a:pt x="170" y="132"/>
                </a:cubicBezTo>
                <a:cubicBezTo>
                  <a:pt x="176" y="133"/>
                  <a:pt x="181" y="131"/>
                  <a:pt x="186" y="130"/>
                </a:cubicBezTo>
                <a:cubicBezTo>
                  <a:pt x="186" y="130"/>
                  <a:pt x="186" y="130"/>
                  <a:pt x="186" y="130"/>
                </a:cubicBezTo>
                <a:cubicBezTo>
                  <a:pt x="188" y="130"/>
                  <a:pt x="188" y="130"/>
                  <a:pt x="188" y="130"/>
                </a:cubicBezTo>
                <a:cubicBezTo>
                  <a:pt x="202" y="144"/>
                  <a:pt x="219" y="147"/>
                  <a:pt x="229" y="147"/>
                </a:cubicBezTo>
                <a:cubicBezTo>
                  <a:pt x="219" y="186"/>
                  <a:pt x="180" y="215"/>
                  <a:pt x="122" y="215"/>
                </a:cubicBezTo>
                <a:cubicBezTo>
                  <a:pt x="114" y="215"/>
                  <a:pt x="106" y="212"/>
                  <a:pt x="98" y="211"/>
                </a:cubicBezTo>
                <a:cubicBezTo>
                  <a:pt x="66" y="251"/>
                  <a:pt x="16" y="244"/>
                  <a:pt x="16" y="244"/>
                </a:cubicBezTo>
                <a:cubicBezTo>
                  <a:pt x="51" y="227"/>
                  <a:pt x="51" y="199"/>
                  <a:pt x="44" y="195"/>
                </a:cubicBezTo>
                <a:cubicBezTo>
                  <a:pt x="17" y="179"/>
                  <a:pt x="0" y="154"/>
                  <a:pt x="0" y="126"/>
                </a:cubicBezTo>
                <a:cubicBezTo>
                  <a:pt x="0" y="84"/>
                  <a:pt x="39" y="49"/>
                  <a:pt x="93" y="40"/>
                </a:cubicBezTo>
                <a:cubicBezTo>
                  <a:pt x="90" y="47"/>
                  <a:pt x="89" y="55"/>
                  <a:pt x="89" y="6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65" name="Freeform 15"/>
          <p:cNvSpPr/>
          <p:nvPr/>
        </p:nvSpPr>
        <p:spPr>
          <a:xfrm>
            <a:off x="1171440" y="4527720"/>
            <a:ext cx="408240" cy="376200"/>
          </a:xfrm>
          <a:custGeom>
            <a:avLst/>
            <a:gdLst/>
            <a:ahLst/>
            <a:rect l="l" t="t" r="r" b="b"/>
            <a:pathLst>
              <a:path w="256" h="236">
                <a:moveTo>
                  <a:pt x="135" y="196"/>
                </a:moveTo>
                <a:cubicBezTo>
                  <a:pt x="126" y="196"/>
                  <a:pt x="117" y="193"/>
                  <a:pt x="108" y="192"/>
                </a:cubicBezTo>
                <a:cubicBezTo>
                  <a:pt x="73" y="236"/>
                  <a:pt x="18" y="227"/>
                  <a:pt x="18" y="227"/>
                </a:cubicBezTo>
                <a:cubicBezTo>
                  <a:pt x="57" y="209"/>
                  <a:pt x="56" y="178"/>
                  <a:pt x="49" y="174"/>
                </a:cubicBezTo>
                <a:cubicBezTo>
                  <a:pt x="18" y="156"/>
                  <a:pt x="0" y="129"/>
                  <a:pt x="0" y="98"/>
                </a:cubicBezTo>
                <a:cubicBezTo>
                  <a:pt x="0" y="44"/>
                  <a:pt x="59" y="0"/>
                  <a:pt x="135" y="0"/>
                </a:cubicBezTo>
                <a:cubicBezTo>
                  <a:pt x="210" y="0"/>
                  <a:pt x="256" y="44"/>
                  <a:pt x="256" y="98"/>
                </a:cubicBezTo>
                <a:cubicBezTo>
                  <a:pt x="256" y="152"/>
                  <a:pt x="210" y="196"/>
                  <a:pt x="135" y="196"/>
                </a:cubicBezTo>
                <a:moveTo>
                  <a:pt x="68" y="76"/>
                </a:moveTo>
                <a:cubicBezTo>
                  <a:pt x="55" y="76"/>
                  <a:pt x="44" y="87"/>
                  <a:pt x="44" y="100"/>
                </a:cubicBezTo>
                <a:cubicBezTo>
                  <a:pt x="44" y="113"/>
                  <a:pt x="55" y="124"/>
                  <a:pt x="68" y="124"/>
                </a:cubicBezTo>
                <a:cubicBezTo>
                  <a:pt x="81" y="124"/>
                  <a:pt x="92" y="113"/>
                  <a:pt x="92" y="100"/>
                </a:cubicBezTo>
                <a:cubicBezTo>
                  <a:pt x="92" y="87"/>
                  <a:pt x="81" y="76"/>
                  <a:pt x="68" y="76"/>
                </a:cubicBezTo>
                <a:moveTo>
                  <a:pt x="128" y="76"/>
                </a:moveTo>
                <a:cubicBezTo>
                  <a:pt x="115" y="76"/>
                  <a:pt x="104" y="87"/>
                  <a:pt x="104" y="100"/>
                </a:cubicBezTo>
                <a:cubicBezTo>
                  <a:pt x="104" y="113"/>
                  <a:pt x="115" y="124"/>
                  <a:pt x="128" y="124"/>
                </a:cubicBezTo>
                <a:cubicBezTo>
                  <a:pt x="141" y="124"/>
                  <a:pt x="152" y="113"/>
                  <a:pt x="152" y="100"/>
                </a:cubicBezTo>
                <a:cubicBezTo>
                  <a:pt x="152" y="87"/>
                  <a:pt x="141" y="76"/>
                  <a:pt x="128" y="76"/>
                </a:cubicBezTo>
                <a:moveTo>
                  <a:pt x="188" y="76"/>
                </a:moveTo>
                <a:cubicBezTo>
                  <a:pt x="175" y="76"/>
                  <a:pt x="164" y="87"/>
                  <a:pt x="164" y="100"/>
                </a:cubicBezTo>
                <a:cubicBezTo>
                  <a:pt x="164" y="113"/>
                  <a:pt x="175" y="124"/>
                  <a:pt x="188" y="124"/>
                </a:cubicBezTo>
                <a:cubicBezTo>
                  <a:pt x="201" y="124"/>
                  <a:pt x="212" y="113"/>
                  <a:pt x="212" y="100"/>
                </a:cubicBezTo>
                <a:cubicBezTo>
                  <a:pt x="212" y="87"/>
                  <a:pt x="201" y="76"/>
                  <a:pt x="188" y="7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66" name="Freeform 16"/>
          <p:cNvSpPr/>
          <p:nvPr/>
        </p:nvSpPr>
        <p:spPr>
          <a:xfrm>
            <a:off x="455760" y="4527720"/>
            <a:ext cx="409320" cy="376200"/>
          </a:xfrm>
          <a:custGeom>
            <a:avLst/>
            <a:gdLst/>
            <a:ahLst/>
            <a:rect l="l" t="t" r="r" b="b"/>
            <a:pathLst>
              <a:path w="256" h="236">
                <a:moveTo>
                  <a:pt x="135" y="0"/>
                </a:moveTo>
                <a:cubicBezTo>
                  <a:pt x="210" y="0"/>
                  <a:pt x="256" y="44"/>
                  <a:pt x="256" y="98"/>
                </a:cubicBezTo>
                <a:cubicBezTo>
                  <a:pt x="256" y="152"/>
                  <a:pt x="210" y="196"/>
                  <a:pt x="135" y="196"/>
                </a:cubicBezTo>
                <a:cubicBezTo>
                  <a:pt x="126" y="196"/>
                  <a:pt x="117" y="193"/>
                  <a:pt x="108" y="192"/>
                </a:cubicBezTo>
                <a:cubicBezTo>
                  <a:pt x="73" y="236"/>
                  <a:pt x="18" y="227"/>
                  <a:pt x="18" y="227"/>
                </a:cubicBezTo>
                <a:cubicBezTo>
                  <a:pt x="57" y="209"/>
                  <a:pt x="56" y="178"/>
                  <a:pt x="49" y="174"/>
                </a:cubicBezTo>
                <a:cubicBezTo>
                  <a:pt x="18" y="156"/>
                  <a:pt x="0" y="129"/>
                  <a:pt x="0" y="98"/>
                </a:cubicBezTo>
                <a:cubicBezTo>
                  <a:pt x="0" y="44"/>
                  <a:pt x="59" y="0"/>
                  <a:pt x="135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67" name="Freeform 17"/>
          <p:cNvSpPr/>
          <p:nvPr/>
        </p:nvSpPr>
        <p:spPr>
          <a:xfrm>
            <a:off x="8327880" y="3798720"/>
            <a:ext cx="401760" cy="363600"/>
          </a:xfrm>
          <a:custGeom>
            <a:avLst/>
            <a:gdLst/>
            <a:ahLst/>
            <a:rect l="l" t="t" r="r" b="b"/>
            <a:pathLst>
              <a:path w="252" h="228">
                <a:moveTo>
                  <a:pt x="238" y="69"/>
                </a:moveTo>
                <a:cubicBezTo>
                  <a:pt x="209" y="41"/>
                  <a:pt x="169" y="24"/>
                  <a:pt x="126" y="24"/>
                </a:cubicBezTo>
                <a:cubicBezTo>
                  <a:pt x="83" y="24"/>
                  <a:pt x="43" y="41"/>
                  <a:pt x="14" y="69"/>
                </a:cubicBezTo>
                <a:cubicBezTo>
                  <a:pt x="0" y="50"/>
                  <a:pt x="0" y="50"/>
                  <a:pt x="0" y="50"/>
                </a:cubicBezTo>
                <a:cubicBezTo>
                  <a:pt x="32" y="19"/>
                  <a:pt x="77" y="0"/>
                  <a:pt x="126" y="0"/>
                </a:cubicBezTo>
                <a:cubicBezTo>
                  <a:pt x="175" y="0"/>
                  <a:pt x="220" y="19"/>
                  <a:pt x="252" y="50"/>
                </a:cubicBezTo>
                <a:lnTo>
                  <a:pt x="238" y="69"/>
                </a:lnTo>
                <a:close/>
                <a:moveTo>
                  <a:pt x="126" y="60"/>
                </a:moveTo>
                <a:cubicBezTo>
                  <a:pt x="161" y="60"/>
                  <a:pt x="193" y="75"/>
                  <a:pt x="215" y="98"/>
                </a:cubicBezTo>
                <a:cubicBezTo>
                  <a:pt x="200" y="117"/>
                  <a:pt x="200" y="117"/>
                  <a:pt x="200" y="117"/>
                </a:cubicBezTo>
                <a:cubicBezTo>
                  <a:pt x="182" y="97"/>
                  <a:pt x="156" y="84"/>
                  <a:pt x="126" y="84"/>
                </a:cubicBezTo>
                <a:cubicBezTo>
                  <a:pt x="96" y="84"/>
                  <a:pt x="70" y="97"/>
                  <a:pt x="52" y="117"/>
                </a:cubicBezTo>
                <a:cubicBezTo>
                  <a:pt x="37" y="98"/>
                  <a:pt x="37" y="98"/>
                  <a:pt x="37" y="98"/>
                </a:cubicBezTo>
                <a:cubicBezTo>
                  <a:pt x="59" y="75"/>
                  <a:pt x="91" y="60"/>
                  <a:pt x="126" y="60"/>
                </a:cubicBezTo>
                <a:moveTo>
                  <a:pt x="126" y="120"/>
                </a:moveTo>
                <a:cubicBezTo>
                  <a:pt x="147" y="120"/>
                  <a:pt x="166" y="131"/>
                  <a:pt x="178" y="147"/>
                </a:cubicBezTo>
                <a:cubicBezTo>
                  <a:pt x="165" y="164"/>
                  <a:pt x="165" y="164"/>
                  <a:pt x="165" y="164"/>
                </a:cubicBezTo>
                <a:cubicBezTo>
                  <a:pt x="156" y="152"/>
                  <a:pt x="142" y="144"/>
                  <a:pt x="126" y="144"/>
                </a:cubicBezTo>
                <a:cubicBezTo>
                  <a:pt x="110" y="144"/>
                  <a:pt x="96" y="152"/>
                  <a:pt x="87" y="164"/>
                </a:cubicBezTo>
                <a:cubicBezTo>
                  <a:pt x="74" y="147"/>
                  <a:pt x="74" y="147"/>
                  <a:pt x="74" y="147"/>
                </a:cubicBezTo>
                <a:cubicBezTo>
                  <a:pt x="86" y="131"/>
                  <a:pt x="105" y="120"/>
                  <a:pt x="126" y="120"/>
                </a:cubicBezTo>
                <a:moveTo>
                  <a:pt x="126" y="180"/>
                </a:moveTo>
                <a:cubicBezTo>
                  <a:pt x="139" y="180"/>
                  <a:pt x="150" y="191"/>
                  <a:pt x="150" y="204"/>
                </a:cubicBezTo>
                <a:cubicBezTo>
                  <a:pt x="150" y="217"/>
                  <a:pt x="139" y="228"/>
                  <a:pt x="126" y="228"/>
                </a:cubicBezTo>
                <a:cubicBezTo>
                  <a:pt x="113" y="228"/>
                  <a:pt x="102" y="217"/>
                  <a:pt x="102" y="204"/>
                </a:cubicBezTo>
                <a:cubicBezTo>
                  <a:pt x="102" y="191"/>
                  <a:pt x="113" y="180"/>
                  <a:pt x="126" y="18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68" name="Freeform 18"/>
          <p:cNvSpPr/>
          <p:nvPr/>
        </p:nvSpPr>
        <p:spPr>
          <a:xfrm>
            <a:off x="7670880" y="3894120"/>
            <a:ext cx="284040" cy="268200"/>
          </a:xfrm>
          <a:custGeom>
            <a:avLst/>
            <a:gdLst/>
            <a:ahLst/>
            <a:rect l="l" t="t" r="r" b="b"/>
            <a:pathLst>
              <a:path w="178" h="168">
                <a:moveTo>
                  <a:pt x="89" y="0"/>
                </a:moveTo>
                <a:cubicBezTo>
                  <a:pt x="124" y="0"/>
                  <a:pt x="156" y="15"/>
                  <a:pt x="178" y="38"/>
                </a:cubicBezTo>
                <a:cubicBezTo>
                  <a:pt x="163" y="57"/>
                  <a:pt x="163" y="57"/>
                  <a:pt x="163" y="57"/>
                </a:cubicBezTo>
                <a:cubicBezTo>
                  <a:pt x="145" y="37"/>
                  <a:pt x="119" y="24"/>
                  <a:pt x="89" y="24"/>
                </a:cubicBezTo>
                <a:cubicBezTo>
                  <a:pt x="59" y="24"/>
                  <a:pt x="33" y="37"/>
                  <a:pt x="15" y="57"/>
                </a:cubicBezTo>
                <a:cubicBezTo>
                  <a:pt x="0" y="38"/>
                  <a:pt x="0" y="38"/>
                  <a:pt x="0" y="38"/>
                </a:cubicBezTo>
                <a:cubicBezTo>
                  <a:pt x="22" y="15"/>
                  <a:pt x="54" y="0"/>
                  <a:pt x="89" y="0"/>
                </a:cubicBezTo>
                <a:moveTo>
                  <a:pt x="89" y="60"/>
                </a:moveTo>
                <a:cubicBezTo>
                  <a:pt x="110" y="60"/>
                  <a:pt x="129" y="71"/>
                  <a:pt x="141" y="87"/>
                </a:cubicBezTo>
                <a:cubicBezTo>
                  <a:pt x="128" y="104"/>
                  <a:pt x="128" y="104"/>
                  <a:pt x="128" y="104"/>
                </a:cubicBezTo>
                <a:cubicBezTo>
                  <a:pt x="119" y="92"/>
                  <a:pt x="105" y="84"/>
                  <a:pt x="89" y="84"/>
                </a:cubicBezTo>
                <a:cubicBezTo>
                  <a:pt x="73" y="84"/>
                  <a:pt x="59" y="92"/>
                  <a:pt x="50" y="104"/>
                </a:cubicBezTo>
                <a:cubicBezTo>
                  <a:pt x="37" y="87"/>
                  <a:pt x="37" y="87"/>
                  <a:pt x="37" y="87"/>
                </a:cubicBezTo>
                <a:cubicBezTo>
                  <a:pt x="49" y="71"/>
                  <a:pt x="68" y="60"/>
                  <a:pt x="89" y="60"/>
                </a:cubicBezTo>
                <a:moveTo>
                  <a:pt x="89" y="120"/>
                </a:moveTo>
                <a:cubicBezTo>
                  <a:pt x="102" y="120"/>
                  <a:pt x="113" y="131"/>
                  <a:pt x="113" y="144"/>
                </a:cubicBezTo>
                <a:cubicBezTo>
                  <a:pt x="113" y="157"/>
                  <a:pt x="102" y="168"/>
                  <a:pt x="89" y="168"/>
                </a:cubicBezTo>
                <a:cubicBezTo>
                  <a:pt x="76" y="168"/>
                  <a:pt x="65" y="157"/>
                  <a:pt x="65" y="144"/>
                </a:cubicBezTo>
                <a:cubicBezTo>
                  <a:pt x="65" y="131"/>
                  <a:pt x="76" y="120"/>
                  <a:pt x="89" y="12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69" name="Freeform 19"/>
          <p:cNvSpPr/>
          <p:nvPr/>
        </p:nvSpPr>
        <p:spPr>
          <a:xfrm>
            <a:off x="7015320" y="3989520"/>
            <a:ext cx="164880" cy="172800"/>
          </a:xfrm>
          <a:custGeom>
            <a:avLst/>
            <a:gdLst/>
            <a:ahLst/>
            <a:rect l="l" t="t" r="r" b="b"/>
            <a:pathLst>
              <a:path w="104" h="108">
                <a:moveTo>
                  <a:pt x="52" y="0"/>
                </a:moveTo>
                <a:cubicBezTo>
                  <a:pt x="73" y="0"/>
                  <a:pt x="92" y="11"/>
                  <a:pt x="104" y="27"/>
                </a:cubicBezTo>
                <a:cubicBezTo>
                  <a:pt x="91" y="44"/>
                  <a:pt x="91" y="44"/>
                  <a:pt x="91" y="44"/>
                </a:cubicBezTo>
                <a:cubicBezTo>
                  <a:pt x="82" y="32"/>
                  <a:pt x="68" y="24"/>
                  <a:pt x="52" y="24"/>
                </a:cubicBezTo>
                <a:cubicBezTo>
                  <a:pt x="36" y="24"/>
                  <a:pt x="22" y="32"/>
                  <a:pt x="13" y="44"/>
                </a:cubicBezTo>
                <a:cubicBezTo>
                  <a:pt x="0" y="27"/>
                  <a:pt x="0" y="27"/>
                  <a:pt x="0" y="27"/>
                </a:cubicBezTo>
                <a:cubicBezTo>
                  <a:pt x="12" y="11"/>
                  <a:pt x="31" y="0"/>
                  <a:pt x="52" y="0"/>
                </a:cubicBezTo>
                <a:moveTo>
                  <a:pt x="52" y="60"/>
                </a:moveTo>
                <a:cubicBezTo>
                  <a:pt x="65" y="60"/>
                  <a:pt x="76" y="71"/>
                  <a:pt x="76" y="84"/>
                </a:cubicBezTo>
                <a:cubicBezTo>
                  <a:pt x="76" y="97"/>
                  <a:pt x="65" y="108"/>
                  <a:pt x="52" y="108"/>
                </a:cubicBezTo>
                <a:cubicBezTo>
                  <a:pt x="39" y="108"/>
                  <a:pt x="28" y="97"/>
                  <a:pt x="28" y="84"/>
                </a:cubicBezTo>
                <a:cubicBezTo>
                  <a:pt x="28" y="71"/>
                  <a:pt x="39" y="60"/>
                  <a:pt x="52" y="6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0" name="Freeform 20"/>
          <p:cNvSpPr/>
          <p:nvPr/>
        </p:nvSpPr>
        <p:spPr>
          <a:xfrm>
            <a:off x="6176880" y="3867120"/>
            <a:ext cx="409680" cy="239760"/>
          </a:xfrm>
          <a:custGeom>
            <a:avLst/>
            <a:gdLst/>
            <a:ahLst/>
            <a:rect l="l" t="t" r="r" b="b"/>
            <a:pathLst>
              <a:path w="257" h="150">
                <a:moveTo>
                  <a:pt x="257" y="75"/>
                </a:moveTo>
                <a:cubicBezTo>
                  <a:pt x="257" y="76"/>
                  <a:pt x="257" y="76"/>
                  <a:pt x="257" y="76"/>
                </a:cubicBezTo>
                <a:cubicBezTo>
                  <a:pt x="257" y="76"/>
                  <a:pt x="257" y="76"/>
                  <a:pt x="257" y="76"/>
                </a:cubicBezTo>
                <a:cubicBezTo>
                  <a:pt x="257" y="76"/>
                  <a:pt x="257" y="76"/>
                  <a:pt x="257" y="76"/>
                </a:cubicBezTo>
                <a:cubicBezTo>
                  <a:pt x="257" y="76"/>
                  <a:pt x="257" y="76"/>
                  <a:pt x="257" y="76"/>
                </a:cubicBezTo>
                <a:cubicBezTo>
                  <a:pt x="257" y="76"/>
                  <a:pt x="257" y="77"/>
                  <a:pt x="257" y="77"/>
                </a:cubicBezTo>
                <a:cubicBezTo>
                  <a:pt x="257" y="79"/>
                  <a:pt x="256" y="80"/>
                  <a:pt x="254" y="82"/>
                </a:cubicBezTo>
                <a:cubicBezTo>
                  <a:pt x="252" y="85"/>
                  <a:pt x="249" y="88"/>
                  <a:pt x="246" y="91"/>
                </a:cubicBezTo>
                <a:cubicBezTo>
                  <a:pt x="230" y="107"/>
                  <a:pt x="211" y="122"/>
                  <a:pt x="191" y="132"/>
                </a:cubicBezTo>
                <a:cubicBezTo>
                  <a:pt x="179" y="139"/>
                  <a:pt x="165" y="144"/>
                  <a:pt x="151" y="147"/>
                </a:cubicBezTo>
                <a:cubicBezTo>
                  <a:pt x="135" y="150"/>
                  <a:pt x="119" y="150"/>
                  <a:pt x="104" y="146"/>
                </a:cubicBezTo>
                <a:cubicBezTo>
                  <a:pt x="92" y="144"/>
                  <a:pt x="80" y="139"/>
                  <a:pt x="69" y="133"/>
                </a:cubicBezTo>
                <a:cubicBezTo>
                  <a:pt x="69" y="133"/>
                  <a:pt x="69" y="133"/>
                  <a:pt x="69" y="133"/>
                </a:cubicBezTo>
                <a:cubicBezTo>
                  <a:pt x="101" y="112"/>
                  <a:pt x="101" y="112"/>
                  <a:pt x="101" y="112"/>
                </a:cubicBezTo>
                <a:cubicBezTo>
                  <a:pt x="109" y="118"/>
                  <a:pt x="119" y="121"/>
                  <a:pt x="129" y="121"/>
                </a:cubicBezTo>
                <a:cubicBezTo>
                  <a:pt x="156" y="121"/>
                  <a:pt x="177" y="100"/>
                  <a:pt x="177" y="73"/>
                </a:cubicBezTo>
                <a:cubicBezTo>
                  <a:pt x="177" y="69"/>
                  <a:pt x="177" y="66"/>
                  <a:pt x="176" y="63"/>
                </a:cubicBezTo>
                <a:cubicBezTo>
                  <a:pt x="218" y="35"/>
                  <a:pt x="218" y="35"/>
                  <a:pt x="218" y="35"/>
                </a:cubicBezTo>
                <a:cubicBezTo>
                  <a:pt x="221" y="37"/>
                  <a:pt x="224" y="39"/>
                  <a:pt x="226" y="41"/>
                </a:cubicBezTo>
                <a:cubicBezTo>
                  <a:pt x="236" y="49"/>
                  <a:pt x="246" y="58"/>
                  <a:pt x="254" y="68"/>
                </a:cubicBezTo>
                <a:cubicBezTo>
                  <a:pt x="256" y="70"/>
                  <a:pt x="257" y="71"/>
                  <a:pt x="257" y="73"/>
                </a:cubicBezTo>
                <a:cubicBezTo>
                  <a:pt x="257" y="74"/>
                  <a:pt x="257" y="74"/>
                  <a:pt x="257" y="74"/>
                </a:cubicBezTo>
                <a:cubicBezTo>
                  <a:pt x="257" y="74"/>
                  <a:pt x="257" y="74"/>
                  <a:pt x="257" y="74"/>
                </a:cubicBezTo>
                <a:cubicBezTo>
                  <a:pt x="257" y="74"/>
                  <a:pt x="257" y="74"/>
                  <a:pt x="257" y="74"/>
                </a:cubicBezTo>
                <a:cubicBezTo>
                  <a:pt x="257" y="74"/>
                  <a:pt x="257" y="74"/>
                  <a:pt x="257" y="74"/>
                </a:cubicBezTo>
                <a:cubicBezTo>
                  <a:pt x="257" y="74"/>
                  <a:pt x="257" y="74"/>
                  <a:pt x="257" y="75"/>
                </a:cubicBezTo>
                <a:cubicBezTo>
                  <a:pt x="257" y="75"/>
                  <a:pt x="257" y="75"/>
                  <a:pt x="257" y="75"/>
                </a:cubicBezTo>
                <a:cubicBezTo>
                  <a:pt x="257" y="75"/>
                  <a:pt x="257" y="75"/>
                  <a:pt x="257" y="75"/>
                </a:cubicBezTo>
                <a:moveTo>
                  <a:pt x="129" y="97"/>
                </a:moveTo>
                <a:cubicBezTo>
                  <a:pt x="127" y="97"/>
                  <a:pt x="126" y="97"/>
                  <a:pt x="124" y="97"/>
                </a:cubicBezTo>
                <a:cubicBezTo>
                  <a:pt x="152" y="78"/>
                  <a:pt x="152" y="78"/>
                  <a:pt x="152" y="78"/>
                </a:cubicBezTo>
                <a:cubicBezTo>
                  <a:pt x="150" y="89"/>
                  <a:pt x="141" y="97"/>
                  <a:pt x="129" y="97"/>
                </a:cubicBezTo>
                <a:moveTo>
                  <a:pt x="234" y="12"/>
                </a:moveTo>
                <a:cubicBezTo>
                  <a:pt x="26" y="148"/>
                  <a:pt x="26" y="148"/>
                  <a:pt x="26" y="148"/>
                </a:cubicBezTo>
                <a:cubicBezTo>
                  <a:pt x="26" y="148"/>
                  <a:pt x="26" y="148"/>
                  <a:pt x="26" y="148"/>
                </a:cubicBezTo>
                <a:cubicBezTo>
                  <a:pt x="25" y="149"/>
                  <a:pt x="24" y="149"/>
                  <a:pt x="23" y="149"/>
                </a:cubicBezTo>
                <a:cubicBezTo>
                  <a:pt x="20" y="149"/>
                  <a:pt x="17" y="146"/>
                  <a:pt x="17" y="143"/>
                </a:cubicBezTo>
                <a:cubicBezTo>
                  <a:pt x="17" y="141"/>
                  <a:pt x="18" y="139"/>
                  <a:pt x="20" y="138"/>
                </a:cubicBezTo>
                <a:cubicBezTo>
                  <a:pt x="228" y="2"/>
                  <a:pt x="228" y="2"/>
                  <a:pt x="228" y="2"/>
                </a:cubicBezTo>
                <a:cubicBezTo>
                  <a:pt x="228" y="2"/>
                  <a:pt x="228" y="2"/>
                  <a:pt x="228" y="2"/>
                </a:cubicBezTo>
                <a:cubicBezTo>
                  <a:pt x="228" y="2"/>
                  <a:pt x="228" y="2"/>
                  <a:pt x="228" y="2"/>
                </a:cubicBezTo>
                <a:cubicBezTo>
                  <a:pt x="229" y="1"/>
                  <a:pt x="230" y="1"/>
                  <a:pt x="231" y="1"/>
                </a:cubicBezTo>
                <a:cubicBezTo>
                  <a:pt x="234" y="1"/>
                  <a:pt x="237" y="4"/>
                  <a:pt x="237" y="7"/>
                </a:cubicBezTo>
                <a:cubicBezTo>
                  <a:pt x="237" y="9"/>
                  <a:pt x="236" y="11"/>
                  <a:pt x="234" y="12"/>
                </a:cubicBezTo>
                <a:close/>
                <a:moveTo>
                  <a:pt x="129" y="49"/>
                </a:moveTo>
                <a:cubicBezTo>
                  <a:pt x="131" y="49"/>
                  <a:pt x="133" y="49"/>
                  <a:pt x="136" y="50"/>
                </a:cubicBezTo>
                <a:cubicBezTo>
                  <a:pt x="105" y="70"/>
                  <a:pt x="105" y="70"/>
                  <a:pt x="105" y="70"/>
                </a:cubicBezTo>
                <a:cubicBezTo>
                  <a:pt x="107" y="58"/>
                  <a:pt x="117" y="49"/>
                  <a:pt x="129" y="49"/>
                </a:cubicBezTo>
                <a:moveTo>
                  <a:pt x="158" y="35"/>
                </a:moveTo>
                <a:cubicBezTo>
                  <a:pt x="150" y="29"/>
                  <a:pt x="140" y="25"/>
                  <a:pt x="129" y="25"/>
                </a:cubicBezTo>
                <a:cubicBezTo>
                  <a:pt x="102" y="25"/>
                  <a:pt x="81" y="46"/>
                  <a:pt x="81" y="73"/>
                </a:cubicBezTo>
                <a:cubicBezTo>
                  <a:pt x="81" y="77"/>
                  <a:pt x="82" y="81"/>
                  <a:pt x="83" y="85"/>
                </a:cubicBezTo>
                <a:cubicBezTo>
                  <a:pt x="41" y="113"/>
                  <a:pt x="41" y="113"/>
                  <a:pt x="41" y="113"/>
                </a:cubicBezTo>
                <a:cubicBezTo>
                  <a:pt x="39" y="114"/>
                  <a:pt x="39" y="114"/>
                  <a:pt x="39" y="114"/>
                </a:cubicBezTo>
                <a:cubicBezTo>
                  <a:pt x="36" y="113"/>
                  <a:pt x="34" y="111"/>
                  <a:pt x="31" y="109"/>
                </a:cubicBezTo>
                <a:cubicBezTo>
                  <a:pt x="22" y="101"/>
                  <a:pt x="12" y="92"/>
                  <a:pt x="4" y="82"/>
                </a:cubicBezTo>
                <a:cubicBezTo>
                  <a:pt x="0" y="78"/>
                  <a:pt x="0" y="72"/>
                  <a:pt x="4" y="68"/>
                </a:cubicBezTo>
                <a:cubicBezTo>
                  <a:pt x="6" y="65"/>
                  <a:pt x="9" y="62"/>
                  <a:pt x="12" y="59"/>
                </a:cubicBezTo>
                <a:cubicBezTo>
                  <a:pt x="28" y="43"/>
                  <a:pt x="47" y="28"/>
                  <a:pt x="67" y="18"/>
                </a:cubicBezTo>
                <a:cubicBezTo>
                  <a:pt x="79" y="11"/>
                  <a:pt x="93" y="6"/>
                  <a:pt x="107" y="3"/>
                </a:cubicBezTo>
                <a:cubicBezTo>
                  <a:pt x="123" y="0"/>
                  <a:pt x="138" y="0"/>
                  <a:pt x="154" y="4"/>
                </a:cubicBezTo>
                <a:cubicBezTo>
                  <a:pt x="166" y="6"/>
                  <a:pt x="177" y="10"/>
                  <a:pt x="187" y="16"/>
                </a:cubicBezTo>
                <a:cubicBezTo>
                  <a:pt x="185" y="17"/>
                  <a:pt x="185" y="17"/>
                  <a:pt x="185" y="17"/>
                </a:cubicBezTo>
                <a:lnTo>
                  <a:pt x="158" y="3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1" name="Freeform 21"/>
          <p:cNvSpPr/>
          <p:nvPr/>
        </p:nvSpPr>
        <p:spPr>
          <a:xfrm>
            <a:off x="5460840" y="3867120"/>
            <a:ext cx="411480" cy="239760"/>
          </a:xfrm>
          <a:custGeom>
            <a:avLst/>
            <a:gdLst/>
            <a:ahLst/>
            <a:rect l="l" t="t" r="r" b="b"/>
            <a:pathLst>
              <a:path w="257" h="150">
                <a:moveTo>
                  <a:pt x="257" y="75"/>
                </a:moveTo>
                <a:cubicBezTo>
                  <a:pt x="257" y="76"/>
                  <a:pt x="257" y="76"/>
                  <a:pt x="257" y="76"/>
                </a:cubicBezTo>
                <a:cubicBezTo>
                  <a:pt x="257" y="76"/>
                  <a:pt x="257" y="76"/>
                  <a:pt x="257" y="76"/>
                </a:cubicBezTo>
                <a:cubicBezTo>
                  <a:pt x="257" y="76"/>
                  <a:pt x="257" y="76"/>
                  <a:pt x="257" y="76"/>
                </a:cubicBezTo>
                <a:cubicBezTo>
                  <a:pt x="257" y="76"/>
                  <a:pt x="257" y="76"/>
                  <a:pt x="257" y="76"/>
                </a:cubicBezTo>
                <a:cubicBezTo>
                  <a:pt x="257" y="76"/>
                  <a:pt x="257" y="77"/>
                  <a:pt x="257" y="77"/>
                </a:cubicBezTo>
                <a:cubicBezTo>
                  <a:pt x="257" y="79"/>
                  <a:pt x="256" y="80"/>
                  <a:pt x="254" y="82"/>
                </a:cubicBezTo>
                <a:cubicBezTo>
                  <a:pt x="252" y="85"/>
                  <a:pt x="249" y="88"/>
                  <a:pt x="246" y="91"/>
                </a:cubicBezTo>
                <a:cubicBezTo>
                  <a:pt x="230" y="107"/>
                  <a:pt x="211" y="122"/>
                  <a:pt x="191" y="132"/>
                </a:cubicBezTo>
                <a:cubicBezTo>
                  <a:pt x="179" y="139"/>
                  <a:pt x="165" y="144"/>
                  <a:pt x="151" y="147"/>
                </a:cubicBezTo>
                <a:cubicBezTo>
                  <a:pt x="135" y="150"/>
                  <a:pt x="119" y="150"/>
                  <a:pt x="104" y="146"/>
                </a:cubicBezTo>
                <a:cubicBezTo>
                  <a:pt x="77" y="141"/>
                  <a:pt x="53" y="126"/>
                  <a:pt x="31" y="109"/>
                </a:cubicBezTo>
                <a:cubicBezTo>
                  <a:pt x="22" y="101"/>
                  <a:pt x="12" y="92"/>
                  <a:pt x="4" y="82"/>
                </a:cubicBezTo>
                <a:cubicBezTo>
                  <a:pt x="0" y="78"/>
                  <a:pt x="0" y="72"/>
                  <a:pt x="4" y="68"/>
                </a:cubicBezTo>
                <a:cubicBezTo>
                  <a:pt x="6" y="65"/>
                  <a:pt x="9" y="62"/>
                  <a:pt x="12" y="59"/>
                </a:cubicBezTo>
                <a:cubicBezTo>
                  <a:pt x="28" y="43"/>
                  <a:pt x="47" y="28"/>
                  <a:pt x="67" y="18"/>
                </a:cubicBezTo>
                <a:cubicBezTo>
                  <a:pt x="79" y="11"/>
                  <a:pt x="93" y="6"/>
                  <a:pt x="107" y="3"/>
                </a:cubicBezTo>
                <a:cubicBezTo>
                  <a:pt x="123" y="0"/>
                  <a:pt x="138" y="0"/>
                  <a:pt x="154" y="4"/>
                </a:cubicBezTo>
                <a:cubicBezTo>
                  <a:pt x="181" y="9"/>
                  <a:pt x="205" y="24"/>
                  <a:pt x="226" y="41"/>
                </a:cubicBezTo>
                <a:cubicBezTo>
                  <a:pt x="236" y="49"/>
                  <a:pt x="246" y="58"/>
                  <a:pt x="254" y="68"/>
                </a:cubicBezTo>
                <a:cubicBezTo>
                  <a:pt x="256" y="70"/>
                  <a:pt x="257" y="71"/>
                  <a:pt x="257" y="73"/>
                </a:cubicBezTo>
                <a:cubicBezTo>
                  <a:pt x="257" y="74"/>
                  <a:pt x="257" y="74"/>
                  <a:pt x="257" y="74"/>
                </a:cubicBezTo>
                <a:cubicBezTo>
                  <a:pt x="257" y="74"/>
                  <a:pt x="257" y="74"/>
                  <a:pt x="257" y="74"/>
                </a:cubicBezTo>
                <a:cubicBezTo>
                  <a:pt x="257" y="74"/>
                  <a:pt x="257" y="74"/>
                  <a:pt x="257" y="74"/>
                </a:cubicBezTo>
                <a:cubicBezTo>
                  <a:pt x="257" y="74"/>
                  <a:pt x="257" y="74"/>
                  <a:pt x="257" y="74"/>
                </a:cubicBezTo>
                <a:cubicBezTo>
                  <a:pt x="257" y="74"/>
                  <a:pt x="257" y="74"/>
                  <a:pt x="257" y="75"/>
                </a:cubicBezTo>
                <a:cubicBezTo>
                  <a:pt x="257" y="75"/>
                  <a:pt x="257" y="75"/>
                  <a:pt x="257" y="75"/>
                </a:cubicBezTo>
                <a:cubicBezTo>
                  <a:pt x="257" y="75"/>
                  <a:pt x="257" y="75"/>
                  <a:pt x="257" y="75"/>
                </a:cubicBezTo>
                <a:moveTo>
                  <a:pt x="129" y="25"/>
                </a:moveTo>
                <a:cubicBezTo>
                  <a:pt x="102" y="25"/>
                  <a:pt x="81" y="46"/>
                  <a:pt x="81" y="73"/>
                </a:cubicBezTo>
                <a:cubicBezTo>
                  <a:pt x="81" y="100"/>
                  <a:pt x="102" y="121"/>
                  <a:pt x="129" y="121"/>
                </a:cubicBezTo>
                <a:cubicBezTo>
                  <a:pt x="156" y="121"/>
                  <a:pt x="177" y="100"/>
                  <a:pt x="177" y="73"/>
                </a:cubicBezTo>
                <a:cubicBezTo>
                  <a:pt x="177" y="46"/>
                  <a:pt x="156" y="25"/>
                  <a:pt x="129" y="25"/>
                </a:cubicBezTo>
                <a:moveTo>
                  <a:pt x="129" y="97"/>
                </a:moveTo>
                <a:cubicBezTo>
                  <a:pt x="116" y="97"/>
                  <a:pt x="105" y="86"/>
                  <a:pt x="105" y="73"/>
                </a:cubicBezTo>
                <a:cubicBezTo>
                  <a:pt x="105" y="60"/>
                  <a:pt x="116" y="49"/>
                  <a:pt x="129" y="49"/>
                </a:cubicBezTo>
                <a:cubicBezTo>
                  <a:pt x="142" y="49"/>
                  <a:pt x="153" y="60"/>
                  <a:pt x="153" y="73"/>
                </a:cubicBezTo>
                <a:cubicBezTo>
                  <a:pt x="153" y="86"/>
                  <a:pt x="142" y="97"/>
                  <a:pt x="129" y="9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2" name="Freeform 22"/>
          <p:cNvSpPr/>
          <p:nvPr/>
        </p:nvSpPr>
        <p:spPr>
          <a:xfrm>
            <a:off x="4748040" y="3800520"/>
            <a:ext cx="408240" cy="379440"/>
          </a:xfrm>
          <a:custGeom>
            <a:avLst/>
            <a:gdLst/>
            <a:ahLst/>
            <a:rect l="l" t="t" r="r" b="b"/>
            <a:pathLst>
              <a:path w="256" h="238">
                <a:moveTo>
                  <a:pt x="210" y="238"/>
                </a:moveTo>
                <a:cubicBezTo>
                  <a:pt x="199" y="226"/>
                  <a:pt x="199" y="226"/>
                  <a:pt x="199" y="226"/>
                </a:cubicBezTo>
                <a:cubicBezTo>
                  <a:pt x="224" y="198"/>
                  <a:pt x="240" y="160"/>
                  <a:pt x="240" y="119"/>
                </a:cubicBezTo>
                <a:cubicBezTo>
                  <a:pt x="240" y="78"/>
                  <a:pt x="224" y="40"/>
                  <a:pt x="199" y="12"/>
                </a:cubicBezTo>
                <a:cubicBezTo>
                  <a:pt x="210" y="0"/>
                  <a:pt x="210" y="0"/>
                  <a:pt x="210" y="0"/>
                </a:cubicBezTo>
                <a:cubicBezTo>
                  <a:pt x="239" y="32"/>
                  <a:pt x="256" y="73"/>
                  <a:pt x="256" y="119"/>
                </a:cubicBezTo>
                <a:cubicBezTo>
                  <a:pt x="256" y="165"/>
                  <a:pt x="239" y="206"/>
                  <a:pt x="210" y="238"/>
                </a:cubicBezTo>
                <a:moveTo>
                  <a:pt x="179" y="206"/>
                </a:moveTo>
                <a:cubicBezTo>
                  <a:pt x="167" y="195"/>
                  <a:pt x="167" y="195"/>
                  <a:pt x="167" y="195"/>
                </a:cubicBezTo>
                <a:cubicBezTo>
                  <a:pt x="185" y="175"/>
                  <a:pt x="196" y="148"/>
                  <a:pt x="196" y="119"/>
                </a:cubicBezTo>
                <a:cubicBezTo>
                  <a:pt x="196" y="90"/>
                  <a:pt x="185" y="63"/>
                  <a:pt x="167" y="43"/>
                </a:cubicBezTo>
                <a:cubicBezTo>
                  <a:pt x="179" y="32"/>
                  <a:pt x="179" y="32"/>
                  <a:pt x="179" y="32"/>
                </a:cubicBezTo>
                <a:cubicBezTo>
                  <a:pt x="199" y="55"/>
                  <a:pt x="212" y="85"/>
                  <a:pt x="212" y="119"/>
                </a:cubicBezTo>
                <a:cubicBezTo>
                  <a:pt x="212" y="153"/>
                  <a:pt x="199" y="183"/>
                  <a:pt x="179" y="206"/>
                </a:cubicBezTo>
                <a:moveTo>
                  <a:pt x="148" y="175"/>
                </a:moveTo>
                <a:cubicBezTo>
                  <a:pt x="136" y="164"/>
                  <a:pt x="136" y="164"/>
                  <a:pt x="136" y="164"/>
                </a:cubicBezTo>
                <a:cubicBezTo>
                  <a:pt x="146" y="152"/>
                  <a:pt x="152" y="136"/>
                  <a:pt x="152" y="119"/>
                </a:cubicBezTo>
                <a:cubicBezTo>
                  <a:pt x="152" y="102"/>
                  <a:pt x="146" y="86"/>
                  <a:pt x="136" y="74"/>
                </a:cubicBezTo>
                <a:cubicBezTo>
                  <a:pt x="148" y="63"/>
                  <a:pt x="148" y="63"/>
                  <a:pt x="148" y="63"/>
                </a:cubicBezTo>
                <a:cubicBezTo>
                  <a:pt x="160" y="78"/>
                  <a:pt x="168" y="98"/>
                  <a:pt x="168" y="119"/>
                </a:cubicBezTo>
                <a:cubicBezTo>
                  <a:pt x="168" y="140"/>
                  <a:pt x="160" y="160"/>
                  <a:pt x="148" y="175"/>
                </a:cubicBezTo>
                <a:moveTo>
                  <a:pt x="100" y="183"/>
                </a:moveTo>
                <a:cubicBezTo>
                  <a:pt x="97" y="183"/>
                  <a:pt x="95" y="182"/>
                  <a:pt x="93" y="181"/>
                </a:cubicBezTo>
                <a:cubicBezTo>
                  <a:pt x="93" y="181"/>
                  <a:pt x="93" y="181"/>
                  <a:pt x="93" y="181"/>
                </a:cubicBezTo>
                <a:cubicBezTo>
                  <a:pt x="52" y="151"/>
                  <a:pt x="52" y="151"/>
                  <a:pt x="52" y="151"/>
                </a:cubicBezTo>
                <a:cubicBezTo>
                  <a:pt x="12" y="151"/>
                  <a:pt x="12" y="151"/>
                  <a:pt x="12" y="151"/>
                </a:cubicBezTo>
                <a:cubicBezTo>
                  <a:pt x="5" y="151"/>
                  <a:pt x="0" y="146"/>
                  <a:pt x="0" y="139"/>
                </a:cubicBezTo>
                <a:cubicBezTo>
                  <a:pt x="0" y="99"/>
                  <a:pt x="0" y="99"/>
                  <a:pt x="0" y="99"/>
                </a:cubicBezTo>
                <a:cubicBezTo>
                  <a:pt x="0" y="92"/>
                  <a:pt x="5" y="87"/>
                  <a:pt x="12" y="87"/>
                </a:cubicBezTo>
                <a:cubicBezTo>
                  <a:pt x="12" y="87"/>
                  <a:pt x="12" y="87"/>
                  <a:pt x="12" y="87"/>
                </a:cubicBezTo>
                <a:cubicBezTo>
                  <a:pt x="52" y="87"/>
                  <a:pt x="52" y="87"/>
                  <a:pt x="52" y="87"/>
                </a:cubicBezTo>
                <a:cubicBezTo>
                  <a:pt x="92" y="54"/>
                  <a:pt x="92" y="54"/>
                  <a:pt x="92" y="54"/>
                </a:cubicBezTo>
                <a:cubicBezTo>
                  <a:pt x="92" y="54"/>
                  <a:pt x="92" y="54"/>
                  <a:pt x="92" y="54"/>
                </a:cubicBezTo>
                <a:cubicBezTo>
                  <a:pt x="95" y="52"/>
                  <a:pt x="97" y="51"/>
                  <a:pt x="100" y="51"/>
                </a:cubicBezTo>
                <a:cubicBezTo>
                  <a:pt x="107" y="51"/>
                  <a:pt x="112" y="56"/>
                  <a:pt x="112" y="63"/>
                </a:cubicBezTo>
                <a:cubicBezTo>
                  <a:pt x="112" y="99"/>
                  <a:pt x="112" y="99"/>
                  <a:pt x="112" y="99"/>
                </a:cubicBezTo>
                <a:cubicBezTo>
                  <a:pt x="112" y="127"/>
                  <a:pt x="112" y="127"/>
                  <a:pt x="112" y="127"/>
                </a:cubicBezTo>
                <a:cubicBezTo>
                  <a:pt x="112" y="139"/>
                  <a:pt x="112" y="139"/>
                  <a:pt x="112" y="139"/>
                </a:cubicBezTo>
                <a:cubicBezTo>
                  <a:pt x="112" y="151"/>
                  <a:pt x="112" y="151"/>
                  <a:pt x="112" y="151"/>
                </a:cubicBezTo>
                <a:cubicBezTo>
                  <a:pt x="112" y="171"/>
                  <a:pt x="112" y="171"/>
                  <a:pt x="112" y="171"/>
                </a:cubicBezTo>
                <a:cubicBezTo>
                  <a:pt x="112" y="178"/>
                  <a:pt x="107" y="183"/>
                  <a:pt x="100" y="18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3" name="Freeform 23"/>
          <p:cNvSpPr/>
          <p:nvPr/>
        </p:nvSpPr>
        <p:spPr>
          <a:xfrm>
            <a:off x="4032360" y="3851280"/>
            <a:ext cx="338040" cy="277920"/>
          </a:xfrm>
          <a:custGeom>
            <a:avLst/>
            <a:gdLst/>
            <a:ahLst/>
            <a:rect l="l" t="t" r="r" b="b"/>
            <a:pathLst>
              <a:path w="212" h="174">
                <a:moveTo>
                  <a:pt x="179" y="174"/>
                </a:moveTo>
                <a:cubicBezTo>
                  <a:pt x="167" y="163"/>
                  <a:pt x="167" y="163"/>
                  <a:pt x="167" y="163"/>
                </a:cubicBezTo>
                <a:cubicBezTo>
                  <a:pt x="185" y="143"/>
                  <a:pt x="196" y="116"/>
                  <a:pt x="196" y="87"/>
                </a:cubicBezTo>
                <a:cubicBezTo>
                  <a:pt x="196" y="58"/>
                  <a:pt x="185" y="31"/>
                  <a:pt x="167" y="11"/>
                </a:cubicBezTo>
                <a:cubicBezTo>
                  <a:pt x="179" y="0"/>
                  <a:pt x="179" y="0"/>
                  <a:pt x="179" y="0"/>
                </a:cubicBezTo>
                <a:cubicBezTo>
                  <a:pt x="199" y="23"/>
                  <a:pt x="212" y="53"/>
                  <a:pt x="212" y="87"/>
                </a:cubicBezTo>
                <a:cubicBezTo>
                  <a:pt x="212" y="121"/>
                  <a:pt x="199" y="151"/>
                  <a:pt x="179" y="174"/>
                </a:cubicBezTo>
                <a:moveTo>
                  <a:pt x="148" y="143"/>
                </a:moveTo>
                <a:cubicBezTo>
                  <a:pt x="136" y="132"/>
                  <a:pt x="136" y="132"/>
                  <a:pt x="136" y="132"/>
                </a:cubicBezTo>
                <a:cubicBezTo>
                  <a:pt x="146" y="120"/>
                  <a:pt x="152" y="104"/>
                  <a:pt x="152" y="87"/>
                </a:cubicBezTo>
                <a:cubicBezTo>
                  <a:pt x="152" y="70"/>
                  <a:pt x="146" y="54"/>
                  <a:pt x="136" y="42"/>
                </a:cubicBezTo>
                <a:cubicBezTo>
                  <a:pt x="148" y="31"/>
                  <a:pt x="148" y="31"/>
                  <a:pt x="148" y="31"/>
                </a:cubicBezTo>
                <a:cubicBezTo>
                  <a:pt x="160" y="46"/>
                  <a:pt x="168" y="66"/>
                  <a:pt x="168" y="87"/>
                </a:cubicBezTo>
                <a:cubicBezTo>
                  <a:pt x="168" y="108"/>
                  <a:pt x="160" y="128"/>
                  <a:pt x="148" y="143"/>
                </a:cubicBezTo>
                <a:moveTo>
                  <a:pt x="100" y="151"/>
                </a:moveTo>
                <a:cubicBezTo>
                  <a:pt x="97" y="151"/>
                  <a:pt x="95" y="150"/>
                  <a:pt x="93" y="149"/>
                </a:cubicBezTo>
                <a:cubicBezTo>
                  <a:pt x="93" y="149"/>
                  <a:pt x="93" y="149"/>
                  <a:pt x="93" y="149"/>
                </a:cubicBezTo>
                <a:cubicBezTo>
                  <a:pt x="52" y="119"/>
                  <a:pt x="52" y="119"/>
                  <a:pt x="52" y="119"/>
                </a:cubicBezTo>
                <a:cubicBezTo>
                  <a:pt x="12" y="119"/>
                  <a:pt x="12" y="119"/>
                  <a:pt x="12" y="119"/>
                </a:cubicBezTo>
                <a:cubicBezTo>
                  <a:pt x="5" y="119"/>
                  <a:pt x="0" y="114"/>
                  <a:pt x="0" y="107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60"/>
                  <a:pt x="5" y="55"/>
                  <a:pt x="12" y="55"/>
                </a:cubicBezTo>
                <a:cubicBezTo>
                  <a:pt x="12" y="55"/>
                  <a:pt x="12" y="55"/>
                  <a:pt x="12" y="55"/>
                </a:cubicBezTo>
                <a:cubicBezTo>
                  <a:pt x="52" y="55"/>
                  <a:pt x="52" y="55"/>
                  <a:pt x="52" y="55"/>
                </a:cubicBezTo>
                <a:cubicBezTo>
                  <a:pt x="92" y="22"/>
                  <a:pt x="92" y="22"/>
                  <a:pt x="92" y="22"/>
                </a:cubicBezTo>
                <a:cubicBezTo>
                  <a:pt x="92" y="22"/>
                  <a:pt x="92" y="22"/>
                  <a:pt x="92" y="22"/>
                </a:cubicBezTo>
                <a:cubicBezTo>
                  <a:pt x="95" y="20"/>
                  <a:pt x="97" y="19"/>
                  <a:pt x="100" y="19"/>
                </a:cubicBezTo>
                <a:cubicBezTo>
                  <a:pt x="107" y="19"/>
                  <a:pt x="112" y="24"/>
                  <a:pt x="112" y="31"/>
                </a:cubicBezTo>
                <a:cubicBezTo>
                  <a:pt x="112" y="67"/>
                  <a:pt x="112" y="67"/>
                  <a:pt x="112" y="67"/>
                </a:cubicBezTo>
                <a:cubicBezTo>
                  <a:pt x="112" y="95"/>
                  <a:pt x="112" y="95"/>
                  <a:pt x="112" y="95"/>
                </a:cubicBezTo>
                <a:cubicBezTo>
                  <a:pt x="112" y="107"/>
                  <a:pt x="112" y="107"/>
                  <a:pt x="112" y="107"/>
                </a:cubicBezTo>
                <a:cubicBezTo>
                  <a:pt x="112" y="119"/>
                  <a:pt x="112" y="119"/>
                  <a:pt x="112" y="119"/>
                </a:cubicBezTo>
                <a:cubicBezTo>
                  <a:pt x="112" y="139"/>
                  <a:pt x="112" y="139"/>
                  <a:pt x="112" y="139"/>
                </a:cubicBezTo>
                <a:cubicBezTo>
                  <a:pt x="112" y="146"/>
                  <a:pt x="107" y="151"/>
                  <a:pt x="100" y="15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4" name="Freeform 24"/>
          <p:cNvSpPr/>
          <p:nvPr/>
        </p:nvSpPr>
        <p:spPr>
          <a:xfrm>
            <a:off x="3316320" y="3881520"/>
            <a:ext cx="268200" cy="210960"/>
          </a:xfrm>
          <a:custGeom>
            <a:avLst/>
            <a:gdLst/>
            <a:ahLst/>
            <a:rect l="l" t="t" r="r" b="b"/>
            <a:pathLst>
              <a:path w="168" h="132">
                <a:moveTo>
                  <a:pt x="148" y="124"/>
                </a:moveTo>
                <a:cubicBezTo>
                  <a:pt x="136" y="113"/>
                  <a:pt x="136" y="113"/>
                  <a:pt x="136" y="113"/>
                </a:cubicBezTo>
                <a:cubicBezTo>
                  <a:pt x="146" y="101"/>
                  <a:pt x="152" y="85"/>
                  <a:pt x="152" y="68"/>
                </a:cubicBezTo>
                <a:cubicBezTo>
                  <a:pt x="152" y="51"/>
                  <a:pt x="146" y="35"/>
                  <a:pt x="136" y="23"/>
                </a:cubicBezTo>
                <a:cubicBezTo>
                  <a:pt x="148" y="12"/>
                  <a:pt x="148" y="12"/>
                  <a:pt x="148" y="12"/>
                </a:cubicBezTo>
                <a:cubicBezTo>
                  <a:pt x="160" y="27"/>
                  <a:pt x="168" y="47"/>
                  <a:pt x="168" y="68"/>
                </a:cubicBezTo>
                <a:cubicBezTo>
                  <a:pt x="168" y="89"/>
                  <a:pt x="160" y="109"/>
                  <a:pt x="148" y="124"/>
                </a:cubicBezTo>
                <a:moveTo>
                  <a:pt x="100" y="132"/>
                </a:moveTo>
                <a:cubicBezTo>
                  <a:pt x="97" y="132"/>
                  <a:pt x="95" y="131"/>
                  <a:pt x="93" y="130"/>
                </a:cubicBezTo>
                <a:cubicBezTo>
                  <a:pt x="93" y="130"/>
                  <a:pt x="93" y="130"/>
                  <a:pt x="93" y="130"/>
                </a:cubicBezTo>
                <a:cubicBezTo>
                  <a:pt x="52" y="100"/>
                  <a:pt x="52" y="100"/>
                  <a:pt x="52" y="100"/>
                </a:cubicBezTo>
                <a:cubicBezTo>
                  <a:pt x="12" y="100"/>
                  <a:pt x="12" y="100"/>
                  <a:pt x="12" y="100"/>
                </a:cubicBezTo>
                <a:cubicBezTo>
                  <a:pt x="5" y="100"/>
                  <a:pt x="0" y="95"/>
                  <a:pt x="0" y="8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1"/>
                  <a:pt x="5" y="36"/>
                  <a:pt x="12" y="36"/>
                </a:cubicBezTo>
                <a:cubicBezTo>
                  <a:pt x="12" y="36"/>
                  <a:pt x="12" y="36"/>
                  <a:pt x="1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92" y="3"/>
                  <a:pt x="92" y="3"/>
                  <a:pt x="92" y="3"/>
                </a:cubicBezTo>
                <a:cubicBezTo>
                  <a:pt x="92" y="3"/>
                  <a:pt x="92" y="3"/>
                  <a:pt x="92" y="3"/>
                </a:cubicBezTo>
                <a:cubicBezTo>
                  <a:pt x="95" y="1"/>
                  <a:pt x="97" y="0"/>
                  <a:pt x="100" y="0"/>
                </a:cubicBezTo>
                <a:cubicBezTo>
                  <a:pt x="107" y="0"/>
                  <a:pt x="112" y="5"/>
                  <a:pt x="112" y="12"/>
                </a:cubicBezTo>
                <a:cubicBezTo>
                  <a:pt x="112" y="48"/>
                  <a:pt x="112" y="48"/>
                  <a:pt x="112" y="48"/>
                </a:cubicBezTo>
                <a:cubicBezTo>
                  <a:pt x="112" y="76"/>
                  <a:pt x="112" y="76"/>
                  <a:pt x="112" y="76"/>
                </a:cubicBezTo>
                <a:cubicBezTo>
                  <a:pt x="112" y="88"/>
                  <a:pt x="112" y="88"/>
                  <a:pt x="112" y="88"/>
                </a:cubicBezTo>
                <a:cubicBezTo>
                  <a:pt x="112" y="100"/>
                  <a:pt x="112" y="100"/>
                  <a:pt x="112" y="100"/>
                </a:cubicBezTo>
                <a:cubicBezTo>
                  <a:pt x="112" y="120"/>
                  <a:pt x="112" y="120"/>
                  <a:pt x="112" y="120"/>
                </a:cubicBezTo>
                <a:cubicBezTo>
                  <a:pt x="112" y="127"/>
                  <a:pt x="107" y="132"/>
                  <a:pt x="100" y="13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5" name="Freeform 25"/>
          <p:cNvSpPr/>
          <p:nvPr/>
        </p:nvSpPr>
        <p:spPr>
          <a:xfrm>
            <a:off x="2639880" y="3881520"/>
            <a:ext cx="331920" cy="210960"/>
          </a:xfrm>
          <a:custGeom>
            <a:avLst/>
            <a:gdLst/>
            <a:ahLst/>
            <a:rect l="l" t="t" r="r" b="b"/>
            <a:pathLst>
              <a:path w="208" h="132">
                <a:moveTo>
                  <a:pt x="204" y="52"/>
                </a:moveTo>
                <a:cubicBezTo>
                  <a:pt x="189" y="68"/>
                  <a:pt x="189" y="68"/>
                  <a:pt x="189" y="68"/>
                </a:cubicBezTo>
                <a:cubicBezTo>
                  <a:pt x="204" y="84"/>
                  <a:pt x="204" y="84"/>
                  <a:pt x="204" y="84"/>
                </a:cubicBezTo>
                <a:cubicBezTo>
                  <a:pt x="207" y="86"/>
                  <a:pt x="208" y="89"/>
                  <a:pt x="208" y="92"/>
                </a:cubicBezTo>
                <a:cubicBezTo>
                  <a:pt x="208" y="99"/>
                  <a:pt x="203" y="104"/>
                  <a:pt x="196" y="104"/>
                </a:cubicBezTo>
                <a:cubicBezTo>
                  <a:pt x="193" y="104"/>
                  <a:pt x="190" y="103"/>
                  <a:pt x="188" y="100"/>
                </a:cubicBezTo>
                <a:cubicBezTo>
                  <a:pt x="172" y="85"/>
                  <a:pt x="172" y="85"/>
                  <a:pt x="172" y="85"/>
                </a:cubicBezTo>
                <a:cubicBezTo>
                  <a:pt x="156" y="100"/>
                  <a:pt x="156" y="100"/>
                  <a:pt x="156" y="100"/>
                </a:cubicBezTo>
                <a:cubicBezTo>
                  <a:pt x="154" y="103"/>
                  <a:pt x="151" y="104"/>
                  <a:pt x="148" y="104"/>
                </a:cubicBezTo>
                <a:cubicBezTo>
                  <a:pt x="141" y="104"/>
                  <a:pt x="136" y="99"/>
                  <a:pt x="136" y="92"/>
                </a:cubicBezTo>
                <a:cubicBezTo>
                  <a:pt x="136" y="89"/>
                  <a:pt x="137" y="86"/>
                  <a:pt x="140" y="84"/>
                </a:cubicBezTo>
                <a:cubicBezTo>
                  <a:pt x="155" y="68"/>
                  <a:pt x="155" y="68"/>
                  <a:pt x="155" y="68"/>
                </a:cubicBezTo>
                <a:cubicBezTo>
                  <a:pt x="140" y="52"/>
                  <a:pt x="140" y="52"/>
                  <a:pt x="140" y="52"/>
                </a:cubicBezTo>
                <a:cubicBezTo>
                  <a:pt x="137" y="50"/>
                  <a:pt x="136" y="47"/>
                  <a:pt x="136" y="44"/>
                </a:cubicBezTo>
                <a:cubicBezTo>
                  <a:pt x="136" y="37"/>
                  <a:pt x="141" y="32"/>
                  <a:pt x="148" y="32"/>
                </a:cubicBezTo>
                <a:cubicBezTo>
                  <a:pt x="151" y="32"/>
                  <a:pt x="154" y="33"/>
                  <a:pt x="156" y="36"/>
                </a:cubicBezTo>
                <a:cubicBezTo>
                  <a:pt x="172" y="51"/>
                  <a:pt x="172" y="51"/>
                  <a:pt x="172" y="51"/>
                </a:cubicBezTo>
                <a:cubicBezTo>
                  <a:pt x="188" y="36"/>
                  <a:pt x="188" y="36"/>
                  <a:pt x="188" y="36"/>
                </a:cubicBezTo>
                <a:cubicBezTo>
                  <a:pt x="190" y="33"/>
                  <a:pt x="193" y="32"/>
                  <a:pt x="196" y="32"/>
                </a:cubicBezTo>
                <a:cubicBezTo>
                  <a:pt x="203" y="32"/>
                  <a:pt x="208" y="37"/>
                  <a:pt x="208" y="44"/>
                </a:cubicBezTo>
                <a:cubicBezTo>
                  <a:pt x="208" y="47"/>
                  <a:pt x="207" y="50"/>
                  <a:pt x="204" y="52"/>
                </a:cubicBezTo>
                <a:moveTo>
                  <a:pt x="100" y="132"/>
                </a:moveTo>
                <a:cubicBezTo>
                  <a:pt x="97" y="132"/>
                  <a:pt x="95" y="131"/>
                  <a:pt x="93" y="130"/>
                </a:cubicBezTo>
                <a:cubicBezTo>
                  <a:pt x="93" y="130"/>
                  <a:pt x="93" y="130"/>
                  <a:pt x="93" y="130"/>
                </a:cubicBezTo>
                <a:cubicBezTo>
                  <a:pt x="52" y="100"/>
                  <a:pt x="52" y="100"/>
                  <a:pt x="52" y="100"/>
                </a:cubicBezTo>
                <a:cubicBezTo>
                  <a:pt x="12" y="100"/>
                  <a:pt x="12" y="100"/>
                  <a:pt x="12" y="100"/>
                </a:cubicBezTo>
                <a:cubicBezTo>
                  <a:pt x="5" y="100"/>
                  <a:pt x="0" y="95"/>
                  <a:pt x="0" y="8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1"/>
                  <a:pt x="5" y="36"/>
                  <a:pt x="12" y="36"/>
                </a:cubicBezTo>
                <a:cubicBezTo>
                  <a:pt x="12" y="36"/>
                  <a:pt x="12" y="36"/>
                  <a:pt x="1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92" y="3"/>
                  <a:pt x="92" y="3"/>
                  <a:pt x="92" y="3"/>
                </a:cubicBezTo>
                <a:cubicBezTo>
                  <a:pt x="92" y="3"/>
                  <a:pt x="92" y="3"/>
                  <a:pt x="92" y="3"/>
                </a:cubicBezTo>
                <a:cubicBezTo>
                  <a:pt x="95" y="1"/>
                  <a:pt x="97" y="0"/>
                  <a:pt x="100" y="0"/>
                </a:cubicBezTo>
                <a:cubicBezTo>
                  <a:pt x="107" y="0"/>
                  <a:pt x="112" y="5"/>
                  <a:pt x="112" y="12"/>
                </a:cubicBezTo>
                <a:cubicBezTo>
                  <a:pt x="112" y="48"/>
                  <a:pt x="112" y="48"/>
                  <a:pt x="112" y="48"/>
                </a:cubicBezTo>
                <a:cubicBezTo>
                  <a:pt x="112" y="76"/>
                  <a:pt x="112" y="76"/>
                  <a:pt x="112" y="76"/>
                </a:cubicBezTo>
                <a:cubicBezTo>
                  <a:pt x="112" y="88"/>
                  <a:pt x="112" y="88"/>
                  <a:pt x="112" y="88"/>
                </a:cubicBezTo>
                <a:cubicBezTo>
                  <a:pt x="112" y="100"/>
                  <a:pt x="112" y="100"/>
                  <a:pt x="112" y="100"/>
                </a:cubicBezTo>
                <a:cubicBezTo>
                  <a:pt x="112" y="120"/>
                  <a:pt x="112" y="120"/>
                  <a:pt x="112" y="120"/>
                </a:cubicBezTo>
                <a:cubicBezTo>
                  <a:pt x="112" y="127"/>
                  <a:pt x="107" y="132"/>
                  <a:pt x="100" y="13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6" name="Freeform 26"/>
          <p:cNvSpPr/>
          <p:nvPr/>
        </p:nvSpPr>
        <p:spPr>
          <a:xfrm>
            <a:off x="1924200" y="3881520"/>
            <a:ext cx="333360" cy="210960"/>
          </a:xfrm>
          <a:custGeom>
            <a:avLst/>
            <a:gdLst/>
            <a:ahLst/>
            <a:rect l="l" t="t" r="r" b="b"/>
            <a:pathLst>
              <a:path w="208" h="132">
                <a:moveTo>
                  <a:pt x="196" y="80"/>
                </a:moveTo>
                <a:cubicBezTo>
                  <a:pt x="148" y="80"/>
                  <a:pt x="148" y="80"/>
                  <a:pt x="148" y="80"/>
                </a:cubicBezTo>
                <a:cubicBezTo>
                  <a:pt x="141" y="80"/>
                  <a:pt x="136" y="75"/>
                  <a:pt x="136" y="68"/>
                </a:cubicBezTo>
                <a:cubicBezTo>
                  <a:pt x="136" y="61"/>
                  <a:pt x="141" y="56"/>
                  <a:pt x="148" y="56"/>
                </a:cubicBezTo>
                <a:cubicBezTo>
                  <a:pt x="196" y="56"/>
                  <a:pt x="196" y="56"/>
                  <a:pt x="196" y="56"/>
                </a:cubicBezTo>
                <a:cubicBezTo>
                  <a:pt x="203" y="56"/>
                  <a:pt x="208" y="61"/>
                  <a:pt x="208" y="68"/>
                </a:cubicBezTo>
                <a:cubicBezTo>
                  <a:pt x="208" y="75"/>
                  <a:pt x="203" y="80"/>
                  <a:pt x="196" y="80"/>
                </a:cubicBezTo>
                <a:moveTo>
                  <a:pt x="100" y="132"/>
                </a:moveTo>
                <a:cubicBezTo>
                  <a:pt x="97" y="132"/>
                  <a:pt x="95" y="131"/>
                  <a:pt x="93" y="130"/>
                </a:cubicBezTo>
                <a:cubicBezTo>
                  <a:pt x="93" y="130"/>
                  <a:pt x="93" y="130"/>
                  <a:pt x="93" y="130"/>
                </a:cubicBezTo>
                <a:cubicBezTo>
                  <a:pt x="52" y="100"/>
                  <a:pt x="52" y="100"/>
                  <a:pt x="52" y="100"/>
                </a:cubicBezTo>
                <a:cubicBezTo>
                  <a:pt x="12" y="100"/>
                  <a:pt x="12" y="100"/>
                  <a:pt x="12" y="100"/>
                </a:cubicBezTo>
                <a:cubicBezTo>
                  <a:pt x="5" y="100"/>
                  <a:pt x="0" y="95"/>
                  <a:pt x="0" y="8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1"/>
                  <a:pt x="5" y="36"/>
                  <a:pt x="12" y="36"/>
                </a:cubicBezTo>
                <a:cubicBezTo>
                  <a:pt x="12" y="36"/>
                  <a:pt x="12" y="36"/>
                  <a:pt x="1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92" y="3"/>
                  <a:pt x="92" y="3"/>
                  <a:pt x="92" y="3"/>
                </a:cubicBezTo>
                <a:cubicBezTo>
                  <a:pt x="92" y="3"/>
                  <a:pt x="92" y="3"/>
                  <a:pt x="92" y="3"/>
                </a:cubicBezTo>
                <a:cubicBezTo>
                  <a:pt x="95" y="1"/>
                  <a:pt x="97" y="0"/>
                  <a:pt x="100" y="0"/>
                </a:cubicBezTo>
                <a:cubicBezTo>
                  <a:pt x="107" y="0"/>
                  <a:pt x="112" y="5"/>
                  <a:pt x="112" y="12"/>
                </a:cubicBezTo>
                <a:cubicBezTo>
                  <a:pt x="112" y="48"/>
                  <a:pt x="112" y="48"/>
                  <a:pt x="112" y="48"/>
                </a:cubicBezTo>
                <a:cubicBezTo>
                  <a:pt x="112" y="76"/>
                  <a:pt x="112" y="76"/>
                  <a:pt x="112" y="76"/>
                </a:cubicBezTo>
                <a:cubicBezTo>
                  <a:pt x="112" y="88"/>
                  <a:pt x="112" y="88"/>
                  <a:pt x="112" y="88"/>
                </a:cubicBezTo>
                <a:cubicBezTo>
                  <a:pt x="112" y="100"/>
                  <a:pt x="112" y="100"/>
                  <a:pt x="112" y="100"/>
                </a:cubicBezTo>
                <a:cubicBezTo>
                  <a:pt x="112" y="120"/>
                  <a:pt x="112" y="120"/>
                  <a:pt x="112" y="120"/>
                </a:cubicBezTo>
                <a:cubicBezTo>
                  <a:pt x="112" y="127"/>
                  <a:pt x="107" y="132"/>
                  <a:pt x="100" y="13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7" name="Freeform 27"/>
          <p:cNvSpPr/>
          <p:nvPr/>
        </p:nvSpPr>
        <p:spPr>
          <a:xfrm>
            <a:off x="1209600" y="3881520"/>
            <a:ext cx="331920" cy="210960"/>
          </a:xfrm>
          <a:custGeom>
            <a:avLst/>
            <a:gdLst/>
            <a:ahLst/>
            <a:rect l="l" t="t" r="r" b="b"/>
            <a:pathLst>
              <a:path w="208" h="132">
                <a:moveTo>
                  <a:pt x="196" y="80"/>
                </a:moveTo>
                <a:cubicBezTo>
                  <a:pt x="184" y="80"/>
                  <a:pt x="184" y="80"/>
                  <a:pt x="184" y="80"/>
                </a:cubicBezTo>
                <a:cubicBezTo>
                  <a:pt x="184" y="92"/>
                  <a:pt x="184" y="92"/>
                  <a:pt x="184" y="92"/>
                </a:cubicBezTo>
                <a:cubicBezTo>
                  <a:pt x="184" y="99"/>
                  <a:pt x="179" y="104"/>
                  <a:pt x="172" y="104"/>
                </a:cubicBezTo>
                <a:cubicBezTo>
                  <a:pt x="165" y="104"/>
                  <a:pt x="160" y="99"/>
                  <a:pt x="160" y="92"/>
                </a:cubicBezTo>
                <a:cubicBezTo>
                  <a:pt x="160" y="80"/>
                  <a:pt x="160" y="80"/>
                  <a:pt x="160" y="80"/>
                </a:cubicBezTo>
                <a:cubicBezTo>
                  <a:pt x="148" y="80"/>
                  <a:pt x="148" y="80"/>
                  <a:pt x="148" y="80"/>
                </a:cubicBezTo>
                <a:cubicBezTo>
                  <a:pt x="141" y="80"/>
                  <a:pt x="136" y="75"/>
                  <a:pt x="136" y="68"/>
                </a:cubicBezTo>
                <a:cubicBezTo>
                  <a:pt x="136" y="61"/>
                  <a:pt x="141" y="56"/>
                  <a:pt x="148" y="56"/>
                </a:cubicBezTo>
                <a:cubicBezTo>
                  <a:pt x="160" y="56"/>
                  <a:pt x="160" y="56"/>
                  <a:pt x="160" y="56"/>
                </a:cubicBezTo>
                <a:cubicBezTo>
                  <a:pt x="160" y="44"/>
                  <a:pt x="160" y="44"/>
                  <a:pt x="160" y="44"/>
                </a:cubicBezTo>
                <a:cubicBezTo>
                  <a:pt x="160" y="37"/>
                  <a:pt x="165" y="32"/>
                  <a:pt x="172" y="32"/>
                </a:cubicBezTo>
                <a:cubicBezTo>
                  <a:pt x="179" y="32"/>
                  <a:pt x="184" y="37"/>
                  <a:pt x="184" y="44"/>
                </a:cubicBezTo>
                <a:cubicBezTo>
                  <a:pt x="184" y="56"/>
                  <a:pt x="184" y="56"/>
                  <a:pt x="184" y="56"/>
                </a:cubicBezTo>
                <a:cubicBezTo>
                  <a:pt x="196" y="56"/>
                  <a:pt x="196" y="56"/>
                  <a:pt x="196" y="56"/>
                </a:cubicBezTo>
                <a:cubicBezTo>
                  <a:pt x="203" y="56"/>
                  <a:pt x="208" y="61"/>
                  <a:pt x="208" y="68"/>
                </a:cubicBezTo>
                <a:cubicBezTo>
                  <a:pt x="208" y="75"/>
                  <a:pt x="203" y="80"/>
                  <a:pt x="196" y="80"/>
                </a:cubicBezTo>
                <a:moveTo>
                  <a:pt x="100" y="132"/>
                </a:moveTo>
                <a:cubicBezTo>
                  <a:pt x="97" y="132"/>
                  <a:pt x="95" y="131"/>
                  <a:pt x="93" y="130"/>
                </a:cubicBezTo>
                <a:cubicBezTo>
                  <a:pt x="93" y="130"/>
                  <a:pt x="93" y="130"/>
                  <a:pt x="93" y="130"/>
                </a:cubicBezTo>
                <a:cubicBezTo>
                  <a:pt x="52" y="100"/>
                  <a:pt x="52" y="100"/>
                  <a:pt x="52" y="100"/>
                </a:cubicBezTo>
                <a:cubicBezTo>
                  <a:pt x="12" y="100"/>
                  <a:pt x="12" y="100"/>
                  <a:pt x="12" y="100"/>
                </a:cubicBezTo>
                <a:cubicBezTo>
                  <a:pt x="5" y="100"/>
                  <a:pt x="0" y="95"/>
                  <a:pt x="0" y="8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1"/>
                  <a:pt x="5" y="36"/>
                  <a:pt x="12" y="36"/>
                </a:cubicBezTo>
                <a:cubicBezTo>
                  <a:pt x="12" y="36"/>
                  <a:pt x="12" y="36"/>
                  <a:pt x="1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92" y="3"/>
                  <a:pt x="92" y="3"/>
                  <a:pt x="92" y="3"/>
                </a:cubicBezTo>
                <a:cubicBezTo>
                  <a:pt x="92" y="3"/>
                  <a:pt x="92" y="3"/>
                  <a:pt x="92" y="3"/>
                </a:cubicBezTo>
                <a:cubicBezTo>
                  <a:pt x="95" y="1"/>
                  <a:pt x="97" y="0"/>
                  <a:pt x="100" y="0"/>
                </a:cubicBezTo>
                <a:cubicBezTo>
                  <a:pt x="107" y="0"/>
                  <a:pt x="112" y="5"/>
                  <a:pt x="112" y="12"/>
                </a:cubicBezTo>
                <a:cubicBezTo>
                  <a:pt x="112" y="48"/>
                  <a:pt x="112" y="48"/>
                  <a:pt x="112" y="48"/>
                </a:cubicBezTo>
                <a:cubicBezTo>
                  <a:pt x="112" y="76"/>
                  <a:pt x="112" y="76"/>
                  <a:pt x="112" y="76"/>
                </a:cubicBezTo>
                <a:cubicBezTo>
                  <a:pt x="112" y="88"/>
                  <a:pt x="112" y="88"/>
                  <a:pt x="112" y="88"/>
                </a:cubicBezTo>
                <a:cubicBezTo>
                  <a:pt x="112" y="100"/>
                  <a:pt x="112" y="100"/>
                  <a:pt x="112" y="100"/>
                </a:cubicBezTo>
                <a:cubicBezTo>
                  <a:pt x="112" y="120"/>
                  <a:pt x="112" y="120"/>
                  <a:pt x="112" y="120"/>
                </a:cubicBezTo>
                <a:cubicBezTo>
                  <a:pt x="112" y="127"/>
                  <a:pt x="107" y="132"/>
                  <a:pt x="100" y="13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8" name="Freeform 28"/>
          <p:cNvSpPr/>
          <p:nvPr/>
        </p:nvSpPr>
        <p:spPr>
          <a:xfrm>
            <a:off x="534960" y="3881520"/>
            <a:ext cx="255600" cy="210960"/>
          </a:xfrm>
          <a:custGeom>
            <a:avLst/>
            <a:gdLst/>
            <a:ahLst/>
            <a:rect l="l" t="t" r="r" b="b"/>
            <a:pathLst>
              <a:path w="160" h="132">
                <a:moveTo>
                  <a:pt x="157" y="21"/>
                </a:moveTo>
                <a:cubicBezTo>
                  <a:pt x="9" y="122"/>
                  <a:pt x="9" y="122"/>
                  <a:pt x="9" y="122"/>
                </a:cubicBezTo>
                <a:cubicBezTo>
                  <a:pt x="8" y="122"/>
                  <a:pt x="7" y="123"/>
                  <a:pt x="6" y="123"/>
                </a:cubicBezTo>
                <a:cubicBezTo>
                  <a:pt x="2" y="123"/>
                  <a:pt x="0" y="120"/>
                  <a:pt x="0" y="117"/>
                </a:cubicBezTo>
                <a:cubicBezTo>
                  <a:pt x="0" y="115"/>
                  <a:pt x="1" y="113"/>
                  <a:pt x="2" y="112"/>
                </a:cubicBezTo>
                <a:cubicBezTo>
                  <a:pt x="151" y="11"/>
                  <a:pt x="151" y="11"/>
                  <a:pt x="151" y="11"/>
                </a:cubicBezTo>
                <a:cubicBezTo>
                  <a:pt x="152" y="11"/>
                  <a:pt x="153" y="10"/>
                  <a:pt x="154" y="10"/>
                </a:cubicBezTo>
                <a:cubicBezTo>
                  <a:pt x="157" y="10"/>
                  <a:pt x="160" y="13"/>
                  <a:pt x="160" y="16"/>
                </a:cubicBezTo>
                <a:cubicBezTo>
                  <a:pt x="160" y="18"/>
                  <a:pt x="159" y="20"/>
                  <a:pt x="157" y="21"/>
                </a:cubicBezTo>
                <a:moveTo>
                  <a:pt x="18" y="48"/>
                </a:moveTo>
                <a:cubicBezTo>
                  <a:pt x="18" y="41"/>
                  <a:pt x="23" y="36"/>
                  <a:pt x="30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70" y="36"/>
                  <a:pt x="70" y="36"/>
                  <a:pt x="70" y="36"/>
                </a:cubicBezTo>
                <a:cubicBezTo>
                  <a:pt x="110" y="3"/>
                  <a:pt x="110" y="3"/>
                  <a:pt x="110" y="3"/>
                </a:cubicBezTo>
                <a:cubicBezTo>
                  <a:pt x="110" y="3"/>
                  <a:pt x="110" y="3"/>
                  <a:pt x="110" y="3"/>
                </a:cubicBezTo>
                <a:cubicBezTo>
                  <a:pt x="113" y="1"/>
                  <a:pt x="115" y="0"/>
                  <a:pt x="118" y="0"/>
                </a:cubicBezTo>
                <a:cubicBezTo>
                  <a:pt x="124" y="0"/>
                  <a:pt x="129" y="5"/>
                  <a:pt x="130" y="11"/>
                </a:cubicBezTo>
                <a:cubicBezTo>
                  <a:pt x="18" y="87"/>
                  <a:pt x="18" y="87"/>
                  <a:pt x="18" y="87"/>
                </a:cubicBezTo>
                <a:lnTo>
                  <a:pt x="18" y="48"/>
                </a:lnTo>
                <a:close/>
                <a:moveTo>
                  <a:pt x="130" y="76"/>
                </a:moveTo>
                <a:cubicBezTo>
                  <a:pt x="130" y="88"/>
                  <a:pt x="130" y="88"/>
                  <a:pt x="130" y="88"/>
                </a:cubicBezTo>
                <a:cubicBezTo>
                  <a:pt x="130" y="100"/>
                  <a:pt x="130" y="100"/>
                  <a:pt x="130" y="100"/>
                </a:cubicBezTo>
                <a:cubicBezTo>
                  <a:pt x="130" y="120"/>
                  <a:pt x="130" y="120"/>
                  <a:pt x="130" y="120"/>
                </a:cubicBezTo>
                <a:cubicBezTo>
                  <a:pt x="130" y="127"/>
                  <a:pt x="125" y="132"/>
                  <a:pt x="118" y="132"/>
                </a:cubicBezTo>
                <a:cubicBezTo>
                  <a:pt x="115" y="132"/>
                  <a:pt x="113" y="131"/>
                  <a:pt x="111" y="130"/>
                </a:cubicBezTo>
                <a:cubicBezTo>
                  <a:pt x="111" y="130"/>
                  <a:pt x="111" y="130"/>
                  <a:pt x="111" y="130"/>
                </a:cubicBezTo>
                <a:cubicBezTo>
                  <a:pt x="70" y="100"/>
                  <a:pt x="70" y="100"/>
                  <a:pt x="70" y="100"/>
                </a:cubicBezTo>
                <a:cubicBezTo>
                  <a:pt x="62" y="100"/>
                  <a:pt x="62" y="100"/>
                  <a:pt x="62" y="100"/>
                </a:cubicBezTo>
                <a:cubicBezTo>
                  <a:pt x="130" y="54"/>
                  <a:pt x="130" y="54"/>
                  <a:pt x="130" y="54"/>
                </a:cubicBezTo>
                <a:lnTo>
                  <a:pt x="130" y="7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9" name="Freeform 29"/>
          <p:cNvSpPr/>
          <p:nvPr/>
        </p:nvSpPr>
        <p:spPr>
          <a:xfrm>
            <a:off x="8323200" y="3070080"/>
            <a:ext cx="409680" cy="40968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44" y="196"/>
                </a:moveTo>
                <a:cubicBezTo>
                  <a:pt x="204" y="196"/>
                  <a:pt x="204" y="196"/>
                  <a:pt x="204" y="196"/>
                </a:cubicBezTo>
                <a:cubicBezTo>
                  <a:pt x="204" y="184"/>
                  <a:pt x="204" y="184"/>
                  <a:pt x="204" y="184"/>
                </a:cubicBezTo>
                <a:cubicBezTo>
                  <a:pt x="204" y="180"/>
                  <a:pt x="204" y="180"/>
                  <a:pt x="204" y="180"/>
                </a:cubicBezTo>
                <a:cubicBezTo>
                  <a:pt x="204" y="160"/>
                  <a:pt x="204" y="160"/>
                  <a:pt x="204" y="160"/>
                </a:cubicBezTo>
                <a:cubicBezTo>
                  <a:pt x="204" y="148"/>
                  <a:pt x="204" y="148"/>
                  <a:pt x="204" y="148"/>
                </a:cubicBezTo>
                <a:cubicBezTo>
                  <a:pt x="204" y="136"/>
                  <a:pt x="204" y="136"/>
                  <a:pt x="204" y="136"/>
                </a:cubicBezTo>
                <a:cubicBezTo>
                  <a:pt x="52" y="136"/>
                  <a:pt x="52" y="136"/>
                  <a:pt x="52" y="136"/>
                </a:cubicBezTo>
                <a:cubicBezTo>
                  <a:pt x="52" y="148"/>
                  <a:pt x="52" y="148"/>
                  <a:pt x="52" y="148"/>
                </a:cubicBezTo>
                <a:cubicBezTo>
                  <a:pt x="52" y="160"/>
                  <a:pt x="52" y="160"/>
                  <a:pt x="52" y="160"/>
                </a:cubicBezTo>
                <a:cubicBezTo>
                  <a:pt x="52" y="180"/>
                  <a:pt x="52" y="180"/>
                  <a:pt x="52" y="180"/>
                </a:cubicBezTo>
                <a:cubicBezTo>
                  <a:pt x="52" y="184"/>
                  <a:pt x="52" y="184"/>
                  <a:pt x="52" y="184"/>
                </a:cubicBezTo>
                <a:cubicBezTo>
                  <a:pt x="52" y="196"/>
                  <a:pt x="52" y="196"/>
                  <a:pt x="52" y="196"/>
                </a:cubicBezTo>
                <a:cubicBezTo>
                  <a:pt x="12" y="196"/>
                  <a:pt x="12" y="196"/>
                  <a:pt x="12" y="196"/>
                </a:cubicBezTo>
                <a:cubicBezTo>
                  <a:pt x="5" y="196"/>
                  <a:pt x="0" y="191"/>
                  <a:pt x="0" y="184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65"/>
                  <a:pt x="5" y="60"/>
                  <a:pt x="12" y="60"/>
                </a:cubicBezTo>
                <a:cubicBezTo>
                  <a:pt x="244" y="60"/>
                  <a:pt x="244" y="60"/>
                  <a:pt x="244" y="60"/>
                </a:cubicBezTo>
                <a:cubicBezTo>
                  <a:pt x="251" y="60"/>
                  <a:pt x="256" y="65"/>
                  <a:pt x="256" y="72"/>
                </a:cubicBezTo>
                <a:cubicBezTo>
                  <a:pt x="256" y="184"/>
                  <a:pt x="256" y="184"/>
                  <a:pt x="256" y="184"/>
                </a:cubicBezTo>
                <a:cubicBezTo>
                  <a:pt x="256" y="191"/>
                  <a:pt x="251" y="196"/>
                  <a:pt x="244" y="196"/>
                </a:cubicBezTo>
                <a:moveTo>
                  <a:pt x="36" y="84"/>
                </a:moveTo>
                <a:cubicBezTo>
                  <a:pt x="29" y="84"/>
                  <a:pt x="24" y="89"/>
                  <a:pt x="24" y="96"/>
                </a:cubicBezTo>
                <a:cubicBezTo>
                  <a:pt x="24" y="103"/>
                  <a:pt x="29" y="108"/>
                  <a:pt x="36" y="108"/>
                </a:cubicBezTo>
                <a:cubicBezTo>
                  <a:pt x="43" y="108"/>
                  <a:pt x="48" y="103"/>
                  <a:pt x="48" y="96"/>
                </a:cubicBezTo>
                <a:cubicBezTo>
                  <a:pt x="48" y="89"/>
                  <a:pt x="43" y="84"/>
                  <a:pt x="36" y="84"/>
                </a:cubicBezTo>
                <a:moveTo>
                  <a:pt x="192" y="48"/>
                </a:moveTo>
                <a:cubicBezTo>
                  <a:pt x="64" y="48"/>
                  <a:pt x="64" y="48"/>
                  <a:pt x="64" y="48"/>
                </a:cubicBezTo>
                <a:cubicBezTo>
                  <a:pt x="64" y="36"/>
                  <a:pt x="64" y="36"/>
                  <a:pt x="64" y="36"/>
                </a:cubicBezTo>
                <a:cubicBezTo>
                  <a:pt x="64" y="12"/>
                  <a:pt x="64" y="12"/>
                  <a:pt x="64" y="12"/>
                </a:cubicBezTo>
                <a:cubicBezTo>
                  <a:pt x="64" y="10"/>
                  <a:pt x="64" y="9"/>
                  <a:pt x="65" y="7"/>
                </a:cubicBezTo>
                <a:cubicBezTo>
                  <a:pt x="67" y="3"/>
                  <a:pt x="71" y="0"/>
                  <a:pt x="76" y="0"/>
                </a:cubicBezTo>
                <a:cubicBezTo>
                  <a:pt x="180" y="0"/>
                  <a:pt x="180" y="0"/>
                  <a:pt x="180" y="0"/>
                </a:cubicBezTo>
                <a:cubicBezTo>
                  <a:pt x="180" y="0"/>
                  <a:pt x="180" y="0"/>
                  <a:pt x="181" y="0"/>
                </a:cubicBezTo>
                <a:cubicBezTo>
                  <a:pt x="181" y="0"/>
                  <a:pt x="182" y="0"/>
                  <a:pt x="182" y="0"/>
                </a:cubicBezTo>
                <a:cubicBezTo>
                  <a:pt x="182" y="0"/>
                  <a:pt x="182" y="0"/>
                  <a:pt x="182" y="0"/>
                </a:cubicBezTo>
                <a:cubicBezTo>
                  <a:pt x="184" y="1"/>
                  <a:pt x="185" y="1"/>
                  <a:pt x="186" y="2"/>
                </a:cubicBezTo>
                <a:cubicBezTo>
                  <a:pt x="186" y="2"/>
                  <a:pt x="186" y="2"/>
                  <a:pt x="186" y="2"/>
                </a:cubicBezTo>
                <a:cubicBezTo>
                  <a:pt x="186" y="2"/>
                  <a:pt x="186" y="2"/>
                  <a:pt x="186" y="2"/>
                </a:cubicBezTo>
                <a:cubicBezTo>
                  <a:pt x="187" y="2"/>
                  <a:pt x="188" y="3"/>
                  <a:pt x="188" y="3"/>
                </a:cubicBezTo>
                <a:cubicBezTo>
                  <a:pt x="188" y="3"/>
                  <a:pt x="188" y="3"/>
                  <a:pt x="188" y="3"/>
                </a:cubicBezTo>
                <a:cubicBezTo>
                  <a:pt x="188" y="3"/>
                  <a:pt x="188" y="3"/>
                  <a:pt x="188" y="3"/>
                </a:cubicBezTo>
                <a:cubicBezTo>
                  <a:pt x="189" y="4"/>
                  <a:pt x="189" y="5"/>
                  <a:pt x="190" y="5"/>
                </a:cubicBezTo>
                <a:cubicBezTo>
                  <a:pt x="190" y="5"/>
                  <a:pt x="190" y="5"/>
                  <a:pt x="190" y="5"/>
                </a:cubicBezTo>
                <a:cubicBezTo>
                  <a:pt x="191" y="7"/>
                  <a:pt x="192" y="9"/>
                  <a:pt x="192" y="12"/>
                </a:cubicBezTo>
                <a:cubicBezTo>
                  <a:pt x="192" y="12"/>
                  <a:pt x="192" y="12"/>
                  <a:pt x="192" y="12"/>
                </a:cubicBezTo>
                <a:cubicBezTo>
                  <a:pt x="192" y="12"/>
                  <a:pt x="192" y="12"/>
                  <a:pt x="192" y="12"/>
                </a:cubicBezTo>
                <a:lnTo>
                  <a:pt x="192" y="48"/>
                </a:lnTo>
                <a:close/>
                <a:moveTo>
                  <a:pt x="192" y="172"/>
                </a:moveTo>
                <a:cubicBezTo>
                  <a:pt x="192" y="232"/>
                  <a:pt x="192" y="232"/>
                  <a:pt x="192" y="232"/>
                </a:cubicBezTo>
                <a:cubicBezTo>
                  <a:pt x="192" y="236"/>
                  <a:pt x="192" y="236"/>
                  <a:pt x="192" y="236"/>
                </a:cubicBezTo>
                <a:cubicBezTo>
                  <a:pt x="192" y="244"/>
                  <a:pt x="192" y="244"/>
                  <a:pt x="192" y="244"/>
                </a:cubicBezTo>
                <a:cubicBezTo>
                  <a:pt x="192" y="251"/>
                  <a:pt x="187" y="256"/>
                  <a:pt x="180" y="256"/>
                </a:cubicBezTo>
                <a:cubicBezTo>
                  <a:pt x="76" y="256"/>
                  <a:pt x="76" y="256"/>
                  <a:pt x="76" y="256"/>
                </a:cubicBezTo>
                <a:cubicBezTo>
                  <a:pt x="69" y="256"/>
                  <a:pt x="64" y="251"/>
                  <a:pt x="64" y="244"/>
                </a:cubicBezTo>
                <a:cubicBezTo>
                  <a:pt x="64" y="236"/>
                  <a:pt x="64" y="236"/>
                  <a:pt x="64" y="236"/>
                </a:cubicBezTo>
                <a:cubicBezTo>
                  <a:pt x="64" y="232"/>
                  <a:pt x="64" y="232"/>
                  <a:pt x="64" y="232"/>
                </a:cubicBezTo>
                <a:cubicBezTo>
                  <a:pt x="64" y="172"/>
                  <a:pt x="64" y="172"/>
                  <a:pt x="64" y="172"/>
                </a:cubicBezTo>
                <a:cubicBezTo>
                  <a:pt x="64" y="148"/>
                  <a:pt x="64" y="148"/>
                  <a:pt x="64" y="148"/>
                </a:cubicBezTo>
                <a:cubicBezTo>
                  <a:pt x="192" y="148"/>
                  <a:pt x="192" y="148"/>
                  <a:pt x="192" y="148"/>
                </a:cubicBezTo>
                <a:lnTo>
                  <a:pt x="192" y="172"/>
                </a:lnTo>
                <a:close/>
                <a:moveTo>
                  <a:pt x="168" y="172"/>
                </a:moveTo>
                <a:cubicBezTo>
                  <a:pt x="88" y="172"/>
                  <a:pt x="88" y="172"/>
                  <a:pt x="88" y="172"/>
                </a:cubicBezTo>
                <a:cubicBezTo>
                  <a:pt x="88" y="184"/>
                  <a:pt x="88" y="184"/>
                  <a:pt x="88" y="184"/>
                </a:cubicBezTo>
                <a:cubicBezTo>
                  <a:pt x="168" y="184"/>
                  <a:pt x="168" y="184"/>
                  <a:pt x="168" y="184"/>
                </a:cubicBezTo>
                <a:lnTo>
                  <a:pt x="168" y="172"/>
                </a:lnTo>
                <a:close/>
                <a:moveTo>
                  <a:pt x="168" y="196"/>
                </a:moveTo>
                <a:cubicBezTo>
                  <a:pt x="88" y="196"/>
                  <a:pt x="88" y="196"/>
                  <a:pt x="88" y="196"/>
                </a:cubicBezTo>
                <a:cubicBezTo>
                  <a:pt x="88" y="208"/>
                  <a:pt x="88" y="208"/>
                  <a:pt x="88" y="208"/>
                </a:cubicBezTo>
                <a:cubicBezTo>
                  <a:pt x="168" y="208"/>
                  <a:pt x="168" y="208"/>
                  <a:pt x="168" y="208"/>
                </a:cubicBezTo>
                <a:lnTo>
                  <a:pt x="168" y="196"/>
                </a:lnTo>
                <a:close/>
                <a:moveTo>
                  <a:pt x="168" y="220"/>
                </a:moveTo>
                <a:cubicBezTo>
                  <a:pt x="88" y="220"/>
                  <a:pt x="88" y="220"/>
                  <a:pt x="88" y="220"/>
                </a:cubicBezTo>
                <a:cubicBezTo>
                  <a:pt x="88" y="232"/>
                  <a:pt x="88" y="232"/>
                  <a:pt x="88" y="232"/>
                </a:cubicBezTo>
                <a:cubicBezTo>
                  <a:pt x="168" y="232"/>
                  <a:pt x="168" y="232"/>
                  <a:pt x="168" y="232"/>
                </a:cubicBezTo>
                <a:lnTo>
                  <a:pt x="168" y="22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80" name="Freeform 30"/>
          <p:cNvSpPr/>
          <p:nvPr/>
        </p:nvSpPr>
        <p:spPr>
          <a:xfrm>
            <a:off x="7608960" y="3089160"/>
            <a:ext cx="407880" cy="370080"/>
          </a:xfrm>
          <a:custGeom>
            <a:avLst/>
            <a:gdLst/>
            <a:ahLst/>
            <a:rect l="l" t="t" r="r" b="b"/>
            <a:pathLst>
              <a:path w="256" h="232">
                <a:moveTo>
                  <a:pt x="253" y="228"/>
                </a:moveTo>
                <a:cubicBezTo>
                  <a:pt x="174" y="135"/>
                  <a:pt x="174" y="135"/>
                  <a:pt x="174" y="135"/>
                </a:cubicBezTo>
                <a:cubicBezTo>
                  <a:pt x="252" y="59"/>
                  <a:pt x="252" y="59"/>
                  <a:pt x="252" y="59"/>
                </a:cubicBezTo>
                <a:cubicBezTo>
                  <a:pt x="255" y="62"/>
                  <a:pt x="256" y="65"/>
                  <a:pt x="256" y="68"/>
                </a:cubicBezTo>
                <a:cubicBezTo>
                  <a:pt x="256" y="220"/>
                  <a:pt x="256" y="220"/>
                  <a:pt x="256" y="220"/>
                </a:cubicBezTo>
                <a:cubicBezTo>
                  <a:pt x="256" y="223"/>
                  <a:pt x="255" y="226"/>
                  <a:pt x="253" y="228"/>
                </a:cubicBezTo>
                <a:moveTo>
                  <a:pt x="4" y="59"/>
                </a:moveTo>
                <a:cubicBezTo>
                  <a:pt x="6" y="57"/>
                  <a:pt x="9" y="56"/>
                  <a:pt x="12" y="56"/>
                </a:cubicBezTo>
                <a:cubicBezTo>
                  <a:pt x="82" y="56"/>
                  <a:pt x="82" y="56"/>
                  <a:pt x="82" y="56"/>
                </a:cubicBezTo>
                <a:cubicBezTo>
                  <a:pt x="87" y="61"/>
                  <a:pt x="93" y="64"/>
                  <a:pt x="100" y="64"/>
                </a:cubicBezTo>
                <a:cubicBezTo>
                  <a:pt x="101" y="64"/>
                  <a:pt x="103" y="64"/>
                  <a:pt x="104" y="64"/>
                </a:cubicBezTo>
                <a:cubicBezTo>
                  <a:pt x="104" y="96"/>
                  <a:pt x="104" y="96"/>
                  <a:pt x="104" y="96"/>
                </a:cubicBezTo>
                <a:cubicBezTo>
                  <a:pt x="104" y="109"/>
                  <a:pt x="115" y="120"/>
                  <a:pt x="128" y="120"/>
                </a:cubicBezTo>
                <a:cubicBezTo>
                  <a:pt x="141" y="120"/>
                  <a:pt x="152" y="109"/>
                  <a:pt x="152" y="96"/>
                </a:cubicBezTo>
                <a:cubicBezTo>
                  <a:pt x="152" y="64"/>
                  <a:pt x="152" y="64"/>
                  <a:pt x="152" y="64"/>
                </a:cubicBezTo>
                <a:cubicBezTo>
                  <a:pt x="153" y="64"/>
                  <a:pt x="155" y="64"/>
                  <a:pt x="156" y="64"/>
                </a:cubicBezTo>
                <a:cubicBezTo>
                  <a:pt x="163" y="64"/>
                  <a:pt x="169" y="61"/>
                  <a:pt x="174" y="56"/>
                </a:cubicBezTo>
                <a:cubicBezTo>
                  <a:pt x="244" y="56"/>
                  <a:pt x="244" y="56"/>
                  <a:pt x="244" y="56"/>
                </a:cubicBezTo>
                <a:cubicBezTo>
                  <a:pt x="247" y="56"/>
                  <a:pt x="250" y="57"/>
                  <a:pt x="252" y="59"/>
                </a:cubicBezTo>
                <a:cubicBezTo>
                  <a:pt x="128" y="156"/>
                  <a:pt x="128" y="156"/>
                  <a:pt x="128" y="156"/>
                </a:cubicBezTo>
                <a:lnTo>
                  <a:pt x="4" y="59"/>
                </a:lnTo>
                <a:close/>
                <a:moveTo>
                  <a:pt x="156" y="52"/>
                </a:moveTo>
                <a:cubicBezTo>
                  <a:pt x="153" y="52"/>
                  <a:pt x="150" y="51"/>
                  <a:pt x="148" y="48"/>
                </a:cubicBezTo>
                <a:cubicBezTo>
                  <a:pt x="140" y="41"/>
                  <a:pt x="140" y="41"/>
                  <a:pt x="140" y="41"/>
                </a:cubicBezTo>
                <a:cubicBezTo>
                  <a:pt x="140" y="96"/>
                  <a:pt x="140" y="96"/>
                  <a:pt x="140" y="96"/>
                </a:cubicBezTo>
                <a:cubicBezTo>
                  <a:pt x="140" y="103"/>
                  <a:pt x="135" y="108"/>
                  <a:pt x="128" y="108"/>
                </a:cubicBezTo>
                <a:cubicBezTo>
                  <a:pt x="121" y="108"/>
                  <a:pt x="116" y="103"/>
                  <a:pt x="116" y="96"/>
                </a:cubicBezTo>
                <a:cubicBezTo>
                  <a:pt x="116" y="41"/>
                  <a:pt x="116" y="41"/>
                  <a:pt x="116" y="41"/>
                </a:cubicBezTo>
                <a:cubicBezTo>
                  <a:pt x="108" y="48"/>
                  <a:pt x="108" y="48"/>
                  <a:pt x="108" y="48"/>
                </a:cubicBezTo>
                <a:cubicBezTo>
                  <a:pt x="106" y="51"/>
                  <a:pt x="103" y="52"/>
                  <a:pt x="100" y="52"/>
                </a:cubicBezTo>
                <a:cubicBezTo>
                  <a:pt x="93" y="52"/>
                  <a:pt x="88" y="47"/>
                  <a:pt x="88" y="40"/>
                </a:cubicBezTo>
                <a:cubicBezTo>
                  <a:pt x="88" y="37"/>
                  <a:pt x="89" y="34"/>
                  <a:pt x="92" y="32"/>
                </a:cubicBezTo>
                <a:cubicBezTo>
                  <a:pt x="120" y="4"/>
                  <a:pt x="120" y="4"/>
                  <a:pt x="120" y="4"/>
                </a:cubicBezTo>
                <a:cubicBezTo>
                  <a:pt x="122" y="1"/>
                  <a:pt x="125" y="0"/>
                  <a:pt x="128" y="0"/>
                </a:cubicBezTo>
                <a:cubicBezTo>
                  <a:pt x="131" y="0"/>
                  <a:pt x="134" y="1"/>
                  <a:pt x="136" y="4"/>
                </a:cubicBezTo>
                <a:cubicBezTo>
                  <a:pt x="164" y="32"/>
                  <a:pt x="164" y="32"/>
                  <a:pt x="164" y="32"/>
                </a:cubicBezTo>
                <a:cubicBezTo>
                  <a:pt x="167" y="34"/>
                  <a:pt x="168" y="37"/>
                  <a:pt x="168" y="40"/>
                </a:cubicBezTo>
                <a:cubicBezTo>
                  <a:pt x="168" y="47"/>
                  <a:pt x="163" y="52"/>
                  <a:pt x="156" y="52"/>
                </a:cubicBezTo>
                <a:moveTo>
                  <a:pt x="3" y="228"/>
                </a:moveTo>
                <a:cubicBezTo>
                  <a:pt x="1" y="226"/>
                  <a:pt x="0" y="223"/>
                  <a:pt x="0" y="220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5"/>
                  <a:pt x="1" y="62"/>
                  <a:pt x="4" y="59"/>
                </a:cubicBezTo>
                <a:cubicBezTo>
                  <a:pt x="82" y="135"/>
                  <a:pt x="82" y="135"/>
                  <a:pt x="82" y="135"/>
                </a:cubicBezTo>
                <a:lnTo>
                  <a:pt x="3" y="228"/>
                </a:lnTo>
                <a:close/>
                <a:moveTo>
                  <a:pt x="128" y="180"/>
                </a:moveTo>
                <a:cubicBezTo>
                  <a:pt x="161" y="148"/>
                  <a:pt x="161" y="148"/>
                  <a:pt x="161" y="148"/>
                </a:cubicBezTo>
                <a:cubicBezTo>
                  <a:pt x="252" y="229"/>
                  <a:pt x="252" y="229"/>
                  <a:pt x="252" y="229"/>
                </a:cubicBezTo>
                <a:cubicBezTo>
                  <a:pt x="250" y="231"/>
                  <a:pt x="247" y="232"/>
                  <a:pt x="244" y="232"/>
                </a:cubicBezTo>
                <a:cubicBezTo>
                  <a:pt x="12" y="232"/>
                  <a:pt x="12" y="232"/>
                  <a:pt x="12" y="232"/>
                </a:cubicBezTo>
                <a:cubicBezTo>
                  <a:pt x="9" y="232"/>
                  <a:pt x="6" y="231"/>
                  <a:pt x="4" y="229"/>
                </a:cubicBezTo>
                <a:cubicBezTo>
                  <a:pt x="95" y="148"/>
                  <a:pt x="95" y="148"/>
                  <a:pt x="95" y="148"/>
                </a:cubicBezTo>
                <a:lnTo>
                  <a:pt x="128" y="18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81" name="Freeform 31"/>
          <p:cNvSpPr/>
          <p:nvPr/>
        </p:nvSpPr>
        <p:spPr>
          <a:xfrm>
            <a:off x="6892920" y="3089160"/>
            <a:ext cx="409680" cy="370080"/>
          </a:xfrm>
          <a:custGeom>
            <a:avLst/>
            <a:gdLst/>
            <a:ahLst/>
            <a:rect l="l" t="t" r="r" b="b"/>
            <a:pathLst>
              <a:path w="256" h="232">
                <a:moveTo>
                  <a:pt x="253" y="228"/>
                </a:moveTo>
                <a:cubicBezTo>
                  <a:pt x="174" y="135"/>
                  <a:pt x="174" y="135"/>
                  <a:pt x="174" y="135"/>
                </a:cubicBezTo>
                <a:cubicBezTo>
                  <a:pt x="252" y="59"/>
                  <a:pt x="252" y="59"/>
                  <a:pt x="252" y="59"/>
                </a:cubicBezTo>
                <a:cubicBezTo>
                  <a:pt x="255" y="62"/>
                  <a:pt x="256" y="65"/>
                  <a:pt x="256" y="68"/>
                </a:cubicBezTo>
                <a:cubicBezTo>
                  <a:pt x="256" y="220"/>
                  <a:pt x="256" y="220"/>
                  <a:pt x="256" y="220"/>
                </a:cubicBezTo>
                <a:cubicBezTo>
                  <a:pt x="256" y="223"/>
                  <a:pt x="255" y="226"/>
                  <a:pt x="253" y="228"/>
                </a:cubicBezTo>
                <a:moveTo>
                  <a:pt x="4" y="59"/>
                </a:moveTo>
                <a:cubicBezTo>
                  <a:pt x="6" y="57"/>
                  <a:pt x="9" y="56"/>
                  <a:pt x="12" y="56"/>
                </a:cubicBezTo>
                <a:cubicBezTo>
                  <a:pt x="79" y="56"/>
                  <a:pt x="79" y="56"/>
                  <a:pt x="79" y="56"/>
                </a:cubicBezTo>
                <a:cubicBezTo>
                  <a:pt x="77" y="60"/>
                  <a:pt x="76" y="64"/>
                  <a:pt x="76" y="68"/>
                </a:cubicBezTo>
                <a:cubicBezTo>
                  <a:pt x="76" y="75"/>
                  <a:pt x="79" y="81"/>
                  <a:pt x="83" y="85"/>
                </a:cubicBezTo>
                <a:cubicBezTo>
                  <a:pt x="111" y="113"/>
                  <a:pt x="111" y="113"/>
                  <a:pt x="111" y="113"/>
                </a:cubicBezTo>
                <a:cubicBezTo>
                  <a:pt x="115" y="117"/>
                  <a:pt x="121" y="120"/>
                  <a:pt x="128" y="120"/>
                </a:cubicBezTo>
                <a:cubicBezTo>
                  <a:pt x="135" y="120"/>
                  <a:pt x="141" y="117"/>
                  <a:pt x="145" y="113"/>
                </a:cubicBezTo>
                <a:cubicBezTo>
                  <a:pt x="173" y="85"/>
                  <a:pt x="173" y="85"/>
                  <a:pt x="173" y="85"/>
                </a:cubicBezTo>
                <a:cubicBezTo>
                  <a:pt x="177" y="81"/>
                  <a:pt x="180" y="75"/>
                  <a:pt x="180" y="68"/>
                </a:cubicBezTo>
                <a:cubicBezTo>
                  <a:pt x="180" y="64"/>
                  <a:pt x="179" y="60"/>
                  <a:pt x="177" y="56"/>
                </a:cubicBezTo>
                <a:cubicBezTo>
                  <a:pt x="244" y="56"/>
                  <a:pt x="244" y="56"/>
                  <a:pt x="244" y="56"/>
                </a:cubicBezTo>
                <a:cubicBezTo>
                  <a:pt x="247" y="56"/>
                  <a:pt x="250" y="57"/>
                  <a:pt x="252" y="59"/>
                </a:cubicBezTo>
                <a:cubicBezTo>
                  <a:pt x="128" y="156"/>
                  <a:pt x="128" y="156"/>
                  <a:pt x="128" y="156"/>
                </a:cubicBezTo>
                <a:lnTo>
                  <a:pt x="4" y="59"/>
                </a:lnTo>
                <a:close/>
                <a:moveTo>
                  <a:pt x="136" y="104"/>
                </a:moveTo>
                <a:cubicBezTo>
                  <a:pt x="134" y="107"/>
                  <a:pt x="131" y="108"/>
                  <a:pt x="128" y="108"/>
                </a:cubicBezTo>
                <a:cubicBezTo>
                  <a:pt x="125" y="108"/>
                  <a:pt x="122" y="107"/>
                  <a:pt x="120" y="104"/>
                </a:cubicBezTo>
                <a:cubicBezTo>
                  <a:pt x="92" y="76"/>
                  <a:pt x="92" y="76"/>
                  <a:pt x="92" y="76"/>
                </a:cubicBezTo>
                <a:cubicBezTo>
                  <a:pt x="89" y="74"/>
                  <a:pt x="88" y="71"/>
                  <a:pt x="88" y="68"/>
                </a:cubicBezTo>
                <a:cubicBezTo>
                  <a:pt x="88" y="61"/>
                  <a:pt x="93" y="56"/>
                  <a:pt x="100" y="56"/>
                </a:cubicBezTo>
                <a:cubicBezTo>
                  <a:pt x="103" y="56"/>
                  <a:pt x="106" y="57"/>
                  <a:pt x="108" y="60"/>
                </a:cubicBezTo>
                <a:cubicBezTo>
                  <a:pt x="116" y="67"/>
                  <a:pt x="116" y="67"/>
                  <a:pt x="116" y="67"/>
                </a:cubicBezTo>
                <a:cubicBezTo>
                  <a:pt x="116" y="12"/>
                  <a:pt x="116" y="12"/>
                  <a:pt x="116" y="12"/>
                </a:cubicBezTo>
                <a:cubicBezTo>
                  <a:pt x="116" y="5"/>
                  <a:pt x="121" y="0"/>
                  <a:pt x="128" y="0"/>
                </a:cubicBezTo>
                <a:cubicBezTo>
                  <a:pt x="135" y="0"/>
                  <a:pt x="140" y="5"/>
                  <a:pt x="140" y="12"/>
                </a:cubicBezTo>
                <a:cubicBezTo>
                  <a:pt x="140" y="67"/>
                  <a:pt x="140" y="67"/>
                  <a:pt x="140" y="67"/>
                </a:cubicBezTo>
                <a:cubicBezTo>
                  <a:pt x="148" y="60"/>
                  <a:pt x="148" y="60"/>
                  <a:pt x="148" y="60"/>
                </a:cubicBezTo>
                <a:cubicBezTo>
                  <a:pt x="150" y="57"/>
                  <a:pt x="153" y="56"/>
                  <a:pt x="156" y="56"/>
                </a:cubicBezTo>
                <a:cubicBezTo>
                  <a:pt x="163" y="56"/>
                  <a:pt x="168" y="61"/>
                  <a:pt x="168" y="68"/>
                </a:cubicBezTo>
                <a:cubicBezTo>
                  <a:pt x="168" y="71"/>
                  <a:pt x="167" y="74"/>
                  <a:pt x="164" y="76"/>
                </a:cubicBezTo>
                <a:lnTo>
                  <a:pt x="136" y="104"/>
                </a:lnTo>
                <a:close/>
                <a:moveTo>
                  <a:pt x="3" y="228"/>
                </a:moveTo>
                <a:cubicBezTo>
                  <a:pt x="1" y="226"/>
                  <a:pt x="0" y="223"/>
                  <a:pt x="0" y="220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5"/>
                  <a:pt x="1" y="62"/>
                  <a:pt x="4" y="59"/>
                </a:cubicBezTo>
                <a:cubicBezTo>
                  <a:pt x="82" y="135"/>
                  <a:pt x="82" y="135"/>
                  <a:pt x="82" y="135"/>
                </a:cubicBezTo>
                <a:lnTo>
                  <a:pt x="3" y="228"/>
                </a:lnTo>
                <a:close/>
                <a:moveTo>
                  <a:pt x="128" y="180"/>
                </a:moveTo>
                <a:cubicBezTo>
                  <a:pt x="161" y="148"/>
                  <a:pt x="161" y="148"/>
                  <a:pt x="161" y="148"/>
                </a:cubicBezTo>
                <a:cubicBezTo>
                  <a:pt x="252" y="229"/>
                  <a:pt x="252" y="229"/>
                  <a:pt x="252" y="229"/>
                </a:cubicBezTo>
                <a:cubicBezTo>
                  <a:pt x="250" y="231"/>
                  <a:pt x="247" y="232"/>
                  <a:pt x="244" y="232"/>
                </a:cubicBezTo>
                <a:cubicBezTo>
                  <a:pt x="12" y="232"/>
                  <a:pt x="12" y="232"/>
                  <a:pt x="12" y="232"/>
                </a:cubicBezTo>
                <a:cubicBezTo>
                  <a:pt x="9" y="232"/>
                  <a:pt x="6" y="231"/>
                  <a:pt x="4" y="229"/>
                </a:cubicBezTo>
                <a:cubicBezTo>
                  <a:pt x="95" y="148"/>
                  <a:pt x="95" y="148"/>
                  <a:pt x="95" y="148"/>
                </a:cubicBezTo>
                <a:lnTo>
                  <a:pt x="128" y="18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82" name="Freeform 32"/>
          <p:cNvSpPr/>
          <p:nvPr/>
        </p:nvSpPr>
        <p:spPr>
          <a:xfrm>
            <a:off x="6178680" y="3133800"/>
            <a:ext cx="407880" cy="280800"/>
          </a:xfrm>
          <a:custGeom>
            <a:avLst/>
            <a:gdLst/>
            <a:ahLst/>
            <a:rect l="l" t="t" r="r" b="b"/>
            <a:pathLst>
              <a:path w="256" h="176">
                <a:moveTo>
                  <a:pt x="174" y="79"/>
                </a:moveTo>
                <a:cubicBezTo>
                  <a:pt x="252" y="3"/>
                  <a:pt x="252" y="3"/>
                  <a:pt x="252" y="3"/>
                </a:cubicBezTo>
                <a:cubicBezTo>
                  <a:pt x="255" y="6"/>
                  <a:pt x="256" y="9"/>
                  <a:pt x="256" y="12"/>
                </a:cubicBezTo>
                <a:cubicBezTo>
                  <a:pt x="256" y="164"/>
                  <a:pt x="256" y="164"/>
                  <a:pt x="256" y="164"/>
                </a:cubicBezTo>
                <a:cubicBezTo>
                  <a:pt x="256" y="167"/>
                  <a:pt x="255" y="170"/>
                  <a:pt x="253" y="172"/>
                </a:cubicBezTo>
                <a:lnTo>
                  <a:pt x="174" y="79"/>
                </a:lnTo>
                <a:close/>
                <a:moveTo>
                  <a:pt x="4" y="3"/>
                </a:moveTo>
                <a:cubicBezTo>
                  <a:pt x="6" y="1"/>
                  <a:pt x="9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47" y="0"/>
                  <a:pt x="250" y="1"/>
                  <a:pt x="252" y="3"/>
                </a:cubicBezTo>
                <a:cubicBezTo>
                  <a:pt x="128" y="100"/>
                  <a:pt x="128" y="100"/>
                  <a:pt x="128" y="100"/>
                </a:cubicBezTo>
                <a:lnTo>
                  <a:pt x="4" y="3"/>
                </a:lnTo>
                <a:close/>
                <a:moveTo>
                  <a:pt x="3" y="172"/>
                </a:moveTo>
                <a:cubicBezTo>
                  <a:pt x="1" y="170"/>
                  <a:pt x="0" y="167"/>
                  <a:pt x="0" y="164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9"/>
                  <a:pt x="1" y="6"/>
                  <a:pt x="4" y="3"/>
                </a:cubicBezTo>
                <a:cubicBezTo>
                  <a:pt x="82" y="79"/>
                  <a:pt x="82" y="79"/>
                  <a:pt x="82" y="79"/>
                </a:cubicBezTo>
                <a:lnTo>
                  <a:pt x="3" y="172"/>
                </a:lnTo>
                <a:close/>
                <a:moveTo>
                  <a:pt x="128" y="124"/>
                </a:moveTo>
                <a:cubicBezTo>
                  <a:pt x="161" y="92"/>
                  <a:pt x="161" y="92"/>
                  <a:pt x="161" y="92"/>
                </a:cubicBezTo>
                <a:cubicBezTo>
                  <a:pt x="252" y="173"/>
                  <a:pt x="252" y="173"/>
                  <a:pt x="252" y="173"/>
                </a:cubicBezTo>
                <a:cubicBezTo>
                  <a:pt x="250" y="175"/>
                  <a:pt x="247" y="176"/>
                  <a:pt x="244" y="176"/>
                </a:cubicBezTo>
                <a:cubicBezTo>
                  <a:pt x="12" y="176"/>
                  <a:pt x="12" y="176"/>
                  <a:pt x="12" y="176"/>
                </a:cubicBezTo>
                <a:cubicBezTo>
                  <a:pt x="9" y="176"/>
                  <a:pt x="6" y="175"/>
                  <a:pt x="4" y="173"/>
                </a:cubicBezTo>
                <a:cubicBezTo>
                  <a:pt x="95" y="92"/>
                  <a:pt x="95" y="92"/>
                  <a:pt x="95" y="92"/>
                </a:cubicBezTo>
                <a:lnTo>
                  <a:pt x="128" y="12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83" name="Freeform 33"/>
          <p:cNvSpPr/>
          <p:nvPr/>
        </p:nvSpPr>
        <p:spPr>
          <a:xfrm>
            <a:off x="5462640" y="3095640"/>
            <a:ext cx="409680" cy="357120"/>
          </a:xfrm>
          <a:custGeom>
            <a:avLst/>
            <a:gdLst/>
            <a:ahLst/>
            <a:rect l="l" t="t" r="r" b="b"/>
            <a:pathLst>
              <a:path w="256" h="224">
                <a:moveTo>
                  <a:pt x="244" y="224"/>
                </a:moveTo>
                <a:cubicBezTo>
                  <a:pt x="12" y="224"/>
                  <a:pt x="12" y="224"/>
                  <a:pt x="12" y="224"/>
                </a:cubicBezTo>
                <a:cubicBezTo>
                  <a:pt x="5" y="224"/>
                  <a:pt x="0" y="219"/>
                  <a:pt x="0" y="21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212"/>
                  <a:pt x="256" y="212"/>
                  <a:pt x="256" y="212"/>
                </a:cubicBezTo>
                <a:cubicBezTo>
                  <a:pt x="256" y="219"/>
                  <a:pt x="251" y="224"/>
                  <a:pt x="244" y="224"/>
                </a:cubicBezTo>
                <a:moveTo>
                  <a:pt x="24" y="12"/>
                </a:moveTo>
                <a:cubicBezTo>
                  <a:pt x="17" y="12"/>
                  <a:pt x="12" y="17"/>
                  <a:pt x="12" y="24"/>
                </a:cubicBezTo>
                <a:cubicBezTo>
                  <a:pt x="12" y="31"/>
                  <a:pt x="17" y="36"/>
                  <a:pt x="24" y="36"/>
                </a:cubicBezTo>
                <a:cubicBezTo>
                  <a:pt x="31" y="36"/>
                  <a:pt x="36" y="31"/>
                  <a:pt x="36" y="24"/>
                </a:cubicBezTo>
                <a:cubicBezTo>
                  <a:pt x="36" y="17"/>
                  <a:pt x="31" y="12"/>
                  <a:pt x="24" y="12"/>
                </a:cubicBezTo>
                <a:moveTo>
                  <a:pt x="60" y="12"/>
                </a:moveTo>
                <a:cubicBezTo>
                  <a:pt x="53" y="12"/>
                  <a:pt x="48" y="17"/>
                  <a:pt x="48" y="24"/>
                </a:cubicBezTo>
                <a:cubicBezTo>
                  <a:pt x="48" y="31"/>
                  <a:pt x="53" y="36"/>
                  <a:pt x="60" y="36"/>
                </a:cubicBezTo>
                <a:cubicBezTo>
                  <a:pt x="67" y="36"/>
                  <a:pt x="72" y="31"/>
                  <a:pt x="72" y="24"/>
                </a:cubicBezTo>
                <a:cubicBezTo>
                  <a:pt x="72" y="17"/>
                  <a:pt x="67" y="12"/>
                  <a:pt x="60" y="12"/>
                </a:cubicBezTo>
                <a:moveTo>
                  <a:pt x="96" y="12"/>
                </a:moveTo>
                <a:cubicBezTo>
                  <a:pt x="89" y="12"/>
                  <a:pt x="84" y="17"/>
                  <a:pt x="84" y="24"/>
                </a:cubicBezTo>
                <a:cubicBezTo>
                  <a:pt x="84" y="31"/>
                  <a:pt x="89" y="36"/>
                  <a:pt x="96" y="36"/>
                </a:cubicBezTo>
                <a:cubicBezTo>
                  <a:pt x="103" y="36"/>
                  <a:pt x="108" y="31"/>
                  <a:pt x="108" y="24"/>
                </a:cubicBezTo>
                <a:cubicBezTo>
                  <a:pt x="108" y="17"/>
                  <a:pt x="103" y="12"/>
                  <a:pt x="96" y="12"/>
                </a:cubicBezTo>
                <a:moveTo>
                  <a:pt x="244" y="48"/>
                </a:moveTo>
                <a:cubicBezTo>
                  <a:pt x="232" y="48"/>
                  <a:pt x="232" y="48"/>
                  <a:pt x="232" y="48"/>
                </a:cubicBezTo>
                <a:cubicBezTo>
                  <a:pt x="24" y="48"/>
                  <a:pt x="24" y="48"/>
                  <a:pt x="24" y="48"/>
                </a:cubicBezTo>
                <a:cubicBezTo>
                  <a:pt x="12" y="48"/>
                  <a:pt x="12" y="48"/>
                  <a:pt x="12" y="48"/>
                </a:cubicBezTo>
                <a:cubicBezTo>
                  <a:pt x="12" y="212"/>
                  <a:pt x="12" y="212"/>
                  <a:pt x="12" y="212"/>
                </a:cubicBezTo>
                <a:cubicBezTo>
                  <a:pt x="244" y="212"/>
                  <a:pt x="244" y="212"/>
                  <a:pt x="244" y="212"/>
                </a:cubicBezTo>
                <a:lnTo>
                  <a:pt x="244" y="48"/>
                </a:lnTo>
                <a:close/>
                <a:moveTo>
                  <a:pt x="91" y="95"/>
                </a:moveTo>
                <a:cubicBezTo>
                  <a:pt x="96" y="91"/>
                  <a:pt x="104" y="91"/>
                  <a:pt x="108" y="95"/>
                </a:cubicBezTo>
                <a:cubicBezTo>
                  <a:pt x="128" y="115"/>
                  <a:pt x="128" y="115"/>
                  <a:pt x="128" y="115"/>
                </a:cubicBezTo>
                <a:cubicBezTo>
                  <a:pt x="148" y="95"/>
                  <a:pt x="148" y="95"/>
                  <a:pt x="148" y="95"/>
                </a:cubicBezTo>
                <a:cubicBezTo>
                  <a:pt x="152" y="91"/>
                  <a:pt x="160" y="91"/>
                  <a:pt x="165" y="95"/>
                </a:cubicBezTo>
                <a:cubicBezTo>
                  <a:pt x="169" y="100"/>
                  <a:pt x="169" y="108"/>
                  <a:pt x="165" y="112"/>
                </a:cubicBezTo>
                <a:cubicBezTo>
                  <a:pt x="145" y="132"/>
                  <a:pt x="145" y="132"/>
                  <a:pt x="145" y="132"/>
                </a:cubicBezTo>
                <a:cubicBezTo>
                  <a:pt x="165" y="152"/>
                  <a:pt x="165" y="152"/>
                  <a:pt x="165" y="152"/>
                </a:cubicBezTo>
                <a:cubicBezTo>
                  <a:pt x="169" y="156"/>
                  <a:pt x="169" y="164"/>
                  <a:pt x="165" y="169"/>
                </a:cubicBezTo>
                <a:cubicBezTo>
                  <a:pt x="160" y="173"/>
                  <a:pt x="152" y="173"/>
                  <a:pt x="148" y="169"/>
                </a:cubicBezTo>
                <a:cubicBezTo>
                  <a:pt x="128" y="149"/>
                  <a:pt x="128" y="149"/>
                  <a:pt x="128" y="149"/>
                </a:cubicBezTo>
                <a:cubicBezTo>
                  <a:pt x="108" y="169"/>
                  <a:pt x="108" y="169"/>
                  <a:pt x="108" y="169"/>
                </a:cubicBezTo>
                <a:cubicBezTo>
                  <a:pt x="104" y="173"/>
                  <a:pt x="96" y="173"/>
                  <a:pt x="91" y="169"/>
                </a:cubicBezTo>
                <a:cubicBezTo>
                  <a:pt x="87" y="164"/>
                  <a:pt x="87" y="156"/>
                  <a:pt x="91" y="152"/>
                </a:cubicBezTo>
                <a:cubicBezTo>
                  <a:pt x="111" y="132"/>
                  <a:pt x="111" y="132"/>
                  <a:pt x="111" y="132"/>
                </a:cubicBezTo>
                <a:cubicBezTo>
                  <a:pt x="91" y="112"/>
                  <a:pt x="91" y="112"/>
                  <a:pt x="91" y="112"/>
                </a:cubicBezTo>
                <a:cubicBezTo>
                  <a:pt x="87" y="108"/>
                  <a:pt x="87" y="100"/>
                  <a:pt x="91" y="9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84" name="Freeform 34"/>
          <p:cNvSpPr/>
          <p:nvPr/>
        </p:nvSpPr>
        <p:spPr>
          <a:xfrm>
            <a:off x="4748040" y="3095640"/>
            <a:ext cx="408240" cy="357120"/>
          </a:xfrm>
          <a:custGeom>
            <a:avLst/>
            <a:gdLst/>
            <a:ahLst/>
            <a:rect l="l" t="t" r="r" b="b"/>
            <a:pathLst>
              <a:path w="256" h="224">
                <a:moveTo>
                  <a:pt x="244" y="224"/>
                </a:moveTo>
                <a:cubicBezTo>
                  <a:pt x="12" y="224"/>
                  <a:pt x="12" y="224"/>
                  <a:pt x="12" y="224"/>
                </a:cubicBezTo>
                <a:cubicBezTo>
                  <a:pt x="5" y="224"/>
                  <a:pt x="0" y="219"/>
                  <a:pt x="0" y="21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212"/>
                  <a:pt x="256" y="212"/>
                  <a:pt x="256" y="212"/>
                </a:cubicBezTo>
                <a:cubicBezTo>
                  <a:pt x="256" y="219"/>
                  <a:pt x="251" y="224"/>
                  <a:pt x="244" y="224"/>
                </a:cubicBezTo>
                <a:moveTo>
                  <a:pt x="24" y="12"/>
                </a:moveTo>
                <a:cubicBezTo>
                  <a:pt x="17" y="12"/>
                  <a:pt x="12" y="17"/>
                  <a:pt x="12" y="24"/>
                </a:cubicBezTo>
                <a:cubicBezTo>
                  <a:pt x="12" y="31"/>
                  <a:pt x="17" y="36"/>
                  <a:pt x="24" y="36"/>
                </a:cubicBezTo>
                <a:cubicBezTo>
                  <a:pt x="31" y="36"/>
                  <a:pt x="36" y="31"/>
                  <a:pt x="36" y="24"/>
                </a:cubicBezTo>
                <a:cubicBezTo>
                  <a:pt x="36" y="17"/>
                  <a:pt x="31" y="12"/>
                  <a:pt x="24" y="12"/>
                </a:cubicBezTo>
                <a:moveTo>
                  <a:pt x="60" y="12"/>
                </a:moveTo>
                <a:cubicBezTo>
                  <a:pt x="53" y="12"/>
                  <a:pt x="48" y="17"/>
                  <a:pt x="48" y="24"/>
                </a:cubicBezTo>
                <a:cubicBezTo>
                  <a:pt x="48" y="31"/>
                  <a:pt x="53" y="36"/>
                  <a:pt x="60" y="36"/>
                </a:cubicBezTo>
                <a:cubicBezTo>
                  <a:pt x="67" y="36"/>
                  <a:pt x="72" y="31"/>
                  <a:pt x="72" y="24"/>
                </a:cubicBezTo>
                <a:cubicBezTo>
                  <a:pt x="72" y="17"/>
                  <a:pt x="67" y="12"/>
                  <a:pt x="60" y="12"/>
                </a:cubicBezTo>
                <a:moveTo>
                  <a:pt x="96" y="12"/>
                </a:moveTo>
                <a:cubicBezTo>
                  <a:pt x="89" y="12"/>
                  <a:pt x="84" y="17"/>
                  <a:pt x="84" y="24"/>
                </a:cubicBezTo>
                <a:cubicBezTo>
                  <a:pt x="84" y="31"/>
                  <a:pt x="89" y="36"/>
                  <a:pt x="96" y="36"/>
                </a:cubicBezTo>
                <a:cubicBezTo>
                  <a:pt x="103" y="36"/>
                  <a:pt x="108" y="31"/>
                  <a:pt x="108" y="24"/>
                </a:cubicBezTo>
                <a:cubicBezTo>
                  <a:pt x="108" y="17"/>
                  <a:pt x="103" y="12"/>
                  <a:pt x="96" y="12"/>
                </a:cubicBezTo>
                <a:moveTo>
                  <a:pt x="244" y="48"/>
                </a:moveTo>
                <a:cubicBezTo>
                  <a:pt x="232" y="48"/>
                  <a:pt x="232" y="48"/>
                  <a:pt x="232" y="48"/>
                </a:cubicBezTo>
                <a:cubicBezTo>
                  <a:pt x="24" y="48"/>
                  <a:pt x="24" y="48"/>
                  <a:pt x="24" y="48"/>
                </a:cubicBezTo>
                <a:cubicBezTo>
                  <a:pt x="12" y="48"/>
                  <a:pt x="12" y="48"/>
                  <a:pt x="12" y="48"/>
                </a:cubicBezTo>
                <a:cubicBezTo>
                  <a:pt x="12" y="212"/>
                  <a:pt x="12" y="212"/>
                  <a:pt x="12" y="212"/>
                </a:cubicBezTo>
                <a:cubicBezTo>
                  <a:pt x="244" y="212"/>
                  <a:pt x="244" y="212"/>
                  <a:pt x="244" y="212"/>
                </a:cubicBezTo>
                <a:lnTo>
                  <a:pt x="244" y="48"/>
                </a:lnTo>
                <a:close/>
                <a:moveTo>
                  <a:pt x="92" y="120"/>
                </a:moveTo>
                <a:cubicBezTo>
                  <a:pt x="95" y="120"/>
                  <a:pt x="98" y="121"/>
                  <a:pt x="100" y="124"/>
                </a:cubicBezTo>
                <a:cubicBezTo>
                  <a:pt x="116" y="139"/>
                  <a:pt x="116" y="139"/>
                  <a:pt x="116" y="139"/>
                </a:cubicBezTo>
                <a:cubicBezTo>
                  <a:pt x="156" y="100"/>
                  <a:pt x="156" y="100"/>
                  <a:pt x="156" y="100"/>
                </a:cubicBezTo>
                <a:cubicBezTo>
                  <a:pt x="158" y="97"/>
                  <a:pt x="161" y="96"/>
                  <a:pt x="164" y="96"/>
                </a:cubicBezTo>
                <a:cubicBezTo>
                  <a:pt x="171" y="96"/>
                  <a:pt x="176" y="101"/>
                  <a:pt x="176" y="108"/>
                </a:cubicBezTo>
                <a:cubicBezTo>
                  <a:pt x="176" y="111"/>
                  <a:pt x="175" y="114"/>
                  <a:pt x="172" y="116"/>
                </a:cubicBezTo>
                <a:cubicBezTo>
                  <a:pt x="124" y="164"/>
                  <a:pt x="124" y="164"/>
                  <a:pt x="124" y="164"/>
                </a:cubicBezTo>
                <a:cubicBezTo>
                  <a:pt x="122" y="167"/>
                  <a:pt x="119" y="168"/>
                  <a:pt x="116" y="168"/>
                </a:cubicBezTo>
                <a:cubicBezTo>
                  <a:pt x="113" y="168"/>
                  <a:pt x="110" y="167"/>
                  <a:pt x="108" y="164"/>
                </a:cubicBezTo>
                <a:cubicBezTo>
                  <a:pt x="84" y="140"/>
                  <a:pt x="84" y="140"/>
                  <a:pt x="84" y="140"/>
                </a:cubicBezTo>
                <a:cubicBezTo>
                  <a:pt x="81" y="138"/>
                  <a:pt x="80" y="135"/>
                  <a:pt x="80" y="132"/>
                </a:cubicBezTo>
                <a:cubicBezTo>
                  <a:pt x="80" y="125"/>
                  <a:pt x="85" y="120"/>
                  <a:pt x="92" y="12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85" name="Freeform 35"/>
          <p:cNvSpPr/>
          <p:nvPr/>
        </p:nvSpPr>
        <p:spPr>
          <a:xfrm>
            <a:off x="4032360" y="3095640"/>
            <a:ext cx="407880" cy="357120"/>
          </a:xfrm>
          <a:custGeom>
            <a:avLst/>
            <a:gdLst/>
            <a:ahLst/>
            <a:rect l="l" t="t" r="r" b="b"/>
            <a:pathLst>
              <a:path w="256" h="224">
                <a:moveTo>
                  <a:pt x="244" y="224"/>
                </a:moveTo>
                <a:cubicBezTo>
                  <a:pt x="12" y="224"/>
                  <a:pt x="12" y="224"/>
                  <a:pt x="12" y="224"/>
                </a:cubicBezTo>
                <a:cubicBezTo>
                  <a:pt x="5" y="224"/>
                  <a:pt x="0" y="219"/>
                  <a:pt x="0" y="21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212"/>
                  <a:pt x="256" y="212"/>
                  <a:pt x="256" y="212"/>
                </a:cubicBezTo>
                <a:cubicBezTo>
                  <a:pt x="256" y="219"/>
                  <a:pt x="251" y="224"/>
                  <a:pt x="244" y="224"/>
                </a:cubicBezTo>
                <a:moveTo>
                  <a:pt x="24" y="12"/>
                </a:moveTo>
                <a:cubicBezTo>
                  <a:pt x="17" y="12"/>
                  <a:pt x="12" y="17"/>
                  <a:pt x="12" y="24"/>
                </a:cubicBezTo>
                <a:cubicBezTo>
                  <a:pt x="12" y="31"/>
                  <a:pt x="17" y="36"/>
                  <a:pt x="24" y="36"/>
                </a:cubicBezTo>
                <a:cubicBezTo>
                  <a:pt x="31" y="36"/>
                  <a:pt x="36" y="31"/>
                  <a:pt x="36" y="24"/>
                </a:cubicBezTo>
                <a:cubicBezTo>
                  <a:pt x="36" y="17"/>
                  <a:pt x="31" y="12"/>
                  <a:pt x="24" y="12"/>
                </a:cubicBezTo>
                <a:moveTo>
                  <a:pt x="60" y="12"/>
                </a:moveTo>
                <a:cubicBezTo>
                  <a:pt x="53" y="12"/>
                  <a:pt x="48" y="17"/>
                  <a:pt x="48" y="24"/>
                </a:cubicBezTo>
                <a:cubicBezTo>
                  <a:pt x="48" y="31"/>
                  <a:pt x="53" y="36"/>
                  <a:pt x="60" y="36"/>
                </a:cubicBezTo>
                <a:cubicBezTo>
                  <a:pt x="67" y="36"/>
                  <a:pt x="72" y="31"/>
                  <a:pt x="72" y="24"/>
                </a:cubicBezTo>
                <a:cubicBezTo>
                  <a:pt x="72" y="17"/>
                  <a:pt x="67" y="12"/>
                  <a:pt x="60" y="12"/>
                </a:cubicBezTo>
                <a:moveTo>
                  <a:pt x="96" y="12"/>
                </a:moveTo>
                <a:cubicBezTo>
                  <a:pt x="89" y="12"/>
                  <a:pt x="84" y="17"/>
                  <a:pt x="84" y="24"/>
                </a:cubicBezTo>
                <a:cubicBezTo>
                  <a:pt x="84" y="31"/>
                  <a:pt x="89" y="36"/>
                  <a:pt x="96" y="36"/>
                </a:cubicBezTo>
                <a:cubicBezTo>
                  <a:pt x="103" y="36"/>
                  <a:pt x="108" y="31"/>
                  <a:pt x="108" y="24"/>
                </a:cubicBezTo>
                <a:cubicBezTo>
                  <a:pt x="108" y="17"/>
                  <a:pt x="103" y="12"/>
                  <a:pt x="96" y="12"/>
                </a:cubicBezTo>
                <a:moveTo>
                  <a:pt x="244" y="48"/>
                </a:moveTo>
                <a:cubicBezTo>
                  <a:pt x="232" y="48"/>
                  <a:pt x="232" y="48"/>
                  <a:pt x="232" y="48"/>
                </a:cubicBezTo>
                <a:cubicBezTo>
                  <a:pt x="24" y="48"/>
                  <a:pt x="24" y="48"/>
                  <a:pt x="24" y="48"/>
                </a:cubicBezTo>
                <a:cubicBezTo>
                  <a:pt x="12" y="48"/>
                  <a:pt x="12" y="48"/>
                  <a:pt x="12" y="48"/>
                </a:cubicBezTo>
                <a:cubicBezTo>
                  <a:pt x="12" y="212"/>
                  <a:pt x="12" y="212"/>
                  <a:pt x="12" y="212"/>
                </a:cubicBezTo>
                <a:cubicBezTo>
                  <a:pt x="244" y="212"/>
                  <a:pt x="244" y="212"/>
                  <a:pt x="244" y="212"/>
                </a:cubicBezTo>
                <a:lnTo>
                  <a:pt x="244" y="48"/>
                </a:lnTo>
                <a:close/>
                <a:moveTo>
                  <a:pt x="88" y="120"/>
                </a:moveTo>
                <a:cubicBezTo>
                  <a:pt x="116" y="120"/>
                  <a:pt x="116" y="120"/>
                  <a:pt x="116" y="120"/>
                </a:cubicBezTo>
                <a:cubicBezTo>
                  <a:pt x="140" y="120"/>
                  <a:pt x="140" y="120"/>
                  <a:pt x="140" y="120"/>
                </a:cubicBezTo>
                <a:cubicBezTo>
                  <a:pt x="168" y="120"/>
                  <a:pt x="168" y="120"/>
                  <a:pt x="168" y="120"/>
                </a:cubicBezTo>
                <a:cubicBezTo>
                  <a:pt x="175" y="120"/>
                  <a:pt x="180" y="125"/>
                  <a:pt x="180" y="132"/>
                </a:cubicBezTo>
                <a:cubicBezTo>
                  <a:pt x="180" y="139"/>
                  <a:pt x="175" y="144"/>
                  <a:pt x="168" y="144"/>
                </a:cubicBezTo>
                <a:cubicBezTo>
                  <a:pt x="104" y="144"/>
                  <a:pt x="104" y="144"/>
                  <a:pt x="104" y="144"/>
                </a:cubicBezTo>
                <a:cubicBezTo>
                  <a:pt x="88" y="144"/>
                  <a:pt x="88" y="144"/>
                  <a:pt x="88" y="144"/>
                </a:cubicBezTo>
                <a:cubicBezTo>
                  <a:pt x="81" y="144"/>
                  <a:pt x="76" y="139"/>
                  <a:pt x="76" y="132"/>
                </a:cubicBezTo>
                <a:cubicBezTo>
                  <a:pt x="76" y="125"/>
                  <a:pt x="81" y="120"/>
                  <a:pt x="88" y="12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86" name="Freeform 36"/>
          <p:cNvSpPr/>
          <p:nvPr/>
        </p:nvSpPr>
        <p:spPr>
          <a:xfrm>
            <a:off x="3316320" y="3095640"/>
            <a:ext cx="409680" cy="357120"/>
          </a:xfrm>
          <a:custGeom>
            <a:avLst/>
            <a:gdLst/>
            <a:ahLst/>
            <a:rect l="l" t="t" r="r" b="b"/>
            <a:pathLst>
              <a:path w="256" h="224">
                <a:moveTo>
                  <a:pt x="244" y="224"/>
                </a:moveTo>
                <a:cubicBezTo>
                  <a:pt x="12" y="224"/>
                  <a:pt x="12" y="224"/>
                  <a:pt x="12" y="224"/>
                </a:cubicBezTo>
                <a:cubicBezTo>
                  <a:pt x="5" y="224"/>
                  <a:pt x="0" y="219"/>
                  <a:pt x="0" y="21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212"/>
                  <a:pt x="256" y="212"/>
                  <a:pt x="256" y="212"/>
                </a:cubicBezTo>
                <a:cubicBezTo>
                  <a:pt x="256" y="219"/>
                  <a:pt x="251" y="224"/>
                  <a:pt x="244" y="224"/>
                </a:cubicBezTo>
                <a:moveTo>
                  <a:pt x="24" y="12"/>
                </a:moveTo>
                <a:cubicBezTo>
                  <a:pt x="17" y="12"/>
                  <a:pt x="12" y="17"/>
                  <a:pt x="12" y="24"/>
                </a:cubicBezTo>
                <a:cubicBezTo>
                  <a:pt x="12" y="31"/>
                  <a:pt x="17" y="36"/>
                  <a:pt x="24" y="36"/>
                </a:cubicBezTo>
                <a:cubicBezTo>
                  <a:pt x="31" y="36"/>
                  <a:pt x="36" y="31"/>
                  <a:pt x="36" y="24"/>
                </a:cubicBezTo>
                <a:cubicBezTo>
                  <a:pt x="36" y="17"/>
                  <a:pt x="31" y="12"/>
                  <a:pt x="24" y="12"/>
                </a:cubicBezTo>
                <a:moveTo>
                  <a:pt x="60" y="12"/>
                </a:moveTo>
                <a:cubicBezTo>
                  <a:pt x="53" y="12"/>
                  <a:pt x="48" y="17"/>
                  <a:pt x="48" y="24"/>
                </a:cubicBezTo>
                <a:cubicBezTo>
                  <a:pt x="48" y="31"/>
                  <a:pt x="53" y="36"/>
                  <a:pt x="60" y="36"/>
                </a:cubicBezTo>
                <a:cubicBezTo>
                  <a:pt x="67" y="36"/>
                  <a:pt x="72" y="31"/>
                  <a:pt x="72" y="24"/>
                </a:cubicBezTo>
                <a:cubicBezTo>
                  <a:pt x="72" y="17"/>
                  <a:pt x="67" y="12"/>
                  <a:pt x="60" y="12"/>
                </a:cubicBezTo>
                <a:moveTo>
                  <a:pt x="96" y="12"/>
                </a:moveTo>
                <a:cubicBezTo>
                  <a:pt x="89" y="12"/>
                  <a:pt x="84" y="17"/>
                  <a:pt x="84" y="24"/>
                </a:cubicBezTo>
                <a:cubicBezTo>
                  <a:pt x="84" y="31"/>
                  <a:pt x="89" y="36"/>
                  <a:pt x="96" y="36"/>
                </a:cubicBezTo>
                <a:cubicBezTo>
                  <a:pt x="103" y="36"/>
                  <a:pt x="108" y="31"/>
                  <a:pt x="108" y="24"/>
                </a:cubicBezTo>
                <a:cubicBezTo>
                  <a:pt x="108" y="17"/>
                  <a:pt x="103" y="12"/>
                  <a:pt x="96" y="12"/>
                </a:cubicBezTo>
                <a:moveTo>
                  <a:pt x="244" y="48"/>
                </a:moveTo>
                <a:cubicBezTo>
                  <a:pt x="232" y="48"/>
                  <a:pt x="232" y="48"/>
                  <a:pt x="232" y="48"/>
                </a:cubicBezTo>
                <a:cubicBezTo>
                  <a:pt x="24" y="48"/>
                  <a:pt x="24" y="48"/>
                  <a:pt x="24" y="48"/>
                </a:cubicBezTo>
                <a:cubicBezTo>
                  <a:pt x="12" y="48"/>
                  <a:pt x="12" y="48"/>
                  <a:pt x="12" y="48"/>
                </a:cubicBezTo>
                <a:cubicBezTo>
                  <a:pt x="12" y="212"/>
                  <a:pt x="12" y="212"/>
                  <a:pt x="12" y="212"/>
                </a:cubicBezTo>
                <a:cubicBezTo>
                  <a:pt x="244" y="212"/>
                  <a:pt x="244" y="212"/>
                  <a:pt x="244" y="212"/>
                </a:cubicBezTo>
                <a:lnTo>
                  <a:pt x="244" y="48"/>
                </a:lnTo>
                <a:close/>
                <a:moveTo>
                  <a:pt x="88" y="120"/>
                </a:moveTo>
                <a:cubicBezTo>
                  <a:pt x="116" y="120"/>
                  <a:pt x="116" y="120"/>
                  <a:pt x="116" y="120"/>
                </a:cubicBezTo>
                <a:cubicBezTo>
                  <a:pt x="116" y="92"/>
                  <a:pt x="116" y="92"/>
                  <a:pt x="116" y="92"/>
                </a:cubicBezTo>
                <a:cubicBezTo>
                  <a:pt x="116" y="85"/>
                  <a:pt x="121" y="80"/>
                  <a:pt x="128" y="80"/>
                </a:cubicBezTo>
                <a:cubicBezTo>
                  <a:pt x="135" y="80"/>
                  <a:pt x="140" y="85"/>
                  <a:pt x="140" y="92"/>
                </a:cubicBezTo>
                <a:cubicBezTo>
                  <a:pt x="140" y="120"/>
                  <a:pt x="140" y="120"/>
                  <a:pt x="140" y="120"/>
                </a:cubicBezTo>
                <a:cubicBezTo>
                  <a:pt x="168" y="120"/>
                  <a:pt x="168" y="120"/>
                  <a:pt x="168" y="120"/>
                </a:cubicBezTo>
                <a:cubicBezTo>
                  <a:pt x="175" y="120"/>
                  <a:pt x="180" y="125"/>
                  <a:pt x="180" y="132"/>
                </a:cubicBezTo>
                <a:cubicBezTo>
                  <a:pt x="180" y="139"/>
                  <a:pt x="175" y="144"/>
                  <a:pt x="168" y="144"/>
                </a:cubicBezTo>
                <a:cubicBezTo>
                  <a:pt x="140" y="144"/>
                  <a:pt x="140" y="144"/>
                  <a:pt x="140" y="144"/>
                </a:cubicBezTo>
                <a:cubicBezTo>
                  <a:pt x="140" y="172"/>
                  <a:pt x="140" y="172"/>
                  <a:pt x="140" y="172"/>
                </a:cubicBezTo>
                <a:cubicBezTo>
                  <a:pt x="140" y="179"/>
                  <a:pt x="135" y="184"/>
                  <a:pt x="128" y="184"/>
                </a:cubicBezTo>
                <a:cubicBezTo>
                  <a:pt x="121" y="184"/>
                  <a:pt x="116" y="179"/>
                  <a:pt x="116" y="172"/>
                </a:cubicBezTo>
                <a:cubicBezTo>
                  <a:pt x="116" y="144"/>
                  <a:pt x="116" y="144"/>
                  <a:pt x="116" y="144"/>
                </a:cubicBezTo>
                <a:cubicBezTo>
                  <a:pt x="88" y="144"/>
                  <a:pt x="88" y="144"/>
                  <a:pt x="88" y="144"/>
                </a:cubicBezTo>
                <a:cubicBezTo>
                  <a:pt x="81" y="144"/>
                  <a:pt x="76" y="139"/>
                  <a:pt x="76" y="132"/>
                </a:cubicBezTo>
                <a:cubicBezTo>
                  <a:pt x="76" y="125"/>
                  <a:pt x="81" y="120"/>
                  <a:pt x="88" y="12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87" name="Freeform 37"/>
          <p:cNvSpPr/>
          <p:nvPr/>
        </p:nvSpPr>
        <p:spPr>
          <a:xfrm>
            <a:off x="2602080" y="3095640"/>
            <a:ext cx="407880" cy="357120"/>
          </a:xfrm>
          <a:custGeom>
            <a:avLst/>
            <a:gdLst/>
            <a:ahLst/>
            <a:rect l="l" t="t" r="r" b="b"/>
            <a:pathLst>
              <a:path w="256" h="224">
                <a:moveTo>
                  <a:pt x="244" y="224"/>
                </a:moveTo>
                <a:cubicBezTo>
                  <a:pt x="12" y="224"/>
                  <a:pt x="12" y="224"/>
                  <a:pt x="12" y="224"/>
                </a:cubicBezTo>
                <a:cubicBezTo>
                  <a:pt x="5" y="224"/>
                  <a:pt x="0" y="219"/>
                  <a:pt x="0" y="21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212"/>
                  <a:pt x="256" y="212"/>
                  <a:pt x="256" y="212"/>
                </a:cubicBezTo>
                <a:cubicBezTo>
                  <a:pt x="256" y="219"/>
                  <a:pt x="251" y="224"/>
                  <a:pt x="244" y="224"/>
                </a:cubicBezTo>
                <a:moveTo>
                  <a:pt x="196" y="212"/>
                </a:moveTo>
                <a:cubicBezTo>
                  <a:pt x="244" y="212"/>
                  <a:pt x="244" y="212"/>
                  <a:pt x="244" y="212"/>
                </a:cubicBezTo>
                <a:cubicBezTo>
                  <a:pt x="244" y="108"/>
                  <a:pt x="244" y="108"/>
                  <a:pt x="244" y="108"/>
                </a:cubicBezTo>
                <a:cubicBezTo>
                  <a:pt x="240" y="108"/>
                  <a:pt x="240" y="108"/>
                  <a:pt x="240" y="108"/>
                </a:cubicBezTo>
                <a:cubicBezTo>
                  <a:pt x="196" y="108"/>
                  <a:pt x="196" y="108"/>
                  <a:pt x="196" y="108"/>
                </a:cubicBezTo>
                <a:lnTo>
                  <a:pt x="196" y="212"/>
                </a:lnTo>
                <a:close/>
                <a:moveTo>
                  <a:pt x="72" y="212"/>
                </a:moveTo>
                <a:cubicBezTo>
                  <a:pt x="184" y="212"/>
                  <a:pt x="184" y="212"/>
                  <a:pt x="184" y="212"/>
                </a:cubicBezTo>
                <a:cubicBezTo>
                  <a:pt x="184" y="108"/>
                  <a:pt x="184" y="108"/>
                  <a:pt x="184" y="108"/>
                </a:cubicBezTo>
                <a:cubicBezTo>
                  <a:pt x="72" y="108"/>
                  <a:pt x="72" y="108"/>
                  <a:pt x="72" y="108"/>
                </a:cubicBezTo>
                <a:lnTo>
                  <a:pt x="72" y="212"/>
                </a:lnTo>
                <a:close/>
                <a:moveTo>
                  <a:pt x="12" y="212"/>
                </a:moveTo>
                <a:cubicBezTo>
                  <a:pt x="60" y="212"/>
                  <a:pt x="60" y="212"/>
                  <a:pt x="60" y="212"/>
                </a:cubicBezTo>
                <a:cubicBezTo>
                  <a:pt x="60" y="108"/>
                  <a:pt x="60" y="108"/>
                  <a:pt x="60" y="108"/>
                </a:cubicBezTo>
                <a:cubicBezTo>
                  <a:pt x="12" y="108"/>
                  <a:pt x="12" y="108"/>
                  <a:pt x="12" y="108"/>
                </a:cubicBezTo>
                <a:lnTo>
                  <a:pt x="12" y="212"/>
                </a:lnTo>
                <a:close/>
                <a:moveTo>
                  <a:pt x="24" y="12"/>
                </a:moveTo>
                <a:cubicBezTo>
                  <a:pt x="17" y="12"/>
                  <a:pt x="12" y="17"/>
                  <a:pt x="12" y="24"/>
                </a:cubicBezTo>
                <a:cubicBezTo>
                  <a:pt x="12" y="31"/>
                  <a:pt x="17" y="36"/>
                  <a:pt x="24" y="36"/>
                </a:cubicBezTo>
                <a:cubicBezTo>
                  <a:pt x="31" y="36"/>
                  <a:pt x="36" y="31"/>
                  <a:pt x="36" y="24"/>
                </a:cubicBezTo>
                <a:cubicBezTo>
                  <a:pt x="36" y="17"/>
                  <a:pt x="31" y="12"/>
                  <a:pt x="24" y="12"/>
                </a:cubicBezTo>
                <a:moveTo>
                  <a:pt x="60" y="12"/>
                </a:moveTo>
                <a:cubicBezTo>
                  <a:pt x="53" y="12"/>
                  <a:pt x="48" y="17"/>
                  <a:pt x="48" y="24"/>
                </a:cubicBezTo>
                <a:cubicBezTo>
                  <a:pt x="48" y="31"/>
                  <a:pt x="53" y="36"/>
                  <a:pt x="60" y="36"/>
                </a:cubicBezTo>
                <a:cubicBezTo>
                  <a:pt x="67" y="36"/>
                  <a:pt x="72" y="31"/>
                  <a:pt x="72" y="24"/>
                </a:cubicBezTo>
                <a:cubicBezTo>
                  <a:pt x="72" y="17"/>
                  <a:pt x="67" y="12"/>
                  <a:pt x="60" y="12"/>
                </a:cubicBezTo>
                <a:moveTo>
                  <a:pt x="96" y="12"/>
                </a:moveTo>
                <a:cubicBezTo>
                  <a:pt x="89" y="12"/>
                  <a:pt x="84" y="17"/>
                  <a:pt x="84" y="24"/>
                </a:cubicBezTo>
                <a:cubicBezTo>
                  <a:pt x="84" y="31"/>
                  <a:pt x="89" y="36"/>
                  <a:pt x="96" y="36"/>
                </a:cubicBezTo>
                <a:cubicBezTo>
                  <a:pt x="103" y="36"/>
                  <a:pt x="108" y="31"/>
                  <a:pt x="108" y="24"/>
                </a:cubicBezTo>
                <a:cubicBezTo>
                  <a:pt x="108" y="17"/>
                  <a:pt x="103" y="12"/>
                  <a:pt x="96" y="12"/>
                </a:cubicBezTo>
                <a:moveTo>
                  <a:pt x="232" y="48"/>
                </a:moveTo>
                <a:cubicBezTo>
                  <a:pt x="24" y="48"/>
                  <a:pt x="24" y="48"/>
                  <a:pt x="24" y="48"/>
                </a:cubicBezTo>
                <a:cubicBezTo>
                  <a:pt x="12" y="48"/>
                  <a:pt x="12" y="48"/>
                  <a:pt x="12" y="48"/>
                </a:cubicBezTo>
                <a:cubicBezTo>
                  <a:pt x="12" y="96"/>
                  <a:pt x="12" y="96"/>
                  <a:pt x="12" y="96"/>
                </a:cubicBezTo>
                <a:cubicBezTo>
                  <a:pt x="60" y="96"/>
                  <a:pt x="60" y="96"/>
                  <a:pt x="60" y="96"/>
                </a:cubicBezTo>
                <a:cubicBezTo>
                  <a:pt x="72" y="96"/>
                  <a:pt x="72" y="96"/>
                  <a:pt x="72" y="96"/>
                </a:cubicBezTo>
                <a:cubicBezTo>
                  <a:pt x="184" y="96"/>
                  <a:pt x="184" y="96"/>
                  <a:pt x="184" y="96"/>
                </a:cubicBezTo>
                <a:cubicBezTo>
                  <a:pt x="196" y="96"/>
                  <a:pt x="196" y="96"/>
                  <a:pt x="196" y="96"/>
                </a:cubicBezTo>
                <a:cubicBezTo>
                  <a:pt x="240" y="96"/>
                  <a:pt x="240" y="96"/>
                  <a:pt x="240" y="96"/>
                </a:cubicBezTo>
                <a:cubicBezTo>
                  <a:pt x="244" y="96"/>
                  <a:pt x="244" y="96"/>
                  <a:pt x="244" y="96"/>
                </a:cubicBezTo>
                <a:cubicBezTo>
                  <a:pt x="244" y="48"/>
                  <a:pt x="244" y="48"/>
                  <a:pt x="244" y="48"/>
                </a:cubicBezTo>
                <a:lnTo>
                  <a:pt x="232" y="4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88" name="Freeform 38"/>
          <p:cNvSpPr/>
          <p:nvPr/>
        </p:nvSpPr>
        <p:spPr>
          <a:xfrm>
            <a:off x="1886040" y="3095640"/>
            <a:ext cx="409320" cy="357120"/>
          </a:xfrm>
          <a:custGeom>
            <a:avLst/>
            <a:gdLst/>
            <a:ahLst/>
            <a:rect l="l" t="t" r="r" b="b"/>
            <a:pathLst>
              <a:path w="256" h="224">
                <a:moveTo>
                  <a:pt x="244" y="224"/>
                </a:moveTo>
                <a:cubicBezTo>
                  <a:pt x="12" y="224"/>
                  <a:pt x="12" y="224"/>
                  <a:pt x="12" y="224"/>
                </a:cubicBezTo>
                <a:cubicBezTo>
                  <a:pt x="5" y="224"/>
                  <a:pt x="0" y="219"/>
                  <a:pt x="0" y="21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212"/>
                  <a:pt x="256" y="212"/>
                  <a:pt x="256" y="212"/>
                </a:cubicBezTo>
                <a:cubicBezTo>
                  <a:pt x="256" y="219"/>
                  <a:pt x="251" y="224"/>
                  <a:pt x="244" y="224"/>
                </a:cubicBezTo>
                <a:moveTo>
                  <a:pt x="196" y="212"/>
                </a:moveTo>
                <a:cubicBezTo>
                  <a:pt x="244" y="212"/>
                  <a:pt x="244" y="212"/>
                  <a:pt x="244" y="212"/>
                </a:cubicBezTo>
                <a:cubicBezTo>
                  <a:pt x="244" y="108"/>
                  <a:pt x="244" y="108"/>
                  <a:pt x="244" y="108"/>
                </a:cubicBezTo>
                <a:cubicBezTo>
                  <a:pt x="238" y="108"/>
                  <a:pt x="238" y="108"/>
                  <a:pt x="238" y="108"/>
                </a:cubicBezTo>
                <a:cubicBezTo>
                  <a:pt x="196" y="108"/>
                  <a:pt x="196" y="108"/>
                  <a:pt x="196" y="108"/>
                </a:cubicBezTo>
                <a:lnTo>
                  <a:pt x="196" y="212"/>
                </a:lnTo>
                <a:close/>
                <a:moveTo>
                  <a:pt x="12" y="212"/>
                </a:moveTo>
                <a:cubicBezTo>
                  <a:pt x="184" y="212"/>
                  <a:pt x="184" y="212"/>
                  <a:pt x="184" y="212"/>
                </a:cubicBezTo>
                <a:cubicBezTo>
                  <a:pt x="184" y="108"/>
                  <a:pt x="184" y="108"/>
                  <a:pt x="184" y="108"/>
                </a:cubicBezTo>
                <a:cubicBezTo>
                  <a:pt x="12" y="108"/>
                  <a:pt x="12" y="108"/>
                  <a:pt x="12" y="108"/>
                </a:cubicBezTo>
                <a:lnTo>
                  <a:pt x="12" y="212"/>
                </a:lnTo>
                <a:close/>
                <a:moveTo>
                  <a:pt x="24" y="12"/>
                </a:moveTo>
                <a:cubicBezTo>
                  <a:pt x="17" y="12"/>
                  <a:pt x="12" y="17"/>
                  <a:pt x="12" y="24"/>
                </a:cubicBezTo>
                <a:cubicBezTo>
                  <a:pt x="12" y="31"/>
                  <a:pt x="17" y="36"/>
                  <a:pt x="24" y="36"/>
                </a:cubicBezTo>
                <a:cubicBezTo>
                  <a:pt x="31" y="36"/>
                  <a:pt x="36" y="31"/>
                  <a:pt x="36" y="24"/>
                </a:cubicBezTo>
                <a:cubicBezTo>
                  <a:pt x="36" y="17"/>
                  <a:pt x="31" y="12"/>
                  <a:pt x="24" y="12"/>
                </a:cubicBezTo>
                <a:moveTo>
                  <a:pt x="60" y="12"/>
                </a:moveTo>
                <a:cubicBezTo>
                  <a:pt x="53" y="12"/>
                  <a:pt x="48" y="17"/>
                  <a:pt x="48" y="24"/>
                </a:cubicBezTo>
                <a:cubicBezTo>
                  <a:pt x="48" y="31"/>
                  <a:pt x="53" y="36"/>
                  <a:pt x="60" y="36"/>
                </a:cubicBezTo>
                <a:cubicBezTo>
                  <a:pt x="67" y="36"/>
                  <a:pt x="72" y="31"/>
                  <a:pt x="72" y="24"/>
                </a:cubicBezTo>
                <a:cubicBezTo>
                  <a:pt x="72" y="17"/>
                  <a:pt x="67" y="12"/>
                  <a:pt x="60" y="12"/>
                </a:cubicBezTo>
                <a:moveTo>
                  <a:pt x="96" y="12"/>
                </a:moveTo>
                <a:cubicBezTo>
                  <a:pt x="89" y="12"/>
                  <a:pt x="84" y="17"/>
                  <a:pt x="84" y="24"/>
                </a:cubicBezTo>
                <a:cubicBezTo>
                  <a:pt x="84" y="31"/>
                  <a:pt x="89" y="36"/>
                  <a:pt x="96" y="36"/>
                </a:cubicBezTo>
                <a:cubicBezTo>
                  <a:pt x="103" y="36"/>
                  <a:pt x="108" y="31"/>
                  <a:pt x="108" y="24"/>
                </a:cubicBezTo>
                <a:cubicBezTo>
                  <a:pt x="108" y="17"/>
                  <a:pt x="103" y="12"/>
                  <a:pt x="96" y="12"/>
                </a:cubicBezTo>
                <a:moveTo>
                  <a:pt x="232" y="48"/>
                </a:moveTo>
                <a:cubicBezTo>
                  <a:pt x="24" y="48"/>
                  <a:pt x="24" y="48"/>
                  <a:pt x="24" y="48"/>
                </a:cubicBezTo>
                <a:cubicBezTo>
                  <a:pt x="12" y="48"/>
                  <a:pt x="12" y="48"/>
                  <a:pt x="12" y="48"/>
                </a:cubicBezTo>
                <a:cubicBezTo>
                  <a:pt x="12" y="96"/>
                  <a:pt x="12" y="96"/>
                  <a:pt x="12" y="96"/>
                </a:cubicBezTo>
                <a:cubicBezTo>
                  <a:pt x="184" y="96"/>
                  <a:pt x="184" y="96"/>
                  <a:pt x="184" y="96"/>
                </a:cubicBezTo>
                <a:cubicBezTo>
                  <a:pt x="196" y="96"/>
                  <a:pt x="196" y="96"/>
                  <a:pt x="196" y="96"/>
                </a:cubicBezTo>
                <a:cubicBezTo>
                  <a:pt x="238" y="96"/>
                  <a:pt x="238" y="96"/>
                  <a:pt x="238" y="96"/>
                </a:cubicBezTo>
                <a:cubicBezTo>
                  <a:pt x="244" y="96"/>
                  <a:pt x="244" y="96"/>
                  <a:pt x="244" y="96"/>
                </a:cubicBezTo>
                <a:cubicBezTo>
                  <a:pt x="244" y="48"/>
                  <a:pt x="244" y="48"/>
                  <a:pt x="244" y="48"/>
                </a:cubicBezTo>
                <a:lnTo>
                  <a:pt x="232" y="4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89" name="Freeform 39"/>
          <p:cNvSpPr/>
          <p:nvPr/>
        </p:nvSpPr>
        <p:spPr>
          <a:xfrm>
            <a:off x="1171440" y="3095640"/>
            <a:ext cx="408240" cy="357120"/>
          </a:xfrm>
          <a:custGeom>
            <a:avLst/>
            <a:gdLst/>
            <a:ahLst/>
            <a:rect l="l" t="t" r="r" b="b"/>
            <a:pathLst>
              <a:path w="256" h="224">
                <a:moveTo>
                  <a:pt x="244" y="224"/>
                </a:moveTo>
                <a:cubicBezTo>
                  <a:pt x="12" y="224"/>
                  <a:pt x="12" y="224"/>
                  <a:pt x="12" y="224"/>
                </a:cubicBezTo>
                <a:cubicBezTo>
                  <a:pt x="5" y="224"/>
                  <a:pt x="0" y="219"/>
                  <a:pt x="0" y="21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212"/>
                  <a:pt x="256" y="212"/>
                  <a:pt x="256" y="212"/>
                </a:cubicBezTo>
                <a:cubicBezTo>
                  <a:pt x="256" y="219"/>
                  <a:pt x="251" y="224"/>
                  <a:pt x="244" y="224"/>
                </a:cubicBezTo>
                <a:moveTo>
                  <a:pt x="72" y="212"/>
                </a:moveTo>
                <a:cubicBezTo>
                  <a:pt x="244" y="212"/>
                  <a:pt x="244" y="212"/>
                  <a:pt x="244" y="212"/>
                </a:cubicBezTo>
                <a:cubicBezTo>
                  <a:pt x="244" y="108"/>
                  <a:pt x="244" y="108"/>
                  <a:pt x="244" y="108"/>
                </a:cubicBezTo>
                <a:cubicBezTo>
                  <a:pt x="241" y="108"/>
                  <a:pt x="241" y="108"/>
                  <a:pt x="241" y="108"/>
                </a:cubicBezTo>
                <a:cubicBezTo>
                  <a:pt x="72" y="108"/>
                  <a:pt x="72" y="108"/>
                  <a:pt x="72" y="108"/>
                </a:cubicBezTo>
                <a:lnTo>
                  <a:pt x="72" y="212"/>
                </a:lnTo>
                <a:close/>
                <a:moveTo>
                  <a:pt x="12" y="212"/>
                </a:moveTo>
                <a:cubicBezTo>
                  <a:pt x="60" y="212"/>
                  <a:pt x="60" y="212"/>
                  <a:pt x="60" y="212"/>
                </a:cubicBezTo>
                <a:cubicBezTo>
                  <a:pt x="60" y="108"/>
                  <a:pt x="60" y="108"/>
                  <a:pt x="60" y="108"/>
                </a:cubicBezTo>
                <a:cubicBezTo>
                  <a:pt x="12" y="108"/>
                  <a:pt x="12" y="108"/>
                  <a:pt x="12" y="108"/>
                </a:cubicBezTo>
                <a:lnTo>
                  <a:pt x="12" y="212"/>
                </a:lnTo>
                <a:close/>
                <a:moveTo>
                  <a:pt x="24" y="12"/>
                </a:moveTo>
                <a:cubicBezTo>
                  <a:pt x="17" y="12"/>
                  <a:pt x="12" y="17"/>
                  <a:pt x="12" y="24"/>
                </a:cubicBezTo>
                <a:cubicBezTo>
                  <a:pt x="12" y="31"/>
                  <a:pt x="17" y="36"/>
                  <a:pt x="24" y="36"/>
                </a:cubicBezTo>
                <a:cubicBezTo>
                  <a:pt x="31" y="36"/>
                  <a:pt x="36" y="31"/>
                  <a:pt x="36" y="24"/>
                </a:cubicBezTo>
                <a:cubicBezTo>
                  <a:pt x="36" y="17"/>
                  <a:pt x="31" y="12"/>
                  <a:pt x="24" y="12"/>
                </a:cubicBezTo>
                <a:moveTo>
                  <a:pt x="60" y="12"/>
                </a:moveTo>
                <a:cubicBezTo>
                  <a:pt x="53" y="12"/>
                  <a:pt x="48" y="17"/>
                  <a:pt x="48" y="24"/>
                </a:cubicBezTo>
                <a:cubicBezTo>
                  <a:pt x="48" y="31"/>
                  <a:pt x="53" y="36"/>
                  <a:pt x="60" y="36"/>
                </a:cubicBezTo>
                <a:cubicBezTo>
                  <a:pt x="67" y="36"/>
                  <a:pt x="72" y="31"/>
                  <a:pt x="72" y="24"/>
                </a:cubicBezTo>
                <a:cubicBezTo>
                  <a:pt x="72" y="17"/>
                  <a:pt x="67" y="12"/>
                  <a:pt x="60" y="12"/>
                </a:cubicBezTo>
                <a:moveTo>
                  <a:pt x="96" y="12"/>
                </a:moveTo>
                <a:cubicBezTo>
                  <a:pt x="89" y="12"/>
                  <a:pt x="84" y="17"/>
                  <a:pt x="84" y="24"/>
                </a:cubicBezTo>
                <a:cubicBezTo>
                  <a:pt x="84" y="31"/>
                  <a:pt x="89" y="36"/>
                  <a:pt x="96" y="36"/>
                </a:cubicBezTo>
                <a:cubicBezTo>
                  <a:pt x="103" y="36"/>
                  <a:pt x="108" y="31"/>
                  <a:pt x="108" y="24"/>
                </a:cubicBezTo>
                <a:cubicBezTo>
                  <a:pt x="108" y="17"/>
                  <a:pt x="103" y="12"/>
                  <a:pt x="96" y="12"/>
                </a:cubicBezTo>
                <a:moveTo>
                  <a:pt x="232" y="48"/>
                </a:moveTo>
                <a:cubicBezTo>
                  <a:pt x="24" y="48"/>
                  <a:pt x="24" y="48"/>
                  <a:pt x="24" y="48"/>
                </a:cubicBezTo>
                <a:cubicBezTo>
                  <a:pt x="12" y="48"/>
                  <a:pt x="12" y="48"/>
                  <a:pt x="12" y="48"/>
                </a:cubicBezTo>
                <a:cubicBezTo>
                  <a:pt x="12" y="96"/>
                  <a:pt x="12" y="96"/>
                  <a:pt x="12" y="96"/>
                </a:cubicBezTo>
                <a:cubicBezTo>
                  <a:pt x="60" y="96"/>
                  <a:pt x="60" y="96"/>
                  <a:pt x="60" y="96"/>
                </a:cubicBezTo>
                <a:cubicBezTo>
                  <a:pt x="72" y="96"/>
                  <a:pt x="72" y="96"/>
                  <a:pt x="72" y="96"/>
                </a:cubicBezTo>
                <a:cubicBezTo>
                  <a:pt x="241" y="96"/>
                  <a:pt x="241" y="96"/>
                  <a:pt x="241" y="96"/>
                </a:cubicBezTo>
                <a:cubicBezTo>
                  <a:pt x="244" y="96"/>
                  <a:pt x="244" y="96"/>
                  <a:pt x="244" y="96"/>
                </a:cubicBezTo>
                <a:cubicBezTo>
                  <a:pt x="244" y="48"/>
                  <a:pt x="244" y="48"/>
                  <a:pt x="244" y="48"/>
                </a:cubicBezTo>
                <a:lnTo>
                  <a:pt x="232" y="4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90" name="Freeform 40"/>
          <p:cNvSpPr/>
          <p:nvPr/>
        </p:nvSpPr>
        <p:spPr>
          <a:xfrm>
            <a:off x="455760" y="3095640"/>
            <a:ext cx="409320" cy="357120"/>
          </a:xfrm>
          <a:custGeom>
            <a:avLst/>
            <a:gdLst/>
            <a:ahLst/>
            <a:rect l="l" t="t" r="r" b="b"/>
            <a:pathLst>
              <a:path w="256" h="224">
                <a:moveTo>
                  <a:pt x="244" y="224"/>
                </a:moveTo>
                <a:cubicBezTo>
                  <a:pt x="12" y="224"/>
                  <a:pt x="12" y="224"/>
                  <a:pt x="12" y="224"/>
                </a:cubicBezTo>
                <a:cubicBezTo>
                  <a:pt x="5" y="224"/>
                  <a:pt x="0" y="219"/>
                  <a:pt x="0" y="21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212"/>
                  <a:pt x="256" y="212"/>
                  <a:pt x="256" y="212"/>
                </a:cubicBezTo>
                <a:cubicBezTo>
                  <a:pt x="256" y="219"/>
                  <a:pt x="251" y="224"/>
                  <a:pt x="244" y="224"/>
                </a:cubicBezTo>
                <a:moveTo>
                  <a:pt x="24" y="12"/>
                </a:moveTo>
                <a:cubicBezTo>
                  <a:pt x="17" y="12"/>
                  <a:pt x="12" y="17"/>
                  <a:pt x="12" y="24"/>
                </a:cubicBezTo>
                <a:cubicBezTo>
                  <a:pt x="12" y="31"/>
                  <a:pt x="17" y="36"/>
                  <a:pt x="24" y="36"/>
                </a:cubicBezTo>
                <a:cubicBezTo>
                  <a:pt x="31" y="36"/>
                  <a:pt x="36" y="31"/>
                  <a:pt x="36" y="24"/>
                </a:cubicBezTo>
                <a:cubicBezTo>
                  <a:pt x="36" y="17"/>
                  <a:pt x="31" y="12"/>
                  <a:pt x="24" y="12"/>
                </a:cubicBezTo>
                <a:moveTo>
                  <a:pt x="60" y="12"/>
                </a:moveTo>
                <a:cubicBezTo>
                  <a:pt x="53" y="12"/>
                  <a:pt x="48" y="17"/>
                  <a:pt x="48" y="24"/>
                </a:cubicBezTo>
                <a:cubicBezTo>
                  <a:pt x="48" y="31"/>
                  <a:pt x="53" y="36"/>
                  <a:pt x="60" y="36"/>
                </a:cubicBezTo>
                <a:cubicBezTo>
                  <a:pt x="67" y="36"/>
                  <a:pt x="72" y="31"/>
                  <a:pt x="72" y="24"/>
                </a:cubicBezTo>
                <a:cubicBezTo>
                  <a:pt x="72" y="17"/>
                  <a:pt x="67" y="12"/>
                  <a:pt x="60" y="12"/>
                </a:cubicBezTo>
                <a:moveTo>
                  <a:pt x="96" y="12"/>
                </a:moveTo>
                <a:cubicBezTo>
                  <a:pt x="89" y="12"/>
                  <a:pt x="84" y="17"/>
                  <a:pt x="84" y="24"/>
                </a:cubicBezTo>
                <a:cubicBezTo>
                  <a:pt x="84" y="31"/>
                  <a:pt x="89" y="36"/>
                  <a:pt x="96" y="36"/>
                </a:cubicBezTo>
                <a:cubicBezTo>
                  <a:pt x="103" y="36"/>
                  <a:pt x="108" y="31"/>
                  <a:pt x="108" y="24"/>
                </a:cubicBezTo>
                <a:cubicBezTo>
                  <a:pt x="108" y="17"/>
                  <a:pt x="103" y="12"/>
                  <a:pt x="96" y="12"/>
                </a:cubicBezTo>
                <a:moveTo>
                  <a:pt x="244" y="48"/>
                </a:moveTo>
                <a:cubicBezTo>
                  <a:pt x="232" y="48"/>
                  <a:pt x="232" y="48"/>
                  <a:pt x="232" y="48"/>
                </a:cubicBezTo>
                <a:cubicBezTo>
                  <a:pt x="24" y="48"/>
                  <a:pt x="24" y="48"/>
                  <a:pt x="24" y="48"/>
                </a:cubicBezTo>
                <a:cubicBezTo>
                  <a:pt x="12" y="48"/>
                  <a:pt x="12" y="48"/>
                  <a:pt x="12" y="48"/>
                </a:cubicBezTo>
                <a:cubicBezTo>
                  <a:pt x="12" y="212"/>
                  <a:pt x="12" y="212"/>
                  <a:pt x="12" y="212"/>
                </a:cubicBezTo>
                <a:cubicBezTo>
                  <a:pt x="244" y="212"/>
                  <a:pt x="244" y="212"/>
                  <a:pt x="244" y="212"/>
                </a:cubicBezTo>
                <a:lnTo>
                  <a:pt x="244" y="4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91" name="Freeform 41"/>
          <p:cNvSpPr/>
          <p:nvPr/>
        </p:nvSpPr>
        <p:spPr>
          <a:xfrm>
            <a:off x="8317080" y="2495520"/>
            <a:ext cx="422280" cy="127080"/>
          </a:xfrm>
          <a:custGeom>
            <a:avLst/>
            <a:gdLst/>
            <a:ahLst/>
            <a:rect l="l" t="t" r="r" b="b"/>
            <a:pathLst>
              <a:path w="264" h="80">
                <a:moveTo>
                  <a:pt x="259" y="19"/>
                </a:moveTo>
                <a:cubicBezTo>
                  <a:pt x="255" y="18"/>
                  <a:pt x="248" y="35"/>
                  <a:pt x="231" y="35"/>
                </a:cubicBezTo>
                <a:cubicBezTo>
                  <a:pt x="210" y="35"/>
                  <a:pt x="201" y="0"/>
                  <a:pt x="168" y="0"/>
                </a:cubicBezTo>
                <a:cubicBezTo>
                  <a:pt x="142" y="0"/>
                  <a:pt x="134" y="20"/>
                  <a:pt x="132" y="20"/>
                </a:cubicBezTo>
                <a:cubicBezTo>
                  <a:pt x="130" y="20"/>
                  <a:pt x="122" y="0"/>
                  <a:pt x="96" y="0"/>
                </a:cubicBezTo>
                <a:cubicBezTo>
                  <a:pt x="63" y="0"/>
                  <a:pt x="54" y="35"/>
                  <a:pt x="33" y="35"/>
                </a:cubicBezTo>
                <a:cubicBezTo>
                  <a:pt x="16" y="35"/>
                  <a:pt x="9" y="18"/>
                  <a:pt x="5" y="19"/>
                </a:cubicBezTo>
                <a:cubicBezTo>
                  <a:pt x="0" y="20"/>
                  <a:pt x="13" y="80"/>
                  <a:pt x="70" y="80"/>
                </a:cubicBezTo>
                <a:cubicBezTo>
                  <a:pt x="107" y="80"/>
                  <a:pt x="129" y="51"/>
                  <a:pt x="132" y="51"/>
                </a:cubicBezTo>
                <a:cubicBezTo>
                  <a:pt x="135" y="51"/>
                  <a:pt x="157" y="80"/>
                  <a:pt x="194" y="80"/>
                </a:cubicBezTo>
                <a:cubicBezTo>
                  <a:pt x="251" y="80"/>
                  <a:pt x="264" y="20"/>
                  <a:pt x="259" y="19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92" name="Freeform 42"/>
          <p:cNvSpPr/>
          <p:nvPr/>
        </p:nvSpPr>
        <p:spPr>
          <a:xfrm>
            <a:off x="7608960" y="2438280"/>
            <a:ext cx="407880" cy="241560"/>
          </a:xfrm>
          <a:custGeom>
            <a:avLst/>
            <a:gdLst/>
            <a:ahLst/>
            <a:rect l="l" t="t" r="r" b="b"/>
            <a:pathLst>
              <a:path w="256" h="152">
                <a:moveTo>
                  <a:pt x="244" y="88"/>
                </a:moveTo>
                <a:cubicBezTo>
                  <a:pt x="84" y="88"/>
                  <a:pt x="84" y="88"/>
                  <a:pt x="84" y="88"/>
                </a:cubicBezTo>
                <a:cubicBezTo>
                  <a:pt x="77" y="88"/>
                  <a:pt x="72" y="83"/>
                  <a:pt x="72" y="76"/>
                </a:cubicBezTo>
                <a:cubicBezTo>
                  <a:pt x="72" y="69"/>
                  <a:pt x="77" y="64"/>
                  <a:pt x="84" y="64"/>
                </a:cubicBezTo>
                <a:cubicBezTo>
                  <a:pt x="84" y="64"/>
                  <a:pt x="84" y="64"/>
                  <a:pt x="84" y="64"/>
                </a:cubicBezTo>
                <a:cubicBezTo>
                  <a:pt x="244" y="64"/>
                  <a:pt x="244" y="64"/>
                  <a:pt x="244" y="64"/>
                </a:cubicBezTo>
                <a:cubicBezTo>
                  <a:pt x="251" y="64"/>
                  <a:pt x="256" y="69"/>
                  <a:pt x="256" y="76"/>
                </a:cubicBezTo>
                <a:cubicBezTo>
                  <a:pt x="256" y="83"/>
                  <a:pt x="251" y="88"/>
                  <a:pt x="244" y="88"/>
                </a:cubicBezTo>
                <a:moveTo>
                  <a:pt x="244" y="24"/>
                </a:moveTo>
                <a:cubicBezTo>
                  <a:pt x="84" y="24"/>
                  <a:pt x="84" y="24"/>
                  <a:pt x="84" y="24"/>
                </a:cubicBezTo>
                <a:cubicBezTo>
                  <a:pt x="77" y="24"/>
                  <a:pt x="72" y="19"/>
                  <a:pt x="72" y="12"/>
                </a:cubicBezTo>
                <a:cubicBezTo>
                  <a:pt x="72" y="5"/>
                  <a:pt x="77" y="0"/>
                  <a:pt x="84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9"/>
                  <a:pt x="251" y="24"/>
                  <a:pt x="244" y="24"/>
                </a:cubicBezTo>
                <a:moveTo>
                  <a:pt x="36" y="152"/>
                </a:moveTo>
                <a:cubicBezTo>
                  <a:pt x="36" y="152"/>
                  <a:pt x="36" y="152"/>
                  <a:pt x="36" y="152"/>
                </a:cubicBezTo>
                <a:cubicBezTo>
                  <a:pt x="12" y="152"/>
                  <a:pt x="12" y="152"/>
                  <a:pt x="12" y="152"/>
                </a:cubicBezTo>
                <a:cubicBezTo>
                  <a:pt x="5" y="152"/>
                  <a:pt x="0" y="147"/>
                  <a:pt x="0" y="140"/>
                </a:cubicBezTo>
                <a:cubicBezTo>
                  <a:pt x="0" y="133"/>
                  <a:pt x="5" y="128"/>
                  <a:pt x="12" y="128"/>
                </a:cubicBezTo>
                <a:cubicBezTo>
                  <a:pt x="36" y="128"/>
                  <a:pt x="36" y="128"/>
                  <a:pt x="36" y="128"/>
                </a:cubicBezTo>
                <a:cubicBezTo>
                  <a:pt x="36" y="128"/>
                  <a:pt x="36" y="128"/>
                  <a:pt x="36" y="128"/>
                </a:cubicBezTo>
                <a:cubicBezTo>
                  <a:pt x="43" y="128"/>
                  <a:pt x="48" y="133"/>
                  <a:pt x="48" y="140"/>
                </a:cubicBezTo>
                <a:cubicBezTo>
                  <a:pt x="48" y="147"/>
                  <a:pt x="43" y="152"/>
                  <a:pt x="36" y="152"/>
                </a:cubicBezTo>
                <a:moveTo>
                  <a:pt x="36" y="88"/>
                </a:moveTo>
                <a:cubicBezTo>
                  <a:pt x="36" y="88"/>
                  <a:pt x="36" y="88"/>
                  <a:pt x="36" y="88"/>
                </a:cubicBezTo>
                <a:cubicBezTo>
                  <a:pt x="12" y="88"/>
                  <a:pt x="12" y="88"/>
                  <a:pt x="12" y="88"/>
                </a:cubicBezTo>
                <a:cubicBezTo>
                  <a:pt x="5" y="88"/>
                  <a:pt x="0" y="83"/>
                  <a:pt x="0" y="76"/>
                </a:cubicBezTo>
                <a:cubicBezTo>
                  <a:pt x="0" y="69"/>
                  <a:pt x="5" y="64"/>
                  <a:pt x="12" y="64"/>
                </a:cubicBezTo>
                <a:cubicBezTo>
                  <a:pt x="36" y="64"/>
                  <a:pt x="36" y="64"/>
                  <a:pt x="36" y="64"/>
                </a:cubicBezTo>
                <a:cubicBezTo>
                  <a:pt x="36" y="64"/>
                  <a:pt x="36" y="64"/>
                  <a:pt x="36" y="64"/>
                </a:cubicBezTo>
                <a:cubicBezTo>
                  <a:pt x="43" y="64"/>
                  <a:pt x="48" y="69"/>
                  <a:pt x="48" y="76"/>
                </a:cubicBezTo>
                <a:cubicBezTo>
                  <a:pt x="48" y="83"/>
                  <a:pt x="43" y="88"/>
                  <a:pt x="36" y="88"/>
                </a:cubicBezTo>
                <a:moveTo>
                  <a:pt x="36" y="24"/>
                </a:moveTo>
                <a:cubicBezTo>
                  <a:pt x="36" y="24"/>
                  <a:pt x="36" y="24"/>
                  <a:pt x="36" y="24"/>
                </a:cubicBezTo>
                <a:cubicBezTo>
                  <a:pt x="12" y="24"/>
                  <a:pt x="12" y="24"/>
                  <a:pt x="12" y="24"/>
                </a:cubicBezTo>
                <a:cubicBezTo>
                  <a:pt x="5" y="24"/>
                  <a:pt x="0" y="19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43" y="0"/>
                  <a:pt x="48" y="5"/>
                  <a:pt x="48" y="12"/>
                </a:cubicBezTo>
                <a:cubicBezTo>
                  <a:pt x="48" y="19"/>
                  <a:pt x="43" y="24"/>
                  <a:pt x="36" y="24"/>
                </a:cubicBezTo>
                <a:moveTo>
                  <a:pt x="84" y="152"/>
                </a:moveTo>
                <a:cubicBezTo>
                  <a:pt x="77" y="152"/>
                  <a:pt x="72" y="147"/>
                  <a:pt x="72" y="140"/>
                </a:cubicBezTo>
                <a:cubicBezTo>
                  <a:pt x="72" y="133"/>
                  <a:pt x="77" y="128"/>
                  <a:pt x="84" y="128"/>
                </a:cubicBezTo>
                <a:cubicBezTo>
                  <a:pt x="84" y="128"/>
                  <a:pt x="84" y="128"/>
                  <a:pt x="84" y="128"/>
                </a:cubicBezTo>
                <a:cubicBezTo>
                  <a:pt x="244" y="128"/>
                  <a:pt x="244" y="128"/>
                  <a:pt x="244" y="128"/>
                </a:cubicBezTo>
                <a:cubicBezTo>
                  <a:pt x="251" y="128"/>
                  <a:pt x="256" y="133"/>
                  <a:pt x="256" y="140"/>
                </a:cubicBezTo>
                <a:cubicBezTo>
                  <a:pt x="256" y="147"/>
                  <a:pt x="251" y="152"/>
                  <a:pt x="244" y="152"/>
                </a:cubicBezTo>
                <a:lnTo>
                  <a:pt x="84" y="15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93" name="Freeform 43"/>
          <p:cNvSpPr/>
          <p:nvPr/>
        </p:nvSpPr>
        <p:spPr>
          <a:xfrm>
            <a:off x="6892920" y="2438280"/>
            <a:ext cx="409680" cy="241560"/>
          </a:xfrm>
          <a:custGeom>
            <a:avLst/>
            <a:gdLst/>
            <a:ahLst/>
            <a:rect l="l" t="t" r="r" b="b"/>
            <a:pathLst>
              <a:path w="256" h="152">
                <a:moveTo>
                  <a:pt x="244" y="88"/>
                </a:moveTo>
                <a:cubicBezTo>
                  <a:pt x="12" y="88"/>
                  <a:pt x="12" y="88"/>
                  <a:pt x="12" y="88"/>
                </a:cubicBezTo>
                <a:cubicBezTo>
                  <a:pt x="5" y="88"/>
                  <a:pt x="0" y="83"/>
                  <a:pt x="0" y="76"/>
                </a:cubicBezTo>
                <a:cubicBezTo>
                  <a:pt x="0" y="69"/>
                  <a:pt x="5" y="64"/>
                  <a:pt x="12" y="64"/>
                </a:cubicBezTo>
                <a:cubicBezTo>
                  <a:pt x="244" y="64"/>
                  <a:pt x="244" y="64"/>
                  <a:pt x="244" y="64"/>
                </a:cubicBezTo>
                <a:cubicBezTo>
                  <a:pt x="251" y="64"/>
                  <a:pt x="256" y="69"/>
                  <a:pt x="256" y="76"/>
                </a:cubicBezTo>
                <a:cubicBezTo>
                  <a:pt x="256" y="83"/>
                  <a:pt x="251" y="88"/>
                  <a:pt x="244" y="88"/>
                </a:cubicBezTo>
                <a:moveTo>
                  <a:pt x="244" y="24"/>
                </a:moveTo>
                <a:cubicBezTo>
                  <a:pt x="12" y="24"/>
                  <a:pt x="12" y="24"/>
                  <a:pt x="12" y="24"/>
                </a:cubicBezTo>
                <a:cubicBezTo>
                  <a:pt x="5" y="24"/>
                  <a:pt x="0" y="19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9"/>
                  <a:pt x="251" y="24"/>
                  <a:pt x="244" y="24"/>
                </a:cubicBezTo>
                <a:moveTo>
                  <a:pt x="12" y="128"/>
                </a:moveTo>
                <a:cubicBezTo>
                  <a:pt x="244" y="128"/>
                  <a:pt x="244" y="128"/>
                  <a:pt x="244" y="128"/>
                </a:cubicBezTo>
                <a:cubicBezTo>
                  <a:pt x="251" y="128"/>
                  <a:pt x="256" y="133"/>
                  <a:pt x="256" y="140"/>
                </a:cubicBezTo>
                <a:cubicBezTo>
                  <a:pt x="256" y="147"/>
                  <a:pt x="251" y="152"/>
                  <a:pt x="244" y="152"/>
                </a:cubicBezTo>
                <a:cubicBezTo>
                  <a:pt x="12" y="152"/>
                  <a:pt x="12" y="152"/>
                  <a:pt x="12" y="152"/>
                </a:cubicBezTo>
                <a:cubicBezTo>
                  <a:pt x="5" y="152"/>
                  <a:pt x="0" y="147"/>
                  <a:pt x="0" y="140"/>
                </a:cubicBezTo>
                <a:cubicBezTo>
                  <a:pt x="0" y="133"/>
                  <a:pt x="5" y="128"/>
                  <a:pt x="12" y="12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94" name="Freeform 44"/>
          <p:cNvSpPr/>
          <p:nvPr/>
        </p:nvSpPr>
        <p:spPr>
          <a:xfrm>
            <a:off x="6222960" y="2521080"/>
            <a:ext cx="318960" cy="75960"/>
          </a:xfrm>
          <a:custGeom>
            <a:avLst/>
            <a:gdLst/>
            <a:ahLst/>
            <a:rect l="l" t="t" r="r" b="b"/>
            <a:pathLst>
              <a:path w="200" h="48">
                <a:moveTo>
                  <a:pt x="176" y="48"/>
                </a:moveTo>
                <a:cubicBezTo>
                  <a:pt x="163" y="48"/>
                  <a:pt x="152" y="37"/>
                  <a:pt x="152" y="24"/>
                </a:cubicBezTo>
                <a:cubicBezTo>
                  <a:pt x="152" y="11"/>
                  <a:pt x="163" y="0"/>
                  <a:pt x="176" y="0"/>
                </a:cubicBezTo>
                <a:cubicBezTo>
                  <a:pt x="189" y="0"/>
                  <a:pt x="200" y="11"/>
                  <a:pt x="200" y="24"/>
                </a:cubicBezTo>
                <a:cubicBezTo>
                  <a:pt x="200" y="37"/>
                  <a:pt x="189" y="48"/>
                  <a:pt x="176" y="48"/>
                </a:cubicBezTo>
                <a:moveTo>
                  <a:pt x="100" y="48"/>
                </a:moveTo>
                <a:cubicBezTo>
                  <a:pt x="87" y="48"/>
                  <a:pt x="76" y="37"/>
                  <a:pt x="76" y="24"/>
                </a:cubicBezTo>
                <a:cubicBezTo>
                  <a:pt x="76" y="11"/>
                  <a:pt x="87" y="0"/>
                  <a:pt x="100" y="0"/>
                </a:cubicBezTo>
                <a:cubicBezTo>
                  <a:pt x="113" y="0"/>
                  <a:pt x="124" y="11"/>
                  <a:pt x="124" y="24"/>
                </a:cubicBezTo>
                <a:cubicBezTo>
                  <a:pt x="124" y="37"/>
                  <a:pt x="113" y="48"/>
                  <a:pt x="100" y="48"/>
                </a:cubicBezTo>
                <a:moveTo>
                  <a:pt x="24" y="48"/>
                </a:moveTo>
                <a:cubicBezTo>
                  <a:pt x="11" y="48"/>
                  <a:pt x="0" y="37"/>
                  <a:pt x="0" y="24"/>
                </a:cubicBezTo>
                <a:cubicBezTo>
                  <a:pt x="0" y="11"/>
                  <a:pt x="11" y="0"/>
                  <a:pt x="24" y="0"/>
                </a:cubicBezTo>
                <a:cubicBezTo>
                  <a:pt x="37" y="0"/>
                  <a:pt x="48" y="11"/>
                  <a:pt x="48" y="24"/>
                </a:cubicBezTo>
                <a:cubicBezTo>
                  <a:pt x="48" y="37"/>
                  <a:pt x="37" y="48"/>
                  <a:pt x="24" y="4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160" bIns="291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95" name="Freeform 45"/>
          <p:cNvSpPr/>
          <p:nvPr/>
        </p:nvSpPr>
        <p:spPr>
          <a:xfrm>
            <a:off x="5591160" y="2424240"/>
            <a:ext cx="152280" cy="269640"/>
          </a:xfrm>
          <a:custGeom>
            <a:avLst/>
            <a:gdLst/>
            <a:ahLst/>
            <a:rect l="l" t="t" r="r" b="b"/>
            <a:pathLst>
              <a:path w="96" h="168">
                <a:moveTo>
                  <a:pt x="4" y="21"/>
                </a:moveTo>
                <a:cubicBezTo>
                  <a:pt x="67" y="84"/>
                  <a:pt x="67" y="84"/>
                  <a:pt x="67" y="84"/>
                </a:cubicBezTo>
                <a:cubicBezTo>
                  <a:pt x="3" y="148"/>
                  <a:pt x="3" y="148"/>
                  <a:pt x="3" y="148"/>
                </a:cubicBezTo>
                <a:cubicBezTo>
                  <a:pt x="3" y="148"/>
                  <a:pt x="3" y="148"/>
                  <a:pt x="3" y="148"/>
                </a:cubicBezTo>
                <a:cubicBezTo>
                  <a:pt x="1" y="150"/>
                  <a:pt x="0" y="153"/>
                  <a:pt x="0" y="156"/>
                </a:cubicBezTo>
                <a:cubicBezTo>
                  <a:pt x="0" y="163"/>
                  <a:pt x="5" y="168"/>
                  <a:pt x="12" y="168"/>
                </a:cubicBezTo>
                <a:cubicBezTo>
                  <a:pt x="15" y="168"/>
                  <a:pt x="18" y="167"/>
                  <a:pt x="20" y="165"/>
                </a:cubicBezTo>
                <a:cubicBezTo>
                  <a:pt x="20" y="165"/>
                  <a:pt x="20" y="165"/>
                  <a:pt x="20" y="165"/>
                </a:cubicBezTo>
                <a:cubicBezTo>
                  <a:pt x="92" y="93"/>
                  <a:pt x="92" y="93"/>
                  <a:pt x="92" y="93"/>
                </a:cubicBezTo>
                <a:cubicBezTo>
                  <a:pt x="92" y="93"/>
                  <a:pt x="92" y="93"/>
                  <a:pt x="92" y="93"/>
                </a:cubicBezTo>
                <a:cubicBezTo>
                  <a:pt x="95" y="90"/>
                  <a:pt x="96" y="87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1"/>
                  <a:pt x="95" y="77"/>
                  <a:pt x="92" y="75"/>
                </a:cubicBezTo>
                <a:cubicBezTo>
                  <a:pt x="92" y="75"/>
                  <a:pt x="92" y="75"/>
                  <a:pt x="92" y="75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18" y="1"/>
                  <a:pt x="15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16"/>
                  <a:pt x="2" y="19"/>
                  <a:pt x="4" y="2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96" name="Freeform 46"/>
          <p:cNvSpPr/>
          <p:nvPr/>
        </p:nvSpPr>
        <p:spPr>
          <a:xfrm>
            <a:off x="4875120" y="2424240"/>
            <a:ext cx="154080" cy="269640"/>
          </a:xfrm>
          <a:custGeom>
            <a:avLst/>
            <a:gdLst/>
            <a:ahLst/>
            <a:rect l="l" t="t" r="r" b="b"/>
            <a:pathLst>
              <a:path w="96" h="168">
                <a:moveTo>
                  <a:pt x="92" y="21"/>
                </a:moveTo>
                <a:cubicBezTo>
                  <a:pt x="29" y="84"/>
                  <a:pt x="29" y="84"/>
                  <a:pt x="29" y="84"/>
                </a:cubicBezTo>
                <a:cubicBezTo>
                  <a:pt x="93" y="148"/>
                  <a:pt x="93" y="148"/>
                  <a:pt x="93" y="148"/>
                </a:cubicBezTo>
                <a:cubicBezTo>
                  <a:pt x="93" y="148"/>
                  <a:pt x="93" y="148"/>
                  <a:pt x="93" y="148"/>
                </a:cubicBezTo>
                <a:cubicBezTo>
                  <a:pt x="95" y="150"/>
                  <a:pt x="96" y="153"/>
                  <a:pt x="96" y="156"/>
                </a:cubicBezTo>
                <a:cubicBezTo>
                  <a:pt x="96" y="163"/>
                  <a:pt x="91" y="168"/>
                  <a:pt x="84" y="168"/>
                </a:cubicBezTo>
                <a:cubicBezTo>
                  <a:pt x="81" y="168"/>
                  <a:pt x="78" y="167"/>
                  <a:pt x="76" y="165"/>
                </a:cubicBezTo>
                <a:cubicBezTo>
                  <a:pt x="76" y="165"/>
                  <a:pt x="76" y="165"/>
                  <a:pt x="76" y="165"/>
                </a:cubicBezTo>
                <a:cubicBezTo>
                  <a:pt x="4" y="93"/>
                  <a:pt x="4" y="93"/>
                  <a:pt x="4" y="93"/>
                </a:cubicBezTo>
                <a:cubicBezTo>
                  <a:pt x="4" y="93"/>
                  <a:pt x="4" y="93"/>
                  <a:pt x="4" y="93"/>
                </a:cubicBezTo>
                <a:cubicBezTo>
                  <a:pt x="1" y="90"/>
                  <a:pt x="0" y="87"/>
                  <a:pt x="0" y="84"/>
                </a:cubicBezTo>
                <a:cubicBezTo>
                  <a:pt x="0" y="84"/>
                  <a:pt x="0" y="84"/>
                  <a:pt x="0" y="84"/>
                </a:cubicBezTo>
                <a:cubicBezTo>
                  <a:pt x="0" y="84"/>
                  <a:pt x="0" y="84"/>
                  <a:pt x="0" y="84"/>
                </a:cubicBezTo>
                <a:cubicBezTo>
                  <a:pt x="0" y="81"/>
                  <a:pt x="1" y="77"/>
                  <a:pt x="4" y="75"/>
                </a:cubicBezTo>
                <a:cubicBezTo>
                  <a:pt x="4" y="75"/>
                  <a:pt x="4" y="75"/>
                  <a:pt x="4" y="75"/>
                </a:cubicBezTo>
                <a:cubicBezTo>
                  <a:pt x="76" y="3"/>
                  <a:pt x="76" y="3"/>
                  <a:pt x="76" y="3"/>
                </a:cubicBezTo>
                <a:cubicBezTo>
                  <a:pt x="76" y="3"/>
                  <a:pt x="76" y="3"/>
                  <a:pt x="76" y="3"/>
                </a:cubicBezTo>
                <a:cubicBezTo>
                  <a:pt x="78" y="1"/>
                  <a:pt x="81" y="0"/>
                  <a:pt x="84" y="0"/>
                </a:cubicBezTo>
                <a:cubicBezTo>
                  <a:pt x="91" y="0"/>
                  <a:pt x="96" y="5"/>
                  <a:pt x="96" y="12"/>
                </a:cubicBezTo>
                <a:cubicBezTo>
                  <a:pt x="96" y="16"/>
                  <a:pt x="94" y="19"/>
                  <a:pt x="92" y="21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97" name="Freeform 47"/>
          <p:cNvSpPr/>
          <p:nvPr/>
        </p:nvSpPr>
        <p:spPr>
          <a:xfrm>
            <a:off x="4102200" y="2482920"/>
            <a:ext cx="268200" cy="152280"/>
          </a:xfrm>
          <a:custGeom>
            <a:avLst/>
            <a:gdLst/>
            <a:ahLst/>
            <a:rect l="l" t="t" r="r" b="b"/>
            <a:pathLst>
              <a:path w="168" h="96">
                <a:moveTo>
                  <a:pt x="21" y="92"/>
                </a:moveTo>
                <a:cubicBezTo>
                  <a:pt x="84" y="29"/>
                  <a:pt x="84" y="29"/>
                  <a:pt x="84" y="29"/>
                </a:cubicBezTo>
                <a:cubicBezTo>
                  <a:pt x="148" y="93"/>
                  <a:pt x="148" y="93"/>
                  <a:pt x="148" y="93"/>
                </a:cubicBezTo>
                <a:cubicBezTo>
                  <a:pt x="148" y="93"/>
                  <a:pt x="148" y="93"/>
                  <a:pt x="148" y="93"/>
                </a:cubicBezTo>
                <a:cubicBezTo>
                  <a:pt x="150" y="95"/>
                  <a:pt x="153" y="96"/>
                  <a:pt x="156" y="96"/>
                </a:cubicBezTo>
                <a:cubicBezTo>
                  <a:pt x="163" y="96"/>
                  <a:pt x="168" y="91"/>
                  <a:pt x="168" y="84"/>
                </a:cubicBezTo>
                <a:cubicBezTo>
                  <a:pt x="168" y="81"/>
                  <a:pt x="167" y="78"/>
                  <a:pt x="165" y="76"/>
                </a:cubicBezTo>
                <a:cubicBezTo>
                  <a:pt x="165" y="76"/>
                  <a:pt x="165" y="76"/>
                  <a:pt x="165" y="76"/>
                </a:cubicBezTo>
                <a:cubicBezTo>
                  <a:pt x="93" y="4"/>
                  <a:pt x="93" y="4"/>
                  <a:pt x="93" y="4"/>
                </a:cubicBezTo>
                <a:cubicBezTo>
                  <a:pt x="93" y="4"/>
                  <a:pt x="93" y="4"/>
                  <a:pt x="93" y="4"/>
                </a:cubicBezTo>
                <a:cubicBezTo>
                  <a:pt x="90" y="1"/>
                  <a:pt x="87" y="0"/>
                  <a:pt x="84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1" y="0"/>
                  <a:pt x="77" y="1"/>
                  <a:pt x="75" y="4"/>
                </a:cubicBezTo>
                <a:cubicBezTo>
                  <a:pt x="75" y="4"/>
                  <a:pt x="75" y="4"/>
                  <a:pt x="75" y="4"/>
                </a:cubicBezTo>
                <a:cubicBezTo>
                  <a:pt x="3" y="76"/>
                  <a:pt x="3" y="76"/>
                  <a:pt x="3" y="76"/>
                </a:cubicBezTo>
                <a:cubicBezTo>
                  <a:pt x="3" y="76"/>
                  <a:pt x="3" y="76"/>
                  <a:pt x="3" y="76"/>
                </a:cubicBezTo>
                <a:cubicBezTo>
                  <a:pt x="1" y="78"/>
                  <a:pt x="0" y="81"/>
                  <a:pt x="0" y="84"/>
                </a:cubicBezTo>
                <a:cubicBezTo>
                  <a:pt x="0" y="91"/>
                  <a:pt x="5" y="96"/>
                  <a:pt x="12" y="96"/>
                </a:cubicBezTo>
                <a:cubicBezTo>
                  <a:pt x="16" y="96"/>
                  <a:pt x="19" y="94"/>
                  <a:pt x="21" y="9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98" name="Freeform 48"/>
          <p:cNvSpPr/>
          <p:nvPr/>
        </p:nvSpPr>
        <p:spPr>
          <a:xfrm>
            <a:off x="3387600" y="2482920"/>
            <a:ext cx="268560" cy="152280"/>
          </a:xfrm>
          <a:custGeom>
            <a:avLst/>
            <a:gdLst/>
            <a:ahLst/>
            <a:rect l="l" t="t" r="r" b="b"/>
            <a:pathLst>
              <a:path w="168" h="96">
                <a:moveTo>
                  <a:pt x="21" y="4"/>
                </a:moveTo>
                <a:cubicBezTo>
                  <a:pt x="84" y="67"/>
                  <a:pt x="84" y="67"/>
                  <a:pt x="84" y="67"/>
                </a:cubicBezTo>
                <a:cubicBezTo>
                  <a:pt x="148" y="3"/>
                  <a:pt x="148" y="3"/>
                  <a:pt x="148" y="3"/>
                </a:cubicBezTo>
                <a:cubicBezTo>
                  <a:pt x="148" y="3"/>
                  <a:pt x="148" y="3"/>
                  <a:pt x="148" y="3"/>
                </a:cubicBezTo>
                <a:cubicBezTo>
                  <a:pt x="150" y="1"/>
                  <a:pt x="153" y="0"/>
                  <a:pt x="156" y="0"/>
                </a:cubicBezTo>
                <a:cubicBezTo>
                  <a:pt x="163" y="0"/>
                  <a:pt x="168" y="5"/>
                  <a:pt x="168" y="12"/>
                </a:cubicBezTo>
                <a:cubicBezTo>
                  <a:pt x="168" y="15"/>
                  <a:pt x="167" y="18"/>
                  <a:pt x="165" y="20"/>
                </a:cubicBezTo>
                <a:cubicBezTo>
                  <a:pt x="165" y="20"/>
                  <a:pt x="165" y="20"/>
                  <a:pt x="165" y="20"/>
                </a:cubicBezTo>
                <a:cubicBezTo>
                  <a:pt x="93" y="92"/>
                  <a:pt x="93" y="92"/>
                  <a:pt x="93" y="92"/>
                </a:cubicBezTo>
                <a:cubicBezTo>
                  <a:pt x="93" y="92"/>
                  <a:pt x="93" y="92"/>
                  <a:pt x="93" y="92"/>
                </a:cubicBezTo>
                <a:cubicBezTo>
                  <a:pt x="90" y="95"/>
                  <a:pt x="87" y="96"/>
                  <a:pt x="84" y="96"/>
                </a:cubicBezTo>
                <a:cubicBezTo>
                  <a:pt x="84" y="96"/>
                  <a:pt x="84" y="96"/>
                  <a:pt x="84" y="96"/>
                </a:cubicBezTo>
                <a:cubicBezTo>
                  <a:pt x="84" y="96"/>
                  <a:pt x="84" y="96"/>
                  <a:pt x="84" y="96"/>
                </a:cubicBezTo>
                <a:cubicBezTo>
                  <a:pt x="81" y="96"/>
                  <a:pt x="77" y="95"/>
                  <a:pt x="75" y="92"/>
                </a:cubicBezTo>
                <a:cubicBezTo>
                  <a:pt x="75" y="92"/>
                  <a:pt x="75" y="92"/>
                  <a:pt x="75" y="92"/>
                </a:cubicBezTo>
                <a:cubicBezTo>
                  <a:pt x="3" y="20"/>
                  <a:pt x="3" y="20"/>
                  <a:pt x="3" y="20"/>
                </a:cubicBezTo>
                <a:cubicBezTo>
                  <a:pt x="3" y="20"/>
                  <a:pt x="3" y="20"/>
                  <a:pt x="3" y="20"/>
                </a:cubicBezTo>
                <a:cubicBezTo>
                  <a:pt x="1" y="18"/>
                  <a:pt x="0" y="15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16" y="0"/>
                  <a:pt x="19" y="2"/>
                  <a:pt x="21" y="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99" name="Freeform 49"/>
          <p:cNvSpPr/>
          <p:nvPr/>
        </p:nvSpPr>
        <p:spPr>
          <a:xfrm>
            <a:off x="2697120" y="2451240"/>
            <a:ext cx="217440" cy="215640"/>
          </a:xfrm>
          <a:custGeom>
            <a:avLst/>
            <a:gdLst/>
            <a:ahLst/>
            <a:rect l="l" t="t" r="r" b="b"/>
            <a:pathLst>
              <a:path w="136" h="136">
                <a:moveTo>
                  <a:pt x="132" y="20"/>
                </a:moveTo>
                <a:cubicBezTo>
                  <a:pt x="85" y="68"/>
                  <a:pt x="85" y="68"/>
                  <a:pt x="85" y="68"/>
                </a:cubicBezTo>
                <a:cubicBezTo>
                  <a:pt x="132" y="116"/>
                  <a:pt x="132" y="116"/>
                  <a:pt x="132" y="116"/>
                </a:cubicBezTo>
                <a:cubicBezTo>
                  <a:pt x="135" y="118"/>
                  <a:pt x="136" y="121"/>
                  <a:pt x="136" y="124"/>
                </a:cubicBezTo>
                <a:cubicBezTo>
                  <a:pt x="136" y="131"/>
                  <a:pt x="131" y="136"/>
                  <a:pt x="124" y="136"/>
                </a:cubicBezTo>
                <a:cubicBezTo>
                  <a:pt x="121" y="136"/>
                  <a:pt x="118" y="135"/>
                  <a:pt x="116" y="132"/>
                </a:cubicBezTo>
                <a:cubicBezTo>
                  <a:pt x="68" y="85"/>
                  <a:pt x="68" y="85"/>
                  <a:pt x="68" y="85"/>
                </a:cubicBezTo>
                <a:cubicBezTo>
                  <a:pt x="20" y="132"/>
                  <a:pt x="20" y="132"/>
                  <a:pt x="20" y="132"/>
                </a:cubicBezTo>
                <a:cubicBezTo>
                  <a:pt x="18" y="135"/>
                  <a:pt x="15" y="136"/>
                  <a:pt x="12" y="136"/>
                </a:cubicBezTo>
                <a:cubicBezTo>
                  <a:pt x="5" y="136"/>
                  <a:pt x="0" y="131"/>
                  <a:pt x="0" y="124"/>
                </a:cubicBezTo>
                <a:cubicBezTo>
                  <a:pt x="0" y="121"/>
                  <a:pt x="1" y="118"/>
                  <a:pt x="4" y="116"/>
                </a:cubicBezTo>
                <a:cubicBezTo>
                  <a:pt x="51" y="68"/>
                  <a:pt x="51" y="68"/>
                  <a:pt x="51" y="68"/>
                </a:cubicBezTo>
                <a:cubicBezTo>
                  <a:pt x="4" y="20"/>
                  <a:pt x="4" y="20"/>
                  <a:pt x="4" y="20"/>
                </a:cubicBezTo>
                <a:cubicBezTo>
                  <a:pt x="1" y="18"/>
                  <a:pt x="0" y="15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15" y="0"/>
                  <a:pt x="18" y="1"/>
                  <a:pt x="20" y="4"/>
                </a:cubicBezTo>
                <a:cubicBezTo>
                  <a:pt x="68" y="51"/>
                  <a:pt x="68" y="51"/>
                  <a:pt x="68" y="51"/>
                </a:cubicBezTo>
                <a:cubicBezTo>
                  <a:pt x="116" y="4"/>
                  <a:pt x="116" y="4"/>
                  <a:pt x="116" y="4"/>
                </a:cubicBezTo>
                <a:cubicBezTo>
                  <a:pt x="118" y="1"/>
                  <a:pt x="121" y="0"/>
                  <a:pt x="124" y="0"/>
                </a:cubicBezTo>
                <a:cubicBezTo>
                  <a:pt x="131" y="0"/>
                  <a:pt x="136" y="5"/>
                  <a:pt x="136" y="12"/>
                </a:cubicBezTo>
                <a:cubicBezTo>
                  <a:pt x="136" y="15"/>
                  <a:pt x="135" y="18"/>
                  <a:pt x="132" y="2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00" name="Freeform 50"/>
          <p:cNvSpPr/>
          <p:nvPr/>
        </p:nvSpPr>
        <p:spPr>
          <a:xfrm>
            <a:off x="1955880" y="2470320"/>
            <a:ext cx="268200" cy="183960"/>
          </a:xfrm>
          <a:custGeom>
            <a:avLst/>
            <a:gdLst/>
            <a:ahLst/>
            <a:rect l="l" t="t" r="r" b="b"/>
            <a:pathLst>
              <a:path w="168" h="116">
                <a:moveTo>
                  <a:pt x="164" y="20"/>
                </a:moveTo>
                <a:cubicBezTo>
                  <a:pt x="164" y="20"/>
                  <a:pt x="164" y="20"/>
                  <a:pt x="164" y="20"/>
                </a:cubicBezTo>
                <a:cubicBezTo>
                  <a:pt x="72" y="112"/>
                  <a:pt x="72" y="112"/>
                  <a:pt x="72" y="112"/>
                </a:cubicBezTo>
                <a:cubicBezTo>
                  <a:pt x="70" y="115"/>
                  <a:pt x="67" y="116"/>
                  <a:pt x="64" y="116"/>
                </a:cubicBezTo>
                <a:cubicBezTo>
                  <a:pt x="61" y="116"/>
                  <a:pt x="58" y="115"/>
                  <a:pt x="56" y="112"/>
                </a:cubicBezTo>
                <a:cubicBezTo>
                  <a:pt x="4" y="60"/>
                  <a:pt x="4" y="60"/>
                  <a:pt x="4" y="60"/>
                </a:cubicBezTo>
                <a:cubicBezTo>
                  <a:pt x="1" y="58"/>
                  <a:pt x="0" y="55"/>
                  <a:pt x="0" y="52"/>
                </a:cubicBezTo>
                <a:cubicBezTo>
                  <a:pt x="0" y="45"/>
                  <a:pt x="5" y="40"/>
                  <a:pt x="12" y="40"/>
                </a:cubicBezTo>
                <a:cubicBezTo>
                  <a:pt x="15" y="40"/>
                  <a:pt x="18" y="41"/>
                  <a:pt x="20" y="44"/>
                </a:cubicBezTo>
                <a:cubicBezTo>
                  <a:pt x="64" y="87"/>
                  <a:pt x="64" y="87"/>
                  <a:pt x="64" y="87"/>
                </a:cubicBezTo>
                <a:cubicBezTo>
                  <a:pt x="148" y="4"/>
                  <a:pt x="148" y="4"/>
                  <a:pt x="148" y="4"/>
                </a:cubicBezTo>
                <a:cubicBezTo>
                  <a:pt x="150" y="1"/>
                  <a:pt x="153" y="0"/>
                  <a:pt x="156" y="0"/>
                </a:cubicBezTo>
                <a:cubicBezTo>
                  <a:pt x="163" y="0"/>
                  <a:pt x="168" y="5"/>
                  <a:pt x="168" y="12"/>
                </a:cubicBezTo>
                <a:cubicBezTo>
                  <a:pt x="168" y="15"/>
                  <a:pt x="167" y="18"/>
                  <a:pt x="164" y="2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01" name="Freeform 51"/>
          <p:cNvSpPr/>
          <p:nvPr/>
        </p:nvSpPr>
        <p:spPr>
          <a:xfrm>
            <a:off x="1228680" y="2540160"/>
            <a:ext cx="293760" cy="37800"/>
          </a:xfrm>
          <a:custGeom>
            <a:avLst/>
            <a:gdLst/>
            <a:ahLst/>
            <a:rect l="l" t="t" r="r" b="b"/>
            <a:pathLst>
              <a:path w="184" h="24">
                <a:moveTo>
                  <a:pt x="172" y="24"/>
                </a:moveTo>
                <a:cubicBezTo>
                  <a:pt x="104" y="24"/>
                  <a:pt x="104" y="24"/>
                  <a:pt x="104" y="24"/>
                </a:cubicBezTo>
                <a:cubicBezTo>
                  <a:pt x="80" y="24"/>
                  <a:pt x="80" y="24"/>
                  <a:pt x="80" y="24"/>
                </a:cubicBezTo>
                <a:cubicBezTo>
                  <a:pt x="12" y="24"/>
                  <a:pt x="12" y="24"/>
                  <a:pt x="12" y="24"/>
                </a:cubicBezTo>
                <a:cubicBezTo>
                  <a:pt x="5" y="24"/>
                  <a:pt x="0" y="19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80" y="0"/>
                  <a:pt x="80" y="0"/>
                  <a:pt x="80" y="0"/>
                </a:cubicBezTo>
                <a:cubicBezTo>
                  <a:pt x="104" y="0"/>
                  <a:pt x="104" y="0"/>
                  <a:pt x="104" y="0"/>
                </a:cubicBezTo>
                <a:cubicBezTo>
                  <a:pt x="172" y="0"/>
                  <a:pt x="172" y="0"/>
                  <a:pt x="172" y="0"/>
                </a:cubicBezTo>
                <a:cubicBezTo>
                  <a:pt x="179" y="0"/>
                  <a:pt x="184" y="5"/>
                  <a:pt x="184" y="12"/>
                </a:cubicBezTo>
                <a:cubicBezTo>
                  <a:pt x="184" y="19"/>
                  <a:pt x="179" y="24"/>
                  <a:pt x="172" y="2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9000" bIns="-9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02" name="Freeform 52"/>
          <p:cNvSpPr/>
          <p:nvPr/>
        </p:nvSpPr>
        <p:spPr>
          <a:xfrm>
            <a:off x="512640" y="2411280"/>
            <a:ext cx="293760" cy="295560"/>
          </a:xfrm>
          <a:custGeom>
            <a:avLst/>
            <a:gdLst/>
            <a:ahLst/>
            <a:rect l="l" t="t" r="r" b="b"/>
            <a:pathLst>
              <a:path w="184" h="184">
                <a:moveTo>
                  <a:pt x="172" y="104"/>
                </a:moveTo>
                <a:cubicBezTo>
                  <a:pt x="104" y="104"/>
                  <a:pt x="104" y="104"/>
                  <a:pt x="104" y="104"/>
                </a:cubicBezTo>
                <a:cubicBezTo>
                  <a:pt x="104" y="172"/>
                  <a:pt x="104" y="172"/>
                  <a:pt x="104" y="172"/>
                </a:cubicBezTo>
                <a:cubicBezTo>
                  <a:pt x="104" y="179"/>
                  <a:pt x="99" y="184"/>
                  <a:pt x="92" y="184"/>
                </a:cubicBezTo>
                <a:cubicBezTo>
                  <a:pt x="85" y="184"/>
                  <a:pt x="80" y="179"/>
                  <a:pt x="80" y="172"/>
                </a:cubicBezTo>
                <a:cubicBezTo>
                  <a:pt x="80" y="104"/>
                  <a:pt x="80" y="104"/>
                  <a:pt x="80" y="104"/>
                </a:cubicBezTo>
                <a:cubicBezTo>
                  <a:pt x="12" y="104"/>
                  <a:pt x="12" y="104"/>
                  <a:pt x="12" y="104"/>
                </a:cubicBezTo>
                <a:cubicBezTo>
                  <a:pt x="5" y="104"/>
                  <a:pt x="0" y="99"/>
                  <a:pt x="0" y="92"/>
                </a:cubicBezTo>
                <a:cubicBezTo>
                  <a:pt x="0" y="85"/>
                  <a:pt x="5" y="80"/>
                  <a:pt x="12" y="80"/>
                </a:cubicBezTo>
                <a:cubicBezTo>
                  <a:pt x="80" y="80"/>
                  <a:pt x="80" y="80"/>
                  <a:pt x="80" y="80"/>
                </a:cubicBezTo>
                <a:cubicBezTo>
                  <a:pt x="80" y="12"/>
                  <a:pt x="80" y="12"/>
                  <a:pt x="80" y="12"/>
                </a:cubicBezTo>
                <a:cubicBezTo>
                  <a:pt x="80" y="5"/>
                  <a:pt x="85" y="0"/>
                  <a:pt x="92" y="0"/>
                </a:cubicBezTo>
                <a:cubicBezTo>
                  <a:pt x="99" y="0"/>
                  <a:pt x="104" y="5"/>
                  <a:pt x="104" y="12"/>
                </a:cubicBezTo>
                <a:cubicBezTo>
                  <a:pt x="104" y="80"/>
                  <a:pt x="104" y="80"/>
                  <a:pt x="104" y="80"/>
                </a:cubicBezTo>
                <a:cubicBezTo>
                  <a:pt x="172" y="80"/>
                  <a:pt x="172" y="80"/>
                  <a:pt x="172" y="80"/>
                </a:cubicBezTo>
                <a:cubicBezTo>
                  <a:pt x="179" y="80"/>
                  <a:pt x="184" y="85"/>
                  <a:pt x="184" y="92"/>
                </a:cubicBezTo>
                <a:cubicBezTo>
                  <a:pt x="184" y="99"/>
                  <a:pt x="179" y="104"/>
                  <a:pt x="172" y="10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03" name="Freeform 53"/>
          <p:cNvSpPr/>
          <p:nvPr/>
        </p:nvSpPr>
        <p:spPr>
          <a:xfrm>
            <a:off x="8451720" y="1638360"/>
            <a:ext cx="154080" cy="345960"/>
          </a:xfrm>
          <a:custGeom>
            <a:avLst/>
            <a:gdLst/>
            <a:ahLst/>
            <a:rect l="l" t="t" r="r" b="b"/>
            <a:pathLst>
              <a:path w="96" h="216">
                <a:moveTo>
                  <a:pt x="48" y="168"/>
                </a:moveTo>
                <a:cubicBezTo>
                  <a:pt x="0" y="216"/>
                  <a:pt x="0" y="216"/>
                  <a:pt x="0" y="216"/>
                </a:cubicBezTo>
                <a:cubicBezTo>
                  <a:pt x="0" y="156"/>
                  <a:pt x="0" y="156"/>
                  <a:pt x="0" y="156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52"/>
                  <a:pt x="0" y="52"/>
                  <a:pt x="0" y="5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91" y="0"/>
                  <a:pt x="96" y="5"/>
                  <a:pt x="96" y="12"/>
                </a:cubicBezTo>
                <a:cubicBezTo>
                  <a:pt x="96" y="52"/>
                  <a:pt x="96" y="52"/>
                  <a:pt x="96" y="52"/>
                </a:cubicBezTo>
                <a:cubicBezTo>
                  <a:pt x="96" y="72"/>
                  <a:pt x="96" y="72"/>
                  <a:pt x="96" y="72"/>
                </a:cubicBezTo>
                <a:cubicBezTo>
                  <a:pt x="96" y="116"/>
                  <a:pt x="96" y="116"/>
                  <a:pt x="96" y="116"/>
                </a:cubicBezTo>
                <a:cubicBezTo>
                  <a:pt x="96" y="156"/>
                  <a:pt x="96" y="156"/>
                  <a:pt x="96" y="156"/>
                </a:cubicBezTo>
                <a:cubicBezTo>
                  <a:pt x="96" y="216"/>
                  <a:pt x="96" y="216"/>
                  <a:pt x="96" y="216"/>
                </a:cubicBezTo>
                <a:lnTo>
                  <a:pt x="48" y="16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04" name="Freeform 54"/>
          <p:cNvSpPr/>
          <p:nvPr/>
        </p:nvSpPr>
        <p:spPr>
          <a:xfrm>
            <a:off x="7608960" y="1638360"/>
            <a:ext cx="407880" cy="40968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49" y="207"/>
                </a:moveTo>
                <a:cubicBezTo>
                  <a:pt x="133" y="255"/>
                  <a:pt x="133" y="255"/>
                  <a:pt x="133" y="255"/>
                </a:cubicBezTo>
                <a:cubicBezTo>
                  <a:pt x="131" y="256"/>
                  <a:pt x="130" y="256"/>
                  <a:pt x="128" y="256"/>
                </a:cubicBezTo>
                <a:cubicBezTo>
                  <a:pt x="126" y="256"/>
                  <a:pt x="125" y="256"/>
                  <a:pt x="123" y="255"/>
                </a:cubicBezTo>
                <a:cubicBezTo>
                  <a:pt x="7" y="207"/>
                  <a:pt x="7" y="207"/>
                  <a:pt x="7" y="207"/>
                </a:cubicBezTo>
                <a:cubicBezTo>
                  <a:pt x="3" y="205"/>
                  <a:pt x="0" y="201"/>
                  <a:pt x="0" y="196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14" y="0"/>
                  <a:pt x="15" y="0"/>
                  <a:pt x="17" y="1"/>
                </a:cubicBezTo>
                <a:cubicBezTo>
                  <a:pt x="17" y="1"/>
                  <a:pt x="17" y="1"/>
                  <a:pt x="17" y="1"/>
                </a:cubicBezTo>
                <a:cubicBezTo>
                  <a:pt x="17" y="1"/>
                  <a:pt x="17" y="1"/>
                  <a:pt x="17" y="1"/>
                </a:cubicBezTo>
                <a:cubicBezTo>
                  <a:pt x="128" y="47"/>
                  <a:pt x="128" y="47"/>
                  <a:pt x="128" y="47"/>
                </a:cubicBezTo>
                <a:cubicBezTo>
                  <a:pt x="239" y="1"/>
                  <a:pt x="239" y="1"/>
                  <a:pt x="239" y="1"/>
                </a:cubicBezTo>
                <a:cubicBezTo>
                  <a:pt x="239" y="1"/>
                  <a:pt x="239" y="1"/>
                  <a:pt x="239" y="1"/>
                </a:cubicBezTo>
                <a:cubicBezTo>
                  <a:pt x="239" y="1"/>
                  <a:pt x="239" y="1"/>
                  <a:pt x="239" y="1"/>
                </a:cubicBezTo>
                <a:cubicBezTo>
                  <a:pt x="241" y="0"/>
                  <a:pt x="242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96"/>
                  <a:pt x="256" y="196"/>
                  <a:pt x="256" y="196"/>
                </a:cubicBezTo>
                <a:cubicBezTo>
                  <a:pt x="256" y="201"/>
                  <a:pt x="253" y="205"/>
                  <a:pt x="249" y="207"/>
                </a:cubicBezTo>
                <a:moveTo>
                  <a:pt x="116" y="68"/>
                </a:moveTo>
                <a:cubicBezTo>
                  <a:pt x="24" y="30"/>
                  <a:pt x="24" y="30"/>
                  <a:pt x="24" y="30"/>
                </a:cubicBezTo>
                <a:cubicBezTo>
                  <a:pt x="24" y="188"/>
                  <a:pt x="24" y="188"/>
                  <a:pt x="24" y="188"/>
                </a:cubicBezTo>
                <a:cubicBezTo>
                  <a:pt x="116" y="226"/>
                  <a:pt x="116" y="226"/>
                  <a:pt x="116" y="226"/>
                </a:cubicBezTo>
                <a:lnTo>
                  <a:pt x="116" y="68"/>
                </a:lnTo>
                <a:close/>
                <a:moveTo>
                  <a:pt x="232" y="30"/>
                </a:moveTo>
                <a:cubicBezTo>
                  <a:pt x="140" y="68"/>
                  <a:pt x="140" y="68"/>
                  <a:pt x="140" y="68"/>
                </a:cubicBezTo>
                <a:cubicBezTo>
                  <a:pt x="140" y="226"/>
                  <a:pt x="140" y="226"/>
                  <a:pt x="140" y="226"/>
                </a:cubicBezTo>
                <a:cubicBezTo>
                  <a:pt x="232" y="188"/>
                  <a:pt x="232" y="188"/>
                  <a:pt x="232" y="188"/>
                </a:cubicBezTo>
                <a:lnTo>
                  <a:pt x="232" y="30"/>
                </a:lnTo>
                <a:close/>
                <a:moveTo>
                  <a:pt x="159" y="85"/>
                </a:moveTo>
                <a:cubicBezTo>
                  <a:pt x="203" y="65"/>
                  <a:pt x="203" y="65"/>
                  <a:pt x="203" y="65"/>
                </a:cubicBezTo>
                <a:cubicBezTo>
                  <a:pt x="205" y="64"/>
                  <a:pt x="206" y="64"/>
                  <a:pt x="208" y="64"/>
                </a:cubicBezTo>
                <a:cubicBezTo>
                  <a:pt x="215" y="64"/>
                  <a:pt x="220" y="69"/>
                  <a:pt x="220" y="76"/>
                </a:cubicBezTo>
                <a:cubicBezTo>
                  <a:pt x="220" y="81"/>
                  <a:pt x="217" y="85"/>
                  <a:pt x="213" y="87"/>
                </a:cubicBezTo>
                <a:cubicBezTo>
                  <a:pt x="169" y="107"/>
                  <a:pt x="169" y="107"/>
                  <a:pt x="169" y="107"/>
                </a:cubicBezTo>
                <a:cubicBezTo>
                  <a:pt x="167" y="108"/>
                  <a:pt x="166" y="108"/>
                  <a:pt x="164" y="108"/>
                </a:cubicBezTo>
                <a:cubicBezTo>
                  <a:pt x="157" y="108"/>
                  <a:pt x="152" y="103"/>
                  <a:pt x="152" y="96"/>
                </a:cubicBezTo>
                <a:cubicBezTo>
                  <a:pt x="152" y="91"/>
                  <a:pt x="155" y="87"/>
                  <a:pt x="159" y="85"/>
                </a:cubicBezTo>
                <a:moveTo>
                  <a:pt x="159" y="129"/>
                </a:moveTo>
                <a:cubicBezTo>
                  <a:pt x="159" y="129"/>
                  <a:pt x="159" y="129"/>
                  <a:pt x="159" y="129"/>
                </a:cubicBezTo>
                <a:cubicBezTo>
                  <a:pt x="203" y="109"/>
                  <a:pt x="203" y="109"/>
                  <a:pt x="203" y="109"/>
                </a:cubicBezTo>
                <a:cubicBezTo>
                  <a:pt x="205" y="108"/>
                  <a:pt x="206" y="108"/>
                  <a:pt x="208" y="108"/>
                </a:cubicBezTo>
                <a:cubicBezTo>
                  <a:pt x="215" y="108"/>
                  <a:pt x="220" y="113"/>
                  <a:pt x="220" y="120"/>
                </a:cubicBezTo>
                <a:cubicBezTo>
                  <a:pt x="220" y="125"/>
                  <a:pt x="217" y="129"/>
                  <a:pt x="213" y="131"/>
                </a:cubicBezTo>
                <a:cubicBezTo>
                  <a:pt x="169" y="151"/>
                  <a:pt x="169" y="151"/>
                  <a:pt x="169" y="151"/>
                </a:cubicBezTo>
                <a:cubicBezTo>
                  <a:pt x="167" y="152"/>
                  <a:pt x="166" y="152"/>
                  <a:pt x="164" y="152"/>
                </a:cubicBezTo>
                <a:cubicBezTo>
                  <a:pt x="157" y="152"/>
                  <a:pt x="152" y="147"/>
                  <a:pt x="152" y="140"/>
                </a:cubicBezTo>
                <a:cubicBezTo>
                  <a:pt x="152" y="135"/>
                  <a:pt x="155" y="131"/>
                  <a:pt x="159" y="129"/>
                </a:cubicBezTo>
                <a:moveTo>
                  <a:pt x="159" y="173"/>
                </a:moveTo>
                <a:cubicBezTo>
                  <a:pt x="159" y="173"/>
                  <a:pt x="159" y="173"/>
                  <a:pt x="159" y="173"/>
                </a:cubicBezTo>
                <a:cubicBezTo>
                  <a:pt x="203" y="153"/>
                  <a:pt x="203" y="153"/>
                  <a:pt x="203" y="153"/>
                </a:cubicBezTo>
                <a:cubicBezTo>
                  <a:pt x="205" y="152"/>
                  <a:pt x="206" y="152"/>
                  <a:pt x="208" y="152"/>
                </a:cubicBezTo>
                <a:cubicBezTo>
                  <a:pt x="215" y="152"/>
                  <a:pt x="220" y="157"/>
                  <a:pt x="220" y="164"/>
                </a:cubicBezTo>
                <a:cubicBezTo>
                  <a:pt x="220" y="169"/>
                  <a:pt x="217" y="173"/>
                  <a:pt x="213" y="175"/>
                </a:cubicBezTo>
                <a:cubicBezTo>
                  <a:pt x="169" y="195"/>
                  <a:pt x="169" y="195"/>
                  <a:pt x="169" y="195"/>
                </a:cubicBezTo>
                <a:cubicBezTo>
                  <a:pt x="167" y="196"/>
                  <a:pt x="166" y="196"/>
                  <a:pt x="164" y="196"/>
                </a:cubicBezTo>
                <a:cubicBezTo>
                  <a:pt x="157" y="196"/>
                  <a:pt x="152" y="191"/>
                  <a:pt x="152" y="184"/>
                </a:cubicBezTo>
                <a:cubicBezTo>
                  <a:pt x="152" y="179"/>
                  <a:pt x="155" y="175"/>
                  <a:pt x="159" y="173"/>
                </a:cubicBezTo>
                <a:moveTo>
                  <a:pt x="48" y="64"/>
                </a:moveTo>
                <a:cubicBezTo>
                  <a:pt x="50" y="64"/>
                  <a:pt x="51" y="64"/>
                  <a:pt x="53" y="65"/>
                </a:cubicBezTo>
                <a:cubicBezTo>
                  <a:pt x="97" y="85"/>
                  <a:pt x="97" y="85"/>
                  <a:pt x="97" y="85"/>
                </a:cubicBezTo>
                <a:cubicBezTo>
                  <a:pt x="101" y="87"/>
                  <a:pt x="104" y="91"/>
                  <a:pt x="104" y="96"/>
                </a:cubicBezTo>
                <a:cubicBezTo>
                  <a:pt x="104" y="103"/>
                  <a:pt x="99" y="108"/>
                  <a:pt x="92" y="108"/>
                </a:cubicBezTo>
                <a:cubicBezTo>
                  <a:pt x="90" y="108"/>
                  <a:pt x="89" y="108"/>
                  <a:pt x="87" y="107"/>
                </a:cubicBezTo>
                <a:cubicBezTo>
                  <a:pt x="43" y="87"/>
                  <a:pt x="43" y="87"/>
                  <a:pt x="43" y="87"/>
                </a:cubicBezTo>
                <a:cubicBezTo>
                  <a:pt x="39" y="85"/>
                  <a:pt x="36" y="81"/>
                  <a:pt x="36" y="76"/>
                </a:cubicBezTo>
                <a:cubicBezTo>
                  <a:pt x="36" y="69"/>
                  <a:pt x="41" y="64"/>
                  <a:pt x="48" y="64"/>
                </a:cubicBezTo>
                <a:moveTo>
                  <a:pt x="48" y="108"/>
                </a:moveTo>
                <a:cubicBezTo>
                  <a:pt x="50" y="108"/>
                  <a:pt x="51" y="108"/>
                  <a:pt x="53" y="109"/>
                </a:cubicBezTo>
                <a:cubicBezTo>
                  <a:pt x="97" y="129"/>
                  <a:pt x="97" y="129"/>
                  <a:pt x="97" y="129"/>
                </a:cubicBezTo>
                <a:cubicBezTo>
                  <a:pt x="101" y="131"/>
                  <a:pt x="104" y="135"/>
                  <a:pt x="104" y="140"/>
                </a:cubicBezTo>
                <a:cubicBezTo>
                  <a:pt x="104" y="147"/>
                  <a:pt x="99" y="152"/>
                  <a:pt x="92" y="152"/>
                </a:cubicBezTo>
                <a:cubicBezTo>
                  <a:pt x="90" y="152"/>
                  <a:pt x="89" y="152"/>
                  <a:pt x="87" y="151"/>
                </a:cubicBezTo>
                <a:cubicBezTo>
                  <a:pt x="43" y="131"/>
                  <a:pt x="43" y="131"/>
                  <a:pt x="43" y="131"/>
                </a:cubicBezTo>
                <a:cubicBezTo>
                  <a:pt x="39" y="129"/>
                  <a:pt x="36" y="125"/>
                  <a:pt x="36" y="120"/>
                </a:cubicBezTo>
                <a:cubicBezTo>
                  <a:pt x="36" y="113"/>
                  <a:pt x="41" y="108"/>
                  <a:pt x="48" y="108"/>
                </a:cubicBezTo>
                <a:moveTo>
                  <a:pt x="48" y="152"/>
                </a:moveTo>
                <a:cubicBezTo>
                  <a:pt x="50" y="152"/>
                  <a:pt x="51" y="152"/>
                  <a:pt x="53" y="153"/>
                </a:cubicBezTo>
                <a:cubicBezTo>
                  <a:pt x="97" y="173"/>
                  <a:pt x="97" y="173"/>
                  <a:pt x="97" y="173"/>
                </a:cubicBezTo>
                <a:cubicBezTo>
                  <a:pt x="101" y="175"/>
                  <a:pt x="104" y="179"/>
                  <a:pt x="104" y="184"/>
                </a:cubicBezTo>
                <a:cubicBezTo>
                  <a:pt x="104" y="191"/>
                  <a:pt x="99" y="196"/>
                  <a:pt x="92" y="196"/>
                </a:cubicBezTo>
                <a:cubicBezTo>
                  <a:pt x="90" y="196"/>
                  <a:pt x="89" y="196"/>
                  <a:pt x="87" y="195"/>
                </a:cubicBezTo>
                <a:cubicBezTo>
                  <a:pt x="43" y="175"/>
                  <a:pt x="43" y="175"/>
                  <a:pt x="43" y="175"/>
                </a:cubicBezTo>
                <a:cubicBezTo>
                  <a:pt x="39" y="173"/>
                  <a:pt x="36" y="169"/>
                  <a:pt x="36" y="164"/>
                </a:cubicBezTo>
                <a:cubicBezTo>
                  <a:pt x="36" y="157"/>
                  <a:pt x="41" y="152"/>
                  <a:pt x="48" y="15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05" name="Freeform 55"/>
          <p:cNvSpPr/>
          <p:nvPr/>
        </p:nvSpPr>
        <p:spPr>
          <a:xfrm>
            <a:off x="6892920" y="1638360"/>
            <a:ext cx="409680" cy="40968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49" y="207"/>
                </a:moveTo>
                <a:cubicBezTo>
                  <a:pt x="133" y="255"/>
                  <a:pt x="133" y="255"/>
                  <a:pt x="133" y="255"/>
                </a:cubicBezTo>
                <a:cubicBezTo>
                  <a:pt x="131" y="256"/>
                  <a:pt x="130" y="256"/>
                  <a:pt x="128" y="256"/>
                </a:cubicBezTo>
                <a:cubicBezTo>
                  <a:pt x="126" y="256"/>
                  <a:pt x="125" y="256"/>
                  <a:pt x="123" y="255"/>
                </a:cubicBezTo>
                <a:cubicBezTo>
                  <a:pt x="7" y="207"/>
                  <a:pt x="7" y="207"/>
                  <a:pt x="7" y="207"/>
                </a:cubicBezTo>
                <a:cubicBezTo>
                  <a:pt x="3" y="205"/>
                  <a:pt x="0" y="201"/>
                  <a:pt x="0" y="196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14" y="0"/>
                  <a:pt x="15" y="0"/>
                  <a:pt x="17" y="1"/>
                </a:cubicBezTo>
                <a:cubicBezTo>
                  <a:pt x="17" y="1"/>
                  <a:pt x="17" y="1"/>
                  <a:pt x="17" y="1"/>
                </a:cubicBezTo>
                <a:cubicBezTo>
                  <a:pt x="17" y="1"/>
                  <a:pt x="17" y="1"/>
                  <a:pt x="17" y="1"/>
                </a:cubicBezTo>
                <a:cubicBezTo>
                  <a:pt x="128" y="47"/>
                  <a:pt x="128" y="47"/>
                  <a:pt x="128" y="47"/>
                </a:cubicBezTo>
                <a:cubicBezTo>
                  <a:pt x="239" y="1"/>
                  <a:pt x="239" y="1"/>
                  <a:pt x="239" y="1"/>
                </a:cubicBezTo>
                <a:cubicBezTo>
                  <a:pt x="239" y="1"/>
                  <a:pt x="239" y="1"/>
                  <a:pt x="239" y="1"/>
                </a:cubicBezTo>
                <a:cubicBezTo>
                  <a:pt x="239" y="1"/>
                  <a:pt x="239" y="1"/>
                  <a:pt x="239" y="1"/>
                </a:cubicBezTo>
                <a:cubicBezTo>
                  <a:pt x="241" y="0"/>
                  <a:pt x="242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96"/>
                  <a:pt x="256" y="196"/>
                  <a:pt x="256" y="196"/>
                </a:cubicBezTo>
                <a:cubicBezTo>
                  <a:pt x="256" y="201"/>
                  <a:pt x="253" y="205"/>
                  <a:pt x="249" y="207"/>
                </a:cubicBezTo>
                <a:moveTo>
                  <a:pt x="116" y="226"/>
                </a:moveTo>
                <a:cubicBezTo>
                  <a:pt x="116" y="68"/>
                  <a:pt x="116" y="68"/>
                  <a:pt x="116" y="68"/>
                </a:cubicBezTo>
                <a:cubicBezTo>
                  <a:pt x="24" y="30"/>
                  <a:pt x="24" y="30"/>
                  <a:pt x="24" y="30"/>
                </a:cubicBezTo>
                <a:cubicBezTo>
                  <a:pt x="24" y="188"/>
                  <a:pt x="24" y="188"/>
                  <a:pt x="24" y="188"/>
                </a:cubicBezTo>
                <a:lnTo>
                  <a:pt x="116" y="226"/>
                </a:lnTo>
                <a:close/>
                <a:moveTo>
                  <a:pt x="232" y="30"/>
                </a:moveTo>
                <a:cubicBezTo>
                  <a:pt x="140" y="68"/>
                  <a:pt x="140" y="68"/>
                  <a:pt x="140" y="68"/>
                </a:cubicBezTo>
                <a:cubicBezTo>
                  <a:pt x="140" y="226"/>
                  <a:pt x="140" y="226"/>
                  <a:pt x="140" y="226"/>
                </a:cubicBezTo>
                <a:cubicBezTo>
                  <a:pt x="232" y="188"/>
                  <a:pt x="232" y="188"/>
                  <a:pt x="232" y="188"/>
                </a:cubicBezTo>
                <a:lnTo>
                  <a:pt x="232" y="3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06" name="Freeform 56"/>
          <p:cNvSpPr/>
          <p:nvPr/>
        </p:nvSpPr>
        <p:spPr>
          <a:xfrm>
            <a:off x="6222960" y="1658880"/>
            <a:ext cx="318960" cy="370080"/>
          </a:xfrm>
          <a:custGeom>
            <a:avLst/>
            <a:gdLst/>
            <a:ahLst/>
            <a:rect l="l" t="t" r="r" b="b"/>
            <a:pathLst>
              <a:path w="200" h="232">
                <a:moveTo>
                  <a:pt x="188" y="232"/>
                </a:moveTo>
                <a:cubicBezTo>
                  <a:pt x="176" y="232"/>
                  <a:pt x="176" y="232"/>
                  <a:pt x="176" y="232"/>
                </a:cubicBezTo>
                <a:cubicBezTo>
                  <a:pt x="176" y="0"/>
                  <a:pt x="176" y="0"/>
                  <a:pt x="176" y="0"/>
                </a:cubicBezTo>
                <a:cubicBezTo>
                  <a:pt x="188" y="0"/>
                  <a:pt x="188" y="0"/>
                  <a:pt x="188" y="0"/>
                </a:cubicBezTo>
                <a:cubicBezTo>
                  <a:pt x="195" y="0"/>
                  <a:pt x="200" y="5"/>
                  <a:pt x="200" y="12"/>
                </a:cubicBezTo>
                <a:cubicBezTo>
                  <a:pt x="200" y="220"/>
                  <a:pt x="200" y="220"/>
                  <a:pt x="200" y="220"/>
                </a:cubicBezTo>
                <a:cubicBezTo>
                  <a:pt x="200" y="227"/>
                  <a:pt x="195" y="232"/>
                  <a:pt x="188" y="232"/>
                </a:cubicBezTo>
                <a:moveTo>
                  <a:pt x="24" y="220"/>
                </a:moveTo>
                <a:cubicBezTo>
                  <a:pt x="24" y="208"/>
                  <a:pt x="24" y="208"/>
                  <a:pt x="24" y="208"/>
                </a:cubicBezTo>
                <a:cubicBezTo>
                  <a:pt x="44" y="208"/>
                  <a:pt x="44" y="208"/>
                  <a:pt x="44" y="208"/>
                </a:cubicBezTo>
                <a:cubicBezTo>
                  <a:pt x="57" y="208"/>
                  <a:pt x="68" y="197"/>
                  <a:pt x="68" y="184"/>
                </a:cubicBezTo>
                <a:cubicBezTo>
                  <a:pt x="68" y="171"/>
                  <a:pt x="57" y="160"/>
                  <a:pt x="44" y="160"/>
                </a:cubicBezTo>
                <a:cubicBezTo>
                  <a:pt x="24" y="160"/>
                  <a:pt x="24" y="160"/>
                  <a:pt x="24" y="160"/>
                </a:cubicBezTo>
                <a:cubicBezTo>
                  <a:pt x="24" y="140"/>
                  <a:pt x="24" y="140"/>
                  <a:pt x="24" y="140"/>
                </a:cubicBezTo>
                <a:cubicBezTo>
                  <a:pt x="44" y="140"/>
                  <a:pt x="44" y="140"/>
                  <a:pt x="44" y="140"/>
                </a:cubicBezTo>
                <a:cubicBezTo>
                  <a:pt x="57" y="140"/>
                  <a:pt x="68" y="129"/>
                  <a:pt x="68" y="116"/>
                </a:cubicBezTo>
                <a:cubicBezTo>
                  <a:pt x="68" y="103"/>
                  <a:pt x="57" y="92"/>
                  <a:pt x="44" y="92"/>
                </a:cubicBezTo>
                <a:cubicBezTo>
                  <a:pt x="24" y="92"/>
                  <a:pt x="24" y="92"/>
                  <a:pt x="24" y="92"/>
                </a:cubicBezTo>
                <a:cubicBezTo>
                  <a:pt x="24" y="72"/>
                  <a:pt x="24" y="72"/>
                  <a:pt x="24" y="72"/>
                </a:cubicBezTo>
                <a:cubicBezTo>
                  <a:pt x="44" y="72"/>
                  <a:pt x="44" y="72"/>
                  <a:pt x="44" y="72"/>
                </a:cubicBezTo>
                <a:cubicBezTo>
                  <a:pt x="57" y="72"/>
                  <a:pt x="68" y="61"/>
                  <a:pt x="68" y="48"/>
                </a:cubicBezTo>
                <a:cubicBezTo>
                  <a:pt x="68" y="35"/>
                  <a:pt x="57" y="24"/>
                  <a:pt x="44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5"/>
                  <a:pt x="29" y="0"/>
                  <a:pt x="36" y="0"/>
                </a:cubicBezTo>
                <a:cubicBezTo>
                  <a:pt x="164" y="0"/>
                  <a:pt x="164" y="0"/>
                  <a:pt x="164" y="0"/>
                </a:cubicBezTo>
                <a:cubicBezTo>
                  <a:pt x="164" y="232"/>
                  <a:pt x="164" y="232"/>
                  <a:pt x="164" y="232"/>
                </a:cubicBezTo>
                <a:cubicBezTo>
                  <a:pt x="36" y="232"/>
                  <a:pt x="36" y="232"/>
                  <a:pt x="36" y="232"/>
                </a:cubicBezTo>
                <a:cubicBezTo>
                  <a:pt x="29" y="232"/>
                  <a:pt x="24" y="227"/>
                  <a:pt x="24" y="220"/>
                </a:cubicBezTo>
                <a:moveTo>
                  <a:pt x="56" y="48"/>
                </a:moveTo>
                <a:cubicBezTo>
                  <a:pt x="56" y="55"/>
                  <a:pt x="51" y="60"/>
                  <a:pt x="44" y="60"/>
                </a:cubicBezTo>
                <a:cubicBezTo>
                  <a:pt x="12" y="60"/>
                  <a:pt x="12" y="60"/>
                  <a:pt x="12" y="60"/>
                </a:cubicBezTo>
                <a:cubicBezTo>
                  <a:pt x="5" y="60"/>
                  <a:pt x="0" y="55"/>
                  <a:pt x="0" y="48"/>
                </a:cubicBezTo>
                <a:cubicBezTo>
                  <a:pt x="0" y="41"/>
                  <a:pt x="5" y="36"/>
                  <a:pt x="12" y="36"/>
                </a:cubicBezTo>
                <a:cubicBezTo>
                  <a:pt x="44" y="36"/>
                  <a:pt x="44" y="36"/>
                  <a:pt x="44" y="36"/>
                </a:cubicBezTo>
                <a:cubicBezTo>
                  <a:pt x="51" y="36"/>
                  <a:pt x="56" y="41"/>
                  <a:pt x="56" y="48"/>
                </a:cubicBezTo>
                <a:moveTo>
                  <a:pt x="12" y="104"/>
                </a:moveTo>
                <a:cubicBezTo>
                  <a:pt x="44" y="104"/>
                  <a:pt x="44" y="104"/>
                  <a:pt x="44" y="104"/>
                </a:cubicBezTo>
                <a:cubicBezTo>
                  <a:pt x="51" y="104"/>
                  <a:pt x="56" y="109"/>
                  <a:pt x="56" y="116"/>
                </a:cubicBezTo>
                <a:cubicBezTo>
                  <a:pt x="56" y="123"/>
                  <a:pt x="51" y="128"/>
                  <a:pt x="44" y="128"/>
                </a:cubicBezTo>
                <a:cubicBezTo>
                  <a:pt x="12" y="128"/>
                  <a:pt x="12" y="128"/>
                  <a:pt x="12" y="128"/>
                </a:cubicBezTo>
                <a:cubicBezTo>
                  <a:pt x="5" y="128"/>
                  <a:pt x="0" y="123"/>
                  <a:pt x="0" y="116"/>
                </a:cubicBezTo>
                <a:cubicBezTo>
                  <a:pt x="0" y="109"/>
                  <a:pt x="5" y="104"/>
                  <a:pt x="12" y="104"/>
                </a:cubicBezTo>
                <a:moveTo>
                  <a:pt x="12" y="172"/>
                </a:moveTo>
                <a:cubicBezTo>
                  <a:pt x="44" y="172"/>
                  <a:pt x="44" y="172"/>
                  <a:pt x="44" y="172"/>
                </a:cubicBezTo>
                <a:cubicBezTo>
                  <a:pt x="51" y="172"/>
                  <a:pt x="56" y="177"/>
                  <a:pt x="56" y="184"/>
                </a:cubicBezTo>
                <a:cubicBezTo>
                  <a:pt x="56" y="191"/>
                  <a:pt x="51" y="196"/>
                  <a:pt x="44" y="196"/>
                </a:cubicBezTo>
                <a:cubicBezTo>
                  <a:pt x="12" y="196"/>
                  <a:pt x="12" y="196"/>
                  <a:pt x="12" y="196"/>
                </a:cubicBezTo>
                <a:cubicBezTo>
                  <a:pt x="5" y="196"/>
                  <a:pt x="0" y="191"/>
                  <a:pt x="0" y="184"/>
                </a:cubicBezTo>
                <a:cubicBezTo>
                  <a:pt x="0" y="177"/>
                  <a:pt x="5" y="172"/>
                  <a:pt x="12" y="17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07" name="Freeform 57"/>
          <p:cNvSpPr/>
          <p:nvPr/>
        </p:nvSpPr>
        <p:spPr>
          <a:xfrm>
            <a:off x="5526000" y="1652760"/>
            <a:ext cx="346320" cy="395280"/>
          </a:xfrm>
          <a:custGeom>
            <a:avLst/>
            <a:gdLst/>
            <a:ahLst/>
            <a:rect l="l" t="t" r="r" b="b"/>
            <a:pathLst>
              <a:path w="216" h="248">
                <a:moveTo>
                  <a:pt x="204" y="192"/>
                </a:moveTo>
                <a:cubicBezTo>
                  <a:pt x="201" y="192"/>
                  <a:pt x="198" y="191"/>
                  <a:pt x="196" y="188"/>
                </a:cubicBezTo>
                <a:cubicBezTo>
                  <a:pt x="188" y="181"/>
                  <a:pt x="188" y="181"/>
                  <a:pt x="188" y="181"/>
                </a:cubicBezTo>
                <a:cubicBezTo>
                  <a:pt x="188" y="236"/>
                  <a:pt x="188" y="236"/>
                  <a:pt x="188" y="236"/>
                </a:cubicBezTo>
                <a:cubicBezTo>
                  <a:pt x="188" y="243"/>
                  <a:pt x="183" y="248"/>
                  <a:pt x="176" y="248"/>
                </a:cubicBezTo>
                <a:cubicBezTo>
                  <a:pt x="169" y="248"/>
                  <a:pt x="164" y="243"/>
                  <a:pt x="164" y="236"/>
                </a:cubicBezTo>
                <a:cubicBezTo>
                  <a:pt x="164" y="181"/>
                  <a:pt x="164" y="181"/>
                  <a:pt x="164" y="181"/>
                </a:cubicBezTo>
                <a:cubicBezTo>
                  <a:pt x="156" y="188"/>
                  <a:pt x="156" y="188"/>
                  <a:pt x="156" y="188"/>
                </a:cubicBezTo>
                <a:cubicBezTo>
                  <a:pt x="154" y="191"/>
                  <a:pt x="151" y="192"/>
                  <a:pt x="148" y="192"/>
                </a:cubicBezTo>
                <a:cubicBezTo>
                  <a:pt x="141" y="192"/>
                  <a:pt x="136" y="187"/>
                  <a:pt x="136" y="180"/>
                </a:cubicBezTo>
                <a:cubicBezTo>
                  <a:pt x="136" y="177"/>
                  <a:pt x="137" y="174"/>
                  <a:pt x="140" y="172"/>
                </a:cubicBezTo>
                <a:cubicBezTo>
                  <a:pt x="168" y="144"/>
                  <a:pt x="168" y="144"/>
                  <a:pt x="168" y="144"/>
                </a:cubicBezTo>
                <a:cubicBezTo>
                  <a:pt x="170" y="141"/>
                  <a:pt x="173" y="140"/>
                  <a:pt x="176" y="140"/>
                </a:cubicBezTo>
                <a:cubicBezTo>
                  <a:pt x="179" y="140"/>
                  <a:pt x="182" y="141"/>
                  <a:pt x="184" y="144"/>
                </a:cubicBezTo>
                <a:cubicBezTo>
                  <a:pt x="212" y="172"/>
                  <a:pt x="212" y="172"/>
                  <a:pt x="212" y="172"/>
                </a:cubicBezTo>
                <a:cubicBezTo>
                  <a:pt x="215" y="174"/>
                  <a:pt x="216" y="177"/>
                  <a:pt x="216" y="180"/>
                </a:cubicBezTo>
                <a:cubicBezTo>
                  <a:pt x="216" y="187"/>
                  <a:pt x="211" y="192"/>
                  <a:pt x="204" y="192"/>
                </a:cubicBezTo>
                <a:moveTo>
                  <a:pt x="131" y="163"/>
                </a:moveTo>
                <a:cubicBezTo>
                  <a:pt x="127" y="167"/>
                  <a:pt x="124" y="173"/>
                  <a:pt x="124" y="180"/>
                </a:cubicBezTo>
                <a:cubicBezTo>
                  <a:pt x="124" y="193"/>
                  <a:pt x="135" y="204"/>
                  <a:pt x="148" y="204"/>
                </a:cubicBezTo>
                <a:cubicBezTo>
                  <a:pt x="149" y="204"/>
                  <a:pt x="151" y="204"/>
                  <a:pt x="152" y="204"/>
                </a:cubicBezTo>
                <a:cubicBezTo>
                  <a:pt x="152" y="232"/>
                  <a:pt x="152" y="232"/>
                  <a:pt x="152" y="232"/>
                </a:cubicBezTo>
                <a:cubicBezTo>
                  <a:pt x="12" y="232"/>
                  <a:pt x="12" y="232"/>
                  <a:pt x="12" y="232"/>
                </a:cubicBezTo>
                <a:cubicBezTo>
                  <a:pt x="5" y="232"/>
                  <a:pt x="0" y="227"/>
                  <a:pt x="0" y="22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76" y="0"/>
                  <a:pt x="76" y="0"/>
                  <a:pt x="76" y="0"/>
                </a:cubicBezTo>
                <a:cubicBezTo>
                  <a:pt x="76" y="44"/>
                  <a:pt x="76" y="44"/>
                  <a:pt x="76" y="44"/>
                </a:cubicBezTo>
                <a:cubicBezTo>
                  <a:pt x="76" y="68"/>
                  <a:pt x="76" y="68"/>
                  <a:pt x="76" y="68"/>
                </a:cubicBezTo>
                <a:cubicBezTo>
                  <a:pt x="76" y="81"/>
                  <a:pt x="87" y="92"/>
                  <a:pt x="100" y="92"/>
                </a:cubicBezTo>
                <a:cubicBezTo>
                  <a:pt x="124" y="92"/>
                  <a:pt x="124" y="92"/>
                  <a:pt x="124" y="92"/>
                </a:cubicBezTo>
                <a:cubicBezTo>
                  <a:pt x="176" y="92"/>
                  <a:pt x="176" y="92"/>
                  <a:pt x="176" y="92"/>
                </a:cubicBezTo>
                <a:cubicBezTo>
                  <a:pt x="176" y="128"/>
                  <a:pt x="176" y="128"/>
                  <a:pt x="176" y="128"/>
                </a:cubicBezTo>
                <a:cubicBezTo>
                  <a:pt x="169" y="128"/>
                  <a:pt x="163" y="131"/>
                  <a:pt x="159" y="135"/>
                </a:cubicBezTo>
                <a:lnTo>
                  <a:pt x="131" y="163"/>
                </a:lnTo>
                <a:close/>
                <a:moveTo>
                  <a:pt x="100" y="80"/>
                </a:moveTo>
                <a:cubicBezTo>
                  <a:pt x="93" y="80"/>
                  <a:pt x="88" y="75"/>
                  <a:pt x="88" y="68"/>
                </a:cubicBezTo>
                <a:cubicBezTo>
                  <a:pt x="88" y="44"/>
                  <a:pt x="88" y="44"/>
                  <a:pt x="88" y="44"/>
                </a:cubicBezTo>
                <a:cubicBezTo>
                  <a:pt x="88" y="0"/>
                  <a:pt x="88" y="0"/>
                  <a:pt x="88" y="0"/>
                </a:cubicBezTo>
                <a:cubicBezTo>
                  <a:pt x="88" y="0"/>
                  <a:pt x="88" y="0"/>
                  <a:pt x="88" y="0"/>
                </a:cubicBezTo>
                <a:cubicBezTo>
                  <a:pt x="176" y="80"/>
                  <a:pt x="176" y="80"/>
                  <a:pt x="176" y="80"/>
                </a:cubicBezTo>
                <a:cubicBezTo>
                  <a:pt x="124" y="80"/>
                  <a:pt x="124" y="80"/>
                  <a:pt x="124" y="80"/>
                </a:cubicBezTo>
                <a:lnTo>
                  <a:pt x="100" y="8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08" name="Freeform 58"/>
          <p:cNvSpPr/>
          <p:nvPr/>
        </p:nvSpPr>
        <p:spPr>
          <a:xfrm>
            <a:off x="4811760" y="1652760"/>
            <a:ext cx="344520" cy="395280"/>
          </a:xfrm>
          <a:custGeom>
            <a:avLst/>
            <a:gdLst/>
            <a:ahLst/>
            <a:rect l="l" t="t" r="r" b="b"/>
            <a:pathLst>
              <a:path w="216" h="248">
                <a:moveTo>
                  <a:pt x="212" y="216"/>
                </a:moveTo>
                <a:cubicBezTo>
                  <a:pt x="184" y="244"/>
                  <a:pt x="184" y="244"/>
                  <a:pt x="184" y="244"/>
                </a:cubicBezTo>
                <a:cubicBezTo>
                  <a:pt x="182" y="247"/>
                  <a:pt x="179" y="248"/>
                  <a:pt x="176" y="248"/>
                </a:cubicBezTo>
                <a:cubicBezTo>
                  <a:pt x="173" y="248"/>
                  <a:pt x="170" y="247"/>
                  <a:pt x="168" y="244"/>
                </a:cubicBezTo>
                <a:cubicBezTo>
                  <a:pt x="140" y="216"/>
                  <a:pt x="140" y="216"/>
                  <a:pt x="140" y="216"/>
                </a:cubicBezTo>
                <a:cubicBezTo>
                  <a:pt x="137" y="214"/>
                  <a:pt x="136" y="211"/>
                  <a:pt x="136" y="208"/>
                </a:cubicBezTo>
                <a:cubicBezTo>
                  <a:pt x="136" y="201"/>
                  <a:pt x="141" y="196"/>
                  <a:pt x="148" y="196"/>
                </a:cubicBezTo>
                <a:cubicBezTo>
                  <a:pt x="151" y="196"/>
                  <a:pt x="154" y="197"/>
                  <a:pt x="156" y="200"/>
                </a:cubicBezTo>
                <a:cubicBezTo>
                  <a:pt x="164" y="207"/>
                  <a:pt x="164" y="207"/>
                  <a:pt x="164" y="207"/>
                </a:cubicBezTo>
                <a:cubicBezTo>
                  <a:pt x="164" y="152"/>
                  <a:pt x="164" y="152"/>
                  <a:pt x="164" y="152"/>
                </a:cubicBezTo>
                <a:cubicBezTo>
                  <a:pt x="164" y="145"/>
                  <a:pt x="169" y="140"/>
                  <a:pt x="176" y="140"/>
                </a:cubicBezTo>
                <a:cubicBezTo>
                  <a:pt x="183" y="140"/>
                  <a:pt x="188" y="145"/>
                  <a:pt x="188" y="152"/>
                </a:cubicBezTo>
                <a:cubicBezTo>
                  <a:pt x="188" y="207"/>
                  <a:pt x="188" y="207"/>
                  <a:pt x="188" y="207"/>
                </a:cubicBezTo>
                <a:cubicBezTo>
                  <a:pt x="196" y="200"/>
                  <a:pt x="196" y="200"/>
                  <a:pt x="196" y="200"/>
                </a:cubicBezTo>
                <a:cubicBezTo>
                  <a:pt x="198" y="197"/>
                  <a:pt x="201" y="196"/>
                  <a:pt x="204" y="196"/>
                </a:cubicBezTo>
                <a:cubicBezTo>
                  <a:pt x="211" y="196"/>
                  <a:pt x="216" y="201"/>
                  <a:pt x="216" y="208"/>
                </a:cubicBezTo>
                <a:cubicBezTo>
                  <a:pt x="216" y="211"/>
                  <a:pt x="215" y="214"/>
                  <a:pt x="212" y="216"/>
                </a:cubicBezTo>
                <a:moveTo>
                  <a:pt x="152" y="152"/>
                </a:moveTo>
                <a:cubicBezTo>
                  <a:pt x="152" y="184"/>
                  <a:pt x="152" y="184"/>
                  <a:pt x="152" y="184"/>
                </a:cubicBezTo>
                <a:cubicBezTo>
                  <a:pt x="151" y="184"/>
                  <a:pt x="149" y="184"/>
                  <a:pt x="148" y="184"/>
                </a:cubicBezTo>
                <a:cubicBezTo>
                  <a:pt x="135" y="184"/>
                  <a:pt x="124" y="195"/>
                  <a:pt x="124" y="208"/>
                </a:cubicBezTo>
                <a:cubicBezTo>
                  <a:pt x="124" y="215"/>
                  <a:pt x="127" y="221"/>
                  <a:pt x="131" y="225"/>
                </a:cubicBezTo>
                <a:cubicBezTo>
                  <a:pt x="138" y="232"/>
                  <a:pt x="138" y="232"/>
                  <a:pt x="138" y="232"/>
                </a:cubicBezTo>
                <a:cubicBezTo>
                  <a:pt x="12" y="232"/>
                  <a:pt x="12" y="232"/>
                  <a:pt x="12" y="232"/>
                </a:cubicBezTo>
                <a:cubicBezTo>
                  <a:pt x="5" y="232"/>
                  <a:pt x="0" y="227"/>
                  <a:pt x="0" y="22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76" y="0"/>
                  <a:pt x="76" y="0"/>
                  <a:pt x="76" y="0"/>
                </a:cubicBezTo>
                <a:cubicBezTo>
                  <a:pt x="76" y="44"/>
                  <a:pt x="76" y="44"/>
                  <a:pt x="76" y="44"/>
                </a:cubicBezTo>
                <a:cubicBezTo>
                  <a:pt x="76" y="68"/>
                  <a:pt x="76" y="68"/>
                  <a:pt x="76" y="68"/>
                </a:cubicBezTo>
                <a:cubicBezTo>
                  <a:pt x="76" y="81"/>
                  <a:pt x="87" y="92"/>
                  <a:pt x="100" y="92"/>
                </a:cubicBezTo>
                <a:cubicBezTo>
                  <a:pt x="124" y="92"/>
                  <a:pt x="124" y="92"/>
                  <a:pt x="124" y="92"/>
                </a:cubicBezTo>
                <a:cubicBezTo>
                  <a:pt x="176" y="92"/>
                  <a:pt x="176" y="92"/>
                  <a:pt x="176" y="92"/>
                </a:cubicBezTo>
                <a:cubicBezTo>
                  <a:pt x="176" y="128"/>
                  <a:pt x="176" y="128"/>
                  <a:pt x="176" y="128"/>
                </a:cubicBezTo>
                <a:cubicBezTo>
                  <a:pt x="163" y="128"/>
                  <a:pt x="152" y="139"/>
                  <a:pt x="152" y="152"/>
                </a:cubicBezTo>
                <a:moveTo>
                  <a:pt x="100" y="80"/>
                </a:moveTo>
                <a:cubicBezTo>
                  <a:pt x="93" y="80"/>
                  <a:pt x="88" y="75"/>
                  <a:pt x="88" y="68"/>
                </a:cubicBezTo>
                <a:cubicBezTo>
                  <a:pt x="88" y="44"/>
                  <a:pt x="88" y="44"/>
                  <a:pt x="88" y="44"/>
                </a:cubicBezTo>
                <a:cubicBezTo>
                  <a:pt x="88" y="0"/>
                  <a:pt x="88" y="0"/>
                  <a:pt x="88" y="0"/>
                </a:cubicBezTo>
                <a:cubicBezTo>
                  <a:pt x="88" y="0"/>
                  <a:pt x="88" y="0"/>
                  <a:pt x="88" y="0"/>
                </a:cubicBezTo>
                <a:cubicBezTo>
                  <a:pt x="176" y="80"/>
                  <a:pt x="176" y="80"/>
                  <a:pt x="176" y="80"/>
                </a:cubicBezTo>
                <a:cubicBezTo>
                  <a:pt x="124" y="80"/>
                  <a:pt x="124" y="80"/>
                  <a:pt x="124" y="80"/>
                </a:cubicBezTo>
                <a:lnTo>
                  <a:pt x="100" y="8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09" name="Freeform 59"/>
          <p:cNvSpPr/>
          <p:nvPr/>
        </p:nvSpPr>
        <p:spPr>
          <a:xfrm>
            <a:off x="4095720" y="1652760"/>
            <a:ext cx="344520" cy="388800"/>
          </a:xfrm>
          <a:custGeom>
            <a:avLst/>
            <a:gdLst/>
            <a:ahLst/>
            <a:rect l="l" t="t" r="r" b="b"/>
            <a:pathLst>
              <a:path w="216" h="244">
                <a:moveTo>
                  <a:pt x="212" y="192"/>
                </a:moveTo>
                <a:cubicBezTo>
                  <a:pt x="197" y="208"/>
                  <a:pt x="197" y="208"/>
                  <a:pt x="197" y="208"/>
                </a:cubicBezTo>
                <a:cubicBezTo>
                  <a:pt x="212" y="224"/>
                  <a:pt x="212" y="224"/>
                  <a:pt x="212" y="224"/>
                </a:cubicBezTo>
                <a:cubicBezTo>
                  <a:pt x="215" y="226"/>
                  <a:pt x="216" y="229"/>
                  <a:pt x="216" y="232"/>
                </a:cubicBezTo>
                <a:cubicBezTo>
                  <a:pt x="216" y="239"/>
                  <a:pt x="211" y="244"/>
                  <a:pt x="204" y="244"/>
                </a:cubicBezTo>
                <a:cubicBezTo>
                  <a:pt x="201" y="244"/>
                  <a:pt x="198" y="243"/>
                  <a:pt x="196" y="240"/>
                </a:cubicBezTo>
                <a:cubicBezTo>
                  <a:pt x="180" y="225"/>
                  <a:pt x="180" y="225"/>
                  <a:pt x="180" y="225"/>
                </a:cubicBezTo>
                <a:cubicBezTo>
                  <a:pt x="164" y="240"/>
                  <a:pt x="164" y="240"/>
                  <a:pt x="164" y="240"/>
                </a:cubicBezTo>
                <a:cubicBezTo>
                  <a:pt x="162" y="243"/>
                  <a:pt x="159" y="244"/>
                  <a:pt x="156" y="244"/>
                </a:cubicBezTo>
                <a:cubicBezTo>
                  <a:pt x="149" y="244"/>
                  <a:pt x="144" y="239"/>
                  <a:pt x="144" y="232"/>
                </a:cubicBezTo>
                <a:cubicBezTo>
                  <a:pt x="144" y="229"/>
                  <a:pt x="145" y="226"/>
                  <a:pt x="148" y="224"/>
                </a:cubicBezTo>
                <a:cubicBezTo>
                  <a:pt x="163" y="208"/>
                  <a:pt x="163" y="208"/>
                  <a:pt x="163" y="208"/>
                </a:cubicBezTo>
                <a:cubicBezTo>
                  <a:pt x="148" y="192"/>
                  <a:pt x="148" y="192"/>
                  <a:pt x="148" y="192"/>
                </a:cubicBezTo>
                <a:cubicBezTo>
                  <a:pt x="145" y="190"/>
                  <a:pt x="144" y="187"/>
                  <a:pt x="144" y="184"/>
                </a:cubicBezTo>
                <a:cubicBezTo>
                  <a:pt x="144" y="177"/>
                  <a:pt x="149" y="172"/>
                  <a:pt x="156" y="172"/>
                </a:cubicBezTo>
                <a:cubicBezTo>
                  <a:pt x="159" y="172"/>
                  <a:pt x="162" y="173"/>
                  <a:pt x="164" y="176"/>
                </a:cubicBezTo>
                <a:cubicBezTo>
                  <a:pt x="180" y="191"/>
                  <a:pt x="180" y="191"/>
                  <a:pt x="180" y="191"/>
                </a:cubicBezTo>
                <a:cubicBezTo>
                  <a:pt x="196" y="176"/>
                  <a:pt x="196" y="176"/>
                  <a:pt x="196" y="176"/>
                </a:cubicBezTo>
                <a:cubicBezTo>
                  <a:pt x="198" y="173"/>
                  <a:pt x="201" y="172"/>
                  <a:pt x="204" y="172"/>
                </a:cubicBezTo>
                <a:cubicBezTo>
                  <a:pt x="211" y="172"/>
                  <a:pt x="216" y="177"/>
                  <a:pt x="216" y="184"/>
                </a:cubicBezTo>
                <a:cubicBezTo>
                  <a:pt x="216" y="187"/>
                  <a:pt x="215" y="190"/>
                  <a:pt x="212" y="192"/>
                </a:cubicBezTo>
                <a:moveTo>
                  <a:pt x="176" y="170"/>
                </a:moveTo>
                <a:cubicBezTo>
                  <a:pt x="176" y="170"/>
                  <a:pt x="176" y="170"/>
                  <a:pt x="176" y="170"/>
                </a:cubicBezTo>
                <a:cubicBezTo>
                  <a:pt x="173" y="167"/>
                  <a:pt x="173" y="167"/>
                  <a:pt x="173" y="167"/>
                </a:cubicBezTo>
                <a:cubicBezTo>
                  <a:pt x="173" y="167"/>
                  <a:pt x="173" y="167"/>
                  <a:pt x="173" y="167"/>
                </a:cubicBezTo>
                <a:cubicBezTo>
                  <a:pt x="169" y="163"/>
                  <a:pt x="163" y="160"/>
                  <a:pt x="156" y="160"/>
                </a:cubicBezTo>
                <a:cubicBezTo>
                  <a:pt x="143" y="160"/>
                  <a:pt x="132" y="171"/>
                  <a:pt x="132" y="184"/>
                </a:cubicBezTo>
                <a:cubicBezTo>
                  <a:pt x="132" y="191"/>
                  <a:pt x="135" y="197"/>
                  <a:pt x="139" y="201"/>
                </a:cubicBezTo>
                <a:cubicBezTo>
                  <a:pt x="146" y="208"/>
                  <a:pt x="146" y="208"/>
                  <a:pt x="146" y="208"/>
                </a:cubicBezTo>
                <a:cubicBezTo>
                  <a:pt x="139" y="215"/>
                  <a:pt x="139" y="215"/>
                  <a:pt x="139" y="215"/>
                </a:cubicBezTo>
                <a:cubicBezTo>
                  <a:pt x="139" y="215"/>
                  <a:pt x="139" y="215"/>
                  <a:pt x="139" y="215"/>
                </a:cubicBezTo>
                <a:cubicBezTo>
                  <a:pt x="135" y="219"/>
                  <a:pt x="132" y="225"/>
                  <a:pt x="132" y="232"/>
                </a:cubicBezTo>
                <a:cubicBezTo>
                  <a:pt x="124" y="232"/>
                  <a:pt x="124" y="232"/>
                  <a:pt x="124" y="232"/>
                </a:cubicBezTo>
                <a:cubicBezTo>
                  <a:pt x="12" y="232"/>
                  <a:pt x="12" y="232"/>
                  <a:pt x="12" y="232"/>
                </a:cubicBezTo>
                <a:cubicBezTo>
                  <a:pt x="5" y="232"/>
                  <a:pt x="0" y="227"/>
                  <a:pt x="0" y="22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76" y="0"/>
                  <a:pt x="76" y="0"/>
                  <a:pt x="76" y="0"/>
                </a:cubicBezTo>
                <a:cubicBezTo>
                  <a:pt x="76" y="44"/>
                  <a:pt x="76" y="44"/>
                  <a:pt x="76" y="44"/>
                </a:cubicBezTo>
                <a:cubicBezTo>
                  <a:pt x="76" y="68"/>
                  <a:pt x="76" y="68"/>
                  <a:pt x="76" y="68"/>
                </a:cubicBezTo>
                <a:cubicBezTo>
                  <a:pt x="76" y="81"/>
                  <a:pt x="87" y="92"/>
                  <a:pt x="100" y="92"/>
                </a:cubicBezTo>
                <a:cubicBezTo>
                  <a:pt x="124" y="92"/>
                  <a:pt x="124" y="92"/>
                  <a:pt x="124" y="92"/>
                </a:cubicBezTo>
                <a:cubicBezTo>
                  <a:pt x="176" y="92"/>
                  <a:pt x="176" y="92"/>
                  <a:pt x="176" y="92"/>
                </a:cubicBezTo>
                <a:cubicBezTo>
                  <a:pt x="176" y="160"/>
                  <a:pt x="176" y="160"/>
                  <a:pt x="176" y="160"/>
                </a:cubicBezTo>
                <a:lnTo>
                  <a:pt x="176" y="170"/>
                </a:lnTo>
                <a:close/>
                <a:moveTo>
                  <a:pt x="100" y="80"/>
                </a:moveTo>
                <a:cubicBezTo>
                  <a:pt x="93" y="80"/>
                  <a:pt x="88" y="75"/>
                  <a:pt x="88" y="68"/>
                </a:cubicBezTo>
                <a:cubicBezTo>
                  <a:pt x="88" y="44"/>
                  <a:pt x="88" y="44"/>
                  <a:pt x="88" y="44"/>
                </a:cubicBezTo>
                <a:cubicBezTo>
                  <a:pt x="88" y="0"/>
                  <a:pt x="88" y="0"/>
                  <a:pt x="88" y="0"/>
                </a:cubicBezTo>
                <a:cubicBezTo>
                  <a:pt x="176" y="80"/>
                  <a:pt x="176" y="80"/>
                  <a:pt x="176" y="80"/>
                </a:cubicBezTo>
                <a:cubicBezTo>
                  <a:pt x="124" y="80"/>
                  <a:pt x="124" y="80"/>
                  <a:pt x="124" y="80"/>
                </a:cubicBezTo>
                <a:lnTo>
                  <a:pt x="100" y="8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10" name="Freeform 60"/>
          <p:cNvSpPr/>
          <p:nvPr/>
        </p:nvSpPr>
        <p:spPr>
          <a:xfrm>
            <a:off x="3381480" y="1652760"/>
            <a:ext cx="344520" cy="376200"/>
          </a:xfrm>
          <a:custGeom>
            <a:avLst/>
            <a:gdLst/>
            <a:ahLst/>
            <a:rect l="l" t="t" r="r" b="b"/>
            <a:pathLst>
              <a:path w="216" h="236">
                <a:moveTo>
                  <a:pt x="212" y="200"/>
                </a:moveTo>
                <a:cubicBezTo>
                  <a:pt x="180" y="232"/>
                  <a:pt x="180" y="232"/>
                  <a:pt x="180" y="232"/>
                </a:cubicBezTo>
                <a:cubicBezTo>
                  <a:pt x="178" y="235"/>
                  <a:pt x="175" y="236"/>
                  <a:pt x="172" y="236"/>
                </a:cubicBezTo>
                <a:cubicBezTo>
                  <a:pt x="169" y="236"/>
                  <a:pt x="166" y="235"/>
                  <a:pt x="164" y="232"/>
                </a:cubicBezTo>
                <a:cubicBezTo>
                  <a:pt x="148" y="216"/>
                  <a:pt x="148" y="216"/>
                  <a:pt x="148" y="216"/>
                </a:cubicBezTo>
                <a:cubicBezTo>
                  <a:pt x="145" y="214"/>
                  <a:pt x="144" y="211"/>
                  <a:pt x="144" y="208"/>
                </a:cubicBezTo>
                <a:cubicBezTo>
                  <a:pt x="144" y="201"/>
                  <a:pt x="149" y="196"/>
                  <a:pt x="156" y="196"/>
                </a:cubicBezTo>
                <a:cubicBezTo>
                  <a:pt x="159" y="196"/>
                  <a:pt x="162" y="197"/>
                  <a:pt x="164" y="200"/>
                </a:cubicBezTo>
                <a:cubicBezTo>
                  <a:pt x="172" y="207"/>
                  <a:pt x="172" y="207"/>
                  <a:pt x="172" y="207"/>
                </a:cubicBezTo>
                <a:cubicBezTo>
                  <a:pt x="196" y="184"/>
                  <a:pt x="196" y="184"/>
                  <a:pt x="196" y="184"/>
                </a:cubicBezTo>
                <a:cubicBezTo>
                  <a:pt x="198" y="181"/>
                  <a:pt x="201" y="180"/>
                  <a:pt x="204" y="180"/>
                </a:cubicBezTo>
                <a:cubicBezTo>
                  <a:pt x="211" y="180"/>
                  <a:pt x="216" y="185"/>
                  <a:pt x="216" y="192"/>
                </a:cubicBezTo>
                <a:cubicBezTo>
                  <a:pt x="216" y="195"/>
                  <a:pt x="215" y="198"/>
                  <a:pt x="212" y="200"/>
                </a:cubicBezTo>
                <a:moveTo>
                  <a:pt x="176" y="186"/>
                </a:moveTo>
                <a:cubicBezTo>
                  <a:pt x="172" y="190"/>
                  <a:pt x="172" y="190"/>
                  <a:pt x="172" y="190"/>
                </a:cubicBezTo>
                <a:cubicBezTo>
                  <a:pt x="168" y="186"/>
                  <a:pt x="162" y="184"/>
                  <a:pt x="156" y="184"/>
                </a:cubicBezTo>
                <a:cubicBezTo>
                  <a:pt x="143" y="184"/>
                  <a:pt x="132" y="195"/>
                  <a:pt x="132" y="208"/>
                </a:cubicBezTo>
                <a:cubicBezTo>
                  <a:pt x="132" y="215"/>
                  <a:pt x="135" y="221"/>
                  <a:pt x="139" y="225"/>
                </a:cubicBezTo>
                <a:cubicBezTo>
                  <a:pt x="146" y="232"/>
                  <a:pt x="146" y="232"/>
                  <a:pt x="146" y="232"/>
                </a:cubicBezTo>
                <a:cubicBezTo>
                  <a:pt x="104" y="232"/>
                  <a:pt x="104" y="232"/>
                  <a:pt x="104" y="232"/>
                </a:cubicBezTo>
                <a:cubicBezTo>
                  <a:pt x="12" y="232"/>
                  <a:pt x="12" y="232"/>
                  <a:pt x="12" y="232"/>
                </a:cubicBezTo>
                <a:cubicBezTo>
                  <a:pt x="5" y="232"/>
                  <a:pt x="0" y="227"/>
                  <a:pt x="0" y="22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76" y="0"/>
                  <a:pt x="76" y="0"/>
                  <a:pt x="76" y="0"/>
                </a:cubicBezTo>
                <a:cubicBezTo>
                  <a:pt x="76" y="44"/>
                  <a:pt x="76" y="44"/>
                  <a:pt x="76" y="44"/>
                </a:cubicBezTo>
                <a:cubicBezTo>
                  <a:pt x="76" y="68"/>
                  <a:pt x="76" y="68"/>
                  <a:pt x="76" y="68"/>
                </a:cubicBezTo>
                <a:cubicBezTo>
                  <a:pt x="76" y="81"/>
                  <a:pt x="87" y="92"/>
                  <a:pt x="100" y="92"/>
                </a:cubicBezTo>
                <a:cubicBezTo>
                  <a:pt x="124" y="92"/>
                  <a:pt x="124" y="92"/>
                  <a:pt x="124" y="92"/>
                </a:cubicBezTo>
                <a:cubicBezTo>
                  <a:pt x="176" y="92"/>
                  <a:pt x="176" y="92"/>
                  <a:pt x="176" y="92"/>
                </a:cubicBezTo>
                <a:cubicBezTo>
                  <a:pt x="176" y="164"/>
                  <a:pt x="176" y="164"/>
                  <a:pt x="176" y="164"/>
                </a:cubicBezTo>
                <a:lnTo>
                  <a:pt x="176" y="186"/>
                </a:lnTo>
                <a:close/>
                <a:moveTo>
                  <a:pt x="100" y="80"/>
                </a:moveTo>
                <a:cubicBezTo>
                  <a:pt x="93" y="80"/>
                  <a:pt x="88" y="75"/>
                  <a:pt x="88" y="68"/>
                </a:cubicBezTo>
                <a:cubicBezTo>
                  <a:pt x="88" y="44"/>
                  <a:pt x="88" y="44"/>
                  <a:pt x="88" y="44"/>
                </a:cubicBezTo>
                <a:cubicBezTo>
                  <a:pt x="88" y="0"/>
                  <a:pt x="88" y="0"/>
                  <a:pt x="88" y="0"/>
                </a:cubicBezTo>
                <a:cubicBezTo>
                  <a:pt x="176" y="80"/>
                  <a:pt x="176" y="80"/>
                  <a:pt x="176" y="80"/>
                </a:cubicBezTo>
                <a:cubicBezTo>
                  <a:pt x="124" y="80"/>
                  <a:pt x="124" y="80"/>
                  <a:pt x="124" y="80"/>
                </a:cubicBezTo>
                <a:lnTo>
                  <a:pt x="100" y="8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11" name="Freeform 61"/>
          <p:cNvSpPr/>
          <p:nvPr/>
        </p:nvSpPr>
        <p:spPr>
          <a:xfrm>
            <a:off x="2665440" y="1652760"/>
            <a:ext cx="338040" cy="369720"/>
          </a:xfrm>
          <a:custGeom>
            <a:avLst/>
            <a:gdLst/>
            <a:ahLst/>
            <a:rect l="l" t="t" r="r" b="b"/>
            <a:pathLst>
              <a:path w="212" h="232">
                <a:moveTo>
                  <a:pt x="200" y="220"/>
                </a:moveTo>
                <a:cubicBezTo>
                  <a:pt x="188" y="220"/>
                  <a:pt x="188" y="220"/>
                  <a:pt x="188" y="220"/>
                </a:cubicBezTo>
                <a:cubicBezTo>
                  <a:pt x="164" y="220"/>
                  <a:pt x="164" y="220"/>
                  <a:pt x="164" y="220"/>
                </a:cubicBezTo>
                <a:cubicBezTo>
                  <a:pt x="152" y="220"/>
                  <a:pt x="152" y="220"/>
                  <a:pt x="152" y="220"/>
                </a:cubicBezTo>
                <a:cubicBezTo>
                  <a:pt x="145" y="220"/>
                  <a:pt x="140" y="215"/>
                  <a:pt x="140" y="208"/>
                </a:cubicBezTo>
                <a:cubicBezTo>
                  <a:pt x="140" y="201"/>
                  <a:pt x="145" y="196"/>
                  <a:pt x="152" y="196"/>
                </a:cubicBezTo>
                <a:cubicBezTo>
                  <a:pt x="160" y="196"/>
                  <a:pt x="160" y="196"/>
                  <a:pt x="160" y="196"/>
                </a:cubicBezTo>
                <a:cubicBezTo>
                  <a:pt x="164" y="196"/>
                  <a:pt x="164" y="196"/>
                  <a:pt x="164" y="196"/>
                </a:cubicBezTo>
                <a:cubicBezTo>
                  <a:pt x="188" y="196"/>
                  <a:pt x="188" y="196"/>
                  <a:pt x="188" y="196"/>
                </a:cubicBezTo>
                <a:cubicBezTo>
                  <a:pt x="200" y="196"/>
                  <a:pt x="200" y="196"/>
                  <a:pt x="200" y="196"/>
                </a:cubicBezTo>
                <a:cubicBezTo>
                  <a:pt x="207" y="196"/>
                  <a:pt x="212" y="201"/>
                  <a:pt x="212" y="208"/>
                </a:cubicBezTo>
                <a:cubicBezTo>
                  <a:pt x="212" y="215"/>
                  <a:pt x="207" y="220"/>
                  <a:pt x="200" y="220"/>
                </a:cubicBezTo>
                <a:moveTo>
                  <a:pt x="176" y="160"/>
                </a:moveTo>
                <a:cubicBezTo>
                  <a:pt x="176" y="184"/>
                  <a:pt x="176" y="184"/>
                  <a:pt x="176" y="184"/>
                </a:cubicBezTo>
                <a:cubicBezTo>
                  <a:pt x="152" y="184"/>
                  <a:pt x="152" y="184"/>
                  <a:pt x="152" y="184"/>
                </a:cubicBezTo>
                <a:cubicBezTo>
                  <a:pt x="139" y="184"/>
                  <a:pt x="128" y="195"/>
                  <a:pt x="128" y="208"/>
                </a:cubicBezTo>
                <a:cubicBezTo>
                  <a:pt x="128" y="221"/>
                  <a:pt x="139" y="232"/>
                  <a:pt x="152" y="232"/>
                </a:cubicBezTo>
                <a:cubicBezTo>
                  <a:pt x="12" y="232"/>
                  <a:pt x="12" y="232"/>
                  <a:pt x="12" y="232"/>
                </a:cubicBezTo>
                <a:cubicBezTo>
                  <a:pt x="5" y="232"/>
                  <a:pt x="0" y="227"/>
                  <a:pt x="0" y="22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76" y="0"/>
                  <a:pt x="76" y="0"/>
                  <a:pt x="76" y="0"/>
                </a:cubicBezTo>
                <a:cubicBezTo>
                  <a:pt x="76" y="44"/>
                  <a:pt x="76" y="44"/>
                  <a:pt x="76" y="44"/>
                </a:cubicBezTo>
                <a:cubicBezTo>
                  <a:pt x="76" y="68"/>
                  <a:pt x="76" y="68"/>
                  <a:pt x="76" y="68"/>
                </a:cubicBezTo>
                <a:cubicBezTo>
                  <a:pt x="76" y="81"/>
                  <a:pt x="87" y="92"/>
                  <a:pt x="100" y="92"/>
                </a:cubicBezTo>
                <a:cubicBezTo>
                  <a:pt x="124" y="92"/>
                  <a:pt x="124" y="92"/>
                  <a:pt x="124" y="92"/>
                </a:cubicBezTo>
                <a:cubicBezTo>
                  <a:pt x="176" y="92"/>
                  <a:pt x="176" y="92"/>
                  <a:pt x="176" y="92"/>
                </a:cubicBezTo>
                <a:lnTo>
                  <a:pt x="176" y="160"/>
                </a:lnTo>
                <a:close/>
                <a:moveTo>
                  <a:pt x="100" y="80"/>
                </a:moveTo>
                <a:cubicBezTo>
                  <a:pt x="93" y="80"/>
                  <a:pt x="88" y="75"/>
                  <a:pt x="88" y="68"/>
                </a:cubicBezTo>
                <a:cubicBezTo>
                  <a:pt x="88" y="44"/>
                  <a:pt x="88" y="44"/>
                  <a:pt x="88" y="44"/>
                </a:cubicBezTo>
                <a:cubicBezTo>
                  <a:pt x="88" y="0"/>
                  <a:pt x="88" y="0"/>
                  <a:pt x="88" y="0"/>
                </a:cubicBezTo>
                <a:cubicBezTo>
                  <a:pt x="176" y="80"/>
                  <a:pt x="176" y="80"/>
                  <a:pt x="176" y="80"/>
                </a:cubicBezTo>
                <a:cubicBezTo>
                  <a:pt x="124" y="80"/>
                  <a:pt x="124" y="80"/>
                  <a:pt x="124" y="80"/>
                </a:cubicBezTo>
                <a:lnTo>
                  <a:pt x="100" y="8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12" name="Freeform 62"/>
          <p:cNvSpPr/>
          <p:nvPr/>
        </p:nvSpPr>
        <p:spPr>
          <a:xfrm>
            <a:off x="1949400" y="1652760"/>
            <a:ext cx="339840" cy="388800"/>
          </a:xfrm>
          <a:custGeom>
            <a:avLst/>
            <a:gdLst/>
            <a:ahLst/>
            <a:rect l="l" t="t" r="r" b="b"/>
            <a:pathLst>
              <a:path w="212" h="244">
                <a:moveTo>
                  <a:pt x="200" y="220"/>
                </a:moveTo>
                <a:cubicBezTo>
                  <a:pt x="188" y="220"/>
                  <a:pt x="188" y="220"/>
                  <a:pt x="188" y="220"/>
                </a:cubicBezTo>
                <a:cubicBezTo>
                  <a:pt x="188" y="232"/>
                  <a:pt x="188" y="232"/>
                  <a:pt x="188" y="232"/>
                </a:cubicBezTo>
                <a:cubicBezTo>
                  <a:pt x="188" y="239"/>
                  <a:pt x="183" y="244"/>
                  <a:pt x="176" y="244"/>
                </a:cubicBezTo>
                <a:cubicBezTo>
                  <a:pt x="169" y="244"/>
                  <a:pt x="164" y="239"/>
                  <a:pt x="164" y="232"/>
                </a:cubicBezTo>
                <a:cubicBezTo>
                  <a:pt x="164" y="220"/>
                  <a:pt x="164" y="220"/>
                  <a:pt x="164" y="220"/>
                </a:cubicBezTo>
                <a:cubicBezTo>
                  <a:pt x="152" y="220"/>
                  <a:pt x="152" y="220"/>
                  <a:pt x="152" y="220"/>
                </a:cubicBezTo>
                <a:cubicBezTo>
                  <a:pt x="145" y="220"/>
                  <a:pt x="140" y="215"/>
                  <a:pt x="140" y="208"/>
                </a:cubicBezTo>
                <a:cubicBezTo>
                  <a:pt x="140" y="201"/>
                  <a:pt x="145" y="196"/>
                  <a:pt x="152" y="196"/>
                </a:cubicBezTo>
                <a:cubicBezTo>
                  <a:pt x="164" y="196"/>
                  <a:pt x="164" y="196"/>
                  <a:pt x="164" y="196"/>
                </a:cubicBezTo>
                <a:cubicBezTo>
                  <a:pt x="164" y="184"/>
                  <a:pt x="164" y="184"/>
                  <a:pt x="164" y="184"/>
                </a:cubicBezTo>
                <a:cubicBezTo>
                  <a:pt x="164" y="177"/>
                  <a:pt x="169" y="172"/>
                  <a:pt x="176" y="172"/>
                </a:cubicBezTo>
                <a:cubicBezTo>
                  <a:pt x="183" y="172"/>
                  <a:pt x="188" y="177"/>
                  <a:pt x="188" y="184"/>
                </a:cubicBezTo>
                <a:cubicBezTo>
                  <a:pt x="188" y="196"/>
                  <a:pt x="188" y="196"/>
                  <a:pt x="188" y="196"/>
                </a:cubicBezTo>
                <a:cubicBezTo>
                  <a:pt x="200" y="196"/>
                  <a:pt x="200" y="196"/>
                  <a:pt x="200" y="196"/>
                </a:cubicBezTo>
                <a:cubicBezTo>
                  <a:pt x="207" y="196"/>
                  <a:pt x="212" y="201"/>
                  <a:pt x="212" y="208"/>
                </a:cubicBezTo>
                <a:cubicBezTo>
                  <a:pt x="212" y="215"/>
                  <a:pt x="207" y="220"/>
                  <a:pt x="200" y="220"/>
                </a:cubicBezTo>
                <a:moveTo>
                  <a:pt x="152" y="184"/>
                </a:moveTo>
                <a:cubicBezTo>
                  <a:pt x="139" y="184"/>
                  <a:pt x="128" y="195"/>
                  <a:pt x="128" y="208"/>
                </a:cubicBezTo>
                <a:cubicBezTo>
                  <a:pt x="128" y="221"/>
                  <a:pt x="139" y="232"/>
                  <a:pt x="152" y="232"/>
                </a:cubicBezTo>
                <a:cubicBezTo>
                  <a:pt x="12" y="232"/>
                  <a:pt x="12" y="232"/>
                  <a:pt x="12" y="232"/>
                </a:cubicBezTo>
                <a:cubicBezTo>
                  <a:pt x="5" y="232"/>
                  <a:pt x="0" y="227"/>
                  <a:pt x="0" y="22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76" y="0"/>
                  <a:pt x="76" y="0"/>
                  <a:pt x="76" y="0"/>
                </a:cubicBezTo>
                <a:cubicBezTo>
                  <a:pt x="76" y="44"/>
                  <a:pt x="76" y="44"/>
                  <a:pt x="76" y="44"/>
                </a:cubicBezTo>
                <a:cubicBezTo>
                  <a:pt x="76" y="68"/>
                  <a:pt x="76" y="68"/>
                  <a:pt x="76" y="68"/>
                </a:cubicBezTo>
                <a:cubicBezTo>
                  <a:pt x="76" y="81"/>
                  <a:pt x="87" y="92"/>
                  <a:pt x="100" y="92"/>
                </a:cubicBezTo>
                <a:cubicBezTo>
                  <a:pt x="124" y="92"/>
                  <a:pt x="124" y="92"/>
                  <a:pt x="124" y="92"/>
                </a:cubicBezTo>
                <a:cubicBezTo>
                  <a:pt x="176" y="92"/>
                  <a:pt x="176" y="92"/>
                  <a:pt x="176" y="92"/>
                </a:cubicBezTo>
                <a:cubicBezTo>
                  <a:pt x="176" y="160"/>
                  <a:pt x="176" y="160"/>
                  <a:pt x="176" y="160"/>
                </a:cubicBezTo>
                <a:cubicBezTo>
                  <a:pt x="163" y="160"/>
                  <a:pt x="152" y="171"/>
                  <a:pt x="152" y="184"/>
                </a:cubicBezTo>
                <a:moveTo>
                  <a:pt x="100" y="80"/>
                </a:moveTo>
                <a:cubicBezTo>
                  <a:pt x="93" y="80"/>
                  <a:pt x="88" y="75"/>
                  <a:pt x="88" y="68"/>
                </a:cubicBezTo>
                <a:cubicBezTo>
                  <a:pt x="88" y="44"/>
                  <a:pt x="88" y="44"/>
                  <a:pt x="88" y="44"/>
                </a:cubicBezTo>
                <a:cubicBezTo>
                  <a:pt x="88" y="0"/>
                  <a:pt x="88" y="0"/>
                  <a:pt x="88" y="0"/>
                </a:cubicBezTo>
                <a:cubicBezTo>
                  <a:pt x="176" y="80"/>
                  <a:pt x="176" y="80"/>
                  <a:pt x="176" y="80"/>
                </a:cubicBezTo>
                <a:cubicBezTo>
                  <a:pt x="124" y="80"/>
                  <a:pt x="124" y="80"/>
                  <a:pt x="124" y="80"/>
                </a:cubicBezTo>
                <a:lnTo>
                  <a:pt x="100" y="8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13" name="Freeform 63"/>
          <p:cNvSpPr/>
          <p:nvPr/>
        </p:nvSpPr>
        <p:spPr>
          <a:xfrm>
            <a:off x="1216080" y="1638360"/>
            <a:ext cx="318960" cy="409680"/>
          </a:xfrm>
          <a:custGeom>
            <a:avLst/>
            <a:gdLst/>
            <a:ahLst/>
            <a:rect l="l" t="t" r="r" b="b"/>
            <a:pathLst>
              <a:path w="200" h="256">
                <a:moveTo>
                  <a:pt x="188" y="232"/>
                </a:moveTo>
                <a:cubicBezTo>
                  <a:pt x="36" y="232"/>
                  <a:pt x="36" y="232"/>
                  <a:pt x="36" y="232"/>
                </a:cubicBezTo>
                <a:cubicBezTo>
                  <a:pt x="29" y="232"/>
                  <a:pt x="24" y="227"/>
                  <a:pt x="24" y="220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5"/>
                  <a:pt x="29" y="0"/>
                  <a:pt x="36" y="0"/>
                </a:cubicBezTo>
                <a:cubicBezTo>
                  <a:pt x="100" y="0"/>
                  <a:pt x="100" y="0"/>
                  <a:pt x="100" y="0"/>
                </a:cubicBezTo>
                <a:cubicBezTo>
                  <a:pt x="100" y="44"/>
                  <a:pt x="100" y="44"/>
                  <a:pt x="100" y="44"/>
                </a:cubicBezTo>
                <a:cubicBezTo>
                  <a:pt x="100" y="68"/>
                  <a:pt x="100" y="68"/>
                  <a:pt x="100" y="68"/>
                </a:cubicBezTo>
                <a:cubicBezTo>
                  <a:pt x="100" y="81"/>
                  <a:pt x="111" y="92"/>
                  <a:pt x="124" y="92"/>
                </a:cubicBezTo>
                <a:cubicBezTo>
                  <a:pt x="148" y="92"/>
                  <a:pt x="148" y="92"/>
                  <a:pt x="148" y="92"/>
                </a:cubicBezTo>
                <a:cubicBezTo>
                  <a:pt x="200" y="92"/>
                  <a:pt x="200" y="92"/>
                  <a:pt x="200" y="92"/>
                </a:cubicBezTo>
                <a:cubicBezTo>
                  <a:pt x="200" y="188"/>
                  <a:pt x="200" y="188"/>
                  <a:pt x="200" y="188"/>
                </a:cubicBezTo>
                <a:cubicBezTo>
                  <a:pt x="200" y="220"/>
                  <a:pt x="200" y="220"/>
                  <a:pt x="200" y="220"/>
                </a:cubicBezTo>
                <a:cubicBezTo>
                  <a:pt x="200" y="227"/>
                  <a:pt x="195" y="232"/>
                  <a:pt x="188" y="232"/>
                </a:cubicBezTo>
                <a:moveTo>
                  <a:pt x="124" y="80"/>
                </a:moveTo>
                <a:cubicBezTo>
                  <a:pt x="117" y="80"/>
                  <a:pt x="112" y="75"/>
                  <a:pt x="112" y="68"/>
                </a:cubicBezTo>
                <a:cubicBezTo>
                  <a:pt x="112" y="44"/>
                  <a:pt x="112" y="44"/>
                  <a:pt x="112" y="44"/>
                </a:cubicBezTo>
                <a:cubicBezTo>
                  <a:pt x="112" y="0"/>
                  <a:pt x="112" y="0"/>
                  <a:pt x="112" y="0"/>
                </a:cubicBezTo>
                <a:cubicBezTo>
                  <a:pt x="200" y="80"/>
                  <a:pt x="200" y="80"/>
                  <a:pt x="200" y="80"/>
                </a:cubicBezTo>
                <a:cubicBezTo>
                  <a:pt x="148" y="80"/>
                  <a:pt x="148" y="80"/>
                  <a:pt x="148" y="80"/>
                </a:cubicBezTo>
                <a:lnTo>
                  <a:pt x="124" y="80"/>
                </a:lnTo>
                <a:close/>
                <a:moveTo>
                  <a:pt x="45" y="244"/>
                </a:moveTo>
                <a:cubicBezTo>
                  <a:pt x="56" y="244"/>
                  <a:pt x="56" y="244"/>
                  <a:pt x="56" y="244"/>
                </a:cubicBezTo>
                <a:cubicBezTo>
                  <a:pt x="132" y="244"/>
                  <a:pt x="132" y="244"/>
                  <a:pt x="132" y="244"/>
                </a:cubicBezTo>
                <a:cubicBezTo>
                  <a:pt x="152" y="244"/>
                  <a:pt x="152" y="244"/>
                  <a:pt x="152" y="244"/>
                </a:cubicBezTo>
                <a:cubicBezTo>
                  <a:pt x="176" y="244"/>
                  <a:pt x="176" y="244"/>
                  <a:pt x="176" y="244"/>
                </a:cubicBezTo>
                <a:cubicBezTo>
                  <a:pt x="176" y="251"/>
                  <a:pt x="171" y="256"/>
                  <a:pt x="164" y="256"/>
                </a:cubicBezTo>
                <a:cubicBezTo>
                  <a:pt x="24" y="256"/>
                  <a:pt x="24" y="256"/>
                  <a:pt x="24" y="256"/>
                </a:cubicBezTo>
                <a:cubicBezTo>
                  <a:pt x="11" y="256"/>
                  <a:pt x="0" y="245"/>
                  <a:pt x="0" y="232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29"/>
                  <a:pt x="5" y="24"/>
                  <a:pt x="12" y="24"/>
                </a:cubicBezTo>
                <a:cubicBezTo>
                  <a:pt x="12" y="60"/>
                  <a:pt x="12" y="60"/>
                  <a:pt x="12" y="60"/>
                </a:cubicBezTo>
                <a:cubicBezTo>
                  <a:pt x="12" y="200"/>
                  <a:pt x="12" y="200"/>
                  <a:pt x="12" y="200"/>
                </a:cubicBezTo>
                <a:cubicBezTo>
                  <a:pt x="12" y="220"/>
                  <a:pt x="12" y="220"/>
                  <a:pt x="12" y="220"/>
                </a:cubicBezTo>
                <a:cubicBezTo>
                  <a:pt x="12" y="233"/>
                  <a:pt x="23" y="244"/>
                  <a:pt x="36" y="244"/>
                </a:cubicBezTo>
                <a:lnTo>
                  <a:pt x="45" y="24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14" name="Freeform 64"/>
          <p:cNvSpPr/>
          <p:nvPr/>
        </p:nvSpPr>
        <p:spPr>
          <a:xfrm>
            <a:off x="519120" y="1652760"/>
            <a:ext cx="281160" cy="369720"/>
          </a:xfrm>
          <a:custGeom>
            <a:avLst/>
            <a:gdLst/>
            <a:ahLst/>
            <a:rect l="l" t="t" r="r" b="b"/>
            <a:pathLst>
              <a:path w="176" h="232">
                <a:moveTo>
                  <a:pt x="164" y="232"/>
                </a:moveTo>
                <a:cubicBezTo>
                  <a:pt x="12" y="232"/>
                  <a:pt x="12" y="232"/>
                  <a:pt x="12" y="232"/>
                </a:cubicBezTo>
                <a:cubicBezTo>
                  <a:pt x="5" y="232"/>
                  <a:pt x="0" y="227"/>
                  <a:pt x="0" y="22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76" y="0"/>
                  <a:pt x="76" y="0"/>
                  <a:pt x="76" y="0"/>
                </a:cubicBezTo>
                <a:cubicBezTo>
                  <a:pt x="76" y="44"/>
                  <a:pt x="76" y="44"/>
                  <a:pt x="76" y="44"/>
                </a:cubicBezTo>
                <a:cubicBezTo>
                  <a:pt x="76" y="68"/>
                  <a:pt x="76" y="68"/>
                  <a:pt x="76" y="68"/>
                </a:cubicBezTo>
                <a:cubicBezTo>
                  <a:pt x="76" y="81"/>
                  <a:pt x="87" y="92"/>
                  <a:pt x="100" y="92"/>
                </a:cubicBezTo>
                <a:cubicBezTo>
                  <a:pt x="124" y="92"/>
                  <a:pt x="124" y="92"/>
                  <a:pt x="124" y="92"/>
                </a:cubicBezTo>
                <a:cubicBezTo>
                  <a:pt x="176" y="92"/>
                  <a:pt x="176" y="92"/>
                  <a:pt x="176" y="92"/>
                </a:cubicBezTo>
                <a:cubicBezTo>
                  <a:pt x="176" y="188"/>
                  <a:pt x="176" y="188"/>
                  <a:pt x="176" y="188"/>
                </a:cubicBezTo>
                <a:cubicBezTo>
                  <a:pt x="176" y="220"/>
                  <a:pt x="176" y="220"/>
                  <a:pt x="176" y="220"/>
                </a:cubicBezTo>
                <a:cubicBezTo>
                  <a:pt x="176" y="227"/>
                  <a:pt x="171" y="232"/>
                  <a:pt x="164" y="232"/>
                </a:cubicBezTo>
                <a:moveTo>
                  <a:pt x="100" y="80"/>
                </a:moveTo>
                <a:cubicBezTo>
                  <a:pt x="93" y="80"/>
                  <a:pt x="88" y="75"/>
                  <a:pt x="88" y="68"/>
                </a:cubicBezTo>
                <a:cubicBezTo>
                  <a:pt x="88" y="44"/>
                  <a:pt x="88" y="44"/>
                  <a:pt x="88" y="44"/>
                </a:cubicBezTo>
                <a:cubicBezTo>
                  <a:pt x="88" y="0"/>
                  <a:pt x="88" y="0"/>
                  <a:pt x="88" y="0"/>
                </a:cubicBezTo>
                <a:cubicBezTo>
                  <a:pt x="176" y="80"/>
                  <a:pt x="176" y="80"/>
                  <a:pt x="176" y="80"/>
                </a:cubicBezTo>
                <a:cubicBezTo>
                  <a:pt x="124" y="80"/>
                  <a:pt x="124" y="80"/>
                  <a:pt x="124" y="80"/>
                </a:cubicBezTo>
                <a:lnTo>
                  <a:pt x="100" y="8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15" name="Freeform 65"/>
          <p:cNvSpPr/>
          <p:nvPr/>
        </p:nvSpPr>
        <p:spPr>
          <a:xfrm>
            <a:off x="8323200" y="968400"/>
            <a:ext cx="409680" cy="363600"/>
          </a:xfrm>
          <a:custGeom>
            <a:avLst/>
            <a:gdLst/>
            <a:ahLst/>
            <a:rect l="l" t="t" r="r" b="b"/>
            <a:pathLst>
              <a:path w="256" h="228">
                <a:moveTo>
                  <a:pt x="244" y="144"/>
                </a:moveTo>
                <a:cubicBezTo>
                  <a:pt x="237" y="144"/>
                  <a:pt x="231" y="147"/>
                  <a:pt x="227" y="151"/>
                </a:cubicBezTo>
                <a:cubicBezTo>
                  <a:pt x="220" y="158"/>
                  <a:pt x="220" y="158"/>
                  <a:pt x="220" y="158"/>
                </a:cubicBezTo>
                <a:cubicBezTo>
                  <a:pt x="213" y="151"/>
                  <a:pt x="213" y="151"/>
                  <a:pt x="213" y="151"/>
                </a:cubicBezTo>
                <a:cubicBezTo>
                  <a:pt x="209" y="147"/>
                  <a:pt x="203" y="144"/>
                  <a:pt x="196" y="144"/>
                </a:cubicBezTo>
                <a:cubicBezTo>
                  <a:pt x="183" y="144"/>
                  <a:pt x="172" y="155"/>
                  <a:pt x="172" y="168"/>
                </a:cubicBezTo>
                <a:cubicBezTo>
                  <a:pt x="172" y="175"/>
                  <a:pt x="175" y="181"/>
                  <a:pt x="179" y="185"/>
                </a:cubicBezTo>
                <a:cubicBezTo>
                  <a:pt x="186" y="192"/>
                  <a:pt x="186" y="192"/>
                  <a:pt x="186" y="192"/>
                </a:cubicBezTo>
                <a:cubicBezTo>
                  <a:pt x="179" y="199"/>
                  <a:pt x="179" y="199"/>
                  <a:pt x="179" y="199"/>
                </a:cubicBezTo>
                <a:cubicBezTo>
                  <a:pt x="179" y="199"/>
                  <a:pt x="179" y="200"/>
                  <a:pt x="178" y="200"/>
                </a:cubicBezTo>
                <a:cubicBezTo>
                  <a:pt x="176" y="200"/>
                  <a:pt x="176" y="200"/>
                  <a:pt x="176" y="200"/>
                </a:cubicBezTo>
                <a:cubicBezTo>
                  <a:pt x="12" y="200"/>
                  <a:pt x="12" y="200"/>
                  <a:pt x="12" y="200"/>
                </a:cubicBezTo>
                <a:cubicBezTo>
                  <a:pt x="5" y="200"/>
                  <a:pt x="0" y="195"/>
                  <a:pt x="0" y="188"/>
                </a:cubicBezTo>
                <a:cubicBezTo>
                  <a:pt x="0" y="172"/>
                  <a:pt x="0" y="172"/>
                  <a:pt x="0" y="172"/>
                </a:cubicBezTo>
                <a:cubicBezTo>
                  <a:pt x="0" y="152"/>
                  <a:pt x="0" y="152"/>
                  <a:pt x="0" y="152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60"/>
                  <a:pt x="0" y="60"/>
                  <a:pt x="0" y="60"/>
                </a:cubicBezTo>
                <a:cubicBezTo>
                  <a:pt x="256" y="60"/>
                  <a:pt x="256" y="60"/>
                  <a:pt x="256" y="60"/>
                </a:cubicBezTo>
                <a:cubicBezTo>
                  <a:pt x="256" y="100"/>
                  <a:pt x="256" y="100"/>
                  <a:pt x="256" y="100"/>
                </a:cubicBezTo>
                <a:cubicBezTo>
                  <a:pt x="256" y="116"/>
                  <a:pt x="256" y="116"/>
                  <a:pt x="256" y="116"/>
                </a:cubicBezTo>
                <a:cubicBezTo>
                  <a:pt x="256" y="136"/>
                  <a:pt x="256" y="136"/>
                  <a:pt x="256" y="136"/>
                </a:cubicBezTo>
                <a:cubicBezTo>
                  <a:pt x="256" y="147"/>
                  <a:pt x="256" y="147"/>
                  <a:pt x="256" y="147"/>
                </a:cubicBezTo>
                <a:cubicBezTo>
                  <a:pt x="252" y="145"/>
                  <a:pt x="248" y="144"/>
                  <a:pt x="244" y="144"/>
                </a:cubicBezTo>
                <a:moveTo>
                  <a:pt x="0" y="36"/>
                </a:moveTo>
                <a:cubicBezTo>
                  <a:pt x="0" y="28"/>
                  <a:pt x="0" y="28"/>
                  <a:pt x="0" y="28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96" y="24"/>
                  <a:pt x="96" y="24"/>
                  <a:pt x="96" y="24"/>
                </a:cubicBezTo>
                <a:cubicBezTo>
                  <a:pt x="244" y="24"/>
                  <a:pt x="244" y="24"/>
                  <a:pt x="244" y="24"/>
                </a:cubicBezTo>
                <a:cubicBezTo>
                  <a:pt x="251" y="24"/>
                  <a:pt x="256" y="29"/>
                  <a:pt x="256" y="36"/>
                </a:cubicBezTo>
                <a:cubicBezTo>
                  <a:pt x="256" y="48"/>
                  <a:pt x="256" y="48"/>
                  <a:pt x="256" y="48"/>
                </a:cubicBezTo>
                <a:cubicBezTo>
                  <a:pt x="0" y="48"/>
                  <a:pt x="0" y="48"/>
                  <a:pt x="0" y="48"/>
                </a:cubicBezTo>
                <a:lnTo>
                  <a:pt x="0" y="36"/>
                </a:lnTo>
                <a:close/>
                <a:moveTo>
                  <a:pt x="188" y="208"/>
                </a:moveTo>
                <a:cubicBezTo>
                  <a:pt x="203" y="192"/>
                  <a:pt x="203" y="192"/>
                  <a:pt x="203" y="192"/>
                </a:cubicBezTo>
                <a:cubicBezTo>
                  <a:pt x="188" y="176"/>
                  <a:pt x="188" y="176"/>
                  <a:pt x="188" y="176"/>
                </a:cubicBezTo>
                <a:cubicBezTo>
                  <a:pt x="185" y="174"/>
                  <a:pt x="184" y="171"/>
                  <a:pt x="184" y="168"/>
                </a:cubicBezTo>
                <a:cubicBezTo>
                  <a:pt x="184" y="161"/>
                  <a:pt x="189" y="156"/>
                  <a:pt x="196" y="156"/>
                </a:cubicBezTo>
                <a:cubicBezTo>
                  <a:pt x="199" y="156"/>
                  <a:pt x="202" y="157"/>
                  <a:pt x="204" y="160"/>
                </a:cubicBezTo>
                <a:cubicBezTo>
                  <a:pt x="220" y="175"/>
                  <a:pt x="220" y="175"/>
                  <a:pt x="220" y="175"/>
                </a:cubicBezTo>
                <a:cubicBezTo>
                  <a:pt x="236" y="160"/>
                  <a:pt x="236" y="160"/>
                  <a:pt x="236" y="160"/>
                </a:cubicBezTo>
                <a:cubicBezTo>
                  <a:pt x="238" y="157"/>
                  <a:pt x="241" y="156"/>
                  <a:pt x="244" y="156"/>
                </a:cubicBezTo>
                <a:cubicBezTo>
                  <a:pt x="251" y="156"/>
                  <a:pt x="256" y="161"/>
                  <a:pt x="256" y="168"/>
                </a:cubicBezTo>
                <a:cubicBezTo>
                  <a:pt x="256" y="171"/>
                  <a:pt x="255" y="174"/>
                  <a:pt x="252" y="176"/>
                </a:cubicBezTo>
                <a:cubicBezTo>
                  <a:pt x="237" y="192"/>
                  <a:pt x="237" y="192"/>
                  <a:pt x="237" y="192"/>
                </a:cubicBezTo>
                <a:cubicBezTo>
                  <a:pt x="252" y="208"/>
                  <a:pt x="252" y="208"/>
                  <a:pt x="252" y="208"/>
                </a:cubicBezTo>
                <a:cubicBezTo>
                  <a:pt x="255" y="210"/>
                  <a:pt x="256" y="213"/>
                  <a:pt x="256" y="216"/>
                </a:cubicBezTo>
                <a:cubicBezTo>
                  <a:pt x="256" y="223"/>
                  <a:pt x="251" y="228"/>
                  <a:pt x="244" y="228"/>
                </a:cubicBezTo>
                <a:cubicBezTo>
                  <a:pt x="241" y="228"/>
                  <a:pt x="238" y="227"/>
                  <a:pt x="236" y="224"/>
                </a:cubicBezTo>
                <a:cubicBezTo>
                  <a:pt x="220" y="209"/>
                  <a:pt x="220" y="209"/>
                  <a:pt x="220" y="209"/>
                </a:cubicBezTo>
                <a:cubicBezTo>
                  <a:pt x="204" y="224"/>
                  <a:pt x="204" y="224"/>
                  <a:pt x="204" y="224"/>
                </a:cubicBezTo>
                <a:cubicBezTo>
                  <a:pt x="202" y="227"/>
                  <a:pt x="199" y="228"/>
                  <a:pt x="196" y="228"/>
                </a:cubicBezTo>
                <a:cubicBezTo>
                  <a:pt x="189" y="228"/>
                  <a:pt x="184" y="223"/>
                  <a:pt x="184" y="216"/>
                </a:cubicBezTo>
                <a:cubicBezTo>
                  <a:pt x="184" y="213"/>
                  <a:pt x="185" y="210"/>
                  <a:pt x="188" y="20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16" name="Freeform 66"/>
          <p:cNvSpPr/>
          <p:nvPr/>
        </p:nvSpPr>
        <p:spPr>
          <a:xfrm>
            <a:off x="7608960" y="968400"/>
            <a:ext cx="407880" cy="350640"/>
          </a:xfrm>
          <a:custGeom>
            <a:avLst/>
            <a:gdLst/>
            <a:ahLst/>
            <a:rect l="l" t="t" r="r" b="b"/>
            <a:pathLst>
              <a:path w="256" h="220">
                <a:moveTo>
                  <a:pt x="244" y="152"/>
                </a:moveTo>
                <a:cubicBezTo>
                  <a:pt x="237" y="152"/>
                  <a:pt x="231" y="155"/>
                  <a:pt x="227" y="159"/>
                </a:cubicBezTo>
                <a:cubicBezTo>
                  <a:pt x="212" y="174"/>
                  <a:pt x="212" y="174"/>
                  <a:pt x="212" y="174"/>
                </a:cubicBezTo>
                <a:cubicBezTo>
                  <a:pt x="208" y="170"/>
                  <a:pt x="202" y="168"/>
                  <a:pt x="196" y="168"/>
                </a:cubicBezTo>
                <a:cubicBezTo>
                  <a:pt x="183" y="168"/>
                  <a:pt x="172" y="179"/>
                  <a:pt x="172" y="192"/>
                </a:cubicBezTo>
                <a:cubicBezTo>
                  <a:pt x="172" y="195"/>
                  <a:pt x="173" y="197"/>
                  <a:pt x="173" y="200"/>
                </a:cubicBezTo>
                <a:cubicBezTo>
                  <a:pt x="12" y="200"/>
                  <a:pt x="12" y="200"/>
                  <a:pt x="12" y="200"/>
                </a:cubicBezTo>
                <a:cubicBezTo>
                  <a:pt x="5" y="200"/>
                  <a:pt x="0" y="195"/>
                  <a:pt x="0" y="188"/>
                </a:cubicBezTo>
                <a:cubicBezTo>
                  <a:pt x="0" y="172"/>
                  <a:pt x="0" y="172"/>
                  <a:pt x="0" y="172"/>
                </a:cubicBezTo>
                <a:cubicBezTo>
                  <a:pt x="0" y="152"/>
                  <a:pt x="0" y="152"/>
                  <a:pt x="0" y="152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60"/>
                  <a:pt x="0" y="60"/>
                  <a:pt x="0" y="60"/>
                </a:cubicBezTo>
                <a:cubicBezTo>
                  <a:pt x="256" y="60"/>
                  <a:pt x="256" y="60"/>
                  <a:pt x="256" y="60"/>
                </a:cubicBezTo>
                <a:cubicBezTo>
                  <a:pt x="256" y="100"/>
                  <a:pt x="256" y="100"/>
                  <a:pt x="256" y="100"/>
                </a:cubicBezTo>
                <a:cubicBezTo>
                  <a:pt x="256" y="116"/>
                  <a:pt x="256" y="116"/>
                  <a:pt x="256" y="116"/>
                </a:cubicBezTo>
                <a:cubicBezTo>
                  <a:pt x="256" y="136"/>
                  <a:pt x="256" y="136"/>
                  <a:pt x="256" y="136"/>
                </a:cubicBezTo>
                <a:cubicBezTo>
                  <a:pt x="256" y="152"/>
                  <a:pt x="256" y="152"/>
                  <a:pt x="256" y="152"/>
                </a:cubicBezTo>
                <a:cubicBezTo>
                  <a:pt x="256" y="155"/>
                  <a:pt x="256" y="155"/>
                  <a:pt x="256" y="155"/>
                </a:cubicBezTo>
                <a:cubicBezTo>
                  <a:pt x="252" y="153"/>
                  <a:pt x="248" y="152"/>
                  <a:pt x="244" y="152"/>
                </a:cubicBezTo>
                <a:moveTo>
                  <a:pt x="0" y="36"/>
                </a:moveTo>
                <a:cubicBezTo>
                  <a:pt x="0" y="28"/>
                  <a:pt x="0" y="28"/>
                  <a:pt x="0" y="28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96" y="24"/>
                  <a:pt x="96" y="24"/>
                  <a:pt x="96" y="24"/>
                </a:cubicBezTo>
                <a:cubicBezTo>
                  <a:pt x="244" y="24"/>
                  <a:pt x="244" y="24"/>
                  <a:pt x="244" y="24"/>
                </a:cubicBezTo>
                <a:cubicBezTo>
                  <a:pt x="251" y="24"/>
                  <a:pt x="256" y="29"/>
                  <a:pt x="256" y="36"/>
                </a:cubicBezTo>
                <a:cubicBezTo>
                  <a:pt x="256" y="48"/>
                  <a:pt x="256" y="48"/>
                  <a:pt x="256" y="48"/>
                </a:cubicBezTo>
                <a:cubicBezTo>
                  <a:pt x="0" y="48"/>
                  <a:pt x="0" y="48"/>
                  <a:pt x="0" y="48"/>
                </a:cubicBezTo>
                <a:lnTo>
                  <a:pt x="0" y="36"/>
                </a:lnTo>
                <a:close/>
                <a:moveTo>
                  <a:pt x="196" y="180"/>
                </a:moveTo>
                <a:cubicBezTo>
                  <a:pt x="199" y="180"/>
                  <a:pt x="202" y="181"/>
                  <a:pt x="204" y="184"/>
                </a:cubicBezTo>
                <a:cubicBezTo>
                  <a:pt x="212" y="191"/>
                  <a:pt x="212" y="191"/>
                  <a:pt x="212" y="191"/>
                </a:cubicBezTo>
                <a:cubicBezTo>
                  <a:pt x="236" y="168"/>
                  <a:pt x="236" y="168"/>
                  <a:pt x="236" y="168"/>
                </a:cubicBezTo>
                <a:cubicBezTo>
                  <a:pt x="238" y="165"/>
                  <a:pt x="241" y="164"/>
                  <a:pt x="244" y="164"/>
                </a:cubicBezTo>
                <a:cubicBezTo>
                  <a:pt x="251" y="164"/>
                  <a:pt x="256" y="169"/>
                  <a:pt x="256" y="176"/>
                </a:cubicBezTo>
                <a:cubicBezTo>
                  <a:pt x="256" y="179"/>
                  <a:pt x="255" y="182"/>
                  <a:pt x="252" y="184"/>
                </a:cubicBezTo>
                <a:cubicBezTo>
                  <a:pt x="220" y="216"/>
                  <a:pt x="220" y="216"/>
                  <a:pt x="220" y="216"/>
                </a:cubicBezTo>
                <a:cubicBezTo>
                  <a:pt x="218" y="219"/>
                  <a:pt x="215" y="220"/>
                  <a:pt x="212" y="220"/>
                </a:cubicBezTo>
                <a:cubicBezTo>
                  <a:pt x="209" y="220"/>
                  <a:pt x="206" y="219"/>
                  <a:pt x="204" y="216"/>
                </a:cubicBezTo>
                <a:cubicBezTo>
                  <a:pt x="188" y="200"/>
                  <a:pt x="188" y="200"/>
                  <a:pt x="188" y="200"/>
                </a:cubicBezTo>
                <a:cubicBezTo>
                  <a:pt x="185" y="198"/>
                  <a:pt x="184" y="195"/>
                  <a:pt x="184" y="192"/>
                </a:cubicBezTo>
                <a:cubicBezTo>
                  <a:pt x="184" y="185"/>
                  <a:pt x="189" y="180"/>
                  <a:pt x="196" y="18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17" name="Freeform 67"/>
          <p:cNvSpPr/>
          <p:nvPr/>
        </p:nvSpPr>
        <p:spPr>
          <a:xfrm>
            <a:off x="6892920" y="968400"/>
            <a:ext cx="409680" cy="325440"/>
          </a:xfrm>
          <a:custGeom>
            <a:avLst/>
            <a:gdLst/>
            <a:ahLst/>
            <a:rect l="l" t="t" r="r" b="b"/>
            <a:pathLst>
              <a:path w="256" h="204">
                <a:moveTo>
                  <a:pt x="240" y="168"/>
                </a:moveTo>
                <a:cubicBezTo>
                  <a:pt x="192" y="168"/>
                  <a:pt x="192" y="168"/>
                  <a:pt x="192" y="168"/>
                </a:cubicBezTo>
                <a:cubicBezTo>
                  <a:pt x="179" y="168"/>
                  <a:pt x="168" y="179"/>
                  <a:pt x="168" y="192"/>
                </a:cubicBezTo>
                <a:cubicBezTo>
                  <a:pt x="168" y="195"/>
                  <a:pt x="169" y="197"/>
                  <a:pt x="169" y="200"/>
                </a:cubicBezTo>
                <a:cubicBezTo>
                  <a:pt x="12" y="200"/>
                  <a:pt x="12" y="200"/>
                  <a:pt x="12" y="200"/>
                </a:cubicBezTo>
                <a:cubicBezTo>
                  <a:pt x="5" y="200"/>
                  <a:pt x="0" y="195"/>
                  <a:pt x="0" y="188"/>
                </a:cubicBezTo>
                <a:cubicBezTo>
                  <a:pt x="0" y="172"/>
                  <a:pt x="0" y="172"/>
                  <a:pt x="0" y="172"/>
                </a:cubicBezTo>
                <a:cubicBezTo>
                  <a:pt x="0" y="152"/>
                  <a:pt x="0" y="152"/>
                  <a:pt x="0" y="152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60"/>
                  <a:pt x="0" y="60"/>
                  <a:pt x="0" y="60"/>
                </a:cubicBezTo>
                <a:cubicBezTo>
                  <a:pt x="256" y="60"/>
                  <a:pt x="256" y="60"/>
                  <a:pt x="256" y="60"/>
                </a:cubicBezTo>
                <a:cubicBezTo>
                  <a:pt x="256" y="100"/>
                  <a:pt x="256" y="100"/>
                  <a:pt x="256" y="100"/>
                </a:cubicBezTo>
                <a:cubicBezTo>
                  <a:pt x="256" y="116"/>
                  <a:pt x="256" y="116"/>
                  <a:pt x="256" y="116"/>
                </a:cubicBezTo>
                <a:cubicBezTo>
                  <a:pt x="256" y="136"/>
                  <a:pt x="256" y="136"/>
                  <a:pt x="256" y="136"/>
                </a:cubicBezTo>
                <a:cubicBezTo>
                  <a:pt x="256" y="152"/>
                  <a:pt x="256" y="152"/>
                  <a:pt x="256" y="152"/>
                </a:cubicBezTo>
                <a:cubicBezTo>
                  <a:pt x="256" y="172"/>
                  <a:pt x="256" y="172"/>
                  <a:pt x="256" y="172"/>
                </a:cubicBezTo>
                <a:cubicBezTo>
                  <a:pt x="256" y="174"/>
                  <a:pt x="256" y="174"/>
                  <a:pt x="256" y="174"/>
                </a:cubicBezTo>
                <a:cubicBezTo>
                  <a:pt x="252" y="170"/>
                  <a:pt x="246" y="168"/>
                  <a:pt x="240" y="168"/>
                </a:cubicBezTo>
                <a:moveTo>
                  <a:pt x="0" y="36"/>
                </a:moveTo>
                <a:cubicBezTo>
                  <a:pt x="0" y="28"/>
                  <a:pt x="0" y="28"/>
                  <a:pt x="0" y="28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96" y="24"/>
                  <a:pt x="96" y="24"/>
                  <a:pt x="96" y="24"/>
                </a:cubicBezTo>
                <a:cubicBezTo>
                  <a:pt x="244" y="24"/>
                  <a:pt x="244" y="24"/>
                  <a:pt x="244" y="24"/>
                </a:cubicBezTo>
                <a:cubicBezTo>
                  <a:pt x="251" y="24"/>
                  <a:pt x="256" y="29"/>
                  <a:pt x="256" y="36"/>
                </a:cubicBezTo>
                <a:cubicBezTo>
                  <a:pt x="256" y="48"/>
                  <a:pt x="256" y="48"/>
                  <a:pt x="256" y="48"/>
                </a:cubicBezTo>
                <a:cubicBezTo>
                  <a:pt x="0" y="48"/>
                  <a:pt x="0" y="48"/>
                  <a:pt x="0" y="48"/>
                </a:cubicBezTo>
                <a:lnTo>
                  <a:pt x="0" y="36"/>
                </a:lnTo>
                <a:close/>
                <a:moveTo>
                  <a:pt x="192" y="180"/>
                </a:moveTo>
                <a:cubicBezTo>
                  <a:pt x="240" y="180"/>
                  <a:pt x="240" y="180"/>
                  <a:pt x="240" y="180"/>
                </a:cubicBezTo>
                <a:cubicBezTo>
                  <a:pt x="247" y="180"/>
                  <a:pt x="252" y="185"/>
                  <a:pt x="252" y="192"/>
                </a:cubicBezTo>
                <a:cubicBezTo>
                  <a:pt x="252" y="199"/>
                  <a:pt x="247" y="204"/>
                  <a:pt x="240" y="204"/>
                </a:cubicBezTo>
                <a:cubicBezTo>
                  <a:pt x="192" y="204"/>
                  <a:pt x="192" y="204"/>
                  <a:pt x="192" y="204"/>
                </a:cubicBezTo>
                <a:cubicBezTo>
                  <a:pt x="185" y="204"/>
                  <a:pt x="180" y="199"/>
                  <a:pt x="180" y="192"/>
                </a:cubicBezTo>
                <a:cubicBezTo>
                  <a:pt x="180" y="185"/>
                  <a:pt x="185" y="180"/>
                  <a:pt x="192" y="18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18" name="Freeform 68"/>
          <p:cNvSpPr/>
          <p:nvPr/>
        </p:nvSpPr>
        <p:spPr>
          <a:xfrm>
            <a:off x="6178680" y="968400"/>
            <a:ext cx="407880" cy="363600"/>
          </a:xfrm>
          <a:custGeom>
            <a:avLst/>
            <a:gdLst/>
            <a:ahLst/>
            <a:rect l="l" t="t" r="r" b="b"/>
            <a:pathLst>
              <a:path w="256" h="228">
                <a:moveTo>
                  <a:pt x="240" y="168"/>
                </a:moveTo>
                <a:cubicBezTo>
                  <a:pt x="240" y="155"/>
                  <a:pt x="229" y="144"/>
                  <a:pt x="216" y="144"/>
                </a:cubicBezTo>
                <a:cubicBezTo>
                  <a:pt x="203" y="144"/>
                  <a:pt x="192" y="155"/>
                  <a:pt x="192" y="168"/>
                </a:cubicBezTo>
                <a:cubicBezTo>
                  <a:pt x="179" y="168"/>
                  <a:pt x="168" y="179"/>
                  <a:pt x="168" y="192"/>
                </a:cubicBezTo>
                <a:cubicBezTo>
                  <a:pt x="168" y="195"/>
                  <a:pt x="169" y="197"/>
                  <a:pt x="169" y="200"/>
                </a:cubicBezTo>
                <a:cubicBezTo>
                  <a:pt x="12" y="200"/>
                  <a:pt x="12" y="200"/>
                  <a:pt x="12" y="200"/>
                </a:cubicBezTo>
                <a:cubicBezTo>
                  <a:pt x="5" y="200"/>
                  <a:pt x="0" y="195"/>
                  <a:pt x="0" y="188"/>
                </a:cubicBezTo>
                <a:cubicBezTo>
                  <a:pt x="0" y="172"/>
                  <a:pt x="0" y="172"/>
                  <a:pt x="0" y="172"/>
                </a:cubicBezTo>
                <a:cubicBezTo>
                  <a:pt x="0" y="152"/>
                  <a:pt x="0" y="152"/>
                  <a:pt x="0" y="152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60"/>
                  <a:pt x="0" y="60"/>
                  <a:pt x="0" y="60"/>
                </a:cubicBezTo>
                <a:cubicBezTo>
                  <a:pt x="256" y="60"/>
                  <a:pt x="256" y="60"/>
                  <a:pt x="256" y="60"/>
                </a:cubicBezTo>
                <a:cubicBezTo>
                  <a:pt x="256" y="100"/>
                  <a:pt x="256" y="100"/>
                  <a:pt x="256" y="100"/>
                </a:cubicBezTo>
                <a:cubicBezTo>
                  <a:pt x="256" y="116"/>
                  <a:pt x="256" y="116"/>
                  <a:pt x="256" y="116"/>
                </a:cubicBezTo>
                <a:cubicBezTo>
                  <a:pt x="256" y="136"/>
                  <a:pt x="256" y="136"/>
                  <a:pt x="256" y="136"/>
                </a:cubicBezTo>
                <a:cubicBezTo>
                  <a:pt x="256" y="152"/>
                  <a:pt x="256" y="152"/>
                  <a:pt x="256" y="152"/>
                </a:cubicBezTo>
                <a:cubicBezTo>
                  <a:pt x="256" y="172"/>
                  <a:pt x="256" y="172"/>
                  <a:pt x="256" y="172"/>
                </a:cubicBezTo>
                <a:cubicBezTo>
                  <a:pt x="256" y="174"/>
                  <a:pt x="256" y="174"/>
                  <a:pt x="256" y="174"/>
                </a:cubicBezTo>
                <a:cubicBezTo>
                  <a:pt x="252" y="170"/>
                  <a:pt x="246" y="168"/>
                  <a:pt x="240" y="168"/>
                </a:cubicBezTo>
                <a:moveTo>
                  <a:pt x="0" y="36"/>
                </a:moveTo>
                <a:cubicBezTo>
                  <a:pt x="0" y="28"/>
                  <a:pt x="0" y="28"/>
                  <a:pt x="0" y="28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96" y="24"/>
                  <a:pt x="96" y="24"/>
                  <a:pt x="96" y="24"/>
                </a:cubicBezTo>
                <a:cubicBezTo>
                  <a:pt x="244" y="24"/>
                  <a:pt x="244" y="24"/>
                  <a:pt x="244" y="24"/>
                </a:cubicBezTo>
                <a:cubicBezTo>
                  <a:pt x="251" y="24"/>
                  <a:pt x="256" y="29"/>
                  <a:pt x="256" y="36"/>
                </a:cubicBezTo>
                <a:cubicBezTo>
                  <a:pt x="256" y="48"/>
                  <a:pt x="256" y="48"/>
                  <a:pt x="256" y="48"/>
                </a:cubicBezTo>
                <a:cubicBezTo>
                  <a:pt x="0" y="48"/>
                  <a:pt x="0" y="48"/>
                  <a:pt x="0" y="48"/>
                </a:cubicBezTo>
                <a:lnTo>
                  <a:pt x="0" y="36"/>
                </a:lnTo>
                <a:close/>
                <a:moveTo>
                  <a:pt x="192" y="180"/>
                </a:moveTo>
                <a:cubicBezTo>
                  <a:pt x="204" y="180"/>
                  <a:pt x="204" y="180"/>
                  <a:pt x="204" y="180"/>
                </a:cubicBezTo>
                <a:cubicBezTo>
                  <a:pt x="204" y="168"/>
                  <a:pt x="204" y="168"/>
                  <a:pt x="204" y="168"/>
                </a:cubicBezTo>
                <a:cubicBezTo>
                  <a:pt x="204" y="161"/>
                  <a:pt x="209" y="156"/>
                  <a:pt x="216" y="156"/>
                </a:cubicBezTo>
                <a:cubicBezTo>
                  <a:pt x="223" y="156"/>
                  <a:pt x="228" y="161"/>
                  <a:pt x="228" y="168"/>
                </a:cubicBezTo>
                <a:cubicBezTo>
                  <a:pt x="228" y="180"/>
                  <a:pt x="228" y="180"/>
                  <a:pt x="228" y="180"/>
                </a:cubicBezTo>
                <a:cubicBezTo>
                  <a:pt x="240" y="180"/>
                  <a:pt x="240" y="180"/>
                  <a:pt x="240" y="180"/>
                </a:cubicBezTo>
                <a:cubicBezTo>
                  <a:pt x="247" y="180"/>
                  <a:pt x="252" y="185"/>
                  <a:pt x="252" y="192"/>
                </a:cubicBezTo>
                <a:cubicBezTo>
                  <a:pt x="252" y="199"/>
                  <a:pt x="247" y="204"/>
                  <a:pt x="240" y="204"/>
                </a:cubicBezTo>
                <a:cubicBezTo>
                  <a:pt x="228" y="204"/>
                  <a:pt x="228" y="204"/>
                  <a:pt x="228" y="204"/>
                </a:cubicBezTo>
                <a:cubicBezTo>
                  <a:pt x="228" y="216"/>
                  <a:pt x="228" y="216"/>
                  <a:pt x="228" y="216"/>
                </a:cubicBezTo>
                <a:cubicBezTo>
                  <a:pt x="228" y="223"/>
                  <a:pt x="223" y="228"/>
                  <a:pt x="216" y="228"/>
                </a:cubicBezTo>
                <a:cubicBezTo>
                  <a:pt x="209" y="228"/>
                  <a:pt x="204" y="223"/>
                  <a:pt x="204" y="216"/>
                </a:cubicBezTo>
                <a:cubicBezTo>
                  <a:pt x="204" y="204"/>
                  <a:pt x="204" y="204"/>
                  <a:pt x="204" y="204"/>
                </a:cubicBezTo>
                <a:cubicBezTo>
                  <a:pt x="192" y="204"/>
                  <a:pt x="192" y="204"/>
                  <a:pt x="192" y="204"/>
                </a:cubicBezTo>
                <a:cubicBezTo>
                  <a:pt x="185" y="204"/>
                  <a:pt x="180" y="199"/>
                  <a:pt x="180" y="192"/>
                </a:cubicBezTo>
                <a:cubicBezTo>
                  <a:pt x="180" y="185"/>
                  <a:pt x="185" y="180"/>
                  <a:pt x="192" y="18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19" name="Freeform 69"/>
          <p:cNvSpPr/>
          <p:nvPr/>
        </p:nvSpPr>
        <p:spPr>
          <a:xfrm>
            <a:off x="5462640" y="968400"/>
            <a:ext cx="409680" cy="318960"/>
          </a:xfrm>
          <a:custGeom>
            <a:avLst/>
            <a:gdLst/>
            <a:ahLst/>
            <a:rect l="l" t="t" r="r" b="b"/>
            <a:pathLst>
              <a:path w="256" h="200">
                <a:moveTo>
                  <a:pt x="244" y="200"/>
                </a:moveTo>
                <a:cubicBezTo>
                  <a:pt x="12" y="200"/>
                  <a:pt x="12" y="200"/>
                  <a:pt x="12" y="200"/>
                </a:cubicBezTo>
                <a:cubicBezTo>
                  <a:pt x="5" y="200"/>
                  <a:pt x="0" y="195"/>
                  <a:pt x="0" y="188"/>
                </a:cubicBezTo>
                <a:cubicBezTo>
                  <a:pt x="0" y="172"/>
                  <a:pt x="0" y="172"/>
                  <a:pt x="0" y="172"/>
                </a:cubicBezTo>
                <a:cubicBezTo>
                  <a:pt x="0" y="152"/>
                  <a:pt x="0" y="152"/>
                  <a:pt x="0" y="152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60"/>
                  <a:pt x="0" y="60"/>
                  <a:pt x="0" y="60"/>
                </a:cubicBezTo>
                <a:cubicBezTo>
                  <a:pt x="256" y="60"/>
                  <a:pt x="256" y="60"/>
                  <a:pt x="256" y="60"/>
                </a:cubicBezTo>
                <a:cubicBezTo>
                  <a:pt x="256" y="100"/>
                  <a:pt x="256" y="100"/>
                  <a:pt x="256" y="100"/>
                </a:cubicBezTo>
                <a:cubicBezTo>
                  <a:pt x="256" y="116"/>
                  <a:pt x="256" y="116"/>
                  <a:pt x="256" y="116"/>
                </a:cubicBezTo>
                <a:cubicBezTo>
                  <a:pt x="256" y="136"/>
                  <a:pt x="256" y="136"/>
                  <a:pt x="256" y="136"/>
                </a:cubicBezTo>
                <a:cubicBezTo>
                  <a:pt x="256" y="152"/>
                  <a:pt x="256" y="152"/>
                  <a:pt x="256" y="152"/>
                </a:cubicBezTo>
                <a:cubicBezTo>
                  <a:pt x="256" y="172"/>
                  <a:pt x="256" y="172"/>
                  <a:pt x="256" y="172"/>
                </a:cubicBezTo>
                <a:cubicBezTo>
                  <a:pt x="256" y="188"/>
                  <a:pt x="256" y="188"/>
                  <a:pt x="256" y="188"/>
                </a:cubicBezTo>
                <a:cubicBezTo>
                  <a:pt x="256" y="195"/>
                  <a:pt x="251" y="200"/>
                  <a:pt x="244" y="200"/>
                </a:cubicBezTo>
                <a:moveTo>
                  <a:pt x="0" y="36"/>
                </a:moveTo>
                <a:cubicBezTo>
                  <a:pt x="0" y="28"/>
                  <a:pt x="0" y="28"/>
                  <a:pt x="0" y="28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96" y="24"/>
                  <a:pt x="96" y="24"/>
                  <a:pt x="96" y="24"/>
                </a:cubicBezTo>
                <a:cubicBezTo>
                  <a:pt x="244" y="24"/>
                  <a:pt x="244" y="24"/>
                  <a:pt x="244" y="24"/>
                </a:cubicBezTo>
                <a:cubicBezTo>
                  <a:pt x="251" y="24"/>
                  <a:pt x="256" y="29"/>
                  <a:pt x="256" y="36"/>
                </a:cubicBezTo>
                <a:cubicBezTo>
                  <a:pt x="256" y="48"/>
                  <a:pt x="256" y="48"/>
                  <a:pt x="256" y="48"/>
                </a:cubicBezTo>
                <a:cubicBezTo>
                  <a:pt x="0" y="48"/>
                  <a:pt x="0" y="48"/>
                  <a:pt x="0" y="48"/>
                </a:cubicBezTo>
                <a:lnTo>
                  <a:pt x="0" y="3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20" name="Freeform 70"/>
          <p:cNvSpPr/>
          <p:nvPr/>
        </p:nvSpPr>
        <p:spPr>
          <a:xfrm>
            <a:off x="4748040" y="923760"/>
            <a:ext cx="408240" cy="40824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128" y="256"/>
                </a:moveTo>
                <a:cubicBezTo>
                  <a:pt x="57" y="256"/>
                  <a:pt x="0" y="199"/>
                  <a:pt x="0" y="128"/>
                </a:cubicBezTo>
                <a:cubicBezTo>
                  <a:pt x="0" y="57"/>
                  <a:pt x="57" y="0"/>
                  <a:pt x="128" y="0"/>
                </a:cubicBezTo>
                <a:cubicBezTo>
                  <a:pt x="199" y="0"/>
                  <a:pt x="256" y="57"/>
                  <a:pt x="256" y="128"/>
                </a:cubicBezTo>
                <a:cubicBezTo>
                  <a:pt x="256" y="199"/>
                  <a:pt x="199" y="256"/>
                  <a:pt x="128" y="256"/>
                </a:cubicBezTo>
                <a:moveTo>
                  <a:pt x="128" y="24"/>
                </a:moveTo>
                <a:cubicBezTo>
                  <a:pt x="71" y="24"/>
                  <a:pt x="24" y="71"/>
                  <a:pt x="24" y="128"/>
                </a:cubicBezTo>
                <a:cubicBezTo>
                  <a:pt x="24" y="185"/>
                  <a:pt x="71" y="232"/>
                  <a:pt x="128" y="232"/>
                </a:cubicBezTo>
                <a:cubicBezTo>
                  <a:pt x="185" y="232"/>
                  <a:pt x="232" y="185"/>
                  <a:pt x="232" y="128"/>
                </a:cubicBezTo>
                <a:cubicBezTo>
                  <a:pt x="232" y="71"/>
                  <a:pt x="185" y="24"/>
                  <a:pt x="128" y="24"/>
                </a:cubicBezTo>
                <a:moveTo>
                  <a:pt x="168" y="156"/>
                </a:moveTo>
                <a:cubicBezTo>
                  <a:pt x="168" y="163"/>
                  <a:pt x="163" y="168"/>
                  <a:pt x="156" y="168"/>
                </a:cubicBezTo>
                <a:cubicBezTo>
                  <a:pt x="149" y="168"/>
                  <a:pt x="144" y="163"/>
                  <a:pt x="144" y="156"/>
                </a:cubicBezTo>
                <a:cubicBezTo>
                  <a:pt x="144" y="139"/>
                  <a:pt x="144" y="139"/>
                  <a:pt x="144" y="139"/>
                </a:cubicBezTo>
                <a:cubicBezTo>
                  <a:pt x="107" y="166"/>
                  <a:pt x="107" y="166"/>
                  <a:pt x="107" y="166"/>
                </a:cubicBezTo>
                <a:cubicBezTo>
                  <a:pt x="107" y="166"/>
                  <a:pt x="107" y="166"/>
                  <a:pt x="107" y="166"/>
                </a:cubicBezTo>
                <a:cubicBezTo>
                  <a:pt x="105" y="167"/>
                  <a:pt x="103" y="168"/>
                  <a:pt x="100" y="168"/>
                </a:cubicBezTo>
                <a:cubicBezTo>
                  <a:pt x="93" y="168"/>
                  <a:pt x="88" y="163"/>
                  <a:pt x="88" y="156"/>
                </a:cubicBezTo>
                <a:cubicBezTo>
                  <a:pt x="88" y="100"/>
                  <a:pt x="88" y="100"/>
                  <a:pt x="88" y="100"/>
                </a:cubicBezTo>
                <a:cubicBezTo>
                  <a:pt x="88" y="93"/>
                  <a:pt x="93" y="88"/>
                  <a:pt x="100" y="88"/>
                </a:cubicBezTo>
                <a:cubicBezTo>
                  <a:pt x="103" y="88"/>
                  <a:pt x="105" y="89"/>
                  <a:pt x="107" y="90"/>
                </a:cubicBezTo>
                <a:cubicBezTo>
                  <a:pt x="107" y="90"/>
                  <a:pt x="107" y="90"/>
                  <a:pt x="107" y="90"/>
                </a:cubicBezTo>
                <a:cubicBezTo>
                  <a:pt x="144" y="117"/>
                  <a:pt x="144" y="117"/>
                  <a:pt x="144" y="117"/>
                </a:cubicBezTo>
                <a:cubicBezTo>
                  <a:pt x="144" y="100"/>
                  <a:pt x="144" y="100"/>
                  <a:pt x="144" y="100"/>
                </a:cubicBezTo>
                <a:cubicBezTo>
                  <a:pt x="144" y="93"/>
                  <a:pt x="149" y="88"/>
                  <a:pt x="156" y="88"/>
                </a:cubicBezTo>
                <a:cubicBezTo>
                  <a:pt x="163" y="88"/>
                  <a:pt x="168" y="93"/>
                  <a:pt x="168" y="100"/>
                </a:cubicBezTo>
                <a:lnTo>
                  <a:pt x="168" y="15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21" name="Freeform 71"/>
          <p:cNvSpPr/>
          <p:nvPr/>
        </p:nvSpPr>
        <p:spPr>
          <a:xfrm>
            <a:off x="4032360" y="923760"/>
            <a:ext cx="407880" cy="40824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128" y="256"/>
                </a:moveTo>
                <a:cubicBezTo>
                  <a:pt x="57" y="256"/>
                  <a:pt x="0" y="199"/>
                  <a:pt x="0" y="128"/>
                </a:cubicBezTo>
                <a:cubicBezTo>
                  <a:pt x="0" y="57"/>
                  <a:pt x="57" y="0"/>
                  <a:pt x="128" y="0"/>
                </a:cubicBezTo>
                <a:cubicBezTo>
                  <a:pt x="199" y="0"/>
                  <a:pt x="256" y="57"/>
                  <a:pt x="256" y="128"/>
                </a:cubicBezTo>
                <a:cubicBezTo>
                  <a:pt x="256" y="199"/>
                  <a:pt x="199" y="256"/>
                  <a:pt x="128" y="256"/>
                </a:cubicBezTo>
                <a:moveTo>
                  <a:pt x="128" y="24"/>
                </a:moveTo>
                <a:cubicBezTo>
                  <a:pt x="71" y="24"/>
                  <a:pt x="24" y="71"/>
                  <a:pt x="24" y="128"/>
                </a:cubicBezTo>
                <a:cubicBezTo>
                  <a:pt x="24" y="185"/>
                  <a:pt x="71" y="232"/>
                  <a:pt x="128" y="232"/>
                </a:cubicBezTo>
                <a:cubicBezTo>
                  <a:pt x="185" y="232"/>
                  <a:pt x="232" y="185"/>
                  <a:pt x="232" y="128"/>
                </a:cubicBezTo>
                <a:cubicBezTo>
                  <a:pt x="232" y="71"/>
                  <a:pt x="185" y="24"/>
                  <a:pt x="128" y="24"/>
                </a:cubicBezTo>
                <a:moveTo>
                  <a:pt x="168" y="156"/>
                </a:moveTo>
                <a:cubicBezTo>
                  <a:pt x="168" y="163"/>
                  <a:pt x="163" y="168"/>
                  <a:pt x="156" y="168"/>
                </a:cubicBezTo>
                <a:cubicBezTo>
                  <a:pt x="153" y="168"/>
                  <a:pt x="151" y="167"/>
                  <a:pt x="149" y="166"/>
                </a:cubicBezTo>
                <a:cubicBezTo>
                  <a:pt x="149" y="166"/>
                  <a:pt x="149" y="166"/>
                  <a:pt x="149" y="166"/>
                </a:cubicBezTo>
                <a:cubicBezTo>
                  <a:pt x="112" y="139"/>
                  <a:pt x="112" y="139"/>
                  <a:pt x="112" y="139"/>
                </a:cubicBezTo>
                <a:cubicBezTo>
                  <a:pt x="112" y="156"/>
                  <a:pt x="112" y="156"/>
                  <a:pt x="112" y="156"/>
                </a:cubicBezTo>
                <a:cubicBezTo>
                  <a:pt x="112" y="163"/>
                  <a:pt x="107" y="168"/>
                  <a:pt x="100" y="168"/>
                </a:cubicBezTo>
                <a:cubicBezTo>
                  <a:pt x="93" y="168"/>
                  <a:pt x="88" y="163"/>
                  <a:pt x="88" y="156"/>
                </a:cubicBezTo>
                <a:cubicBezTo>
                  <a:pt x="88" y="100"/>
                  <a:pt x="88" y="100"/>
                  <a:pt x="88" y="100"/>
                </a:cubicBezTo>
                <a:cubicBezTo>
                  <a:pt x="88" y="93"/>
                  <a:pt x="93" y="88"/>
                  <a:pt x="100" y="88"/>
                </a:cubicBezTo>
                <a:cubicBezTo>
                  <a:pt x="107" y="88"/>
                  <a:pt x="112" y="93"/>
                  <a:pt x="112" y="100"/>
                </a:cubicBezTo>
                <a:cubicBezTo>
                  <a:pt x="112" y="117"/>
                  <a:pt x="112" y="117"/>
                  <a:pt x="112" y="117"/>
                </a:cubicBezTo>
                <a:cubicBezTo>
                  <a:pt x="149" y="90"/>
                  <a:pt x="149" y="90"/>
                  <a:pt x="149" y="90"/>
                </a:cubicBezTo>
                <a:cubicBezTo>
                  <a:pt x="149" y="90"/>
                  <a:pt x="149" y="90"/>
                  <a:pt x="149" y="90"/>
                </a:cubicBezTo>
                <a:cubicBezTo>
                  <a:pt x="151" y="89"/>
                  <a:pt x="153" y="88"/>
                  <a:pt x="156" y="88"/>
                </a:cubicBezTo>
                <a:cubicBezTo>
                  <a:pt x="163" y="88"/>
                  <a:pt x="168" y="93"/>
                  <a:pt x="168" y="100"/>
                </a:cubicBezTo>
                <a:lnTo>
                  <a:pt x="168" y="15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22" name="Freeform 72"/>
          <p:cNvSpPr/>
          <p:nvPr/>
        </p:nvSpPr>
        <p:spPr>
          <a:xfrm>
            <a:off x="3316320" y="923760"/>
            <a:ext cx="409680" cy="40824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128" y="256"/>
                </a:moveTo>
                <a:cubicBezTo>
                  <a:pt x="57" y="256"/>
                  <a:pt x="0" y="199"/>
                  <a:pt x="0" y="128"/>
                </a:cubicBezTo>
                <a:cubicBezTo>
                  <a:pt x="0" y="57"/>
                  <a:pt x="57" y="0"/>
                  <a:pt x="128" y="0"/>
                </a:cubicBezTo>
                <a:cubicBezTo>
                  <a:pt x="199" y="0"/>
                  <a:pt x="256" y="57"/>
                  <a:pt x="256" y="128"/>
                </a:cubicBezTo>
                <a:cubicBezTo>
                  <a:pt x="256" y="199"/>
                  <a:pt x="199" y="256"/>
                  <a:pt x="128" y="256"/>
                </a:cubicBezTo>
                <a:moveTo>
                  <a:pt x="128" y="24"/>
                </a:moveTo>
                <a:cubicBezTo>
                  <a:pt x="71" y="24"/>
                  <a:pt x="24" y="71"/>
                  <a:pt x="24" y="128"/>
                </a:cubicBezTo>
                <a:cubicBezTo>
                  <a:pt x="24" y="185"/>
                  <a:pt x="71" y="232"/>
                  <a:pt x="128" y="232"/>
                </a:cubicBezTo>
                <a:cubicBezTo>
                  <a:pt x="185" y="232"/>
                  <a:pt x="232" y="185"/>
                  <a:pt x="232" y="128"/>
                </a:cubicBezTo>
                <a:cubicBezTo>
                  <a:pt x="232" y="71"/>
                  <a:pt x="185" y="24"/>
                  <a:pt x="128" y="24"/>
                </a:cubicBezTo>
                <a:moveTo>
                  <a:pt x="182" y="138"/>
                </a:moveTo>
                <a:cubicBezTo>
                  <a:pt x="143" y="165"/>
                  <a:pt x="143" y="165"/>
                  <a:pt x="143" y="165"/>
                </a:cubicBezTo>
                <a:cubicBezTo>
                  <a:pt x="141" y="167"/>
                  <a:pt x="139" y="168"/>
                  <a:pt x="136" y="168"/>
                </a:cubicBezTo>
                <a:cubicBezTo>
                  <a:pt x="129" y="168"/>
                  <a:pt x="124" y="163"/>
                  <a:pt x="124" y="156"/>
                </a:cubicBezTo>
                <a:cubicBezTo>
                  <a:pt x="124" y="156"/>
                  <a:pt x="124" y="156"/>
                  <a:pt x="124" y="156"/>
                </a:cubicBezTo>
                <a:cubicBezTo>
                  <a:pt x="124" y="140"/>
                  <a:pt x="124" y="140"/>
                  <a:pt x="124" y="140"/>
                </a:cubicBezTo>
                <a:cubicBezTo>
                  <a:pt x="87" y="165"/>
                  <a:pt x="87" y="165"/>
                  <a:pt x="87" y="165"/>
                </a:cubicBezTo>
                <a:cubicBezTo>
                  <a:pt x="85" y="167"/>
                  <a:pt x="83" y="168"/>
                  <a:pt x="80" y="168"/>
                </a:cubicBezTo>
                <a:cubicBezTo>
                  <a:pt x="73" y="168"/>
                  <a:pt x="68" y="163"/>
                  <a:pt x="68" y="156"/>
                </a:cubicBezTo>
                <a:cubicBezTo>
                  <a:pt x="68" y="156"/>
                  <a:pt x="68" y="156"/>
                  <a:pt x="68" y="15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68" y="93"/>
                  <a:pt x="73" y="88"/>
                  <a:pt x="80" y="88"/>
                </a:cubicBezTo>
                <a:cubicBezTo>
                  <a:pt x="83" y="88"/>
                  <a:pt x="85" y="89"/>
                  <a:pt x="87" y="91"/>
                </a:cubicBezTo>
                <a:cubicBezTo>
                  <a:pt x="124" y="116"/>
                  <a:pt x="124" y="116"/>
                  <a:pt x="124" y="116"/>
                </a:cubicBezTo>
                <a:cubicBezTo>
                  <a:pt x="124" y="100"/>
                  <a:pt x="124" y="100"/>
                  <a:pt x="124" y="100"/>
                </a:cubicBezTo>
                <a:cubicBezTo>
                  <a:pt x="124" y="100"/>
                  <a:pt x="124" y="100"/>
                  <a:pt x="124" y="100"/>
                </a:cubicBezTo>
                <a:cubicBezTo>
                  <a:pt x="124" y="100"/>
                  <a:pt x="124" y="100"/>
                  <a:pt x="124" y="100"/>
                </a:cubicBezTo>
                <a:cubicBezTo>
                  <a:pt x="124" y="93"/>
                  <a:pt x="129" y="88"/>
                  <a:pt x="136" y="88"/>
                </a:cubicBezTo>
                <a:cubicBezTo>
                  <a:pt x="139" y="88"/>
                  <a:pt x="141" y="89"/>
                  <a:pt x="143" y="91"/>
                </a:cubicBezTo>
                <a:cubicBezTo>
                  <a:pt x="182" y="118"/>
                  <a:pt x="182" y="118"/>
                  <a:pt x="182" y="118"/>
                </a:cubicBezTo>
                <a:cubicBezTo>
                  <a:pt x="186" y="120"/>
                  <a:pt x="188" y="124"/>
                  <a:pt x="188" y="128"/>
                </a:cubicBezTo>
                <a:cubicBezTo>
                  <a:pt x="188" y="132"/>
                  <a:pt x="186" y="136"/>
                  <a:pt x="182" y="13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23" name="Freeform 73"/>
          <p:cNvSpPr/>
          <p:nvPr/>
        </p:nvSpPr>
        <p:spPr>
          <a:xfrm>
            <a:off x="2602080" y="923760"/>
            <a:ext cx="407880" cy="40824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128" y="256"/>
                </a:moveTo>
                <a:cubicBezTo>
                  <a:pt x="199" y="256"/>
                  <a:pt x="256" y="199"/>
                  <a:pt x="256" y="128"/>
                </a:cubicBezTo>
                <a:cubicBezTo>
                  <a:pt x="256" y="57"/>
                  <a:pt x="199" y="0"/>
                  <a:pt x="128" y="0"/>
                </a:cubicBezTo>
                <a:cubicBezTo>
                  <a:pt x="57" y="0"/>
                  <a:pt x="0" y="57"/>
                  <a:pt x="0" y="128"/>
                </a:cubicBezTo>
                <a:cubicBezTo>
                  <a:pt x="0" y="199"/>
                  <a:pt x="57" y="256"/>
                  <a:pt x="128" y="256"/>
                </a:cubicBezTo>
                <a:moveTo>
                  <a:pt x="128" y="24"/>
                </a:moveTo>
                <a:cubicBezTo>
                  <a:pt x="185" y="24"/>
                  <a:pt x="232" y="71"/>
                  <a:pt x="232" y="128"/>
                </a:cubicBezTo>
                <a:cubicBezTo>
                  <a:pt x="232" y="185"/>
                  <a:pt x="185" y="232"/>
                  <a:pt x="128" y="232"/>
                </a:cubicBezTo>
                <a:cubicBezTo>
                  <a:pt x="71" y="232"/>
                  <a:pt x="24" y="185"/>
                  <a:pt x="24" y="128"/>
                </a:cubicBezTo>
                <a:cubicBezTo>
                  <a:pt x="24" y="71"/>
                  <a:pt x="71" y="24"/>
                  <a:pt x="128" y="24"/>
                </a:cubicBezTo>
                <a:moveTo>
                  <a:pt x="74" y="138"/>
                </a:moveTo>
                <a:cubicBezTo>
                  <a:pt x="113" y="165"/>
                  <a:pt x="113" y="165"/>
                  <a:pt x="113" y="165"/>
                </a:cubicBezTo>
                <a:cubicBezTo>
                  <a:pt x="115" y="167"/>
                  <a:pt x="117" y="168"/>
                  <a:pt x="120" y="168"/>
                </a:cubicBezTo>
                <a:cubicBezTo>
                  <a:pt x="127" y="168"/>
                  <a:pt x="132" y="163"/>
                  <a:pt x="132" y="156"/>
                </a:cubicBezTo>
                <a:cubicBezTo>
                  <a:pt x="132" y="156"/>
                  <a:pt x="132" y="156"/>
                  <a:pt x="132" y="156"/>
                </a:cubicBezTo>
                <a:cubicBezTo>
                  <a:pt x="132" y="140"/>
                  <a:pt x="132" y="140"/>
                  <a:pt x="132" y="140"/>
                </a:cubicBezTo>
                <a:cubicBezTo>
                  <a:pt x="169" y="165"/>
                  <a:pt x="169" y="165"/>
                  <a:pt x="169" y="165"/>
                </a:cubicBezTo>
                <a:cubicBezTo>
                  <a:pt x="171" y="167"/>
                  <a:pt x="173" y="168"/>
                  <a:pt x="176" y="168"/>
                </a:cubicBezTo>
                <a:cubicBezTo>
                  <a:pt x="183" y="168"/>
                  <a:pt x="188" y="163"/>
                  <a:pt x="188" y="156"/>
                </a:cubicBezTo>
                <a:cubicBezTo>
                  <a:pt x="188" y="156"/>
                  <a:pt x="188" y="156"/>
                  <a:pt x="188" y="156"/>
                </a:cubicBezTo>
                <a:cubicBezTo>
                  <a:pt x="188" y="100"/>
                  <a:pt x="188" y="100"/>
                  <a:pt x="188" y="100"/>
                </a:cubicBezTo>
                <a:cubicBezTo>
                  <a:pt x="188" y="100"/>
                  <a:pt x="188" y="100"/>
                  <a:pt x="188" y="100"/>
                </a:cubicBezTo>
                <a:cubicBezTo>
                  <a:pt x="188" y="100"/>
                  <a:pt x="188" y="100"/>
                  <a:pt x="188" y="100"/>
                </a:cubicBezTo>
                <a:cubicBezTo>
                  <a:pt x="188" y="93"/>
                  <a:pt x="183" y="88"/>
                  <a:pt x="176" y="88"/>
                </a:cubicBezTo>
                <a:cubicBezTo>
                  <a:pt x="173" y="88"/>
                  <a:pt x="171" y="89"/>
                  <a:pt x="169" y="91"/>
                </a:cubicBezTo>
                <a:cubicBezTo>
                  <a:pt x="132" y="116"/>
                  <a:pt x="132" y="116"/>
                  <a:pt x="132" y="116"/>
                </a:cubicBezTo>
                <a:cubicBezTo>
                  <a:pt x="132" y="100"/>
                  <a:pt x="132" y="100"/>
                  <a:pt x="132" y="100"/>
                </a:cubicBezTo>
                <a:cubicBezTo>
                  <a:pt x="132" y="100"/>
                  <a:pt x="132" y="100"/>
                  <a:pt x="132" y="100"/>
                </a:cubicBezTo>
                <a:cubicBezTo>
                  <a:pt x="132" y="100"/>
                  <a:pt x="132" y="100"/>
                  <a:pt x="132" y="100"/>
                </a:cubicBezTo>
                <a:cubicBezTo>
                  <a:pt x="132" y="93"/>
                  <a:pt x="127" y="88"/>
                  <a:pt x="120" y="88"/>
                </a:cubicBezTo>
                <a:cubicBezTo>
                  <a:pt x="117" y="88"/>
                  <a:pt x="115" y="89"/>
                  <a:pt x="113" y="91"/>
                </a:cubicBezTo>
                <a:cubicBezTo>
                  <a:pt x="74" y="118"/>
                  <a:pt x="74" y="118"/>
                  <a:pt x="74" y="118"/>
                </a:cubicBezTo>
                <a:cubicBezTo>
                  <a:pt x="70" y="120"/>
                  <a:pt x="68" y="124"/>
                  <a:pt x="68" y="128"/>
                </a:cubicBezTo>
                <a:cubicBezTo>
                  <a:pt x="68" y="132"/>
                  <a:pt x="70" y="136"/>
                  <a:pt x="74" y="13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24" name="Freeform 74"/>
          <p:cNvSpPr/>
          <p:nvPr/>
        </p:nvSpPr>
        <p:spPr>
          <a:xfrm>
            <a:off x="1886040" y="923760"/>
            <a:ext cx="409320" cy="40824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128" y="256"/>
                </a:moveTo>
                <a:cubicBezTo>
                  <a:pt x="57" y="256"/>
                  <a:pt x="0" y="199"/>
                  <a:pt x="0" y="128"/>
                </a:cubicBezTo>
                <a:cubicBezTo>
                  <a:pt x="0" y="57"/>
                  <a:pt x="57" y="0"/>
                  <a:pt x="128" y="0"/>
                </a:cubicBezTo>
                <a:cubicBezTo>
                  <a:pt x="199" y="0"/>
                  <a:pt x="256" y="57"/>
                  <a:pt x="256" y="128"/>
                </a:cubicBezTo>
                <a:cubicBezTo>
                  <a:pt x="256" y="199"/>
                  <a:pt x="199" y="256"/>
                  <a:pt x="128" y="256"/>
                </a:cubicBezTo>
                <a:moveTo>
                  <a:pt x="128" y="24"/>
                </a:moveTo>
                <a:cubicBezTo>
                  <a:pt x="71" y="24"/>
                  <a:pt x="24" y="71"/>
                  <a:pt x="24" y="128"/>
                </a:cubicBezTo>
                <a:cubicBezTo>
                  <a:pt x="24" y="185"/>
                  <a:pt x="71" y="232"/>
                  <a:pt x="128" y="232"/>
                </a:cubicBezTo>
                <a:cubicBezTo>
                  <a:pt x="185" y="232"/>
                  <a:pt x="232" y="185"/>
                  <a:pt x="232" y="128"/>
                </a:cubicBezTo>
                <a:cubicBezTo>
                  <a:pt x="232" y="71"/>
                  <a:pt x="185" y="24"/>
                  <a:pt x="128" y="24"/>
                </a:cubicBezTo>
                <a:moveTo>
                  <a:pt x="164" y="160"/>
                </a:moveTo>
                <a:cubicBezTo>
                  <a:pt x="164" y="167"/>
                  <a:pt x="159" y="172"/>
                  <a:pt x="152" y="172"/>
                </a:cubicBezTo>
                <a:cubicBezTo>
                  <a:pt x="145" y="172"/>
                  <a:pt x="140" y="167"/>
                  <a:pt x="140" y="160"/>
                </a:cubicBezTo>
                <a:cubicBezTo>
                  <a:pt x="140" y="160"/>
                  <a:pt x="140" y="160"/>
                  <a:pt x="140" y="160"/>
                </a:cubicBezTo>
                <a:cubicBezTo>
                  <a:pt x="140" y="96"/>
                  <a:pt x="140" y="96"/>
                  <a:pt x="140" y="96"/>
                </a:cubicBezTo>
                <a:cubicBezTo>
                  <a:pt x="140" y="96"/>
                  <a:pt x="140" y="96"/>
                  <a:pt x="140" y="96"/>
                </a:cubicBezTo>
                <a:cubicBezTo>
                  <a:pt x="140" y="96"/>
                  <a:pt x="140" y="96"/>
                  <a:pt x="140" y="96"/>
                </a:cubicBezTo>
                <a:cubicBezTo>
                  <a:pt x="140" y="89"/>
                  <a:pt x="145" y="84"/>
                  <a:pt x="152" y="84"/>
                </a:cubicBezTo>
                <a:cubicBezTo>
                  <a:pt x="159" y="84"/>
                  <a:pt x="164" y="89"/>
                  <a:pt x="164" y="96"/>
                </a:cubicBezTo>
                <a:cubicBezTo>
                  <a:pt x="164" y="96"/>
                  <a:pt x="164" y="96"/>
                  <a:pt x="164" y="96"/>
                </a:cubicBezTo>
                <a:cubicBezTo>
                  <a:pt x="164" y="160"/>
                  <a:pt x="164" y="160"/>
                  <a:pt x="164" y="160"/>
                </a:cubicBezTo>
                <a:cubicBezTo>
                  <a:pt x="164" y="160"/>
                  <a:pt x="164" y="160"/>
                  <a:pt x="164" y="160"/>
                </a:cubicBezTo>
                <a:moveTo>
                  <a:pt x="116" y="160"/>
                </a:moveTo>
                <a:cubicBezTo>
                  <a:pt x="116" y="167"/>
                  <a:pt x="111" y="172"/>
                  <a:pt x="104" y="172"/>
                </a:cubicBezTo>
                <a:cubicBezTo>
                  <a:pt x="97" y="172"/>
                  <a:pt x="92" y="167"/>
                  <a:pt x="92" y="160"/>
                </a:cubicBezTo>
                <a:cubicBezTo>
                  <a:pt x="92" y="160"/>
                  <a:pt x="92" y="160"/>
                  <a:pt x="92" y="160"/>
                </a:cubicBezTo>
                <a:cubicBezTo>
                  <a:pt x="92" y="96"/>
                  <a:pt x="92" y="96"/>
                  <a:pt x="92" y="96"/>
                </a:cubicBezTo>
                <a:cubicBezTo>
                  <a:pt x="92" y="96"/>
                  <a:pt x="92" y="96"/>
                  <a:pt x="92" y="96"/>
                </a:cubicBezTo>
                <a:cubicBezTo>
                  <a:pt x="92" y="96"/>
                  <a:pt x="92" y="96"/>
                  <a:pt x="92" y="96"/>
                </a:cubicBezTo>
                <a:cubicBezTo>
                  <a:pt x="92" y="89"/>
                  <a:pt x="97" y="84"/>
                  <a:pt x="104" y="84"/>
                </a:cubicBezTo>
                <a:cubicBezTo>
                  <a:pt x="111" y="84"/>
                  <a:pt x="116" y="89"/>
                  <a:pt x="116" y="96"/>
                </a:cubicBezTo>
                <a:cubicBezTo>
                  <a:pt x="116" y="96"/>
                  <a:pt x="116" y="96"/>
                  <a:pt x="116" y="96"/>
                </a:cubicBezTo>
                <a:cubicBezTo>
                  <a:pt x="116" y="160"/>
                  <a:pt x="116" y="160"/>
                  <a:pt x="116" y="160"/>
                </a:cubicBezTo>
                <a:cubicBezTo>
                  <a:pt x="116" y="160"/>
                  <a:pt x="116" y="160"/>
                  <a:pt x="116" y="16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25" name="Freeform 75"/>
          <p:cNvSpPr/>
          <p:nvPr/>
        </p:nvSpPr>
        <p:spPr>
          <a:xfrm>
            <a:off x="1171440" y="923760"/>
            <a:ext cx="408240" cy="40824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128" y="256"/>
                </a:moveTo>
                <a:cubicBezTo>
                  <a:pt x="57" y="256"/>
                  <a:pt x="0" y="199"/>
                  <a:pt x="0" y="128"/>
                </a:cubicBezTo>
                <a:cubicBezTo>
                  <a:pt x="0" y="57"/>
                  <a:pt x="57" y="0"/>
                  <a:pt x="128" y="0"/>
                </a:cubicBezTo>
                <a:cubicBezTo>
                  <a:pt x="199" y="0"/>
                  <a:pt x="256" y="57"/>
                  <a:pt x="256" y="128"/>
                </a:cubicBezTo>
                <a:cubicBezTo>
                  <a:pt x="256" y="199"/>
                  <a:pt x="199" y="256"/>
                  <a:pt x="128" y="256"/>
                </a:cubicBezTo>
                <a:moveTo>
                  <a:pt x="128" y="24"/>
                </a:moveTo>
                <a:cubicBezTo>
                  <a:pt x="71" y="24"/>
                  <a:pt x="24" y="71"/>
                  <a:pt x="24" y="128"/>
                </a:cubicBezTo>
                <a:cubicBezTo>
                  <a:pt x="24" y="185"/>
                  <a:pt x="71" y="232"/>
                  <a:pt x="128" y="232"/>
                </a:cubicBezTo>
                <a:cubicBezTo>
                  <a:pt x="185" y="232"/>
                  <a:pt x="232" y="185"/>
                  <a:pt x="232" y="128"/>
                </a:cubicBezTo>
                <a:cubicBezTo>
                  <a:pt x="232" y="71"/>
                  <a:pt x="185" y="24"/>
                  <a:pt x="128" y="24"/>
                </a:cubicBezTo>
                <a:moveTo>
                  <a:pt x="160" y="172"/>
                </a:moveTo>
                <a:cubicBezTo>
                  <a:pt x="96" y="172"/>
                  <a:pt x="96" y="172"/>
                  <a:pt x="96" y="172"/>
                </a:cubicBezTo>
                <a:cubicBezTo>
                  <a:pt x="89" y="172"/>
                  <a:pt x="84" y="167"/>
                  <a:pt x="84" y="160"/>
                </a:cubicBezTo>
                <a:cubicBezTo>
                  <a:pt x="84" y="96"/>
                  <a:pt x="84" y="96"/>
                  <a:pt x="84" y="96"/>
                </a:cubicBezTo>
                <a:cubicBezTo>
                  <a:pt x="84" y="89"/>
                  <a:pt x="89" y="84"/>
                  <a:pt x="96" y="84"/>
                </a:cubicBezTo>
                <a:cubicBezTo>
                  <a:pt x="160" y="84"/>
                  <a:pt x="160" y="84"/>
                  <a:pt x="160" y="84"/>
                </a:cubicBezTo>
                <a:cubicBezTo>
                  <a:pt x="167" y="84"/>
                  <a:pt x="172" y="89"/>
                  <a:pt x="172" y="96"/>
                </a:cubicBezTo>
                <a:cubicBezTo>
                  <a:pt x="172" y="160"/>
                  <a:pt x="172" y="160"/>
                  <a:pt x="172" y="160"/>
                </a:cubicBezTo>
                <a:cubicBezTo>
                  <a:pt x="172" y="167"/>
                  <a:pt x="167" y="172"/>
                  <a:pt x="160" y="17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26" name="Freeform 76"/>
          <p:cNvSpPr/>
          <p:nvPr/>
        </p:nvSpPr>
        <p:spPr>
          <a:xfrm>
            <a:off x="455760" y="923760"/>
            <a:ext cx="409320" cy="40824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128" y="256"/>
                </a:moveTo>
                <a:cubicBezTo>
                  <a:pt x="57" y="256"/>
                  <a:pt x="0" y="199"/>
                  <a:pt x="0" y="128"/>
                </a:cubicBezTo>
                <a:cubicBezTo>
                  <a:pt x="0" y="57"/>
                  <a:pt x="57" y="0"/>
                  <a:pt x="128" y="0"/>
                </a:cubicBezTo>
                <a:cubicBezTo>
                  <a:pt x="199" y="0"/>
                  <a:pt x="256" y="57"/>
                  <a:pt x="256" y="128"/>
                </a:cubicBezTo>
                <a:cubicBezTo>
                  <a:pt x="256" y="199"/>
                  <a:pt x="199" y="256"/>
                  <a:pt x="128" y="256"/>
                </a:cubicBezTo>
                <a:moveTo>
                  <a:pt x="128" y="24"/>
                </a:moveTo>
                <a:cubicBezTo>
                  <a:pt x="71" y="24"/>
                  <a:pt x="24" y="71"/>
                  <a:pt x="24" y="128"/>
                </a:cubicBezTo>
                <a:cubicBezTo>
                  <a:pt x="24" y="185"/>
                  <a:pt x="71" y="232"/>
                  <a:pt x="128" y="232"/>
                </a:cubicBezTo>
                <a:cubicBezTo>
                  <a:pt x="185" y="232"/>
                  <a:pt x="232" y="185"/>
                  <a:pt x="232" y="128"/>
                </a:cubicBezTo>
                <a:cubicBezTo>
                  <a:pt x="232" y="71"/>
                  <a:pt x="185" y="24"/>
                  <a:pt x="128" y="24"/>
                </a:cubicBezTo>
                <a:moveTo>
                  <a:pt x="166" y="138"/>
                </a:moveTo>
                <a:cubicBezTo>
                  <a:pt x="102" y="178"/>
                  <a:pt x="102" y="178"/>
                  <a:pt x="102" y="178"/>
                </a:cubicBezTo>
                <a:cubicBezTo>
                  <a:pt x="102" y="178"/>
                  <a:pt x="102" y="178"/>
                  <a:pt x="102" y="178"/>
                </a:cubicBezTo>
                <a:cubicBezTo>
                  <a:pt x="102" y="178"/>
                  <a:pt x="101" y="179"/>
                  <a:pt x="101" y="179"/>
                </a:cubicBezTo>
                <a:cubicBezTo>
                  <a:pt x="101" y="179"/>
                  <a:pt x="101" y="179"/>
                  <a:pt x="101" y="179"/>
                </a:cubicBezTo>
                <a:cubicBezTo>
                  <a:pt x="100" y="179"/>
                  <a:pt x="100" y="179"/>
                  <a:pt x="99" y="180"/>
                </a:cubicBezTo>
                <a:cubicBezTo>
                  <a:pt x="99" y="180"/>
                  <a:pt x="99" y="180"/>
                  <a:pt x="99" y="180"/>
                </a:cubicBezTo>
                <a:cubicBezTo>
                  <a:pt x="99" y="180"/>
                  <a:pt x="99" y="180"/>
                  <a:pt x="99" y="180"/>
                </a:cubicBezTo>
                <a:cubicBezTo>
                  <a:pt x="99" y="180"/>
                  <a:pt x="99" y="180"/>
                  <a:pt x="99" y="180"/>
                </a:cubicBezTo>
                <a:cubicBezTo>
                  <a:pt x="98" y="180"/>
                  <a:pt x="98" y="180"/>
                  <a:pt x="98" y="180"/>
                </a:cubicBezTo>
                <a:cubicBezTo>
                  <a:pt x="98" y="180"/>
                  <a:pt x="98" y="180"/>
                  <a:pt x="98" y="180"/>
                </a:cubicBezTo>
                <a:cubicBezTo>
                  <a:pt x="97" y="180"/>
                  <a:pt x="97" y="180"/>
                  <a:pt x="97" y="180"/>
                </a:cubicBezTo>
                <a:cubicBezTo>
                  <a:pt x="97" y="180"/>
                  <a:pt x="97" y="180"/>
                  <a:pt x="97" y="180"/>
                </a:cubicBezTo>
                <a:cubicBezTo>
                  <a:pt x="97" y="180"/>
                  <a:pt x="96" y="180"/>
                  <a:pt x="96" y="180"/>
                </a:cubicBezTo>
                <a:cubicBezTo>
                  <a:pt x="89" y="180"/>
                  <a:pt x="84" y="175"/>
                  <a:pt x="84" y="168"/>
                </a:cubicBezTo>
                <a:cubicBezTo>
                  <a:pt x="84" y="88"/>
                  <a:pt x="84" y="88"/>
                  <a:pt x="84" y="88"/>
                </a:cubicBezTo>
                <a:cubicBezTo>
                  <a:pt x="84" y="81"/>
                  <a:pt x="89" y="76"/>
                  <a:pt x="96" y="76"/>
                </a:cubicBezTo>
                <a:cubicBezTo>
                  <a:pt x="99" y="76"/>
                  <a:pt x="101" y="77"/>
                  <a:pt x="103" y="78"/>
                </a:cubicBezTo>
                <a:cubicBezTo>
                  <a:pt x="166" y="118"/>
                  <a:pt x="166" y="118"/>
                  <a:pt x="166" y="118"/>
                </a:cubicBezTo>
                <a:cubicBezTo>
                  <a:pt x="170" y="120"/>
                  <a:pt x="172" y="124"/>
                  <a:pt x="172" y="128"/>
                </a:cubicBezTo>
                <a:cubicBezTo>
                  <a:pt x="172" y="132"/>
                  <a:pt x="170" y="136"/>
                  <a:pt x="166" y="13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27" name="Freeform 77"/>
          <p:cNvSpPr/>
          <p:nvPr/>
        </p:nvSpPr>
        <p:spPr>
          <a:xfrm>
            <a:off x="8323200" y="208080"/>
            <a:ext cx="409680" cy="40932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128" y="256"/>
                </a:moveTo>
                <a:cubicBezTo>
                  <a:pt x="57" y="256"/>
                  <a:pt x="0" y="199"/>
                  <a:pt x="0" y="128"/>
                </a:cubicBezTo>
                <a:cubicBezTo>
                  <a:pt x="0" y="57"/>
                  <a:pt x="57" y="0"/>
                  <a:pt x="128" y="0"/>
                </a:cubicBezTo>
                <a:cubicBezTo>
                  <a:pt x="199" y="0"/>
                  <a:pt x="256" y="57"/>
                  <a:pt x="256" y="128"/>
                </a:cubicBezTo>
                <a:cubicBezTo>
                  <a:pt x="256" y="199"/>
                  <a:pt x="199" y="256"/>
                  <a:pt x="128" y="256"/>
                </a:cubicBezTo>
                <a:moveTo>
                  <a:pt x="128" y="24"/>
                </a:moveTo>
                <a:cubicBezTo>
                  <a:pt x="71" y="24"/>
                  <a:pt x="24" y="71"/>
                  <a:pt x="24" y="128"/>
                </a:cubicBezTo>
                <a:cubicBezTo>
                  <a:pt x="24" y="185"/>
                  <a:pt x="71" y="232"/>
                  <a:pt x="128" y="232"/>
                </a:cubicBezTo>
                <a:cubicBezTo>
                  <a:pt x="185" y="232"/>
                  <a:pt x="232" y="185"/>
                  <a:pt x="232" y="128"/>
                </a:cubicBezTo>
                <a:cubicBezTo>
                  <a:pt x="232" y="71"/>
                  <a:pt x="185" y="24"/>
                  <a:pt x="128" y="2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28" name="Freeform 78"/>
          <p:cNvSpPr/>
          <p:nvPr/>
        </p:nvSpPr>
        <p:spPr>
          <a:xfrm>
            <a:off x="7608960" y="208080"/>
            <a:ext cx="407880" cy="40932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44" y="256"/>
                </a:move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244"/>
                  <a:pt x="256" y="244"/>
                  <a:pt x="256" y="244"/>
                </a:cubicBezTo>
                <a:cubicBezTo>
                  <a:pt x="256" y="251"/>
                  <a:pt x="251" y="256"/>
                  <a:pt x="244" y="256"/>
                </a:cubicBezTo>
                <a:moveTo>
                  <a:pt x="232" y="24"/>
                </a:moveTo>
                <a:cubicBezTo>
                  <a:pt x="24" y="24"/>
                  <a:pt x="24" y="24"/>
                  <a:pt x="24" y="24"/>
                </a:cubicBezTo>
                <a:cubicBezTo>
                  <a:pt x="24" y="232"/>
                  <a:pt x="24" y="232"/>
                  <a:pt x="24" y="232"/>
                </a:cubicBezTo>
                <a:cubicBezTo>
                  <a:pt x="232" y="232"/>
                  <a:pt x="232" y="232"/>
                  <a:pt x="232" y="232"/>
                </a:cubicBezTo>
                <a:lnTo>
                  <a:pt x="232" y="2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29" name="Freeform 79"/>
          <p:cNvSpPr/>
          <p:nvPr/>
        </p:nvSpPr>
        <p:spPr>
          <a:xfrm>
            <a:off x="6899400" y="220680"/>
            <a:ext cx="396720" cy="384120"/>
          </a:xfrm>
          <a:custGeom>
            <a:avLst/>
            <a:gdLst/>
            <a:ahLst/>
            <a:rect l="l" t="t" r="r" b="b"/>
            <a:pathLst>
              <a:path w="248" h="240">
                <a:moveTo>
                  <a:pt x="236" y="200"/>
                </a:moveTo>
                <a:cubicBezTo>
                  <a:pt x="176" y="200"/>
                  <a:pt x="176" y="200"/>
                  <a:pt x="176" y="200"/>
                </a:cubicBezTo>
                <a:cubicBezTo>
                  <a:pt x="160" y="200"/>
                  <a:pt x="160" y="200"/>
                  <a:pt x="160" y="200"/>
                </a:cubicBezTo>
                <a:cubicBezTo>
                  <a:pt x="160" y="220"/>
                  <a:pt x="160" y="220"/>
                  <a:pt x="160" y="220"/>
                </a:cubicBezTo>
                <a:cubicBezTo>
                  <a:pt x="176" y="236"/>
                  <a:pt x="176" y="236"/>
                  <a:pt x="176" y="236"/>
                </a:cubicBezTo>
                <a:cubicBezTo>
                  <a:pt x="176" y="240"/>
                  <a:pt x="176" y="240"/>
                  <a:pt x="176" y="240"/>
                </a:cubicBezTo>
                <a:cubicBezTo>
                  <a:pt x="72" y="240"/>
                  <a:pt x="72" y="240"/>
                  <a:pt x="72" y="240"/>
                </a:cubicBezTo>
                <a:cubicBezTo>
                  <a:pt x="72" y="236"/>
                  <a:pt x="72" y="236"/>
                  <a:pt x="72" y="236"/>
                </a:cubicBezTo>
                <a:cubicBezTo>
                  <a:pt x="88" y="220"/>
                  <a:pt x="88" y="220"/>
                  <a:pt x="88" y="220"/>
                </a:cubicBezTo>
                <a:cubicBezTo>
                  <a:pt x="88" y="200"/>
                  <a:pt x="88" y="200"/>
                  <a:pt x="88" y="200"/>
                </a:cubicBezTo>
                <a:cubicBezTo>
                  <a:pt x="72" y="200"/>
                  <a:pt x="72" y="200"/>
                  <a:pt x="72" y="200"/>
                </a:cubicBezTo>
                <a:cubicBezTo>
                  <a:pt x="12" y="200"/>
                  <a:pt x="12" y="200"/>
                  <a:pt x="12" y="200"/>
                </a:cubicBezTo>
                <a:cubicBezTo>
                  <a:pt x="5" y="200"/>
                  <a:pt x="0" y="195"/>
                  <a:pt x="0" y="18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1"/>
                  <a:pt x="5" y="16"/>
                  <a:pt x="12" y="16"/>
                </a:cubicBezTo>
                <a:cubicBezTo>
                  <a:pt x="86" y="16"/>
                  <a:pt x="86" y="16"/>
                  <a:pt x="86" y="16"/>
                </a:cubicBezTo>
                <a:cubicBezTo>
                  <a:pt x="70" y="32"/>
                  <a:pt x="70" y="32"/>
                  <a:pt x="70" y="32"/>
                </a:cubicBezTo>
                <a:cubicBezTo>
                  <a:pt x="16" y="32"/>
                  <a:pt x="16" y="32"/>
                  <a:pt x="16" y="32"/>
                </a:cubicBezTo>
                <a:cubicBezTo>
                  <a:pt x="16" y="168"/>
                  <a:pt x="16" y="168"/>
                  <a:pt x="16" y="168"/>
                </a:cubicBezTo>
                <a:cubicBezTo>
                  <a:pt x="232" y="168"/>
                  <a:pt x="232" y="168"/>
                  <a:pt x="232" y="168"/>
                </a:cubicBezTo>
                <a:cubicBezTo>
                  <a:pt x="232" y="32"/>
                  <a:pt x="232" y="32"/>
                  <a:pt x="232" y="32"/>
                </a:cubicBezTo>
                <a:cubicBezTo>
                  <a:pt x="178" y="32"/>
                  <a:pt x="178" y="32"/>
                  <a:pt x="178" y="32"/>
                </a:cubicBezTo>
                <a:cubicBezTo>
                  <a:pt x="162" y="16"/>
                  <a:pt x="162" y="16"/>
                  <a:pt x="162" y="16"/>
                </a:cubicBezTo>
                <a:cubicBezTo>
                  <a:pt x="236" y="16"/>
                  <a:pt x="236" y="16"/>
                  <a:pt x="236" y="16"/>
                </a:cubicBezTo>
                <a:cubicBezTo>
                  <a:pt x="243" y="16"/>
                  <a:pt x="248" y="21"/>
                  <a:pt x="248" y="28"/>
                </a:cubicBezTo>
                <a:cubicBezTo>
                  <a:pt x="248" y="188"/>
                  <a:pt x="248" y="188"/>
                  <a:pt x="248" y="188"/>
                </a:cubicBezTo>
                <a:cubicBezTo>
                  <a:pt x="248" y="195"/>
                  <a:pt x="243" y="200"/>
                  <a:pt x="236" y="200"/>
                </a:cubicBezTo>
                <a:moveTo>
                  <a:pt x="152" y="52"/>
                </a:moveTo>
                <a:cubicBezTo>
                  <a:pt x="149" y="52"/>
                  <a:pt x="146" y="51"/>
                  <a:pt x="144" y="48"/>
                </a:cubicBezTo>
                <a:cubicBezTo>
                  <a:pt x="136" y="41"/>
                  <a:pt x="136" y="41"/>
                  <a:pt x="136" y="41"/>
                </a:cubicBezTo>
                <a:cubicBezTo>
                  <a:pt x="136" y="96"/>
                  <a:pt x="136" y="96"/>
                  <a:pt x="136" y="96"/>
                </a:cubicBezTo>
                <a:cubicBezTo>
                  <a:pt x="136" y="103"/>
                  <a:pt x="131" y="108"/>
                  <a:pt x="124" y="108"/>
                </a:cubicBezTo>
                <a:cubicBezTo>
                  <a:pt x="117" y="108"/>
                  <a:pt x="112" y="103"/>
                  <a:pt x="112" y="96"/>
                </a:cubicBezTo>
                <a:cubicBezTo>
                  <a:pt x="112" y="41"/>
                  <a:pt x="112" y="41"/>
                  <a:pt x="112" y="41"/>
                </a:cubicBezTo>
                <a:cubicBezTo>
                  <a:pt x="104" y="48"/>
                  <a:pt x="104" y="48"/>
                  <a:pt x="104" y="48"/>
                </a:cubicBezTo>
                <a:cubicBezTo>
                  <a:pt x="102" y="51"/>
                  <a:pt x="99" y="52"/>
                  <a:pt x="96" y="52"/>
                </a:cubicBezTo>
                <a:cubicBezTo>
                  <a:pt x="89" y="52"/>
                  <a:pt x="84" y="47"/>
                  <a:pt x="84" y="40"/>
                </a:cubicBezTo>
                <a:cubicBezTo>
                  <a:pt x="84" y="37"/>
                  <a:pt x="85" y="34"/>
                  <a:pt x="88" y="32"/>
                </a:cubicBezTo>
                <a:cubicBezTo>
                  <a:pt x="116" y="4"/>
                  <a:pt x="116" y="4"/>
                  <a:pt x="116" y="4"/>
                </a:cubicBezTo>
                <a:cubicBezTo>
                  <a:pt x="118" y="1"/>
                  <a:pt x="121" y="0"/>
                  <a:pt x="124" y="0"/>
                </a:cubicBezTo>
                <a:cubicBezTo>
                  <a:pt x="127" y="0"/>
                  <a:pt x="130" y="1"/>
                  <a:pt x="132" y="4"/>
                </a:cubicBezTo>
                <a:cubicBezTo>
                  <a:pt x="160" y="32"/>
                  <a:pt x="160" y="32"/>
                  <a:pt x="160" y="32"/>
                </a:cubicBezTo>
                <a:cubicBezTo>
                  <a:pt x="163" y="34"/>
                  <a:pt x="164" y="37"/>
                  <a:pt x="164" y="40"/>
                </a:cubicBezTo>
                <a:cubicBezTo>
                  <a:pt x="164" y="47"/>
                  <a:pt x="159" y="52"/>
                  <a:pt x="152" y="5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30" name="Freeform 80"/>
          <p:cNvSpPr/>
          <p:nvPr/>
        </p:nvSpPr>
        <p:spPr>
          <a:xfrm>
            <a:off x="6184800" y="220680"/>
            <a:ext cx="395280" cy="384120"/>
          </a:xfrm>
          <a:custGeom>
            <a:avLst/>
            <a:gdLst/>
            <a:ahLst/>
            <a:rect l="l" t="t" r="r" b="b"/>
            <a:pathLst>
              <a:path w="248" h="240">
                <a:moveTo>
                  <a:pt x="236" y="200"/>
                </a:moveTo>
                <a:cubicBezTo>
                  <a:pt x="176" y="200"/>
                  <a:pt x="176" y="200"/>
                  <a:pt x="176" y="200"/>
                </a:cubicBezTo>
                <a:cubicBezTo>
                  <a:pt x="160" y="200"/>
                  <a:pt x="160" y="200"/>
                  <a:pt x="160" y="200"/>
                </a:cubicBezTo>
                <a:cubicBezTo>
                  <a:pt x="160" y="220"/>
                  <a:pt x="160" y="220"/>
                  <a:pt x="160" y="220"/>
                </a:cubicBezTo>
                <a:cubicBezTo>
                  <a:pt x="176" y="236"/>
                  <a:pt x="176" y="236"/>
                  <a:pt x="176" y="236"/>
                </a:cubicBezTo>
                <a:cubicBezTo>
                  <a:pt x="176" y="240"/>
                  <a:pt x="176" y="240"/>
                  <a:pt x="176" y="240"/>
                </a:cubicBezTo>
                <a:cubicBezTo>
                  <a:pt x="72" y="240"/>
                  <a:pt x="72" y="240"/>
                  <a:pt x="72" y="240"/>
                </a:cubicBezTo>
                <a:cubicBezTo>
                  <a:pt x="72" y="236"/>
                  <a:pt x="72" y="236"/>
                  <a:pt x="72" y="236"/>
                </a:cubicBezTo>
                <a:cubicBezTo>
                  <a:pt x="88" y="220"/>
                  <a:pt x="88" y="220"/>
                  <a:pt x="88" y="220"/>
                </a:cubicBezTo>
                <a:cubicBezTo>
                  <a:pt x="88" y="200"/>
                  <a:pt x="88" y="200"/>
                  <a:pt x="88" y="200"/>
                </a:cubicBezTo>
                <a:cubicBezTo>
                  <a:pt x="72" y="200"/>
                  <a:pt x="72" y="200"/>
                  <a:pt x="72" y="200"/>
                </a:cubicBezTo>
                <a:cubicBezTo>
                  <a:pt x="12" y="200"/>
                  <a:pt x="12" y="200"/>
                  <a:pt x="12" y="200"/>
                </a:cubicBezTo>
                <a:cubicBezTo>
                  <a:pt x="5" y="200"/>
                  <a:pt x="0" y="195"/>
                  <a:pt x="0" y="18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1"/>
                  <a:pt x="5" y="16"/>
                  <a:pt x="12" y="16"/>
                </a:cubicBezTo>
                <a:cubicBezTo>
                  <a:pt x="100" y="16"/>
                  <a:pt x="100" y="16"/>
                  <a:pt x="100" y="16"/>
                </a:cubicBezTo>
                <a:cubicBezTo>
                  <a:pt x="100" y="32"/>
                  <a:pt x="100" y="32"/>
                  <a:pt x="100" y="32"/>
                </a:cubicBezTo>
                <a:cubicBezTo>
                  <a:pt x="16" y="32"/>
                  <a:pt x="16" y="32"/>
                  <a:pt x="16" y="32"/>
                </a:cubicBezTo>
                <a:cubicBezTo>
                  <a:pt x="16" y="168"/>
                  <a:pt x="16" y="168"/>
                  <a:pt x="16" y="168"/>
                </a:cubicBezTo>
                <a:cubicBezTo>
                  <a:pt x="232" y="168"/>
                  <a:pt x="232" y="168"/>
                  <a:pt x="232" y="168"/>
                </a:cubicBezTo>
                <a:cubicBezTo>
                  <a:pt x="232" y="32"/>
                  <a:pt x="232" y="32"/>
                  <a:pt x="232" y="32"/>
                </a:cubicBezTo>
                <a:cubicBezTo>
                  <a:pt x="148" y="32"/>
                  <a:pt x="148" y="32"/>
                  <a:pt x="148" y="32"/>
                </a:cubicBezTo>
                <a:cubicBezTo>
                  <a:pt x="148" y="16"/>
                  <a:pt x="148" y="16"/>
                  <a:pt x="148" y="16"/>
                </a:cubicBezTo>
                <a:cubicBezTo>
                  <a:pt x="236" y="16"/>
                  <a:pt x="236" y="16"/>
                  <a:pt x="236" y="16"/>
                </a:cubicBezTo>
                <a:cubicBezTo>
                  <a:pt x="243" y="16"/>
                  <a:pt x="248" y="21"/>
                  <a:pt x="248" y="28"/>
                </a:cubicBezTo>
                <a:cubicBezTo>
                  <a:pt x="248" y="188"/>
                  <a:pt x="248" y="188"/>
                  <a:pt x="248" y="188"/>
                </a:cubicBezTo>
                <a:cubicBezTo>
                  <a:pt x="248" y="195"/>
                  <a:pt x="243" y="200"/>
                  <a:pt x="236" y="200"/>
                </a:cubicBezTo>
                <a:moveTo>
                  <a:pt x="164" y="68"/>
                </a:moveTo>
                <a:cubicBezTo>
                  <a:pt x="164" y="71"/>
                  <a:pt x="163" y="74"/>
                  <a:pt x="160" y="76"/>
                </a:cubicBezTo>
                <a:cubicBezTo>
                  <a:pt x="132" y="104"/>
                  <a:pt x="132" y="104"/>
                  <a:pt x="132" y="104"/>
                </a:cubicBezTo>
                <a:cubicBezTo>
                  <a:pt x="130" y="107"/>
                  <a:pt x="127" y="108"/>
                  <a:pt x="124" y="108"/>
                </a:cubicBezTo>
                <a:cubicBezTo>
                  <a:pt x="121" y="108"/>
                  <a:pt x="118" y="107"/>
                  <a:pt x="116" y="104"/>
                </a:cubicBezTo>
                <a:cubicBezTo>
                  <a:pt x="88" y="76"/>
                  <a:pt x="88" y="76"/>
                  <a:pt x="88" y="76"/>
                </a:cubicBezTo>
                <a:cubicBezTo>
                  <a:pt x="85" y="74"/>
                  <a:pt x="84" y="71"/>
                  <a:pt x="84" y="68"/>
                </a:cubicBezTo>
                <a:cubicBezTo>
                  <a:pt x="84" y="61"/>
                  <a:pt x="89" y="56"/>
                  <a:pt x="96" y="56"/>
                </a:cubicBezTo>
                <a:cubicBezTo>
                  <a:pt x="99" y="56"/>
                  <a:pt x="102" y="57"/>
                  <a:pt x="104" y="60"/>
                </a:cubicBezTo>
                <a:cubicBezTo>
                  <a:pt x="112" y="67"/>
                  <a:pt x="112" y="67"/>
                  <a:pt x="112" y="67"/>
                </a:cubicBezTo>
                <a:cubicBezTo>
                  <a:pt x="112" y="12"/>
                  <a:pt x="112" y="12"/>
                  <a:pt x="112" y="12"/>
                </a:cubicBezTo>
                <a:cubicBezTo>
                  <a:pt x="112" y="5"/>
                  <a:pt x="117" y="0"/>
                  <a:pt x="124" y="0"/>
                </a:cubicBezTo>
                <a:cubicBezTo>
                  <a:pt x="131" y="0"/>
                  <a:pt x="136" y="5"/>
                  <a:pt x="136" y="12"/>
                </a:cubicBezTo>
                <a:cubicBezTo>
                  <a:pt x="136" y="67"/>
                  <a:pt x="136" y="67"/>
                  <a:pt x="136" y="67"/>
                </a:cubicBezTo>
                <a:cubicBezTo>
                  <a:pt x="144" y="60"/>
                  <a:pt x="144" y="60"/>
                  <a:pt x="144" y="60"/>
                </a:cubicBezTo>
                <a:cubicBezTo>
                  <a:pt x="146" y="57"/>
                  <a:pt x="149" y="56"/>
                  <a:pt x="152" y="56"/>
                </a:cubicBezTo>
                <a:cubicBezTo>
                  <a:pt x="159" y="56"/>
                  <a:pt x="164" y="61"/>
                  <a:pt x="164" y="6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31" name="Freeform 81"/>
          <p:cNvSpPr/>
          <p:nvPr/>
        </p:nvSpPr>
        <p:spPr>
          <a:xfrm>
            <a:off x="5468760" y="246240"/>
            <a:ext cx="397080" cy="358560"/>
          </a:xfrm>
          <a:custGeom>
            <a:avLst/>
            <a:gdLst/>
            <a:ahLst/>
            <a:rect l="l" t="t" r="r" b="b"/>
            <a:pathLst>
              <a:path w="248" h="224">
                <a:moveTo>
                  <a:pt x="236" y="184"/>
                </a:moveTo>
                <a:cubicBezTo>
                  <a:pt x="176" y="184"/>
                  <a:pt x="176" y="184"/>
                  <a:pt x="176" y="184"/>
                </a:cubicBezTo>
                <a:cubicBezTo>
                  <a:pt x="160" y="184"/>
                  <a:pt x="160" y="184"/>
                  <a:pt x="160" y="184"/>
                </a:cubicBezTo>
                <a:cubicBezTo>
                  <a:pt x="160" y="204"/>
                  <a:pt x="160" y="204"/>
                  <a:pt x="160" y="204"/>
                </a:cubicBezTo>
                <a:cubicBezTo>
                  <a:pt x="176" y="220"/>
                  <a:pt x="176" y="220"/>
                  <a:pt x="176" y="220"/>
                </a:cubicBezTo>
                <a:cubicBezTo>
                  <a:pt x="176" y="224"/>
                  <a:pt x="176" y="224"/>
                  <a:pt x="176" y="224"/>
                </a:cubicBezTo>
                <a:cubicBezTo>
                  <a:pt x="72" y="224"/>
                  <a:pt x="72" y="224"/>
                  <a:pt x="72" y="224"/>
                </a:cubicBezTo>
                <a:cubicBezTo>
                  <a:pt x="72" y="220"/>
                  <a:pt x="72" y="220"/>
                  <a:pt x="72" y="220"/>
                </a:cubicBezTo>
                <a:cubicBezTo>
                  <a:pt x="88" y="204"/>
                  <a:pt x="88" y="204"/>
                  <a:pt x="88" y="204"/>
                </a:cubicBezTo>
                <a:cubicBezTo>
                  <a:pt x="88" y="184"/>
                  <a:pt x="88" y="184"/>
                  <a:pt x="88" y="184"/>
                </a:cubicBezTo>
                <a:cubicBezTo>
                  <a:pt x="72" y="184"/>
                  <a:pt x="72" y="184"/>
                  <a:pt x="72" y="184"/>
                </a:cubicBezTo>
                <a:cubicBezTo>
                  <a:pt x="12" y="184"/>
                  <a:pt x="12" y="184"/>
                  <a:pt x="12" y="184"/>
                </a:cubicBezTo>
                <a:cubicBezTo>
                  <a:pt x="5" y="184"/>
                  <a:pt x="0" y="179"/>
                  <a:pt x="0" y="17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36" y="0"/>
                  <a:pt x="236" y="0"/>
                  <a:pt x="236" y="0"/>
                </a:cubicBezTo>
                <a:cubicBezTo>
                  <a:pt x="243" y="0"/>
                  <a:pt x="248" y="5"/>
                  <a:pt x="248" y="12"/>
                </a:cubicBezTo>
                <a:cubicBezTo>
                  <a:pt x="248" y="172"/>
                  <a:pt x="248" y="172"/>
                  <a:pt x="248" y="172"/>
                </a:cubicBezTo>
                <a:cubicBezTo>
                  <a:pt x="248" y="179"/>
                  <a:pt x="243" y="184"/>
                  <a:pt x="236" y="184"/>
                </a:cubicBezTo>
                <a:moveTo>
                  <a:pt x="232" y="16"/>
                </a:moveTo>
                <a:cubicBezTo>
                  <a:pt x="16" y="16"/>
                  <a:pt x="16" y="16"/>
                  <a:pt x="16" y="16"/>
                </a:cubicBezTo>
                <a:cubicBezTo>
                  <a:pt x="16" y="152"/>
                  <a:pt x="16" y="152"/>
                  <a:pt x="16" y="152"/>
                </a:cubicBezTo>
                <a:cubicBezTo>
                  <a:pt x="232" y="152"/>
                  <a:pt x="232" y="152"/>
                  <a:pt x="232" y="152"/>
                </a:cubicBezTo>
                <a:lnTo>
                  <a:pt x="232" y="16"/>
                </a:lnTo>
                <a:close/>
                <a:moveTo>
                  <a:pt x="100" y="48"/>
                </a:moveTo>
                <a:cubicBezTo>
                  <a:pt x="103" y="48"/>
                  <a:pt x="106" y="49"/>
                  <a:pt x="108" y="52"/>
                </a:cubicBezTo>
                <a:cubicBezTo>
                  <a:pt x="124" y="67"/>
                  <a:pt x="124" y="67"/>
                  <a:pt x="124" y="67"/>
                </a:cubicBezTo>
                <a:cubicBezTo>
                  <a:pt x="140" y="52"/>
                  <a:pt x="140" y="52"/>
                  <a:pt x="140" y="52"/>
                </a:cubicBezTo>
                <a:cubicBezTo>
                  <a:pt x="142" y="49"/>
                  <a:pt x="145" y="48"/>
                  <a:pt x="148" y="48"/>
                </a:cubicBezTo>
                <a:cubicBezTo>
                  <a:pt x="155" y="48"/>
                  <a:pt x="160" y="53"/>
                  <a:pt x="160" y="60"/>
                </a:cubicBezTo>
                <a:cubicBezTo>
                  <a:pt x="160" y="63"/>
                  <a:pt x="159" y="66"/>
                  <a:pt x="156" y="68"/>
                </a:cubicBezTo>
                <a:cubicBezTo>
                  <a:pt x="141" y="84"/>
                  <a:pt x="141" y="84"/>
                  <a:pt x="141" y="84"/>
                </a:cubicBezTo>
                <a:cubicBezTo>
                  <a:pt x="156" y="100"/>
                  <a:pt x="156" y="100"/>
                  <a:pt x="156" y="100"/>
                </a:cubicBezTo>
                <a:cubicBezTo>
                  <a:pt x="159" y="102"/>
                  <a:pt x="160" y="105"/>
                  <a:pt x="160" y="108"/>
                </a:cubicBezTo>
                <a:cubicBezTo>
                  <a:pt x="160" y="115"/>
                  <a:pt x="155" y="120"/>
                  <a:pt x="148" y="120"/>
                </a:cubicBezTo>
                <a:cubicBezTo>
                  <a:pt x="145" y="120"/>
                  <a:pt x="142" y="119"/>
                  <a:pt x="140" y="116"/>
                </a:cubicBezTo>
                <a:cubicBezTo>
                  <a:pt x="124" y="101"/>
                  <a:pt x="124" y="101"/>
                  <a:pt x="124" y="101"/>
                </a:cubicBezTo>
                <a:cubicBezTo>
                  <a:pt x="108" y="116"/>
                  <a:pt x="108" y="116"/>
                  <a:pt x="108" y="116"/>
                </a:cubicBezTo>
                <a:cubicBezTo>
                  <a:pt x="106" y="119"/>
                  <a:pt x="103" y="120"/>
                  <a:pt x="100" y="120"/>
                </a:cubicBezTo>
                <a:cubicBezTo>
                  <a:pt x="93" y="120"/>
                  <a:pt x="88" y="115"/>
                  <a:pt x="88" y="108"/>
                </a:cubicBezTo>
                <a:cubicBezTo>
                  <a:pt x="88" y="105"/>
                  <a:pt x="89" y="102"/>
                  <a:pt x="92" y="100"/>
                </a:cubicBezTo>
                <a:cubicBezTo>
                  <a:pt x="107" y="84"/>
                  <a:pt x="107" y="84"/>
                  <a:pt x="107" y="84"/>
                </a:cubicBezTo>
                <a:cubicBezTo>
                  <a:pt x="92" y="68"/>
                  <a:pt x="92" y="68"/>
                  <a:pt x="92" y="68"/>
                </a:cubicBezTo>
                <a:cubicBezTo>
                  <a:pt x="89" y="66"/>
                  <a:pt x="88" y="63"/>
                  <a:pt x="88" y="60"/>
                </a:cubicBezTo>
                <a:cubicBezTo>
                  <a:pt x="88" y="53"/>
                  <a:pt x="93" y="48"/>
                  <a:pt x="100" y="4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32" name="Freeform 82"/>
          <p:cNvSpPr/>
          <p:nvPr/>
        </p:nvSpPr>
        <p:spPr>
          <a:xfrm>
            <a:off x="4754520" y="246240"/>
            <a:ext cx="395280" cy="358560"/>
          </a:xfrm>
          <a:custGeom>
            <a:avLst/>
            <a:gdLst/>
            <a:ahLst/>
            <a:rect l="l" t="t" r="r" b="b"/>
            <a:pathLst>
              <a:path w="248" h="224">
                <a:moveTo>
                  <a:pt x="236" y="184"/>
                </a:moveTo>
                <a:cubicBezTo>
                  <a:pt x="176" y="184"/>
                  <a:pt x="176" y="184"/>
                  <a:pt x="176" y="184"/>
                </a:cubicBezTo>
                <a:cubicBezTo>
                  <a:pt x="160" y="184"/>
                  <a:pt x="160" y="184"/>
                  <a:pt x="160" y="184"/>
                </a:cubicBezTo>
                <a:cubicBezTo>
                  <a:pt x="160" y="204"/>
                  <a:pt x="160" y="204"/>
                  <a:pt x="160" y="204"/>
                </a:cubicBezTo>
                <a:cubicBezTo>
                  <a:pt x="176" y="220"/>
                  <a:pt x="176" y="220"/>
                  <a:pt x="176" y="220"/>
                </a:cubicBezTo>
                <a:cubicBezTo>
                  <a:pt x="176" y="224"/>
                  <a:pt x="176" y="224"/>
                  <a:pt x="176" y="224"/>
                </a:cubicBezTo>
                <a:cubicBezTo>
                  <a:pt x="72" y="224"/>
                  <a:pt x="72" y="224"/>
                  <a:pt x="72" y="224"/>
                </a:cubicBezTo>
                <a:cubicBezTo>
                  <a:pt x="72" y="220"/>
                  <a:pt x="72" y="220"/>
                  <a:pt x="72" y="220"/>
                </a:cubicBezTo>
                <a:cubicBezTo>
                  <a:pt x="88" y="204"/>
                  <a:pt x="88" y="204"/>
                  <a:pt x="88" y="204"/>
                </a:cubicBezTo>
                <a:cubicBezTo>
                  <a:pt x="88" y="184"/>
                  <a:pt x="88" y="184"/>
                  <a:pt x="88" y="184"/>
                </a:cubicBezTo>
                <a:cubicBezTo>
                  <a:pt x="72" y="184"/>
                  <a:pt x="72" y="184"/>
                  <a:pt x="72" y="184"/>
                </a:cubicBezTo>
                <a:cubicBezTo>
                  <a:pt x="12" y="184"/>
                  <a:pt x="12" y="184"/>
                  <a:pt x="12" y="184"/>
                </a:cubicBezTo>
                <a:cubicBezTo>
                  <a:pt x="5" y="184"/>
                  <a:pt x="0" y="179"/>
                  <a:pt x="0" y="17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36" y="0"/>
                  <a:pt x="236" y="0"/>
                  <a:pt x="236" y="0"/>
                </a:cubicBezTo>
                <a:cubicBezTo>
                  <a:pt x="243" y="0"/>
                  <a:pt x="248" y="5"/>
                  <a:pt x="248" y="12"/>
                </a:cubicBezTo>
                <a:cubicBezTo>
                  <a:pt x="248" y="172"/>
                  <a:pt x="248" y="172"/>
                  <a:pt x="248" y="172"/>
                </a:cubicBezTo>
                <a:cubicBezTo>
                  <a:pt x="248" y="179"/>
                  <a:pt x="243" y="184"/>
                  <a:pt x="236" y="184"/>
                </a:cubicBezTo>
                <a:moveTo>
                  <a:pt x="232" y="16"/>
                </a:moveTo>
                <a:cubicBezTo>
                  <a:pt x="16" y="16"/>
                  <a:pt x="16" y="16"/>
                  <a:pt x="16" y="16"/>
                </a:cubicBezTo>
                <a:cubicBezTo>
                  <a:pt x="16" y="152"/>
                  <a:pt x="16" y="152"/>
                  <a:pt x="16" y="152"/>
                </a:cubicBezTo>
                <a:cubicBezTo>
                  <a:pt x="232" y="152"/>
                  <a:pt x="232" y="152"/>
                  <a:pt x="232" y="152"/>
                </a:cubicBezTo>
                <a:lnTo>
                  <a:pt x="232" y="16"/>
                </a:lnTo>
                <a:close/>
                <a:moveTo>
                  <a:pt x="100" y="72"/>
                </a:moveTo>
                <a:cubicBezTo>
                  <a:pt x="103" y="72"/>
                  <a:pt x="106" y="73"/>
                  <a:pt x="108" y="76"/>
                </a:cubicBezTo>
                <a:cubicBezTo>
                  <a:pt x="116" y="83"/>
                  <a:pt x="116" y="83"/>
                  <a:pt x="116" y="83"/>
                </a:cubicBezTo>
                <a:cubicBezTo>
                  <a:pt x="140" y="60"/>
                  <a:pt x="140" y="60"/>
                  <a:pt x="140" y="60"/>
                </a:cubicBezTo>
                <a:cubicBezTo>
                  <a:pt x="142" y="57"/>
                  <a:pt x="145" y="56"/>
                  <a:pt x="148" y="56"/>
                </a:cubicBezTo>
                <a:cubicBezTo>
                  <a:pt x="155" y="56"/>
                  <a:pt x="160" y="61"/>
                  <a:pt x="160" y="68"/>
                </a:cubicBezTo>
                <a:cubicBezTo>
                  <a:pt x="160" y="71"/>
                  <a:pt x="159" y="74"/>
                  <a:pt x="156" y="76"/>
                </a:cubicBezTo>
                <a:cubicBezTo>
                  <a:pt x="124" y="108"/>
                  <a:pt x="124" y="108"/>
                  <a:pt x="124" y="108"/>
                </a:cubicBezTo>
                <a:cubicBezTo>
                  <a:pt x="122" y="111"/>
                  <a:pt x="119" y="112"/>
                  <a:pt x="116" y="112"/>
                </a:cubicBezTo>
                <a:cubicBezTo>
                  <a:pt x="113" y="112"/>
                  <a:pt x="110" y="111"/>
                  <a:pt x="108" y="108"/>
                </a:cubicBezTo>
                <a:cubicBezTo>
                  <a:pt x="92" y="92"/>
                  <a:pt x="92" y="92"/>
                  <a:pt x="92" y="92"/>
                </a:cubicBezTo>
                <a:cubicBezTo>
                  <a:pt x="89" y="90"/>
                  <a:pt x="88" y="87"/>
                  <a:pt x="88" y="84"/>
                </a:cubicBezTo>
                <a:cubicBezTo>
                  <a:pt x="88" y="77"/>
                  <a:pt x="93" y="72"/>
                  <a:pt x="100" y="7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33" name="Freeform 83"/>
          <p:cNvSpPr/>
          <p:nvPr/>
        </p:nvSpPr>
        <p:spPr>
          <a:xfrm>
            <a:off x="4038480" y="246240"/>
            <a:ext cx="395280" cy="358560"/>
          </a:xfrm>
          <a:custGeom>
            <a:avLst/>
            <a:gdLst/>
            <a:ahLst/>
            <a:rect l="l" t="t" r="r" b="b"/>
            <a:pathLst>
              <a:path w="248" h="224">
                <a:moveTo>
                  <a:pt x="236" y="184"/>
                </a:moveTo>
                <a:cubicBezTo>
                  <a:pt x="176" y="184"/>
                  <a:pt x="176" y="184"/>
                  <a:pt x="176" y="184"/>
                </a:cubicBezTo>
                <a:cubicBezTo>
                  <a:pt x="160" y="184"/>
                  <a:pt x="160" y="184"/>
                  <a:pt x="160" y="184"/>
                </a:cubicBezTo>
                <a:cubicBezTo>
                  <a:pt x="160" y="204"/>
                  <a:pt x="160" y="204"/>
                  <a:pt x="160" y="204"/>
                </a:cubicBezTo>
                <a:cubicBezTo>
                  <a:pt x="176" y="220"/>
                  <a:pt x="176" y="220"/>
                  <a:pt x="176" y="220"/>
                </a:cubicBezTo>
                <a:cubicBezTo>
                  <a:pt x="176" y="224"/>
                  <a:pt x="176" y="224"/>
                  <a:pt x="176" y="224"/>
                </a:cubicBezTo>
                <a:cubicBezTo>
                  <a:pt x="72" y="224"/>
                  <a:pt x="72" y="224"/>
                  <a:pt x="72" y="224"/>
                </a:cubicBezTo>
                <a:cubicBezTo>
                  <a:pt x="72" y="220"/>
                  <a:pt x="72" y="220"/>
                  <a:pt x="72" y="220"/>
                </a:cubicBezTo>
                <a:cubicBezTo>
                  <a:pt x="88" y="204"/>
                  <a:pt x="88" y="204"/>
                  <a:pt x="88" y="204"/>
                </a:cubicBezTo>
                <a:cubicBezTo>
                  <a:pt x="88" y="184"/>
                  <a:pt x="88" y="184"/>
                  <a:pt x="88" y="184"/>
                </a:cubicBezTo>
                <a:cubicBezTo>
                  <a:pt x="72" y="184"/>
                  <a:pt x="72" y="184"/>
                  <a:pt x="72" y="184"/>
                </a:cubicBezTo>
                <a:cubicBezTo>
                  <a:pt x="12" y="184"/>
                  <a:pt x="12" y="184"/>
                  <a:pt x="12" y="184"/>
                </a:cubicBezTo>
                <a:cubicBezTo>
                  <a:pt x="5" y="184"/>
                  <a:pt x="0" y="179"/>
                  <a:pt x="0" y="17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36" y="0"/>
                  <a:pt x="236" y="0"/>
                  <a:pt x="236" y="0"/>
                </a:cubicBezTo>
                <a:cubicBezTo>
                  <a:pt x="243" y="0"/>
                  <a:pt x="248" y="5"/>
                  <a:pt x="248" y="12"/>
                </a:cubicBezTo>
                <a:cubicBezTo>
                  <a:pt x="248" y="172"/>
                  <a:pt x="248" y="172"/>
                  <a:pt x="248" y="172"/>
                </a:cubicBezTo>
                <a:cubicBezTo>
                  <a:pt x="248" y="179"/>
                  <a:pt x="243" y="184"/>
                  <a:pt x="236" y="184"/>
                </a:cubicBezTo>
                <a:moveTo>
                  <a:pt x="232" y="16"/>
                </a:moveTo>
                <a:cubicBezTo>
                  <a:pt x="16" y="16"/>
                  <a:pt x="16" y="16"/>
                  <a:pt x="16" y="16"/>
                </a:cubicBezTo>
                <a:cubicBezTo>
                  <a:pt x="16" y="152"/>
                  <a:pt x="16" y="152"/>
                  <a:pt x="16" y="152"/>
                </a:cubicBezTo>
                <a:cubicBezTo>
                  <a:pt x="232" y="152"/>
                  <a:pt x="232" y="152"/>
                  <a:pt x="232" y="152"/>
                </a:cubicBezTo>
                <a:lnTo>
                  <a:pt x="232" y="16"/>
                </a:lnTo>
                <a:close/>
                <a:moveTo>
                  <a:pt x="100" y="72"/>
                </a:moveTo>
                <a:cubicBezTo>
                  <a:pt x="148" y="72"/>
                  <a:pt x="148" y="72"/>
                  <a:pt x="148" y="72"/>
                </a:cubicBezTo>
                <a:cubicBezTo>
                  <a:pt x="155" y="72"/>
                  <a:pt x="160" y="77"/>
                  <a:pt x="160" y="84"/>
                </a:cubicBezTo>
                <a:cubicBezTo>
                  <a:pt x="160" y="91"/>
                  <a:pt x="155" y="96"/>
                  <a:pt x="148" y="96"/>
                </a:cubicBezTo>
                <a:cubicBezTo>
                  <a:pt x="100" y="96"/>
                  <a:pt x="100" y="96"/>
                  <a:pt x="100" y="96"/>
                </a:cubicBezTo>
                <a:cubicBezTo>
                  <a:pt x="93" y="96"/>
                  <a:pt x="88" y="91"/>
                  <a:pt x="88" y="84"/>
                </a:cubicBezTo>
                <a:cubicBezTo>
                  <a:pt x="88" y="77"/>
                  <a:pt x="93" y="72"/>
                  <a:pt x="100" y="7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34" name="Freeform 84"/>
          <p:cNvSpPr/>
          <p:nvPr/>
        </p:nvSpPr>
        <p:spPr>
          <a:xfrm>
            <a:off x="3322800" y="246240"/>
            <a:ext cx="396720" cy="358560"/>
          </a:xfrm>
          <a:custGeom>
            <a:avLst/>
            <a:gdLst/>
            <a:ahLst/>
            <a:rect l="l" t="t" r="r" b="b"/>
            <a:pathLst>
              <a:path w="248" h="224">
                <a:moveTo>
                  <a:pt x="236" y="184"/>
                </a:moveTo>
                <a:cubicBezTo>
                  <a:pt x="176" y="184"/>
                  <a:pt x="176" y="184"/>
                  <a:pt x="176" y="184"/>
                </a:cubicBezTo>
                <a:cubicBezTo>
                  <a:pt x="160" y="184"/>
                  <a:pt x="160" y="184"/>
                  <a:pt x="160" y="184"/>
                </a:cubicBezTo>
                <a:cubicBezTo>
                  <a:pt x="160" y="204"/>
                  <a:pt x="160" y="204"/>
                  <a:pt x="160" y="204"/>
                </a:cubicBezTo>
                <a:cubicBezTo>
                  <a:pt x="176" y="220"/>
                  <a:pt x="176" y="220"/>
                  <a:pt x="176" y="220"/>
                </a:cubicBezTo>
                <a:cubicBezTo>
                  <a:pt x="176" y="224"/>
                  <a:pt x="176" y="224"/>
                  <a:pt x="176" y="224"/>
                </a:cubicBezTo>
                <a:cubicBezTo>
                  <a:pt x="72" y="224"/>
                  <a:pt x="72" y="224"/>
                  <a:pt x="72" y="224"/>
                </a:cubicBezTo>
                <a:cubicBezTo>
                  <a:pt x="72" y="220"/>
                  <a:pt x="72" y="220"/>
                  <a:pt x="72" y="220"/>
                </a:cubicBezTo>
                <a:cubicBezTo>
                  <a:pt x="88" y="204"/>
                  <a:pt x="88" y="204"/>
                  <a:pt x="88" y="204"/>
                </a:cubicBezTo>
                <a:cubicBezTo>
                  <a:pt x="88" y="184"/>
                  <a:pt x="88" y="184"/>
                  <a:pt x="88" y="184"/>
                </a:cubicBezTo>
                <a:cubicBezTo>
                  <a:pt x="72" y="184"/>
                  <a:pt x="72" y="184"/>
                  <a:pt x="72" y="184"/>
                </a:cubicBezTo>
                <a:cubicBezTo>
                  <a:pt x="12" y="184"/>
                  <a:pt x="12" y="184"/>
                  <a:pt x="12" y="184"/>
                </a:cubicBezTo>
                <a:cubicBezTo>
                  <a:pt x="5" y="184"/>
                  <a:pt x="0" y="179"/>
                  <a:pt x="0" y="17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36" y="0"/>
                  <a:pt x="236" y="0"/>
                  <a:pt x="236" y="0"/>
                </a:cubicBezTo>
                <a:cubicBezTo>
                  <a:pt x="243" y="0"/>
                  <a:pt x="248" y="5"/>
                  <a:pt x="248" y="12"/>
                </a:cubicBezTo>
                <a:cubicBezTo>
                  <a:pt x="248" y="172"/>
                  <a:pt x="248" y="172"/>
                  <a:pt x="248" y="172"/>
                </a:cubicBezTo>
                <a:cubicBezTo>
                  <a:pt x="248" y="179"/>
                  <a:pt x="243" y="184"/>
                  <a:pt x="236" y="184"/>
                </a:cubicBezTo>
                <a:moveTo>
                  <a:pt x="232" y="16"/>
                </a:moveTo>
                <a:cubicBezTo>
                  <a:pt x="16" y="16"/>
                  <a:pt x="16" y="16"/>
                  <a:pt x="16" y="16"/>
                </a:cubicBezTo>
                <a:cubicBezTo>
                  <a:pt x="16" y="152"/>
                  <a:pt x="16" y="152"/>
                  <a:pt x="16" y="152"/>
                </a:cubicBezTo>
                <a:cubicBezTo>
                  <a:pt x="232" y="152"/>
                  <a:pt x="232" y="152"/>
                  <a:pt x="232" y="152"/>
                </a:cubicBezTo>
                <a:lnTo>
                  <a:pt x="232" y="16"/>
                </a:lnTo>
                <a:close/>
                <a:moveTo>
                  <a:pt x="100" y="72"/>
                </a:moveTo>
                <a:cubicBezTo>
                  <a:pt x="112" y="72"/>
                  <a:pt x="112" y="72"/>
                  <a:pt x="112" y="72"/>
                </a:cubicBezTo>
                <a:cubicBezTo>
                  <a:pt x="112" y="60"/>
                  <a:pt x="112" y="60"/>
                  <a:pt x="112" y="60"/>
                </a:cubicBezTo>
                <a:cubicBezTo>
                  <a:pt x="112" y="53"/>
                  <a:pt x="117" y="48"/>
                  <a:pt x="124" y="48"/>
                </a:cubicBezTo>
                <a:cubicBezTo>
                  <a:pt x="131" y="48"/>
                  <a:pt x="136" y="53"/>
                  <a:pt x="136" y="60"/>
                </a:cubicBezTo>
                <a:cubicBezTo>
                  <a:pt x="136" y="72"/>
                  <a:pt x="136" y="72"/>
                  <a:pt x="136" y="72"/>
                </a:cubicBezTo>
                <a:cubicBezTo>
                  <a:pt x="148" y="72"/>
                  <a:pt x="148" y="72"/>
                  <a:pt x="148" y="72"/>
                </a:cubicBezTo>
                <a:cubicBezTo>
                  <a:pt x="155" y="72"/>
                  <a:pt x="160" y="77"/>
                  <a:pt x="160" y="84"/>
                </a:cubicBezTo>
                <a:cubicBezTo>
                  <a:pt x="160" y="91"/>
                  <a:pt x="155" y="96"/>
                  <a:pt x="148" y="96"/>
                </a:cubicBezTo>
                <a:cubicBezTo>
                  <a:pt x="136" y="96"/>
                  <a:pt x="136" y="96"/>
                  <a:pt x="136" y="96"/>
                </a:cubicBezTo>
                <a:cubicBezTo>
                  <a:pt x="136" y="108"/>
                  <a:pt x="136" y="108"/>
                  <a:pt x="136" y="108"/>
                </a:cubicBezTo>
                <a:cubicBezTo>
                  <a:pt x="136" y="115"/>
                  <a:pt x="131" y="120"/>
                  <a:pt x="124" y="120"/>
                </a:cubicBezTo>
                <a:cubicBezTo>
                  <a:pt x="117" y="120"/>
                  <a:pt x="112" y="115"/>
                  <a:pt x="112" y="108"/>
                </a:cubicBezTo>
                <a:cubicBezTo>
                  <a:pt x="112" y="96"/>
                  <a:pt x="112" y="96"/>
                  <a:pt x="112" y="96"/>
                </a:cubicBezTo>
                <a:cubicBezTo>
                  <a:pt x="100" y="96"/>
                  <a:pt x="100" y="96"/>
                  <a:pt x="100" y="96"/>
                </a:cubicBezTo>
                <a:cubicBezTo>
                  <a:pt x="93" y="96"/>
                  <a:pt x="88" y="91"/>
                  <a:pt x="88" y="84"/>
                </a:cubicBezTo>
                <a:cubicBezTo>
                  <a:pt x="88" y="77"/>
                  <a:pt x="93" y="72"/>
                  <a:pt x="100" y="7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35" name="Freeform 85"/>
          <p:cNvSpPr/>
          <p:nvPr/>
        </p:nvSpPr>
        <p:spPr>
          <a:xfrm>
            <a:off x="2608200" y="246240"/>
            <a:ext cx="395280" cy="358560"/>
          </a:xfrm>
          <a:custGeom>
            <a:avLst/>
            <a:gdLst/>
            <a:ahLst/>
            <a:rect l="l" t="t" r="r" b="b"/>
            <a:pathLst>
              <a:path w="248" h="224">
                <a:moveTo>
                  <a:pt x="236" y="184"/>
                </a:moveTo>
                <a:cubicBezTo>
                  <a:pt x="176" y="184"/>
                  <a:pt x="176" y="184"/>
                  <a:pt x="176" y="184"/>
                </a:cubicBezTo>
                <a:cubicBezTo>
                  <a:pt x="160" y="184"/>
                  <a:pt x="160" y="184"/>
                  <a:pt x="160" y="184"/>
                </a:cubicBezTo>
                <a:cubicBezTo>
                  <a:pt x="160" y="204"/>
                  <a:pt x="160" y="204"/>
                  <a:pt x="160" y="204"/>
                </a:cubicBezTo>
                <a:cubicBezTo>
                  <a:pt x="176" y="220"/>
                  <a:pt x="176" y="220"/>
                  <a:pt x="176" y="220"/>
                </a:cubicBezTo>
                <a:cubicBezTo>
                  <a:pt x="176" y="224"/>
                  <a:pt x="176" y="224"/>
                  <a:pt x="176" y="224"/>
                </a:cubicBezTo>
                <a:cubicBezTo>
                  <a:pt x="72" y="224"/>
                  <a:pt x="72" y="224"/>
                  <a:pt x="72" y="224"/>
                </a:cubicBezTo>
                <a:cubicBezTo>
                  <a:pt x="72" y="220"/>
                  <a:pt x="72" y="220"/>
                  <a:pt x="72" y="220"/>
                </a:cubicBezTo>
                <a:cubicBezTo>
                  <a:pt x="88" y="204"/>
                  <a:pt x="88" y="204"/>
                  <a:pt x="88" y="204"/>
                </a:cubicBezTo>
                <a:cubicBezTo>
                  <a:pt x="88" y="184"/>
                  <a:pt x="88" y="184"/>
                  <a:pt x="88" y="184"/>
                </a:cubicBezTo>
                <a:cubicBezTo>
                  <a:pt x="72" y="184"/>
                  <a:pt x="72" y="184"/>
                  <a:pt x="72" y="184"/>
                </a:cubicBezTo>
                <a:cubicBezTo>
                  <a:pt x="12" y="184"/>
                  <a:pt x="12" y="184"/>
                  <a:pt x="12" y="184"/>
                </a:cubicBezTo>
                <a:cubicBezTo>
                  <a:pt x="5" y="184"/>
                  <a:pt x="0" y="179"/>
                  <a:pt x="0" y="17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36" y="0"/>
                  <a:pt x="236" y="0"/>
                  <a:pt x="236" y="0"/>
                </a:cubicBezTo>
                <a:cubicBezTo>
                  <a:pt x="243" y="0"/>
                  <a:pt x="248" y="5"/>
                  <a:pt x="248" y="12"/>
                </a:cubicBezTo>
                <a:cubicBezTo>
                  <a:pt x="248" y="172"/>
                  <a:pt x="248" y="172"/>
                  <a:pt x="248" y="172"/>
                </a:cubicBezTo>
                <a:cubicBezTo>
                  <a:pt x="248" y="179"/>
                  <a:pt x="243" y="184"/>
                  <a:pt x="236" y="184"/>
                </a:cubicBezTo>
                <a:moveTo>
                  <a:pt x="232" y="16"/>
                </a:moveTo>
                <a:cubicBezTo>
                  <a:pt x="16" y="16"/>
                  <a:pt x="16" y="16"/>
                  <a:pt x="16" y="16"/>
                </a:cubicBezTo>
                <a:cubicBezTo>
                  <a:pt x="16" y="152"/>
                  <a:pt x="16" y="152"/>
                  <a:pt x="16" y="152"/>
                </a:cubicBezTo>
                <a:cubicBezTo>
                  <a:pt x="232" y="152"/>
                  <a:pt x="232" y="152"/>
                  <a:pt x="232" y="152"/>
                </a:cubicBezTo>
                <a:lnTo>
                  <a:pt x="232" y="1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36" name="Freeform 86"/>
          <p:cNvSpPr/>
          <p:nvPr/>
        </p:nvSpPr>
        <p:spPr>
          <a:xfrm>
            <a:off x="1886040" y="284040"/>
            <a:ext cx="409320" cy="255600"/>
          </a:xfrm>
          <a:custGeom>
            <a:avLst/>
            <a:gdLst/>
            <a:ahLst/>
            <a:rect l="l" t="t" r="r" b="b"/>
            <a:pathLst>
              <a:path w="256" h="160">
                <a:moveTo>
                  <a:pt x="244" y="160"/>
                </a:moveTo>
                <a:cubicBezTo>
                  <a:pt x="232" y="160"/>
                  <a:pt x="232" y="160"/>
                  <a:pt x="232" y="160"/>
                </a:cubicBezTo>
                <a:cubicBezTo>
                  <a:pt x="24" y="160"/>
                  <a:pt x="24" y="160"/>
                  <a:pt x="24" y="160"/>
                </a:cubicBezTo>
                <a:cubicBezTo>
                  <a:pt x="12" y="160"/>
                  <a:pt x="12" y="160"/>
                  <a:pt x="12" y="160"/>
                </a:cubicBezTo>
                <a:cubicBezTo>
                  <a:pt x="5" y="160"/>
                  <a:pt x="0" y="155"/>
                  <a:pt x="0" y="148"/>
                </a:cubicBezTo>
                <a:cubicBezTo>
                  <a:pt x="0" y="128"/>
                  <a:pt x="0" y="128"/>
                  <a:pt x="0" y="128"/>
                </a:cubicBezTo>
                <a:cubicBezTo>
                  <a:pt x="24" y="128"/>
                  <a:pt x="24" y="128"/>
                  <a:pt x="24" y="128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5"/>
                  <a:pt x="29" y="0"/>
                  <a:pt x="36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7" y="0"/>
                  <a:pt x="232" y="5"/>
                  <a:pt x="232" y="12"/>
                </a:cubicBezTo>
                <a:cubicBezTo>
                  <a:pt x="232" y="128"/>
                  <a:pt x="232" y="128"/>
                  <a:pt x="232" y="128"/>
                </a:cubicBezTo>
                <a:cubicBezTo>
                  <a:pt x="256" y="128"/>
                  <a:pt x="256" y="128"/>
                  <a:pt x="256" y="128"/>
                </a:cubicBezTo>
                <a:cubicBezTo>
                  <a:pt x="256" y="148"/>
                  <a:pt x="256" y="148"/>
                  <a:pt x="256" y="148"/>
                </a:cubicBezTo>
                <a:cubicBezTo>
                  <a:pt x="256" y="155"/>
                  <a:pt x="251" y="160"/>
                  <a:pt x="244" y="160"/>
                </a:cubicBezTo>
                <a:moveTo>
                  <a:pt x="100" y="148"/>
                </a:moveTo>
                <a:cubicBezTo>
                  <a:pt x="156" y="148"/>
                  <a:pt x="156" y="148"/>
                  <a:pt x="156" y="148"/>
                </a:cubicBezTo>
                <a:cubicBezTo>
                  <a:pt x="156" y="140"/>
                  <a:pt x="156" y="140"/>
                  <a:pt x="156" y="140"/>
                </a:cubicBezTo>
                <a:cubicBezTo>
                  <a:pt x="100" y="140"/>
                  <a:pt x="100" y="140"/>
                  <a:pt x="100" y="140"/>
                </a:cubicBezTo>
                <a:lnTo>
                  <a:pt x="100" y="148"/>
                </a:lnTo>
                <a:close/>
                <a:moveTo>
                  <a:pt x="216" y="16"/>
                </a:moveTo>
                <a:cubicBezTo>
                  <a:pt x="40" y="16"/>
                  <a:pt x="40" y="16"/>
                  <a:pt x="40" y="16"/>
                </a:cubicBezTo>
                <a:cubicBezTo>
                  <a:pt x="40" y="120"/>
                  <a:pt x="40" y="120"/>
                  <a:pt x="40" y="120"/>
                </a:cubicBezTo>
                <a:cubicBezTo>
                  <a:pt x="216" y="120"/>
                  <a:pt x="216" y="120"/>
                  <a:pt x="216" y="120"/>
                </a:cubicBezTo>
                <a:lnTo>
                  <a:pt x="216" y="1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37" name="Freeform 87"/>
          <p:cNvSpPr/>
          <p:nvPr/>
        </p:nvSpPr>
        <p:spPr>
          <a:xfrm>
            <a:off x="1216080" y="227160"/>
            <a:ext cx="318960" cy="369720"/>
          </a:xfrm>
          <a:custGeom>
            <a:avLst/>
            <a:gdLst/>
            <a:ahLst/>
            <a:rect l="l" t="t" r="r" b="b"/>
            <a:pathLst>
              <a:path w="200" h="232">
                <a:moveTo>
                  <a:pt x="188" y="232"/>
                </a:moveTo>
                <a:cubicBezTo>
                  <a:pt x="12" y="232"/>
                  <a:pt x="12" y="232"/>
                  <a:pt x="12" y="232"/>
                </a:cubicBezTo>
                <a:cubicBezTo>
                  <a:pt x="5" y="232"/>
                  <a:pt x="0" y="227"/>
                  <a:pt x="0" y="22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188" y="0"/>
                  <a:pt x="188" y="0"/>
                  <a:pt x="188" y="0"/>
                </a:cubicBezTo>
                <a:cubicBezTo>
                  <a:pt x="195" y="0"/>
                  <a:pt x="200" y="5"/>
                  <a:pt x="200" y="12"/>
                </a:cubicBezTo>
                <a:cubicBezTo>
                  <a:pt x="200" y="220"/>
                  <a:pt x="200" y="220"/>
                  <a:pt x="200" y="220"/>
                </a:cubicBezTo>
                <a:cubicBezTo>
                  <a:pt x="200" y="227"/>
                  <a:pt x="195" y="232"/>
                  <a:pt x="188" y="232"/>
                </a:cubicBezTo>
                <a:moveTo>
                  <a:pt x="100" y="224"/>
                </a:moveTo>
                <a:cubicBezTo>
                  <a:pt x="104" y="224"/>
                  <a:pt x="108" y="220"/>
                  <a:pt x="108" y="216"/>
                </a:cubicBezTo>
                <a:cubicBezTo>
                  <a:pt x="108" y="212"/>
                  <a:pt x="104" y="208"/>
                  <a:pt x="100" y="208"/>
                </a:cubicBezTo>
                <a:cubicBezTo>
                  <a:pt x="96" y="208"/>
                  <a:pt x="92" y="212"/>
                  <a:pt x="92" y="216"/>
                </a:cubicBezTo>
                <a:cubicBezTo>
                  <a:pt x="92" y="220"/>
                  <a:pt x="96" y="224"/>
                  <a:pt x="100" y="224"/>
                </a:cubicBezTo>
                <a:moveTo>
                  <a:pt x="176" y="24"/>
                </a:moveTo>
                <a:cubicBezTo>
                  <a:pt x="24" y="24"/>
                  <a:pt x="24" y="24"/>
                  <a:pt x="24" y="24"/>
                </a:cubicBezTo>
                <a:cubicBezTo>
                  <a:pt x="24" y="200"/>
                  <a:pt x="24" y="200"/>
                  <a:pt x="24" y="200"/>
                </a:cubicBezTo>
                <a:cubicBezTo>
                  <a:pt x="176" y="200"/>
                  <a:pt x="176" y="200"/>
                  <a:pt x="176" y="200"/>
                </a:cubicBezTo>
                <a:lnTo>
                  <a:pt x="176" y="2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38" name="Freeform 88"/>
          <p:cNvSpPr/>
          <p:nvPr/>
        </p:nvSpPr>
        <p:spPr>
          <a:xfrm>
            <a:off x="550800" y="227160"/>
            <a:ext cx="217440" cy="369720"/>
          </a:xfrm>
          <a:custGeom>
            <a:avLst/>
            <a:gdLst/>
            <a:ahLst/>
            <a:rect l="l" t="t" r="r" b="b"/>
            <a:pathLst>
              <a:path w="136" h="232">
                <a:moveTo>
                  <a:pt x="124" y="232"/>
                </a:moveTo>
                <a:cubicBezTo>
                  <a:pt x="12" y="232"/>
                  <a:pt x="12" y="232"/>
                  <a:pt x="12" y="232"/>
                </a:cubicBezTo>
                <a:cubicBezTo>
                  <a:pt x="5" y="232"/>
                  <a:pt x="0" y="227"/>
                  <a:pt x="0" y="22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124" y="0"/>
                  <a:pt x="124" y="0"/>
                  <a:pt x="124" y="0"/>
                </a:cubicBezTo>
                <a:cubicBezTo>
                  <a:pt x="131" y="0"/>
                  <a:pt x="136" y="5"/>
                  <a:pt x="136" y="12"/>
                </a:cubicBezTo>
                <a:cubicBezTo>
                  <a:pt x="136" y="220"/>
                  <a:pt x="136" y="220"/>
                  <a:pt x="136" y="220"/>
                </a:cubicBezTo>
                <a:cubicBezTo>
                  <a:pt x="136" y="227"/>
                  <a:pt x="131" y="232"/>
                  <a:pt x="124" y="232"/>
                </a:cubicBezTo>
                <a:moveTo>
                  <a:pt x="68" y="220"/>
                </a:moveTo>
                <a:cubicBezTo>
                  <a:pt x="72" y="220"/>
                  <a:pt x="76" y="216"/>
                  <a:pt x="76" y="212"/>
                </a:cubicBezTo>
                <a:cubicBezTo>
                  <a:pt x="76" y="208"/>
                  <a:pt x="72" y="204"/>
                  <a:pt x="68" y="204"/>
                </a:cubicBezTo>
                <a:cubicBezTo>
                  <a:pt x="64" y="204"/>
                  <a:pt x="60" y="208"/>
                  <a:pt x="60" y="212"/>
                </a:cubicBezTo>
                <a:cubicBezTo>
                  <a:pt x="60" y="216"/>
                  <a:pt x="64" y="220"/>
                  <a:pt x="68" y="220"/>
                </a:cubicBezTo>
                <a:moveTo>
                  <a:pt x="124" y="24"/>
                </a:moveTo>
                <a:cubicBezTo>
                  <a:pt x="120" y="24"/>
                  <a:pt x="120" y="24"/>
                  <a:pt x="120" y="24"/>
                </a:cubicBezTo>
                <a:cubicBezTo>
                  <a:pt x="16" y="24"/>
                  <a:pt x="16" y="24"/>
                  <a:pt x="16" y="24"/>
                </a:cubicBezTo>
                <a:cubicBezTo>
                  <a:pt x="12" y="24"/>
                  <a:pt x="12" y="24"/>
                  <a:pt x="12" y="24"/>
                </a:cubicBezTo>
                <a:cubicBezTo>
                  <a:pt x="12" y="192"/>
                  <a:pt x="12" y="192"/>
                  <a:pt x="12" y="192"/>
                </a:cubicBezTo>
                <a:cubicBezTo>
                  <a:pt x="16" y="192"/>
                  <a:pt x="16" y="192"/>
                  <a:pt x="16" y="192"/>
                </a:cubicBezTo>
                <a:cubicBezTo>
                  <a:pt x="120" y="192"/>
                  <a:pt x="120" y="192"/>
                  <a:pt x="120" y="192"/>
                </a:cubicBezTo>
                <a:cubicBezTo>
                  <a:pt x="124" y="192"/>
                  <a:pt x="124" y="192"/>
                  <a:pt x="124" y="192"/>
                </a:cubicBezTo>
                <a:lnTo>
                  <a:pt x="124" y="2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Freeform 5"/>
          <p:cNvSpPr/>
          <p:nvPr/>
        </p:nvSpPr>
        <p:spPr>
          <a:xfrm>
            <a:off x="8394840" y="4505400"/>
            <a:ext cx="415800" cy="41580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56" y="128"/>
                </a:moveTo>
                <a:cubicBezTo>
                  <a:pt x="256" y="244"/>
                  <a:pt x="256" y="244"/>
                  <a:pt x="256" y="244"/>
                </a:cubicBezTo>
                <a:cubicBezTo>
                  <a:pt x="256" y="251"/>
                  <a:pt x="251" y="256"/>
                  <a:pt x="244" y="256"/>
                </a:cubicBezTo>
                <a:cubicBezTo>
                  <a:pt x="128" y="256"/>
                  <a:pt x="128" y="256"/>
                  <a:pt x="128" y="256"/>
                </a:cubicBezTo>
                <a:cubicBezTo>
                  <a:pt x="128" y="256"/>
                  <a:pt x="128" y="256"/>
                  <a:pt x="128" y="256"/>
                </a:cubicBezTo>
                <a:cubicBezTo>
                  <a:pt x="57" y="256"/>
                  <a:pt x="0" y="199"/>
                  <a:pt x="0" y="128"/>
                </a:cubicBezTo>
                <a:cubicBezTo>
                  <a:pt x="0" y="57"/>
                  <a:pt x="57" y="0"/>
                  <a:pt x="128" y="0"/>
                </a:cubicBezTo>
                <a:cubicBezTo>
                  <a:pt x="199" y="0"/>
                  <a:pt x="256" y="57"/>
                  <a:pt x="256" y="128"/>
                </a:cubicBezTo>
                <a:cubicBezTo>
                  <a:pt x="256" y="128"/>
                  <a:pt x="256" y="128"/>
                  <a:pt x="256" y="128"/>
                </a:cubicBezTo>
                <a:moveTo>
                  <a:pt x="128" y="24"/>
                </a:moveTo>
                <a:cubicBezTo>
                  <a:pt x="71" y="24"/>
                  <a:pt x="24" y="71"/>
                  <a:pt x="24" y="128"/>
                </a:cubicBezTo>
                <a:cubicBezTo>
                  <a:pt x="24" y="185"/>
                  <a:pt x="71" y="232"/>
                  <a:pt x="128" y="232"/>
                </a:cubicBezTo>
                <a:cubicBezTo>
                  <a:pt x="128" y="232"/>
                  <a:pt x="128" y="232"/>
                  <a:pt x="128" y="232"/>
                </a:cubicBezTo>
                <a:cubicBezTo>
                  <a:pt x="185" y="232"/>
                  <a:pt x="232" y="185"/>
                  <a:pt x="232" y="128"/>
                </a:cubicBezTo>
                <a:cubicBezTo>
                  <a:pt x="232" y="128"/>
                  <a:pt x="232" y="128"/>
                  <a:pt x="232" y="128"/>
                </a:cubicBezTo>
                <a:cubicBezTo>
                  <a:pt x="232" y="71"/>
                  <a:pt x="185" y="24"/>
                  <a:pt x="128" y="24"/>
                </a:cubicBezTo>
                <a:moveTo>
                  <a:pt x="180" y="140"/>
                </a:moveTo>
                <a:cubicBezTo>
                  <a:pt x="172" y="140"/>
                  <a:pt x="172" y="140"/>
                  <a:pt x="172" y="140"/>
                </a:cubicBezTo>
                <a:cubicBezTo>
                  <a:pt x="96" y="140"/>
                  <a:pt x="96" y="140"/>
                  <a:pt x="96" y="140"/>
                </a:cubicBezTo>
                <a:cubicBezTo>
                  <a:pt x="76" y="140"/>
                  <a:pt x="76" y="140"/>
                  <a:pt x="76" y="140"/>
                </a:cubicBezTo>
                <a:cubicBezTo>
                  <a:pt x="69" y="140"/>
                  <a:pt x="64" y="135"/>
                  <a:pt x="64" y="128"/>
                </a:cubicBezTo>
                <a:cubicBezTo>
                  <a:pt x="64" y="121"/>
                  <a:pt x="69" y="116"/>
                  <a:pt x="76" y="116"/>
                </a:cubicBezTo>
                <a:cubicBezTo>
                  <a:pt x="116" y="116"/>
                  <a:pt x="116" y="116"/>
                  <a:pt x="116" y="116"/>
                </a:cubicBezTo>
                <a:cubicBezTo>
                  <a:pt x="140" y="116"/>
                  <a:pt x="140" y="116"/>
                  <a:pt x="140" y="116"/>
                </a:cubicBezTo>
                <a:cubicBezTo>
                  <a:pt x="180" y="116"/>
                  <a:pt x="180" y="116"/>
                  <a:pt x="180" y="116"/>
                </a:cubicBezTo>
                <a:cubicBezTo>
                  <a:pt x="187" y="116"/>
                  <a:pt x="192" y="121"/>
                  <a:pt x="192" y="128"/>
                </a:cubicBezTo>
                <a:cubicBezTo>
                  <a:pt x="192" y="135"/>
                  <a:pt x="187" y="140"/>
                  <a:pt x="180" y="14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40" name="Freeform 6"/>
          <p:cNvSpPr/>
          <p:nvPr/>
        </p:nvSpPr>
        <p:spPr>
          <a:xfrm>
            <a:off x="7666200" y="4505400"/>
            <a:ext cx="415800" cy="41580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56" y="128"/>
                </a:moveTo>
                <a:cubicBezTo>
                  <a:pt x="256" y="244"/>
                  <a:pt x="256" y="244"/>
                  <a:pt x="256" y="244"/>
                </a:cubicBezTo>
                <a:cubicBezTo>
                  <a:pt x="256" y="251"/>
                  <a:pt x="251" y="256"/>
                  <a:pt x="244" y="256"/>
                </a:cubicBezTo>
                <a:cubicBezTo>
                  <a:pt x="128" y="256"/>
                  <a:pt x="128" y="256"/>
                  <a:pt x="128" y="256"/>
                </a:cubicBezTo>
                <a:cubicBezTo>
                  <a:pt x="128" y="256"/>
                  <a:pt x="128" y="256"/>
                  <a:pt x="128" y="256"/>
                </a:cubicBezTo>
                <a:cubicBezTo>
                  <a:pt x="57" y="256"/>
                  <a:pt x="0" y="199"/>
                  <a:pt x="0" y="128"/>
                </a:cubicBezTo>
                <a:cubicBezTo>
                  <a:pt x="0" y="57"/>
                  <a:pt x="57" y="0"/>
                  <a:pt x="128" y="0"/>
                </a:cubicBezTo>
                <a:cubicBezTo>
                  <a:pt x="199" y="0"/>
                  <a:pt x="256" y="57"/>
                  <a:pt x="256" y="128"/>
                </a:cubicBezTo>
                <a:cubicBezTo>
                  <a:pt x="256" y="128"/>
                  <a:pt x="256" y="128"/>
                  <a:pt x="256" y="128"/>
                </a:cubicBezTo>
                <a:moveTo>
                  <a:pt x="128" y="24"/>
                </a:moveTo>
                <a:cubicBezTo>
                  <a:pt x="71" y="24"/>
                  <a:pt x="24" y="71"/>
                  <a:pt x="24" y="128"/>
                </a:cubicBezTo>
                <a:cubicBezTo>
                  <a:pt x="24" y="185"/>
                  <a:pt x="71" y="232"/>
                  <a:pt x="128" y="232"/>
                </a:cubicBezTo>
                <a:cubicBezTo>
                  <a:pt x="128" y="232"/>
                  <a:pt x="128" y="232"/>
                  <a:pt x="128" y="232"/>
                </a:cubicBezTo>
                <a:cubicBezTo>
                  <a:pt x="185" y="232"/>
                  <a:pt x="232" y="185"/>
                  <a:pt x="232" y="128"/>
                </a:cubicBezTo>
                <a:cubicBezTo>
                  <a:pt x="232" y="128"/>
                  <a:pt x="232" y="128"/>
                  <a:pt x="232" y="128"/>
                </a:cubicBezTo>
                <a:cubicBezTo>
                  <a:pt x="232" y="71"/>
                  <a:pt x="185" y="24"/>
                  <a:pt x="128" y="24"/>
                </a:cubicBezTo>
                <a:moveTo>
                  <a:pt x="180" y="140"/>
                </a:moveTo>
                <a:cubicBezTo>
                  <a:pt x="140" y="140"/>
                  <a:pt x="140" y="140"/>
                  <a:pt x="140" y="140"/>
                </a:cubicBezTo>
                <a:cubicBezTo>
                  <a:pt x="140" y="180"/>
                  <a:pt x="140" y="180"/>
                  <a:pt x="140" y="180"/>
                </a:cubicBezTo>
                <a:cubicBezTo>
                  <a:pt x="140" y="187"/>
                  <a:pt x="135" y="192"/>
                  <a:pt x="128" y="192"/>
                </a:cubicBezTo>
                <a:cubicBezTo>
                  <a:pt x="121" y="192"/>
                  <a:pt x="116" y="187"/>
                  <a:pt x="116" y="180"/>
                </a:cubicBezTo>
                <a:cubicBezTo>
                  <a:pt x="116" y="140"/>
                  <a:pt x="116" y="140"/>
                  <a:pt x="116" y="140"/>
                </a:cubicBezTo>
                <a:cubicBezTo>
                  <a:pt x="76" y="140"/>
                  <a:pt x="76" y="140"/>
                  <a:pt x="76" y="140"/>
                </a:cubicBezTo>
                <a:cubicBezTo>
                  <a:pt x="69" y="140"/>
                  <a:pt x="64" y="135"/>
                  <a:pt x="64" y="128"/>
                </a:cubicBezTo>
                <a:cubicBezTo>
                  <a:pt x="64" y="121"/>
                  <a:pt x="69" y="116"/>
                  <a:pt x="76" y="116"/>
                </a:cubicBezTo>
                <a:cubicBezTo>
                  <a:pt x="116" y="116"/>
                  <a:pt x="116" y="116"/>
                  <a:pt x="116" y="116"/>
                </a:cubicBezTo>
                <a:cubicBezTo>
                  <a:pt x="116" y="76"/>
                  <a:pt x="116" y="76"/>
                  <a:pt x="116" y="76"/>
                </a:cubicBezTo>
                <a:cubicBezTo>
                  <a:pt x="116" y="69"/>
                  <a:pt x="121" y="64"/>
                  <a:pt x="128" y="64"/>
                </a:cubicBezTo>
                <a:cubicBezTo>
                  <a:pt x="135" y="64"/>
                  <a:pt x="140" y="69"/>
                  <a:pt x="140" y="76"/>
                </a:cubicBezTo>
                <a:cubicBezTo>
                  <a:pt x="140" y="116"/>
                  <a:pt x="140" y="116"/>
                  <a:pt x="140" y="116"/>
                </a:cubicBezTo>
                <a:cubicBezTo>
                  <a:pt x="180" y="116"/>
                  <a:pt x="180" y="116"/>
                  <a:pt x="180" y="116"/>
                </a:cubicBezTo>
                <a:cubicBezTo>
                  <a:pt x="187" y="116"/>
                  <a:pt x="192" y="121"/>
                  <a:pt x="192" y="128"/>
                </a:cubicBezTo>
                <a:cubicBezTo>
                  <a:pt x="192" y="135"/>
                  <a:pt x="187" y="140"/>
                  <a:pt x="180" y="14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41" name="Freeform 7"/>
          <p:cNvSpPr/>
          <p:nvPr/>
        </p:nvSpPr>
        <p:spPr>
          <a:xfrm>
            <a:off x="6937200" y="4549680"/>
            <a:ext cx="416160" cy="325440"/>
          </a:xfrm>
          <a:custGeom>
            <a:avLst/>
            <a:gdLst/>
            <a:ahLst/>
            <a:rect l="l" t="t" r="r" b="b"/>
            <a:pathLst>
              <a:path w="256" h="200">
                <a:moveTo>
                  <a:pt x="244" y="112"/>
                </a:moveTo>
                <a:cubicBezTo>
                  <a:pt x="172" y="112"/>
                  <a:pt x="172" y="112"/>
                  <a:pt x="172" y="112"/>
                </a:cubicBezTo>
                <a:cubicBezTo>
                  <a:pt x="165" y="112"/>
                  <a:pt x="160" y="107"/>
                  <a:pt x="160" y="100"/>
                </a:cubicBezTo>
                <a:cubicBezTo>
                  <a:pt x="160" y="93"/>
                  <a:pt x="165" y="88"/>
                  <a:pt x="172" y="88"/>
                </a:cubicBezTo>
                <a:cubicBezTo>
                  <a:pt x="244" y="88"/>
                  <a:pt x="244" y="88"/>
                  <a:pt x="244" y="88"/>
                </a:cubicBezTo>
                <a:cubicBezTo>
                  <a:pt x="251" y="88"/>
                  <a:pt x="256" y="93"/>
                  <a:pt x="256" y="100"/>
                </a:cubicBezTo>
                <a:cubicBezTo>
                  <a:pt x="256" y="107"/>
                  <a:pt x="251" y="112"/>
                  <a:pt x="244" y="112"/>
                </a:cubicBezTo>
                <a:moveTo>
                  <a:pt x="160" y="188"/>
                </a:moveTo>
                <a:cubicBezTo>
                  <a:pt x="160" y="195"/>
                  <a:pt x="155" y="200"/>
                  <a:pt x="148" y="200"/>
                </a:cubicBezTo>
                <a:cubicBezTo>
                  <a:pt x="143" y="200"/>
                  <a:pt x="139" y="197"/>
                  <a:pt x="137" y="192"/>
                </a:cubicBezTo>
                <a:cubicBezTo>
                  <a:pt x="137" y="192"/>
                  <a:pt x="137" y="192"/>
                  <a:pt x="137" y="192"/>
                </a:cubicBezTo>
                <a:cubicBezTo>
                  <a:pt x="121" y="152"/>
                  <a:pt x="121" y="152"/>
                  <a:pt x="121" y="152"/>
                </a:cubicBezTo>
                <a:cubicBezTo>
                  <a:pt x="39" y="152"/>
                  <a:pt x="39" y="152"/>
                  <a:pt x="39" y="152"/>
                </a:cubicBezTo>
                <a:cubicBezTo>
                  <a:pt x="23" y="192"/>
                  <a:pt x="23" y="192"/>
                  <a:pt x="23" y="192"/>
                </a:cubicBezTo>
                <a:cubicBezTo>
                  <a:pt x="23" y="192"/>
                  <a:pt x="23" y="192"/>
                  <a:pt x="23" y="192"/>
                </a:cubicBezTo>
                <a:cubicBezTo>
                  <a:pt x="21" y="197"/>
                  <a:pt x="17" y="200"/>
                  <a:pt x="12" y="200"/>
                </a:cubicBezTo>
                <a:cubicBezTo>
                  <a:pt x="5" y="200"/>
                  <a:pt x="0" y="195"/>
                  <a:pt x="0" y="188"/>
                </a:cubicBezTo>
                <a:cubicBezTo>
                  <a:pt x="0" y="186"/>
                  <a:pt x="0" y="185"/>
                  <a:pt x="1" y="184"/>
                </a:cubicBezTo>
                <a:cubicBezTo>
                  <a:pt x="1" y="184"/>
                  <a:pt x="1" y="184"/>
                  <a:pt x="1" y="184"/>
                </a:cubicBezTo>
                <a:cubicBezTo>
                  <a:pt x="69" y="8"/>
                  <a:pt x="69" y="8"/>
                  <a:pt x="69" y="8"/>
                </a:cubicBezTo>
                <a:cubicBezTo>
                  <a:pt x="69" y="8"/>
                  <a:pt x="69" y="8"/>
                  <a:pt x="69" y="8"/>
                </a:cubicBezTo>
                <a:cubicBezTo>
                  <a:pt x="71" y="3"/>
                  <a:pt x="75" y="0"/>
                  <a:pt x="80" y="0"/>
                </a:cubicBezTo>
                <a:cubicBezTo>
                  <a:pt x="85" y="0"/>
                  <a:pt x="89" y="3"/>
                  <a:pt x="91" y="8"/>
                </a:cubicBezTo>
                <a:cubicBezTo>
                  <a:pt x="91" y="8"/>
                  <a:pt x="91" y="8"/>
                  <a:pt x="91" y="8"/>
                </a:cubicBezTo>
                <a:cubicBezTo>
                  <a:pt x="159" y="184"/>
                  <a:pt x="159" y="184"/>
                  <a:pt x="159" y="184"/>
                </a:cubicBezTo>
                <a:cubicBezTo>
                  <a:pt x="159" y="184"/>
                  <a:pt x="159" y="184"/>
                  <a:pt x="159" y="184"/>
                </a:cubicBezTo>
                <a:cubicBezTo>
                  <a:pt x="160" y="185"/>
                  <a:pt x="160" y="186"/>
                  <a:pt x="160" y="188"/>
                </a:cubicBezTo>
                <a:moveTo>
                  <a:pt x="80" y="45"/>
                </a:moveTo>
                <a:cubicBezTo>
                  <a:pt x="48" y="128"/>
                  <a:pt x="48" y="128"/>
                  <a:pt x="48" y="128"/>
                </a:cubicBezTo>
                <a:cubicBezTo>
                  <a:pt x="112" y="128"/>
                  <a:pt x="112" y="128"/>
                  <a:pt x="112" y="128"/>
                </a:cubicBezTo>
                <a:lnTo>
                  <a:pt x="80" y="4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42" name="Freeform 8"/>
          <p:cNvSpPr/>
          <p:nvPr/>
        </p:nvSpPr>
        <p:spPr>
          <a:xfrm>
            <a:off x="6208560" y="4549680"/>
            <a:ext cx="416160" cy="325440"/>
          </a:xfrm>
          <a:custGeom>
            <a:avLst/>
            <a:gdLst/>
            <a:ahLst/>
            <a:rect l="l" t="t" r="r" b="b"/>
            <a:pathLst>
              <a:path w="256" h="200">
                <a:moveTo>
                  <a:pt x="244" y="112"/>
                </a:moveTo>
                <a:cubicBezTo>
                  <a:pt x="220" y="112"/>
                  <a:pt x="220" y="112"/>
                  <a:pt x="220" y="112"/>
                </a:cubicBezTo>
                <a:cubicBezTo>
                  <a:pt x="220" y="136"/>
                  <a:pt x="220" y="136"/>
                  <a:pt x="220" y="136"/>
                </a:cubicBezTo>
                <a:cubicBezTo>
                  <a:pt x="220" y="143"/>
                  <a:pt x="215" y="148"/>
                  <a:pt x="208" y="148"/>
                </a:cubicBezTo>
                <a:cubicBezTo>
                  <a:pt x="201" y="148"/>
                  <a:pt x="196" y="143"/>
                  <a:pt x="196" y="136"/>
                </a:cubicBezTo>
                <a:cubicBezTo>
                  <a:pt x="196" y="112"/>
                  <a:pt x="196" y="112"/>
                  <a:pt x="196" y="112"/>
                </a:cubicBezTo>
                <a:cubicBezTo>
                  <a:pt x="172" y="112"/>
                  <a:pt x="172" y="112"/>
                  <a:pt x="172" y="112"/>
                </a:cubicBezTo>
                <a:cubicBezTo>
                  <a:pt x="165" y="112"/>
                  <a:pt x="160" y="107"/>
                  <a:pt x="160" y="100"/>
                </a:cubicBezTo>
                <a:cubicBezTo>
                  <a:pt x="160" y="93"/>
                  <a:pt x="165" y="88"/>
                  <a:pt x="172" y="88"/>
                </a:cubicBezTo>
                <a:cubicBezTo>
                  <a:pt x="196" y="88"/>
                  <a:pt x="196" y="88"/>
                  <a:pt x="196" y="88"/>
                </a:cubicBezTo>
                <a:cubicBezTo>
                  <a:pt x="196" y="64"/>
                  <a:pt x="196" y="64"/>
                  <a:pt x="196" y="64"/>
                </a:cubicBezTo>
                <a:cubicBezTo>
                  <a:pt x="196" y="57"/>
                  <a:pt x="201" y="52"/>
                  <a:pt x="208" y="52"/>
                </a:cubicBezTo>
                <a:cubicBezTo>
                  <a:pt x="215" y="52"/>
                  <a:pt x="220" y="57"/>
                  <a:pt x="220" y="64"/>
                </a:cubicBezTo>
                <a:cubicBezTo>
                  <a:pt x="220" y="88"/>
                  <a:pt x="220" y="88"/>
                  <a:pt x="220" y="88"/>
                </a:cubicBezTo>
                <a:cubicBezTo>
                  <a:pt x="244" y="88"/>
                  <a:pt x="244" y="88"/>
                  <a:pt x="244" y="88"/>
                </a:cubicBezTo>
                <a:cubicBezTo>
                  <a:pt x="251" y="88"/>
                  <a:pt x="256" y="93"/>
                  <a:pt x="256" y="100"/>
                </a:cubicBezTo>
                <a:cubicBezTo>
                  <a:pt x="256" y="107"/>
                  <a:pt x="251" y="112"/>
                  <a:pt x="244" y="112"/>
                </a:cubicBezTo>
                <a:moveTo>
                  <a:pt x="160" y="188"/>
                </a:moveTo>
                <a:cubicBezTo>
                  <a:pt x="160" y="195"/>
                  <a:pt x="155" y="200"/>
                  <a:pt x="148" y="200"/>
                </a:cubicBezTo>
                <a:cubicBezTo>
                  <a:pt x="143" y="200"/>
                  <a:pt x="139" y="197"/>
                  <a:pt x="137" y="192"/>
                </a:cubicBezTo>
                <a:cubicBezTo>
                  <a:pt x="137" y="192"/>
                  <a:pt x="137" y="192"/>
                  <a:pt x="137" y="192"/>
                </a:cubicBezTo>
                <a:cubicBezTo>
                  <a:pt x="121" y="152"/>
                  <a:pt x="121" y="152"/>
                  <a:pt x="121" y="152"/>
                </a:cubicBezTo>
                <a:cubicBezTo>
                  <a:pt x="39" y="152"/>
                  <a:pt x="39" y="152"/>
                  <a:pt x="39" y="152"/>
                </a:cubicBezTo>
                <a:cubicBezTo>
                  <a:pt x="23" y="192"/>
                  <a:pt x="23" y="192"/>
                  <a:pt x="23" y="192"/>
                </a:cubicBezTo>
                <a:cubicBezTo>
                  <a:pt x="23" y="192"/>
                  <a:pt x="23" y="192"/>
                  <a:pt x="23" y="192"/>
                </a:cubicBezTo>
                <a:cubicBezTo>
                  <a:pt x="21" y="197"/>
                  <a:pt x="17" y="200"/>
                  <a:pt x="12" y="200"/>
                </a:cubicBezTo>
                <a:cubicBezTo>
                  <a:pt x="5" y="200"/>
                  <a:pt x="0" y="195"/>
                  <a:pt x="0" y="188"/>
                </a:cubicBezTo>
                <a:cubicBezTo>
                  <a:pt x="0" y="186"/>
                  <a:pt x="0" y="185"/>
                  <a:pt x="1" y="184"/>
                </a:cubicBezTo>
                <a:cubicBezTo>
                  <a:pt x="1" y="184"/>
                  <a:pt x="1" y="184"/>
                  <a:pt x="1" y="184"/>
                </a:cubicBezTo>
                <a:cubicBezTo>
                  <a:pt x="69" y="8"/>
                  <a:pt x="69" y="8"/>
                  <a:pt x="69" y="8"/>
                </a:cubicBezTo>
                <a:cubicBezTo>
                  <a:pt x="69" y="8"/>
                  <a:pt x="69" y="8"/>
                  <a:pt x="69" y="8"/>
                </a:cubicBezTo>
                <a:cubicBezTo>
                  <a:pt x="71" y="3"/>
                  <a:pt x="75" y="0"/>
                  <a:pt x="80" y="0"/>
                </a:cubicBezTo>
                <a:cubicBezTo>
                  <a:pt x="85" y="0"/>
                  <a:pt x="89" y="3"/>
                  <a:pt x="91" y="8"/>
                </a:cubicBezTo>
                <a:cubicBezTo>
                  <a:pt x="91" y="8"/>
                  <a:pt x="91" y="8"/>
                  <a:pt x="91" y="8"/>
                </a:cubicBezTo>
                <a:cubicBezTo>
                  <a:pt x="159" y="184"/>
                  <a:pt x="159" y="184"/>
                  <a:pt x="159" y="184"/>
                </a:cubicBezTo>
                <a:cubicBezTo>
                  <a:pt x="159" y="184"/>
                  <a:pt x="159" y="184"/>
                  <a:pt x="159" y="184"/>
                </a:cubicBezTo>
                <a:cubicBezTo>
                  <a:pt x="160" y="185"/>
                  <a:pt x="160" y="186"/>
                  <a:pt x="160" y="188"/>
                </a:cubicBezTo>
                <a:moveTo>
                  <a:pt x="80" y="45"/>
                </a:moveTo>
                <a:cubicBezTo>
                  <a:pt x="48" y="128"/>
                  <a:pt x="48" y="128"/>
                  <a:pt x="48" y="128"/>
                </a:cubicBezTo>
                <a:cubicBezTo>
                  <a:pt x="112" y="128"/>
                  <a:pt x="112" y="128"/>
                  <a:pt x="112" y="128"/>
                </a:cubicBezTo>
                <a:lnTo>
                  <a:pt x="80" y="4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43" name="Freeform 9"/>
          <p:cNvSpPr/>
          <p:nvPr/>
        </p:nvSpPr>
        <p:spPr>
          <a:xfrm>
            <a:off x="5572080" y="4505400"/>
            <a:ext cx="233280" cy="415800"/>
          </a:xfrm>
          <a:custGeom>
            <a:avLst/>
            <a:gdLst/>
            <a:ahLst/>
            <a:rect l="l" t="t" r="r" b="b"/>
            <a:pathLst>
              <a:path w="144" h="256">
                <a:moveTo>
                  <a:pt x="140" y="80"/>
                </a:moveTo>
                <a:cubicBezTo>
                  <a:pt x="140" y="80"/>
                  <a:pt x="140" y="80"/>
                  <a:pt x="140" y="80"/>
                </a:cubicBezTo>
                <a:cubicBezTo>
                  <a:pt x="93" y="128"/>
                  <a:pt x="93" y="128"/>
                  <a:pt x="93" y="128"/>
                </a:cubicBezTo>
                <a:cubicBezTo>
                  <a:pt x="140" y="176"/>
                  <a:pt x="140" y="176"/>
                  <a:pt x="140" y="176"/>
                </a:cubicBezTo>
                <a:cubicBezTo>
                  <a:pt x="143" y="178"/>
                  <a:pt x="144" y="181"/>
                  <a:pt x="144" y="184"/>
                </a:cubicBezTo>
                <a:cubicBezTo>
                  <a:pt x="144" y="187"/>
                  <a:pt x="143" y="190"/>
                  <a:pt x="140" y="192"/>
                </a:cubicBezTo>
                <a:cubicBezTo>
                  <a:pt x="80" y="252"/>
                  <a:pt x="80" y="252"/>
                  <a:pt x="80" y="252"/>
                </a:cubicBezTo>
                <a:cubicBezTo>
                  <a:pt x="78" y="255"/>
                  <a:pt x="75" y="256"/>
                  <a:pt x="72" y="256"/>
                </a:cubicBezTo>
                <a:cubicBezTo>
                  <a:pt x="65" y="256"/>
                  <a:pt x="60" y="251"/>
                  <a:pt x="60" y="244"/>
                </a:cubicBezTo>
                <a:cubicBezTo>
                  <a:pt x="60" y="161"/>
                  <a:pt x="60" y="161"/>
                  <a:pt x="60" y="161"/>
                </a:cubicBezTo>
                <a:cubicBezTo>
                  <a:pt x="20" y="200"/>
                  <a:pt x="20" y="200"/>
                  <a:pt x="20" y="200"/>
                </a:cubicBezTo>
                <a:cubicBezTo>
                  <a:pt x="18" y="203"/>
                  <a:pt x="15" y="204"/>
                  <a:pt x="12" y="204"/>
                </a:cubicBezTo>
                <a:cubicBezTo>
                  <a:pt x="5" y="204"/>
                  <a:pt x="0" y="199"/>
                  <a:pt x="0" y="192"/>
                </a:cubicBezTo>
                <a:cubicBezTo>
                  <a:pt x="0" y="189"/>
                  <a:pt x="1" y="186"/>
                  <a:pt x="4" y="184"/>
                </a:cubicBezTo>
                <a:cubicBezTo>
                  <a:pt x="59" y="128"/>
                  <a:pt x="59" y="128"/>
                  <a:pt x="59" y="128"/>
                </a:cubicBezTo>
                <a:cubicBezTo>
                  <a:pt x="4" y="72"/>
                  <a:pt x="4" y="72"/>
                  <a:pt x="4" y="72"/>
                </a:cubicBezTo>
                <a:cubicBezTo>
                  <a:pt x="1" y="70"/>
                  <a:pt x="0" y="67"/>
                  <a:pt x="0" y="64"/>
                </a:cubicBezTo>
                <a:cubicBezTo>
                  <a:pt x="0" y="57"/>
                  <a:pt x="5" y="52"/>
                  <a:pt x="12" y="52"/>
                </a:cubicBezTo>
                <a:cubicBezTo>
                  <a:pt x="15" y="52"/>
                  <a:pt x="18" y="53"/>
                  <a:pt x="20" y="56"/>
                </a:cubicBezTo>
                <a:cubicBezTo>
                  <a:pt x="60" y="95"/>
                  <a:pt x="60" y="95"/>
                  <a:pt x="60" y="95"/>
                </a:cubicBezTo>
                <a:cubicBezTo>
                  <a:pt x="60" y="12"/>
                  <a:pt x="60" y="12"/>
                  <a:pt x="60" y="12"/>
                </a:cubicBezTo>
                <a:cubicBezTo>
                  <a:pt x="60" y="5"/>
                  <a:pt x="65" y="0"/>
                  <a:pt x="72" y="0"/>
                </a:cubicBezTo>
                <a:cubicBezTo>
                  <a:pt x="75" y="0"/>
                  <a:pt x="78" y="1"/>
                  <a:pt x="80" y="4"/>
                </a:cubicBezTo>
                <a:cubicBezTo>
                  <a:pt x="140" y="64"/>
                  <a:pt x="140" y="64"/>
                  <a:pt x="140" y="64"/>
                </a:cubicBezTo>
                <a:cubicBezTo>
                  <a:pt x="143" y="66"/>
                  <a:pt x="144" y="69"/>
                  <a:pt x="144" y="72"/>
                </a:cubicBezTo>
                <a:cubicBezTo>
                  <a:pt x="144" y="75"/>
                  <a:pt x="143" y="78"/>
                  <a:pt x="140" y="80"/>
                </a:cubicBezTo>
                <a:moveTo>
                  <a:pt x="84" y="215"/>
                </a:moveTo>
                <a:cubicBezTo>
                  <a:pt x="115" y="184"/>
                  <a:pt x="115" y="184"/>
                  <a:pt x="115" y="184"/>
                </a:cubicBezTo>
                <a:cubicBezTo>
                  <a:pt x="84" y="153"/>
                  <a:pt x="84" y="153"/>
                  <a:pt x="84" y="153"/>
                </a:cubicBezTo>
                <a:lnTo>
                  <a:pt x="84" y="215"/>
                </a:lnTo>
                <a:close/>
                <a:moveTo>
                  <a:pt x="84" y="41"/>
                </a:moveTo>
                <a:cubicBezTo>
                  <a:pt x="84" y="103"/>
                  <a:pt x="84" y="103"/>
                  <a:pt x="84" y="103"/>
                </a:cubicBezTo>
                <a:cubicBezTo>
                  <a:pt x="115" y="72"/>
                  <a:pt x="115" y="72"/>
                  <a:pt x="115" y="72"/>
                </a:cubicBezTo>
                <a:lnTo>
                  <a:pt x="84" y="4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44" name="Freeform 10"/>
          <p:cNvSpPr/>
          <p:nvPr/>
        </p:nvSpPr>
        <p:spPr>
          <a:xfrm>
            <a:off x="4803840" y="4556160"/>
            <a:ext cx="312840" cy="312840"/>
          </a:xfrm>
          <a:custGeom>
            <a:avLst/>
            <a:gdLst/>
            <a:ahLst/>
            <a:rect l="l" t="t" r="r" b="b"/>
            <a:pathLst>
              <a:path w="192" h="192">
                <a:moveTo>
                  <a:pt x="152" y="141"/>
                </a:moveTo>
                <a:cubicBezTo>
                  <a:pt x="127" y="166"/>
                  <a:pt x="89" y="168"/>
                  <a:pt x="61" y="147"/>
                </a:cubicBezTo>
                <a:cubicBezTo>
                  <a:pt x="22" y="187"/>
                  <a:pt x="22" y="187"/>
                  <a:pt x="22" y="187"/>
                </a:cubicBezTo>
                <a:cubicBezTo>
                  <a:pt x="17" y="192"/>
                  <a:pt x="9" y="192"/>
                  <a:pt x="5" y="187"/>
                </a:cubicBezTo>
                <a:cubicBezTo>
                  <a:pt x="0" y="183"/>
                  <a:pt x="0" y="175"/>
                  <a:pt x="5" y="170"/>
                </a:cubicBezTo>
                <a:cubicBezTo>
                  <a:pt x="45" y="131"/>
                  <a:pt x="45" y="131"/>
                  <a:pt x="45" y="131"/>
                </a:cubicBezTo>
                <a:cubicBezTo>
                  <a:pt x="24" y="103"/>
                  <a:pt x="26" y="65"/>
                  <a:pt x="51" y="40"/>
                </a:cubicBezTo>
                <a:cubicBezTo>
                  <a:pt x="75" y="16"/>
                  <a:pt x="75" y="16"/>
                  <a:pt x="75" y="16"/>
                </a:cubicBezTo>
                <a:cubicBezTo>
                  <a:pt x="92" y="33"/>
                  <a:pt x="92" y="33"/>
                  <a:pt x="92" y="33"/>
                </a:cubicBezTo>
                <a:cubicBezTo>
                  <a:pt x="120" y="5"/>
                  <a:pt x="120" y="5"/>
                  <a:pt x="120" y="5"/>
                </a:cubicBezTo>
                <a:cubicBezTo>
                  <a:pt x="125" y="0"/>
                  <a:pt x="132" y="0"/>
                  <a:pt x="137" y="5"/>
                </a:cubicBezTo>
                <a:cubicBezTo>
                  <a:pt x="141" y="9"/>
                  <a:pt x="141" y="17"/>
                  <a:pt x="137" y="22"/>
                </a:cubicBezTo>
                <a:cubicBezTo>
                  <a:pt x="109" y="50"/>
                  <a:pt x="109" y="50"/>
                  <a:pt x="109" y="50"/>
                </a:cubicBezTo>
                <a:cubicBezTo>
                  <a:pt x="142" y="83"/>
                  <a:pt x="142" y="83"/>
                  <a:pt x="142" y="83"/>
                </a:cubicBezTo>
                <a:cubicBezTo>
                  <a:pt x="170" y="55"/>
                  <a:pt x="170" y="55"/>
                  <a:pt x="170" y="55"/>
                </a:cubicBezTo>
                <a:cubicBezTo>
                  <a:pt x="175" y="51"/>
                  <a:pt x="183" y="51"/>
                  <a:pt x="187" y="55"/>
                </a:cubicBezTo>
                <a:cubicBezTo>
                  <a:pt x="192" y="60"/>
                  <a:pt x="192" y="67"/>
                  <a:pt x="187" y="72"/>
                </a:cubicBezTo>
                <a:cubicBezTo>
                  <a:pt x="159" y="100"/>
                  <a:pt x="159" y="100"/>
                  <a:pt x="159" y="100"/>
                </a:cubicBezTo>
                <a:cubicBezTo>
                  <a:pt x="176" y="117"/>
                  <a:pt x="176" y="117"/>
                  <a:pt x="176" y="117"/>
                </a:cubicBezTo>
                <a:lnTo>
                  <a:pt x="152" y="14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45" name="Freeform 11"/>
          <p:cNvSpPr/>
          <p:nvPr/>
        </p:nvSpPr>
        <p:spPr>
          <a:xfrm>
            <a:off x="4038480" y="4519440"/>
            <a:ext cx="385920" cy="387360"/>
          </a:xfrm>
          <a:custGeom>
            <a:avLst/>
            <a:gdLst/>
            <a:ahLst/>
            <a:rect l="l" t="t" r="r" b="b"/>
            <a:pathLst>
              <a:path w="238" h="238">
                <a:moveTo>
                  <a:pt x="30" y="211"/>
                </a:moveTo>
                <a:cubicBezTo>
                  <a:pt x="27" y="208"/>
                  <a:pt x="27" y="208"/>
                  <a:pt x="27" y="208"/>
                </a:cubicBezTo>
                <a:cubicBezTo>
                  <a:pt x="0" y="181"/>
                  <a:pt x="0" y="136"/>
                  <a:pt x="27" y="109"/>
                </a:cubicBezTo>
                <a:cubicBezTo>
                  <a:pt x="109" y="27"/>
                  <a:pt x="109" y="27"/>
                  <a:pt x="109" y="27"/>
                </a:cubicBezTo>
                <a:cubicBezTo>
                  <a:pt x="136" y="0"/>
                  <a:pt x="181" y="0"/>
                  <a:pt x="208" y="27"/>
                </a:cubicBezTo>
                <a:cubicBezTo>
                  <a:pt x="211" y="30"/>
                  <a:pt x="211" y="30"/>
                  <a:pt x="211" y="30"/>
                </a:cubicBezTo>
                <a:cubicBezTo>
                  <a:pt x="238" y="57"/>
                  <a:pt x="238" y="102"/>
                  <a:pt x="211" y="129"/>
                </a:cubicBezTo>
                <a:cubicBezTo>
                  <a:pt x="129" y="211"/>
                  <a:pt x="129" y="211"/>
                  <a:pt x="129" y="211"/>
                </a:cubicBezTo>
                <a:cubicBezTo>
                  <a:pt x="102" y="238"/>
                  <a:pt x="57" y="238"/>
                  <a:pt x="30" y="211"/>
                </a:cubicBezTo>
                <a:moveTo>
                  <a:pt x="153" y="153"/>
                </a:moveTo>
                <a:cubicBezTo>
                  <a:pt x="85" y="85"/>
                  <a:pt x="85" y="85"/>
                  <a:pt x="85" y="85"/>
                </a:cubicBezTo>
                <a:cubicBezTo>
                  <a:pt x="44" y="126"/>
                  <a:pt x="44" y="126"/>
                  <a:pt x="44" y="126"/>
                </a:cubicBezTo>
                <a:cubicBezTo>
                  <a:pt x="26" y="144"/>
                  <a:pt x="26" y="173"/>
                  <a:pt x="44" y="191"/>
                </a:cubicBezTo>
                <a:cubicBezTo>
                  <a:pt x="47" y="194"/>
                  <a:pt x="47" y="194"/>
                  <a:pt x="47" y="194"/>
                </a:cubicBezTo>
                <a:cubicBezTo>
                  <a:pt x="65" y="212"/>
                  <a:pt x="94" y="212"/>
                  <a:pt x="112" y="194"/>
                </a:cubicBezTo>
                <a:lnTo>
                  <a:pt x="153" y="15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46" name="Freeform 12"/>
          <p:cNvSpPr/>
          <p:nvPr/>
        </p:nvSpPr>
        <p:spPr>
          <a:xfrm>
            <a:off x="3373560" y="4529160"/>
            <a:ext cx="260280" cy="366840"/>
          </a:xfrm>
          <a:custGeom>
            <a:avLst/>
            <a:gdLst/>
            <a:ahLst/>
            <a:rect l="l" t="t" r="r" b="b"/>
            <a:pathLst>
              <a:path w="160" h="225">
                <a:moveTo>
                  <a:pt x="80" y="225"/>
                </a:moveTo>
                <a:cubicBezTo>
                  <a:pt x="37" y="225"/>
                  <a:pt x="0" y="189"/>
                  <a:pt x="0" y="143"/>
                </a:cubicBezTo>
                <a:cubicBezTo>
                  <a:pt x="0" y="101"/>
                  <a:pt x="78" y="0"/>
                  <a:pt x="78" y="0"/>
                </a:cubicBezTo>
                <a:cubicBezTo>
                  <a:pt x="78" y="0"/>
                  <a:pt x="160" y="99"/>
                  <a:pt x="160" y="143"/>
                </a:cubicBezTo>
                <a:cubicBezTo>
                  <a:pt x="160" y="188"/>
                  <a:pt x="122" y="225"/>
                  <a:pt x="80" y="22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47" name="Freeform 13"/>
          <p:cNvSpPr/>
          <p:nvPr/>
        </p:nvSpPr>
        <p:spPr>
          <a:xfrm>
            <a:off x="2567160" y="4530600"/>
            <a:ext cx="415800" cy="365400"/>
          </a:xfrm>
          <a:custGeom>
            <a:avLst/>
            <a:gdLst/>
            <a:ahLst/>
            <a:rect l="l" t="t" r="r" b="b"/>
            <a:pathLst>
              <a:path w="256" h="224">
                <a:moveTo>
                  <a:pt x="249" y="123"/>
                </a:moveTo>
                <a:cubicBezTo>
                  <a:pt x="249" y="123"/>
                  <a:pt x="249" y="123"/>
                  <a:pt x="249" y="123"/>
                </a:cubicBezTo>
                <a:cubicBezTo>
                  <a:pt x="133" y="171"/>
                  <a:pt x="133" y="171"/>
                  <a:pt x="133" y="171"/>
                </a:cubicBezTo>
                <a:cubicBezTo>
                  <a:pt x="133" y="171"/>
                  <a:pt x="133" y="171"/>
                  <a:pt x="133" y="171"/>
                </a:cubicBezTo>
                <a:cubicBezTo>
                  <a:pt x="133" y="171"/>
                  <a:pt x="133" y="171"/>
                  <a:pt x="133" y="171"/>
                </a:cubicBezTo>
                <a:cubicBezTo>
                  <a:pt x="133" y="171"/>
                  <a:pt x="133" y="171"/>
                  <a:pt x="133" y="171"/>
                </a:cubicBezTo>
                <a:cubicBezTo>
                  <a:pt x="131" y="172"/>
                  <a:pt x="130" y="172"/>
                  <a:pt x="128" y="172"/>
                </a:cubicBezTo>
                <a:cubicBezTo>
                  <a:pt x="126" y="172"/>
                  <a:pt x="125" y="172"/>
                  <a:pt x="123" y="171"/>
                </a:cubicBezTo>
                <a:cubicBezTo>
                  <a:pt x="123" y="171"/>
                  <a:pt x="123" y="171"/>
                  <a:pt x="123" y="171"/>
                </a:cubicBezTo>
                <a:cubicBezTo>
                  <a:pt x="123" y="171"/>
                  <a:pt x="123" y="171"/>
                  <a:pt x="123" y="171"/>
                </a:cubicBezTo>
                <a:cubicBezTo>
                  <a:pt x="123" y="171"/>
                  <a:pt x="123" y="171"/>
                  <a:pt x="123" y="171"/>
                </a:cubicBezTo>
                <a:cubicBezTo>
                  <a:pt x="7" y="123"/>
                  <a:pt x="7" y="123"/>
                  <a:pt x="7" y="123"/>
                </a:cubicBezTo>
                <a:cubicBezTo>
                  <a:pt x="7" y="123"/>
                  <a:pt x="7" y="123"/>
                  <a:pt x="7" y="123"/>
                </a:cubicBezTo>
                <a:cubicBezTo>
                  <a:pt x="3" y="121"/>
                  <a:pt x="0" y="117"/>
                  <a:pt x="0" y="112"/>
                </a:cubicBezTo>
                <a:cubicBezTo>
                  <a:pt x="0" y="105"/>
                  <a:pt x="5" y="100"/>
                  <a:pt x="12" y="100"/>
                </a:cubicBezTo>
                <a:cubicBezTo>
                  <a:pt x="14" y="100"/>
                  <a:pt x="15" y="100"/>
                  <a:pt x="17" y="101"/>
                </a:cubicBezTo>
                <a:cubicBezTo>
                  <a:pt x="17" y="101"/>
                  <a:pt x="17" y="101"/>
                  <a:pt x="17" y="101"/>
                </a:cubicBezTo>
                <a:cubicBezTo>
                  <a:pt x="17" y="101"/>
                  <a:pt x="17" y="101"/>
                  <a:pt x="17" y="101"/>
                </a:cubicBezTo>
                <a:cubicBezTo>
                  <a:pt x="17" y="101"/>
                  <a:pt x="17" y="101"/>
                  <a:pt x="17" y="101"/>
                </a:cubicBezTo>
                <a:cubicBezTo>
                  <a:pt x="128" y="147"/>
                  <a:pt x="128" y="147"/>
                  <a:pt x="128" y="147"/>
                </a:cubicBezTo>
                <a:cubicBezTo>
                  <a:pt x="239" y="101"/>
                  <a:pt x="239" y="101"/>
                  <a:pt x="239" y="101"/>
                </a:cubicBezTo>
                <a:cubicBezTo>
                  <a:pt x="239" y="101"/>
                  <a:pt x="239" y="101"/>
                  <a:pt x="239" y="101"/>
                </a:cubicBezTo>
                <a:cubicBezTo>
                  <a:pt x="239" y="101"/>
                  <a:pt x="239" y="101"/>
                  <a:pt x="239" y="101"/>
                </a:cubicBezTo>
                <a:cubicBezTo>
                  <a:pt x="239" y="101"/>
                  <a:pt x="239" y="101"/>
                  <a:pt x="239" y="101"/>
                </a:cubicBezTo>
                <a:cubicBezTo>
                  <a:pt x="241" y="100"/>
                  <a:pt x="242" y="100"/>
                  <a:pt x="244" y="100"/>
                </a:cubicBezTo>
                <a:cubicBezTo>
                  <a:pt x="251" y="100"/>
                  <a:pt x="256" y="105"/>
                  <a:pt x="256" y="112"/>
                </a:cubicBezTo>
                <a:cubicBezTo>
                  <a:pt x="256" y="117"/>
                  <a:pt x="253" y="121"/>
                  <a:pt x="249" y="123"/>
                </a:cubicBezTo>
                <a:moveTo>
                  <a:pt x="249" y="71"/>
                </a:moveTo>
                <a:cubicBezTo>
                  <a:pt x="249" y="71"/>
                  <a:pt x="249" y="71"/>
                  <a:pt x="249" y="71"/>
                </a:cubicBezTo>
                <a:cubicBezTo>
                  <a:pt x="133" y="119"/>
                  <a:pt x="133" y="119"/>
                  <a:pt x="133" y="119"/>
                </a:cubicBezTo>
                <a:cubicBezTo>
                  <a:pt x="133" y="119"/>
                  <a:pt x="133" y="119"/>
                  <a:pt x="133" y="119"/>
                </a:cubicBezTo>
                <a:cubicBezTo>
                  <a:pt x="133" y="119"/>
                  <a:pt x="133" y="119"/>
                  <a:pt x="133" y="119"/>
                </a:cubicBezTo>
                <a:cubicBezTo>
                  <a:pt x="133" y="119"/>
                  <a:pt x="133" y="119"/>
                  <a:pt x="133" y="119"/>
                </a:cubicBezTo>
                <a:cubicBezTo>
                  <a:pt x="131" y="120"/>
                  <a:pt x="130" y="120"/>
                  <a:pt x="128" y="120"/>
                </a:cubicBezTo>
                <a:cubicBezTo>
                  <a:pt x="126" y="120"/>
                  <a:pt x="125" y="120"/>
                  <a:pt x="123" y="119"/>
                </a:cubicBezTo>
                <a:cubicBezTo>
                  <a:pt x="123" y="119"/>
                  <a:pt x="123" y="119"/>
                  <a:pt x="123" y="119"/>
                </a:cubicBezTo>
                <a:cubicBezTo>
                  <a:pt x="123" y="119"/>
                  <a:pt x="123" y="119"/>
                  <a:pt x="123" y="119"/>
                </a:cubicBezTo>
                <a:cubicBezTo>
                  <a:pt x="123" y="119"/>
                  <a:pt x="123" y="119"/>
                  <a:pt x="123" y="119"/>
                </a:cubicBezTo>
                <a:cubicBezTo>
                  <a:pt x="7" y="71"/>
                  <a:pt x="7" y="71"/>
                  <a:pt x="7" y="71"/>
                </a:cubicBezTo>
                <a:cubicBezTo>
                  <a:pt x="7" y="71"/>
                  <a:pt x="7" y="71"/>
                  <a:pt x="7" y="71"/>
                </a:cubicBezTo>
                <a:cubicBezTo>
                  <a:pt x="3" y="69"/>
                  <a:pt x="0" y="65"/>
                  <a:pt x="0" y="60"/>
                </a:cubicBezTo>
                <a:cubicBezTo>
                  <a:pt x="0" y="55"/>
                  <a:pt x="3" y="51"/>
                  <a:pt x="7" y="49"/>
                </a:cubicBezTo>
                <a:cubicBezTo>
                  <a:pt x="7" y="49"/>
                  <a:pt x="7" y="49"/>
                  <a:pt x="7" y="49"/>
                </a:cubicBezTo>
                <a:cubicBezTo>
                  <a:pt x="123" y="1"/>
                  <a:pt x="123" y="1"/>
                  <a:pt x="123" y="1"/>
                </a:cubicBezTo>
                <a:cubicBezTo>
                  <a:pt x="123" y="1"/>
                  <a:pt x="123" y="1"/>
                  <a:pt x="123" y="1"/>
                </a:cubicBezTo>
                <a:cubicBezTo>
                  <a:pt x="123" y="1"/>
                  <a:pt x="123" y="1"/>
                  <a:pt x="123" y="1"/>
                </a:cubicBezTo>
                <a:cubicBezTo>
                  <a:pt x="123" y="1"/>
                  <a:pt x="123" y="1"/>
                  <a:pt x="123" y="1"/>
                </a:cubicBezTo>
                <a:cubicBezTo>
                  <a:pt x="125" y="0"/>
                  <a:pt x="126" y="0"/>
                  <a:pt x="128" y="0"/>
                </a:cubicBezTo>
                <a:cubicBezTo>
                  <a:pt x="130" y="0"/>
                  <a:pt x="131" y="0"/>
                  <a:pt x="133" y="1"/>
                </a:cubicBezTo>
                <a:cubicBezTo>
                  <a:pt x="133" y="1"/>
                  <a:pt x="133" y="1"/>
                  <a:pt x="133" y="1"/>
                </a:cubicBezTo>
                <a:cubicBezTo>
                  <a:pt x="133" y="1"/>
                  <a:pt x="133" y="1"/>
                  <a:pt x="133" y="1"/>
                </a:cubicBezTo>
                <a:cubicBezTo>
                  <a:pt x="133" y="1"/>
                  <a:pt x="133" y="1"/>
                  <a:pt x="133" y="1"/>
                </a:cubicBezTo>
                <a:cubicBezTo>
                  <a:pt x="249" y="49"/>
                  <a:pt x="249" y="49"/>
                  <a:pt x="249" y="49"/>
                </a:cubicBezTo>
                <a:cubicBezTo>
                  <a:pt x="249" y="49"/>
                  <a:pt x="249" y="49"/>
                  <a:pt x="249" y="49"/>
                </a:cubicBezTo>
                <a:cubicBezTo>
                  <a:pt x="253" y="51"/>
                  <a:pt x="256" y="55"/>
                  <a:pt x="256" y="60"/>
                </a:cubicBezTo>
                <a:cubicBezTo>
                  <a:pt x="256" y="65"/>
                  <a:pt x="253" y="69"/>
                  <a:pt x="249" y="71"/>
                </a:cubicBezTo>
                <a:moveTo>
                  <a:pt x="12" y="152"/>
                </a:moveTo>
                <a:cubicBezTo>
                  <a:pt x="14" y="152"/>
                  <a:pt x="15" y="152"/>
                  <a:pt x="17" y="153"/>
                </a:cubicBezTo>
                <a:cubicBezTo>
                  <a:pt x="17" y="153"/>
                  <a:pt x="17" y="153"/>
                  <a:pt x="17" y="153"/>
                </a:cubicBezTo>
                <a:cubicBezTo>
                  <a:pt x="17" y="153"/>
                  <a:pt x="17" y="153"/>
                  <a:pt x="17" y="153"/>
                </a:cubicBezTo>
                <a:cubicBezTo>
                  <a:pt x="17" y="153"/>
                  <a:pt x="17" y="153"/>
                  <a:pt x="17" y="153"/>
                </a:cubicBezTo>
                <a:cubicBezTo>
                  <a:pt x="128" y="199"/>
                  <a:pt x="128" y="199"/>
                  <a:pt x="128" y="199"/>
                </a:cubicBezTo>
                <a:cubicBezTo>
                  <a:pt x="239" y="153"/>
                  <a:pt x="239" y="153"/>
                  <a:pt x="239" y="153"/>
                </a:cubicBezTo>
                <a:cubicBezTo>
                  <a:pt x="239" y="153"/>
                  <a:pt x="239" y="153"/>
                  <a:pt x="239" y="153"/>
                </a:cubicBezTo>
                <a:cubicBezTo>
                  <a:pt x="239" y="153"/>
                  <a:pt x="239" y="153"/>
                  <a:pt x="239" y="153"/>
                </a:cubicBezTo>
                <a:cubicBezTo>
                  <a:pt x="239" y="153"/>
                  <a:pt x="239" y="153"/>
                  <a:pt x="239" y="153"/>
                </a:cubicBezTo>
                <a:cubicBezTo>
                  <a:pt x="241" y="152"/>
                  <a:pt x="242" y="152"/>
                  <a:pt x="244" y="152"/>
                </a:cubicBezTo>
                <a:cubicBezTo>
                  <a:pt x="251" y="152"/>
                  <a:pt x="256" y="157"/>
                  <a:pt x="256" y="164"/>
                </a:cubicBezTo>
                <a:cubicBezTo>
                  <a:pt x="256" y="169"/>
                  <a:pt x="253" y="173"/>
                  <a:pt x="249" y="175"/>
                </a:cubicBezTo>
                <a:cubicBezTo>
                  <a:pt x="249" y="175"/>
                  <a:pt x="249" y="175"/>
                  <a:pt x="249" y="175"/>
                </a:cubicBezTo>
                <a:cubicBezTo>
                  <a:pt x="133" y="223"/>
                  <a:pt x="133" y="223"/>
                  <a:pt x="133" y="223"/>
                </a:cubicBezTo>
                <a:cubicBezTo>
                  <a:pt x="133" y="223"/>
                  <a:pt x="133" y="223"/>
                  <a:pt x="133" y="223"/>
                </a:cubicBezTo>
                <a:cubicBezTo>
                  <a:pt x="133" y="223"/>
                  <a:pt x="133" y="223"/>
                  <a:pt x="133" y="223"/>
                </a:cubicBezTo>
                <a:cubicBezTo>
                  <a:pt x="133" y="223"/>
                  <a:pt x="133" y="223"/>
                  <a:pt x="133" y="223"/>
                </a:cubicBezTo>
                <a:cubicBezTo>
                  <a:pt x="131" y="224"/>
                  <a:pt x="130" y="224"/>
                  <a:pt x="128" y="224"/>
                </a:cubicBezTo>
                <a:cubicBezTo>
                  <a:pt x="126" y="224"/>
                  <a:pt x="125" y="224"/>
                  <a:pt x="123" y="223"/>
                </a:cubicBezTo>
                <a:cubicBezTo>
                  <a:pt x="123" y="223"/>
                  <a:pt x="123" y="223"/>
                  <a:pt x="123" y="223"/>
                </a:cubicBezTo>
                <a:cubicBezTo>
                  <a:pt x="123" y="223"/>
                  <a:pt x="123" y="223"/>
                  <a:pt x="123" y="223"/>
                </a:cubicBezTo>
                <a:cubicBezTo>
                  <a:pt x="123" y="223"/>
                  <a:pt x="123" y="223"/>
                  <a:pt x="123" y="223"/>
                </a:cubicBezTo>
                <a:cubicBezTo>
                  <a:pt x="7" y="175"/>
                  <a:pt x="7" y="175"/>
                  <a:pt x="7" y="175"/>
                </a:cubicBezTo>
                <a:cubicBezTo>
                  <a:pt x="7" y="175"/>
                  <a:pt x="7" y="175"/>
                  <a:pt x="7" y="175"/>
                </a:cubicBezTo>
                <a:cubicBezTo>
                  <a:pt x="3" y="173"/>
                  <a:pt x="0" y="169"/>
                  <a:pt x="0" y="164"/>
                </a:cubicBezTo>
                <a:cubicBezTo>
                  <a:pt x="0" y="157"/>
                  <a:pt x="5" y="152"/>
                  <a:pt x="12" y="15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48" name="Freeform 14"/>
          <p:cNvSpPr/>
          <p:nvPr/>
        </p:nvSpPr>
        <p:spPr>
          <a:xfrm>
            <a:off x="1838160" y="4505400"/>
            <a:ext cx="416160" cy="41580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128" y="256"/>
                </a:moveTo>
                <a:cubicBezTo>
                  <a:pt x="57" y="256"/>
                  <a:pt x="0" y="199"/>
                  <a:pt x="0" y="128"/>
                </a:cubicBezTo>
                <a:cubicBezTo>
                  <a:pt x="0" y="57"/>
                  <a:pt x="57" y="0"/>
                  <a:pt x="128" y="0"/>
                </a:cubicBezTo>
                <a:cubicBezTo>
                  <a:pt x="199" y="0"/>
                  <a:pt x="256" y="57"/>
                  <a:pt x="256" y="128"/>
                </a:cubicBezTo>
                <a:cubicBezTo>
                  <a:pt x="256" y="199"/>
                  <a:pt x="199" y="256"/>
                  <a:pt x="128" y="256"/>
                </a:cubicBezTo>
                <a:moveTo>
                  <a:pt x="128" y="24"/>
                </a:moveTo>
                <a:cubicBezTo>
                  <a:pt x="71" y="24"/>
                  <a:pt x="24" y="71"/>
                  <a:pt x="24" y="128"/>
                </a:cubicBezTo>
                <a:cubicBezTo>
                  <a:pt x="24" y="185"/>
                  <a:pt x="71" y="232"/>
                  <a:pt x="128" y="232"/>
                </a:cubicBezTo>
                <a:cubicBezTo>
                  <a:pt x="185" y="232"/>
                  <a:pt x="232" y="185"/>
                  <a:pt x="232" y="128"/>
                </a:cubicBezTo>
                <a:cubicBezTo>
                  <a:pt x="232" y="71"/>
                  <a:pt x="185" y="24"/>
                  <a:pt x="128" y="24"/>
                </a:cubicBezTo>
                <a:moveTo>
                  <a:pt x="128" y="204"/>
                </a:moveTo>
                <a:cubicBezTo>
                  <a:pt x="86" y="204"/>
                  <a:pt x="52" y="170"/>
                  <a:pt x="52" y="128"/>
                </a:cubicBezTo>
                <a:cubicBezTo>
                  <a:pt x="52" y="86"/>
                  <a:pt x="86" y="52"/>
                  <a:pt x="128" y="52"/>
                </a:cubicBezTo>
                <a:cubicBezTo>
                  <a:pt x="170" y="52"/>
                  <a:pt x="204" y="86"/>
                  <a:pt x="204" y="128"/>
                </a:cubicBezTo>
                <a:cubicBezTo>
                  <a:pt x="204" y="170"/>
                  <a:pt x="170" y="204"/>
                  <a:pt x="128" y="204"/>
                </a:cubicBezTo>
                <a:moveTo>
                  <a:pt x="128" y="76"/>
                </a:moveTo>
                <a:cubicBezTo>
                  <a:pt x="99" y="76"/>
                  <a:pt x="76" y="99"/>
                  <a:pt x="76" y="128"/>
                </a:cubicBezTo>
                <a:cubicBezTo>
                  <a:pt x="76" y="157"/>
                  <a:pt x="99" y="180"/>
                  <a:pt x="128" y="180"/>
                </a:cubicBezTo>
                <a:cubicBezTo>
                  <a:pt x="157" y="180"/>
                  <a:pt x="180" y="157"/>
                  <a:pt x="180" y="128"/>
                </a:cubicBezTo>
                <a:cubicBezTo>
                  <a:pt x="180" y="99"/>
                  <a:pt x="157" y="76"/>
                  <a:pt x="128" y="76"/>
                </a:cubicBezTo>
                <a:moveTo>
                  <a:pt x="128" y="152"/>
                </a:moveTo>
                <a:cubicBezTo>
                  <a:pt x="115" y="152"/>
                  <a:pt x="104" y="141"/>
                  <a:pt x="104" y="128"/>
                </a:cubicBezTo>
                <a:cubicBezTo>
                  <a:pt x="104" y="115"/>
                  <a:pt x="115" y="104"/>
                  <a:pt x="128" y="104"/>
                </a:cubicBezTo>
                <a:cubicBezTo>
                  <a:pt x="141" y="104"/>
                  <a:pt x="152" y="115"/>
                  <a:pt x="152" y="128"/>
                </a:cubicBezTo>
                <a:cubicBezTo>
                  <a:pt x="152" y="141"/>
                  <a:pt x="141" y="152"/>
                  <a:pt x="128" y="15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49" name="Freeform 15"/>
          <p:cNvSpPr/>
          <p:nvPr/>
        </p:nvSpPr>
        <p:spPr>
          <a:xfrm>
            <a:off x="1109520" y="4505400"/>
            <a:ext cx="416160" cy="41580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44" y="140"/>
                </a:moveTo>
                <a:cubicBezTo>
                  <a:pt x="212" y="140"/>
                  <a:pt x="212" y="140"/>
                  <a:pt x="212" y="140"/>
                </a:cubicBezTo>
                <a:cubicBezTo>
                  <a:pt x="205" y="140"/>
                  <a:pt x="200" y="135"/>
                  <a:pt x="200" y="128"/>
                </a:cubicBezTo>
                <a:cubicBezTo>
                  <a:pt x="200" y="121"/>
                  <a:pt x="205" y="116"/>
                  <a:pt x="212" y="116"/>
                </a:cubicBezTo>
                <a:cubicBezTo>
                  <a:pt x="244" y="116"/>
                  <a:pt x="244" y="116"/>
                  <a:pt x="244" y="116"/>
                </a:cubicBezTo>
                <a:cubicBezTo>
                  <a:pt x="251" y="116"/>
                  <a:pt x="256" y="121"/>
                  <a:pt x="256" y="128"/>
                </a:cubicBezTo>
                <a:cubicBezTo>
                  <a:pt x="256" y="135"/>
                  <a:pt x="251" y="140"/>
                  <a:pt x="244" y="140"/>
                </a:cubicBezTo>
                <a:moveTo>
                  <a:pt x="220" y="52"/>
                </a:moveTo>
                <a:cubicBezTo>
                  <a:pt x="196" y="76"/>
                  <a:pt x="196" y="76"/>
                  <a:pt x="196" y="76"/>
                </a:cubicBezTo>
                <a:cubicBezTo>
                  <a:pt x="194" y="79"/>
                  <a:pt x="191" y="80"/>
                  <a:pt x="188" y="80"/>
                </a:cubicBezTo>
                <a:cubicBezTo>
                  <a:pt x="181" y="80"/>
                  <a:pt x="176" y="75"/>
                  <a:pt x="176" y="68"/>
                </a:cubicBezTo>
                <a:cubicBezTo>
                  <a:pt x="176" y="65"/>
                  <a:pt x="177" y="62"/>
                  <a:pt x="180" y="60"/>
                </a:cubicBezTo>
                <a:cubicBezTo>
                  <a:pt x="204" y="36"/>
                  <a:pt x="204" y="36"/>
                  <a:pt x="204" y="36"/>
                </a:cubicBezTo>
                <a:cubicBezTo>
                  <a:pt x="206" y="33"/>
                  <a:pt x="209" y="32"/>
                  <a:pt x="212" y="32"/>
                </a:cubicBezTo>
                <a:cubicBezTo>
                  <a:pt x="219" y="32"/>
                  <a:pt x="224" y="37"/>
                  <a:pt x="224" y="44"/>
                </a:cubicBezTo>
                <a:cubicBezTo>
                  <a:pt x="224" y="47"/>
                  <a:pt x="223" y="50"/>
                  <a:pt x="220" y="52"/>
                </a:cubicBezTo>
                <a:moveTo>
                  <a:pt x="128" y="256"/>
                </a:moveTo>
                <a:cubicBezTo>
                  <a:pt x="121" y="256"/>
                  <a:pt x="116" y="251"/>
                  <a:pt x="116" y="244"/>
                </a:cubicBezTo>
                <a:cubicBezTo>
                  <a:pt x="116" y="212"/>
                  <a:pt x="116" y="212"/>
                  <a:pt x="116" y="212"/>
                </a:cubicBezTo>
                <a:cubicBezTo>
                  <a:pt x="116" y="205"/>
                  <a:pt x="121" y="200"/>
                  <a:pt x="128" y="200"/>
                </a:cubicBezTo>
                <a:cubicBezTo>
                  <a:pt x="135" y="200"/>
                  <a:pt x="140" y="205"/>
                  <a:pt x="140" y="212"/>
                </a:cubicBezTo>
                <a:cubicBezTo>
                  <a:pt x="140" y="244"/>
                  <a:pt x="140" y="244"/>
                  <a:pt x="140" y="244"/>
                </a:cubicBezTo>
                <a:cubicBezTo>
                  <a:pt x="140" y="251"/>
                  <a:pt x="135" y="256"/>
                  <a:pt x="128" y="256"/>
                </a:cubicBezTo>
                <a:moveTo>
                  <a:pt x="128" y="56"/>
                </a:moveTo>
                <a:cubicBezTo>
                  <a:pt x="121" y="56"/>
                  <a:pt x="116" y="51"/>
                  <a:pt x="116" y="44"/>
                </a:cubicBezTo>
                <a:cubicBezTo>
                  <a:pt x="116" y="12"/>
                  <a:pt x="116" y="12"/>
                  <a:pt x="116" y="12"/>
                </a:cubicBezTo>
                <a:cubicBezTo>
                  <a:pt x="116" y="5"/>
                  <a:pt x="121" y="0"/>
                  <a:pt x="128" y="0"/>
                </a:cubicBezTo>
                <a:cubicBezTo>
                  <a:pt x="135" y="0"/>
                  <a:pt x="140" y="5"/>
                  <a:pt x="140" y="12"/>
                </a:cubicBezTo>
                <a:cubicBezTo>
                  <a:pt x="140" y="44"/>
                  <a:pt x="140" y="44"/>
                  <a:pt x="140" y="44"/>
                </a:cubicBezTo>
                <a:cubicBezTo>
                  <a:pt x="140" y="51"/>
                  <a:pt x="135" y="56"/>
                  <a:pt x="128" y="56"/>
                </a:cubicBezTo>
                <a:moveTo>
                  <a:pt x="76" y="196"/>
                </a:moveTo>
                <a:cubicBezTo>
                  <a:pt x="52" y="220"/>
                  <a:pt x="52" y="220"/>
                  <a:pt x="52" y="220"/>
                </a:cubicBezTo>
                <a:cubicBezTo>
                  <a:pt x="50" y="223"/>
                  <a:pt x="47" y="224"/>
                  <a:pt x="44" y="224"/>
                </a:cubicBezTo>
                <a:cubicBezTo>
                  <a:pt x="37" y="224"/>
                  <a:pt x="32" y="219"/>
                  <a:pt x="32" y="212"/>
                </a:cubicBezTo>
                <a:cubicBezTo>
                  <a:pt x="32" y="209"/>
                  <a:pt x="33" y="206"/>
                  <a:pt x="36" y="204"/>
                </a:cubicBezTo>
                <a:cubicBezTo>
                  <a:pt x="60" y="180"/>
                  <a:pt x="60" y="180"/>
                  <a:pt x="60" y="180"/>
                </a:cubicBezTo>
                <a:cubicBezTo>
                  <a:pt x="62" y="177"/>
                  <a:pt x="65" y="176"/>
                  <a:pt x="68" y="176"/>
                </a:cubicBezTo>
                <a:cubicBezTo>
                  <a:pt x="75" y="176"/>
                  <a:pt x="80" y="181"/>
                  <a:pt x="80" y="188"/>
                </a:cubicBezTo>
                <a:cubicBezTo>
                  <a:pt x="80" y="191"/>
                  <a:pt x="79" y="194"/>
                  <a:pt x="76" y="196"/>
                </a:cubicBezTo>
                <a:moveTo>
                  <a:pt x="68" y="80"/>
                </a:moveTo>
                <a:cubicBezTo>
                  <a:pt x="65" y="80"/>
                  <a:pt x="62" y="79"/>
                  <a:pt x="60" y="76"/>
                </a:cubicBezTo>
                <a:cubicBezTo>
                  <a:pt x="36" y="52"/>
                  <a:pt x="36" y="52"/>
                  <a:pt x="36" y="52"/>
                </a:cubicBezTo>
                <a:cubicBezTo>
                  <a:pt x="33" y="50"/>
                  <a:pt x="32" y="47"/>
                  <a:pt x="32" y="44"/>
                </a:cubicBezTo>
                <a:cubicBezTo>
                  <a:pt x="32" y="37"/>
                  <a:pt x="37" y="32"/>
                  <a:pt x="44" y="32"/>
                </a:cubicBezTo>
                <a:cubicBezTo>
                  <a:pt x="47" y="32"/>
                  <a:pt x="50" y="33"/>
                  <a:pt x="52" y="36"/>
                </a:cubicBezTo>
                <a:cubicBezTo>
                  <a:pt x="76" y="60"/>
                  <a:pt x="76" y="60"/>
                  <a:pt x="76" y="60"/>
                </a:cubicBezTo>
                <a:cubicBezTo>
                  <a:pt x="79" y="62"/>
                  <a:pt x="80" y="65"/>
                  <a:pt x="80" y="68"/>
                </a:cubicBezTo>
                <a:cubicBezTo>
                  <a:pt x="80" y="75"/>
                  <a:pt x="75" y="80"/>
                  <a:pt x="68" y="80"/>
                </a:cubicBezTo>
                <a:moveTo>
                  <a:pt x="56" y="128"/>
                </a:moveTo>
                <a:cubicBezTo>
                  <a:pt x="56" y="135"/>
                  <a:pt x="51" y="140"/>
                  <a:pt x="44" y="140"/>
                </a:cubicBezTo>
                <a:cubicBezTo>
                  <a:pt x="12" y="140"/>
                  <a:pt x="12" y="140"/>
                  <a:pt x="12" y="140"/>
                </a:cubicBezTo>
                <a:cubicBezTo>
                  <a:pt x="5" y="140"/>
                  <a:pt x="0" y="135"/>
                  <a:pt x="0" y="128"/>
                </a:cubicBezTo>
                <a:cubicBezTo>
                  <a:pt x="0" y="121"/>
                  <a:pt x="5" y="116"/>
                  <a:pt x="12" y="116"/>
                </a:cubicBezTo>
                <a:cubicBezTo>
                  <a:pt x="44" y="116"/>
                  <a:pt x="44" y="116"/>
                  <a:pt x="44" y="116"/>
                </a:cubicBezTo>
                <a:cubicBezTo>
                  <a:pt x="51" y="116"/>
                  <a:pt x="56" y="121"/>
                  <a:pt x="56" y="128"/>
                </a:cubicBezTo>
                <a:moveTo>
                  <a:pt x="188" y="176"/>
                </a:moveTo>
                <a:cubicBezTo>
                  <a:pt x="191" y="176"/>
                  <a:pt x="194" y="177"/>
                  <a:pt x="196" y="180"/>
                </a:cubicBezTo>
                <a:cubicBezTo>
                  <a:pt x="220" y="204"/>
                  <a:pt x="220" y="204"/>
                  <a:pt x="220" y="204"/>
                </a:cubicBezTo>
                <a:cubicBezTo>
                  <a:pt x="223" y="206"/>
                  <a:pt x="224" y="209"/>
                  <a:pt x="224" y="212"/>
                </a:cubicBezTo>
                <a:cubicBezTo>
                  <a:pt x="224" y="219"/>
                  <a:pt x="219" y="224"/>
                  <a:pt x="212" y="224"/>
                </a:cubicBezTo>
                <a:cubicBezTo>
                  <a:pt x="209" y="224"/>
                  <a:pt x="206" y="223"/>
                  <a:pt x="204" y="220"/>
                </a:cubicBezTo>
                <a:cubicBezTo>
                  <a:pt x="180" y="196"/>
                  <a:pt x="180" y="196"/>
                  <a:pt x="180" y="196"/>
                </a:cubicBezTo>
                <a:cubicBezTo>
                  <a:pt x="177" y="194"/>
                  <a:pt x="176" y="191"/>
                  <a:pt x="176" y="188"/>
                </a:cubicBezTo>
                <a:cubicBezTo>
                  <a:pt x="176" y="181"/>
                  <a:pt x="181" y="176"/>
                  <a:pt x="188" y="17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50" name="Freeform 16"/>
          <p:cNvSpPr/>
          <p:nvPr/>
        </p:nvSpPr>
        <p:spPr>
          <a:xfrm>
            <a:off x="380880" y="4505400"/>
            <a:ext cx="416160" cy="41580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128" y="256"/>
                </a:moveTo>
                <a:cubicBezTo>
                  <a:pt x="57" y="256"/>
                  <a:pt x="0" y="199"/>
                  <a:pt x="0" y="128"/>
                </a:cubicBezTo>
                <a:cubicBezTo>
                  <a:pt x="0" y="57"/>
                  <a:pt x="57" y="0"/>
                  <a:pt x="128" y="0"/>
                </a:cubicBezTo>
                <a:cubicBezTo>
                  <a:pt x="199" y="0"/>
                  <a:pt x="256" y="57"/>
                  <a:pt x="256" y="128"/>
                </a:cubicBezTo>
                <a:cubicBezTo>
                  <a:pt x="256" y="199"/>
                  <a:pt x="199" y="256"/>
                  <a:pt x="128" y="256"/>
                </a:cubicBezTo>
                <a:moveTo>
                  <a:pt x="128" y="24"/>
                </a:moveTo>
                <a:cubicBezTo>
                  <a:pt x="71" y="24"/>
                  <a:pt x="24" y="71"/>
                  <a:pt x="24" y="128"/>
                </a:cubicBezTo>
                <a:cubicBezTo>
                  <a:pt x="24" y="185"/>
                  <a:pt x="71" y="232"/>
                  <a:pt x="128" y="232"/>
                </a:cubicBezTo>
                <a:cubicBezTo>
                  <a:pt x="185" y="232"/>
                  <a:pt x="232" y="185"/>
                  <a:pt x="232" y="128"/>
                </a:cubicBezTo>
                <a:cubicBezTo>
                  <a:pt x="232" y="71"/>
                  <a:pt x="185" y="24"/>
                  <a:pt x="128" y="24"/>
                </a:cubicBezTo>
                <a:moveTo>
                  <a:pt x="128" y="184"/>
                </a:moveTo>
                <a:cubicBezTo>
                  <a:pt x="96" y="184"/>
                  <a:pt x="106" y="149"/>
                  <a:pt x="106" y="149"/>
                </a:cubicBezTo>
                <a:cubicBezTo>
                  <a:pt x="129" y="64"/>
                  <a:pt x="129" y="64"/>
                  <a:pt x="129" y="64"/>
                </a:cubicBezTo>
                <a:cubicBezTo>
                  <a:pt x="150" y="149"/>
                  <a:pt x="150" y="149"/>
                  <a:pt x="150" y="149"/>
                </a:cubicBezTo>
                <a:cubicBezTo>
                  <a:pt x="160" y="184"/>
                  <a:pt x="128" y="184"/>
                  <a:pt x="128" y="18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51" name="Freeform 17"/>
          <p:cNvSpPr/>
          <p:nvPr/>
        </p:nvSpPr>
        <p:spPr>
          <a:xfrm>
            <a:off x="8394840" y="3776760"/>
            <a:ext cx="415800" cy="41580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12" y="256"/>
                </a:moveTo>
                <a:cubicBezTo>
                  <a:pt x="212" y="139"/>
                  <a:pt x="117" y="44"/>
                  <a:pt x="0" y="44"/>
                </a:cubicBezTo>
                <a:cubicBezTo>
                  <a:pt x="0" y="0"/>
                  <a:pt x="0" y="0"/>
                  <a:pt x="0" y="0"/>
                </a:cubicBezTo>
                <a:cubicBezTo>
                  <a:pt x="141" y="0"/>
                  <a:pt x="256" y="115"/>
                  <a:pt x="256" y="256"/>
                </a:cubicBezTo>
                <a:lnTo>
                  <a:pt x="212" y="256"/>
                </a:lnTo>
                <a:close/>
                <a:moveTo>
                  <a:pt x="164" y="256"/>
                </a:moveTo>
                <a:cubicBezTo>
                  <a:pt x="120" y="256"/>
                  <a:pt x="120" y="256"/>
                  <a:pt x="120" y="256"/>
                </a:cubicBezTo>
                <a:cubicBezTo>
                  <a:pt x="120" y="190"/>
                  <a:pt x="66" y="136"/>
                  <a:pt x="0" y="136"/>
                </a:cubicBezTo>
                <a:cubicBezTo>
                  <a:pt x="0" y="92"/>
                  <a:pt x="0" y="92"/>
                  <a:pt x="0" y="92"/>
                </a:cubicBezTo>
                <a:cubicBezTo>
                  <a:pt x="91" y="92"/>
                  <a:pt x="164" y="165"/>
                  <a:pt x="164" y="256"/>
                </a:cubicBezTo>
                <a:moveTo>
                  <a:pt x="32" y="192"/>
                </a:moveTo>
                <a:cubicBezTo>
                  <a:pt x="50" y="192"/>
                  <a:pt x="64" y="206"/>
                  <a:pt x="64" y="224"/>
                </a:cubicBezTo>
                <a:cubicBezTo>
                  <a:pt x="64" y="242"/>
                  <a:pt x="50" y="256"/>
                  <a:pt x="32" y="256"/>
                </a:cubicBezTo>
                <a:cubicBezTo>
                  <a:pt x="14" y="256"/>
                  <a:pt x="0" y="242"/>
                  <a:pt x="0" y="224"/>
                </a:cubicBezTo>
                <a:cubicBezTo>
                  <a:pt x="0" y="206"/>
                  <a:pt x="14" y="192"/>
                  <a:pt x="32" y="19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52" name="Freeform 18"/>
          <p:cNvSpPr/>
          <p:nvPr/>
        </p:nvSpPr>
        <p:spPr>
          <a:xfrm>
            <a:off x="7684920" y="3795840"/>
            <a:ext cx="378000" cy="377640"/>
          </a:xfrm>
          <a:custGeom>
            <a:avLst/>
            <a:gdLst/>
            <a:ahLst/>
            <a:rect l="l" t="t" r="r" b="b"/>
            <a:pathLst>
              <a:path w="232" h="232">
                <a:moveTo>
                  <a:pt x="220" y="84"/>
                </a:moveTo>
                <a:cubicBezTo>
                  <a:pt x="180" y="84"/>
                  <a:pt x="180" y="84"/>
                  <a:pt x="180" y="84"/>
                </a:cubicBezTo>
                <a:cubicBezTo>
                  <a:pt x="165" y="148"/>
                  <a:pt x="165" y="148"/>
                  <a:pt x="165" y="148"/>
                </a:cubicBezTo>
                <a:cubicBezTo>
                  <a:pt x="196" y="148"/>
                  <a:pt x="196" y="148"/>
                  <a:pt x="196" y="148"/>
                </a:cubicBezTo>
                <a:cubicBezTo>
                  <a:pt x="203" y="148"/>
                  <a:pt x="208" y="153"/>
                  <a:pt x="208" y="160"/>
                </a:cubicBezTo>
                <a:cubicBezTo>
                  <a:pt x="208" y="167"/>
                  <a:pt x="203" y="172"/>
                  <a:pt x="196" y="172"/>
                </a:cubicBezTo>
                <a:cubicBezTo>
                  <a:pt x="159" y="172"/>
                  <a:pt x="159" y="172"/>
                  <a:pt x="159" y="172"/>
                </a:cubicBezTo>
                <a:cubicBezTo>
                  <a:pt x="148" y="223"/>
                  <a:pt x="148" y="223"/>
                  <a:pt x="148" y="223"/>
                </a:cubicBezTo>
                <a:cubicBezTo>
                  <a:pt x="146" y="228"/>
                  <a:pt x="142" y="232"/>
                  <a:pt x="136" y="232"/>
                </a:cubicBezTo>
                <a:cubicBezTo>
                  <a:pt x="129" y="232"/>
                  <a:pt x="124" y="227"/>
                  <a:pt x="124" y="220"/>
                </a:cubicBezTo>
                <a:cubicBezTo>
                  <a:pt x="124" y="219"/>
                  <a:pt x="124" y="218"/>
                  <a:pt x="124" y="217"/>
                </a:cubicBezTo>
                <a:cubicBezTo>
                  <a:pt x="135" y="172"/>
                  <a:pt x="135" y="172"/>
                  <a:pt x="135" y="172"/>
                </a:cubicBezTo>
                <a:cubicBezTo>
                  <a:pt x="71" y="172"/>
                  <a:pt x="71" y="172"/>
                  <a:pt x="71" y="172"/>
                </a:cubicBezTo>
                <a:cubicBezTo>
                  <a:pt x="60" y="223"/>
                  <a:pt x="60" y="223"/>
                  <a:pt x="60" y="223"/>
                </a:cubicBezTo>
                <a:cubicBezTo>
                  <a:pt x="58" y="228"/>
                  <a:pt x="54" y="232"/>
                  <a:pt x="48" y="232"/>
                </a:cubicBezTo>
                <a:cubicBezTo>
                  <a:pt x="41" y="232"/>
                  <a:pt x="36" y="227"/>
                  <a:pt x="36" y="220"/>
                </a:cubicBezTo>
                <a:cubicBezTo>
                  <a:pt x="36" y="219"/>
                  <a:pt x="36" y="218"/>
                  <a:pt x="36" y="217"/>
                </a:cubicBezTo>
                <a:cubicBezTo>
                  <a:pt x="47" y="172"/>
                  <a:pt x="47" y="172"/>
                  <a:pt x="47" y="172"/>
                </a:cubicBezTo>
                <a:cubicBezTo>
                  <a:pt x="12" y="172"/>
                  <a:pt x="12" y="172"/>
                  <a:pt x="12" y="172"/>
                </a:cubicBezTo>
                <a:cubicBezTo>
                  <a:pt x="5" y="172"/>
                  <a:pt x="0" y="167"/>
                  <a:pt x="0" y="160"/>
                </a:cubicBezTo>
                <a:cubicBezTo>
                  <a:pt x="0" y="153"/>
                  <a:pt x="5" y="148"/>
                  <a:pt x="12" y="148"/>
                </a:cubicBezTo>
                <a:cubicBezTo>
                  <a:pt x="52" y="148"/>
                  <a:pt x="52" y="148"/>
                  <a:pt x="52" y="148"/>
                </a:cubicBezTo>
                <a:cubicBezTo>
                  <a:pt x="67" y="84"/>
                  <a:pt x="67" y="84"/>
                  <a:pt x="67" y="84"/>
                </a:cubicBezTo>
                <a:cubicBezTo>
                  <a:pt x="36" y="84"/>
                  <a:pt x="36" y="84"/>
                  <a:pt x="36" y="84"/>
                </a:cubicBezTo>
                <a:cubicBezTo>
                  <a:pt x="29" y="84"/>
                  <a:pt x="24" y="79"/>
                  <a:pt x="24" y="72"/>
                </a:cubicBezTo>
                <a:cubicBezTo>
                  <a:pt x="24" y="65"/>
                  <a:pt x="29" y="60"/>
                  <a:pt x="36" y="60"/>
                </a:cubicBezTo>
                <a:cubicBezTo>
                  <a:pt x="73" y="60"/>
                  <a:pt x="73" y="60"/>
                  <a:pt x="73" y="60"/>
                </a:cubicBezTo>
                <a:cubicBezTo>
                  <a:pt x="84" y="9"/>
                  <a:pt x="84" y="9"/>
                  <a:pt x="84" y="9"/>
                </a:cubicBezTo>
                <a:cubicBezTo>
                  <a:pt x="84" y="9"/>
                  <a:pt x="84" y="9"/>
                  <a:pt x="84" y="9"/>
                </a:cubicBezTo>
                <a:cubicBezTo>
                  <a:pt x="86" y="4"/>
                  <a:pt x="90" y="0"/>
                  <a:pt x="96" y="0"/>
                </a:cubicBezTo>
                <a:cubicBezTo>
                  <a:pt x="103" y="0"/>
                  <a:pt x="108" y="5"/>
                  <a:pt x="108" y="12"/>
                </a:cubicBezTo>
                <a:cubicBezTo>
                  <a:pt x="108" y="13"/>
                  <a:pt x="108" y="14"/>
                  <a:pt x="108" y="15"/>
                </a:cubicBezTo>
                <a:cubicBezTo>
                  <a:pt x="97" y="60"/>
                  <a:pt x="97" y="60"/>
                  <a:pt x="97" y="60"/>
                </a:cubicBezTo>
                <a:cubicBezTo>
                  <a:pt x="161" y="60"/>
                  <a:pt x="161" y="60"/>
                  <a:pt x="161" y="60"/>
                </a:cubicBezTo>
                <a:cubicBezTo>
                  <a:pt x="172" y="9"/>
                  <a:pt x="172" y="9"/>
                  <a:pt x="172" y="9"/>
                </a:cubicBezTo>
                <a:cubicBezTo>
                  <a:pt x="172" y="9"/>
                  <a:pt x="172" y="9"/>
                  <a:pt x="172" y="9"/>
                </a:cubicBezTo>
                <a:cubicBezTo>
                  <a:pt x="174" y="4"/>
                  <a:pt x="178" y="0"/>
                  <a:pt x="184" y="0"/>
                </a:cubicBezTo>
                <a:cubicBezTo>
                  <a:pt x="191" y="0"/>
                  <a:pt x="196" y="5"/>
                  <a:pt x="196" y="12"/>
                </a:cubicBezTo>
                <a:cubicBezTo>
                  <a:pt x="196" y="13"/>
                  <a:pt x="196" y="14"/>
                  <a:pt x="196" y="15"/>
                </a:cubicBezTo>
                <a:cubicBezTo>
                  <a:pt x="185" y="60"/>
                  <a:pt x="185" y="60"/>
                  <a:pt x="185" y="60"/>
                </a:cubicBezTo>
                <a:cubicBezTo>
                  <a:pt x="220" y="60"/>
                  <a:pt x="220" y="60"/>
                  <a:pt x="220" y="60"/>
                </a:cubicBezTo>
                <a:cubicBezTo>
                  <a:pt x="227" y="60"/>
                  <a:pt x="232" y="65"/>
                  <a:pt x="232" y="72"/>
                </a:cubicBezTo>
                <a:cubicBezTo>
                  <a:pt x="232" y="79"/>
                  <a:pt x="227" y="84"/>
                  <a:pt x="220" y="84"/>
                </a:cubicBezTo>
                <a:moveTo>
                  <a:pt x="92" y="84"/>
                </a:moveTo>
                <a:cubicBezTo>
                  <a:pt x="77" y="148"/>
                  <a:pt x="77" y="148"/>
                  <a:pt x="77" y="148"/>
                </a:cubicBezTo>
                <a:cubicBezTo>
                  <a:pt x="140" y="148"/>
                  <a:pt x="140" y="148"/>
                  <a:pt x="140" y="148"/>
                </a:cubicBezTo>
                <a:cubicBezTo>
                  <a:pt x="155" y="84"/>
                  <a:pt x="155" y="84"/>
                  <a:pt x="155" y="84"/>
                </a:cubicBezTo>
                <a:lnTo>
                  <a:pt x="92" y="8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53" name="Freeform 19"/>
          <p:cNvSpPr/>
          <p:nvPr/>
        </p:nvSpPr>
        <p:spPr>
          <a:xfrm>
            <a:off x="6937200" y="3814920"/>
            <a:ext cx="416160" cy="338040"/>
          </a:xfrm>
          <a:custGeom>
            <a:avLst/>
            <a:gdLst/>
            <a:ahLst/>
            <a:rect l="l" t="t" r="r" b="b"/>
            <a:pathLst>
              <a:path w="256" h="208">
                <a:moveTo>
                  <a:pt x="244" y="208"/>
                </a:moveTo>
                <a:cubicBezTo>
                  <a:pt x="12" y="208"/>
                  <a:pt x="12" y="208"/>
                  <a:pt x="12" y="208"/>
                </a:cubicBezTo>
                <a:cubicBezTo>
                  <a:pt x="5" y="208"/>
                  <a:pt x="0" y="203"/>
                  <a:pt x="0" y="196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96"/>
                  <a:pt x="256" y="196"/>
                  <a:pt x="256" y="196"/>
                </a:cubicBezTo>
                <a:cubicBezTo>
                  <a:pt x="256" y="203"/>
                  <a:pt x="251" y="208"/>
                  <a:pt x="244" y="208"/>
                </a:cubicBezTo>
                <a:moveTo>
                  <a:pt x="84" y="24"/>
                </a:moveTo>
                <a:cubicBezTo>
                  <a:pt x="24" y="24"/>
                  <a:pt x="24" y="24"/>
                  <a:pt x="24" y="24"/>
                </a:cubicBezTo>
                <a:cubicBezTo>
                  <a:pt x="24" y="184"/>
                  <a:pt x="24" y="184"/>
                  <a:pt x="24" y="184"/>
                </a:cubicBezTo>
                <a:cubicBezTo>
                  <a:pt x="84" y="184"/>
                  <a:pt x="84" y="184"/>
                  <a:pt x="84" y="184"/>
                </a:cubicBezTo>
                <a:lnTo>
                  <a:pt x="84" y="24"/>
                </a:lnTo>
                <a:close/>
                <a:moveTo>
                  <a:pt x="96" y="184"/>
                </a:moveTo>
                <a:cubicBezTo>
                  <a:pt x="160" y="184"/>
                  <a:pt x="160" y="184"/>
                  <a:pt x="160" y="184"/>
                </a:cubicBezTo>
                <a:cubicBezTo>
                  <a:pt x="160" y="24"/>
                  <a:pt x="160" y="24"/>
                  <a:pt x="160" y="24"/>
                </a:cubicBezTo>
                <a:cubicBezTo>
                  <a:pt x="96" y="24"/>
                  <a:pt x="96" y="24"/>
                  <a:pt x="96" y="24"/>
                </a:cubicBezTo>
                <a:lnTo>
                  <a:pt x="96" y="184"/>
                </a:lnTo>
                <a:close/>
                <a:moveTo>
                  <a:pt x="232" y="24"/>
                </a:moveTo>
                <a:cubicBezTo>
                  <a:pt x="172" y="24"/>
                  <a:pt x="172" y="24"/>
                  <a:pt x="172" y="24"/>
                </a:cubicBezTo>
                <a:cubicBezTo>
                  <a:pt x="172" y="184"/>
                  <a:pt x="172" y="184"/>
                  <a:pt x="172" y="184"/>
                </a:cubicBezTo>
                <a:cubicBezTo>
                  <a:pt x="232" y="184"/>
                  <a:pt x="232" y="184"/>
                  <a:pt x="232" y="184"/>
                </a:cubicBezTo>
                <a:lnTo>
                  <a:pt x="232" y="2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54" name="Freeform 20"/>
          <p:cNvSpPr/>
          <p:nvPr/>
        </p:nvSpPr>
        <p:spPr>
          <a:xfrm>
            <a:off x="6221520" y="3786120"/>
            <a:ext cx="398520" cy="399960"/>
          </a:xfrm>
          <a:custGeom>
            <a:avLst/>
            <a:gdLst/>
            <a:ahLst/>
            <a:rect l="l" t="t" r="r" b="b"/>
            <a:pathLst>
              <a:path w="245" h="246">
                <a:moveTo>
                  <a:pt x="241" y="39"/>
                </a:moveTo>
                <a:cubicBezTo>
                  <a:pt x="215" y="64"/>
                  <a:pt x="215" y="64"/>
                  <a:pt x="215" y="64"/>
                </a:cubicBezTo>
                <a:cubicBezTo>
                  <a:pt x="182" y="30"/>
                  <a:pt x="182" y="30"/>
                  <a:pt x="182" y="30"/>
                </a:cubicBezTo>
                <a:cubicBezTo>
                  <a:pt x="207" y="5"/>
                  <a:pt x="207" y="5"/>
                  <a:pt x="207" y="5"/>
                </a:cubicBezTo>
                <a:cubicBezTo>
                  <a:pt x="212" y="0"/>
                  <a:pt x="219" y="0"/>
                  <a:pt x="224" y="5"/>
                </a:cubicBezTo>
                <a:cubicBezTo>
                  <a:pt x="241" y="22"/>
                  <a:pt x="241" y="22"/>
                  <a:pt x="241" y="22"/>
                </a:cubicBezTo>
                <a:cubicBezTo>
                  <a:pt x="245" y="27"/>
                  <a:pt x="245" y="34"/>
                  <a:pt x="241" y="39"/>
                </a:cubicBezTo>
                <a:moveTo>
                  <a:pt x="63" y="148"/>
                </a:moveTo>
                <a:cubicBezTo>
                  <a:pt x="97" y="182"/>
                  <a:pt x="97" y="182"/>
                  <a:pt x="97" y="182"/>
                </a:cubicBezTo>
                <a:cubicBezTo>
                  <a:pt x="52" y="193"/>
                  <a:pt x="52" y="193"/>
                  <a:pt x="52" y="193"/>
                </a:cubicBezTo>
                <a:lnTo>
                  <a:pt x="63" y="148"/>
                </a:lnTo>
                <a:close/>
                <a:moveTo>
                  <a:pt x="207" y="73"/>
                </a:moveTo>
                <a:cubicBezTo>
                  <a:pt x="106" y="174"/>
                  <a:pt x="106" y="174"/>
                  <a:pt x="106" y="174"/>
                </a:cubicBezTo>
                <a:cubicBezTo>
                  <a:pt x="72" y="140"/>
                  <a:pt x="72" y="140"/>
                  <a:pt x="72" y="140"/>
                </a:cubicBezTo>
                <a:cubicBezTo>
                  <a:pt x="173" y="39"/>
                  <a:pt x="173" y="39"/>
                  <a:pt x="173" y="39"/>
                </a:cubicBezTo>
                <a:lnTo>
                  <a:pt x="207" y="73"/>
                </a:lnTo>
                <a:close/>
                <a:moveTo>
                  <a:pt x="24" y="38"/>
                </a:moveTo>
                <a:cubicBezTo>
                  <a:pt x="24" y="222"/>
                  <a:pt x="24" y="222"/>
                  <a:pt x="24" y="222"/>
                </a:cubicBezTo>
                <a:cubicBezTo>
                  <a:pt x="208" y="222"/>
                  <a:pt x="208" y="222"/>
                  <a:pt x="208" y="222"/>
                </a:cubicBezTo>
                <a:cubicBezTo>
                  <a:pt x="208" y="89"/>
                  <a:pt x="208" y="89"/>
                  <a:pt x="208" y="89"/>
                </a:cubicBezTo>
                <a:cubicBezTo>
                  <a:pt x="232" y="65"/>
                  <a:pt x="232" y="65"/>
                  <a:pt x="232" y="65"/>
                </a:cubicBezTo>
                <a:cubicBezTo>
                  <a:pt x="232" y="234"/>
                  <a:pt x="232" y="234"/>
                  <a:pt x="232" y="234"/>
                </a:cubicBezTo>
                <a:cubicBezTo>
                  <a:pt x="232" y="241"/>
                  <a:pt x="227" y="246"/>
                  <a:pt x="220" y="246"/>
                </a:cubicBezTo>
                <a:cubicBezTo>
                  <a:pt x="12" y="246"/>
                  <a:pt x="12" y="246"/>
                  <a:pt x="12" y="246"/>
                </a:cubicBezTo>
                <a:cubicBezTo>
                  <a:pt x="5" y="246"/>
                  <a:pt x="0" y="241"/>
                  <a:pt x="0" y="234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19"/>
                  <a:pt x="5" y="14"/>
                  <a:pt x="12" y="14"/>
                </a:cubicBezTo>
                <a:cubicBezTo>
                  <a:pt x="181" y="14"/>
                  <a:pt x="181" y="14"/>
                  <a:pt x="181" y="14"/>
                </a:cubicBezTo>
                <a:cubicBezTo>
                  <a:pt x="157" y="38"/>
                  <a:pt x="157" y="38"/>
                  <a:pt x="157" y="38"/>
                </a:cubicBezTo>
                <a:lnTo>
                  <a:pt x="24" y="3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55" name="Freeform 21"/>
          <p:cNvSpPr/>
          <p:nvPr/>
        </p:nvSpPr>
        <p:spPr>
          <a:xfrm>
            <a:off x="5479920" y="3786120"/>
            <a:ext cx="416160" cy="393840"/>
          </a:xfrm>
          <a:custGeom>
            <a:avLst/>
            <a:gdLst/>
            <a:ahLst/>
            <a:rect l="l" t="t" r="r" b="b"/>
            <a:pathLst>
              <a:path w="256" h="242">
                <a:moveTo>
                  <a:pt x="244" y="242"/>
                </a:moveTo>
                <a:cubicBezTo>
                  <a:pt x="12" y="242"/>
                  <a:pt x="12" y="242"/>
                  <a:pt x="12" y="242"/>
                </a:cubicBezTo>
                <a:cubicBezTo>
                  <a:pt x="5" y="242"/>
                  <a:pt x="0" y="237"/>
                  <a:pt x="0" y="230"/>
                </a:cubicBezTo>
                <a:cubicBezTo>
                  <a:pt x="0" y="223"/>
                  <a:pt x="5" y="218"/>
                  <a:pt x="12" y="218"/>
                </a:cubicBezTo>
                <a:cubicBezTo>
                  <a:pt x="244" y="218"/>
                  <a:pt x="244" y="218"/>
                  <a:pt x="244" y="218"/>
                </a:cubicBezTo>
                <a:cubicBezTo>
                  <a:pt x="251" y="218"/>
                  <a:pt x="256" y="223"/>
                  <a:pt x="256" y="230"/>
                </a:cubicBezTo>
                <a:cubicBezTo>
                  <a:pt x="256" y="237"/>
                  <a:pt x="251" y="242"/>
                  <a:pt x="244" y="242"/>
                </a:cubicBezTo>
                <a:moveTo>
                  <a:pt x="195" y="64"/>
                </a:moveTo>
                <a:cubicBezTo>
                  <a:pt x="162" y="30"/>
                  <a:pt x="162" y="30"/>
                  <a:pt x="162" y="30"/>
                </a:cubicBezTo>
                <a:cubicBezTo>
                  <a:pt x="187" y="5"/>
                  <a:pt x="187" y="5"/>
                  <a:pt x="187" y="5"/>
                </a:cubicBezTo>
                <a:cubicBezTo>
                  <a:pt x="192" y="0"/>
                  <a:pt x="199" y="0"/>
                  <a:pt x="204" y="5"/>
                </a:cubicBezTo>
                <a:cubicBezTo>
                  <a:pt x="221" y="22"/>
                  <a:pt x="221" y="22"/>
                  <a:pt x="221" y="22"/>
                </a:cubicBezTo>
                <a:cubicBezTo>
                  <a:pt x="225" y="27"/>
                  <a:pt x="225" y="34"/>
                  <a:pt x="221" y="39"/>
                </a:cubicBezTo>
                <a:lnTo>
                  <a:pt x="195" y="64"/>
                </a:lnTo>
                <a:close/>
                <a:moveTo>
                  <a:pt x="86" y="174"/>
                </a:moveTo>
                <a:cubicBezTo>
                  <a:pt x="52" y="140"/>
                  <a:pt x="52" y="140"/>
                  <a:pt x="52" y="140"/>
                </a:cubicBezTo>
                <a:cubicBezTo>
                  <a:pt x="153" y="39"/>
                  <a:pt x="153" y="39"/>
                  <a:pt x="153" y="39"/>
                </a:cubicBezTo>
                <a:cubicBezTo>
                  <a:pt x="187" y="73"/>
                  <a:pt x="187" y="73"/>
                  <a:pt x="187" y="73"/>
                </a:cubicBezTo>
                <a:lnTo>
                  <a:pt x="86" y="174"/>
                </a:lnTo>
                <a:close/>
                <a:moveTo>
                  <a:pt x="32" y="193"/>
                </a:moveTo>
                <a:cubicBezTo>
                  <a:pt x="43" y="148"/>
                  <a:pt x="43" y="148"/>
                  <a:pt x="43" y="148"/>
                </a:cubicBezTo>
                <a:cubicBezTo>
                  <a:pt x="77" y="182"/>
                  <a:pt x="77" y="182"/>
                  <a:pt x="77" y="182"/>
                </a:cubicBezTo>
                <a:lnTo>
                  <a:pt x="32" y="19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56" name="Freeform 22"/>
          <p:cNvSpPr/>
          <p:nvPr/>
        </p:nvSpPr>
        <p:spPr>
          <a:xfrm>
            <a:off x="4803840" y="3824280"/>
            <a:ext cx="314280" cy="314280"/>
          </a:xfrm>
          <a:custGeom>
            <a:avLst/>
            <a:gdLst/>
            <a:ahLst/>
            <a:rect l="l" t="t" r="r" b="b"/>
            <a:pathLst>
              <a:path w="193" h="193">
                <a:moveTo>
                  <a:pt x="20" y="140"/>
                </a:moveTo>
                <a:cubicBezTo>
                  <a:pt x="121" y="39"/>
                  <a:pt x="121" y="39"/>
                  <a:pt x="121" y="39"/>
                </a:cubicBezTo>
                <a:cubicBezTo>
                  <a:pt x="155" y="73"/>
                  <a:pt x="155" y="73"/>
                  <a:pt x="155" y="73"/>
                </a:cubicBezTo>
                <a:cubicBezTo>
                  <a:pt x="54" y="174"/>
                  <a:pt x="54" y="174"/>
                  <a:pt x="54" y="174"/>
                </a:cubicBezTo>
                <a:lnTo>
                  <a:pt x="20" y="140"/>
                </a:lnTo>
                <a:close/>
                <a:moveTo>
                  <a:pt x="155" y="5"/>
                </a:moveTo>
                <a:cubicBezTo>
                  <a:pt x="160" y="0"/>
                  <a:pt x="167" y="0"/>
                  <a:pt x="172" y="5"/>
                </a:cubicBezTo>
                <a:cubicBezTo>
                  <a:pt x="189" y="22"/>
                  <a:pt x="189" y="22"/>
                  <a:pt x="189" y="22"/>
                </a:cubicBezTo>
                <a:cubicBezTo>
                  <a:pt x="193" y="27"/>
                  <a:pt x="193" y="34"/>
                  <a:pt x="189" y="39"/>
                </a:cubicBezTo>
                <a:cubicBezTo>
                  <a:pt x="163" y="64"/>
                  <a:pt x="163" y="64"/>
                  <a:pt x="163" y="64"/>
                </a:cubicBezTo>
                <a:cubicBezTo>
                  <a:pt x="130" y="30"/>
                  <a:pt x="130" y="30"/>
                  <a:pt x="130" y="30"/>
                </a:cubicBezTo>
                <a:lnTo>
                  <a:pt x="155" y="5"/>
                </a:lnTo>
                <a:close/>
                <a:moveTo>
                  <a:pt x="0" y="193"/>
                </a:moveTo>
                <a:cubicBezTo>
                  <a:pt x="11" y="148"/>
                  <a:pt x="11" y="148"/>
                  <a:pt x="11" y="148"/>
                </a:cubicBezTo>
                <a:cubicBezTo>
                  <a:pt x="45" y="182"/>
                  <a:pt x="45" y="182"/>
                  <a:pt x="45" y="182"/>
                </a:cubicBezTo>
                <a:lnTo>
                  <a:pt x="0" y="19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57" name="Freeform 23"/>
          <p:cNvSpPr/>
          <p:nvPr/>
        </p:nvSpPr>
        <p:spPr>
          <a:xfrm>
            <a:off x="4022640" y="3776760"/>
            <a:ext cx="417600" cy="41580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52" y="20"/>
                </a:moveTo>
                <a:cubicBezTo>
                  <a:pt x="213" y="60"/>
                  <a:pt x="213" y="60"/>
                  <a:pt x="213" y="60"/>
                </a:cubicBezTo>
                <a:cubicBezTo>
                  <a:pt x="232" y="60"/>
                  <a:pt x="232" y="60"/>
                  <a:pt x="232" y="60"/>
                </a:cubicBezTo>
                <a:cubicBezTo>
                  <a:pt x="239" y="60"/>
                  <a:pt x="244" y="65"/>
                  <a:pt x="244" y="72"/>
                </a:cubicBezTo>
                <a:cubicBezTo>
                  <a:pt x="244" y="79"/>
                  <a:pt x="239" y="84"/>
                  <a:pt x="232" y="84"/>
                </a:cubicBezTo>
                <a:cubicBezTo>
                  <a:pt x="184" y="84"/>
                  <a:pt x="184" y="84"/>
                  <a:pt x="184" y="84"/>
                </a:cubicBezTo>
                <a:cubicBezTo>
                  <a:pt x="177" y="84"/>
                  <a:pt x="172" y="79"/>
                  <a:pt x="172" y="72"/>
                </a:cubicBezTo>
                <a:cubicBezTo>
                  <a:pt x="172" y="24"/>
                  <a:pt x="172" y="24"/>
                  <a:pt x="172" y="24"/>
                </a:cubicBezTo>
                <a:cubicBezTo>
                  <a:pt x="172" y="17"/>
                  <a:pt x="177" y="12"/>
                  <a:pt x="184" y="12"/>
                </a:cubicBezTo>
                <a:cubicBezTo>
                  <a:pt x="191" y="12"/>
                  <a:pt x="196" y="17"/>
                  <a:pt x="196" y="24"/>
                </a:cubicBezTo>
                <a:cubicBezTo>
                  <a:pt x="196" y="43"/>
                  <a:pt x="196" y="43"/>
                  <a:pt x="196" y="43"/>
                </a:cubicBezTo>
                <a:cubicBezTo>
                  <a:pt x="236" y="4"/>
                  <a:pt x="236" y="4"/>
                  <a:pt x="236" y="4"/>
                </a:cubicBezTo>
                <a:cubicBezTo>
                  <a:pt x="238" y="1"/>
                  <a:pt x="241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5"/>
                  <a:pt x="255" y="18"/>
                  <a:pt x="252" y="20"/>
                </a:cubicBezTo>
                <a:moveTo>
                  <a:pt x="128" y="164"/>
                </a:moveTo>
                <a:cubicBezTo>
                  <a:pt x="108" y="164"/>
                  <a:pt x="92" y="148"/>
                  <a:pt x="92" y="128"/>
                </a:cubicBezTo>
                <a:cubicBezTo>
                  <a:pt x="92" y="108"/>
                  <a:pt x="108" y="92"/>
                  <a:pt x="128" y="92"/>
                </a:cubicBezTo>
                <a:cubicBezTo>
                  <a:pt x="148" y="92"/>
                  <a:pt x="164" y="108"/>
                  <a:pt x="164" y="128"/>
                </a:cubicBezTo>
                <a:cubicBezTo>
                  <a:pt x="164" y="148"/>
                  <a:pt x="148" y="164"/>
                  <a:pt x="128" y="164"/>
                </a:cubicBezTo>
                <a:moveTo>
                  <a:pt x="72" y="244"/>
                </a:moveTo>
                <a:cubicBezTo>
                  <a:pt x="65" y="244"/>
                  <a:pt x="60" y="239"/>
                  <a:pt x="60" y="232"/>
                </a:cubicBezTo>
                <a:cubicBezTo>
                  <a:pt x="60" y="213"/>
                  <a:pt x="60" y="213"/>
                  <a:pt x="60" y="213"/>
                </a:cubicBezTo>
                <a:cubicBezTo>
                  <a:pt x="20" y="252"/>
                  <a:pt x="20" y="252"/>
                  <a:pt x="20" y="252"/>
                </a:cubicBezTo>
                <a:cubicBezTo>
                  <a:pt x="18" y="255"/>
                  <a:pt x="15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241"/>
                  <a:pt x="1" y="238"/>
                  <a:pt x="4" y="236"/>
                </a:cubicBezTo>
                <a:cubicBezTo>
                  <a:pt x="43" y="196"/>
                  <a:pt x="43" y="196"/>
                  <a:pt x="43" y="196"/>
                </a:cubicBezTo>
                <a:cubicBezTo>
                  <a:pt x="24" y="196"/>
                  <a:pt x="24" y="196"/>
                  <a:pt x="24" y="196"/>
                </a:cubicBezTo>
                <a:cubicBezTo>
                  <a:pt x="17" y="196"/>
                  <a:pt x="12" y="191"/>
                  <a:pt x="12" y="184"/>
                </a:cubicBezTo>
                <a:cubicBezTo>
                  <a:pt x="12" y="177"/>
                  <a:pt x="17" y="172"/>
                  <a:pt x="24" y="172"/>
                </a:cubicBezTo>
                <a:cubicBezTo>
                  <a:pt x="72" y="172"/>
                  <a:pt x="72" y="172"/>
                  <a:pt x="72" y="172"/>
                </a:cubicBezTo>
                <a:cubicBezTo>
                  <a:pt x="79" y="172"/>
                  <a:pt x="84" y="177"/>
                  <a:pt x="84" y="184"/>
                </a:cubicBezTo>
                <a:cubicBezTo>
                  <a:pt x="84" y="232"/>
                  <a:pt x="84" y="232"/>
                  <a:pt x="84" y="232"/>
                </a:cubicBezTo>
                <a:cubicBezTo>
                  <a:pt x="84" y="239"/>
                  <a:pt x="79" y="244"/>
                  <a:pt x="72" y="24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58" name="Freeform 24"/>
          <p:cNvSpPr/>
          <p:nvPr/>
        </p:nvSpPr>
        <p:spPr>
          <a:xfrm>
            <a:off x="3295800" y="3776760"/>
            <a:ext cx="415800" cy="41580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44" y="72"/>
                </a:moveTo>
                <a:cubicBezTo>
                  <a:pt x="237" y="72"/>
                  <a:pt x="232" y="67"/>
                  <a:pt x="232" y="60"/>
                </a:cubicBezTo>
                <a:cubicBezTo>
                  <a:pt x="232" y="41"/>
                  <a:pt x="232" y="41"/>
                  <a:pt x="232" y="41"/>
                </a:cubicBezTo>
                <a:cubicBezTo>
                  <a:pt x="192" y="80"/>
                  <a:pt x="192" y="80"/>
                  <a:pt x="192" y="80"/>
                </a:cubicBezTo>
                <a:cubicBezTo>
                  <a:pt x="190" y="83"/>
                  <a:pt x="187" y="84"/>
                  <a:pt x="184" y="84"/>
                </a:cubicBezTo>
                <a:cubicBezTo>
                  <a:pt x="177" y="84"/>
                  <a:pt x="172" y="79"/>
                  <a:pt x="172" y="72"/>
                </a:cubicBezTo>
                <a:cubicBezTo>
                  <a:pt x="172" y="69"/>
                  <a:pt x="173" y="66"/>
                  <a:pt x="176" y="64"/>
                </a:cubicBezTo>
                <a:cubicBezTo>
                  <a:pt x="215" y="24"/>
                  <a:pt x="215" y="24"/>
                  <a:pt x="215" y="24"/>
                </a:cubicBezTo>
                <a:cubicBezTo>
                  <a:pt x="196" y="24"/>
                  <a:pt x="196" y="24"/>
                  <a:pt x="196" y="24"/>
                </a:cubicBezTo>
                <a:cubicBezTo>
                  <a:pt x="189" y="24"/>
                  <a:pt x="184" y="19"/>
                  <a:pt x="184" y="12"/>
                </a:cubicBezTo>
                <a:cubicBezTo>
                  <a:pt x="184" y="5"/>
                  <a:pt x="189" y="0"/>
                  <a:pt x="196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60"/>
                  <a:pt x="256" y="60"/>
                  <a:pt x="256" y="60"/>
                </a:cubicBezTo>
                <a:cubicBezTo>
                  <a:pt x="256" y="67"/>
                  <a:pt x="251" y="72"/>
                  <a:pt x="244" y="72"/>
                </a:cubicBezTo>
                <a:moveTo>
                  <a:pt x="128" y="164"/>
                </a:moveTo>
                <a:cubicBezTo>
                  <a:pt x="108" y="164"/>
                  <a:pt x="92" y="148"/>
                  <a:pt x="92" y="128"/>
                </a:cubicBezTo>
                <a:cubicBezTo>
                  <a:pt x="92" y="108"/>
                  <a:pt x="108" y="92"/>
                  <a:pt x="128" y="92"/>
                </a:cubicBezTo>
                <a:cubicBezTo>
                  <a:pt x="148" y="92"/>
                  <a:pt x="164" y="108"/>
                  <a:pt x="164" y="128"/>
                </a:cubicBezTo>
                <a:cubicBezTo>
                  <a:pt x="164" y="148"/>
                  <a:pt x="148" y="164"/>
                  <a:pt x="128" y="164"/>
                </a:cubicBezTo>
                <a:moveTo>
                  <a:pt x="41" y="232"/>
                </a:moveTo>
                <a:cubicBezTo>
                  <a:pt x="60" y="232"/>
                  <a:pt x="60" y="232"/>
                  <a:pt x="60" y="232"/>
                </a:cubicBezTo>
                <a:cubicBezTo>
                  <a:pt x="67" y="232"/>
                  <a:pt x="72" y="237"/>
                  <a:pt x="72" y="244"/>
                </a:cubicBezTo>
                <a:cubicBezTo>
                  <a:pt x="72" y="251"/>
                  <a:pt x="67" y="256"/>
                  <a:pt x="60" y="256"/>
                </a:cubicBez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196"/>
                  <a:pt x="0" y="196"/>
                  <a:pt x="0" y="196"/>
                </a:cubicBezTo>
                <a:cubicBezTo>
                  <a:pt x="0" y="189"/>
                  <a:pt x="5" y="184"/>
                  <a:pt x="12" y="184"/>
                </a:cubicBezTo>
                <a:cubicBezTo>
                  <a:pt x="19" y="184"/>
                  <a:pt x="24" y="189"/>
                  <a:pt x="24" y="196"/>
                </a:cubicBezTo>
                <a:cubicBezTo>
                  <a:pt x="24" y="215"/>
                  <a:pt x="24" y="215"/>
                  <a:pt x="24" y="215"/>
                </a:cubicBezTo>
                <a:cubicBezTo>
                  <a:pt x="64" y="176"/>
                  <a:pt x="64" y="176"/>
                  <a:pt x="64" y="176"/>
                </a:cubicBezTo>
                <a:cubicBezTo>
                  <a:pt x="66" y="173"/>
                  <a:pt x="69" y="172"/>
                  <a:pt x="72" y="172"/>
                </a:cubicBezTo>
                <a:cubicBezTo>
                  <a:pt x="79" y="172"/>
                  <a:pt x="84" y="177"/>
                  <a:pt x="84" y="184"/>
                </a:cubicBezTo>
                <a:cubicBezTo>
                  <a:pt x="84" y="187"/>
                  <a:pt x="83" y="190"/>
                  <a:pt x="80" y="192"/>
                </a:cubicBezTo>
                <a:lnTo>
                  <a:pt x="41" y="23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59" name="Freeform 25"/>
          <p:cNvSpPr/>
          <p:nvPr/>
        </p:nvSpPr>
        <p:spPr>
          <a:xfrm>
            <a:off x="2585880" y="3795840"/>
            <a:ext cx="378000" cy="377640"/>
          </a:xfrm>
          <a:custGeom>
            <a:avLst/>
            <a:gdLst/>
            <a:ahLst/>
            <a:rect l="l" t="t" r="r" b="b"/>
            <a:pathLst>
              <a:path w="232" h="232">
                <a:moveTo>
                  <a:pt x="228" y="20"/>
                </a:moveTo>
                <a:cubicBezTo>
                  <a:pt x="169" y="80"/>
                  <a:pt x="169" y="80"/>
                  <a:pt x="169" y="80"/>
                </a:cubicBezTo>
                <a:cubicBezTo>
                  <a:pt x="188" y="80"/>
                  <a:pt x="188" y="80"/>
                  <a:pt x="188" y="80"/>
                </a:cubicBezTo>
                <a:cubicBezTo>
                  <a:pt x="195" y="80"/>
                  <a:pt x="200" y="85"/>
                  <a:pt x="200" y="92"/>
                </a:cubicBezTo>
                <a:cubicBezTo>
                  <a:pt x="200" y="99"/>
                  <a:pt x="195" y="104"/>
                  <a:pt x="188" y="104"/>
                </a:cubicBezTo>
                <a:cubicBezTo>
                  <a:pt x="140" y="104"/>
                  <a:pt x="140" y="104"/>
                  <a:pt x="140" y="104"/>
                </a:cubicBezTo>
                <a:cubicBezTo>
                  <a:pt x="133" y="104"/>
                  <a:pt x="128" y="99"/>
                  <a:pt x="128" y="92"/>
                </a:cubicBezTo>
                <a:cubicBezTo>
                  <a:pt x="128" y="44"/>
                  <a:pt x="128" y="44"/>
                  <a:pt x="128" y="44"/>
                </a:cubicBezTo>
                <a:cubicBezTo>
                  <a:pt x="128" y="37"/>
                  <a:pt x="133" y="32"/>
                  <a:pt x="140" y="32"/>
                </a:cubicBezTo>
                <a:cubicBezTo>
                  <a:pt x="147" y="32"/>
                  <a:pt x="152" y="37"/>
                  <a:pt x="152" y="44"/>
                </a:cubicBezTo>
                <a:cubicBezTo>
                  <a:pt x="152" y="63"/>
                  <a:pt x="152" y="63"/>
                  <a:pt x="152" y="63"/>
                </a:cubicBezTo>
                <a:cubicBezTo>
                  <a:pt x="212" y="4"/>
                  <a:pt x="212" y="4"/>
                  <a:pt x="212" y="4"/>
                </a:cubicBezTo>
                <a:cubicBezTo>
                  <a:pt x="214" y="1"/>
                  <a:pt x="217" y="0"/>
                  <a:pt x="220" y="0"/>
                </a:cubicBezTo>
                <a:cubicBezTo>
                  <a:pt x="227" y="0"/>
                  <a:pt x="232" y="5"/>
                  <a:pt x="232" y="12"/>
                </a:cubicBezTo>
                <a:cubicBezTo>
                  <a:pt x="232" y="15"/>
                  <a:pt x="231" y="18"/>
                  <a:pt x="228" y="20"/>
                </a:cubicBezTo>
                <a:moveTo>
                  <a:pt x="92" y="200"/>
                </a:moveTo>
                <a:cubicBezTo>
                  <a:pt x="85" y="200"/>
                  <a:pt x="80" y="195"/>
                  <a:pt x="80" y="188"/>
                </a:cubicBezTo>
                <a:cubicBezTo>
                  <a:pt x="80" y="169"/>
                  <a:pt x="80" y="169"/>
                  <a:pt x="80" y="169"/>
                </a:cubicBezTo>
                <a:cubicBezTo>
                  <a:pt x="20" y="228"/>
                  <a:pt x="20" y="228"/>
                  <a:pt x="20" y="228"/>
                </a:cubicBezTo>
                <a:cubicBezTo>
                  <a:pt x="18" y="231"/>
                  <a:pt x="15" y="232"/>
                  <a:pt x="12" y="232"/>
                </a:cubicBezTo>
                <a:cubicBezTo>
                  <a:pt x="5" y="232"/>
                  <a:pt x="0" y="227"/>
                  <a:pt x="0" y="220"/>
                </a:cubicBezTo>
                <a:cubicBezTo>
                  <a:pt x="0" y="217"/>
                  <a:pt x="1" y="214"/>
                  <a:pt x="4" y="212"/>
                </a:cubicBezTo>
                <a:cubicBezTo>
                  <a:pt x="63" y="152"/>
                  <a:pt x="63" y="152"/>
                  <a:pt x="63" y="152"/>
                </a:cubicBezTo>
                <a:cubicBezTo>
                  <a:pt x="44" y="152"/>
                  <a:pt x="44" y="152"/>
                  <a:pt x="44" y="152"/>
                </a:cubicBezTo>
                <a:cubicBezTo>
                  <a:pt x="37" y="152"/>
                  <a:pt x="32" y="147"/>
                  <a:pt x="32" y="140"/>
                </a:cubicBezTo>
                <a:cubicBezTo>
                  <a:pt x="32" y="133"/>
                  <a:pt x="37" y="128"/>
                  <a:pt x="44" y="128"/>
                </a:cubicBezTo>
                <a:cubicBezTo>
                  <a:pt x="92" y="128"/>
                  <a:pt x="92" y="128"/>
                  <a:pt x="92" y="128"/>
                </a:cubicBezTo>
                <a:cubicBezTo>
                  <a:pt x="99" y="128"/>
                  <a:pt x="104" y="133"/>
                  <a:pt x="104" y="140"/>
                </a:cubicBezTo>
                <a:cubicBezTo>
                  <a:pt x="104" y="188"/>
                  <a:pt x="104" y="188"/>
                  <a:pt x="104" y="188"/>
                </a:cubicBezTo>
                <a:cubicBezTo>
                  <a:pt x="104" y="195"/>
                  <a:pt x="99" y="200"/>
                  <a:pt x="92" y="20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60" name="Freeform 26"/>
          <p:cNvSpPr/>
          <p:nvPr/>
        </p:nvSpPr>
        <p:spPr>
          <a:xfrm>
            <a:off x="1857240" y="3795840"/>
            <a:ext cx="378000" cy="377640"/>
          </a:xfrm>
          <a:custGeom>
            <a:avLst/>
            <a:gdLst/>
            <a:ahLst/>
            <a:rect l="l" t="t" r="r" b="b"/>
            <a:pathLst>
              <a:path w="232" h="232">
                <a:moveTo>
                  <a:pt x="232" y="60"/>
                </a:moveTo>
                <a:cubicBezTo>
                  <a:pt x="232" y="60"/>
                  <a:pt x="232" y="60"/>
                  <a:pt x="232" y="60"/>
                </a:cubicBezTo>
                <a:cubicBezTo>
                  <a:pt x="232" y="67"/>
                  <a:pt x="227" y="72"/>
                  <a:pt x="220" y="72"/>
                </a:cubicBezTo>
                <a:cubicBezTo>
                  <a:pt x="213" y="72"/>
                  <a:pt x="208" y="67"/>
                  <a:pt x="208" y="60"/>
                </a:cubicBezTo>
                <a:cubicBezTo>
                  <a:pt x="208" y="41"/>
                  <a:pt x="208" y="41"/>
                  <a:pt x="208" y="41"/>
                </a:cubicBezTo>
                <a:cubicBezTo>
                  <a:pt x="148" y="100"/>
                  <a:pt x="148" y="100"/>
                  <a:pt x="148" y="100"/>
                </a:cubicBezTo>
                <a:cubicBezTo>
                  <a:pt x="146" y="103"/>
                  <a:pt x="143" y="104"/>
                  <a:pt x="140" y="104"/>
                </a:cubicBezTo>
                <a:cubicBezTo>
                  <a:pt x="133" y="104"/>
                  <a:pt x="128" y="99"/>
                  <a:pt x="128" y="92"/>
                </a:cubicBezTo>
                <a:cubicBezTo>
                  <a:pt x="128" y="89"/>
                  <a:pt x="129" y="86"/>
                  <a:pt x="132" y="84"/>
                </a:cubicBezTo>
                <a:cubicBezTo>
                  <a:pt x="191" y="24"/>
                  <a:pt x="191" y="24"/>
                  <a:pt x="191" y="24"/>
                </a:cubicBezTo>
                <a:cubicBezTo>
                  <a:pt x="172" y="24"/>
                  <a:pt x="172" y="24"/>
                  <a:pt x="172" y="24"/>
                </a:cubicBezTo>
                <a:cubicBezTo>
                  <a:pt x="165" y="24"/>
                  <a:pt x="160" y="19"/>
                  <a:pt x="160" y="12"/>
                </a:cubicBezTo>
                <a:cubicBezTo>
                  <a:pt x="160" y="5"/>
                  <a:pt x="165" y="0"/>
                  <a:pt x="172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7" y="0"/>
                  <a:pt x="232" y="5"/>
                  <a:pt x="232" y="12"/>
                </a:cubicBezTo>
                <a:lnTo>
                  <a:pt x="232" y="60"/>
                </a:lnTo>
                <a:close/>
                <a:moveTo>
                  <a:pt x="100" y="148"/>
                </a:moveTo>
                <a:cubicBezTo>
                  <a:pt x="41" y="208"/>
                  <a:pt x="41" y="208"/>
                  <a:pt x="41" y="208"/>
                </a:cubicBezTo>
                <a:cubicBezTo>
                  <a:pt x="60" y="208"/>
                  <a:pt x="60" y="208"/>
                  <a:pt x="60" y="208"/>
                </a:cubicBezTo>
                <a:cubicBezTo>
                  <a:pt x="67" y="208"/>
                  <a:pt x="72" y="213"/>
                  <a:pt x="72" y="220"/>
                </a:cubicBezTo>
                <a:cubicBezTo>
                  <a:pt x="72" y="227"/>
                  <a:pt x="67" y="232"/>
                  <a:pt x="60" y="232"/>
                </a:cubicBezTo>
                <a:cubicBezTo>
                  <a:pt x="12" y="232"/>
                  <a:pt x="12" y="232"/>
                  <a:pt x="12" y="232"/>
                </a:cubicBezTo>
                <a:cubicBezTo>
                  <a:pt x="5" y="232"/>
                  <a:pt x="0" y="227"/>
                  <a:pt x="0" y="220"/>
                </a:cubicBezTo>
                <a:cubicBezTo>
                  <a:pt x="0" y="172"/>
                  <a:pt x="0" y="172"/>
                  <a:pt x="0" y="172"/>
                </a:cubicBezTo>
                <a:cubicBezTo>
                  <a:pt x="0" y="165"/>
                  <a:pt x="5" y="160"/>
                  <a:pt x="12" y="160"/>
                </a:cubicBezTo>
                <a:cubicBezTo>
                  <a:pt x="19" y="160"/>
                  <a:pt x="24" y="165"/>
                  <a:pt x="24" y="172"/>
                </a:cubicBezTo>
                <a:cubicBezTo>
                  <a:pt x="24" y="191"/>
                  <a:pt x="24" y="191"/>
                  <a:pt x="24" y="191"/>
                </a:cubicBezTo>
                <a:cubicBezTo>
                  <a:pt x="84" y="132"/>
                  <a:pt x="84" y="132"/>
                  <a:pt x="84" y="132"/>
                </a:cubicBezTo>
                <a:cubicBezTo>
                  <a:pt x="86" y="129"/>
                  <a:pt x="89" y="128"/>
                  <a:pt x="92" y="128"/>
                </a:cubicBezTo>
                <a:cubicBezTo>
                  <a:pt x="99" y="128"/>
                  <a:pt x="104" y="133"/>
                  <a:pt x="104" y="140"/>
                </a:cubicBezTo>
                <a:cubicBezTo>
                  <a:pt x="104" y="143"/>
                  <a:pt x="103" y="146"/>
                  <a:pt x="100" y="14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61" name="Freeform 27"/>
          <p:cNvSpPr/>
          <p:nvPr/>
        </p:nvSpPr>
        <p:spPr>
          <a:xfrm>
            <a:off x="1109520" y="3776760"/>
            <a:ext cx="416160" cy="41580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22" y="154"/>
                </a:moveTo>
                <a:cubicBezTo>
                  <a:pt x="220" y="162"/>
                  <a:pt x="217" y="169"/>
                  <a:pt x="213" y="176"/>
                </a:cubicBezTo>
                <a:cubicBezTo>
                  <a:pt x="213" y="177"/>
                  <a:pt x="234" y="203"/>
                  <a:pt x="221" y="215"/>
                </a:cubicBezTo>
                <a:cubicBezTo>
                  <a:pt x="215" y="222"/>
                  <a:pt x="215" y="222"/>
                  <a:pt x="215" y="222"/>
                </a:cubicBezTo>
                <a:cubicBezTo>
                  <a:pt x="205" y="231"/>
                  <a:pt x="182" y="216"/>
                  <a:pt x="176" y="212"/>
                </a:cubicBezTo>
                <a:cubicBezTo>
                  <a:pt x="169" y="217"/>
                  <a:pt x="161" y="220"/>
                  <a:pt x="152" y="222"/>
                </a:cubicBezTo>
                <a:cubicBezTo>
                  <a:pt x="154" y="222"/>
                  <a:pt x="154" y="222"/>
                  <a:pt x="154" y="222"/>
                </a:cubicBezTo>
                <a:cubicBezTo>
                  <a:pt x="154" y="222"/>
                  <a:pt x="150" y="256"/>
                  <a:pt x="131" y="256"/>
                </a:cubicBezTo>
                <a:cubicBezTo>
                  <a:pt x="125" y="256"/>
                  <a:pt x="125" y="256"/>
                  <a:pt x="125" y="256"/>
                </a:cubicBezTo>
                <a:cubicBezTo>
                  <a:pt x="111" y="256"/>
                  <a:pt x="103" y="227"/>
                  <a:pt x="102" y="221"/>
                </a:cubicBezTo>
                <a:cubicBezTo>
                  <a:pt x="94" y="219"/>
                  <a:pt x="86" y="216"/>
                  <a:pt x="79" y="211"/>
                </a:cubicBezTo>
                <a:cubicBezTo>
                  <a:pt x="80" y="213"/>
                  <a:pt x="80" y="213"/>
                  <a:pt x="80" y="213"/>
                </a:cubicBezTo>
                <a:cubicBezTo>
                  <a:pt x="80" y="213"/>
                  <a:pt x="53" y="234"/>
                  <a:pt x="40" y="221"/>
                </a:cubicBezTo>
                <a:cubicBezTo>
                  <a:pt x="35" y="216"/>
                  <a:pt x="35" y="216"/>
                  <a:pt x="35" y="216"/>
                </a:cubicBezTo>
                <a:cubicBezTo>
                  <a:pt x="25" y="206"/>
                  <a:pt x="41" y="180"/>
                  <a:pt x="44" y="175"/>
                </a:cubicBezTo>
                <a:cubicBezTo>
                  <a:pt x="40" y="169"/>
                  <a:pt x="37" y="162"/>
                  <a:pt x="35" y="154"/>
                </a:cubicBezTo>
                <a:cubicBezTo>
                  <a:pt x="29" y="153"/>
                  <a:pt x="0" y="145"/>
                  <a:pt x="0" y="131"/>
                </a:cubicBezTo>
                <a:cubicBezTo>
                  <a:pt x="0" y="125"/>
                  <a:pt x="0" y="125"/>
                  <a:pt x="0" y="125"/>
                </a:cubicBezTo>
                <a:cubicBezTo>
                  <a:pt x="0" y="108"/>
                  <a:pt x="28" y="103"/>
                  <a:pt x="35" y="102"/>
                </a:cubicBezTo>
                <a:cubicBezTo>
                  <a:pt x="37" y="94"/>
                  <a:pt x="40" y="87"/>
                  <a:pt x="44" y="80"/>
                </a:cubicBezTo>
                <a:cubicBezTo>
                  <a:pt x="41" y="76"/>
                  <a:pt x="24" y="50"/>
                  <a:pt x="34" y="40"/>
                </a:cubicBezTo>
                <a:cubicBezTo>
                  <a:pt x="40" y="35"/>
                  <a:pt x="40" y="35"/>
                  <a:pt x="40" y="35"/>
                </a:cubicBezTo>
                <a:cubicBezTo>
                  <a:pt x="51" y="23"/>
                  <a:pt x="75" y="39"/>
                  <a:pt x="80" y="43"/>
                </a:cubicBezTo>
                <a:cubicBezTo>
                  <a:pt x="87" y="39"/>
                  <a:pt x="94" y="36"/>
                  <a:pt x="102" y="34"/>
                </a:cubicBezTo>
                <a:cubicBezTo>
                  <a:pt x="104" y="27"/>
                  <a:pt x="112" y="0"/>
                  <a:pt x="125" y="0"/>
                </a:cubicBezTo>
                <a:cubicBezTo>
                  <a:pt x="131" y="0"/>
                  <a:pt x="131" y="0"/>
                  <a:pt x="131" y="0"/>
                </a:cubicBezTo>
                <a:cubicBezTo>
                  <a:pt x="147" y="0"/>
                  <a:pt x="153" y="26"/>
                  <a:pt x="154" y="34"/>
                </a:cubicBezTo>
                <a:cubicBezTo>
                  <a:pt x="162" y="36"/>
                  <a:pt x="169" y="39"/>
                  <a:pt x="176" y="43"/>
                </a:cubicBezTo>
                <a:cubicBezTo>
                  <a:pt x="182" y="39"/>
                  <a:pt x="206" y="24"/>
                  <a:pt x="216" y="34"/>
                </a:cubicBezTo>
                <a:cubicBezTo>
                  <a:pt x="222" y="40"/>
                  <a:pt x="222" y="40"/>
                  <a:pt x="222" y="40"/>
                </a:cubicBezTo>
                <a:cubicBezTo>
                  <a:pt x="233" y="51"/>
                  <a:pt x="217" y="74"/>
                  <a:pt x="213" y="80"/>
                </a:cubicBezTo>
                <a:cubicBezTo>
                  <a:pt x="217" y="87"/>
                  <a:pt x="220" y="94"/>
                  <a:pt x="222" y="102"/>
                </a:cubicBezTo>
                <a:cubicBezTo>
                  <a:pt x="224" y="102"/>
                  <a:pt x="256" y="107"/>
                  <a:pt x="256" y="125"/>
                </a:cubicBezTo>
                <a:cubicBezTo>
                  <a:pt x="256" y="131"/>
                  <a:pt x="256" y="131"/>
                  <a:pt x="256" y="131"/>
                </a:cubicBezTo>
                <a:cubicBezTo>
                  <a:pt x="256" y="144"/>
                  <a:pt x="229" y="152"/>
                  <a:pt x="222" y="154"/>
                </a:cubicBezTo>
                <a:moveTo>
                  <a:pt x="128" y="56"/>
                </a:moveTo>
                <a:cubicBezTo>
                  <a:pt x="88" y="56"/>
                  <a:pt x="56" y="88"/>
                  <a:pt x="56" y="128"/>
                </a:cubicBezTo>
                <a:cubicBezTo>
                  <a:pt x="56" y="168"/>
                  <a:pt x="88" y="200"/>
                  <a:pt x="128" y="200"/>
                </a:cubicBezTo>
                <a:cubicBezTo>
                  <a:pt x="168" y="200"/>
                  <a:pt x="200" y="168"/>
                  <a:pt x="200" y="128"/>
                </a:cubicBezTo>
                <a:cubicBezTo>
                  <a:pt x="200" y="88"/>
                  <a:pt x="168" y="56"/>
                  <a:pt x="128" y="56"/>
                </a:cubicBezTo>
                <a:moveTo>
                  <a:pt x="128" y="176"/>
                </a:moveTo>
                <a:cubicBezTo>
                  <a:pt x="101" y="176"/>
                  <a:pt x="80" y="155"/>
                  <a:pt x="80" y="128"/>
                </a:cubicBezTo>
                <a:cubicBezTo>
                  <a:pt x="80" y="101"/>
                  <a:pt x="101" y="80"/>
                  <a:pt x="128" y="80"/>
                </a:cubicBezTo>
                <a:cubicBezTo>
                  <a:pt x="155" y="80"/>
                  <a:pt x="176" y="101"/>
                  <a:pt x="176" y="128"/>
                </a:cubicBezTo>
                <a:cubicBezTo>
                  <a:pt x="176" y="155"/>
                  <a:pt x="155" y="176"/>
                  <a:pt x="128" y="176"/>
                </a:cubicBezTo>
                <a:moveTo>
                  <a:pt x="128" y="104"/>
                </a:moveTo>
                <a:cubicBezTo>
                  <a:pt x="115" y="104"/>
                  <a:pt x="104" y="115"/>
                  <a:pt x="104" y="128"/>
                </a:cubicBezTo>
                <a:cubicBezTo>
                  <a:pt x="104" y="141"/>
                  <a:pt x="115" y="152"/>
                  <a:pt x="128" y="152"/>
                </a:cubicBezTo>
                <a:cubicBezTo>
                  <a:pt x="141" y="152"/>
                  <a:pt x="152" y="141"/>
                  <a:pt x="152" y="128"/>
                </a:cubicBezTo>
                <a:cubicBezTo>
                  <a:pt x="152" y="115"/>
                  <a:pt x="141" y="104"/>
                  <a:pt x="128" y="10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62" name="Freeform 28"/>
          <p:cNvSpPr/>
          <p:nvPr/>
        </p:nvSpPr>
        <p:spPr>
          <a:xfrm>
            <a:off x="380880" y="3814920"/>
            <a:ext cx="416160" cy="344160"/>
          </a:xfrm>
          <a:custGeom>
            <a:avLst/>
            <a:gdLst/>
            <a:ahLst/>
            <a:rect l="l" t="t" r="r" b="b"/>
            <a:pathLst>
              <a:path w="256" h="212">
                <a:moveTo>
                  <a:pt x="256" y="200"/>
                </a:moveTo>
                <a:cubicBezTo>
                  <a:pt x="256" y="207"/>
                  <a:pt x="251" y="212"/>
                  <a:pt x="244" y="212"/>
                </a:cubicBezTo>
                <a:cubicBezTo>
                  <a:pt x="244" y="212"/>
                  <a:pt x="244" y="212"/>
                  <a:pt x="244" y="212"/>
                </a:cubicBezTo>
                <a:cubicBezTo>
                  <a:pt x="12" y="212"/>
                  <a:pt x="12" y="212"/>
                  <a:pt x="12" y="212"/>
                </a:cubicBezTo>
                <a:cubicBezTo>
                  <a:pt x="12" y="212"/>
                  <a:pt x="12" y="212"/>
                  <a:pt x="12" y="212"/>
                </a:cubicBezTo>
                <a:cubicBezTo>
                  <a:pt x="12" y="212"/>
                  <a:pt x="12" y="212"/>
                  <a:pt x="12" y="212"/>
                </a:cubicBezTo>
                <a:cubicBezTo>
                  <a:pt x="5" y="212"/>
                  <a:pt x="0" y="207"/>
                  <a:pt x="0" y="200"/>
                </a:cubicBezTo>
                <a:cubicBezTo>
                  <a:pt x="0" y="198"/>
                  <a:pt x="1" y="195"/>
                  <a:pt x="2" y="193"/>
                </a:cubicBezTo>
                <a:cubicBezTo>
                  <a:pt x="2" y="193"/>
                  <a:pt x="2" y="193"/>
                  <a:pt x="2" y="193"/>
                </a:cubicBezTo>
                <a:cubicBezTo>
                  <a:pt x="118" y="5"/>
                  <a:pt x="118" y="5"/>
                  <a:pt x="118" y="5"/>
                </a:cubicBezTo>
                <a:cubicBezTo>
                  <a:pt x="118" y="5"/>
                  <a:pt x="118" y="5"/>
                  <a:pt x="118" y="5"/>
                </a:cubicBezTo>
                <a:cubicBezTo>
                  <a:pt x="120" y="2"/>
                  <a:pt x="124" y="0"/>
                  <a:pt x="128" y="0"/>
                </a:cubicBezTo>
                <a:cubicBezTo>
                  <a:pt x="132" y="0"/>
                  <a:pt x="136" y="2"/>
                  <a:pt x="138" y="6"/>
                </a:cubicBezTo>
                <a:cubicBezTo>
                  <a:pt x="138" y="6"/>
                  <a:pt x="138" y="6"/>
                  <a:pt x="138" y="6"/>
                </a:cubicBezTo>
                <a:cubicBezTo>
                  <a:pt x="254" y="194"/>
                  <a:pt x="254" y="194"/>
                  <a:pt x="254" y="194"/>
                </a:cubicBezTo>
                <a:cubicBezTo>
                  <a:pt x="254" y="194"/>
                  <a:pt x="254" y="194"/>
                  <a:pt x="254" y="194"/>
                </a:cubicBezTo>
                <a:cubicBezTo>
                  <a:pt x="255" y="196"/>
                  <a:pt x="256" y="198"/>
                  <a:pt x="256" y="200"/>
                </a:cubicBezTo>
                <a:moveTo>
                  <a:pt x="144" y="68"/>
                </a:moveTo>
                <a:cubicBezTo>
                  <a:pt x="144" y="59"/>
                  <a:pt x="137" y="52"/>
                  <a:pt x="128" y="52"/>
                </a:cubicBezTo>
                <a:cubicBezTo>
                  <a:pt x="119" y="52"/>
                  <a:pt x="112" y="59"/>
                  <a:pt x="112" y="68"/>
                </a:cubicBezTo>
                <a:cubicBezTo>
                  <a:pt x="112" y="128"/>
                  <a:pt x="112" y="128"/>
                  <a:pt x="112" y="128"/>
                </a:cubicBezTo>
                <a:cubicBezTo>
                  <a:pt x="112" y="137"/>
                  <a:pt x="119" y="144"/>
                  <a:pt x="128" y="144"/>
                </a:cubicBezTo>
                <a:cubicBezTo>
                  <a:pt x="137" y="144"/>
                  <a:pt x="144" y="137"/>
                  <a:pt x="144" y="128"/>
                </a:cubicBezTo>
                <a:lnTo>
                  <a:pt x="144" y="68"/>
                </a:lnTo>
                <a:close/>
                <a:moveTo>
                  <a:pt x="128" y="156"/>
                </a:moveTo>
                <a:cubicBezTo>
                  <a:pt x="119" y="156"/>
                  <a:pt x="112" y="163"/>
                  <a:pt x="112" y="172"/>
                </a:cubicBezTo>
                <a:cubicBezTo>
                  <a:pt x="112" y="181"/>
                  <a:pt x="119" y="188"/>
                  <a:pt x="128" y="188"/>
                </a:cubicBezTo>
                <a:cubicBezTo>
                  <a:pt x="137" y="188"/>
                  <a:pt x="144" y="181"/>
                  <a:pt x="144" y="172"/>
                </a:cubicBezTo>
                <a:cubicBezTo>
                  <a:pt x="144" y="163"/>
                  <a:pt x="137" y="156"/>
                  <a:pt x="128" y="15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63" name="Freeform 29"/>
          <p:cNvSpPr/>
          <p:nvPr/>
        </p:nvSpPr>
        <p:spPr>
          <a:xfrm>
            <a:off x="8394840" y="3046320"/>
            <a:ext cx="415800" cy="41760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44" y="92"/>
                </a:moveTo>
                <a:cubicBezTo>
                  <a:pt x="232" y="92"/>
                  <a:pt x="232" y="92"/>
                  <a:pt x="232" y="92"/>
                </a:cubicBezTo>
                <a:cubicBezTo>
                  <a:pt x="225" y="92"/>
                  <a:pt x="225" y="92"/>
                  <a:pt x="225" y="92"/>
                </a:cubicBezTo>
                <a:cubicBezTo>
                  <a:pt x="192" y="92"/>
                  <a:pt x="192" y="92"/>
                  <a:pt x="192" y="92"/>
                </a:cubicBezTo>
                <a:cubicBezTo>
                  <a:pt x="185" y="92"/>
                  <a:pt x="180" y="87"/>
                  <a:pt x="180" y="80"/>
                </a:cubicBezTo>
                <a:cubicBezTo>
                  <a:pt x="180" y="73"/>
                  <a:pt x="185" y="68"/>
                  <a:pt x="192" y="68"/>
                </a:cubicBezTo>
                <a:cubicBezTo>
                  <a:pt x="213" y="68"/>
                  <a:pt x="213" y="68"/>
                  <a:pt x="213" y="68"/>
                </a:cubicBezTo>
                <a:cubicBezTo>
                  <a:pt x="194" y="41"/>
                  <a:pt x="163" y="24"/>
                  <a:pt x="128" y="24"/>
                </a:cubicBezTo>
                <a:cubicBezTo>
                  <a:pt x="71" y="24"/>
                  <a:pt x="24" y="71"/>
                  <a:pt x="24" y="128"/>
                </a:cubicBezTo>
                <a:cubicBezTo>
                  <a:pt x="24" y="135"/>
                  <a:pt x="19" y="140"/>
                  <a:pt x="12" y="140"/>
                </a:cubicBezTo>
                <a:cubicBezTo>
                  <a:pt x="5" y="140"/>
                  <a:pt x="0" y="135"/>
                  <a:pt x="0" y="128"/>
                </a:cubicBezTo>
                <a:cubicBezTo>
                  <a:pt x="0" y="57"/>
                  <a:pt x="57" y="0"/>
                  <a:pt x="128" y="0"/>
                </a:cubicBezTo>
                <a:cubicBezTo>
                  <a:pt x="171" y="0"/>
                  <a:pt x="209" y="21"/>
                  <a:pt x="232" y="54"/>
                </a:cubicBezTo>
                <a:cubicBezTo>
                  <a:pt x="232" y="32"/>
                  <a:pt x="232" y="32"/>
                  <a:pt x="232" y="32"/>
                </a:cubicBezTo>
                <a:cubicBezTo>
                  <a:pt x="232" y="25"/>
                  <a:pt x="237" y="20"/>
                  <a:pt x="244" y="20"/>
                </a:cubicBezTo>
                <a:cubicBezTo>
                  <a:pt x="251" y="20"/>
                  <a:pt x="256" y="25"/>
                  <a:pt x="256" y="32"/>
                </a:cubicBezTo>
                <a:cubicBezTo>
                  <a:pt x="256" y="80"/>
                  <a:pt x="256" y="80"/>
                  <a:pt x="256" y="80"/>
                </a:cubicBezTo>
                <a:cubicBezTo>
                  <a:pt x="256" y="87"/>
                  <a:pt x="251" y="92"/>
                  <a:pt x="244" y="92"/>
                </a:cubicBezTo>
                <a:moveTo>
                  <a:pt x="12" y="164"/>
                </a:moveTo>
                <a:cubicBezTo>
                  <a:pt x="64" y="164"/>
                  <a:pt x="64" y="164"/>
                  <a:pt x="64" y="164"/>
                </a:cubicBezTo>
                <a:cubicBezTo>
                  <a:pt x="71" y="164"/>
                  <a:pt x="76" y="169"/>
                  <a:pt x="76" y="176"/>
                </a:cubicBezTo>
                <a:cubicBezTo>
                  <a:pt x="76" y="183"/>
                  <a:pt x="71" y="188"/>
                  <a:pt x="64" y="188"/>
                </a:cubicBezTo>
                <a:cubicBezTo>
                  <a:pt x="43" y="188"/>
                  <a:pt x="43" y="188"/>
                  <a:pt x="43" y="188"/>
                </a:cubicBezTo>
                <a:cubicBezTo>
                  <a:pt x="62" y="215"/>
                  <a:pt x="93" y="232"/>
                  <a:pt x="128" y="232"/>
                </a:cubicBezTo>
                <a:cubicBezTo>
                  <a:pt x="185" y="232"/>
                  <a:pt x="232" y="185"/>
                  <a:pt x="232" y="128"/>
                </a:cubicBezTo>
                <a:cubicBezTo>
                  <a:pt x="232" y="121"/>
                  <a:pt x="237" y="116"/>
                  <a:pt x="244" y="116"/>
                </a:cubicBezTo>
                <a:cubicBezTo>
                  <a:pt x="251" y="116"/>
                  <a:pt x="256" y="121"/>
                  <a:pt x="256" y="128"/>
                </a:cubicBezTo>
                <a:cubicBezTo>
                  <a:pt x="256" y="199"/>
                  <a:pt x="199" y="256"/>
                  <a:pt x="128" y="256"/>
                </a:cubicBezTo>
                <a:cubicBezTo>
                  <a:pt x="85" y="256"/>
                  <a:pt x="47" y="235"/>
                  <a:pt x="24" y="202"/>
                </a:cubicBezTo>
                <a:cubicBezTo>
                  <a:pt x="24" y="224"/>
                  <a:pt x="24" y="224"/>
                  <a:pt x="24" y="224"/>
                </a:cubicBezTo>
                <a:cubicBezTo>
                  <a:pt x="24" y="231"/>
                  <a:pt x="19" y="236"/>
                  <a:pt x="12" y="236"/>
                </a:cubicBezTo>
                <a:cubicBezTo>
                  <a:pt x="5" y="236"/>
                  <a:pt x="0" y="231"/>
                  <a:pt x="0" y="224"/>
                </a:cubicBezTo>
                <a:cubicBezTo>
                  <a:pt x="0" y="176"/>
                  <a:pt x="0" y="176"/>
                  <a:pt x="0" y="176"/>
                </a:cubicBezTo>
                <a:cubicBezTo>
                  <a:pt x="0" y="169"/>
                  <a:pt x="5" y="164"/>
                  <a:pt x="12" y="16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64" name="Freeform 30"/>
          <p:cNvSpPr/>
          <p:nvPr/>
        </p:nvSpPr>
        <p:spPr>
          <a:xfrm>
            <a:off x="7666200" y="3046320"/>
            <a:ext cx="415800" cy="41760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44" y="92"/>
                </a:moveTo>
                <a:cubicBezTo>
                  <a:pt x="192" y="92"/>
                  <a:pt x="192" y="92"/>
                  <a:pt x="192" y="92"/>
                </a:cubicBezTo>
                <a:cubicBezTo>
                  <a:pt x="185" y="92"/>
                  <a:pt x="180" y="87"/>
                  <a:pt x="180" y="80"/>
                </a:cubicBezTo>
                <a:cubicBezTo>
                  <a:pt x="180" y="73"/>
                  <a:pt x="185" y="68"/>
                  <a:pt x="192" y="68"/>
                </a:cubicBezTo>
                <a:cubicBezTo>
                  <a:pt x="213" y="68"/>
                  <a:pt x="213" y="68"/>
                  <a:pt x="213" y="68"/>
                </a:cubicBezTo>
                <a:cubicBezTo>
                  <a:pt x="194" y="41"/>
                  <a:pt x="163" y="24"/>
                  <a:pt x="128" y="24"/>
                </a:cubicBezTo>
                <a:cubicBezTo>
                  <a:pt x="71" y="24"/>
                  <a:pt x="24" y="71"/>
                  <a:pt x="24" y="128"/>
                </a:cubicBezTo>
                <a:cubicBezTo>
                  <a:pt x="24" y="185"/>
                  <a:pt x="71" y="232"/>
                  <a:pt x="128" y="232"/>
                </a:cubicBezTo>
                <a:cubicBezTo>
                  <a:pt x="185" y="232"/>
                  <a:pt x="232" y="185"/>
                  <a:pt x="232" y="128"/>
                </a:cubicBezTo>
                <a:cubicBezTo>
                  <a:pt x="232" y="121"/>
                  <a:pt x="237" y="116"/>
                  <a:pt x="244" y="116"/>
                </a:cubicBezTo>
                <a:cubicBezTo>
                  <a:pt x="251" y="116"/>
                  <a:pt x="256" y="121"/>
                  <a:pt x="256" y="128"/>
                </a:cubicBezTo>
                <a:cubicBezTo>
                  <a:pt x="256" y="199"/>
                  <a:pt x="199" y="256"/>
                  <a:pt x="128" y="256"/>
                </a:cubicBezTo>
                <a:cubicBezTo>
                  <a:pt x="57" y="256"/>
                  <a:pt x="0" y="199"/>
                  <a:pt x="0" y="128"/>
                </a:cubicBezTo>
                <a:cubicBezTo>
                  <a:pt x="0" y="57"/>
                  <a:pt x="57" y="0"/>
                  <a:pt x="128" y="0"/>
                </a:cubicBezTo>
                <a:cubicBezTo>
                  <a:pt x="171" y="0"/>
                  <a:pt x="209" y="21"/>
                  <a:pt x="232" y="54"/>
                </a:cubicBezTo>
                <a:cubicBezTo>
                  <a:pt x="232" y="32"/>
                  <a:pt x="232" y="32"/>
                  <a:pt x="232" y="32"/>
                </a:cubicBezTo>
                <a:cubicBezTo>
                  <a:pt x="232" y="25"/>
                  <a:pt x="237" y="20"/>
                  <a:pt x="244" y="20"/>
                </a:cubicBezTo>
                <a:cubicBezTo>
                  <a:pt x="251" y="20"/>
                  <a:pt x="256" y="25"/>
                  <a:pt x="256" y="32"/>
                </a:cubicBezTo>
                <a:cubicBezTo>
                  <a:pt x="256" y="80"/>
                  <a:pt x="256" y="80"/>
                  <a:pt x="256" y="80"/>
                </a:cubicBezTo>
                <a:cubicBezTo>
                  <a:pt x="256" y="87"/>
                  <a:pt x="251" y="92"/>
                  <a:pt x="244" y="9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65" name="Freeform 31"/>
          <p:cNvSpPr/>
          <p:nvPr/>
        </p:nvSpPr>
        <p:spPr>
          <a:xfrm>
            <a:off x="6937200" y="3086280"/>
            <a:ext cx="416160" cy="293400"/>
          </a:xfrm>
          <a:custGeom>
            <a:avLst/>
            <a:gdLst/>
            <a:ahLst/>
            <a:rect l="l" t="t" r="r" b="b"/>
            <a:pathLst>
              <a:path w="256" h="180">
                <a:moveTo>
                  <a:pt x="225" y="77"/>
                </a:moveTo>
                <a:cubicBezTo>
                  <a:pt x="222" y="79"/>
                  <a:pt x="219" y="80"/>
                  <a:pt x="216" y="80"/>
                </a:cubicBezTo>
                <a:cubicBezTo>
                  <a:pt x="209" y="80"/>
                  <a:pt x="204" y="75"/>
                  <a:pt x="204" y="68"/>
                </a:cubicBezTo>
                <a:cubicBezTo>
                  <a:pt x="204" y="65"/>
                  <a:pt x="205" y="62"/>
                  <a:pt x="208" y="60"/>
                </a:cubicBezTo>
                <a:cubicBezTo>
                  <a:pt x="215" y="52"/>
                  <a:pt x="215" y="52"/>
                  <a:pt x="215" y="52"/>
                </a:cubicBezTo>
                <a:cubicBezTo>
                  <a:pt x="208" y="52"/>
                  <a:pt x="208" y="52"/>
                  <a:pt x="208" y="52"/>
                </a:cubicBezTo>
                <a:cubicBezTo>
                  <a:pt x="208" y="52"/>
                  <a:pt x="208" y="52"/>
                  <a:pt x="208" y="52"/>
                </a:cubicBezTo>
                <a:cubicBezTo>
                  <a:pt x="196" y="52"/>
                  <a:pt x="196" y="52"/>
                  <a:pt x="196" y="52"/>
                </a:cubicBezTo>
                <a:cubicBezTo>
                  <a:pt x="185" y="52"/>
                  <a:pt x="185" y="52"/>
                  <a:pt x="185" y="52"/>
                </a:cubicBezTo>
                <a:cubicBezTo>
                  <a:pt x="60" y="176"/>
                  <a:pt x="60" y="176"/>
                  <a:pt x="60" y="176"/>
                </a:cubicBezTo>
                <a:cubicBezTo>
                  <a:pt x="58" y="179"/>
                  <a:pt x="55" y="180"/>
                  <a:pt x="52" y="180"/>
                </a:cubicBezTo>
                <a:cubicBezTo>
                  <a:pt x="36" y="180"/>
                  <a:pt x="36" y="180"/>
                  <a:pt x="36" y="180"/>
                </a:cubicBezTo>
                <a:cubicBezTo>
                  <a:pt x="12" y="180"/>
                  <a:pt x="12" y="180"/>
                  <a:pt x="12" y="180"/>
                </a:cubicBezTo>
                <a:cubicBezTo>
                  <a:pt x="5" y="180"/>
                  <a:pt x="0" y="175"/>
                  <a:pt x="0" y="168"/>
                </a:cubicBezTo>
                <a:cubicBezTo>
                  <a:pt x="0" y="161"/>
                  <a:pt x="5" y="156"/>
                  <a:pt x="12" y="156"/>
                </a:cubicBezTo>
                <a:cubicBezTo>
                  <a:pt x="36" y="156"/>
                  <a:pt x="36" y="156"/>
                  <a:pt x="36" y="156"/>
                </a:cubicBezTo>
                <a:cubicBezTo>
                  <a:pt x="47" y="156"/>
                  <a:pt x="47" y="156"/>
                  <a:pt x="47" y="156"/>
                </a:cubicBezTo>
                <a:cubicBezTo>
                  <a:pt x="172" y="32"/>
                  <a:pt x="172" y="32"/>
                  <a:pt x="172" y="32"/>
                </a:cubicBezTo>
                <a:cubicBezTo>
                  <a:pt x="174" y="29"/>
                  <a:pt x="177" y="28"/>
                  <a:pt x="180" y="28"/>
                </a:cubicBezTo>
                <a:cubicBezTo>
                  <a:pt x="200" y="28"/>
                  <a:pt x="200" y="28"/>
                  <a:pt x="200" y="28"/>
                </a:cubicBezTo>
                <a:cubicBezTo>
                  <a:pt x="215" y="28"/>
                  <a:pt x="215" y="28"/>
                  <a:pt x="215" y="28"/>
                </a:cubicBezTo>
                <a:cubicBezTo>
                  <a:pt x="208" y="21"/>
                  <a:pt x="208" y="21"/>
                  <a:pt x="208" y="21"/>
                </a:cubicBezTo>
                <a:cubicBezTo>
                  <a:pt x="205" y="18"/>
                  <a:pt x="204" y="15"/>
                  <a:pt x="204" y="12"/>
                </a:cubicBezTo>
                <a:cubicBezTo>
                  <a:pt x="204" y="5"/>
                  <a:pt x="209" y="0"/>
                  <a:pt x="216" y="0"/>
                </a:cubicBezTo>
                <a:cubicBezTo>
                  <a:pt x="219" y="0"/>
                  <a:pt x="222" y="1"/>
                  <a:pt x="225" y="4"/>
                </a:cubicBezTo>
                <a:cubicBezTo>
                  <a:pt x="253" y="32"/>
                  <a:pt x="253" y="32"/>
                  <a:pt x="253" y="32"/>
                </a:cubicBezTo>
                <a:cubicBezTo>
                  <a:pt x="255" y="34"/>
                  <a:pt x="256" y="37"/>
                  <a:pt x="256" y="40"/>
                </a:cubicBezTo>
                <a:cubicBezTo>
                  <a:pt x="256" y="43"/>
                  <a:pt x="255" y="46"/>
                  <a:pt x="253" y="49"/>
                </a:cubicBezTo>
                <a:lnTo>
                  <a:pt x="225" y="7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66" name="Freeform 32"/>
          <p:cNvSpPr/>
          <p:nvPr/>
        </p:nvSpPr>
        <p:spPr>
          <a:xfrm>
            <a:off x="6208560" y="3132000"/>
            <a:ext cx="416160" cy="292320"/>
          </a:xfrm>
          <a:custGeom>
            <a:avLst/>
            <a:gdLst/>
            <a:ahLst/>
            <a:rect l="l" t="t" r="r" b="b"/>
            <a:pathLst>
              <a:path w="256" h="180">
                <a:moveTo>
                  <a:pt x="224" y="104"/>
                </a:moveTo>
                <a:cubicBezTo>
                  <a:pt x="222" y="101"/>
                  <a:pt x="219" y="100"/>
                  <a:pt x="216" y="100"/>
                </a:cubicBezTo>
                <a:cubicBezTo>
                  <a:pt x="209" y="100"/>
                  <a:pt x="204" y="105"/>
                  <a:pt x="204" y="112"/>
                </a:cubicBezTo>
                <a:cubicBezTo>
                  <a:pt x="204" y="115"/>
                  <a:pt x="205" y="118"/>
                  <a:pt x="208" y="120"/>
                </a:cubicBezTo>
                <a:cubicBezTo>
                  <a:pt x="215" y="128"/>
                  <a:pt x="215" y="128"/>
                  <a:pt x="215" y="128"/>
                </a:cubicBezTo>
                <a:cubicBezTo>
                  <a:pt x="208" y="128"/>
                  <a:pt x="208" y="128"/>
                  <a:pt x="208" y="128"/>
                </a:cubicBezTo>
                <a:cubicBezTo>
                  <a:pt x="208" y="128"/>
                  <a:pt x="208" y="128"/>
                  <a:pt x="208" y="128"/>
                </a:cubicBezTo>
                <a:cubicBezTo>
                  <a:pt x="196" y="128"/>
                  <a:pt x="196" y="128"/>
                  <a:pt x="196" y="128"/>
                </a:cubicBezTo>
                <a:cubicBezTo>
                  <a:pt x="185" y="128"/>
                  <a:pt x="185" y="128"/>
                  <a:pt x="185" y="128"/>
                </a:cubicBezTo>
                <a:cubicBezTo>
                  <a:pt x="60" y="4"/>
                  <a:pt x="60" y="4"/>
                  <a:pt x="60" y="4"/>
                </a:cubicBezTo>
                <a:cubicBezTo>
                  <a:pt x="58" y="1"/>
                  <a:pt x="55" y="0"/>
                  <a:pt x="52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19"/>
                  <a:pt x="5" y="24"/>
                  <a:pt x="12" y="24"/>
                </a:cubicBezTo>
                <a:cubicBezTo>
                  <a:pt x="36" y="24"/>
                  <a:pt x="36" y="24"/>
                  <a:pt x="36" y="24"/>
                </a:cubicBezTo>
                <a:cubicBezTo>
                  <a:pt x="47" y="24"/>
                  <a:pt x="47" y="24"/>
                  <a:pt x="47" y="24"/>
                </a:cubicBezTo>
                <a:cubicBezTo>
                  <a:pt x="171" y="149"/>
                  <a:pt x="171" y="149"/>
                  <a:pt x="171" y="149"/>
                </a:cubicBezTo>
                <a:cubicBezTo>
                  <a:pt x="174" y="151"/>
                  <a:pt x="177" y="152"/>
                  <a:pt x="180" y="152"/>
                </a:cubicBezTo>
                <a:cubicBezTo>
                  <a:pt x="200" y="152"/>
                  <a:pt x="200" y="152"/>
                  <a:pt x="200" y="152"/>
                </a:cubicBezTo>
                <a:cubicBezTo>
                  <a:pt x="215" y="152"/>
                  <a:pt x="215" y="152"/>
                  <a:pt x="215" y="152"/>
                </a:cubicBezTo>
                <a:cubicBezTo>
                  <a:pt x="208" y="160"/>
                  <a:pt x="208" y="160"/>
                  <a:pt x="208" y="160"/>
                </a:cubicBezTo>
                <a:cubicBezTo>
                  <a:pt x="205" y="162"/>
                  <a:pt x="204" y="165"/>
                  <a:pt x="204" y="168"/>
                </a:cubicBezTo>
                <a:cubicBezTo>
                  <a:pt x="204" y="175"/>
                  <a:pt x="209" y="180"/>
                  <a:pt x="216" y="180"/>
                </a:cubicBezTo>
                <a:cubicBezTo>
                  <a:pt x="219" y="180"/>
                  <a:pt x="222" y="179"/>
                  <a:pt x="224" y="176"/>
                </a:cubicBezTo>
                <a:cubicBezTo>
                  <a:pt x="252" y="148"/>
                  <a:pt x="252" y="148"/>
                  <a:pt x="252" y="148"/>
                </a:cubicBezTo>
                <a:cubicBezTo>
                  <a:pt x="255" y="146"/>
                  <a:pt x="256" y="143"/>
                  <a:pt x="256" y="140"/>
                </a:cubicBezTo>
                <a:cubicBezTo>
                  <a:pt x="256" y="137"/>
                  <a:pt x="255" y="134"/>
                  <a:pt x="252" y="132"/>
                </a:cubicBezTo>
                <a:lnTo>
                  <a:pt x="224" y="10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67" name="Freeform 33"/>
          <p:cNvSpPr/>
          <p:nvPr/>
        </p:nvSpPr>
        <p:spPr>
          <a:xfrm>
            <a:off x="5479920" y="3086280"/>
            <a:ext cx="416160" cy="338040"/>
          </a:xfrm>
          <a:custGeom>
            <a:avLst/>
            <a:gdLst/>
            <a:ahLst/>
            <a:rect l="l" t="t" r="r" b="b"/>
            <a:pathLst>
              <a:path w="256" h="208">
                <a:moveTo>
                  <a:pt x="225" y="77"/>
                </a:moveTo>
                <a:cubicBezTo>
                  <a:pt x="222" y="79"/>
                  <a:pt x="219" y="80"/>
                  <a:pt x="216" y="80"/>
                </a:cubicBezTo>
                <a:cubicBezTo>
                  <a:pt x="209" y="80"/>
                  <a:pt x="204" y="75"/>
                  <a:pt x="204" y="68"/>
                </a:cubicBezTo>
                <a:cubicBezTo>
                  <a:pt x="204" y="65"/>
                  <a:pt x="205" y="62"/>
                  <a:pt x="208" y="60"/>
                </a:cubicBezTo>
                <a:cubicBezTo>
                  <a:pt x="215" y="52"/>
                  <a:pt x="215" y="52"/>
                  <a:pt x="215" y="52"/>
                </a:cubicBezTo>
                <a:cubicBezTo>
                  <a:pt x="208" y="52"/>
                  <a:pt x="208" y="52"/>
                  <a:pt x="208" y="52"/>
                </a:cubicBezTo>
                <a:cubicBezTo>
                  <a:pt x="208" y="52"/>
                  <a:pt x="208" y="52"/>
                  <a:pt x="208" y="52"/>
                </a:cubicBezTo>
                <a:cubicBezTo>
                  <a:pt x="196" y="52"/>
                  <a:pt x="196" y="52"/>
                  <a:pt x="196" y="52"/>
                </a:cubicBezTo>
                <a:cubicBezTo>
                  <a:pt x="185" y="52"/>
                  <a:pt x="185" y="52"/>
                  <a:pt x="185" y="52"/>
                </a:cubicBezTo>
                <a:cubicBezTo>
                  <a:pt x="60" y="176"/>
                  <a:pt x="60" y="176"/>
                  <a:pt x="60" y="176"/>
                </a:cubicBezTo>
                <a:cubicBezTo>
                  <a:pt x="58" y="179"/>
                  <a:pt x="55" y="180"/>
                  <a:pt x="52" y="180"/>
                </a:cubicBezTo>
                <a:cubicBezTo>
                  <a:pt x="36" y="180"/>
                  <a:pt x="36" y="180"/>
                  <a:pt x="36" y="180"/>
                </a:cubicBezTo>
                <a:cubicBezTo>
                  <a:pt x="12" y="180"/>
                  <a:pt x="12" y="180"/>
                  <a:pt x="12" y="180"/>
                </a:cubicBezTo>
                <a:cubicBezTo>
                  <a:pt x="5" y="180"/>
                  <a:pt x="0" y="175"/>
                  <a:pt x="0" y="168"/>
                </a:cubicBezTo>
                <a:cubicBezTo>
                  <a:pt x="0" y="161"/>
                  <a:pt x="5" y="156"/>
                  <a:pt x="12" y="156"/>
                </a:cubicBezTo>
                <a:cubicBezTo>
                  <a:pt x="36" y="156"/>
                  <a:pt x="36" y="156"/>
                  <a:pt x="36" y="156"/>
                </a:cubicBezTo>
                <a:cubicBezTo>
                  <a:pt x="47" y="156"/>
                  <a:pt x="47" y="156"/>
                  <a:pt x="47" y="156"/>
                </a:cubicBezTo>
                <a:cubicBezTo>
                  <a:pt x="172" y="32"/>
                  <a:pt x="172" y="32"/>
                  <a:pt x="172" y="32"/>
                </a:cubicBezTo>
                <a:cubicBezTo>
                  <a:pt x="174" y="29"/>
                  <a:pt x="177" y="28"/>
                  <a:pt x="180" y="28"/>
                </a:cubicBezTo>
                <a:cubicBezTo>
                  <a:pt x="200" y="28"/>
                  <a:pt x="200" y="28"/>
                  <a:pt x="200" y="28"/>
                </a:cubicBezTo>
                <a:cubicBezTo>
                  <a:pt x="215" y="28"/>
                  <a:pt x="215" y="28"/>
                  <a:pt x="215" y="28"/>
                </a:cubicBezTo>
                <a:cubicBezTo>
                  <a:pt x="208" y="21"/>
                  <a:pt x="208" y="21"/>
                  <a:pt x="208" y="21"/>
                </a:cubicBezTo>
                <a:cubicBezTo>
                  <a:pt x="205" y="18"/>
                  <a:pt x="204" y="15"/>
                  <a:pt x="204" y="12"/>
                </a:cubicBezTo>
                <a:cubicBezTo>
                  <a:pt x="204" y="5"/>
                  <a:pt x="209" y="0"/>
                  <a:pt x="216" y="0"/>
                </a:cubicBezTo>
                <a:cubicBezTo>
                  <a:pt x="219" y="0"/>
                  <a:pt x="222" y="1"/>
                  <a:pt x="225" y="4"/>
                </a:cubicBezTo>
                <a:cubicBezTo>
                  <a:pt x="253" y="32"/>
                  <a:pt x="253" y="32"/>
                  <a:pt x="253" y="32"/>
                </a:cubicBezTo>
                <a:cubicBezTo>
                  <a:pt x="255" y="34"/>
                  <a:pt x="256" y="37"/>
                  <a:pt x="256" y="40"/>
                </a:cubicBezTo>
                <a:cubicBezTo>
                  <a:pt x="256" y="43"/>
                  <a:pt x="255" y="46"/>
                  <a:pt x="253" y="49"/>
                </a:cubicBezTo>
                <a:lnTo>
                  <a:pt x="225" y="77"/>
                </a:lnTo>
                <a:close/>
                <a:moveTo>
                  <a:pt x="91" y="96"/>
                </a:moveTo>
                <a:cubicBezTo>
                  <a:pt x="47" y="52"/>
                  <a:pt x="47" y="52"/>
                  <a:pt x="47" y="52"/>
                </a:cubicBezTo>
                <a:cubicBezTo>
                  <a:pt x="36" y="52"/>
                  <a:pt x="36" y="52"/>
                  <a:pt x="36" y="52"/>
                </a:cubicBezTo>
                <a:cubicBezTo>
                  <a:pt x="12" y="52"/>
                  <a:pt x="12" y="52"/>
                  <a:pt x="12" y="52"/>
                </a:cubicBezTo>
                <a:cubicBezTo>
                  <a:pt x="5" y="52"/>
                  <a:pt x="0" y="47"/>
                  <a:pt x="0" y="40"/>
                </a:cubicBezTo>
                <a:cubicBezTo>
                  <a:pt x="0" y="33"/>
                  <a:pt x="5" y="28"/>
                  <a:pt x="12" y="28"/>
                </a:cubicBezTo>
                <a:cubicBezTo>
                  <a:pt x="32" y="28"/>
                  <a:pt x="32" y="28"/>
                  <a:pt x="32" y="28"/>
                </a:cubicBezTo>
                <a:cubicBezTo>
                  <a:pt x="52" y="28"/>
                  <a:pt x="52" y="28"/>
                  <a:pt x="52" y="28"/>
                </a:cubicBezTo>
                <a:cubicBezTo>
                  <a:pt x="55" y="28"/>
                  <a:pt x="58" y="29"/>
                  <a:pt x="60" y="32"/>
                </a:cubicBezTo>
                <a:cubicBezTo>
                  <a:pt x="108" y="79"/>
                  <a:pt x="108" y="79"/>
                  <a:pt x="108" y="79"/>
                </a:cubicBezTo>
                <a:lnTo>
                  <a:pt x="91" y="96"/>
                </a:lnTo>
                <a:close/>
                <a:moveTo>
                  <a:pt x="185" y="156"/>
                </a:moveTo>
                <a:cubicBezTo>
                  <a:pt x="196" y="156"/>
                  <a:pt x="196" y="156"/>
                  <a:pt x="196" y="156"/>
                </a:cubicBezTo>
                <a:cubicBezTo>
                  <a:pt x="208" y="156"/>
                  <a:pt x="208" y="156"/>
                  <a:pt x="208" y="156"/>
                </a:cubicBezTo>
                <a:cubicBezTo>
                  <a:pt x="208" y="156"/>
                  <a:pt x="208" y="156"/>
                  <a:pt x="208" y="156"/>
                </a:cubicBezTo>
                <a:cubicBezTo>
                  <a:pt x="215" y="156"/>
                  <a:pt x="215" y="156"/>
                  <a:pt x="215" y="156"/>
                </a:cubicBezTo>
                <a:cubicBezTo>
                  <a:pt x="208" y="148"/>
                  <a:pt x="208" y="148"/>
                  <a:pt x="208" y="148"/>
                </a:cubicBezTo>
                <a:cubicBezTo>
                  <a:pt x="205" y="146"/>
                  <a:pt x="204" y="143"/>
                  <a:pt x="204" y="140"/>
                </a:cubicBezTo>
                <a:cubicBezTo>
                  <a:pt x="204" y="133"/>
                  <a:pt x="209" y="128"/>
                  <a:pt x="216" y="128"/>
                </a:cubicBezTo>
                <a:cubicBezTo>
                  <a:pt x="219" y="128"/>
                  <a:pt x="222" y="129"/>
                  <a:pt x="225" y="131"/>
                </a:cubicBezTo>
                <a:cubicBezTo>
                  <a:pt x="253" y="159"/>
                  <a:pt x="253" y="159"/>
                  <a:pt x="253" y="159"/>
                </a:cubicBezTo>
                <a:cubicBezTo>
                  <a:pt x="255" y="162"/>
                  <a:pt x="256" y="165"/>
                  <a:pt x="256" y="168"/>
                </a:cubicBezTo>
                <a:cubicBezTo>
                  <a:pt x="256" y="171"/>
                  <a:pt x="255" y="174"/>
                  <a:pt x="253" y="176"/>
                </a:cubicBezTo>
                <a:cubicBezTo>
                  <a:pt x="225" y="204"/>
                  <a:pt x="225" y="204"/>
                  <a:pt x="225" y="204"/>
                </a:cubicBezTo>
                <a:cubicBezTo>
                  <a:pt x="222" y="207"/>
                  <a:pt x="219" y="208"/>
                  <a:pt x="216" y="208"/>
                </a:cubicBezTo>
                <a:cubicBezTo>
                  <a:pt x="209" y="208"/>
                  <a:pt x="204" y="203"/>
                  <a:pt x="204" y="196"/>
                </a:cubicBezTo>
                <a:cubicBezTo>
                  <a:pt x="204" y="193"/>
                  <a:pt x="205" y="190"/>
                  <a:pt x="208" y="187"/>
                </a:cubicBezTo>
                <a:cubicBezTo>
                  <a:pt x="215" y="180"/>
                  <a:pt x="215" y="180"/>
                  <a:pt x="215" y="180"/>
                </a:cubicBezTo>
                <a:cubicBezTo>
                  <a:pt x="196" y="180"/>
                  <a:pt x="196" y="180"/>
                  <a:pt x="196" y="180"/>
                </a:cubicBezTo>
                <a:cubicBezTo>
                  <a:pt x="180" y="180"/>
                  <a:pt x="180" y="180"/>
                  <a:pt x="180" y="180"/>
                </a:cubicBezTo>
                <a:cubicBezTo>
                  <a:pt x="177" y="180"/>
                  <a:pt x="174" y="179"/>
                  <a:pt x="172" y="176"/>
                </a:cubicBezTo>
                <a:cubicBezTo>
                  <a:pt x="124" y="129"/>
                  <a:pt x="124" y="129"/>
                  <a:pt x="124" y="129"/>
                </a:cubicBezTo>
                <a:cubicBezTo>
                  <a:pt x="141" y="112"/>
                  <a:pt x="141" y="112"/>
                  <a:pt x="141" y="112"/>
                </a:cubicBezTo>
                <a:lnTo>
                  <a:pt x="185" y="15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68" name="Freeform 34"/>
          <p:cNvSpPr/>
          <p:nvPr/>
        </p:nvSpPr>
        <p:spPr>
          <a:xfrm>
            <a:off x="4772160" y="3067200"/>
            <a:ext cx="376200" cy="377640"/>
          </a:xfrm>
          <a:custGeom>
            <a:avLst/>
            <a:gdLst/>
            <a:ahLst/>
            <a:rect l="l" t="t" r="r" b="b"/>
            <a:pathLst>
              <a:path w="232" h="232">
                <a:moveTo>
                  <a:pt x="229" y="20"/>
                </a:moveTo>
                <a:cubicBezTo>
                  <a:pt x="169" y="80"/>
                  <a:pt x="169" y="80"/>
                  <a:pt x="169" y="80"/>
                </a:cubicBezTo>
                <a:cubicBezTo>
                  <a:pt x="188" y="80"/>
                  <a:pt x="188" y="80"/>
                  <a:pt x="188" y="80"/>
                </a:cubicBezTo>
                <a:cubicBezTo>
                  <a:pt x="195" y="80"/>
                  <a:pt x="200" y="85"/>
                  <a:pt x="200" y="92"/>
                </a:cubicBezTo>
                <a:cubicBezTo>
                  <a:pt x="200" y="99"/>
                  <a:pt x="195" y="104"/>
                  <a:pt x="188" y="104"/>
                </a:cubicBezTo>
                <a:cubicBezTo>
                  <a:pt x="140" y="104"/>
                  <a:pt x="140" y="104"/>
                  <a:pt x="140" y="104"/>
                </a:cubicBezTo>
                <a:cubicBezTo>
                  <a:pt x="133" y="104"/>
                  <a:pt x="128" y="99"/>
                  <a:pt x="128" y="92"/>
                </a:cubicBezTo>
                <a:cubicBezTo>
                  <a:pt x="128" y="44"/>
                  <a:pt x="128" y="44"/>
                  <a:pt x="128" y="44"/>
                </a:cubicBezTo>
                <a:cubicBezTo>
                  <a:pt x="128" y="37"/>
                  <a:pt x="133" y="32"/>
                  <a:pt x="140" y="32"/>
                </a:cubicBezTo>
                <a:cubicBezTo>
                  <a:pt x="147" y="32"/>
                  <a:pt x="152" y="37"/>
                  <a:pt x="152" y="44"/>
                </a:cubicBezTo>
                <a:cubicBezTo>
                  <a:pt x="152" y="63"/>
                  <a:pt x="152" y="63"/>
                  <a:pt x="152" y="63"/>
                </a:cubicBezTo>
                <a:cubicBezTo>
                  <a:pt x="212" y="3"/>
                  <a:pt x="212" y="3"/>
                  <a:pt x="212" y="3"/>
                </a:cubicBezTo>
                <a:cubicBezTo>
                  <a:pt x="212" y="3"/>
                  <a:pt x="212" y="3"/>
                  <a:pt x="212" y="3"/>
                </a:cubicBezTo>
                <a:cubicBezTo>
                  <a:pt x="214" y="1"/>
                  <a:pt x="217" y="0"/>
                  <a:pt x="220" y="0"/>
                </a:cubicBezTo>
                <a:cubicBezTo>
                  <a:pt x="227" y="0"/>
                  <a:pt x="232" y="5"/>
                  <a:pt x="232" y="12"/>
                </a:cubicBezTo>
                <a:cubicBezTo>
                  <a:pt x="232" y="15"/>
                  <a:pt x="231" y="18"/>
                  <a:pt x="229" y="20"/>
                </a:cubicBezTo>
                <a:close/>
                <a:moveTo>
                  <a:pt x="140" y="128"/>
                </a:moveTo>
                <a:cubicBezTo>
                  <a:pt x="188" y="128"/>
                  <a:pt x="188" y="128"/>
                  <a:pt x="188" y="128"/>
                </a:cubicBezTo>
                <a:cubicBezTo>
                  <a:pt x="195" y="128"/>
                  <a:pt x="200" y="133"/>
                  <a:pt x="200" y="140"/>
                </a:cubicBezTo>
                <a:cubicBezTo>
                  <a:pt x="200" y="147"/>
                  <a:pt x="195" y="152"/>
                  <a:pt x="188" y="152"/>
                </a:cubicBezTo>
                <a:cubicBezTo>
                  <a:pt x="169" y="152"/>
                  <a:pt x="169" y="152"/>
                  <a:pt x="169" y="152"/>
                </a:cubicBezTo>
                <a:cubicBezTo>
                  <a:pt x="229" y="212"/>
                  <a:pt x="229" y="212"/>
                  <a:pt x="229" y="212"/>
                </a:cubicBezTo>
                <a:cubicBezTo>
                  <a:pt x="229" y="212"/>
                  <a:pt x="229" y="212"/>
                  <a:pt x="229" y="212"/>
                </a:cubicBezTo>
                <a:cubicBezTo>
                  <a:pt x="231" y="214"/>
                  <a:pt x="232" y="217"/>
                  <a:pt x="232" y="220"/>
                </a:cubicBezTo>
                <a:cubicBezTo>
                  <a:pt x="232" y="227"/>
                  <a:pt x="227" y="232"/>
                  <a:pt x="220" y="232"/>
                </a:cubicBezTo>
                <a:cubicBezTo>
                  <a:pt x="217" y="232"/>
                  <a:pt x="214" y="231"/>
                  <a:pt x="212" y="229"/>
                </a:cubicBezTo>
                <a:cubicBezTo>
                  <a:pt x="212" y="229"/>
                  <a:pt x="212" y="229"/>
                  <a:pt x="212" y="229"/>
                </a:cubicBezTo>
                <a:cubicBezTo>
                  <a:pt x="152" y="169"/>
                  <a:pt x="152" y="169"/>
                  <a:pt x="152" y="169"/>
                </a:cubicBezTo>
                <a:cubicBezTo>
                  <a:pt x="152" y="188"/>
                  <a:pt x="152" y="188"/>
                  <a:pt x="152" y="188"/>
                </a:cubicBezTo>
                <a:cubicBezTo>
                  <a:pt x="152" y="195"/>
                  <a:pt x="147" y="200"/>
                  <a:pt x="140" y="200"/>
                </a:cubicBezTo>
                <a:cubicBezTo>
                  <a:pt x="133" y="200"/>
                  <a:pt x="128" y="195"/>
                  <a:pt x="128" y="188"/>
                </a:cubicBezTo>
                <a:cubicBezTo>
                  <a:pt x="128" y="140"/>
                  <a:pt x="128" y="140"/>
                  <a:pt x="128" y="140"/>
                </a:cubicBezTo>
                <a:cubicBezTo>
                  <a:pt x="128" y="133"/>
                  <a:pt x="133" y="128"/>
                  <a:pt x="140" y="128"/>
                </a:cubicBezTo>
                <a:moveTo>
                  <a:pt x="92" y="200"/>
                </a:moveTo>
                <a:cubicBezTo>
                  <a:pt x="85" y="200"/>
                  <a:pt x="80" y="195"/>
                  <a:pt x="80" y="188"/>
                </a:cubicBezTo>
                <a:cubicBezTo>
                  <a:pt x="80" y="169"/>
                  <a:pt x="80" y="169"/>
                  <a:pt x="80" y="169"/>
                </a:cubicBezTo>
                <a:cubicBezTo>
                  <a:pt x="20" y="229"/>
                  <a:pt x="20" y="229"/>
                  <a:pt x="20" y="229"/>
                </a:cubicBezTo>
                <a:cubicBezTo>
                  <a:pt x="20" y="229"/>
                  <a:pt x="20" y="229"/>
                  <a:pt x="20" y="229"/>
                </a:cubicBezTo>
                <a:cubicBezTo>
                  <a:pt x="18" y="231"/>
                  <a:pt x="15" y="232"/>
                  <a:pt x="12" y="232"/>
                </a:cubicBezTo>
                <a:cubicBezTo>
                  <a:pt x="5" y="232"/>
                  <a:pt x="0" y="227"/>
                  <a:pt x="0" y="220"/>
                </a:cubicBezTo>
                <a:cubicBezTo>
                  <a:pt x="0" y="217"/>
                  <a:pt x="1" y="214"/>
                  <a:pt x="3" y="212"/>
                </a:cubicBezTo>
                <a:cubicBezTo>
                  <a:pt x="3" y="212"/>
                  <a:pt x="3" y="212"/>
                  <a:pt x="3" y="212"/>
                </a:cubicBezTo>
                <a:cubicBezTo>
                  <a:pt x="63" y="152"/>
                  <a:pt x="63" y="152"/>
                  <a:pt x="63" y="152"/>
                </a:cubicBezTo>
                <a:cubicBezTo>
                  <a:pt x="44" y="152"/>
                  <a:pt x="44" y="152"/>
                  <a:pt x="44" y="152"/>
                </a:cubicBezTo>
                <a:cubicBezTo>
                  <a:pt x="37" y="152"/>
                  <a:pt x="32" y="147"/>
                  <a:pt x="32" y="140"/>
                </a:cubicBezTo>
                <a:cubicBezTo>
                  <a:pt x="32" y="133"/>
                  <a:pt x="37" y="128"/>
                  <a:pt x="44" y="128"/>
                </a:cubicBezTo>
                <a:cubicBezTo>
                  <a:pt x="92" y="128"/>
                  <a:pt x="92" y="128"/>
                  <a:pt x="92" y="128"/>
                </a:cubicBezTo>
                <a:cubicBezTo>
                  <a:pt x="99" y="128"/>
                  <a:pt x="104" y="133"/>
                  <a:pt x="104" y="140"/>
                </a:cubicBezTo>
                <a:cubicBezTo>
                  <a:pt x="104" y="188"/>
                  <a:pt x="104" y="188"/>
                  <a:pt x="104" y="188"/>
                </a:cubicBezTo>
                <a:cubicBezTo>
                  <a:pt x="104" y="195"/>
                  <a:pt x="99" y="200"/>
                  <a:pt x="92" y="200"/>
                </a:cubicBezTo>
                <a:moveTo>
                  <a:pt x="92" y="104"/>
                </a:moveTo>
                <a:cubicBezTo>
                  <a:pt x="44" y="104"/>
                  <a:pt x="44" y="104"/>
                  <a:pt x="44" y="104"/>
                </a:cubicBezTo>
                <a:cubicBezTo>
                  <a:pt x="37" y="104"/>
                  <a:pt x="32" y="99"/>
                  <a:pt x="32" y="92"/>
                </a:cubicBezTo>
                <a:cubicBezTo>
                  <a:pt x="32" y="85"/>
                  <a:pt x="37" y="80"/>
                  <a:pt x="44" y="80"/>
                </a:cubicBezTo>
                <a:cubicBezTo>
                  <a:pt x="63" y="80"/>
                  <a:pt x="63" y="80"/>
                  <a:pt x="63" y="80"/>
                </a:cubicBezTo>
                <a:cubicBezTo>
                  <a:pt x="3" y="20"/>
                  <a:pt x="3" y="20"/>
                  <a:pt x="3" y="20"/>
                </a:cubicBezTo>
                <a:cubicBezTo>
                  <a:pt x="3" y="20"/>
                  <a:pt x="3" y="20"/>
                  <a:pt x="3" y="20"/>
                </a:cubicBezTo>
                <a:cubicBezTo>
                  <a:pt x="1" y="18"/>
                  <a:pt x="0" y="15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15" y="0"/>
                  <a:pt x="18" y="1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80" y="63"/>
                  <a:pt x="80" y="63"/>
                  <a:pt x="80" y="63"/>
                </a:cubicBezTo>
                <a:cubicBezTo>
                  <a:pt x="80" y="44"/>
                  <a:pt x="80" y="44"/>
                  <a:pt x="80" y="44"/>
                </a:cubicBezTo>
                <a:cubicBezTo>
                  <a:pt x="80" y="37"/>
                  <a:pt x="85" y="32"/>
                  <a:pt x="92" y="32"/>
                </a:cubicBezTo>
                <a:cubicBezTo>
                  <a:pt x="99" y="32"/>
                  <a:pt x="104" y="37"/>
                  <a:pt x="104" y="44"/>
                </a:cubicBezTo>
                <a:cubicBezTo>
                  <a:pt x="104" y="92"/>
                  <a:pt x="104" y="92"/>
                  <a:pt x="104" y="92"/>
                </a:cubicBezTo>
                <a:cubicBezTo>
                  <a:pt x="104" y="99"/>
                  <a:pt x="99" y="104"/>
                  <a:pt x="92" y="10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69" name="Freeform 35"/>
          <p:cNvSpPr/>
          <p:nvPr/>
        </p:nvSpPr>
        <p:spPr>
          <a:xfrm>
            <a:off x="4043520" y="3067200"/>
            <a:ext cx="376200" cy="377640"/>
          </a:xfrm>
          <a:custGeom>
            <a:avLst/>
            <a:gdLst/>
            <a:ahLst/>
            <a:rect l="l" t="t" r="r" b="b"/>
            <a:pathLst>
              <a:path w="232" h="232">
                <a:moveTo>
                  <a:pt x="220" y="232"/>
                </a:moveTo>
                <a:cubicBezTo>
                  <a:pt x="172" y="232"/>
                  <a:pt x="172" y="232"/>
                  <a:pt x="172" y="232"/>
                </a:cubicBezTo>
                <a:cubicBezTo>
                  <a:pt x="165" y="232"/>
                  <a:pt x="160" y="227"/>
                  <a:pt x="160" y="220"/>
                </a:cubicBezTo>
                <a:cubicBezTo>
                  <a:pt x="160" y="213"/>
                  <a:pt x="165" y="208"/>
                  <a:pt x="172" y="208"/>
                </a:cubicBezTo>
                <a:cubicBezTo>
                  <a:pt x="191" y="208"/>
                  <a:pt x="191" y="208"/>
                  <a:pt x="191" y="208"/>
                </a:cubicBezTo>
                <a:cubicBezTo>
                  <a:pt x="131" y="148"/>
                  <a:pt x="131" y="148"/>
                  <a:pt x="131" y="148"/>
                </a:cubicBezTo>
                <a:cubicBezTo>
                  <a:pt x="131" y="148"/>
                  <a:pt x="131" y="148"/>
                  <a:pt x="131" y="148"/>
                </a:cubicBezTo>
                <a:cubicBezTo>
                  <a:pt x="129" y="146"/>
                  <a:pt x="128" y="143"/>
                  <a:pt x="128" y="140"/>
                </a:cubicBezTo>
                <a:cubicBezTo>
                  <a:pt x="128" y="133"/>
                  <a:pt x="133" y="128"/>
                  <a:pt x="140" y="128"/>
                </a:cubicBezTo>
                <a:cubicBezTo>
                  <a:pt x="143" y="128"/>
                  <a:pt x="146" y="129"/>
                  <a:pt x="148" y="131"/>
                </a:cubicBezTo>
                <a:cubicBezTo>
                  <a:pt x="148" y="131"/>
                  <a:pt x="148" y="131"/>
                  <a:pt x="148" y="131"/>
                </a:cubicBezTo>
                <a:cubicBezTo>
                  <a:pt x="208" y="191"/>
                  <a:pt x="208" y="191"/>
                  <a:pt x="208" y="191"/>
                </a:cubicBezTo>
                <a:cubicBezTo>
                  <a:pt x="208" y="172"/>
                  <a:pt x="208" y="172"/>
                  <a:pt x="208" y="172"/>
                </a:cubicBezTo>
                <a:cubicBezTo>
                  <a:pt x="208" y="165"/>
                  <a:pt x="213" y="160"/>
                  <a:pt x="220" y="160"/>
                </a:cubicBezTo>
                <a:cubicBezTo>
                  <a:pt x="227" y="160"/>
                  <a:pt x="232" y="165"/>
                  <a:pt x="232" y="172"/>
                </a:cubicBezTo>
                <a:cubicBezTo>
                  <a:pt x="232" y="220"/>
                  <a:pt x="232" y="220"/>
                  <a:pt x="232" y="220"/>
                </a:cubicBezTo>
                <a:cubicBezTo>
                  <a:pt x="232" y="227"/>
                  <a:pt x="227" y="232"/>
                  <a:pt x="220" y="232"/>
                </a:cubicBezTo>
                <a:moveTo>
                  <a:pt x="220" y="72"/>
                </a:moveTo>
                <a:cubicBezTo>
                  <a:pt x="213" y="72"/>
                  <a:pt x="208" y="67"/>
                  <a:pt x="208" y="60"/>
                </a:cubicBezTo>
                <a:cubicBezTo>
                  <a:pt x="208" y="41"/>
                  <a:pt x="208" y="41"/>
                  <a:pt x="208" y="41"/>
                </a:cubicBezTo>
                <a:cubicBezTo>
                  <a:pt x="148" y="101"/>
                  <a:pt x="148" y="101"/>
                  <a:pt x="148" y="101"/>
                </a:cubicBezTo>
                <a:cubicBezTo>
                  <a:pt x="148" y="101"/>
                  <a:pt x="148" y="101"/>
                  <a:pt x="148" y="101"/>
                </a:cubicBezTo>
                <a:cubicBezTo>
                  <a:pt x="146" y="103"/>
                  <a:pt x="143" y="104"/>
                  <a:pt x="140" y="104"/>
                </a:cubicBezTo>
                <a:cubicBezTo>
                  <a:pt x="133" y="104"/>
                  <a:pt x="128" y="99"/>
                  <a:pt x="128" y="92"/>
                </a:cubicBezTo>
                <a:cubicBezTo>
                  <a:pt x="128" y="89"/>
                  <a:pt x="129" y="86"/>
                  <a:pt x="131" y="84"/>
                </a:cubicBezTo>
                <a:cubicBezTo>
                  <a:pt x="131" y="84"/>
                  <a:pt x="131" y="84"/>
                  <a:pt x="131" y="84"/>
                </a:cubicBezTo>
                <a:cubicBezTo>
                  <a:pt x="191" y="24"/>
                  <a:pt x="191" y="24"/>
                  <a:pt x="191" y="24"/>
                </a:cubicBezTo>
                <a:cubicBezTo>
                  <a:pt x="172" y="24"/>
                  <a:pt x="172" y="24"/>
                  <a:pt x="172" y="24"/>
                </a:cubicBezTo>
                <a:cubicBezTo>
                  <a:pt x="165" y="24"/>
                  <a:pt x="160" y="19"/>
                  <a:pt x="160" y="12"/>
                </a:cubicBezTo>
                <a:cubicBezTo>
                  <a:pt x="160" y="5"/>
                  <a:pt x="165" y="0"/>
                  <a:pt x="172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7" y="0"/>
                  <a:pt x="232" y="5"/>
                  <a:pt x="232" y="12"/>
                </a:cubicBezTo>
                <a:cubicBezTo>
                  <a:pt x="232" y="60"/>
                  <a:pt x="232" y="60"/>
                  <a:pt x="232" y="60"/>
                </a:cubicBezTo>
                <a:cubicBezTo>
                  <a:pt x="232" y="67"/>
                  <a:pt x="227" y="72"/>
                  <a:pt x="220" y="72"/>
                </a:cubicBezTo>
                <a:moveTo>
                  <a:pt x="101" y="148"/>
                </a:moveTo>
                <a:cubicBezTo>
                  <a:pt x="41" y="208"/>
                  <a:pt x="41" y="208"/>
                  <a:pt x="41" y="208"/>
                </a:cubicBezTo>
                <a:cubicBezTo>
                  <a:pt x="60" y="208"/>
                  <a:pt x="60" y="208"/>
                  <a:pt x="60" y="208"/>
                </a:cubicBezTo>
                <a:cubicBezTo>
                  <a:pt x="67" y="208"/>
                  <a:pt x="72" y="213"/>
                  <a:pt x="72" y="220"/>
                </a:cubicBezTo>
                <a:cubicBezTo>
                  <a:pt x="72" y="227"/>
                  <a:pt x="67" y="232"/>
                  <a:pt x="60" y="232"/>
                </a:cubicBezTo>
                <a:cubicBezTo>
                  <a:pt x="12" y="232"/>
                  <a:pt x="12" y="232"/>
                  <a:pt x="12" y="232"/>
                </a:cubicBezTo>
                <a:cubicBezTo>
                  <a:pt x="5" y="232"/>
                  <a:pt x="0" y="227"/>
                  <a:pt x="0" y="220"/>
                </a:cubicBezTo>
                <a:cubicBezTo>
                  <a:pt x="0" y="172"/>
                  <a:pt x="0" y="172"/>
                  <a:pt x="0" y="172"/>
                </a:cubicBezTo>
                <a:cubicBezTo>
                  <a:pt x="0" y="165"/>
                  <a:pt x="5" y="160"/>
                  <a:pt x="12" y="160"/>
                </a:cubicBezTo>
                <a:cubicBezTo>
                  <a:pt x="19" y="160"/>
                  <a:pt x="24" y="165"/>
                  <a:pt x="24" y="172"/>
                </a:cubicBezTo>
                <a:cubicBezTo>
                  <a:pt x="24" y="191"/>
                  <a:pt x="24" y="191"/>
                  <a:pt x="24" y="191"/>
                </a:cubicBezTo>
                <a:cubicBezTo>
                  <a:pt x="84" y="131"/>
                  <a:pt x="84" y="131"/>
                  <a:pt x="84" y="131"/>
                </a:cubicBezTo>
                <a:cubicBezTo>
                  <a:pt x="84" y="131"/>
                  <a:pt x="84" y="131"/>
                  <a:pt x="84" y="131"/>
                </a:cubicBezTo>
                <a:cubicBezTo>
                  <a:pt x="86" y="129"/>
                  <a:pt x="89" y="128"/>
                  <a:pt x="92" y="128"/>
                </a:cubicBezTo>
                <a:cubicBezTo>
                  <a:pt x="99" y="128"/>
                  <a:pt x="104" y="133"/>
                  <a:pt x="104" y="140"/>
                </a:cubicBezTo>
                <a:cubicBezTo>
                  <a:pt x="104" y="143"/>
                  <a:pt x="103" y="146"/>
                  <a:pt x="101" y="148"/>
                </a:cubicBezTo>
                <a:close/>
                <a:moveTo>
                  <a:pt x="92" y="104"/>
                </a:moveTo>
                <a:cubicBezTo>
                  <a:pt x="89" y="104"/>
                  <a:pt x="86" y="103"/>
                  <a:pt x="84" y="101"/>
                </a:cubicBezTo>
                <a:cubicBezTo>
                  <a:pt x="84" y="101"/>
                  <a:pt x="84" y="101"/>
                  <a:pt x="84" y="101"/>
                </a:cubicBezTo>
                <a:cubicBezTo>
                  <a:pt x="24" y="41"/>
                  <a:pt x="24" y="41"/>
                  <a:pt x="24" y="41"/>
                </a:cubicBezTo>
                <a:cubicBezTo>
                  <a:pt x="24" y="60"/>
                  <a:pt x="24" y="60"/>
                  <a:pt x="24" y="60"/>
                </a:cubicBezTo>
                <a:cubicBezTo>
                  <a:pt x="24" y="67"/>
                  <a:pt x="19" y="72"/>
                  <a:pt x="12" y="72"/>
                </a:cubicBezTo>
                <a:cubicBezTo>
                  <a:pt x="5" y="72"/>
                  <a:pt x="0" y="67"/>
                  <a:pt x="0" y="6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7" y="0"/>
                  <a:pt x="72" y="5"/>
                  <a:pt x="72" y="12"/>
                </a:cubicBezTo>
                <a:cubicBezTo>
                  <a:pt x="72" y="19"/>
                  <a:pt x="67" y="24"/>
                  <a:pt x="60" y="24"/>
                </a:cubicBezTo>
                <a:cubicBezTo>
                  <a:pt x="41" y="24"/>
                  <a:pt x="41" y="24"/>
                  <a:pt x="41" y="24"/>
                </a:cubicBezTo>
                <a:cubicBezTo>
                  <a:pt x="101" y="84"/>
                  <a:pt x="101" y="84"/>
                  <a:pt x="101" y="84"/>
                </a:cubicBezTo>
                <a:cubicBezTo>
                  <a:pt x="101" y="84"/>
                  <a:pt x="101" y="84"/>
                  <a:pt x="101" y="84"/>
                </a:cubicBezTo>
                <a:cubicBezTo>
                  <a:pt x="103" y="86"/>
                  <a:pt x="104" y="89"/>
                  <a:pt x="104" y="92"/>
                </a:cubicBezTo>
                <a:cubicBezTo>
                  <a:pt x="104" y="99"/>
                  <a:pt x="99" y="104"/>
                  <a:pt x="92" y="10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70" name="Freeform 36"/>
          <p:cNvSpPr/>
          <p:nvPr/>
        </p:nvSpPr>
        <p:spPr>
          <a:xfrm>
            <a:off x="3295800" y="3046320"/>
            <a:ext cx="415800" cy="41760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56" y="128"/>
                </a:moveTo>
                <a:cubicBezTo>
                  <a:pt x="256" y="132"/>
                  <a:pt x="254" y="135"/>
                  <a:pt x="252" y="137"/>
                </a:cubicBezTo>
                <a:cubicBezTo>
                  <a:pt x="212" y="173"/>
                  <a:pt x="212" y="173"/>
                  <a:pt x="212" y="173"/>
                </a:cubicBezTo>
                <a:cubicBezTo>
                  <a:pt x="210" y="175"/>
                  <a:pt x="207" y="176"/>
                  <a:pt x="204" y="176"/>
                </a:cubicBezTo>
                <a:cubicBezTo>
                  <a:pt x="197" y="176"/>
                  <a:pt x="192" y="171"/>
                  <a:pt x="192" y="164"/>
                </a:cubicBezTo>
                <a:cubicBezTo>
                  <a:pt x="192" y="160"/>
                  <a:pt x="194" y="157"/>
                  <a:pt x="196" y="155"/>
                </a:cubicBezTo>
                <a:cubicBezTo>
                  <a:pt x="213" y="140"/>
                  <a:pt x="213" y="140"/>
                  <a:pt x="213" y="140"/>
                </a:cubicBezTo>
                <a:cubicBezTo>
                  <a:pt x="140" y="140"/>
                  <a:pt x="140" y="140"/>
                  <a:pt x="140" y="140"/>
                </a:cubicBezTo>
                <a:cubicBezTo>
                  <a:pt x="140" y="213"/>
                  <a:pt x="140" y="213"/>
                  <a:pt x="140" y="213"/>
                </a:cubicBezTo>
                <a:cubicBezTo>
                  <a:pt x="155" y="196"/>
                  <a:pt x="155" y="196"/>
                  <a:pt x="155" y="196"/>
                </a:cubicBezTo>
                <a:cubicBezTo>
                  <a:pt x="157" y="194"/>
                  <a:pt x="160" y="192"/>
                  <a:pt x="164" y="192"/>
                </a:cubicBezTo>
                <a:cubicBezTo>
                  <a:pt x="171" y="192"/>
                  <a:pt x="176" y="197"/>
                  <a:pt x="176" y="204"/>
                </a:cubicBezTo>
                <a:cubicBezTo>
                  <a:pt x="176" y="207"/>
                  <a:pt x="175" y="210"/>
                  <a:pt x="173" y="212"/>
                </a:cubicBezTo>
                <a:cubicBezTo>
                  <a:pt x="137" y="252"/>
                  <a:pt x="137" y="252"/>
                  <a:pt x="137" y="252"/>
                </a:cubicBezTo>
                <a:cubicBezTo>
                  <a:pt x="135" y="254"/>
                  <a:pt x="132" y="256"/>
                  <a:pt x="128" y="256"/>
                </a:cubicBezTo>
                <a:cubicBezTo>
                  <a:pt x="124" y="256"/>
                  <a:pt x="121" y="254"/>
                  <a:pt x="119" y="252"/>
                </a:cubicBezTo>
                <a:cubicBezTo>
                  <a:pt x="83" y="212"/>
                  <a:pt x="83" y="212"/>
                  <a:pt x="83" y="212"/>
                </a:cubicBezTo>
                <a:cubicBezTo>
                  <a:pt x="81" y="210"/>
                  <a:pt x="80" y="207"/>
                  <a:pt x="80" y="204"/>
                </a:cubicBezTo>
                <a:cubicBezTo>
                  <a:pt x="80" y="197"/>
                  <a:pt x="85" y="192"/>
                  <a:pt x="92" y="192"/>
                </a:cubicBezTo>
                <a:cubicBezTo>
                  <a:pt x="96" y="192"/>
                  <a:pt x="99" y="194"/>
                  <a:pt x="101" y="196"/>
                </a:cubicBezTo>
                <a:cubicBezTo>
                  <a:pt x="116" y="213"/>
                  <a:pt x="116" y="213"/>
                  <a:pt x="116" y="213"/>
                </a:cubicBezTo>
                <a:cubicBezTo>
                  <a:pt x="116" y="140"/>
                  <a:pt x="116" y="140"/>
                  <a:pt x="116" y="140"/>
                </a:cubicBezTo>
                <a:cubicBezTo>
                  <a:pt x="43" y="140"/>
                  <a:pt x="43" y="140"/>
                  <a:pt x="43" y="140"/>
                </a:cubicBezTo>
                <a:cubicBezTo>
                  <a:pt x="60" y="155"/>
                  <a:pt x="60" y="155"/>
                  <a:pt x="60" y="155"/>
                </a:cubicBezTo>
                <a:cubicBezTo>
                  <a:pt x="62" y="157"/>
                  <a:pt x="64" y="160"/>
                  <a:pt x="64" y="164"/>
                </a:cubicBezTo>
                <a:cubicBezTo>
                  <a:pt x="64" y="171"/>
                  <a:pt x="59" y="176"/>
                  <a:pt x="52" y="176"/>
                </a:cubicBezTo>
                <a:cubicBezTo>
                  <a:pt x="49" y="176"/>
                  <a:pt x="46" y="175"/>
                  <a:pt x="44" y="173"/>
                </a:cubicBezTo>
                <a:cubicBezTo>
                  <a:pt x="4" y="137"/>
                  <a:pt x="4" y="137"/>
                  <a:pt x="4" y="137"/>
                </a:cubicBezTo>
                <a:cubicBezTo>
                  <a:pt x="2" y="135"/>
                  <a:pt x="0" y="132"/>
                  <a:pt x="0" y="128"/>
                </a:cubicBezTo>
                <a:cubicBezTo>
                  <a:pt x="0" y="124"/>
                  <a:pt x="2" y="121"/>
                  <a:pt x="4" y="119"/>
                </a:cubicBezTo>
                <a:cubicBezTo>
                  <a:pt x="44" y="83"/>
                  <a:pt x="44" y="83"/>
                  <a:pt x="44" y="83"/>
                </a:cubicBezTo>
                <a:cubicBezTo>
                  <a:pt x="46" y="81"/>
                  <a:pt x="49" y="80"/>
                  <a:pt x="52" y="80"/>
                </a:cubicBezTo>
                <a:cubicBezTo>
                  <a:pt x="59" y="80"/>
                  <a:pt x="64" y="85"/>
                  <a:pt x="64" y="92"/>
                </a:cubicBezTo>
                <a:cubicBezTo>
                  <a:pt x="64" y="96"/>
                  <a:pt x="62" y="99"/>
                  <a:pt x="60" y="101"/>
                </a:cubicBezTo>
                <a:cubicBezTo>
                  <a:pt x="43" y="116"/>
                  <a:pt x="43" y="116"/>
                  <a:pt x="43" y="116"/>
                </a:cubicBezTo>
                <a:cubicBezTo>
                  <a:pt x="116" y="116"/>
                  <a:pt x="116" y="116"/>
                  <a:pt x="116" y="116"/>
                </a:cubicBezTo>
                <a:cubicBezTo>
                  <a:pt x="116" y="43"/>
                  <a:pt x="116" y="43"/>
                  <a:pt x="116" y="43"/>
                </a:cubicBezTo>
                <a:cubicBezTo>
                  <a:pt x="101" y="60"/>
                  <a:pt x="101" y="60"/>
                  <a:pt x="101" y="60"/>
                </a:cubicBezTo>
                <a:cubicBezTo>
                  <a:pt x="99" y="62"/>
                  <a:pt x="96" y="64"/>
                  <a:pt x="92" y="64"/>
                </a:cubicBezTo>
                <a:cubicBezTo>
                  <a:pt x="85" y="64"/>
                  <a:pt x="80" y="59"/>
                  <a:pt x="80" y="52"/>
                </a:cubicBezTo>
                <a:cubicBezTo>
                  <a:pt x="80" y="49"/>
                  <a:pt x="81" y="46"/>
                  <a:pt x="83" y="44"/>
                </a:cubicBezTo>
                <a:cubicBezTo>
                  <a:pt x="119" y="4"/>
                  <a:pt x="119" y="4"/>
                  <a:pt x="119" y="4"/>
                </a:cubicBezTo>
                <a:cubicBezTo>
                  <a:pt x="121" y="2"/>
                  <a:pt x="124" y="0"/>
                  <a:pt x="128" y="0"/>
                </a:cubicBezTo>
                <a:cubicBezTo>
                  <a:pt x="132" y="0"/>
                  <a:pt x="135" y="2"/>
                  <a:pt x="137" y="4"/>
                </a:cubicBezTo>
                <a:cubicBezTo>
                  <a:pt x="173" y="44"/>
                  <a:pt x="173" y="44"/>
                  <a:pt x="173" y="44"/>
                </a:cubicBezTo>
                <a:cubicBezTo>
                  <a:pt x="175" y="46"/>
                  <a:pt x="176" y="49"/>
                  <a:pt x="176" y="52"/>
                </a:cubicBezTo>
                <a:cubicBezTo>
                  <a:pt x="176" y="59"/>
                  <a:pt x="171" y="64"/>
                  <a:pt x="164" y="64"/>
                </a:cubicBezTo>
                <a:cubicBezTo>
                  <a:pt x="160" y="64"/>
                  <a:pt x="157" y="62"/>
                  <a:pt x="155" y="60"/>
                </a:cubicBezTo>
                <a:cubicBezTo>
                  <a:pt x="140" y="43"/>
                  <a:pt x="140" y="43"/>
                  <a:pt x="140" y="43"/>
                </a:cubicBezTo>
                <a:cubicBezTo>
                  <a:pt x="140" y="116"/>
                  <a:pt x="140" y="116"/>
                  <a:pt x="140" y="116"/>
                </a:cubicBezTo>
                <a:cubicBezTo>
                  <a:pt x="213" y="116"/>
                  <a:pt x="213" y="116"/>
                  <a:pt x="213" y="116"/>
                </a:cubicBezTo>
                <a:cubicBezTo>
                  <a:pt x="196" y="101"/>
                  <a:pt x="196" y="101"/>
                  <a:pt x="196" y="101"/>
                </a:cubicBezTo>
                <a:cubicBezTo>
                  <a:pt x="194" y="99"/>
                  <a:pt x="192" y="96"/>
                  <a:pt x="192" y="92"/>
                </a:cubicBezTo>
                <a:cubicBezTo>
                  <a:pt x="192" y="85"/>
                  <a:pt x="197" y="80"/>
                  <a:pt x="204" y="80"/>
                </a:cubicBezTo>
                <a:cubicBezTo>
                  <a:pt x="207" y="80"/>
                  <a:pt x="210" y="81"/>
                  <a:pt x="212" y="83"/>
                </a:cubicBezTo>
                <a:cubicBezTo>
                  <a:pt x="252" y="119"/>
                  <a:pt x="252" y="119"/>
                  <a:pt x="252" y="119"/>
                </a:cubicBezTo>
                <a:cubicBezTo>
                  <a:pt x="254" y="121"/>
                  <a:pt x="256" y="124"/>
                  <a:pt x="256" y="12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71" name="Freeform 37"/>
          <p:cNvSpPr/>
          <p:nvPr/>
        </p:nvSpPr>
        <p:spPr>
          <a:xfrm>
            <a:off x="2567160" y="3176640"/>
            <a:ext cx="415800" cy="156960"/>
          </a:xfrm>
          <a:custGeom>
            <a:avLst/>
            <a:gdLst/>
            <a:ahLst/>
            <a:rect l="l" t="t" r="r" b="b"/>
            <a:pathLst>
              <a:path w="256" h="96">
                <a:moveTo>
                  <a:pt x="256" y="48"/>
                </a:moveTo>
                <a:cubicBezTo>
                  <a:pt x="256" y="52"/>
                  <a:pt x="254" y="55"/>
                  <a:pt x="252" y="57"/>
                </a:cubicBezTo>
                <a:cubicBezTo>
                  <a:pt x="212" y="93"/>
                  <a:pt x="212" y="93"/>
                  <a:pt x="212" y="93"/>
                </a:cubicBezTo>
                <a:cubicBezTo>
                  <a:pt x="210" y="95"/>
                  <a:pt x="207" y="96"/>
                  <a:pt x="204" y="96"/>
                </a:cubicBezTo>
                <a:cubicBezTo>
                  <a:pt x="197" y="96"/>
                  <a:pt x="192" y="91"/>
                  <a:pt x="192" y="84"/>
                </a:cubicBezTo>
                <a:cubicBezTo>
                  <a:pt x="192" y="80"/>
                  <a:pt x="194" y="77"/>
                  <a:pt x="196" y="75"/>
                </a:cubicBezTo>
                <a:cubicBezTo>
                  <a:pt x="213" y="60"/>
                  <a:pt x="213" y="60"/>
                  <a:pt x="213" y="60"/>
                </a:cubicBezTo>
                <a:cubicBezTo>
                  <a:pt x="140" y="60"/>
                  <a:pt x="140" y="60"/>
                  <a:pt x="140" y="60"/>
                </a:cubicBezTo>
                <a:cubicBezTo>
                  <a:pt x="116" y="60"/>
                  <a:pt x="116" y="60"/>
                  <a:pt x="116" y="60"/>
                </a:cubicBezTo>
                <a:cubicBezTo>
                  <a:pt x="43" y="60"/>
                  <a:pt x="43" y="60"/>
                  <a:pt x="43" y="60"/>
                </a:cubicBezTo>
                <a:cubicBezTo>
                  <a:pt x="60" y="75"/>
                  <a:pt x="60" y="75"/>
                  <a:pt x="60" y="75"/>
                </a:cubicBezTo>
                <a:cubicBezTo>
                  <a:pt x="62" y="77"/>
                  <a:pt x="64" y="80"/>
                  <a:pt x="64" y="84"/>
                </a:cubicBezTo>
                <a:cubicBezTo>
                  <a:pt x="64" y="91"/>
                  <a:pt x="59" y="96"/>
                  <a:pt x="52" y="96"/>
                </a:cubicBezTo>
                <a:cubicBezTo>
                  <a:pt x="49" y="96"/>
                  <a:pt x="46" y="95"/>
                  <a:pt x="44" y="93"/>
                </a:cubicBezTo>
                <a:cubicBezTo>
                  <a:pt x="4" y="57"/>
                  <a:pt x="4" y="57"/>
                  <a:pt x="4" y="57"/>
                </a:cubicBezTo>
                <a:cubicBezTo>
                  <a:pt x="2" y="55"/>
                  <a:pt x="0" y="52"/>
                  <a:pt x="0" y="48"/>
                </a:cubicBezTo>
                <a:cubicBezTo>
                  <a:pt x="0" y="44"/>
                  <a:pt x="2" y="41"/>
                  <a:pt x="4" y="39"/>
                </a:cubicBezTo>
                <a:cubicBezTo>
                  <a:pt x="44" y="3"/>
                  <a:pt x="44" y="3"/>
                  <a:pt x="44" y="3"/>
                </a:cubicBezTo>
                <a:cubicBezTo>
                  <a:pt x="46" y="1"/>
                  <a:pt x="49" y="0"/>
                  <a:pt x="52" y="0"/>
                </a:cubicBezTo>
                <a:cubicBezTo>
                  <a:pt x="59" y="0"/>
                  <a:pt x="64" y="5"/>
                  <a:pt x="64" y="12"/>
                </a:cubicBezTo>
                <a:cubicBezTo>
                  <a:pt x="64" y="16"/>
                  <a:pt x="62" y="19"/>
                  <a:pt x="60" y="21"/>
                </a:cubicBezTo>
                <a:cubicBezTo>
                  <a:pt x="43" y="36"/>
                  <a:pt x="43" y="36"/>
                  <a:pt x="43" y="36"/>
                </a:cubicBezTo>
                <a:cubicBezTo>
                  <a:pt x="116" y="36"/>
                  <a:pt x="116" y="36"/>
                  <a:pt x="116" y="36"/>
                </a:cubicBezTo>
                <a:cubicBezTo>
                  <a:pt x="140" y="36"/>
                  <a:pt x="140" y="36"/>
                  <a:pt x="140" y="36"/>
                </a:cubicBezTo>
                <a:cubicBezTo>
                  <a:pt x="213" y="36"/>
                  <a:pt x="213" y="36"/>
                  <a:pt x="213" y="36"/>
                </a:cubicBezTo>
                <a:cubicBezTo>
                  <a:pt x="196" y="21"/>
                  <a:pt x="196" y="21"/>
                  <a:pt x="196" y="21"/>
                </a:cubicBezTo>
                <a:cubicBezTo>
                  <a:pt x="194" y="19"/>
                  <a:pt x="192" y="16"/>
                  <a:pt x="192" y="12"/>
                </a:cubicBezTo>
                <a:cubicBezTo>
                  <a:pt x="192" y="5"/>
                  <a:pt x="197" y="0"/>
                  <a:pt x="204" y="0"/>
                </a:cubicBezTo>
                <a:cubicBezTo>
                  <a:pt x="207" y="0"/>
                  <a:pt x="210" y="1"/>
                  <a:pt x="212" y="3"/>
                </a:cubicBezTo>
                <a:cubicBezTo>
                  <a:pt x="252" y="39"/>
                  <a:pt x="252" y="39"/>
                  <a:pt x="252" y="39"/>
                </a:cubicBezTo>
                <a:cubicBezTo>
                  <a:pt x="254" y="41"/>
                  <a:pt x="256" y="44"/>
                  <a:pt x="256" y="4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72" name="Freeform 38"/>
          <p:cNvSpPr/>
          <p:nvPr/>
        </p:nvSpPr>
        <p:spPr>
          <a:xfrm>
            <a:off x="1968480" y="3046320"/>
            <a:ext cx="155520" cy="417600"/>
          </a:xfrm>
          <a:custGeom>
            <a:avLst/>
            <a:gdLst/>
            <a:ahLst/>
            <a:rect l="l" t="t" r="r" b="b"/>
            <a:pathLst>
              <a:path w="96" h="256">
                <a:moveTo>
                  <a:pt x="84" y="64"/>
                </a:moveTo>
                <a:cubicBezTo>
                  <a:pt x="80" y="64"/>
                  <a:pt x="77" y="62"/>
                  <a:pt x="75" y="60"/>
                </a:cubicBezTo>
                <a:cubicBezTo>
                  <a:pt x="60" y="43"/>
                  <a:pt x="60" y="43"/>
                  <a:pt x="60" y="43"/>
                </a:cubicBezTo>
                <a:cubicBezTo>
                  <a:pt x="60" y="116"/>
                  <a:pt x="60" y="116"/>
                  <a:pt x="60" y="116"/>
                </a:cubicBezTo>
                <a:cubicBezTo>
                  <a:pt x="60" y="140"/>
                  <a:pt x="60" y="140"/>
                  <a:pt x="60" y="140"/>
                </a:cubicBezTo>
                <a:cubicBezTo>
                  <a:pt x="60" y="213"/>
                  <a:pt x="60" y="213"/>
                  <a:pt x="60" y="213"/>
                </a:cubicBezTo>
                <a:cubicBezTo>
                  <a:pt x="75" y="196"/>
                  <a:pt x="75" y="196"/>
                  <a:pt x="75" y="196"/>
                </a:cubicBezTo>
                <a:cubicBezTo>
                  <a:pt x="77" y="194"/>
                  <a:pt x="80" y="192"/>
                  <a:pt x="84" y="192"/>
                </a:cubicBezTo>
                <a:cubicBezTo>
                  <a:pt x="91" y="192"/>
                  <a:pt x="96" y="197"/>
                  <a:pt x="96" y="204"/>
                </a:cubicBezTo>
                <a:cubicBezTo>
                  <a:pt x="96" y="207"/>
                  <a:pt x="95" y="210"/>
                  <a:pt x="93" y="212"/>
                </a:cubicBezTo>
                <a:cubicBezTo>
                  <a:pt x="57" y="252"/>
                  <a:pt x="57" y="252"/>
                  <a:pt x="57" y="252"/>
                </a:cubicBezTo>
                <a:cubicBezTo>
                  <a:pt x="55" y="254"/>
                  <a:pt x="52" y="256"/>
                  <a:pt x="48" y="256"/>
                </a:cubicBezTo>
                <a:cubicBezTo>
                  <a:pt x="44" y="256"/>
                  <a:pt x="41" y="254"/>
                  <a:pt x="39" y="252"/>
                </a:cubicBezTo>
                <a:cubicBezTo>
                  <a:pt x="3" y="212"/>
                  <a:pt x="3" y="212"/>
                  <a:pt x="3" y="212"/>
                </a:cubicBezTo>
                <a:cubicBezTo>
                  <a:pt x="1" y="210"/>
                  <a:pt x="0" y="207"/>
                  <a:pt x="0" y="204"/>
                </a:cubicBezTo>
                <a:cubicBezTo>
                  <a:pt x="0" y="197"/>
                  <a:pt x="5" y="192"/>
                  <a:pt x="12" y="192"/>
                </a:cubicBezTo>
                <a:cubicBezTo>
                  <a:pt x="16" y="192"/>
                  <a:pt x="19" y="194"/>
                  <a:pt x="21" y="196"/>
                </a:cubicBezTo>
                <a:cubicBezTo>
                  <a:pt x="36" y="213"/>
                  <a:pt x="36" y="213"/>
                  <a:pt x="36" y="213"/>
                </a:cubicBezTo>
                <a:cubicBezTo>
                  <a:pt x="36" y="140"/>
                  <a:pt x="36" y="140"/>
                  <a:pt x="36" y="140"/>
                </a:cubicBezTo>
                <a:cubicBezTo>
                  <a:pt x="36" y="116"/>
                  <a:pt x="36" y="116"/>
                  <a:pt x="36" y="116"/>
                </a:cubicBezTo>
                <a:cubicBezTo>
                  <a:pt x="36" y="43"/>
                  <a:pt x="36" y="43"/>
                  <a:pt x="36" y="43"/>
                </a:cubicBezTo>
                <a:cubicBezTo>
                  <a:pt x="21" y="60"/>
                  <a:pt x="21" y="60"/>
                  <a:pt x="21" y="60"/>
                </a:cubicBezTo>
                <a:cubicBezTo>
                  <a:pt x="19" y="62"/>
                  <a:pt x="16" y="64"/>
                  <a:pt x="12" y="64"/>
                </a:cubicBezTo>
                <a:cubicBezTo>
                  <a:pt x="5" y="64"/>
                  <a:pt x="0" y="59"/>
                  <a:pt x="0" y="52"/>
                </a:cubicBezTo>
                <a:cubicBezTo>
                  <a:pt x="0" y="49"/>
                  <a:pt x="1" y="46"/>
                  <a:pt x="3" y="44"/>
                </a:cubicBezTo>
                <a:cubicBezTo>
                  <a:pt x="39" y="4"/>
                  <a:pt x="39" y="4"/>
                  <a:pt x="39" y="4"/>
                </a:cubicBezTo>
                <a:cubicBezTo>
                  <a:pt x="39" y="4"/>
                  <a:pt x="39" y="4"/>
                  <a:pt x="39" y="4"/>
                </a:cubicBezTo>
                <a:cubicBezTo>
                  <a:pt x="41" y="2"/>
                  <a:pt x="44" y="0"/>
                  <a:pt x="48" y="0"/>
                </a:cubicBezTo>
                <a:cubicBezTo>
                  <a:pt x="52" y="0"/>
                  <a:pt x="55" y="2"/>
                  <a:pt x="57" y="4"/>
                </a:cubicBezTo>
                <a:cubicBezTo>
                  <a:pt x="57" y="4"/>
                  <a:pt x="57" y="4"/>
                  <a:pt x="57" y="4"/>
                </a:cubicBezTo>
                <a:cubicBezTo>
                  <a:pt x="93" y="44"/>
                  <a:pt x="93" y="44"/>
                  <a:pt x="93" y="44"/>
                </a:cubicBezTo>
                <a:cubicBezTo>
                  <a:pt x="95" y="46"/>
                  <a:pt x="96" y="49"/>
                  <a:pt x="96" y="52"/>
                </a:cubicBezTo>
                <a:cubicBezTo>
                  <a:pt x="96" y="59"/>
                  <a:pt x="91" y="64"/>
                  <a:pt x="84" y="6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73" name="Freeform 39"/>
          <p:cNvSpPr/>
          <p:nvPr/>
        </p:nvSpPr>
        <p:spPr>
          <a:xfrm>
            <a:off x="1155600" y="3046320"/>
            <a:ext cx="324000" cy="417600"/>
          </a:xfrm>
          <a:custGeom>
            <a:avLst/>
            <a:gdLst/>
            <a:ahLst/>
            <a:rect l="l" t="t" r="r" b="b"/>
            <a:pathLst>
              <a:path w="200" h="256">
                <a:moveTo>
                  <a:pt x="197" y="212"/>
                </a:moveTo>
                <a:cubicBezTo>
                  <a:pt x="197" y="212"/>
                  <a:pt x="197" y="212"/>
                  <a:pt x="197" y="212"/>
                </a:cubicBezTo>
                <a:cubicBezTo>
                  <a:pt x="161" y="252"/>
                  <a:pt x="161" y="252"/>
                  <a:pt x="161" y="252"/>
                </a:cubicBezTo>
                <a:cubicBezTo>
                  <a:pt x="161" y="252"/>
                  <a:pt x="161" y="252"/>
                  <a:pt x="161" y="252"/>
                </a:cubicBezTo>
                <a:cubicBezTo>
                  <a:pt x="159" y="254"/>
                  <a:pt x="156" y="256"/>
                  <a:pt x="152" y="256"/>
                </a:cubicBezTo>
                <a:cubicBezTo>
                  <a:pt x="148" y="256"/>
                  <a:pt x="145" y="254"/>
                  <a:pt x="143" y="252"/>
                </a:cubicBezTo>
                <a:cubicBezTo>
                  <a:pt x="143" y="252"/>
                  <a:pt x="143" y="252"/>
                  <a:pt x="143" y="252"/>
                </a:cubicBezTo>
                <a:cubicBezTo>
                  <a:pt x="107" y="212"/>
                  <a:pt x="107" y="212"/>
                  <a:pt x="107" y="212"/>
                </a:cubicBezTo>
                <a:cubicBezTo>
                  <a:pt x="107" y="212"/>
                  <a:pt x="107" y="212"/>
                  <a:pt x="107" y="212"/>
                </a:cubicBezTo>
                <a:cubicBezTo>
                  <a:pt x="105" y="210"/>
                  <a:pt x="104" y="207"/>
                  <a:pt x="104" y="204"/>
                </a:cubicBezTo>
                <a:cubicBezTo>
                  <a:pt x="104" y="197"/>
                  <a:pt x="109" y="192"/>
                  <a:pt x="116" y="192"/>
                </a:cubicBezTo>
                <a:cubicBezTo>
                  <a:pt x="120" y="192"/>
                  <a:pt x="123" y="194"/>
                  <a:pt x="125" y="196"/>
                </a:cubicBezTo>
                <a:cubicBezTo>
                  <a:pt x="125" y="196"/>
                  <a:pt x="125" y="196"/>
                  <a:pt x="125" y="196"/>
                </a:cubicBezTo>
                <a:cubicBezTo>
                  <a:pt x="140" y="213"/>
                  <a:pt x="140" y="213"/>
                  <a:pt x="140" y="213"/>
                </a:cubicBezTo>
                <a:cubicBezTo>
                  <a:pt x="140" y="156"/>
                  <a:pt x="140" y="156"/>
                  <a:pt x="140" y="156"/>
                </a:cubicBezTo>
                <a:cubicBezTo>
                  <a:pt x="140" y="104"/>
                  <a:pt x="140" y="104"/>
                  <a:pt x="140" y="104"/>
                </a:cubicBezTo>
                <a:cubicBezTo>
                  <a:pt x="140" y="43"/>
                  <a:pt x="140" y="43"/>
                  <a:pt x="140" y="43"/>
                </a:cubicBezTo>
                <a:cubicBezTo>
                  <a:pt x="140" y="12"/>
                  <a:pt x="140" y="12"/>
                  <a:pt x="140" y="12"/>
                </a:cubicBezTo>
                <a:cubicBezTo>
                  <a:pt x="140" y="5"/>
                  <a:pt x="145" y="0"/>
                  <a:pt x="152" y="0"/>
                </a:cubicBezTo>
                <a:cubicBezTo>
                  <a:pt x="159" y="0"/>
                  <a:pt x="164" y="5"/>
                  <a:pt x="164" y="12"/>
                </a:cubicBezTo>
                <a:cubicBezTo>
                  <a:pt x="164" y="88"/>
                  <a:pt x="164" y="88"/>
                  <a:pt x="164" y="88"/>
                </a:cubicBezTo>
                <a:cubicBezTo>
                  <a:pt x="164" y="116"/>
                  <a:pt x="164" y="116"/>
                  <a:pt x="164" y="116"/>
                </a:cubicBezTo>
                <a:cubicBezTo>
                  <a:pt x="164" y="140"/>
                  <a:pt x="164" y="140"/>
                  <a:pt x="164" y="140"/>
                </a:cubicBezTo>
                <a:cubicBezTo>
                  <a:pt x="164" y="213"/>
                  <a:pt x="164" y="213"/>
                  <a:pt x="164" y="213"/>
                </a:cubicBezTo>
                <a:cubicBezTo>
                  <a:pt x="179" y="196"/>
                  <a:pt x="179" y="196"/>
                  <a:pt x="179" y="196"/>
                </a:cubicBezTo>
                <a:cubicBezTo>
                  <a:pt x="179" y="196"/>
                  <a:pt x="179" y="196"/>
                  <a:pt x="179" y="196"/>
                </a:cubicBezTo>
                <a:cubicBezTo>
                  <a:pt x="181" y="194"/>
                  <a:pt x="184" y="192"/>
                  <a:pt x="188" y="192"/>
                </a:cubicBezTo>
                <a:cubicBezTo>
                  <a:pt x="195" y="192"/>
                  <a:pt x="200" y="197"/>
                  <a:pt x="200" y="204"/>
                </a:cubicBezTo>
                <a:cubicBezTo>
                  <a:pt x="200" y="207"/>
                  <a:pt x="199" y="210"/>
                  <a:pt x="197" y="212"/>
                </a:cubicBezTo>
                <a:moveTo>
                  <a:pt x="84" y="64"/>
                </a:moveTo>
                <a:cubicBezTo>
                  <a:pt x="80" y="64"/>
                  <a:pt x="77" y="62"/>
                  <a:pt x="75" y="60"/>
                </a:cubicBezTo>
                <a:cubicBezTo>
                  <a:pt x="75" y="60"/>
                  <a:pt x="75" y="60"/>
                  <a:pt x="75" y="60"/>
                </a:cubicBezTo>
                <a:cubicBezTo>
                  <a:pt x="60" y="43"/>
                  <a:pt x="60" y="43"/>
                  <a:pt x="60" y="43"/>
                </a:cubicBezTo>
                <a:cubicBezTo>
                  <a:pt x="60" y="116"/>
                  <a:pt x="60" y="116"/>
                  <a:pt x="60" y="116"/>
                </a:cubicBezTo>
                <a:cubicBezTo>
                  <a:pt x="60" y="140"/>
                  <a:pt x="60" y="140"/>
                  <a:pt x="60" y="140"/>
                </a:cubicBezTo>
                <a:cubicBezTo>
                  <a:pt x="60" y="168"/>
                  <a:pt x="60" y="168"/>
                  <a:pt x="60" y="168"/>
                </a:cubicBezTo>
                <a:cubicBezTo>
                  <a:pt x="60" y="244"/>
                  <a:pt x="60" y="244"/>
                  <a:pt x="60" y="244"/>
                </a:cubicBezTo>
                <a:cubicBezTo>
                  <a:pt x="60" y="251"/>
                  <a:pt x="55" y="256"/>
                  <a:pt x="48" y="256"/>
                </a:cubicBezTo>
                <a:cubicBezTo>
                  <a:pt x="41" y="256"/>
                  <a:pt x="36" y="251"/>
                  <a:pt x="36" y="244"/>
                </a:cubicBezTo>
                <a:cubicBezTo>
                  <a:pt x="36" y="213"/>
                  <a:pt x="36" y="213"/>
                  <a:pt x="36" y="213"/>
                </a:cubicBezTo>
                <a:cubicBezTo>
                  <a:pt x="36" y="152"/>
                  <a:pt x="36" y="152"/>
                  <a:pt x="36" y="152"/>
                </a:cubicBezTo>
                <a:cubicBezTo>
                  <a:pt x="36" y="100"/>
                  <a:pt x="36" y="100"/>
                  <a:pt x="36" y="100"/>
                </a:cubicBezTo>
                <a:cubicBezTo>
                  <a:pt x="36" y="43"/>
                  <a:pt x="36" y="43"/>
                  <a:pt x="36" y="43"/>
                </a:cubicBezTo>
                <a:cubicBezTo>
                  <a:pt x="21" y="60"/>
                  <a:pt x="21" y="60"/>
                  <a:pt x="21" y="60"/>
                </a:cubicBezTo>
                <a:cubicBezTo>
                  <a:pt x="21" y="60"/>
                  <a:pt x="21" y="60"/>
                  <a:pt x="21" y="60"/>
                </a:cubicBezTo>
                <a:cubicBezTo>
                  <a:pt x="19" y="62"/>
                  <a:pt x="16" y="64"/>
                  <a:pt x="12" y="64"/>
                </a:cubicBezTo>
                <a:cubicBezTo>
                  <a:pt x="5" y="64"/>
                  <a:pt x="0" y="59"/>
                  <a:pt x="0" y="52"/>
                </a:cubicBezTo>
                <a:cubicBezTo>
                  <a:pt x="0" y="49"/>
                  <a:pt x="1" y="46"/>
                  <a:pt x="3" y="44"/>
                </a:cubicBezTo>
                <a:cubicBezTo>
                  <a:pt x="3" y="44"/>
                  <a:pt x="3" y="44"/>
                  <a:pt x="3" y="44"/>
                </a:cubicBezTo>
                <a:cubicBezTo>
                  <a:pt x="39" y="4"/>
                  <a:pt x="39" y="4"/>
                  <a:pt x="39" y="4"/>
                </a:cubicBezTo>
                <a:cubicBezTo>
                  <a:pt x="39" y="4"/>
                  <a:pt x="39" y="4"/>
                  <a:pt x="39" y="4"/>
                </a:cubicBezTo>
                <a:cubicBezTo>
                  <a:pt x="41" y="2"/>
                  <a:pt x="44" y="0"/>
                  <a:pt x="48" y="0"/>
                </a:cubicBezTo>
                <a:cubicBezTo>
                  <a:pt x="52" y="0"/>
                  <a:pt x="55" y="2"/>
                  <a:pt x="57" y="4"/>
                </a:cubicBezTo>
                <a:cubicBezTo>
                  <a:pt x="57" y="4"/>
                  <a:pt x="57" y="4"/>
                  <a:pt x="57" y="4"/>
                </a:cubicBezTo>
                <a:cubicBezTo>
                  <a:pt x="93" y="44"/>
                  <a:pt x="93" y="44"/>
                  <a:pt x="93" y="44"/>
                </a:cubicBezTo>
                <a:cubicBezTo>
                  <a:pt x="93" y="44"/>
                  <a:pt x="93" y="44"/>
                  <a:pt x="93" y="44"/>
                </a:cubicBezTo>
                <a:cubicBezTo>
                  <a:pt x="95" y="46"/>
                  <a:pt x="96" y="49"/>
                  <a:pt x="96" y="52"/>
                </a:cubicBezTo>
                <a:cubicBezTo>
                  <a:pt x="96" y="59"/>
                  <a:pt x="91" y="64"/>
                  <a:pt x="84" y="6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74" name="Freeform 40"/>
          <p:cNvSpPr/>
          <p:nvPr/>
        </p:nvSpPr>
        <p:spPr>
          <a:xfrm>
            <a:off x="380880" y="3092400"/>
            <a:ext cx="416160" cy="325440"/>
          </a:xfrm>
          <a:custGeom>
            <a:avLst/>
            <a:gdLst/>
            <a:ahLst/>
            <a:rect l="l" t="t" r="r" b="b"/>
            <a:pathLst>
              <a:path w="256" h="200">
                <a:moveTo>
                  <a:pt x="252" y="57"/>
                </a:moveTo>
                <a:cubicBezTo>
                  <a:pt x="252" y="57"/>
                  <a:pt x="252" y="57"/>
                  <a:pt x="252" y="57"/>
                </a:cubicBezTo>
                <a:cubicBezTo>
                  <a:pt x="212" y="93"/>
                  <a:pt x="212" y="93"/>
                  <a:pt x="212" y="93"/>
                </a:cubicBezTo>
                <a:cubicBezTo>
                  <a:pt x="212" y="93"/>
                  <a:pt x="212" y="93"/>
                  <a:pt x="212" y="93"/>
                </a:cubicBezTo>
                <a:cubicBezTo>
                  <a:pt x="210" y="95"/>
                  <a:pt x="207" y="96"/>
                  <a:pt x="204" y="96"/>
                </a:cubicBezTo>
                <a:cubicBezTo>
                  <a:pt x="197" y="96"/>
                  <a:pt x="192" y="91"/>
                  <a:pt x="192" y="84"/>
                </a:cubicBezTo>
                <a:cubicBezTo>
                  <a:pt x="192" y="80"/>
                  <a:pt x="194" y="77"/>
                  <a:pt x="196" y="75"/>
                </a:cubicBezTo>
                <a:cubicBezTo>
                  <a:pt x="196" y="75"/>
                  <a:pt x="196" y="75"/>
                  <a:pt x="196" y="75"/>
                </a:cubicBezTo>
                <a:cubicBezTo>
                  <a:pt x="213" y="60"/>
                  <a:pt x="213" y="60"/>
                  <a:pt x="213" y="60"/>
                </a:cubicBezTo>
                <a:cubicBezTo>
                  <a:pt x="140" y="60"/>
                  <a:pt x="140" y="60"/>
                  <a:pt x="140" y="60"/>
                </a:cubicBezTo>
                <a:cubicBezTo>
                  <a:pt x="116" y="60"/>
                  <a:pt x="116" y="60"/>
                  <a:pt x="116" y="60"/>
                </a:cubicBezTo>
                <a:cubicBezTo>
                  <a:pt x="88" y="60"/>
                  <a:pt x="88" y="60"/>
                  <a:pt x="88" y="60"/>
                </a:cubicBezTo>
                <a:cubicBezTo>
                  <a:pt x="12" y="60"/>
                  <a:pt x="12" y="60"/>
                  <a:pt x="12" y="60"/>
                </a:cubicBezTo>
                <a:cubicBezTo>
                  <a:pt x="5" y="60"/>
                  <a:pt x="0" y="55"/>
                  <a:pt x="0" y="48"/>
                </a:cubicBezTo>
                <a:cubicBezTo>
                  <a:pt x="0" y="41"/>
                  <a:pt x="5" y="36"/>
                  <a:pt x="12" y="36"/>
                </a:cubicBezTo>
                <a:cubicBezTo>
                  <a:pt x="43" y="36"/>
                  <a:pt x="43" y="36"/>
                  <a:pt x="43" y="36"/>
                </a:cubicBezTo>
                <a:cubicBezTo>
                  <a:pt x="43" y="36"/>
                  <a:pt x="43" y="36"/>
                  <a:pt x="43" y="36"/>
                </a:cubicBezTo>
                <a:cubicBezTo>
                  <a:pt x="104" y="36"/>
                  <a:pt x="104" y="36"/>
                  <a:pt x="104" y="36"/>
                </a:cubicBezTo>
                <a:cubicBezTo>
                  <a:pt x="156" y="36"/>
                  <a:pt x="156" y="36"/>
                  <a:pt x="156" y="36"/>
                </a:cubicBezTo>
                <a:cubicBezTo>
                  <a:pt x="213" y="36"/>
                  <a:pt x="213" y="36"/>
                  <a:pt x="213" y="36"/>
                </a:cubicBezTo>
                <a:cubicBezTo>
                  <a:pt x="196" y="21"/>
                  <a:pt x="196" y="21"/>
                  <a:pt x="196" y="21"/>
                </a:cubicBezTo>
                <a:cubicBezTo>
                  <a:pt x="196" y="21"/>
                  <a:pt x="196" y="21"/>
                  <a:pt x="196" y="21"/>
                </a:cubicBezTo>
                <a:cubicBezTo>
                  <a:pt x="194" y="19"/>
                  <a:pt x="192" y="16"/>
                  <a:pt x="192" y="12"/>
                </a:cubicBezTo>
                <a:cubicBezTo>
                  <a:pt x="192" y="5"/>
                  <a:pt x="197" y="0"/>
                  <a:pt x="204" y="0"/>
                </a:cubicBezTo>
                <a:cubicBezTo>
                  <a:pt x="207" y="0"/>
                  <a:pt x="210" y="1"/>
                  <a:pt x="212" y="3"/>
                </a:cubicBezTo>
                <a:cubicBezTo>
                  <a:pt x="212" y="3"/>
                  <a:pt x="212" y="3"/>
                  <a:pt x="212" y="3"/>
                </a:cubicBezTo>
                <a:cubicBezTo>
                  <a:pt x="252" y="39"/>
                  <a:pt x="252" y="39"/>
                  <a:pt x="252" y="39"/>
                </a:cubicBezTo>
                <a:cubicBezTo>
                  <a:pt x="252" y="39"/>
                  <a:pt x="252" y="39"/>
                  <a:pt x="252" y="39"/>
                </a:cubicBezTo>
                <a:cubicBezTo>
                  <a:pt x="254" y="41"/>
                  <a:pt x="256" y="44"/>
                  <a:pt x="256" y="48"/>
                </a:cubicBezTo>
                <a:cubicBezTo>
                  <a:pt x="256" y="52"/>
                  <a:pt x="254" y="55"/>
                  <a:pt x="252" y="57"/>
                </a:cubicBezTo>
                <a:moveTo>
                  <a:pt x="4" y="143"/>
                </a:moveTo>
                <a:cubicBezTo>
                  <a:pt x="4" y="143"/>
                  <a:pt x="4" y="143"/>
                  <a:pt x="4" y="143"/>
                </a:cubicBezTo>
                <a:cubicBezTo>
                  <a:pt x="44" y="107"/>
                  <a:pt x="44" y="107"/>
                  <a:pt x="44" y="107"/>
                </a:cubicBezTo>
                <a:cubicBezTo>
                  <a:pt x="44" y="107"/>
                  <a:pt x="44" y="107"/>
                  <a:pt x="44" y="107"/>
                </a:cubicBezTo>
                <a:cubicBezTo>
                  <a:pt x="46" y="105"/>
                  <a:pt x="49" y="104"/>
                  <a:pt x="52" y="104"/>
                </a:cubicBezTo>
                <a:cubicBezTo>
                  <a:pt x="59" y="104"/>
                  <a:pt x="64" y="109"/>
                  <a:pt x="64" y="116"/>
                </a:cubicBezTo>
                <a:cubicBezTo>
                  <a:pt x="64" y="120"/>
                  <a:pt x="62" y="123"/>
                  <a:pt x="60" y="125"/>
                </a:cubicBezTo>
                <a:cubicBezTo>
                  <a:pt x="60" y="125"/>
                  <a:pt x="60" y="125"/>
                  <a:pt x="60" y="125"/>
                </a:cubicBezTo>
                <a:cubicBezTo>
                  <a:pt x="43" y="140"/>
                  <a:pt x="43" y="140"/>
                  <a:pt x="43" y="140"/>
                </a:cubicBezTo>
                <a:cubicBezTo>
                  <a:pt x="100" y="140"/>
                  <a:pt x="100" y="140"/>
                  <a:pt x="100" y="140"/>
                </a:cubicBezTo>
                <a:cubicBezTo>
                  <a:pt x="152" y="140"/>
                  <a:pt x="152" y="140"/>
                  <a:pt x="152" y="140"/>
                </a:cubicBezTo>
                <a:cubicBezTo>
                  <a:pt x="213" y="140"/>
                  <a:pt x="213" y="140"/>
                  <a:pt x="213" y="140"/>
                </a:cubicBezTo>
                <a:cubicBezTo>
                  <a:pt x="244" y="140"/>
                  <a:pt x="244" y="140"/>
                  <a:pt x="244" y="140"/>
                </a:cubicBezTo>
                <a:cubicBezTo>
                  <a:pt x="251" y="140"/>
                  <a:pt x="256" y="145"/>
                  <a:pt x="256" y="152"/>
                </a:cubicBezTo>
                <a:cubicBezTo>
                  <a:pt x="256" y="159"/>
                  <a:pt x="251" y="164"/>
                  <a:pt x="244" y="164"/>
                </a:cubicBezTo>
                <a:cubicBezTo>
                  <a:pt x="168" y="164"/>
                  <a:pt x="168" y="164"/>
                  <a:pt x="168" y="164"/>
                </a:cubicBezTo>
                <a:cubicBezTo>
                  <a:pt x="140" y="164"/>
                  <a:pt x="140" y="164"/>
                  <a:pt x="140" y="164"/>
                </a:cubicBezTo>
                <a:cubicBezTo>
                  <a:pt x="116" y="164"/>
                  <a:pt x="116" y="164"/>
                  <a:pt x="116" y="164"/>
                </a:cubicBezTo>
                <a:cubicBezTo>
                  <a:pt x="43" y="164"/>
                  <a:pt x="43" y="164"/>
                  <a:pt x="43" y="164"/>
                </a:cubicBezTo>
                <a:cubicBezTo>
                  <a:pt x="60" y="179"/>
                  <a:pt x="60" y="179"/>
                  <a:pt x="60" y="179"/>
                </a:cubicBezTo>
                <a:cubicBezTo>
                  <a:pt x="60" y="179"/>
                  <a:pt x="60" y="179"/>
                  <a:pt x="60" y="179"/>
                </a:cubicBezTo>
                <a:cubicBezTo>
                  <a:pt x="62" y="181"/>
                  <a:pt x="64" y="184"/>
                  <a:pt x="64" y="188"/>
                </a:cubicBezTo>
                <a:cubicBezTo>
                  <a:pt x="64" y="195"/>
                  <a:pt x="59" y="200"/>
                  <a:pt x="52" y="200"/>
                </a:cubicBezTo>
                <a:cubicBezTo>
                  <a:pt x="49" y="200"/>
                  <a:pt x="46" y="199"/>
                  <a:pt x="44" y="197"/>
                </a:cubicBezTo>
                <a:cubicBezTo>
                  <a:pt x="44" y="197"/>
                  <a:pt x="44" y="197"/>
                  <a:pt x="44" y="197"/>
                </a:cubicBezTo>
                <a:cubicBezTo>
                  <a:pt x="4" y="161"/>
                  <a:pt x="4" y="161"/>
                  <a:pt x="4" y="161"/>
                </a:cubicBezTo>
                <a:cubicBezTo>
                  <a:pt x="4" y="161"/>
                  <a:pt x="4" y="161"/>
                  <a:pt x="4" y="161"/>
                </a:cubicBezTo>
                <a:cubicBezTo>
                  <a:pt x="2" y="159"/>
                  <a:pt x="0" y="156"/>
                  <a:pt x="0" y="152"/>
                </a:cubicBezTo>
                <a:cubicBezTo>
                  <a:pt x="0" y="148"/>
                  <a:pt x="2" y="145"/>
                  <a:pt x="4" y="14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75" name="Freeform 41"/>
          <p:cNvSpPr/>
          <p:nvPr/>
        </p:nvSpPr>
        <p:spPr>
          <a:xfrm>
            <a:off x="8459640" y="2317680"/>
            <a:ext cx="285840" cy="417600"/>
          </a:xfrm>
          <a:custGeom>
            <a:avLst/>
            <a:gdLst/>
            <a:ahLst/>
            <a:rect l="l" t="t" r="r" b="b"/>
            <a:pathLst>
              <a:path w="176" h="256">
                <a:moveTo>
                  <a:pt x="164" y="256"/>
                </a:move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92"/>
                  <a:pt x="0" y="92"/>
                  <a:pt x="0" y="92"/>
                </a:cubicBezTo>
                <a:cubicBezTo>
                  <a:pt x="0" y="85"/>
                  <a:pt x="5" y="80"/>
                  <a:pt x="12" y="80"/>
                </a:cubicBezTo>
                <a:cubicBezTo>
                  <a:pt x="60" y="80"/>
                  <a:pt x="60" y="80"/>
                  <a:pt x="60" y="80"/>
                </a:cubicBezTo>
                <a:cubicBezTo>
                  <a:pt x="60" y="104"/>
                  <a:pt x="60" y="104"/>
                  <a:pt x="60" y="104"/>
                </a:cubicBezTo>
                <a:cubicBezTo>
                  <a:pt x="24" y="104"/>
                  <a:pt x="24" y="104"/>
                  <a:pt x="24" y="104"/>
                </a:cubicBezTo>
                <a:cubicBezTo>
                  <a:pt x="24" y="232"/>
                  <a:pt x="24" y="232"/>
                  <a:pt x="24" y="232"/>
                </a:cubicBezTo>
                <a:cubicBezTo>
                  <a:pt x="152" y="232"/>
                  <a:pt x="152" y="232"/>
                  <a:pt x="152" y="232"/>
                </a:cubicBezTo>
                <a:cubicBezTo>
                  <a:pt x="152" y="104"/>
                  <a:pt x="152" y="104"/>
                  <a:pt x="152" y="104"/>
                </a:cubicBezTo>
                <a:cubicBezTo>
                  <a:pt x="112" y="104"/>
                  <a:pt x="112" y="104"/>
                  <a:pt x="112" y="104"/>
                </a:cubicBezTo>
                <a:cubicBezTo>
                  <a:pt x="112" y="80"/>
                  <a:pt x="112" y="80"/>
                  <a:pt x="112" y="80"/>
                </a:cubicBezTo>
                <a:cubicBezTo>
                  <a:pt x="164" y="80"/>
                  <a:pt x="164" y="80"/>
                  <a:pt x="164" y="80"/>
                </a:cubicBezTo>
                <a:cubicBezTo>
                  <a:pt x="171" y="80"/>
                  <a:pt x="176" y="85"/>
                  <a:pt x="176" y="92"/>
                </a:cubicBezTo>
                <a:cubicBezTo>
                  <a:pt x="176" y="244"/>
                  <a:pt x="176" y="244"/>
                  <a:pt x="176" y="244"/>
                </a:cubicBezTo>
                <a:cubicBezTo>
                  <a:pt x="176" y="251"/>
                  <a:pt x="171" y="256"/>
                  <a:pt x="164" y="256"/>
                </a:cubicBezTo>
                <a:moveTo>
                  <a:pt x="124" y="64"/>
                </a:moveTo>
                <a:cubicBezTo>
                  <a:pt x="120" y="64"/>
                  <a:pt x="117" y="62"/>
                  <a:pt x="115" y="60"/>
                </a:cubicBezTo>
                <a:cubicBezTo>
                  <a:pt x="115" y="60"/>
                  <a:pt x="115" y="60"/>
                  <a:pt x="115" y="60"/>
                </a:cubicBezTo>
                <a:cubicBezTo>
                  <a:pt x="100" y="43"/>
                  <a:pt x="100" y="43"/>
                  <a:pt x="100" y="43"/>
                </a:cubicBezTo>
                <a:cubicBezTo>
                  <a:pt x="100" y="116"/>
                  <a:pt x="100" y="116"/>
                  <a:pt x="100" y="116"/>
                </a:cubicBezTo>
                <a:cubicBezTo>
                  <a:pt x="100" y="123"/>
                  <a:pt x="95" y="128"/>
                  <a:pt x="88" y="128"/>
                </a:cubicBezTo>
                <a:cubicBezTo>
                  <a:pt x="81" y="128"/>
                  <a:pt x="76" y="123"/>
                  <a:pt x="76" y="116"/>
                </a:cubicBezTo>
                <a:cubicBezTo>
                  <a:pt x="76" y="43"/>
                  <a:pt x="76" y="43"/>
                  <a:pt x="76" y="43"/>
                </a:cubicBezTo>
                <a:cubicBezTo>
                  <a:pt x="61" y="60"/>
                  <a:pt x="61" y="60"/>
                  <a:pt x="61" y="60"/>
                </a:cubicBezTo>
                <a:cubicBezTo>
                  <a:pt x="61" y="60"/>
                  <a:pt x="61" y="60"/>
                  <a:pt x="61" y="60"/>
                </a:cubicBezTo>
                <a:cubicBezTo>
                  <a:pt x="59" y="62"/>
                  <a:pt x="56" y="64"/>
                  <a:pt x="52" y="64"/>
                </a:cubicBezTo>
                <a:cubicBezTo>
                  <a:pt x="45" y="64"/>
                  <a:pt x="40" y="59"/>
                  <a:pt x="40" y="52"/>
                </a:cubicBezTo>
                <a:cubicBezTo>
                  <a:pt x="40" y="49"/>
                  <a:pt x="41" y="46"/>
                  <a:pt x="43" y="44"/>
                </a:cubicBezTo>
                <a:cubicBezTo>
                  <a:pt x="43" y="44"/>
                  <a:pt x="43" y="44"/>
                  <a:pt x="43" y="4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81" y="2"/>
                  <a:pt x="84" y="0"/>
                  <a:pt x="88" y="0"/>
                </a:cubicBezTo>
                <a:cubicBezTo>
                  <a:pt x="92" y="0"/>
                  <a:pt x="95" y="2"/>
                  <a:pt x="97" y="4"/>
                </a:cubicBezTo>
                <a:cubicBezTo>
                  <a:pt x="97" y="4"/>
                  <a:pt x="97" y="4"/>
                  <a:pt x="97" y="4"/>
                </a:cubicBezTo>
                <a:cubicBezTo>
                  <a:pt x="133" y="44"/>
                  <a:pt x="133" y="44"/>
                  <a:pt x="133" y="44"/>
                </a:cubicBezTo>
                <a:cubicBezTo>
                  <a:pt x="133" y="44"/>
                  <a:pt x="133" y="44"/>
                  <a:pt x="133" y="44"/>
                </a:cubicBezTo>
                <a:cubicBezTo>
                  <a:pt x="135" y="46"/>
                  <a:pt x="136" y="49"/>
                  <a:pt x="136" y="52"/>
                </a:cubicBezTo>
                <a:cubicBezTo>
                  <a:pt x="136" y="59"/>
                  <a:pt x="131" y="64"/>
                  <a:pt x="124" y="6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76" name="Freeform 42"/>
          <p:cNvSpPr/>
          <p:nvPr/>
        </p:nvSpPr>
        <p:spPr>
          <a:xfrm>
            <a:off x="7704000" y="2357280"/>
            <a:ext cx="339840" cy="338400"/>
          </a:xfrm>
          <a:custGeom>
            <a:avLst/>
            <a:gdLst/>
            <a:ahLst/>
            <a:rect l="l" t="t" r="r" b="b"/>
            <a:pathLst>
              <a:path w="208" h="208">
                <a:moveTo>
                  <a:pt x="196" y="72"/>
                </a:moveTo>
                <a:cubicBezTo>
                  <a:pt x="196" y="72"/>
                  <a:pt x="196" y="72"/>
                  <a:pt x="196" y="72"/>
                </a:cubicBezTo>
                <a:cubicBezTo>
                  <a:pt x="189" y="72"/>
                  <a:pt x="184" y="67"/>
                  <a:pt x="184" y="60"/>
                </a:cubicBezTo>
                <a:cubicBezTo>
                  <a:pt x="184" y="41"/>
                  <a:pt x="184" y="41"/>
                  <a:pt x="184" y="41"/>
                </a:cubicBezTo>
                <a:cubicBezTo>
                  <a:pt x="124" y="101"/>
                  <a:pt x="124" y="101"/>
                  <a:pt x="124" y="101"/>
                </a:cubicBezTo>
                <a:cubicBezTo>
                  <a:pt x="124" y="101"/>
                  <a:pt x="124" y="101"/>
                  <a:pt x="124" y="101"/>
                </a:cubicBezTo>
                <a:cubicBezTo>
                  <a:pt x="122" y="103"/>
                  <a:pt x="119" y="104"/>
                  <a:pt x="116" y="104"/>
                </a:cubicBezTo>
                <a:cubicBezTo>
                  <a:pt x="109" y="104"/>
                  <a:pt x="104" y="99"/>
                  <a:pt x="104" y="92"/>
                </a:cubicBezTo>
                <a:cubicBezTo>
                  <a:pt x="104" y="89"/>
                  <a:pt x="105" y="86"/>
                  <a:pt x="107" y="84"/>
                </a:cubicBezTo>
                <a:cubicBezTo>
                  <a:pt x="107" y="84"/>
                  <a:pt x="107" y="84"/>
                  <a:pt x="107" y="84"/>
                </a:cubicBezTo>
                <a:cubicBezTo>
                  <a:pt x="167" y="24"/>
                  <a:pt x="167" y="24"/>
                  <a:pt x="167" y="24"/>
                </a:cubicBezTo>
                <a:cubicBezTo>
                  <a:pt x="148" y="24"/>
                  <a:pt x="148" y="24"/>
                  <a:pt x="148" y="24"/>
                </a:cubicBezTo>
                <a:cubicBezTo>
                  <a:pt x="141" y="24"/>
                  <a:pt x="136" y="19"/>
                  <a:pt x="136" y="12"/>
                </a:cubicBezTo>
                <a:cubicBezTo>
                  <a:pt x="136" y="5"/>
                  <a:pt x="141" y="0"/>
                  <a:pt x="148" y="0"/>
                </a:cubicBezTo>
                <a:cubicBezTo>
                  <a:pt x="196" y="0"/>
                  <a:pt x="196" y="0"/>
                  <a:pt x="196" y="0"/>
                </a:cubicBezTo>
                <a:cubicBezTo>
                  <a:pt x="203" y="0"/>
                  <a:pt x="208" y="5"/>
                  <a:pt x="208" y="12"/>
                </a:cubicBezTo>
                <a:cubicBezTo>
                  <a:pt x="208" y="60"/>
                  <a:pt x="208" y="60"/>
                  <a:pt x="208" y="60"/>
                </a:cubicBezTo>
                <a:cubicBezTo>
                  <a:pt x="208" y="67"/>
                  <a:pt x="203" y="72"/>
                  <a:pt x="196" y="72"/>
                </a:cubicBezTo>
                <a:moveTo>
                  <a:pt x="100" y="24"/>
                </a:moveTo>
                <a:cubicBezTo>
                  <a:pt x="100" y="24"/>
                  <a:pt x="100" y="24"/>
                  <a:pt x="100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184"/>
                  <a:pt x="24" y="184"/>
                  <a:pt x="24" y="184"/>
                </a:cubicBezTo>
                <a:cubicBezTo>
                  <a:pt x="184" y="184"/>
                  <a:pt x="184" y="184"/>
                  <a:pt x="184" y="184"/>
                </a:cubicBezTo>
                <a:cubicBezTo>
                  <a:pt x="184" y="172"/>
                  <a:pt x="184" y="172"/>
                  <a:pt x="184" y="172"/>
                </a:cubicBezTo>
                <a:cubicBezTo>
                  <a:pt x="184" y="108"/>
                  <a:pt x="184" y="108"/>
                  <a:pt x="184" y="108"/>
                </a:cubicBezTo>
                <a:cubicBezTo>
                  <a:pt x="184" y="81"/>
                  <a:pt x="184" y="81"/>
                  <a:pt x="184" y="81"/>
                </a:cubicBezTo>
                <a:cubicBezTo>
                  <a:pt x="188" y="83"/>
                  <a:pt x="192" y="84"/>
                  <a:pt x="196" y="84"/>
                </a:cubicBezTo>
                <a:cubicBezTo>
                  <a:pt x="200" y="84"/>
                  <a:pt x="204" y="83"/>
                  <a:pt x="208" y="81"/>
                </a:cubicBezTo>
                <a:cubicBezTo>
                  <a:pt x="208" y="116"/>
                  <a:pt x="208" y="116"/>
                  <a:pt x="208" y="116"/>
                </a:cubicBezTo>
                <a:cubicBezTo>
                  <a:pt x="208" y="196"/>
                  <a:pt x="208" y="196"/>
                  <a:pt x="208" y="196"/>
                </a:cubicBezTo>
                <a:cubicBezTo>
                  <a:pt x="208" y="203"/>
                  <a:pt x="203" y="208"/>
                  <a:pt x="196" y="208"/>
                </a:cubicBezTo>
                <a:cubicBezTo>
                  <a:pt x="12" y="208"/>
                  <a:pt x="12" y="208"/>
                  <a:pt x="12" y="208"/>
                </a:cubicBezTo>
                <a:cubicBezTo>
                  <a:pt x="5" y="208"/>
                  <a:pt x="0" y="203"/>
                  <a:pt x="0" y="196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100" y="0"/>
                  <a:pt x="100" y="0"/>
                  <a:pt x="100" y="0"/>
                </a:cubicBezTo>
                <a:cubicBezTo>
                  <a:pt x="127" y="0"/>
                  <a:pt x="127" y="0"/>
                  <a:pt x="127" y="0"/>
                </a:cubicBezTo>
                <a:cubicBezTo>
                  <a:pt x="125" y="4"/>
                  <a:pt x="124" y="8"/>
                  <a:pt x="124" y="12"/>
                </a:cubicBezTo>
                <a:cubicBezTo>
                  <a:pt x="124" y="16"/>
                  <a:pt x="125" y="20"/>
                  <a:pt x="127" y="24"/>
                </a:cubicBezTo>
                <a:lnTo>
                  <a:pt x="100" y="2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77" name="Freeform 43"/>
          <p:cNvSpPr/>
          <p:nvPr/>
        </p:nvSpPr>
        <p:spPr>
          <a:xfrm>
            <a:off x="6937200" y="2317680"/>
            <a:ext cx="416160" cy="41760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44" y="256"/>
                </a:moveTo>
                <a:cubicBezTo>
                  <a:pt x="196" y="256"/>
                  <a:pt x="196" y="256"/>
                  <a:pt x="196" y="256"/>
                </a:cubicBezTo>
                <a:cubicBezTo>
                  <a:pt x="189" y="256"/>
                  <a:pt x="184" y="251"/>
                  <a:pt x="184" y="244"/>
                </a:cubicBezTo>
                <a:cubicBezTo>
                  <a:pt x="184" y="237"/>
                  <a:pt x="189" y="232"/>
                  <a:pt x="196" y="232"/>
                </a:cubicBezTo>
                <a:cubicBezTo>
                  <a:pt x="232" y="232"/>
                  <a:pt x="232" y="232"/>
                  <a:pt x="232" y="232"/>
                </a:cubicBezTo>
                <a:cubicBezTo>
                  <a:pt x="232" y="196"/>
                  <a:pt x="232" y="196"/>
                  <a:pt x="232" y="196"/>
                </a:cubicBezTo>
                <a:cubicBezTo>
                  <a:pt x="232" y="189"/>
                  <a:pt x="237" y="184"/>
                  <a:pt x="244" y="184"/>
                </a:cubicBezTo>
                <a:cubicBezTo>
                  <a:pt x="251" y="184"/>
                  <a:pt x="256" y="189"/>
                  <a:pt x="256" y="196"/>
                </a:cubicBezTo>
                <a:cubicBezTo>
                  <a:pt x="256" y="244"/>
                  <a:pt x="256" y="244"/>
                  <a:pt x="256" y="244"/>
                </a:cubicBezTo>
                <a:cubicBezTo>
                  <a:pt x="256" y="251"/>
                  <a:pt x="251" y="256"/>
                  <a:pt x="244" y="256"/>
                </a:cubicBezTo>
                <a:moveTo>
                  <a:pt x="244" y="72"/>
                </a:moveTo>
                <a:cubicBezTo>
                  <a:pt x="237" y="72"/>
                  <a:pt x="232" y="67"/>
                  <a:pt x="232" y="60"/>
                </a:cubicBezTo>
                <a:cubicBezTo>
                  <a:pt x="232" y="60"/>
                  <a:pt x="232" y="60"/>
                  <a:pt x="232" y="60"/>
                </a:cubicBezTo>
                <a:cubicBezTo>
                  <a:pt x="232" y="24"/>
                  <a:pt x="232" y="24"/>
                  <a:pt x="232" y="24"/>
                </a:cubicBezTo>
                <a:cubicBezTo>
                  <a:pt x="196" y="24"/>
                  <a:pt x="196" y="24"/>
                  <a:pt x="196" y="24"/>
                </a:cubicBezTo>
                <a:cubicBezTo>
                  <a:pt x="189" y="24"/>
                  <a:pt x="184" y="19"/>
                  <a:pt x="184" y="12"/>
                </a:cubicBezTo>
                <a:cubicBezTo>
                  <a:pt x="184" y="5"/>
                  <a:pt x="189" y="0"/>
                  <a:pt x="196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60"/>
                  <a:pt x="256" y="60"/>
                  <a:pt x="256" y="60"/>
                </a:cubicBezTo>
                <a:cubicBezTo>
                  <a:pt x="256" y="67"/>
                  <a:pt x="251" y="72"/>
                  <a:pt x="244" y="72"/>
                </a:cubicBezTo>
                <a:moveTo>
                  <a:pt x="60" y="24"/>
                </a:moveTo>
                <a:cubicBezTo>
                  <a:pt x="60" y="24"/>
                  <a:pt x="60" y="24"/>
                  <a:pt x="60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60"/>
                  <a:pt x="24" y="60"/>
                  <a:pt x="24" y="60"/>
                </a:cubicBezTo>
                <a:cubicBezTo>
                  <a:pt x="24" y="67"/>
                  <a:pt x="19" y="72"/>
                  <a:pt x="12" y="72"/>
                </a:cubicBezTo>
                <a:cubicBezTo>
                  <a:pt x="5" y="72"/>
                  <a:pt x="0" y="67"/>
                  <a:pt x="0" y="60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7" y="0"/>
                  <a:pt x="72" y="5"/>
                  <a:pt x="72" y="12"/>
                </a:cubicBezTo>
                <a:cubicBezTo>
                  <a:pt x="72" y="19"/>
                  <a:pt x="67" y="24"/>
                  <a:pt x="60" y="24"/>
                </a:cubicBezTo>
                <a:moveTo>
                  <a:pt x="36" y="36"/>
                </a:moveTo>
                <a:cubicBezTo>
                  <a:pt x="220" y="36"/>
                  <a:pt x="220" y="36"/>
                  <a:pt x="220" y="36"/>
                </a:cubicBezTo>
                <a:cubicBezTo>
                  <a:pt x="220" y="220"/>
                  <a:pt x="220" y="220"/>
                  <a:pt x="220" y="220"/>
                </a:cubicBezTo>
                <a:cubicBezTo>
                  <a:pt x="36" y="220"/>
                  <a:pt x="36" y="220"/>
                  <a:pt x="36" y="220"/>
                </a:cubicBezTo>
                <a:lnTo>
                  <a:pt x="36" y="36"/>
                </a:lnTo>
                <a:close/>
                <a:moveTo>
                  <a:pt x="60" y="196"/>
                </a:moveTo>
                <a:cubicBezTo>
                  <a:pt x="196" y="196"/>
                  <a:pt x="196" y="196"/>
                  <a:pt x="196" y="196"/>
                </a:cubicBezTo>
                <a:cubicBezTo>
                  <a:pt x="196" y="60"/>
                  <a:pt x="196" y="60"/>
                  <a:pt x="196" y="60"/>
                </a:cubicBezTo>
                <a:cubicBezTo>
                  <a:pt x="60" y="60"/>
                  <a:pt x="60" y="60"/>
                  <a:pt x="60" y="60"/>
                </a:cubicBezTo>
                <a:lnTo>
                  <a:pt x="60" y="196"/>
                </a:lnTo>
                <a:close/>
                <a:moveTo>
                  <a:pt x="12" y="184"/>
                </a:moveTo>
                <a:cubicBezTo>
                  <a:pt x="19" y="184"/>
                  <a:pt x="24" y="189"/>
                  <a:pt x="24" y="196"/>
                </a:cubicBezTo>
                <a:cubicBezTo>
                  <a:pt x="24" y="232"/>
                  <a:pt x="24" y="232"/>
                  <a:pt x="24" y="232"/>
                </a:cubicBezTo>
                <a:cubicBezTo>
                  <a:pt x="60" y="232"/>
                  <a:pt x="60" y="232"/>
                  <a:pt x="60" y="232"/>
                </a:cubicBezTo>
                <a:cubicBezTo>
                  <a:pt x="67" y="232"/>
                  <a:pt x="72" y="237"/>
                  <a:pt x="72" y="244"/>
                </a:cubicBezTo>
                <a:cubicBezTo>
                  <a:pt x="72" y="251"/>
                  <a:pt x="67" y="256"/>
                  <a:pt x="60" y="256"/>
                </a:cubicBez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196"/>
                  <a:pt x="0" y="196"/>
                  <a:pt x="0" y="196"/>
                </a:cubicBezTo>
                <a:cubicBezTo>
                  <a:pt x="0" y="189"/>
                  <a:pt x="5" y="184"/>
                  <a:pt x="12" y="18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78" name="Freeform 44"/>
          <p:cNvSpPr/>
          <p:nvPr/>
        </p:nvSpPr>
        <p:spPr>
          <a:xfrm>
            <a:off x="6208560" y="2317680"/>
            <a:ext cx="416160" cy="41760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44" y="256"/>
                </a:moveTo>
                <a:cubicBezTo>
                  <a:pt x="196" y="256"/>
                  <a:pt x="196" y="256"/>
                  <a:pt x="196" y="256"/>
                </a:cubicBezTo>
                <a:cubicBezTo>
                  <a:pt x="189" y="256"/>
                  <a:pt x="184" y="251"/>
                  <a:pt x="184" y="244"/>
                </a:cubicBezTo>
                <a:cubicBezTo>
                  <a:pt x="184" y="237"/>
                  <a:pt x="189" y="232"/>
                  <a:pt x="196" y="232"/>
                </a:cubicBezTo>
                <a:cubicBezTo>
                  <a:pt x="232" y="232"/>
                  <a:pt x="232" y="232"/>
                  <a:pt x="232" y="232"/>
                </a:cubicBezTo>
                <a:cubicBezTo>
                  <a:pt x="232" y="196"/>
                  <a:pt x="232" y="196"/>
                  <a:pt x="232" y="196"/>
                </a:cubicBezTo>
                <a:cubicBezTo>
                  <a:pt x="232" y="196"/>
                  <a:pt x="232" y="196"/>
                  <a:pt x="232" y="196"/>
                </a:cubicBezTo>
                <a:cubicBezTo>
                  <a:pt x="232" y="189"/>
                  <a:pt x="237" y="184"/>
                  <a:pt x="244" y="184"/>
                </a:cubicBezTo>
                <a:cubicBezTo>
                  <a:pt x="251" y="184"/>
                  <a:pt x="256" y="189"/>
                  <a:pt x="256" y="196"/>
                </a:cubicBezTo>
                <a:cubicBezTo>
                  <a:pt x="256" y="244"/>
                  <a:pt x="256" y="244"/>
                  <a:pt x="256" y="244"/>
                </a:cubicBezTo>
                <a:cubicBezTo>
                  <a:pt x="256" y="251"/>
                  <a:pt x="251" y="256"/>
                  <a:pt x="244" y="256"/>
                </a:cubicBezTo>
                <a:moveTo>
                  <a:pt x="36" y="36"/>
                </a:moveTo>
                <a:cubicBezTo>
                  <a:pt x="220" y="36"/>
                  <a:pt x="220" y="36"/>
                  <a:pt x="220" y="36"/>
                </a:cubicBezTo>
                <a:cubicBezTo>
                  <a:pt x="220" y="220"/>
                  <a:pt x="220" y="220"/>
                  <a:pt x="220" y="220"/>
                </a:cubicBezTo>
                <a:cubicBezTo>
                  <a:pt x="36" y="220"/>
                  <a:pt x="36" y="220"/>
                  <a:pt x="36" y="220"/>
                </a:cubicBezTo>
                <a:lnTo>
                  <a:pt x="36" y="36"/>
                </a:lnTo>
                <a:close/>
                <a:moveTo>
                  <a:pt x="60" y="196"/>
                </a:moveTo>
                <a:cubicBezTo>
                  <a:pt x="196" y="196"/>
                  <a:pt x="196" y="196"/>
                  <a:pt x="196" y="196"/>
                </a:cubicBezTo>
                <a:cubicBezTo>
                  <a:pt x="196" y="60"/>
                  <a:pt x="196" y="60"/>
                  <a:pt x="196" y="60"/>
                </a:cubicBezTo>
                <a:cubicBezTo>
                  <a:pt x="60" y="60"/>
                  <a:pt x="60" y="60"/>
                  <a:pt x="60" y="60"/>
                </a:cubicBezTo>
                <a:lnTo>
                  <a:pt x="60" y="196"/>
                </a:lnTo>
                <a:close/>
                <a:moveTo>
                  <a:pt x="60" y="24"/>
                </a:moveTo>
                <a:cubicBezTo>
                  <a:pt x="60" y="24"/>
                  <a:pt x="60" y="24"/>
                  <a:pt x="60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60"/>
                  <a:pt x="24" y="60"/>
                  <a:pt x="24" y="60"/>
                </a:cubicBezTo>
                <a:cubicBezTo>
                  <a:pt x="24" y="67"/>
                  <a:pt x="19" y="72"/>
                  <a:pt x="12" y="72"/>
                </a:cubicBezTo>
                <a:cubicBezTo>
                  <a:pt x="5" y="72"/>
                  <a:pt x="0" y="67"/>
                  <a:pt x="0" y="60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7" y="0"/>
                  <a:pt x="72" y="5"/>
                  <a:pt x="72" y="12"/>
                </a:cubicBezTo>
                <a:cubicBezTo>
                  <a:pt x="72" y="19"/>
                  <a:pt x="67" y="24"/>
                  <a:pt x="60" y="2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79" name="Freeform 45"/>
          <p:cNvSpPr/>
          <p:nvPr/>
        </p:nvSpPr>
        <p:spPr>
          <a:xfrm>
            <a:off x="5479920" y="2317680"/>
            <a:ext cx="416160" cy="41760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44" y="72"/>
                </a:moveTo>
                <a:cubicBezTo>
                  <a:pt x="237" y="72"/>
                  <a:pt x="232" y="67"/>
                  <a:pt x="232" y="60"/>
                </a:cubicBezTo>
                <a:cubicBezTo>
                  <a:pt x="232" y="24"/>
                  <a:pt x="232" y="24"/>
                  <a:pt x="232" y="24"/>
                </a:cubicBezTo>
                <a:cubicBezTo>
                  <a:pt x="196" y="24"/>
                  <a:pt x="196" y="24"/>
                  <a:pt x="196" y="24"/>
                </a:cubicBezTo>
                <a:cubicBezTo>
                  <a:pt x="189" y="24"/>
                  <a:pt x="184" y="19"/>
                  <a:pt x="184" y="12"/>
                </a:cubicBezTo>
                <a:cubicBezTo>
                  <a:pt x="184" y="5"/>
                  <a:pt x="189" y="0"/>
                  <a:pt x="196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60"/>
                  <a:pt x="256" y="60"/>
                  <a:pt x="256" y="60"/>
                </a:cubicBezTo>
                <a:cubicBezTo>
                  <a:pt x="256" y="67"/>
                  <a:pt x="251" y="72"/>
                  <a:pt x="244" y="72"/>
                </a:cubicBezTo>
                <a:moveTo>
                  <a:pt x="220" y="220"/>
                </a:moveTo>
                <a:cubicBezTo>
                  <a:pt x="36" y="220"/>
                  <a:pt x="36" y="220"/>
                  <a:pt x="36" y="220"/>
                </a:cubicBezTo>
                <a:cubicBezTo>
                  <a:pt x="36" y="36"/>
                  <a:pt x="36" y="36"/>
                  <a:pt x="36" y="36"/>
                </a:cubicBezTo>
                <a:cubicBezTo>
                  <a:pt x="220" y="36"/>
                  <a:pt x="220" y="36"/>
                  <a:pt x="220" y="36"/>
                </a:cubicBezTo>
                <a:lnTo>
                  <a:pt x="220" y="220"/>
                </a:lnTo>
                <a:close/>
                <a:moveTo>
                  <a:pt x="196" y="60"/>
                </a:moveTo>
                <a:cubicBezTo>
                  <a:pt x="60" y="60"/>
                  <a:pt x="60" y="60"/>
                  <a:pt x="60" y="60"/>
                </a:cubicBezTo>
                <a:cubicBezTo>
                  <a:pt x="60" y="196"/>
                  <a:pt x="60" y="196"/>
                  <a:pt x="60" y="196"/>
                </a:cubicBezTo>
                <a:cubicBezTo>
                  <a:pt x="196" y="196"/>
                  <a:pt x="196" y="196"/>
                  <a:pt x="196" y="196"/>
                </a:cubicBezTo>
                <a:lnTo>
                  <a:pt x="196" y="60"/>
                </a:lnTo>
                <a:close/>
                <a:moveTo>
                  <a:pt x="60" y="232"/>
                </a:moveTo>
                <a:cubicBezTo>
                  <a:pt x="67" y="232"/>
                  <a:pt x="72" y="237"/>
                  <a:pt x="72" y="244"/>
                </a:cubicBezTo>
                <a:cubicBezTo>
                  <a:pt x="72" y="251"/>
                  <a:pt x="67" y="256"/>
                  <a:pt x="60" y="256"/>
                </a:cubicBez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196"/>
                  <a:pt x="0" y="196"/>
                  <a:pt x="0" y="196"/>
                </a:cubicBezTo>
                <a:cubicBezTo>
                  <a:pt x="0" y="189"/>
                  <a:pt x="5" y="184"/>
                  <a:pt x="12" y="184"/>
                </a:cubicBezTo>
                <a:cubicBezTo>
                  <a:pt x="19" y="184"/>
                  <a:pt x="24" y="189"/>
                  <a:pt x="24" y="196"/>
                </a:cubicBezTo>
                <a:cubicBezTo>
                  <a:pt x="24" y="232"/>
                  <a:pt x="24" y="232"/>
                  <a:pt x="24" y="232"/>
                </a:cubicBezTo>
                <a:lnTo>
                  <a:pt x="60" y="23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80" name="Freeform 46"/>
          <p:cNvSpPr/>
          <p:nvPr/>
        </p:nvSpPr>
        <p:spPr>
          <a:xfrm>
            <a:off x="4751280" y="2317680"/>
            <a:ext cx="417600" cy="41760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44" y="256"/>
                </a:move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244"/>
                  <a:pt x="256" y="244"/>
                  <a:pt x="256" y="244"/>
                </a:cubicBezTo>
                <a:cubicBezTo>
                  <a:pt x="256" y="251"/>
                  <a:pt x="251" y="256"/>
                  <a:pt x="244" y="256"/>
                </a:cubicBezTo>
                <a:moveTo>
                  <a:pt x="232" y="24"/>
                </a:moveTo>
                <a:cubicBezTo>
                  <a:pt x="24" y="24"/>
                  <a:pt x="24" y="24"/>
                  <a:pt x="24" y="24"/>
                </a:cubicBezTo>
                <a:cubicBezTo>
                  <a:pt x="24" y="232"/>
                  <a:pt x="24" y="232"/>
                  <a:pt x="24" y="232"/>
                </a:cubicBezTo>
                <a:cubicBezTo>
                  <a:pt x="232" y="232"/>
                  <a:pt x="232" y="232"/>
                  <a:pt x="232" y="232"/>
                </a:cubicBezTo>
                <a:lnTo>
                  <a:pt x="232" y="24"/>
                </a:lnTo>
                <a:close/>
                <a:moveTo>
                  <a:pt x="52" y="36"/>
                </a:moveTo>
                <a:cubicBezTo>
                  <a:pt x="96" y="36"/>
                  <a:pt x="96" y="36"/>
                  <a:pt x="96" y="36"/>
                </a:cubicBezTo>
                <a:cubicBezTo>
                  <a:pt x="103" y="36"/>
                  <a:pt x="108" y="41"/>
                  <a:pt x="108" y="48"/>
                </a:cubicBezTo>
                <a:cubicBezTo>
                  <a:pt x="108" y="55"/>
                  <a:pt x="103" y="60"/>
                  <a:pt x="96" y="60"/>
                </a:cubicBezTo>
                <a:cubicBezTo>
                  <a:pt x="60" y="60"/>
                  <a:pt x="60" y="60"/>
                  <a:pt x="60" y="60"/>
                </a:cubicBezTo>
                <a:cubicBezTo>
                  <a:pt x="60" y="96"/>
                  <a:pt x="60" y="96"/>
                  <a:pt x="60" y="96"/>
                </a:cubicBezTo>
                <a:cubicBezTo>
                  <a:pt x="60" y="103"/>
                  <a:pt x="55" y="108"/>
                  <a:pt x="48" y="108"/>
                </a:cubicBezTo>
                <a:cubicBezTo>
                  <a:pt x="41" y="108"/>
                  <a:pt x="36" y="103"/>
                  <a:pt x="36" y="96"/>
                </a:cubicBezTo>
                <a:cubicBezTo>
                  <a:pt x="36" y="96"/>
                  <a:pt x="36" y="96"/>
                  <a:pt x="36" y="96"/>
                </a:cubicBezTo>
                <a:cubicBezTo>
                  <a:pt x="36" y="52"/>
                  <a:pt x="36" y="52"/>
                  <a:pt x="36" y="52"/>
                </a:cubicBezTo>
                <a:cubicBezTo>
                  <a:pt x="36" y="36"/>
                  <a:pt x="36" y="36"/>
                  <a:pt x="36" y="36"/>
                </a:cubicBezTo>
                <a:lnTo>
                  <a:pt x="52" y="36"/>
                </a:lnTo>
                <a:close/>
                <a:moveTo>
                  <a:pt x="36" y="160"/>
                </a:moveTo>
                <a:cubicBezTo>
                  <a:pt x="36" y="160"/>
                  <a:pt x="36" y="160"/>
                  <a:pt x="36" y="160"/>
                </a:cubicBezTo>
                <a:cubicBezTo>
                  <a:pt x="36" y="153"/>
                  <a:pt x="41" y="148"/>
                  <a:pt x="48" y="148"/>
                </a:cubicBezTo>
                <a:cubicBezTo>
                  <a:pt x="55" y="148"/>
                  <a:pt x="60" y="153"/>
                  <a:pt x="60" y="160"/>
                </a:cubicBezTo>
                <a:cubicBezTo>
                  <a:pt x="60" y="196"/>
                  <a:pt x="60" y="196"/>
                  <a:pt x="60" y="196"/>
                </a:cubicBezTo>
                <a:cubicBezTo>
                  <a:pt x="96" y="196"/>
                  <a:pt x="96" y="196"/>
                  <a:pt x="96" y="196"/>
                </a:cubicBezTo>
                <a:cubicBezTo>
                  <a:pt x="103" y="196"/>
                  <a:pt x="108" y="201"/>
                  <a:pt x="108" y="208"/>
                </a:cubicBezTo>
                <a:cubicBezTo>
                  <a:pt x="108" y="215"/>
                  <a:pt x="103" y="220"/>
                  <a:pt x="96" y="220"/>
                </a:cubicBezTo>
                <a:cubicBezTo>
                  <a:pt x="52" y="220"/>
                  <a:pt x="52" y="220"/>
                  <a:pt x="52" y="220"/>
                </a:cubicBezTo>
                <a:cubicBezTo>
                  <a:pt x="36" y="220"/>
                  <a:pt x="36" y="220"/>
                  <a:pt x="36" y="220"/>
                </a:cubicBezTo>
                <a:cubicBezTo>
                  <a:pt x="36" y="204"/>
                  <a:pt x="36" y="204"/>
                  <a:pt x="36" y="204"/>
                </a:cubicBezTo>
                <a:lnTo>
                  <a:pt x="36" y="160"/>
                </a:lnTo>
                <a:close/>
                <a:moveTo>
                  <a:pt x="160" y="36"/>
                </a:moveTo>
                <a:cubicBezTo>
                  <a:pt x="160" y="36"/>
                  <a:pt x="160" y="36"/>
                  <a:pt x="160" y="36"/>
                </a:cubicBezTo>
                <a:cubicBezTo>
                  <a:pt x="204" y="36"/>
                  <a:pt x="204" y="36"/>
                  <a:pt x="204" y="36"/>
                </a:cubicBezTo>
                <a:cubicBezTo>
                  <a:pt x="220" y="36"/>
                  <a:pt x="220" y="36"/>
                  <a:pt x="220" y="36"/>
                </a:cubicBezTo>
                <a:cubicBezTo>
                  <a:pt x="220" y="52"/>
                  <a:pt x="220" y="52"/>
                  <a:pt x="220" y="52"/>
                </a:cubicBezTo>
                <a:cubicBezTo>
                  <a:pt x="220" y="96"/>
                  <a:pt x="220" y="96"/>
                  <a:pt x="220" y="96"/>
                </a:cubicBezTo>
                <a:cubicBezTo>
                  <a:pt x="220" y="103"/>
                  <a:pt x="215" y="108"/>
                  <a:pt x="208" y="108"/>
                </a:cubicBezTo>
                <a:cubicBezTo>
                  <a:pt x="201" y="108"/>
                  <a:pt x="196" y="103"/>
                  <a:pt x="196" y="96"/>
                </a:cubicBezTo>
                <a:cubicBezTo>
                  <a:pt x="196" y="60"/>
                  <a:pt x="196" y="60"/>
                  <a:pt x="196" y="60"/>
                </a:cubicBezTo>
                <a:cubicBezTo>
                  <a:pt x="160" y="60"/>
                  <a:pt x="160" y="60"/>
                  <a:pt x="160" y="60"/>
                </a:cubicBezTo>
                <a:cubicBezTo>
                  <a:pt x="153" y="60"/>
                  <a:pt x="148" y="55"/>
                  <a:pt x="148" y="48"/>
                </a:cubicBezTo>
                <a:cubicBezTo>
                  <a:pt x="148" y="41"/>
                  <a:pt x="153" y="36"/>
                  <a:pt x="160" y="36"/>
                </a:cubicBezTo>
                <a:moveTo>
                  <a:pt x="160" y="196"/>
                </a:moveTo>
                <a:cubicBezTo>
                  <a:pt x="160" y="196"/>
                  <a:pt x="160" y="196"/>
                  <a:pt x="160" y="196"/>
                </a:cubicBezTo>
                <a:cubicBezTo>
                  <a:pt x="196" y="196"/>
                  <a:pt x="196" y="196"/>
                  <a:pt x="196" y="196"/>
                </a:cubicBezTo>
                <a:cubicBezTo>
                  <a:pt x="196" y="160"/>
                  <a:pt x="196" y="160"/>
                  <a:pt x="196" y="160"/>
                </a:cubicBezTo>
                <a:cubicBezTo>
                  <a:pt x="196" y="153"/>
                  <a:pt x="201" y="148"/>
                  <a:pt x="208" y="148"/>
                </a:cubicBezTo>
                <a:cubicBezTo>
                  <a:pt x="215" y="148"/>
                  <a:pt x="220" y="153"/>
                  <a:pt x="220" y="160"/>
                </a:cubicBezTo>
                <a:cubicBezTo>
                  <a:pt x="220" y="160"/>
                  <a:pt x="220" y="160"/>
                  <a:pt x="220" y="160"/>
                </a:cubicBezTo>
                <a:cubicBezTo>
                  <a:pt x="220" y="204"/>
                  <a:pt x="220" y="204"/>
                  <a:pt x="220" y="204"/>
                </a:cubicBezTo>
                <a:cubicBezTo>
                  <a:pt x="220" y="220"/>
                  <a:pt x="220" y="220"/>
                  <a:pt x="220" y="220"/>
                </a:cubicBezTo>
                <a:cubicBezTo>
                  <a:pt x="204" y="220"/>
                  <a:pt x="204" y="220"/>
                  <a:pt x="204" y="220"/>
                </a:cubicBezTo>
                <a:cubicBezTo>
                  <a:pt x="160" y="220"/>
                  <a:pt x="160" y="220"/>
                  <a:pt x="160" y="220"/>
                </a:cubicBezTo>
                <a:cubicBezTo>
                  <a:pt x="153" y="220"/>
                  <a:pt x="148" y="215"/>
                  <a:pt x="148" y="208"/>
                </a:cubicBezTo>
                <a:cubicBezTo>
                  <a:pt x="148" y="201"/>
                  <a:pt x="153" y="196"/>
                  <a:pt x="160" y="19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81" name="Freeform 47"/>
          <p:cNvSpPr/>
          <p:nvPr/>
        </p:nvSpPr>
        <p:spPr>
          <a:xfrm>
            <a:off x="4022640" y="2317680"/>
            <a:ext cx="417600" cy="41760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44" y="256"/>
                </a:move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244"/>
                  <a:pt x="256" y="244"/>
                  <a:pt x="256" y="244"/>
                </a:cubicBezTo>
                <a:cubicBezTo>
                  <a:pt x="256" y="251"/>
                  <a:pt x="251" y="256"/>
                  <a:pt x="244" y="256"/>
                </a:cubicBezTo>
                <a:moveTo>
                  <a:pt x="232" y="24"/>
                </a:moveTo>
                <a:cubicBezTo>
                  <a:pt x="24" y="24"/>
                  <a:pt x="24" y="24"/>
                  <a:pt x="24" y="24"/>
                </a:cubicBezTo>
                <a:cubicBezTo>
                  <a:pt x="24" y="232"/>
                  <a:pt x="24" y="232"/>
                  <a:pt x="24" y="232"/>
                </a:cubicBezTo>
                <a:cubicBezTo>
                  <a:pt x="232" y="232"/>
                  <a:pt x="232" y="232"/>
                  <a:pt x="232" y="232"/>
                </a:cubicBezTo>
                <a:lnTo>
                  <a:pt x="232" y="24"/>
                </a:lnTo>
                <a:close/>
                <a:moveTo>
                  <a:pt x="72" y="84"/>
                </a:moveTo>
                <a:cubicBezTo>
                  <a:pt x="72" y="77"/>
                  <a:pt x="77" y="72"/>
                  <a:pt x="84" y="72"/>
                </a:cubicBezTo>
                <a:cubicBezTo>
                  <a:pt x="87" y="72"/>
                  <a:pt x="90" y="73"/>
                  <a:pt x="92" y="76"/>
                </a:cubicBezTo>
                <a:cubicBezTo>
                  <a:pt x="128" y="111"/>
                  <a:pt x="128" y="111"/>
                  <a:pt x="128" y="111"/>
                </a:cubicBezTo>
                <a:cubicBezTo>
                  <a:pt x="164" y="76"/>
                  <a:pt x="164" y="76"/>
                  <a:pt x="164" y="76"/>
                </a:cubicBezTo>
                <a:cubicBezTo>
                  <a:pt x="166" y="73"/>
                  <a:pt x="169" y="72"/>
                  <a:pt x="172" y="72"/>
                </a:cubicBezTo>
                <a:cubicBezTo>
                  <a:pt x="179" y="72"/>
                  <a:pt x="184" y="77"/>
                  <a:pt x="184" y="84"/>
                </a:cubicBezTo>
                <a:cubicBezTo>
                  <a:pt x="184" y="87"/>
                  <a:pt x="183" y="90"/>
                  <a:pt x="180" y="92"/>
                </a:cubicBezTo>
                <a:cubicBezTo>
                  <a:pt x="145" y="128"/>
                  <a:pt x="145" y="128"/>
                  <a:pt x="145" y="128"/>
                </a:cubicBezTo>
                <a:cubicBezTo>
                  <a:pt x="180" y="164"/>
                  <a:pt x="180" y="164"/>
                  <a:pt x="180" y="164"/>
                </a:cubicBezTo>
                <a:cubicBezTo>
                  <a:pt x="183" y="166"/>
                  <a:pt x="184" y="169"/>
                  <a:pt x="184" y="172"/>
                </a:cubicBezTo>
                <a:cubicBezTo>
                  <a:pt x="184" y="179"/>
                  <a:pt x="179" y="184"/>
                  <a:pt x="172" y="184"/>
                </a:cubicBezTo>
                <a:cubicBezTo>
                  <a:pt x="169" y="184"/>
                  <a:pt x="166" y="183"/>
                  <a:pt x="164" y="180"/>
                </a:cubicBezTo>
                <a:cubicBezTo>
                  <a:pt x="128" y="145"/>
                  <a:pt x="128" y="145"/>
                  <a:pt x="128" y="145"/>
                </a:cubicBezTo>
                <a:cubicBezTo>
                  <a:pt x="92" y="180"/>
                  <a:pt x="92" y="180"/>
                  <a:pt x="92" y="180"/>
                </a:cubicBezTo>
                <a:cubicBezTo>
                  <a:pt x="90" y="183"/>
                  <a:pt x="87" y="184"/>
                  <a:pt x="84" y="184"/>
                </a:cubicBezTo>
                <a:cubicBezTo>
                  <a:pt x="77" y="184"/>
                  <a:pt x="72" y="179"/>
                  <a:pt x="72" y="172"/>
                </a:cubicBezTo>
                <a:cubicBezTo>
                  <a:pt x="72" y="169"/>
                  <a:pt x="73" y="166"/>
                  <a:pt x="76" y="164"/>
                </a:cubicBezTo>
                <a:cubicBezTo>
                  <a:pt x="111" y="128"/>
                  <a:pt x="111" y="128"/>
                  <a:pt x="111" y="128"/>
                </a:cubicBezTo>
                <a:cubicBezTo>
                  <a:pt x="76" y="92"/>
                  <a:pt x="76" y="92"/>
                  <a:pt x="76" y="92"/>
                </a:cubicBezTo>
                <a:cubicBezTo>
                  <a:pt x="73" y="90"/>
                  <a:pt x="72" y="87"/>
                  <a:pt x="72" y="8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82" name="Freeform 48"/>
          <p:cNvSpPr/>
          <p:nvPr/>
        </p:nvSpPr>
        <p:spPr>
          <a:xfrm>
            <a:off x="3295800" y="2317680"/>
            <a:ext cx="415800" cy="41760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44" y="256"/>
                </a:move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244"/>
                  <a:pt x="256" y="244"/>
                  <a:pt x="256" y="244"/>
                </a:cubicBezTo>
                <a:cubicBezTo>
                  <a:pt x="256" y="251"/>
                  <a:pt x="251" y="256"/>
                  <a:pt x="244" y="256"/>
                </a:cubicBezTo>
                <a:moveTo>
                  <a:pt x="232" y="24"/>
                </a:moveTo>
                <a:cubicBezTo>
                  <a:pt x="24" y="24"/>
                  <a:pt x="24" y="24"/>
                  <a:pt x="24" y="24"/>
                </a:cubicBezTo>
                <a:cubicBezTo>
                  <a:pt x="24" y="232"/>
                  <a:pt x="24" y="232"/>
                  <a:pt x="24" y="232"/>
                </a:cubicBezTo>
                <a:cubicBezTo>
                  <a:pt x="232" y="232"/>
                  <a:pt x="232" y="232"/>
                  <a:pt x="232" y="232"/>
                </a:cubicBezTo>
                <a:lnTo>
                  <a:pt x="232" y="24"/>
                </a:lnTo>
                <a:close/>
                <a:moveTo>
                  <a:pt x="76" y="112"/>
                </a:moveTo>
                <a:cubicBezTo>
                  <a:pt x="79" y="112"/>
                  <a:pt x="82" y="113"/>
                  <a:pt x="84" y="116"/>
                </a:cubicBezTo>
                <a:cubicBezTo>
                  <a:pt x="112" y="143"/>
                  <a:pt x="112" y="143"/>
                  <a:pt x="112" y="143"/>
                </a:cubicBezTo>
                <a:cubicBezTo>
                  <a:pt x="168" y="88"/>
                  <a:pt x="168" y="88"/>
                  <a:pt x="168" y="88"/>
                </a:cubicBezTo>
                <a:cubicBezTo>
                  <a:pt x="170" y="85"/>
                  <a:pt x="173" y="84"/>
                  <a:pt x="176" y="84"/>
                </a:cubicBezTo>
                <a:cubicBezTo>
                  <a:pt x="183" y="84"/>
                  <a:pt x="188" y="89"/>
                  <a:pt x="188" y="96"/>
                </a:cubicBezTo>
                <a:cubicBezTo>
                  <a:pt x="188" y="99"/>
                  <a:pt x="187" y="102"/>
                  <a:pt x="184" y="104"/>
                </a:cubicBezTo>
                <a:cubicBezTo>
                  <a:pt x="120" y="168"/>
                  <a:pt x="120" y="168"/>
                  <a:pt x="120" y="168"/>
                </a:cubicBezTo>
                <a:cubicBezTo>
                  <a:pt x="118" y="171"/>
                  <a:pt x="115" y="172"/>
                  <a:pt x="112" y="172"/>
                </a:cubicBezTo>
                <a:cubicBezTo>
                  <a:pt x="109" y="172"/>
                  <a:pt x="106" y="171"/>
                  <a:pt x="104" y="168"/>
                </a:cubicBezTo>
                <a:cubicBezTo>
                  <a:pt x="68" y="132"/>
                  <a:pt x="68" y="132"/>
                  <a:pt x="68" y="132"/>
                </a:cubicBezTo>
                <a:cubicBezTo>
                  <a:pt x="65" y="130"/>
                  <a:pt x="64" y="127"/>
                  <a:pt x="64" y="124"/>
                </a:cubicBezTo>
                <a:cubicBezTo>
                  <a:pt x="64" y="117"/>
                  <a:pt x="69" y="112"/>
                  <a:pt x="76" y="112"/>
                </a:cubicBezTo>
                <a:moveTo>
                  <a:pt x="184" y="172"/>
                </a:moveTo>
                <a:cubicBezTo>
                  <a:pt x="184" y="172"/>
                  <a:pt x="184" y="172"/>
                  <a:pt x="184" y="172"/>
                </a:cubicBezTo>
                <a:cubicBezTo>
                  <a:pt x="184" y="172"/>
                  <a:pt x="184" y="172"/>
                  <a:pt x="184" y="172"/>
                </a:cubicBezTo>
                <a:cubicBezTo>
                  <a:pt x="184" y="172"/>
                  <a:pt x="184" y="172"/>
                  <a:pt x="184" y="172"/>
                </a:cubicBezTo>
                <a:moveTo>
                  <a:pt x="184" y="84"/>
                </a:moveTo>
                <a:cubicBezTo>
                  <a:pt x="184" y="84"/>
                  <a:pt x="184" y="84"/>
                  <a:pt x="184" y="84"/>
                </a:cubicBezTo>
                <a:cubicBezTo>
                  <a:pt x="184" y="84"/>
                  <a:pt x="184" y="84"/>
                  <a:pt x="184" y="8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83" name="Freeform 49"/>
          <p:cNvSpPr/>
          <p:nvPr/>
        </p:nvSpPr>
        <p:spPr>
          <a:xfrm>
            <a:off x="2567160" y="2317680"/>
            <a:ext cx="415800" cy="41760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44" y="256"/>
                </a:move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244"/>
                  <a:pt x="256" y="244"/>
                  <a:pt x="256" y="244"/>
                </a:cubicBezTo>
                <a:cubicBezTo>
                  <a:pt x="256" y="251"/>
                  <a:pt x="251" y="256"/>
                  <a:pt x="244" y="256"/>
                </a:cubicBezTo>
                <a:moveTo>
                  <a:pt x="232" y="24"/>
                </a:moveTo>
                <a:cubicBezTo>
                  <a:pt x="24" y="24"/>
                  <a:pt x="24" y="24"/>
                  <a:pt x="24" y="24"/>
                </a:cubicBezTo>
                <a:cubicBezTo>
                  <a:pt x="24" y="232"/>
                  <a:pt x="24" y="232"/>
                  <a:pt x="24" y="232"/>
                </a:cubicBezTo>
                <a:cubicBezTo>
                  <a:pt x="232" y="232"/>
                  <a:pt x="232" y="232"/>
                  <a:pt x="232" y="232"/>
                </a:cubicBezTo>
                <a:lnTo>
                  <a:pt x="232" y="24"/>
                </a:lnTo>
                <a:close/>
                <a:moveTo>
                  <a:pt x="76" y="116"/>
                </a:moveTo>
                <a:cubicBezTo>
                  <a:pt x="104" y="116"/>
                  <a:pt x="104" y="116"/>
                  <a:pt x="104" y="116"/>
                </a:cubicBezTo>
                <a:cubicBezTo>
                  <a:pt x="116" y="116"/>
                  <a:pt x="116" y="116"/>
                  <a:pt x="116" y="116"/>
                </a:cubicBezTo>
                <a:cubicBezTo>
                  <a:pt x="140" y="116"/>
                  <a:pt x="140" y="116"/>
                  <a:pt x="140" y="116"/>
                </a:cubicBezTo>
                <a:cubicBezTo>
                  <a:pt x="156" y="116"/>
                  <a:pt x="156" y="116"/>
                  <a:pt x="156" y="116"/>
                </a:cubicBezTo>
                <a:cubicBezTo>
                  <a:pt x="180" y="116"/>
                  <a:pt x="180" y="116"/>
                  <a:pt x="180" y="116"/>
                </a:cubicBezTo>
                <a:cubicBezTo>
                  <a:pt x="187" y="116"/>
                  <a:pt x="192" y="121"/>
                  <a:pt x="192" y="128"/>
                </a:cubicBezTo>
                <a:cubicBezTo>
                  <a:pt x="192" y="135"/>
                  <a:pt x="187" y="140"/>
                  <a:pt x="180" y="140"/>
                </a:cubicBezTo>
                <a:cubicBezTo>
                  <a:pt x="156" y="140"/>
                  <a:pt x="156" y="140"/>
                  <a:pt x="156" y="140"/>
                </a:cubicBezTo>
                <a:cubicBezTo>
                  <a:pt x="140" y="140"/>
                  <a:pt x="140" y="140"/>
                  <a:pt x="140" y="140"/>
                </a:cubicBezTo>
                <a:cubicBezTo>
                  <a:pt x="116" y="140"/>
                  <a:pt x="116" y="140"/>
                  <a:pt x="116" y="140"/>
                </a:cubicBezTo>
                <a:cubicBezTo>
                  <a:pt x="100" y="140"/>
                  <a:pt x="100" y="140"/>
                  <a:pt x="100" y="140"/>
                </a:cubicBezTo>
                <a:cubicBezTo>
                  <a:pt x="76" y="140"/>
                  <a:pt x="76" y="140"/>
                  <a:pt x="76" y="140"/>
                </a:cubicBezTo>
                <a:cubicBezTo>
                  <a:pt x="69" y="140"/>
                  <a:pt x="64" y="135"/>
                  <a:pt x="64" y="128"/>
                </a:cubicBezTo>
                <a:cubicBezTo>
                  <a:pt x="64" y="121"/>
                  <a:pt x="69" y="116"/>
                  <a:pt x="76" y="11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84" name="Freeform 50"/>
          <p:cNvSpPr/>
          <p:nvPr/>
        </p:nvSpPr>
        <p:spPr>
          <a:xfrm>
            <a:off x="1838160" y="2317680"/>
            <a:ext cx="416160" cy="41760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44" y="256"/>
                </a:move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244"/>
                  <a:pt x="256" y="244"/>
                  <a:pt x="256" y="244"/>
                </a:cubicBezTo>
                <a:cubicBezTo>
                  <a:pt x="256" y="251"/>
                  <a:pt x="251" y="256"/>
                  <a:pt x="244" y="256"/>
                </a:cubicBezTo>
                <a:moveTo>
                  <a:pt x="232" y="24"/>
                </a:moveTo>
                <a:cubicBezTo>
                  <a:pt x="24" y="24"/>
                  <a:pt x="24" y="24"/>
                  <a:pt x="24" y="24"/>
                </a:cubicBezTo>
                <a:cubicBezTo>
                  <a:pt x="24" y="232"/>
                  <a:pt x="24" y="232"/>
                  <a:pt x="24" y="232"/>
                </a:cubicBezTo>
                <a:cubicBezTo>
                  <a:pt x="232" y="232"/>
                  <a:pt x="232" y="232"/>
                  <a:pt x="232" y="232"/>
                </a:cubicBezTo>
                <a:lnTo>
                  <a:pt x="232" y="24"/>
                </a:lnTo>
                <a:close/>
                <a:moveTo>
                  <a:pt x="76" y="116"/>
                </a:moveTo>
                <a:cubicBezTo>
                  <a:pt x="116" y="116"/>
                  <a:pt x="116" y="116"/>
                  <a:pt x="116" y="116"/>
                </a:cubicBezTo>
                <a:cubicBezTo>
                  <a:pt x="116" y="76"/>
                  <a:pt x="116" y="76"/>
                  <a:pt x="116" y="76"/>
                </a:cubicBezTo>
                <a:cubicBezTo>
                  <a:pt x="116" y="69"/>
                  <a:pt x="121" y="64"/>
                  <a:pt x="128" y="64"/>
                </a:cubicBezTo>
                <a:cubicBezTo>
                  <a:pt x="135" y="64"/>
                  <a:pt x="140" y="69"/>
                  <a:pt x="140" y="76"/>
                </a:cubicBezTo>
                <a:cubicBezTo>
                  <a:pt x="140" y="116"/>
                  <a:pt x="140" y="116"/>
                  <a:pt x="140" y="116"/>
                </a:cubicBezTo>
                <a:cubicBezTo>
                  <a:pt x="180" y="116"/>
                  <a:pt x="180" y="116"/>
                  <a:pt x="180" y="116"/>
                </a:cubicBezTo>
                <a:cubicBezTo>
                  <a:pt x="187" y="116"/>
                  <a:pt x="192" y="121"/>
                  <a:pt x="192" y="128"/>
                </a:cubicBezTo>
                <a:cubicBezTo>
                  <a:pt x="192" y="135"/>
                  <a:pt x="187" y="140"/>
                  <a:pt x="180" y="140"/>
                </a:cubicBezTo>
                <a:cubicBezTo>
                  <a:pt x="140" y="140"/>
                  <a:pt x="140" y="140"/>
                  <a:pt x="140" y="140"/>
                </a:cubicBezTo>
                <a:cubicBezTo>
                  <a:pt x="140" y="180"/>
                  <a:pt x="140" y="180"/>
                  <a:pt x="140" y="180"/>
                </a:cubicBezTo>
                <a:cubicBezTo>
                  <a:pt x="140" y="187"/>
                  <a:pt x="135" y="192"/>
                  <a:pt x="128" y="192"/>
                </a:cubicBezTo>
                <a:cubicBezTo>
                  <a:pt x="121" y="192"/>
                  <a:pt x="116" y="187"/>
                  <a:pt x="116" y="180"/>
                </a:cubicBezTo>
                <a:cubicBezTo>
                  <a:pt x="116" y="140"/>
                  <a:pt x="116" y="140"/>
                  <a:pt x="116" y="140"/>
                </a:cubicBezTo>
                <a:cubicBezTo>
                  <a:pt x="76" y="140"/>
                  <a:pt x="76" y="140"/>
                  <a:pt x="76" y="140"/>
                </a:cubicBezTo>
                <a:cubicBezTo>
                  <a:pt x="69" y="140"/>
                  <a:pt x="64" y="135"/>
                  <a:pt x="64" y="128"/>
                </a:cubicBezTo>
                <a:cubicBezTo>
                  <a:pt x="64" y="121"/>
                  <a:pt x="69" y="116"/>
                  <a:pt x="76" y="11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85" name="Freeform 51"/>
          <p:cNvSpPr/>
          <p:nvPr/>
        </p:nvSpPr>
        <p:spPr>
          <a:xfrm>
            <a:off x="1128600" y="2338560"/>
            <a:ext cx="378000" cy="376200"/>
          </a:xfrm>
          <a:custGeom>
            <a:avLst/>
            <a:gdLst/>
            <a:ahLst/>
            <a:rect l="l" t="t" r="r" b="b"/>
            <a:pathLst>
              <a:path w="232" h="232">
                <a:moveTo>
                  <a:pt x="220" y="232"/>
                </a:moveTo>
                <a:cubicBezTo>
                  <a:pt x="140" y="232"/>
                  <a:pt x="140" y="232"/>
                  <a:pt x="140" y="232"/>
                </a:cubicBezTo>
                <a:cubicBezTo>
                  <a:pt x="133" y="232"/>
                  <a:pt x="128" y="227"/>
                  <a:pt x="128" y="220"/>
                </a:cubicBezTo>
                <a:cubicBezTo>
                  <a:pt x="128" y="140"/>
                  <a:pt x="128" y="140"/>
                  <a:pt x="128" y="140"/>
                </a:cubicBezTo>
                <a:cubicBezTo>
                  <a:pt x="128" y="133"/>
                  <a:pt x="133" y="128"/>
                  <a:pt x="140" y="128"/>
                </a:cubicBezTo>
                <a:cubicBezTo>
                  <a:pt x="220" y="128"/>
                  <a:pt x="220" y="128"/>
                  <a:pt x="220" y="128"/>
                </a:cubicBezTo>
                <a:cubicBezTo>
                  <a:pt x="227" y="128"/>
                  <a:pt x="232" y="133"/>
                  <a:pt x="232" y="140"/>
                </a:cubicBezTo>
                <a:cubicBezTo>
                  <a:pt x="232" y="220"/>
                  <a:pt x="232" y="220"/>
                  <a:pt x="232" y="220"/>
                </a:cubicBezTo>
                <a:cubicBezTo>
                  <a:pt x="232" y="227"/>
                  <a:pt x="227" y="232"/>
                  <a:pt x="220" y="232"/>
                </a:cubicBezTo>
                <a:moveTo>
                  <a:pt x="220" y="104"/>
                </a:moveTo>
                <a:cubicBezTo>
                  <a:pt x="140" y="104"/>
                  <a:pt x="140" y="104"/>
                  <a:pt x="140" y="104"/>
                </a:cubicBezTo>
                <a:cubicBezTo>
                  <a:pt x="133" y="104"/>
                  <a:pt x="128" y="99"/>
                  <a:pt x="128" y="92"/>
                </a:cubicBezTo>
                <a:cubicBezTo>
                  <a:pt x="128" y="12"/>
                  <a:pt x="128" y="12"/>
                  <a:pt x="128" y="12"/>
                </a:cubicBezTo>
                <a:cubicBezTo>
                  <a:pt x="128" y="5"/>
                  <a:pt x="133" y="0"/>
                  <a:pt x="140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7" y="0"/>
                  <a:pt x="232" y="5"/>
                  <a:pt x="232" y="12"/>
                </a:cubicBezTo>
                <a:cubicBezTo>
                  <a:pt x="232" y="92"/>
                  <a:pt x="232" y="92"/>
                  <a:pt x="232" y="92"/>
                </a:cubicBezTo>
                <a:cubicBezTo>
                  <a:pt x="232" y="99"/>
                  <a:pt x="227" y="104"/>
                  <a:pt x="220" y="104"/>
                </a:cubicBezTo>
                <a:moveTo>
                  <a:pt x="92" y="232"/>
                </a:moveTo>
                <a:cubicBezTo>
                  <a:pt x="12" y="232"/>
                  <a:pt x="12" y="232"/>
                  <a:pt x="12" y="232"/>
                </a:cubicBezTo>
                <a:cubicBezTo>
                  <a:pt x="5" y="232"/>
                  <a:pt x="0" y="227"/>
                  <a:pt x="0" y="220"/>
                </a:cubicBezTo>
                <a:cubicBezTo>
                  <a:pt x="0" y="140"/>
                  <a:pt x="0" y="140"/>
                  <a:pt x="0" y="140"/>
                </a:cubicBezTo>
                <a:cubicBezTo>
                  <a:pt x="0" y="133"/>
                  <a:pt x="5" y="128"/>
                  <a:pt x="12" y="128"/>
                </a:cubicBezTo>
                <a:cubicBezTo>
                  <a:pt x="92" y="128"/>
                  <a:pt x="92" y="128"/>
                  <a:pt x="92" y="128"/>
                </a:cubicBezTo>
                <a:cubicBezTo>
                  <a:pt x="99" y="128"/>
                  <a:pt x="104" y="133"/>
                  <a:pt x="104" y="140"/>
                </a:cubicBezTo>
                <a:cubicBezTo>
                  <a:pt x="104" y="220"/>
                  <a:pt x="104" y="220"/>
                  <a:pt x="104" y="220"/>
                </a:cubicBezTo>
                <a:cubicBezTo>
                  <a:pt x="104" y="227"/>
                  <a:pt x="99" y="232"/>
                  <a:pt x="92" y="232"/>
                </a:cubicBezTo>
                <a:moveTo>
                  <a:pt x="92" y="104"/>
                </a:moveTo>
                <a:cubicBezTo>
                  <a:pt x="12" y="104"/>
                  <a:pt x="12" y="104"/>
                  <a:pt x="12" y="104"/>
                </a:cubicBezTo>
                <a:cubicBezTo>
                  <a:pt x="5" y="104"/>
                  <a:pt x="0" y="99"/>
                  <a:pt x="0" y="9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92" y="0"/>
                  <a:pt x="92" y="0"/>
                  <a:pt x="92" y="0"/>
                </a:cubicBezTo>
                <a:cubicBezTo>
                  <a:pt x="99" y="0"/>
                  <a:pt x="104" y="5"/>
                  <a:pt x="104" y="12"/>
                </a:cubicBezTo>
                <a:cubicBezTo>
                  <a:pt x="104" y="92"/>
                  <a:pt x="104" y="92"/>
                  <a:pt x="104" y="92"/>
                </a:cubicBezTo>
                <a:cubicBezTo>
                  <a:pt x="104" y="99"/>
                  <a:pt x="99" y="104"/>
                  <a:pt x="92" y="10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86" name="Freeform 52"/>
          <p:cNvSpPr/>
          <p:nvPr/>
        </p:nvSpPr>
        <p:spPr>
          <a:xfrm>
            <a:off x="399960" y="2338560"/>
            <a:ext cx="378000" cy="376200"/>
          </a:xfrm>
          <a:custGeom>
            <a:avLst/>
            <a:gdLst/>
            <a:ahLst/>
            <a:rect l="l" t="t" r="r" b="b"/>
            <a:pathLst>
              <a:path w="232" h="232">
                <a:moveTo>
                  <a:pt x="220" y="232"/>
                </a:moveTo>
                <a:cubicBezTo>
                  <a:pt x="140" y="232"/>
                  <a:pt x="140" y="232"/>
                  <a:pt x="140" y="232"/>
                </a:cubicBezTo>
                <a:cubicBezTo>
                  <a:pt x="133" y="232"/>
                  <a:pt x="128" y="227"/>
                  <a:pt x="128" y="220"/>
                </a:cubicBezTo>
                <a:cubicBezTo>
                  <a:pt x="128" y="140"/>
                  <a:pt x="128" y="140"/>
                  <a:pt x="128" y="140"/>
                </a:cubicBezTo>
                <a:cubicBezTo>
                  <a:pt x="128" y="133"/>
                  <a:pt x="133" y="128"/>
                  <a:pt x="140" y="128"/>
                </a:cubicBezTo>
                <a:cubicBezTo>
                  <a:pt x="220" y="128"/>
                  <a:pt x="220" y="128"/>
                  <a:pt x="220" y="128"/>
                </a:cubicBezTo>
                <a:cubicBezTo>
                  <a:pt x="227" y="128"/>
                  <a:pt x="232" y="133"/>
                  <a:pt x="232" y="140"/>
                </a:cubicBezTo>
                <a:cubicBezTo>
                  <a:pt x="232" y="220"/>
                  <a:pt x="232" y="220"/>
                  <a:pt x="232" y="220"/>
                </a:cubicBezTo>
                <a:cubicBezTo>
                  <a:pt x="232" y="227"/>
                  <a:pt x="227" y="232"/>
                  <a:pt x="220" y="232"/>
                </a:cubicBezTo>
                <a:moveTo>
                  <a:pt x="208" y="152"/>
                </a:moveTo>
                <a:cubicBezTo>
                  <a:pt x="152" y="152"/>
                  <a:pt x="152" y="152"/>
                  <a:pt x="152" y="152"/>
                </a:cubicBezTo>
                <a:cubicBezTo>
                  <a:pt x="152" y="208"/>
                  <a:pt x="152" y="208"/>
                  <a:pt x="152" y="208"/>
                </a:cubicBezTo>
                <a:cubicBezTo>
                  <a:pt x="208" y="208"/>
                  <a:pt x="208" y="208"/>
                  <a:pt x="208" y="208"/>
                </a:cubicBezTo>
                <a:lnTo>
                  <a:pt x="208" y="152"/>
                </a:lnTo>
                <a:close/>
                <a:moveTo>
                  <a:pt x="220" y="104"/>
                </a:moveTo>
                <a:cubicBezTo>
                  <a:pt x="140" y="104"/>
                  <a:pt x="140" y="104"/>
                  <a:pt x="140" y="104"/>
                </a:cubicBezTo>
                <a:cubicBezTo>
                  <a:pt x="133" y="104"/>
                  <a:pt x="128" y="99"/>
                  <a:pt x="128" y="92"/>
                </a:cubicBezTo>
                <a:cubicBezTo>
                  <a:pt x="128" y="12"/>
                  <a:pt x="128" y="12"/>
                  <a:pt x="128" y="12"/>
                </a:cubicBezTo>
                <a:cubicBezTo>
                  <a:pt x="128" y="5"/>
                  <a:pt x="133" y="0"/>
                  <a:pt x="140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7" y="0"/>
                  <a:pt x="232" y="5"/>
                  <a:pt x="232" y="12"/>
                </a:cubicBezTo>
                <a:cubicBezTo>
                  <a:pt x="232" y="92"/>
                  <a:pt x="232" y="92"/>
                  <a:pt x="232" y="92"/>
                </a:cubicBezTo>
                <a:cubicBezTo>
                  <a:pt x="232" y="99"/>
                  <a:pt x="227" y="104"/>
                  <a:pt x="220" y="104"/>
                </a:cubicBezTo>
                <a:moveTo>
                  <a:pt x="208" y="24"/>
                </a:moveTo>
                <a:cubicBezTo>
                  <a:pt x="152" y="24"/>
                  <a:pt x="152" y="24"/>
                  <a:pt x="152" y="24"/>
                </a:cubicBezTo>
                <a:cubicBezTo>
                  <a:pt x="152" y="80"/>
                  <a:pt x="152" y="80"/>
                  <a:pt x="152" y="80"/>
                </a:cubicBezTo>
                <a:cubicBezTo>
                  <a:pt x="208" y="80"/>
                  <a:pt x="208" y="80"/>
                  <a:pt x="208" y="80"/>
                </a:cubicBezTo>
                <a:lnTo>
                  <a:pt x="208" y="24"/>
                </a:lnTo>
                <a:close/>
                <a:moveTo>
                  <a:pt x="92" y="232"/>
                </a:moveTo>
                <a:cubicBezTo>
                  <a:pt x="12" y="232"/>
                  <a:pt x="12" y="232"/>
                  <a:pt x="12" y="232"/>
                </a:cubicBezTo>
                <a:cubicBezTo>
                  <a:pt x="5" y="232"/>
                  <a:pt x="0" y="227"/>
                  <a:pt x="0" y="220"/>
                </a:cubicBezTo>
                <a:cubicBezTo>
                  <a:pt x="0" y="140"/>
                  <a:pt x="0" y="140"/>
                  <a:pt x="0" y="140"/>
                </a:cubicBezTo>
                <a:cubicBezTo>
                  <a:pt x="0" y="133"/>
                  <a:pt x="5" y="128"/>
                  <a:pt x="12" y="128"/>
                </a:cubicBezTo>
                <a:cubicBezTo>
                  <a:pt x="92" y="128"/>
                  <a:pt x="92" y="128"/>
                  <a:pt x="92" y="128"/>
                </a:cubicBezTo>
                <a:cubicBezTo>
                  <a:pt x="99" y="128"/>
                  <a:pt x="104" y="133"/>
                  <a:pt x="104" y="140"/>
                </a:cubicBezTo>
                <a:cubicBezTo>
                  <a:pt x="104" y="220"/>
                  <a:pt x="104" y="220"/>
                  <a:pt x="104" y="220"/>
                </a:cubicBezTo>
                <a:cubicBezTo>
                  <a:pt x="104" y="227"/>
                  <a:pt x="99" y="232"/>
                  <a:pt x="92" y="232"/>
                </a:cubicBezTo>
                <a:moveTo>
                  <a:pt x="80" y="152"/>
                </a:moveTo>
                <a:cubicBezTo>
                  <a:pt x="24" y="152"/>
                  <a:pt x="24" y="152"/>
                  <a:pt x="24" y="152"/>
                </a:cubicBezTo>
                <a:cubicBezTo>
                  <a:pt x="24" y="208"/>
                  <a:pt x="24" y="208"/>
                  <a:pt x="24" y="208"/>
                </a:cubicBezTo>
                <a:cubicBezTo>
                  <a:pt x="80" y="208"/>
                  <a:pt x="80" y="208"/>
                  <a:pt x="80" y="208"/>
                </a:cubicBezTo>
                <a:lnTo>
                  <a:pt x="80" y="152"/>
                </a:lnTo>
                <a:close/>
                <a:moveTo>
                  <a:pt x="92" y="104"/>
                </a:moveTo>
                <a:cubicBezTo>
                  <a:pt x="12" y="104"/>
                  <a:pt x="12" y="104"/>
                  <a:pt x="12" y="104"/>
                </a:cubicBezTo>
                <a:cubicBezTo>
                  <a:pt x="5" y="104"/>
                  <a:pt x="0" y="99"/>
                  <a:pt x="0" y="9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92" y="0"/>
                  <a:pt x="92" y="0"/>
                  <a:pt x="92" y="0"/>
                </a:cubicBezTo>
                <a:cubicBezTo>
                  <a:pt x="99" y="0"/>
                  <a:pt x="104" y="5"/>
                  <a:pt x="104" y="12"/>
                </a:cubicBezTo>
                <a:cubicBezTo>
                  <a:pt x="104" y="92"/>
                  <a:pt x="104" y="92"/>
                  <a:pt x="104" y="92"/>
                </a:cubicBezTo>
                <a:cubicBezTo>
                  <a:pt x="104" y="99"/>
                  <a:pt x="99" y="104"/>
                  <a:pt x="92" y="104"/>
                </a:cubicBezTo>
                <a:moveTo>
                  <a:pt x="80" y="24"/>
                </a:moveTo>
                <a:cubicBezTo>
                  <a:pt x="24" y="24"/>
                  <a:pt x="24" y="24"/>
                  <a:pt x="24" y="24"/>
                </a:cubicBezTo>
                <a:cubicBezTo>
                  <a:pt x="24" y="80"/>
                  <a:pt x="24" y="80"/>
                  <a:pt x="24" y="80"/>
                </a:cubicBezTo>
                <a:cubicBezTo>
                  <a:pt x="80" y="80"/>
                  <a:pt x="80" y="80"/>
                  <a:pt x="80" y="80"/>
                </a:cubicBezTo>
                <a:lnTo>
                  <a:pt x="80" y="2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87" name="Freeform 53"/>
          <p:cNvSpPr/>
          <p:nvPr/>
        </p:nvSpPr>
        <p:spPr>
          <a:xfrm>
            <a:off x="8432640" y="1589040"/>
            <a:ext cx="338400" cy="417600"/>
          </a:xfrm>
          <a:custGeom>
            <a:avLst/>
            <a:gdLst/>
            <a:ahLst/>
            <a:rect l="l" t="t" r="r" b="b"/>
            <a:pathLst>
              <a:path w="208" h="256">
                <a:moveTo>
                  <a:pt x="196" y="256"/>
                </a:move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140"/>
                  <a:pt x="0" y="140"/>
                  <a:pt x="0" y="140"/>
                </a:cubicBezTo>
                <a:cubicBezTo>
                  <a:pt x="0" y="133"/>
                  <a:pt x="5" y="128"/>
                  <a:pt x="12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2" y="72"/>
                  <a:pt x="32" y="72"/>
                  <a:pt x="32" y="72"/>
                </a:cubicBezTo>
                <a:cubicBezTo>
                  <a:pt x="32" y="32"/>
                  <a:pt x="64" y="0"/>
                  <a:pt x="104" y="0"/>
                </a:cubicBezTo>
                <a:cubicBezTo>
                  <a:pt x="144" y="0"/>
                  <a:pt x="176" y="32"/>
                  <a:pt x="176" y="72"/>
                </a:cubicBezTo>
                <a:cubicBezTo>
                  <a:pt x="176" y="79"/>
                  <a:pt x="171" y="84"/>
                  <a:pt x="164" y="84"/>
                </a:cubicBezTo>
                <a:cubicBezTo>
                  <a:pt x="157" y="84"/>
                  <a:pt x="152" y="79"/>
                  <a:pt x="152" y="72"/>
                </a:cubicBezTo>
                <a:cubicBezTo>
                  <a:pt x="152" y="45"/>
                  <a:pt x="131" y="24"/>
                  <a:pt x="104" y="24"/>
                </a:cubicBezTo>
                <a:cubicBezTo>
                  <a:pt x="77" y="24"/>
                  <a:pt x="56" y="45"/>
                  <a:pt x="56" y="72"/>
                </a:cubicBezTo>
                <a:cubicBezTo>
                  <a:pt x="56" y="128"/>
                  <a:pt x="56" y="128"/>
                  <a:pt x="56" y="128"/>
                </a:cubicBezTo>
                <a:cubicBezTo>
                  <a:pt x="152" y="128"/>
                  <a:pt x="152" y="128"/>
                  <a:pt x="152" y="128"/>
                </a:cubicBezTo>
                <a:cubicBezTo>
                  <a:pt x="176" y="128"/>
                  <a:pt x="176" y="128"/>
                  <a:pt x="176" y="128"/>
                </a:cubicBezTo>
                <a:cubicBezTo>
                  <a:pt x="196" y="128"/>
                  <a:pt x="196" y="128"/>
                  <a:pt x="196" y="128"/>
                </a:cubicBezTo>
                <a:cubicBezTo>
                  <a:pt x="203" y="128"/>
                  <a:pt x="208" y="133"/>
                  <a:pt x="208" y="140"/>
                </a:cubicBezTo>
                <a:cubicBezTo>
                  <a:pt x="208" y="244"/>
                  <a:pt x="208" y="244"/>
                  <a:pt x="208" y="244"/>
                </a:cubicBezTo>
                <a:cubicBezTo>
                  <a:pt x="208" y="251"/>
                  <a:pt x="203" y="256"/>
                  <a:pt x="196" y="256"/>
                </a:cubicBezTo>
                <a:moveTo>
                  <a:pt x="104" y="152"/>
                </a:moveTo>
                <a:cubicBezTo>
                  <a:pt x="91" y="152"/>
                  <a:pt x="80" y="163"/>
                  <a:pt x="80" y="176"/>
                </a:cubicBezTo>
                <a:cubicBezTo>
                  <a:pt x="80" y="185"/>
                  <a:pt x="85" y="193"/>
                  <a:pt x="92" y="197"/>
                </a:cubicBezTo>
                <a:cubicBezTo>
                  <a:pt x="92" y="220"/>
                  <a:pt x="92" y="220"/>
                  <a:pt x="92" y="220"/>
                </a:cubicBezTo>
                <a:cubicBezTo>
                  <a:pt x="92" y="227"/>
                  <a:pt x="97" y="232"/>
                  <a:pt x="104" y="232"/>
                </a:cubicBezTo>
                <a:cubicBezTo>
                  <a:pt x="111" y="232"/>
                  <a:pt x="116" y="227"/>
                  <a:pt x="116" y="220"/>
                </a:cubicBezTo>
                <a:cubicBezTo>
                  <a:pt x="116" y="197"/>
                  <a:pt x="116" y="197"/>
                  <a:pt x="116" y="197"/>
                </a:cubicBezTo>
                <a:cubicBezTo>
                  <a:pt x="123" y="193"/>
                  <a:pt x="128" y="185"/>
                  <a:pt x="128" y="176"/>
                </a:cubicBezTo>
                <a:cubicBezTo>
                  <a:pt x="128" y="163"/>
                  <a:pt x="117" y="152"/>
                  <a:pt x="104" y="15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88" name="Freeform 54"/>
          <p:cNvSpPr/>
          <p:nvPr/>
        </p:nvSpPr>
        <p:spPr>
          <a:xfrm>
            <a:off x="7711920" y="1589040"/>
            <a:ext cx="338400" cy="417600"/>
          </a:xfrm>
          <a:custGeom>
            <a:avLst/>
            <a:gdLst/>
            <a:ahLst/>
            <a:rect l="l" t="t" r="r" b="b"/>
            <a:pathLst>
              <a:path w="208" h="256">
                <a:moveTo>
                  <a:pt x="196" y="256"/>
                </a:move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140"/>
                  <a:pt x="0" y="140"/>
                  <a:pt x="0" y="140"/>
                </a:cubicBezTo>
                <a:cubicBezTo>
                  <a:pt x="0" y="133"/>
                  <a:pt x="5" y="128"/>
                  <a:pt x="12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2" y="72"/>
                  <a:pt x="32" y="72"/>
                  <a:pt x="32" y="72"/>
                </a:cubicBezTo>
                <a:cubicBezTo>
                  <a:pt x="32" y="32"/>
                  <a:pt x="64" y="0"/>
                  <a:pt x="104" y="0"/>
                </a:cubicBezTo>
                <a:cubicBezTo>
                  <a:pt x="144" y="0"/>
                  <a:pt x="176" y="32"/>
                  <a:pt x="176" y="72"/>
                </a:cubicBezTo>
                <a:cubicBezTo>
                  <a:pt x="176" y="128"/>
                  <a:pt x="176" y="128"/>
                  <a:pt x="176" y="128"/>
                </a:cubicBezTo>
                <a:cubicBezTo>
                  <a:pt x="196" y="128"/>
                  <a:pt x="196" y="128"/>
                  <a:pt x="196" y="128"/>
                </a:cubicBezTo>
                <a:cubicBezTo>
                  <a:pt x="203" y="128"/>
                  <a:pt x="208" y="133"/>
                  <a:pt x="208" y="140"/>
                </a:cubicBezTo>
                <a:cubicBezTo>
                  <a:pt x="208" y="244"/>
                  <a:pt x="208" y="244"/>
                  <a:pt x="208" y="244"/>
                </a:cubicBezTo>
                <a:cubicBezTo>
                  <a:pt x="208" y="251"/>
                  <a:pt x="203" y="256"/>
                  <a:pt x="196" y="256"/>
                </a:cubicBezTo>
                <a:moveTo>
                  <a:pt x="92" y="197"/>
                </a:moveTo>
                <a:cubicBezTo>
                  <a:pt x="92" y="220"/>
                  <a:pt x="92" y="220"/>
                  <a:pt x="92" y="220"/>
                </a:cubicBezTo>
                <a:cubicBezTo>
                  <a:pt x="92" y="227"/>
                  <a:pt x="97" y="232"/>
                  <a:pt x="104" y="232"/>
                </a:cubicBezTo>
                <a:cubicBezTo>
                  <a:pt x="111" y="232"/>
                  <a:pt x="116" y="227"/>
                  <a:pt x="116" y="220"/>
                </a:cubicBezTo>
                <a:cubicBezTo>
                  <a:pt x="116" y="197"/>
                  <a:pt x="116" y="197"/>
                  <a:pt x="116" y="197"/>
                </a:cubicBezTo>
                <a:cubicBezTo>
                  <a:pt x="123" y="193"/>
                  <a:pt x="128" y="185"/>
                  <a:pt x="128" y="176"/>
                </a:cubicBezTo>
                <a:cubicBezTo>
                  <a:pt x="128" y="163"/>
                  <a:pt x="117" y="152"/>
                  <a:pt x="104" y="152"/>
                </a:cubicBezTo>
                <a:cubicBezTo>
                  <a:pt x="91" y="152"/>
                  <a:pt x="80" y="163"/>
                  <a:pt x="80" y="176"/>
                </a:cubicBezTo>
                <a:cubicBezTo>
                  <a:pt x="80" y="185"/>
                  <a:pt x="85" y="193"/>
                  <a:pt x="92" y="197"/>
                </a:cubicBezTo>
                <a:moveTo>
                  <a:pt x="152" y="72"/>
                </a:moveTo>
                <a:cubicBezTo>
                  <a:pt x="152" y="45"/>
                  <a:pt x="131" y="24"/>
                  <a:pt x="104" y="24"/>
                </a:cubicBezTo>
                <a:cubicBezTo>
                  <a:pt x="77" y="24"/>
                  <a:pt x="56" y="45"/>
                  <a:pt x="56" y="72"/>
                </a:cubicBezTo>
                <a:cubicBezTo>
                  <a:pt x="56" y="128"/>
                  <a:pt x="56" y="128"/>
                  <a:pt x="56" y="128"/>
                </a:cubicBezTo>
                <a:cubicBezTo>
                  <a:pt x="152" y="128"/>
                  <a:pt x="152" y="128"/>
                  <a:pt x="152" y="128"/>
                </a:cubicBezTo>
                <a:lnTo>
                  <a:pt x="152" y="7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89" name="Freeform 55"/>
          <p:cNvSpPr/>
          <p:nvPr/>
        </p:nvSpPr>
        <p:spPr>
          <a:xfrm>
            <a:off x="6937200" y="1589040"/>
            <a:ext cx="416160" cy="358920"/>
          </a:xfrm>
          <a:custGeom>
            <a:avLst/>
            <a:gdLst/>
            <a:ahLst/>
            <a:rect l="l" t="t" r="r" b="b"/>
            <a:pathLst>
              <a:path w="256" h="220">
                <a:moveTo>
                  <a:pt x="244" y="220"/>
                </a:moveTo>
                <a:cubicBezTo>
                  <a:pt x="12" y="220"/>
                  <a:pt x="12" y="220"/>
                  <a:pt x="12" y="220"/>
                </a:cubicBezTo>
                <a:cubicBezTo>
                  <a:pt x="5" y="220"/>
                  <a:pt x="0" y="215"/>
                  <a:pt x="0" y="208"/>
                </a:cubicBezTo>
                <a:cubicBezTo>
                  <a:pt x="0" y="132"/>
                  <a:pt x="0" y="132"/>
                  <a:pt x="0" y="132"/>
                </a:cubicBezTo>
                <a:cubicBezTo>
                  <a:pt x="0" y="132"/>
                  <a:pt x="0" y="132"/>
                  <a:pt x="0" y="132"/>
                </a:cubicBezTo>
                <a:cubicBezTo>
                  <a:pt x="0" y="130"/>
                  <a:pt x="0" y="129"/>
                  <a:pt x="1" y="128"/>
                </a:cubicBezTo>
                <a:cubicBezTo>
                  <a:pt x="33" y="44"/>
                  <a:pt x="33" y="44"/>
                  <a:pt x="33" y="44"/>
                </a:cubicBezTo>
                <a:cubicBezTo>
                  <a:pt x="34" y="39"/>
                  <a:pt x="39" y="36"/>
                  <a:pt x="44" y="36"/>
                </a:cubicBezTo>
                <a:cubicBezTo>
                  <a:pt x="64" y="36"/>
                  <a:pt x="64" y="36"/>
                  <a:pt x="64" y="36"/>
                </a:cubicBezTo>
                <a:cubicBezTo>
                  <a:pt x="76" y="36"/>
                  <a:pt x="76" y="36"/>
                  <a:pt x="76" y="36"/>
                </a:cubicBezTo>
                <a:cubicBezTo>
                  <a:pt x="76" y="37"/>
                  <a:pt x="76" y="39"/>
                  <a:pt x="76" y="40"/>
                </a:cubicBezTo>
                <a:cubicBezTo>
                  <a:pt x="76" y="48"/>
                  <a:pt x="80" y="56"/>
                  <a:pt x="87" y="60"/>
                </a:cubicBezTo>
                <a:cubicBezTo>
                  <a:pt x="64" y="60"/>
                  <a:pt x="64" y="60"/>
                  <a:pt x="64" y="60"/>
                </a:cubicBezTo>
                <a:cubicBezTo>
                  <a:pt x="52" y="60"/>
                  <a:pt x="52" y="60"/>
                  <a:pt x="52" y="60"/>
                </a:cubicBezTo>
                <a:cubicBezTo>
                  <a:pt x="29" y="120"/>
                  <a:pt x="29" y="120"/>
                  <a:pt x="29" y="120"/>
                </a:cubicBezTo>
                <a:cubicBezTo>
                  <a:pt x="60" y="120"/>
                  <a:pt x="60" y="120"/>
                  <a:pt x="60" y="120"/>
                </a:cubicBezTo>
                <a:cubicBezTo>
                  <a:pt x="68" y="120"/>
                  <a:pt x="68" y="120"/>
                  <a:pt x="68" y="120"/>
                </a:cubicBezTo>
                <a:cubicBezTo>
                  <a:pt x="75" y="120"/>
                  <a:pt x="80" y="125"/>
                  <a:pt x="80" y="132"/>
                </a:cubicBezTo>
                <a:cubicBezTo>
                  <a:pt x="80" y="144"/>
                  <a:pt x="80" y="144"/>
                  <a:pt x="80" y="144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6" y="132"/>
                  <a:pt x="176" y="132"/>
                  <a:pt x="176" y="132"/>
                </a:cubicBezTo>
                <a:cubicBezTo>
                  <a:pt x="176" y="125"/>
                  <a:pt x="181" y="120"/>
                  <a:pt x="188" y="120"/>
                </a:cubicBezTo>
                <a:cubicBezTo>
                  <a:pt x="200" y="120"/>
                  <a:pt x="200" y="120"/>
                  <a:pt x="200" y="120"/>
                </a:cubicBezTo>
                <a:cubicBezTo>
                  <a:pt x="227" y="120"/>
                  <a:pt x="227" y="120"/>
                  <a:pt x="227" y="120"/>
                </a:cubicBezTo>
                <a:cubicBezTo>
                  <a:pt x="204" y="60"/>
                  <a:pt x="204" y="60"/>
                  <a:pt x="204" y="60"/>
                </a:cubicBezTo>
                <a:cubicBezTo>
                  <a:pt x="192" y="60"/>
                  <a:pt x="192" y="60"/>
                  <a:pt x="192" y="60"/>
                </a:cubicBezTo>
                <a:cubicBezTo>
                  <a:pt x="169" y="60"/>
                  <a:pt x="169" y="60"/>
                  <a:pt x="169" y="60"/>
                </a:cubicBezTo>
                <a:cubicBezTo>
                  <a:pt x="176" y="56"/>
                  <a:pt x="180" y="48"/>
                  <a:pt x="180" y="40"/>
                </a:cubicBezTo>
                <a:cubicBezTo>
                  <a:pt x="180" y="39"/>
                  <a:pt x="180" y="37"/>
                  <a:pt x="180" y="36"/>
                </a:cubicBezTo>
                <a:cubicBezTo>
                  <a:pt x="192" y="36"/>
                  <a:pt x="192" y="36"/>
                  <a:pt x="192" y="36"/>
                </a:cubicBezTo>
                <a:cubicBezTo>
                  <a:pt x="212" y="36"/>
                  <a:pt x="212" y="36"/>
                  <a:pt x="212" y="36"/>
                </a:cubicBezTo>
                <a:cubicBezTo>
                  <a:pt x="217" y="36"/>
                  <a:pt x="222" y="39"/>
                  <a:pt x="223" y="44"/>
                </a:cubicBezTo>
                <a:cubicBezTo>
                  <a:pt x="255" y="128"/>
                  <a:pt x="255" y="128"/>
                  <a:pt x="255" y="128"/>
                </a:cubicBezTo>
                <a:cubicBezTo>
                  <a:pt x="256" y="129"/>
                  <a:pt x="256" y="130"/>
                  <a:pt x="256" y="132"/>
                </a:cubicBezTo>
                <a:cubicBezTo>
                  <a:pt x="256" y="208"/>
                  <a:pt x="256" y="208"/>
                  <a:pt x="256" y="208"/>
                </a:cubicBezTo>
                <a:cubicBezTo>
                  <a:pt x="256" y="215"/>
                  <a:pt x="251" y="220"/>
                  <a:pt x="244" y="220"/>
                </a:cubicBezTo>
                <a:moveTo>
                  <a:pt x="156" y="52"/>
                </a:moveTo>
                <a:cubicBezTo>
                  <a:pt x="153" y="52"/>
                  <a:pt x="150" y="51"/>
                  <a:pt x="148" y="48"/>
                </a:cubicBezTo>
                <a:cubicBezTo>
                  <a:pt x="140" y="41"/>
                  <a:pt x="140" y="41"/>
                  <a:pt x="140" y="41"/>
                </a:cubicBezTo>
                <a:cubicBezTo>
                  <a:pt x="140" y="88"/>
                  <a:pt x="140" y="88"/>
                  <a:pt x="140" y="88"/>
                </a:cubicBezTo>
                <a:cubicBezTo>
                  <a:pt x="140" y="116"/>
                  <a:pt x="140" y="116"/>
                  <a:pt x="140" y="116"/>
                </a:cubicBezTo>
                <a:cubicBezTo>
                  <a:pt x="140" y="123"/>
                  <a:pt x="135" y="128"/>
                  <a:pt x="128" y="128"/>
                </a:cubicBezTo>
                <a:cubicBezTo>
                  <a:pt x="121" y="128"/>
                  <a:pt x="116" y="123"/>
                  <a:pt x="116" y="116"/>
                </a:cubicBezTo>
                <a:cubicBezTo>
                  <a:pt x="116" y="96"/>
                  <a:pt x="116" y="96"/>
                  <a:pt x="116" y="96"/>
                </a:cubicBezTo>
                <a:cubicBezTo>
                  <a:pt x="116" y="41"/>
                  <a:pt x="116" y="41"/>
                  <a:pt x="116" y="41"/>
                </a:cubicBezTo>
                <a:cubicBezTo>
                  <a:pt x="108" y="48"/>
                  <a:pt x="108" y="48"/>
                  <a:pt x="108" y="48"/>
                </a:cubicBezTo>
                <a:cubicBezTo>
                  <a:pt x="106" y="51"/>
                  <a:pt x="103" y="52"/>
                  <a:pt x="100" y="52"/>
                </a:cubicBezTo>
                <a:cubicBezTo>
                  <a:pt x="93" y="52"/>
                  <a:pt x="88" y="47"/>
                  <a:pt x="88" y="40"/>
                </a:cubicBezTo>
                <a:cubicBezTo>
                  <a:pt x="88" y="37"/>
                  <a:pt x="89" y="34"/>
                  <a:pt x="92" y="32"/>
                </a:cubicBezTo>
                <a:cubicBezTo>
                  <a:pt x="120" y="4"/>
                  <a:pt x="120" y="4"/>
                  <a:pt x="120" y="4"/>
                </a:cubicBezTo>
                <a:cubicBezTo>
                  <a:pt x="122" y="1"/>
                  <a:pt x="125" y="0"/>
                  <a:pt x="128" y="0"/>
                </a:cubicBezTo>
                <a:cubicBezTo>
                  <a:pt x="131" y="0"/>
                  <a:pt x="134" y="1"/>
                  <a:pt x="136" y="4"/>
                </a:cubicBezTo>
                <a:cubicBezTo>
                  <a:pt x="164" y="32"/>
                  <a:pt x="164" y="32"/>
                  <a:pt x="164" y="32"/>
                </a:cubicBezTo>
                <a:cubicBezTo>
                  <a:pt x="167" y="34"/>
                  <a:pt x="168" y="37"/>
                  <a:pt x="168" y="40"/>
                </a:cubicBezTo>
                <a:cubicBezTo>
                  <a:pt x="168" y="47"/>
                  <a:pt x="163" y="52"/>
                  <a:pt x="156" y="5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90" name="Freeform 56"/>
          <p:cNvSpPr/>
          <p:nvPr/>
        </p:nvSpPr>
        <p:spPr>
          <a:xfrm>
            <a:off x="6208560" y="1589040"/>
            <a:ext cx="416160" cy="358920"/>
          </a:xfrm>
          <a:custGeom>
            <a:avLst/>
            <a:gdLst/>
            <a:ahLst/>
            <a:rect l="l" t="t" r="r" b="b"/>
            <a:pathLst>
              <a:path w="256" h="220">
                <a:moveTo>
                  <a:pt x="244" y="220"/>
                </a:moveTo>
                <a:cubicBezTo>
                  <a:pt x="12" y="220"/>
                  <a:pt x="12" y="220"/>
                  <a:pt x="12" y="220"/>
                </a:cubicBezTo>
                <a:cubicBezTo>
                  <a:pt x="5" y="220"/>
                  <a:pt x="0" y="215"/>
                  <a:pt x="0" y="208"/>
                </a:cubicBezTo>
                <a:cubicBezTo>
                  <a:pt x="0" y="132"/>
                  <a:pt x="0" y="132"/>
                  <a:pt x="0" y="132"/>
                </a:cubicBezTo>
                <a:cubicBezTo>
                  <a:pt x="0" y="132"/>
                  <a:pt x="0" y="132"/>
                  <a:pt x="0" y="132"/>
                </a:cubicBezTo>
                <a:cubicBezTo>
                  <a:pt x="0" y="130"/>
                  <a:pt x="0" y="129"/>
                  <a:pt x="1" y="128"/>
                </a:cubicBezTo>
                <a:cubicBezTo>
                  <a:pt x="33" y="44"/>
                  <a:pt x="33" y="44"/>
                  <a:pt x="33" y="44"/>
                </a:cubicBezTo>
                <a:cubicBezTo>
                  <a:pt x="34" y="39"/>
                  <a:pt x="39" y="36"/>
                  <a:pt x="44" y="36"/>
                </a:cubicBezTo>
                <a:cubicBezTo>
                  <a:pt x="64" y="36"/>
                  <a:pt x="64" y="36"/>
                  <a:pt x="64" y="36"/>
                </a:cubicBezTo>
                <a:cubicBezTo>
                  <a:pt x="104" y="36"/>
                  <a:pt x="104" y="36"/>
                  <a:pt x="104" y="36"/>
                </a:cubicBezTo>
                <a:cubicBezTo>
                  <a:pt x="104" y="44"/>
                  <a:pt x="104" y="44"/>
                  <a:pt x="104" y="44"/>
                </a:cubicBezTo>
                <a:cubicBezTo>
                  <a:pt x="104" y="60"/>
                  <a:pt x="104" y="60"/>
                  <a:pt x="104" y="60"/>
                </a:cubicBezTo>
                <a:cubicBezTo>
                  <a:pt x="64" y="60"/>
                  <a:pt x="64" y="60"/>
                  <a:pt x="64" y="60"/>
                </a:cubicBezTo>
                <a:cubicBezTo>
                  <a:pt x="52" y="60"/>
                  <a:pt x="52" y="60"/>
                  <a:pt x="52" y="60"/>
                </a:cubicBezTo>
                <a:cubicBezTo>
                  <a:pt x="29" y="120"/>
                  <a:pt x="29" y="120"/>
                  <a:pt x="29" y="120"/>
                </a:cubicBezTo>
                <a:cubicBezTo>
                  <a:pt x="56" y="120"/>
                  <a:pt x="56" y="120"/>
                  <a:pt x="56" y="120"/>
                </a:cubicBezTo>
                <a:cubicBezTo>
                  <a:pt x="68" y="120"/>
                  <a:pt x="68" y="120"/>
                  <a:pt x="68" y="120"/>
                </a:cubicBezTo>
                <a:cubicBezTo>
                  <a:pt x="75" y="120"/>
                  <a:pt x="80" y="125"/>
                  <a:pt x="80" y="132"/>
                </a:cubicBezTo>
                <a:cubicBezTo>
                  <a:pt x="80" y="144"/>
                  <a:pt x="80" y="144"/>
                  <a:pt x="80" y="144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6" y="132"/>
                  <a:pt x="176" y="132"/>
                  <a:pt x="176" y="132"/>
                </a:cubicBezTo>
                <a:cubicBezTo>
                  <a:pt x="176" y="125"/>
                  <a:pt x="181" y="120"/>
                  <a:pt x="188" y="120"/>
                </a:cubicBezTo>
                <a:cubicBezTo>
                  <a:pt x="200" y="120"/>
                  <a:pt x="200" y="120"/>
                  <a:pt x="200" y="120"/>
                </a:cubicBezTo>
                <a:cubicBezTo>
                  <a:pt x="227" y="120"/>
                  <a:pt x="227" y="120"/>
                  <a:pt x="227" y="120"/>
                </a:cubicBezTo>
                <a:cubicBezTo>
                  <a:pt x="204" y="60"/>
                  <a:pt x="204" y="60"/>
                  <a:pt x="204" y="60"/>
                </a:cubicBezTo>
                <a:cubicBezTo>
                  <a:pt x="192" y="60"/>
                  <a:pt x="192" y="60"/>
                  <a:pt x="192" y="60"/>
                </a:cubicBezTo>
                <a:cubicBezTo>
                  <a:pt x="152" y="60"/>
                  <a:pt x="152" y="60"/>
                  <a:pt x="152" y="60"/>
                </a:cubicBezTo>
                <a:cubicBezTo>
                  <a:pt x="152" y="44"/>
                  <a:pt x="152" y="44"/>
                  <a:pt x="152" y="44"/>
                </a:cubicBezTo>
                <a:cubicBezTo>
                  <a:pt x="152" y="36"/>
                  <a:pt x="152" y="36"/>
                  <a:pt x="152" y="36"/>
                </a:cubicBezTo>
                <a:cubicBezTo>
                  <a:pt x="192" y="36"/>
                  <a:pt x="192" y="36"/>
                  <a:pt x="192" y="36"/>
                </a:cubicBezTo>
                <a:cubicBezTo>
                  <a:pt x="212" y="36"/>
                  <a:pt x="212" y="36"/>
                  <a:pt x="212" y="36"/>
                </a:cubicBezTo>
                <a:cubicBezTo>
                  <a:pt x="217" y="36"/>
                  <a:pt x="222" y="39"/>
                  <a:pt x="223" y="44"/>
                </a:cubicBezTo>
                <a:cubicBezTo>
                  <a:pt x="255" y="128"/>
                  <a:pt x="255" y="128"/>
                  <a:pt x="255" y="128"/>
                </a:cubicBezTo>
                <a:cubicBezTo>
                  <a:pt x="256" y="129"/>
                  <a:pt x="256" y="130"/>
                  <a:pt x="256" y="132"/>
                </a:cubicBezTo>
                <a:cubicBezTo>
                  <a:pt x="256" y="208"/>
                  <a:pt x="256" y="208"/>
                  <a:pt x="256" y="208"/>
                </a:cubicBezTo>
                <a:cubicBezTo>
                  <a:pt x="256" y="215"/>
                  <a:pt x="251" y="220"/>
                  <a:pt x="244" y="220"/>
                </a:cubicBezTo>
                <a:moveTo>
                  <a:pt x="168" y="88"/>
                </a:moveTo>
                <a:cubicBezTo>
                  <a:pt x="168" y="91"/>
                  <a:pt x="167" y="94"/>
                  <a:pt x="164" y="96"/>
                </a:cubicBezTo>
                <a:cubicBezTo>
                  <a:pt x="136" y="124"/>
                  <a:pt x="136" y="124"/>
                  <a:pt x="136" y="124"/>
                </a:cubicBezTo>
                <a:cubicBezTo>
                  <a:pt x="134" y="127"/>
                  <a:pt x="131" y="128"/>
                  <a:pt x="128" y="128"/>
                </a:cubicBezTo>
                <a:cubicBezTo>
                  <a:pt x="125" y="128"/>
                  <a:pt x="122" y="127"/>
                  <a:pt x="120" y="124"/>
                </a:cubicBezTo>
                <a:cubicBezTo>
                  <a:pt x="92" y="96"/>
                  <a:pt x="92" y="96"/>
                  <a:pt x="92" y="96"/>
                </a:cubicBezTo>
                <a:cubicBezTo>
                  <a:pt x="89" y="94"/>
                  <a:pt x="88" y="91"/>
                  <a:pt x="88" y="88"/>
                </a:cubicBezTo>
                <a:cubicBezTo>
                  <a:pt x="88" y="81"/>
                  <a:pt x="93" y="76"/>
                  <a:pt x="100" y="76"/>
                </a:cubicBezTo>
                <a:cubicBezTo>
                  <a:pt x="103" y="76"/>
                  <a:pt x="106" y="77"/>
                  <a:pt x="108" y="80"/>
                </a:cubicBezTo>
                <a:cubicBezTo>
                  <a:pt x="116" y="87"/>
                  <a:pt x="116" y="87"/>
                  <a:pt x="116" y="87"/>
                </a:cubicBezTo>
                <a:cubicBezTo>
                  <a:pt x="116" y="44"/>
                  <a:pt x="116" y="44"/>
                  <a:pt x="116" y="44"/>
                </a:cubicBezTo>
                <a:cubicBezTo>
                  <a:pt x="116" y="32"/>
                  <a:pt x="116" y="32"/>
                  <a:pt x="116" y="32"/>
                </a:cubicBezTo>
                <a:cubicBezTo>
                  <a:pt x="116" y="12"/>
                  <a:pt x="116" y="12"/>
                  <a:pt x="116" y="12"/>
                </a:cubicBezTo>
                <a:cubicBezTo>
                  <a:pt x="116" y="5"/>
                  <a:pt x="121" y="0"/>
                  <a:pt x="128" y="0"/>
                </a:cubicBezTo>
                <a:cubicBezTo>
                  <a:pt x="135" y="0"/>
                  <a:pt x="140" y="5"/>
                  <a:pt x="140" y="12"/>
                </a:cubicBezTo>
                <a:cubicBezTo>
                  <a:pt x="140" y="36"/>
                  <a:pt x="140" y="36"/>
                  <a:pt x="140" y="36"/>
                </a:cubicBezTo>
                <a:cubicBezTo>
                  <a:pt x="140" y="40"/>
                  <a:pt x="140" y="40"/>
                  <a:pt x="140" y="40"/>
                </a:cubicBezTo>
                <a:cubicBezTo>
                  <a:pt x="140" y="87"/>
                  <a:pt x="140" y="87"/>
                  <a:pt x="140" y="87"/>
                </a:cubicBezTo>
                <a:cubicBezTo>
                  <a:pt x="148" y="80"/>
                  <a:pt x="148" y="80"/>
                  <a:pt x="148" y="80"/>
                </a:cubicBezTo>
                <a:cubicBezTo>
                  <a:pt x="150" y="77"/>
                  <a:pt x="153" y="76"/>
                  <a:pt x="156" y="76"/>
                </a:cubicBezTo>
                <a:cubicBezTo>
                  <a:pt x="163" y="76"/>
                  <a:pt x="168" y="81"/>
                  <a:pt x="168" y="8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91" name="Freeform 57"/>
          <p:cNvSpPr/>
          <p:nvPr/>
        </p:nvSpPr>
        <p:spPr>
          <a:xfrm>
            <a:off x="5479920" y="1647720"/>
            <a:ext cx="416160" cy="300240"/>
          </a:xfrm>
          <a:custGeom>
            <a:avLst/>
            <a:gdLst/>
            <a:ahLst/>
            <a:rect l="l" t="t" r="r" b="b"/>
            <a:pathLst>
              <a:path w="256" h="184">
                <a:moveTo>
                  <a:pt x="256" y="172"/>
                </a:moveTo>
                <a:cubicBezTo>
                  <a:pt x="256" y="179"/>
                  <a:pt x="251" y="184"/>
                  <a:pt x="244" y="184"/>
                </a:cubicBezTo>
                <a:cubicBezTo>
                  <a:pt x="12" y="184"/>
                  <a:pt x="12" y="184"/>
                  <a:pt x="12" y="184"/>
                </a:cubicBezTo>
                <a:cubicBezTo>
                  <a:pt x="5" y="184"/>
                  <a:pt x="0" y="179"/>
                  <a:pt x="0" y="172"/>
                </a:cubicBezTo>
                <a:cubicBezTo>
                  <a:pt x="0" y="96"/>
                  <a:pt x="0" y="96"/>
                  <a:pt x="0" y="96"/>
                </a:cubicBezTo>
                <a:cubicBezTo>
                  <a:pt x="0" y="94"/>
                  <a:pt x="0" y="93"/>
                  <a:pt x="1" y="92"/>
                </a:cubicBezTo>
                <a:cubicBezTo>
                  <a:pt x="1" y="92"/>
                  <a:pt x="1" y="92"/>
                  <a:pt x="1" y="92"/>
                </a:cubicBezTo>
                <a:cubicBezTo>
                  <a:pt x="33" y="8"/>
                  <a:pt x="33" y="8"/>
                  <a:pt x="33" y="8"/>
                </a:cubicBezTo>
                <a:cubicBezTo>
                  <a:pt x="33" y="8"/>
                  <a:pt x="33" y="8"/>
                  <a:pt x="33" y="8"/>
                </a:cubicBezTo>
                <a:cubicBezTo>
                  <a:pt x="35" y="3"/>
                  <a:pt x="39" y="0"/>
                  <a:pt x="44" y="0"/>
                </a:cubicBezTo>
                <a:cubicBezTo>
                  <a:pt x="212" y="0"/>
                  <a:pt x="212" y="0"/>
                  <a:pt x="212" y="0"/>
                </a:cubicBezTo>
                <a:cubicBezTo>
                  <a:pt x="217" y="0"/>
                  <a:pt x="221" y="3"/>
                  <a:pt x="223" y="8"/>
                </a:cubicBezTo>
                <a:cubicBezTo>
                  <a:pt x="223" y="8"/>
                  <a:pt x="223" y="8"/>
                  <a:pt x="223" y="8"/>
                </a:cubicBezTo>
                <a:cubicBezTo>
                  <a:pt x="255" y="92"/>
                  <a:pt x="255" y="92"/>
                  <a:pt x="255" y="92"/>
                </a:cubicBezTo>
                <a:cubicBezTo>
                  <a:pt x="255" y="92"/>
                  <a:pt x="255" y="92"/>
                  <a:pt x="255" y="92"/>
                </a:cubicBezTo>
                <a:cubicBezTo>
                  <a:pt x="256" y="93"/>
                  <a:pt x="256" y="94"/>
                  <a:pt x="256" y="96"/>
                </a:cubicBezTo>
                <a:lnTo>
                  <a:pt x="256" y="172"/>
                </a:lnTo>
                <a:close/>
                <a:moveTo>
                  <a:pt x="204" y="24"/>
                </a:moveTo>
                <a:cubicBezTo>
                  <a:pt x="52" y="24"/>
                  <a:pt x="52" y="24"/>
                  <a:pt x="52" y="24"/>
                </a:cubicBezTo>
                <a:cubicBezTo>
                  <a:pt x="29" y="84"/>
                  <a:pt x="29" y="84"/>
                  <a:pt x="29" y="84"/>
                </a:cubicBezTo>
                <a:cubicBezTo>
                  <a:pt x="68" y="84"/>
                  <a:pt x="68" y="84"/>
                  <a:pt x="68" y="84"/>
                </a:cubicBezTo>
                <a:cubicBezTo>
                  <a:pt x="75" y="84"/>
                  <a:pt x="80" y="89"/>
                  <a:pt x="80" y="96"/>
                </a:cubicBezTo>
                <a:cubicBezTo>
                  <a:pt x="80" y="108"/>
                  <a:pt x="80" y="108"/>
                  <a:pt x="80" y="108"/>
                </a:cubicBezTo>
                <a:cubicBezTo>
                  <a:pt x="176" y="108"/>
                  <a:pt x="176" y="108"/>
                  <a:pt x="176" y="108"/>
                </a:cubicBezTo>
                <a:cubicBezTo>
                  <a:pt x="176" y="96"/>
                  <a:pt x="176" y="96"/>
                  <a:pt x="176" y="96"/>
                </a:cubicBezTo>
                <a:cubicBezTo>
                  <a:pt x="176" y="89"/>
                  <a:pt x="181" y="84"/>
                  <a:pt x="188" y="84"/>
                </a:cubicBezTo>
                <a:cubicBezTo>
                  <a:pt x="227" y="84"/>
                  <a:pt x="227" y="84"/>
                  <a:pt x="227" y="84"/>
                </a:cubicBezTo>
                <a:lnTo>
                  <a:pt x="204" y="2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92" name="Freeform 58"/>
          <p:cNvSpPr/>
          <p:nvPr/>
        </p:nvSpPr>
        <p:spPr>
          <a:xfrm>
            <a:off x="4751280" y="1666800"/>
            <a:ext cx="417600" cy="260280"/>
          </a:xfrm>
          <a:custGeom>
            <a:avLst/>
            <a:gdLst/>
            <a:ahLst/>
            <a:rect l="l" t="t" r="r" b="b"/>
            <a:pathLst>
              <a:path w="256" h="160">
                <a:moveTo>
                  <a:pt x="244" y="160"/>
                </a:moveTo>
                <a:cubicBezTo>
                  <a:pt x="237" y="160"/>
                  <a:pt x="232" y="155"/>
                  <a:pt x="232" y="148"/>
                </a:cubicBezTo>
                <a:cubicBezTo>
                  <a:pt x="232" y="140"/>
                  <a:pt x="232" y="140"/>
                  <a:pt x="232" y="140"/>
                </a:cubicBezTo>
                <a:cubicBezTo>
                  <a:pt x="232" y="100"/>
                  <a:pt x="232" y="100"/>
                  <a:pt x="232" y="100"/>
                </a:cubicBezTo>
                <a:cubicBezTo>
                  <a:pt x="232" y="92"/>
                  <a:pt x="232" y="92"/>
                  <a:pt x="232" y="92"/>
                </a:cubicBezTo>
                <a:cubicBezTo>
                  <a:pt x="232" y="68"/>
                  <a:pt x="232" y="68"/>
                  <a:pt x="232" y="68"/>
                </a:cubicBezTo>
                <a:cubicBezTo>
                  <a:pt x="232" y="60"/>
                  <a:pt x="232" y="60"/>
                  <a:pt x="232" y="60"/>
                </a:cubicBezTo>
                <a:cubicBezTo>
                  <a:pt x="232" y="20"/>
                  <a:pt x="232" y="20"/>
                  <a:pt x="232" y="20"/>
                </a:cubicBezTo>
                <a:cubicBezTo>
                  <a:pt x="232" y="12"/>
                  <a:pt x="232" y="12"/>
                  <a:pt x="232" y="12"/>
                </a:cubicBezTo>
                <a:cubicBezTo>
                  <a:pt x="232" y="5"/>
                  <a:pt x="237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20"/>
                  <a:pt x="256" y="20"/>
                  <a:pt x="256" y="20"/>
                </a:cubicBezTo>
                <a:cubicBezTo>
                  <a:pt x="256" y="60"/>
                  <a:pt x="256" y="60"/>
                  <a:pt x="256" y="60"/>
                </a:cubicBezTo>
                <a:cubicBezTo>
                  <a:pt x="256" y="68"/>
                  <a:pt x="256" y="68"/>
                  <a:pt x="256" y="68"/>
                </a:cubicBezTo>
                <a:cubicBezTo>
                  <a:pt x="256" y="92"/>
                  <a:pt x="256" y="92"/>
                  <a:pt x="256" y="92"/>
                </a:cubicBezTo>
                <a:cubicBezTo>
                  <a:pt x="256" y="100"/>
                  <a:pt x="256" y="100"/>
                  <a:pt x="256" y="100"/>
                </a:cubicBezTo>
                <a:cubicBezTo>
                  <a:pt x="256" y="140"/>
                  <a:pt x="256" y="140"/>
                  <a:pt x="256" y="140"/>
                </a:cubicBezTo>
                <a:cubicBezTo>
                  <a:pt x="256" y="148"/>
                  <a:pt x="256" y="148"/>
                  <a:pt x="256" y="148"/>
                </a:cubicBezTo>
                <a:cubicBezTo>
                  <a:pt x="256" y="155"/>
                  <a:pt x="251" y="160"/>
                  <a:pt x="244" y="160"/>
                </a:cubicBezTo>
                <a:moveTo>
                  <a:pt x="208" y="136"/>
                </a:moveTo>
                <a:cubicBezTo>
                  <a:pt x="201" y="136"/>
                  <a:pt x="196" y="131"/>
                  <a:pt x="196" y="124"/>
                </a:cubicBezTo>
                <a:cubicBezTo>
                  <a:pt x="196" y="116"/>
                  <a:pt x="196" y="116"/>
                  <a:pt x="196" y="116"/>
                </a:cubicBezTo>
                <a:cubicBezTo>
                  <a:pt x="196" y="44"/>
                  <a:pt x="196" y="44"/>
                  <a:pt x="196" y="44"/>
                </a:cubicBezTo>
                <a:cubicBezTo>
                  <a:pt x="196" y="36"/>
                  <a:pt x="196" y="36"/>
                  <a:pt x="196" y="36"/>
                </a:cubicBezTo>
                <a:cubicBezTo>
                  <a:pt x="196" y="29"/>
                  <a:pt x="201" y="24"/>
                  <a:pt x="208" y="24"/>
                </a:cubicBezTo>
                <a:cubicBezTo>
                  <a:pt x="215" y="24"/>
                  <a:pt x="220" y="29"/>
                  <a:pt x="220" y="36"/>
                </a:cubicBezTo>
                <a:cubicBezTo>
                  <a:pt x="220" y="44"/>
                  <a:pt x="220" y="44"/>
                  <a:pt x="220" y="44"/>
                </a:cubicBezTo>
                <a:cubicBezTo>
                  <a:pt x="220" y="116"/>
                  <a:pt x="220" y="116"/>
                  <a:pt x="220" y="116"/>
                </a:cubicBezTo>
                <a:cubicBezTo>
                  <a:pt x="220" y="124"/>
                  <a:pt x="220" y="124"/>
                  <a:pt x="220" y="124"/>
                </a:cubicBezTo>
                <a:cubicBezTo>
                  <a:pt x="220" y="131"/>
                  <a:pt x="215" y="136"/>
                  <a:pt x="208" y="136"/>
                </a:cubicBezTo>
                <a:moveTo>
                  <a:pt x="172" y="136"/>
                </a:moveTo>
                <a:cubicBezTo>
                  <a:pt x="84" y="136"/>
                  <a:pt x="84" y="136"/>
                  <a:pt x="84" y="136"/>
                </a:cubicBezTo>
                <a:cubicBezTo>
                  <a:pt x="77" y="136"/>
                  <a:pt x="72" y="131"/>
                  <a:pt x="72" y="124"/>
                </a:cubicBezTo>
                <a:cubicBezTo>
                  <a:pt x="72" y="36"/>
                  <a:pt x="72" y="36"/>
                  <a:pt x="72" y="36"/>
                </a:cubicBezTo>
                <a:cubicBezTo>
                  <a:pt x="72" y="29"/>
                  <a:pt x="77" y="24"/>
                  <a:pt x="84" y="24"/>
                </a:cubicBezTo>
                <a:cubicBezTo>
                  <a:pt x="172" y="24"/>
                  <a:pt x="172" y="24"/>
                  <a:pt x="172" y="24"/>
                </a:cubicBezTo>
                <a:cubicBezTo>
                  <a:pt x="179" y="24"/>
                  <a:pt x="184" y="29"/>
                  <a:pt x="184" y="36"/>
                </a:cubicBezTo>
                <a:cubicBezTo>
                  <a:pt x="184" y="124"/>
                  <a:pt x="184" y="124"/>
                  <a:pt x="184" y="124"/>
                </a:cubicBezTo>
                <a:cubicBezTo>
                  <a:pt x="184" y="131"/>
                  <a:pt x="179" y="136"/>
                  <a:pt x="172" y="136"/>
                </a:cubicBezTo>
                <a:moveTo>
                  <a:pt x="160" y="48"/>
                </a:moveTo>
                <a:cubicBezTo>
                  <a:pt x="96" y="48"/>
                  <a:pt x="96" y="48"/>
                  <a:pt x="96" y="48"/>
                </a:cubicBezTo>
                <a:cubicBezTo>
                  <a:pt x="96" y="112"/>
                  <a:pt x="96" y="112"/>
                  <a:pt x="96" y="112"/>
                </a:cubicBezTo>
                <a:cubicBezTo>
                  <a:pt x="160" y="112"/>
                  <a:pt x="160" y="112"/>
                  <a:pt x="160" y="112"/>
                </a:cubicBezTo>
                <a:lnTo>
                  <a:pt x="160" y="48"/>
                </a:lnTo>
                <a:close/>
                <a:moveTo>
                  <a:pt x="48" y="136"/>
                </a:moveTo>
                <a:cubicBezTo>
                  <a:pt x="41" y="136"/>
                  <a:pt x="36" y="131"/>
                  <a:pt x="36" y="124"/>
                </a:cubicBezTo>
                <a:cubicBezTo>
                  <a:pt x="36" y="116"/>
                  <a:pt x="36" y="116"/>
                  <a:pt x="36" y="116"/>
                </a:cubicBezTo>
                <a:cubicBezTo>
                  <a:pt x="36" y="44"/>
                  <a:pt x="36" y="44"/>
                  <a:pt x="36" y="44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29"/>
                  <a:pt x="41" y="24"/>
                  <a:pt x="48" y="24"/>
                </a:cubicBezTo>
                <a:cubicBezTo>
                  <a:pt x="55" y="24"/>
                  <a:pt x="60" y="29"/>
                  <a:pt x="60" y="36"/>
                </a:cubicBezTo>
                <a:cubicBezTo>
                  <a:pt x="60" y="44"/>
                  <a:pt x="60" y="44"/>
                  <a:pt x="60" y="44"/>
                </a:cubicBezTo>
                <a:cubicBezTo>
                  <a:pt x="60" y="116"/>
                  <a:pt x="60" y="116"/>
                  <a:pt x="60" y="116"/>
                </a:cubicBezTo>
                <a:cubicBezTo>
                  <a:pt x="60" y="124"/>
                  <a:pt x="60" y="124"/>
                  <a:pt x="60" y="124"/>
                </a:cubicBezTo>
                <a:cubicBezTo>
                  <a:pt x="60" y="131"/>
                  <a:pt x="55" y="136"/>
                  <a:pt x="48" y="136"/>
                </a:cubicBezTo>
                <a:moveTo>
                  <a:pt x="12" y="160"/>
                </a:moveTo>
                <a:cubicBezTo>
                  <a:pt x="5" y="160"/>
                  <a:pt x="0" y="155"/>
                  <a:pt x="0" y="148"/>
                </a:cubicBezTo>
                <a:cubicBezTo>
                  <a:pt x="0" y="140"/>
                  <a:pt x="0" y="140"/>
                  <a:pt x="0" y="140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92"/>
                  <a:pt x="0" y="92"/>
                  <a:pt x="0" y="92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19" y="0"/>
                  <a:pt x="24" y="5"/>
                  <a:pt x="24" y="12"/>
                </a:cubicBezTo>
                <a:cubicBezTo>
                  <a:pt x="24" y="20"/>
                  <a:pt x="24" y="20"/>
                  <a:pt x="24" y="20"/>
                </a:cubicBezTo>
                <a:cubicBezTo>
                  <a:pt x="24" y="60"/>
                  <a:pt x="24" y="60"/>
                  <a:pt x="24" y="60"/>
                </a:cubicBezTo>
                <a:cubicBezTo>
                  <a:pt x="24" y="68"/>
                  <a:pt x="24" y="68"/>
                  <a:pt x="24" y="68"/>
                </a:cubicBezTo>
                <a:cubicBezTo>
                  <a:pt x="24" y="92"/>
                  <a:pt x="24" y="92"/>
                  <a:pt x="24" y="92"/>
                </a:cubicBezTo>
                <a:cubicBezTo>
                  <a:pt x="24" y="100"/>
                  <a:pt x="24" y="100"/>
                  <a:pt x="24" y="100"/>
                </a:cubicBezTo>
                <a:cubicBezTo>
                  <a:pt x="24" y="140"/>
                  <a:pt x="24" y="140"/>
                  <a:pt x="24" y="140"/>
                </a:cubicBezTo>
                <a:cubicBezTo>
                  <a:pt x="24" y="148"/>
                  <a:pt x="24" y="148"/>
                  <a:pt x="24" y="148"/>
                </a:cubicBezTo>
                <a:cubicBezTo>
                  <a:pt x="24" y="155"/>
                  <a:pt x="19" y="160"/>
                  <a:pt x="12" y="16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93" name="Freeform 59"/>
          <p:cNvSpPr/>
          <p:nvPr/>
        </p:nvSpPr>
        <p:spPr>
          <a:xfrm>
            <a:off x="4022640" y="1706400"/>
            <a:ext cx="417600" cy="182880"/>
          </a:xfrm>
          <a:custGeom>
            <a:avLst/>
            <a:gdLst/>
            <a:ahLst/>
            <a:rect l="l" t="t" r="r" b="b"/>
            <a:pathLst>
              <a:path w="256" h="112">
                <a:moveTo>
                  <a:pt x="200" y="112"/>
                </a:moveTo>
                <a:cubicBezTo>
                  <a:pt x="56" y="112"/>
                  <a:pt x="56" y="112"/>
                  <a:pt x="56" y="112"/>
                </a:cubicBezTo>
                <a:cubicBezTo>
                  <a:pt x="25" y="112"/>
                  <a:pt x="0" y="87"/>
                  <a:pt x="0" y="56"/>
                </a:cubicBezTo>
                <a:cubicBezTo>
                  <a:pt x="0" y="25"/>
                  <a:pt x="25" y="0"/>
                  <a:pt x="56" y="0"/>
                </a:cubicBezTo>
                <a:cubicBezTo>
                  <a:pt x="87" y="0"/>
                  <a:pt x="112" y="25"/>
                  <a:pt x="112" y="56"/>
                </a:cubicBezTo>
                <a:cubicBezTo>
                  <a:pt x="112" y="68"/>
                  <a:pt x="108" y="79"/>
                  <a:pt x="102" y="88"/>
                </a:cubicBezTo>
                <a:cubicBezTo>
                  <a:pt x="154" y="88"/>
                  <a:pt x="154" y="88"/>
                  <a:pt x="154" y="88"/>
                </a:cubicBezTo>
                <a:cubicBezTo>
                  <a:pt x="148" y="79"/>
                  <a:pt x="144" y="68"/>
                  <a:pt x="144" y="56"/>
                </a:cubicBezTo>
                <a:cubicBezTo>
                  <a:pt x="144" y="25"/>
                  <a:pt x="169" y="0"/>
                  <a:pt x="200" y="0"/>
                </a:cubicBezTo>
                <a:cubicBezTo>
                  <a:pt x="231" y="0"/>
                  <a:pt x="256" y="25"/>
                  <a:pt x="256" y="56"/>
                </a:cubicBezTo>
                <a:cubicBezTo>
                  <a:pt x="256" y="87"/>
                  <a:pt x="231" y="112"/>
                  <a:pt x="200" y="112"/>
                </a:cubicBezTo>
                <a:moveTo>
                  <a:pt x="88" y="56"/>
                </a:moveTo>
                <a:cubicBezTo>
                  <a:pt x="88" y="38"/>
                  <a:pt x="74" y="24"/>
                  <a:pt x="56" y="24"/>
                </a:cubicBezTo>
                <a:cubicBezTo>
                  <a:pt x="38" y="24"/>
                  <a:pt x="24" y="38"/>
                  <a:pt x="24" y="56"/>
                </a:cubicBezTo>
                <a:cubicBezTo>
                  <a:pt x="24" y="74"/>
                  <a:pt x="38" y="88"/>
                  <a:pt x="56" y="88"/>
                </a:cubicBezTo>
                <a:cubicBezTo>
                  <a:pt x="74" y="88"/>
                  <a:pt x="88" y="74"/>
                  <a:pt x="88" y="56"/>
                </a:cubicBezTo>
                <a:moveTo>
                  <a:pt x="200" y="24"/>
                </a:moveTo>
                <a:cubicBezTo>
                  <a:pt x="182" y="24"/>
                  <a:pt x="168" y="38"/>
                  <a:pt x="168" y="56"/>
                </a:cubicBezTo>
                <a:cubicBezTo>
                  <a:pt x="168" y="74"/>
                  <a:pt x="182" y="88"/>
                  <a:pt x="200" y="88"/>
                </a:cubicBezTo>
                <a:cubicBezTo>
                  <a:pt x="218" y="88"/>
                  <a:pt x="232" y="74"/>
                  <a:pt x="232" y="56"/>
                </a:cubicBezTo>
                <a:cubicBezTo>
                  <a:pt x="232" y="38"/>
                  <a:pt x="218" y="24"/>
                  <a:pt x="200" y="2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94" name="Freeform 60"/>
          <p:cNvSpPr/>
          <p:nvPr/>
        </p:nvSpPr>
        <p:spPr>
          <a:xfrm>
            <a:off x="3295800" y="1654200"/>
            <a:ext cx="415800" cy="287280"/>
          </a:xfrm>
          <a:custGeom>
            <a:avLst/>
            <a:gdLst/>
            <a:ahLst/>
            <a:rect l="l" t="t" r="r" b="b"/>
            <a:pathLst>
              <a:path w="256" h="176">
                <a:moveTo>
                  <a:pt x="244" y="176"/>
                </a:moveTo>
                <a:cubicBezTo>
                  <a:pt x="12" y="176"/>
                  <a:pt x="12" y="176"/>
                  <a:pt x="12" y="176"/>
                </a:cubicBezTo>
                <a:cubicBezTo>
                  <a:pt x="5" y="176"/>
                  <a:pt x="0" y="171"/>
                  <a:pt x="0" y="164"/>
                </a:cubicBezTo>
                <a:cubicBezTo>
                  <a:pt x="0" y="72"/>
                  <a:pt x="0" y="72"/>
                  <a:pt x="0" y="72"/>
                </a:cubicBezTo>
                <a:cubicBezTo>
                  <a:pt x="256" y="72"/>
                  <a:pt x="256" y="72"/>
                  <a:pt x="256" y="72"/>
                </a:cubicBezTo>
                <a:cubicBezTo>
                  <a:pt x="256" y="164"/>
                  <a:pt x="256" y="164"/>
                  <a:pt x="256" y="164"/>
                </a:cubicBezTo>
                <a:cubicBezTo>
                  <a:pt x="256" y="171"/>
                  <a:pt x="251" y="176"/>
                  <a:pt x="244" y="176"/>
                </a:cubicBezTo>
                <a:moveTo>
                  <a:pt x="24" y="152"/>
                </a:moveTo>
                <a:cubicBezTo>
                  <a:pt x="72" y="152"/>
                  <a:pt x="72" y="152"/>
                  <a:pt x="72" y="152"/>
                </a:cubicBezTo>
                <a:cubicBezTo>
                  <a:pt x="72" y="140"/>
                  <a:pt x="72" y="140"/>
                  <a:pt x="72" y="140"/>
                </a:cubicBezTo>
                <a:cubicBezTo>
                  <a:pt x="24" y="140"/>
                  <a:pt x="24" y="140"/>
                  <a:pt x="24" y="140"/>
                </a:cubicBezTo>
                <a:lnTo>
                  <a:pt x="24" y="152"/>
                </a:lnTo>
                <a:close/>
                <a:moveTo>
                  <a:pt x="144" y="116"/>
                </a:moveTo>
                <a:cubicBezTo>
                  <a:pt x="24" y="116"/>
                  <a:pt x="24" y="116"/>
                  <a:pt x="24" y="116"/>
                </a:cubicBezTo>
                <a:cubicBezTo>
                  <a:pt x="24" y="128"/>
                  <a:pt x="24" y="128"/>
                  <a:pt x="24" y="128"/>
                </a:cubicBezTo>
                <a:cubicBezTo>
                  <a:pt x="144" y="128"/>
                  <a:pt x="144" y="128"/>
                  <a:pt x="144" y="128"/>
                </a:cubicBezTo>
                <a:lnTo>
                  <a:pt x="144" y="116"/>
                </a:lnTo>
                <a:close/>
                <a:moveTo>
                  <a:pt x="0" y="12"/>
                </a:move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48"/>
                  <a:pt x="256" y="48"/>
                  <a:pt x="256" y="48"/>
                </a:cubicBezTo>
                <a:cubicBezTo>
                  <a:pt x="0" y="48"/>
                  <a:pt x="0" y="48"/>
                  <a:pt x="0" y="48"/>
                </a:cubicBezTo>
                <a:lnTo>
                  <a:pt x="0" y="1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95" name="Freeform 61"/>
          <p:cNvSpPr/>
          <p:nvPr/>
        </p:nvSpPr>
        <p:spPr>
          <a:xfrm>
            <a:off x="2567160" y="1595520"/>
            <a:ext cx="415800" cy="396720"/>
          </a:xfrm>
          <a:custGeom>
            <a:avLst/>
            <a:gdLst/>
            <a:ahLst/>
            <a:rect l="l" t="t" r="r" b="b"/>
            <a:pathLst>
              <a:path w="256" h="244">
                <a:moveTo>
                  <a:pt x="256" y="128"/>
                </a:moveTo>
                <a:cubicBezTo>
                  <a:pt x="256" y="135"/>
                  <a:pt x="251" y="140"/>
                  <a:pt x="244" y="140"/>
                </a:cubicBezTo>
                <a:cubicBezTo>
                  <a:pt x="241" y="140"/>
                  <a:pt x="238" y="139"/>
                  <a:pt x="236" y="137"/>
                </a:cubicBezTo>
                <a:cubicBezTo>
                  <a:pt x="236" y="137"/>
                  <a:pt x="236" y="137"/>
                  <a:pt x="236" y="137"/>
                </a:cubicBezTo>
                <a:cubicBezTo>
                  <a:pt x="128" y="29"/>
                  <a:pt x="128" y="29"/>
                  <a:pt x="128" y="29"/>
                </a:cubicBezTo>
                <a:cubicBezTo>
                  <a:pt x="128" y="29"/>
                  <a:pt x="128" y="29"/>
                  <a:pt x="128" y="29"/>
                </a:cubicBezTo>
                <a:cubicBezTo>
                  <a:pt x="128" y="29"/>
                  <a:pt x="128" y="29"/>
                  <a:pt x="128" y="29"/>
                </a:cubicBezTo>
                <a:cubicBezTo>
                  <a:pt x="20" y="137"/>
                  <a:pt x="20" y="137"/>
                  <a:pt x="20" y="137"/>
                </a:cubicBezTo>
                <a:cubicBezTo>
                  <a:pt x="20" y="137"/>
                  <a:pt x="20" y="137"/>
                  <a:pt x="20" y="137"/>
                </a:cubicBezTo>
                <a:cubicBezTo>
                  <a:pt x="18" y="139"/>
                  <a:pt x="15" y="140"/>
                  <a:pt x="12" y="140"/>
                </a:cubicBezTo>
                <a:cubicBezTo>
                  <a:pt x="5" y="140"/>
                  <a:pt x="0" y="135"/>
                  <a:pt x="0" y="128"/>
                </a:cubicBezTo>
                <a:cubicBezTo>
                  <a:pt x="0" y="125"/>
                  <a:pt x="1" y="122"/>
                  <a:pt x="4" y="119"/>
                </a:cubicBezTo>
                <a:cubicBezTo>
                  <a:pt x="119" y="4"/>
                  <a:pt x="119" y="4"/>
                  <a:pt x="119" y="4"/>
                </a:cubicBezTo>
                <a:cubicBezTo>
                  <a:pt x="122" y="1"/>
                  <a:pt x="125" y="0"/>
                  <a:pt x="128" y="0"/>
                </a:cubicBezTo>
                <a:cubicBezTo>
                  <a:pt x="128" y="0"/>
                  <a:pt x="128" y="0"/>
                  <a:pt x="128" y="0"/>
                </a:cubicBezTo>
                <a:cubicBezTo>
                  <a:pt x="128" y="0"/>
                  <a:pt x="128" y="0"/>
                  <a:pt x="129" y="0"/>
                </a:cubicBezTo>
                <a:cubicBezTo>
                  <a:pt x="129" y="0"/>
                  <a:pt x="129" y="0"/>
                  <a:pt x="129" y="0"/>
                </a:cubicBezTo>
                <a:cubicBezTo>
                  <a:pt x="129" y="0"/>
                  <a:pt x="129" y="0"/>
                  <a:pt x="129" y="0"/>
                </a:cubicBezTo>
                <a:cubicBezTo>
                  <a:pt x="129" y="0"/>
                  <a:pt x="129" y="0"/>
                  <a:pt x="129" y="0"/>
                </a:cubicBezTo>
                <a:cubicBezTo>
                  <a:pt x="132" y="0"/>
                  <a:pt x="135" y="2"/>
                  <a:pt x="137" y="4"/>
                </a:cubicBezTo>
                <a:cubicBezTo>
                  <a:pt x="137" y="4"/>
                  <a:pt x="137" y="4"/>
                  <a:pt x="137" y="4"/>
                </a:cubicBezTo>
                <a:cubicBezTo>
                  <a:pt x="184" y="51"/>
                  <a:pt x="184" y="51"/>
                  <a:pt x="184" y="51"/>
                </a:cubicBezTo>
                <a:cubicBezTo>
                  <a:pt x="184" y="40"/>
                  <a:pt x="184" y="40"/>
                  <a:pt x="184" y="40"/>
                </a:cubicBezTo>
                <a:cubicBezTo>
                  <a:pt x="184" y="33"/>
                  <a:pt x="189" y="28"/>
                  <a:pt x="196" y="28"/>
                </a:cubicBezTo>
                <a:cubicBezTo>
                  <a:pt x="203" y="28"/>
                  <a:pt x="208" y="33"/>
                  <a:pt x="208" y="40"/>
                </a:cubicBezTo>
                <a:cubicBezTo>
                  <a:pt x="208" y="75"/>
                  <a:pt x="208" y="75"/>
                  <a:pt x="208" y="75"/>
                </a:cubicBezTo>
                <a:cubicBezTo>
                  <a:pt x="253" y="120"/>
                  <a:pt x="253" y="120"/>
                  <a:pt x="253" y="120"/>
                </a:cubicBezTo>
                <a:cubicBezTo>
                  <a:pt x="253" y="120"/>
                  <a:pt x="253" y="120"/>
                  <a:pt x="253" y="120"/>
                </a:cubicBezTo>
                <a:cubicBezTo>
                  <a:pt x="255" y="122"/>
                  <a:pt x="256" y="125"/>
                  <a:pt x="256" y="128"/>
                </a:cubicBezTo>
                <a:moveTo>
                  <a:pt x="232" y="148"/>
                </a:moveTo>
                <a:cubicBezTo>
                  <a:pt x="232" y="184"/>
                  <a:pt x="232" y="184"/>
                  <a:pt x="232" y="184"/>
                </a:cubicBezTo>
                <a:cubicBezTo>
                  <a:pt x="232" y="200"/>
                  <a:pt x="232" y="200"/>
                  <a:pt x="232" y="200"/>
                </a:cubicBezTo>
                <a:cubicBezTo>
                  <a:pt x="232" y="232"/>
                  <a:pt x="232" y="232"/>
                  <a:pt x="232" y="232"/>
                </a:cubicBezTo>
                <a:cubicBezTo>
                  <a:pt x="232" y="239"/>
                  <a:pt x="227" y="244"/>
                  <a:pt x="220" y="244"/>
                </a:cubicBezTo>
                <a:cubicBezTo>
                  <a:pt x="196" y="244"/>
                  <a:pt x="196" y="244"/>
                  <a:pt x="196" y="244"/>
                </a:cubicBezTo>
                <a:cubicBezTo>
                  <a:pt x="196" y="148"/>
                  <a:pt x="196" y="148"/>
                  <a:pt x="196" y="148"/>
                </a:cubicBezTo>
                <a:cubicBezTo>
                  <a:pt x="148" y="148"/>
                  <a:pt x="148" y="148"/>
                  <a:pt x="148" y="148"/>
                </a:cubicBezTo>
                <a:cubicBezTo>
                  <a:pt x="148" y="244"/>
                  <a:pt x="148" y="244"/>
                  <a:pt x="148" y="244"/>
                </a:cubicBezTo>
                <a:cubicBezTo>
                  <a:pt x="36" y="244"/>
                  <a:pt x="36" y="244"/>
                  <a:pt x="36" y="244"/>
                </a:cubicBezTo>
                <a:cubicBezTo>
                  <a:pt x="29" y="244"/>
                  <a:pt x="24" y="239"/>
                  <a:pt x="24" y="232"/>
                </a:cubicBezTo>
                <a:cubicBezTo>
                  <a:pt x="24" y="200"/>
                  <a:pt x="24" y="200"/>
                  <a:pt x="24" y="200"/>
                </a:cubicBezTo>
                <a:cubicBezTo>
                  <a:pt x="24" y="184"/>
                  <a:pt x="24" y="184"/>
                  <a:pt x="24" y="184"/>
                </a:cubicBezTo>
                <a:cubicBezTo>
                  <a:pt x="24" y="148"/>
                  <a:pt x="24" y="148"/>
                  <a:pt x="24" y="148"/>
                </a:cubicBezTo>
                <a:cubicBezTo>
                  <a:pt x="128" y="44"/>
                  <a:pt x="128" y="44"/>
                  <a:pt x="128" y="44"/>
                </a:cubicBezTo>
                <a:lnTo>
                  <a:pt x="232" y="148"/>
                </a:lnTo>
                <a:close/>
                <a:moveTo>
                  <a:pt x="108" y="148"/>
                </a:moveTo>
                <a:cubicBezTo>
                  <a:pt x="60" y="148"/>
                  <a:pt x="60" y="148"/>
                  <a:pt x="60" y="148"/>
                </a:cubicBezTo>
                <a:cubicBezTo>
                  <a:pt x="60" y="196"/>
                  <a:pt x="60" y="196"/>
                  <a:pt x="60" y="196"/>
                </a:cubicBezTo>
                <a:cubicBezTo>
                  <a:pt x="108" y="196"/>
                  <a:pt x="108" y="196"/>
                  <a:pt x="108" y="196"/>
                </a:cubicBezTo>
                <a:lnTo>
                  <a:pt x="108" y="14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96" name="Freeform 62"/>
          <p:cNvSpPr/>
          <p:nvPr/>
        </p:nvSpPr>
        <p:spPr>
          <a:xfrm>
            <a:off x="1838160" y="1609560"/>
            <a:ext cx="416160" cy="376560"/>
          </a:xfrm>
          <a:custGeom>
            <a:avLst/>
            <a:gdLst/>
            <a:ahLst/>
            <a:rect l="l" t="t" r="r" b="b"/>
            <a:pathLst>
              <a:path w="256" h="232">
                <a:moveTo>
                  <a:pt x="244" y="232"/>
                </a:moveTo>
                <a:cubicBezTo>
                  <a:pt x="224" y="232"/>
                  <a:pt x="224" y="232"/>
                  <a:pt x="224" y="232"/>
                </a:cubicBezTo>
                <a:cubicBezTo>
                  <a:pt x="224" y="136"/>
                  <a:pt x="224" y="136"/>
                  <a:pt x="224" y="136"/>
                </a:cubicBezTo>
                <a:cubicBezTo>
                  <a:pt x="224" y="60"/>
                  <a:pt x="224" y="60"/>
                  <a:pt x="224" y="60"/>
                </a:cubicBezTo>
                <a:cubicBezTo>
                  <a:pt x="244" y="60"/>
                  <a:pt x="244" y="60"/>
                  <a:pt x="244" y="60"/>
                </a:cubicBezTo>
                <a:cubicBezTo>
                  <a:pt x="251" y="60"/>
                  <a:pt x="256" y="65"/>
                  <a:pt x="256" y="72"/>
                </a:cubicBezTo>
                <a:cubicBezTo>
                  <a:pt x="256" y="148"/>
                  <a:pt x="256" y="148"/>
                  <a:pt x="256" y="148"/>
                </a:cubicBezTo>
                <a:cubicBezTo>
                  <a:pt x="256" y="196"/>
                  <a:pt x="256" y="196"/>
                  <a:pt x="256" y="196"/>
                </a:cubicBezTo>
                <a:cubicBezTo>
                  <a:pt x="256" y="220"/>
                  <a:pt x="256" y="220"/>
                  <a:pt x="256" y="220"/>
                </a:cubicBezTo>
                <a:cubicBezTo>
                  <a:pt x="256" y="227"/>
                  <a:pt x="251" y="232"/>
                  <a:pt x="244" y="232"/>
                </a:cubicBezTo>
                <a:moveTo>
                  <a:pt x="44" y="232"/>
                </a:moveTo>
                <a:cubicBezTo>
                  <a:pt x="44" y="136"/>
                  <a:pt x="44" y="136"/>
                  <a:pt x="44" y="136"/>
                </a:cubicBezTo>
                <a:cubicBezTo>
                  <a:pt x="44" y="132"/>
                  <a:pt x="44" y="132"/>
                  <a:pt x="44" y="132"/>
                </a:cubicBezTo>
                <a:cubicBezTo>
                  <a:pt x="44" y="60"/>
                  <a:pt x="44" y="60"/>
                  <a:pt x="44" y="60"/>
                </a:cubicBezTo>
                <a:cubicBezTo>
                  <a:pt x="68" y="60"/>
                  <a:pt x="68" y="60"/>
                  <a:pt x="68" y="60"/>
                </a:cubicBezTo>
                <a:cubicBezTo>
                  <a:pt x="68" y="27"/>
                  <a:pt x="95" y="0"/>
                  <a:pt x="128" y="0"/>
                </a:cubicBezTo>
                <a:cubicBezTo>
                  <a:pt x="161" y="0"/>
                  <a:pt x="188" y="27"/>
                  <a:pt x="188" y="60"/>
                </a:cubicBezTo>
                <a:cubicBezTo>
                  <a:pt x="212" y="60"/>
                  <a:pt x="212" y="60"/>
                  <a:pt x="212" y="60"/>
                </a:cubicBezTo>
                <a:cubicBezTo>
                  <a:pt x="212" y="136"/>
                  <a:pt x="212" y="136"/>
                  <a:pt x="212" y="136"/>
                </a:cubicBezTo>
                <a:cubicBezTo>
                  <a:pt x="212" y="232"/>
                  <a:pt x="212" y="232"/>
                  <a:pt x="212" y="232"/>
                </a:cubicBezTo>
                <a:lnTo>
                  <a:pt x="44" y="232"/>
                </a:lnTo>
                <a:close/>
                <a:moveTo>
                  <a:pt x="128" y="24"/>
                </a:moveTo>
                <a:cubicBezTo>
                  <a:pt x="108" y="24"/>
                  <a:pt x="92" y="40"/>
                  <a:pt x="92" y="60"/>
                </a:cubicBezTo>
                <a:cubicBezTo>
                  <a:pt x="164" y="60"/>
                  <a:pt x="164" y="60"/>
                  <a:pt x="164" y="60"/>
                </a:cubicBezTo>
                <a:cubicBezTo>
                  <a:pt x="164" y="40"/>
                  <a:pt x="148" y="24"/>
                  <a:pt x="128" y="24"/>
                </a:cubicBezTo>
                <a:moveTo>
                  <a:pt x="0" y="220"/>
                </a:moveTo>
                <a:cubicBezTo>
                  <a:pt x="0" y="196"/>
                  <a:pt x="0" y="196"/>
                  <a:pt x="0" y="196"/>
                </a:cubicBezTo>
                <a:cubicBezTo>
                  <a:pt x="0" y="148"/>
                  <a:pt x="0" y="148"/>
                  <a:pt x="0" y="148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65"/>
                  <a:pt x="5" y="60"/>
                  <a:pt x="12" y="60"/>
                </a:cubicBezTo>
                <a:cubicBezTo>
                  <a:pt x="32" y="60"/>
                  <a:pt x="32" y="60"/>
                  <a:pt x="32" y="60"/>
                </a:cubicBezTo>
                <a:cubicBezTo>
                  <a:pt x="32" y="132"/>
                  <a:pt x="32" y="132"/>
                  <a:pt x="32" y="132"/>
                </a:cubicBezTo>
                <a:cubicBezTo>
                  <a:pt x="32" y="136"/>
                  <a:pt x="32" y="136"/>
                  <a:pt x="32" y="136"/>
                </a:cubicBezTo>
                <a:cubicBezTo>
                  <a:pt x="32" y="232"/>
                  <a:pt x="32" y="232"/>
                  <a:pt x="32" y="232"/>
                </a:cubicBezTo>
                <a:cubicBezTo>
                  <a:pt x="12" y="232"/>
                  <a:pt x="12" y="232"/>
                  <a:pt x="12" y="232"/>
                </a:cubicBezTo>
                <a:cubicBezTo>
                  <a:pt x="5" y="232"/>
                  <a:pt x="0" y="227"/>
                  <a:pt x="0" y="22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97" name="Freeform 63"/>
          <p:cNvSpPr/>
          <p:nvPr/>
        </p:nvSpPr>
        <p:spPr>
          <a:xfrm>
            <a:off x="1155600" y="1622520"/>
            <a:ext cx="324000" cy="350640"/>
          </a:xfrm>
          <a:custGeom>
            <a:avLst/>
            <a:gdLst/>
            <a:ahLst/>
            <a:rect l="l" t="t" r="r" b="b"/>
            <a:pathLst>
              <a:path w="200" h="216">
                <a:moveTo>
                  <a:pt x="197" y="104"/>
                </a:moveTo>
                <a:cubicBezTo>
                  <a:pt x="197" y="104"/>
                  <a:pt x="197" y="104"/>
                  <a:pt x="197" y="104"/>
                </a:cubicBezTo>
                <a:cubicBezTo>
                  <a:pt x="196" y="105"/>
                  <a:pt x="196" y="105"/>
                  <a:pt x="196" y="105"/>
                </a:cubicBezTo>
                <a:cubicBezTo>
                  <a:pt x="100" y="12"/>
                  <a:pt x="100" y="12"/>
                  <a:pt x="100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12" y="12"/>
                  <a:pt x="12" y="12"/>
                  <a:pt x="12" y="12"/>
                </a:cubicBezTo>
                <a:cubicBezTo>
                  <a:pt x="12" y="5"/>
                  <a:pt x="17" y="0"/>
                  <a:pt x="24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00" y="0"/>
                  <a:pt x="100" y="0"/>
                  <a:pt x="100" y="0"/>
                </a:cubicBezTo>
                <a:cubicBezTo>
                  <a:pt x="100" y="0"/>
                  <a:pt x="100" y="0"/>
                  <a:pt x="100" y="0"/>
                </a:cubicBezTo>
                <a:cubicBezTo>
                  <a:pt x="100" y="0"/>
                  <a:pt x="100" y="0"/>
                  <a:pt x="100" y="0"/>
                </a:cubicBezTo>
                <a:cubicBezTo>
                  <a:pt x="103" y="0"/>
                  <a:pt x="106" y="1"/>
                  <a:pt x="109" y="4"/>
                </a:cubicBezTo>
                <a:cubicBezTo>
                  <a:pt x="176" y="68"/>
                  <a:pt x="176" y="68"/>
                  <a:pt x="176" y="68"/>
                </a:cubicBezTo>
                <a:cubicBezTo>
                  <a:pt x="176" y="68"/>
                  <a:pt x="176" y="68"/>
                  <a:pt x="176" y="68"/>
                </a:cubicBezTo>
                <a:cubicBezTo>
                  <a:pt x="196" y="87"/>
                  <a:pt x="196" y="87"/>
                  <a:pt x="196" y="87"/>
                </a:cubicBezTo>
                <a:cubicBezTo>
                  <a:pt x="199" y="90"/>
                  <a:pt x="200" y="93"/>
                  <a:pt x="200" y="96"/>
                </a:cubicBezTo>
                <a:cubicBezTo>
                  <a:pt x="200" y="99"/>
                  <a:pt x="199" y="102"/>
                  <a:pt x="197" y="104"/>
                </a:cubicBezTo>
                <a:moveTo>
                  <a:pt x="88" y="24"/>
                </a:moveTo>
                <a:cubicBezTo>
                  <a:pt x="88" y="24"/>
                  <a:pt x="88" y="24"/>
                  <a:pt x="88" y="24"/>
                </a:cubicBezTo>
                <a:cubicBezTo>
                  <a:pt x="88" y="24"/>
                  <a:pt x="88" y="24"/>
                  <a:pt x="88" y="24"/>
                </a:cubicBezTo>
                <a:cubicBezTo>
                  <a:pt x="91" y="24"/>
                  <a:pt x="94" y="25"/>
                  <a:pt x="97" y="28"/>
                </a:cubicBezTo>
                <a:cubicBezTo>
                  <a:pt x="188" y="115"/>
                  <a:pt x="188" y="115"/>
                  <a:pt x="188" y="115"/>
                </a:cubicBezTo>
                <a:cubicBezTo>
                  <a:pt x="190" y="117"/>
                  <a:pt x="191" y="119"/>
                  <a:pt x="192" y="122"/>
                </a:cubicBezTo>
                <a:cubicBezTo>
                  <a:pt x="192" y="122"/>
                  <a:pt x="192" y="122"/>
                  <a:pt x="192" y="122"/>
                </a:cubicBezTo>
                <a:cubicBezTo>
                  <a:pt x="192" y="122"/>
                  <a:pt x="192" y="122"/>
                  <a:pt x="192" y="123"/>
                </a:cubicBezTo>
                <a:cubicBezTo>
                  <a:pt x="192" y="123"/>
                  <a:pt x="192" y="123"/>
                  <a:pt x="192" y="123"/>
                </a:cubicBezTo>
                <a:cubicBezTo>
                  <a:pt x="192" y="123"/>
                  <a:pt x="192" y="123"/>
                  <a:pt x="192" y="124"/>
                </a:cubicBezTo>
                <a:cubicBezTo>
                  <a:pt x="192" y="124"/>
                  <a:pt x="192" y="124"/>
                  <a:pt x="192" y="124"/>
                </a:cubicBezTo>
                <a:cubicBezTo>
                  <a:pt x="192" y="127"/>
                  <a:pt x="191" y="130"/>
                  <a:pt x="189" y="132"/>
                </a:cubicBezTo>
                <a:cubicBezTo>
                  <a:pt x="189" y="132"/>
                  <a:pt x="189" y="132"/>
                  <a:pt x="189" y="132"/>
                </a:cubicBezTo>
                <a:cubicBezTo>
                  <a:pt x="121" y="212"/>
                  <a:pt x="121" y="212"/>
                  <a:pt x="121" y="212"/>
                </a:cubicBezTo>
                <a:cubicBezTo>
                  <a:pt x="121" y="212"/>
                  <a:pt x="121" y="212"/>
                  <a:pt x="121" y="212"/>
                </a:cubicBezTo>
                <a:cubicBezTo>
                  <a:pt x="119" y="214"/>
                  <a:pt x="116" y="216"/>
                  <a:pt x="112" y="216"/>
                </a:cubicBezTo>
                <a:cubicBezTo>
                  <a:pt x="112" y="216"/>
                  <a:pt x="111" y="216"/>
                  <a:pt x="111" y="216"/>
                </a:cubicBezTo>
                <a:cubicBezTo>
                  <a:pt x="111" y="216"/>
                  <a:pt x="110" y="216"/>
                  <a:pt x="110" y="216"/>
                </a:cubicBezTo>
                <a:cubicBezTo>
                  <a:pt x="110" y="216"/>
                  <a:pt x="110" y="216"/>
                  <a:pt x="110" y="216"/>
                </a:cubicBezTo>
                <a:cubicBezTo>
                  <a:pt x="108" y="215"/>
                  <a:pt x="106" y="214"/>
                  <a:pt x="104" y="213"/>
                </a:cubicBezTo>
                <a:cubicBezTo>
                  <a:pt x="104" y="213"/>
                  <a:pt x="104" y="213"/>
                  <a:pt x="104" y="213"/>
                </a:cubicBezTo>
                <a:cubicBezTo>
                  <a:pt x="4" y="121"/>
                  <a:pt x="4" y="121"/>
                  <a:pt x="4" y="121"/>
                </a:cubicBezTo>
                <a:cubicBezTo>
                  <a:pt x="4" y="121"/>
                  <a:pt x="4" y="121"/>
                  <a:pt x="4" y="121"/>
                </a:cubicBezTo>
                <a:cubicBezTo>
                  <a:pt x="2" y="119"/>
                  <a:pt x="0" y="116"/>
                  <a:pt x="0" y="112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29"/>
                  <a:pt x="5" y="24"/>
                  <a:pt x="12" y="24"/>
                </a:cubicBezTo>
                <a:cubicBezTo>
                  <a:pt x="12" y="24"/>
                  <a:pt x="12" y="24"/>
                  <a:pt x="12" y="24"/>
                </a:cubicBezTo>
                <a:lnTo>
                  <a:pt x="88" y="24"/>
                </a:lnTo>
                <a:close/>
                <a:moveTo>
                  <a:pt x="32" y="72"/>
                </a:moveTo>
                <a:cubicBezTo>
                  <a:pt x="41" y="72"/>
                  <a:pt x="48" y="65"/>
                  <a:pt x="48" y="56"/>
                </a:cubicBezTo>
                <a:cubicBezTo>
                  <a:pt x="48" y="47"/>
                  <a:pt x="41" y="40"/>
                  <a:pt x="32" y="40"/>
                </a:cubicBezTo>
                <a:cubicBezTo>
                  <a:pt x="23" y="40"/>
                  <a:pt x="16" y="47"/>
                  <a:pt x="16" y="56"/>
                </a:cubicBezTo>
                <a:cubicBezTo>
                  <a:pt x="16" y="65"/>
                  <a:pt x="23" y="72"/>
                  <a:pt x="32" y="7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98" name="Freeform 64"/>
          <p:cNvSpPr/>
          <p:nvPr/>
        </p:nvSpPr>
        <p:spPr>
          <a:xfrm>
            <a:off x="433440" y="1641600"/>
            <a:ext cx="312840" cy="312480"/>
          </a:xfrm>
          <a:custGeom>
            <a:avLst/>
            <a:gdLst/>
            <a:ahLst/>
            <a:rect l="l" t="t" r="r" b="b"/>
            <a:pathLst>
              <a:path w="192" h="192">
                <a:moveTo>
                  <a:pt x="192" y="98"/>
                </a:moveTo>
                <a:cubicBezTo>
                  <a:pt x="192" y="98"/>
                  <a:pt x="192" y="98"/>
                  <a:pt x="192" y="98"/>
                </a:cubicBezTo>
                <a:cubicBezTo>
                  <a:pt x="192" y="98"/>
                  <a:pt x="192" y="98"/>
                  <a:pt x="192" y="99"/>
                </a:cubicBezTo>
                <a:cubicBezTo>
                  <a:pt x="192" y="99"/>
                  <a:pt x="192" y="99"/>
                  <a:pt x="192" y="99"/>
                </a:cubicBezTo>
                <a:cubicBezTo>
                  <a:pt x="192" y="99"/>
                  <a:pt x="192" y="99"/>
                  <a:pt x="192" y="100"/>
                </a:cubicBezTo>
                <a:cubicBezTo>
                  <a:pt x="192" y="100"/>
                  <a:pt x="192" y="100"/>
                  <a:pt x="192" y="100"/>
                </a:cubicBezTo>
                <a:cubicBezTo>
                  <a:pt x="192" y="103"/>
                  <a:pt x="191" y="106"/>
                  <a:pt x="189" y="108"/>
                </a:cubicBezTo>
                <a:cubicBezTo>
                  <a:pt x="189" y="108"/>
                  <a:pt x="189" y="108"/>
                  <a:pt x="189" y="108"/>
                </a:cubicBezTo>
                <a:cubicBezTo>
                  <a:pt x="121" y="188"/>
                  <a:pt x="121" y="188"/>
                  <a:pt x="121" y="188"/>
                </a:cubicBezTo>
                <a:cubicBezTo>
                  <a:pt x="121" y="188"/>
                  <a:pt x="121" y="188"/>
                  <a:pt x="121" y="188"/>
                </a:cubicBezTo>
                <a:cubicBezTo>
                  <a:pt x="119" y="190"/>
                  <a:pt x="116" y="192"/>
                  <a:pt x="112" y="192"/>
                </a:cubicBezTo>
                <a:cubicBezTo>
                  <a:pt x="112" y="192"/>
                  <a:pt x="111" y="192"/>
                  <a:pt x="111" y="192"/>
                </a:cubicBezTo>
                <a:cubicBezTo>
                  <a:pt x="111" y="192"/>
                  <a:pt x="110" y="192"/>
                  <a:pt x="110" y="192"/>
                </a:cubicBezTo>
                <a:cubicBezTo>
                  <a:pt x="110" y="192"/>
                  <a:pt x="110" y="192"/>
                  <a:pt x="110" y="192"/>
                </a:cubicBezTo>
                <a:cubicBezTo>
                  <a:pt x="108" y="191"/>
                  <a:pt x="106" y="190"/>
                  <a:pt x="104" y="189"/>
                </a:cubicBezTo>
                <a:cubicBezTo>
                  <a:pt x="104" y="189"/>
                  <a:pt x="104" y="189"/>
                  <a:pt x="104" y="189"/>
                </a:cubicBezTo>
                <a:cubicBezTo>
                  <a:pt x="4" y="97"/>
                  <a:pt x="4" y="97"/>
                  <a:pt x="4" y="97"/>
                </a:cubicBezTo>
                <a:cubicBezTo>
                  <a:pt x="4" y="97"/>
                  <a:pt x="4" y="97"/>
                  <a:pt x="4" y="97"/>
                </a:cubicBezTo>
                <a:cubicBezTo>
                  <a:pt x="2" y="95"/>
                  <a:pt x="0" y="92"/>
                  <a:pt x="0" y="88"/>
                </a:cubicBezTo>
                <a:cubicBezTo>
                  <a:pt x="0" y="88"/>
                  <a:pt x="0" y="88"/>
                  <a:pt x="0" y="88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88" y="0"/>
                  <a:pt x="88" y="0"/>
                  <a:pt x="88" y="0"/>
                </a:cubicBezTo>
                <a:cubicBezTo>
                  <a:pt x="88" y="0"/>
                  <a:pt x="88" y="0"/>
                  <a:pt x="88" y="0"/>
                </a:cubicBezTo>
                <a:cubicBezTo>
                  <a:pt x="88" y="0"/>
                  <a:pt x="88" y="0"/>
                  <a:pt x="88" y="0"/>
                </a:cubicBezTo>
                <a:cubicBezTo>
                  <a:pt x="91" y="0"/>
                  <a:pt x="94" y="1"/>
                  <a:pt x="97" y="4"/>
                </a:cubicBezTo>
                <a:cubicBezTo>
                  <a:pt x="188" y="91"/>
                  <a:pt x="188" y="91"/>
                  <a:pt x="188" y="91"/>
                </a:cubicBezTo>
                <a:cubicBezTo>
                  <a:pt x="190" y="93"/>
                  <a:pt x="191" y="95"/>
                  <a:pt x="192" y="98"/>
                </a:cubicBezTo>
                <a:moveTo>
                  <a:pt x="32" y="16"/>
                </a:moveTo>
                <a:cubicBezTo>
                  <a:pt x="23" y="16"/>
                  <a:pt x="16" y="23"/>
                  <a:pt x="16" y="32"/>
                </a:cubicBezTo>
                <a:cubicBezTo>
                  <a:pt x="16" y="41"/>
                  <a:pt x="23" y="48"/>
                  <a:pt x="32" y="48"/>
                </a:cubicBezTo>
                <a:cubicBezTo>
                  <a:pt x="41" y="48"/>
                  <a:pt x="48" y="41"/>
                  <a:pt x="48" y="32"/>
                </a:cubicBezTo>
                <a:cubicBezTo>
                  <a:pt x="48" y="23"/>
                  <a:pt x="41" y="16"/>
                  <a:pt x="32" y="1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99" name="Freeform 65"/>
          <p:cNvSpPr/>
          <p:nvPr/>
        </p:nvSpPr>
        <p:spPr>
          <a:xfrm>
            <a:off x="8394840" y="893880"/>
            <a:ext cx="415800" cy="350640"/>
          </a:xfrm>
          <a:custGeom>
            <a:avLst/>
            <a:gdLst/>
            <a:ahLst/>
            <a:rect l="l" t="t" r="r" b="b"/>
            <a:pathLst>
              <a:path w="256" h="216">
                <a:moveTo>
                  <a:pt x="204" y="136"/>
                </a:moveTo>
                <a:cubicBezTo>
                  <a:pt x="175" y="136"/>
                  <a:pt x="152" y="113"/>
                  <a:pt x="152" y="84"/>
                </a:cubicBezTo>
                <a:cubicBezTo>
                  <a:pt x="152" y="55"/>
                  <a:pt x="175" y="32"/>
                  <a:pt x="204" y="32"/>
                </a:cubicBezTo>
                <a:cubicBezTo>
                  <a:pt x="233" y="32"/>
                  <a:pt x="256" y="55"/>
                  <a:pt x="256" y="84"/>
                </a:cubicBezTo>
                <a:cubicBezTo>
                  <a:pt x="256" y="113"/>
                  <a:pt x="233" y="136"/>
                  <a:pt x="204" y="136"/>
                </a:cubicBezTo>
                <a:moveTo>
                  <a:pt x="228" y="92"/>
                </a:moveTo>
                <a:cubicBezTo>
                  <a:pt x="221" y="84"/>
                  <a:pt x="221" y="84"/>
                  <a:pt x="221" y="84"/>
                </a:cubicBezTo>
                <a:cubicBezTo>
                  <a:pt x="228" y="76"/>
                  <a:pt x="228" y="76"/>
                  <a:pt x="228" y="76"/>
                </a:cubicBezTo>
                <a:cubicBezTo>
                  <a:pt x="231" y="74"/>
                  <a:pt x="232" y="71"/>
                  <a:pt x="232" y="68"/>
                </a:cubicBezTo>
                <a:cubicBezTo>
                  <a:pt x="232" y="61"/>
                  <a:pt x="227" y="56"/>
                  <a:pt x="220" y="56"/>
                </a:cubicBezTo>
                <a:cubicBezTo>
                  <a:pt x="217" y="56"/>
                  <a:pt x="214" y="57"/>
                  <a:pt x="212" y="60"/>
                </a:cubicBezTo>
                <a:cubicBezTo>
                  <a:pt x="204" y="67"/>
                  <a:pt x="204" y="67"/>
                  <a:pt x="204" y="67"/>
                </a:cubicBezTo>
                <a:cubicBezTo>
                  <a:pt x="196" y="60"/>
                  <a:pt x="196" y="60"/>
                  <a:pt x="196" y="60"/>
                </a:cubicBezTo>
                <a:cubicBezTo>
                  <a:pt x="194" y="57"/>
                  <a:pt x="191" y="56"/>
                  <a:pt x="188" y="56"/>
                </a:cubicBezTo>
                <a:cubicBezTo>
                  <a:pt x="181" y="56"/>
                  <a:pt x="176" y="61"/>
                  <a:pt x="176" y="68"/>
                </a:cubicBezTo>
                <a:cubicBezTo>
                  <a:pt x="176" y="71"/>
                  <a:pt x="177" y="74"/>
                  <a:pt x="180" y="76"/>
                </a:cubicBezTo>
                <a:cubicBezTo>
                  <a:pt x="187" y="84"/>
                  <a:pt x="187" y="84"/>
                  <a:pt x="187" y="84"/>
                </a:cubicBezTo>
                <a:cubicBezTo>
                  <a:pt x="180" y="92"/>
                  <a:pt x="180" y="92"/>
                  <a:pt x="180" y="92"/>
                </a:cubicBezTo>
                <a:cubicBezTo>
                  <a:pt x="177" y="94"/>
                  <a:pt x="176" y="97"/>
                  <a:pt x="176" y="100"/>
                </a:cubicBezTo>
                <a:cubicBezTo>
                  <a:pt x="176" y="107"/>
                  <a:pt x="181" y="112"/>
                  <a:pt x="188" y="112"/>
                </a:cubicBezTo>
                <a:cubicBezTo>
                  <a:pt x="191" y="112"/>
                  <a:pt x="194" y="111"/>
                  <a:pt x="196" y="108"/>
                </a:cubicBezTo>
                <a:cubicBezTo>
                  <a:pt x="204" y="101"/>
                  <a:pt x="204" y="101"/>
                  <a:pt x="204" y="101"/>
                </a:cubicBezTo>
                <a:cubicBezTo>
                  <a:pt x="212" y="108"/>
                  <a:pt x="212" y="108"/>
                  <a:pt x="212" y="108"/>
                </a:cubicBezTo>
                <a:cubicBezTo>
                  <a:pt x="214" y="111"/>
                  <a:pt x="217" y="112"/>
                  <a:pt x="220" y="112"/>
                </a:cubicBezTo>
                <a:cubicBezTo>
                  <a:pt x="227" y="112"/>
                  <a:pt x="232" y="107"/>
                  <a:pt x="232" y="100"/>
                </a:cubicBezTo>
                <a:cubicBezTo>
                  <a:pt x="232" y="97"/>
                  <a:pt x="231" y="94"/>
                  <a:pt x="228" y="92"/>
                </a:cubicBezTo>
                <a:moveTo>
                  <a:pt x="155" y="43"/>
                </a:moveTo>
                <a:cubicBezTo>
                  <a:pt x="142" y="18"/>
                  <a:pt x="142" y="18"/>
                  <a:pt x="142" y="18"/>
                </a:cubicBezTo>
                <a:cubicBezTo>
                  <a:pt x="142" y="18"/>
                  <a:pt x="142" y="18"/>
                  <a:pt x="142" y="18"/>
                </a:cubicBezTo>
                <a:cubicBezTo>
                  <a:pt x="141" y="16"/>
                  <a:pt x="140" y="14"/>
                  <a:pt x="140" y="12"/>
                </a:cubicBezTo>
                <a:cubicBezTo>
                  <a:pt x="140" y="5"/>
                  <a:pt x="145" y="0"/>
                  <a:pt x="152" y="0"/>
                </a:cubicBezTo>
                <a:cubicBezTo>
                  <a:pt x="157" y="0"/>
                  <a:pt x="161" y="3"/>
                  <a:pt x="163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74" y="28"/>
                  <a:pt x="174" y="28"/>
                  <a:pt x="174" y="28"/>
                </a:cubicBezTo>
                <a:cubicBezTo>
                  <a:pt x="167" y="31"/>
                  <a:pt x="160" y="37"/>
                  <a:pt x="155" y="43"/>
                </a:cubicBezTo>
                <a:moveTo>
                  <a:pt x="114" y="18"/>
                </a:moveTo>
                <a:cubicBezTo>
                  <a:pt x="88" y="68"/>
                  <a:pt x="88" y="68"/>
                  <a:pt x="88" y="68"/>
                </a:cubicBezTo>
                <a:cubicBezTo>
                  <a:pt x="61" y="68"/>
                  <a:pt x="61" y="68"/>
                  <a:pt x="61" y="68"/>
                </a:cubicBezTo>
                <a:cubicBezTo>
                  <a:pt x="93" y="7"/>
                  <a:pt x="93" y="7"/>
                  <a:pt x="93" y="7"/>
                </a:cubicBezTo>
                <a:cubicBezTo>
                  <a:pt x="93" y="7"/>
                  <a:pt x="93" y="7"/>
                  <a:pt x="93" y="7"/>
                </a:cubicBezTo>
                <a:cubicBezTo>
                  <a:pt x="95" y="3"/>
                  <a:pt x="99" y="0"/>
                  <a:pt x="104" y="0"/>
                </a:cubicBezTo>
                <a:cubicBezTo>
                  <a:pt x="111" y="0"/>
                  <a:pt x="116" y="5"/>
                  <a:pt x="116" y="12"/>
                </a:cubicBezTo>
                <a:cubicBezTo>
                  <a:pt x="116" y="14"/>
                  <a:pt x="115" y="16"/>
                  <a:pt x="114" y="18"/>
                </a:cubicBezTo>
                <a:close/>
                <a:moveTo>
                  <a:pt x="98" y="80"/>
                </a:moveTo>
                <a:cubicBezTo>
                  <a:pt x="140" y="80"/>
                  <a:pt x="140" y="80"/>
                  <a:pt x="140" y="80"/>
                </a:cubicBezTo>
                <a:cubicBezTo>
                  <a:pt x="140" y="81"/>
                  <a:pt x="140" y="83"/>
                  <a:pt x="140" y="84"/>
                </a:cubicBezTo>
                <a:cubicBezTo>
                  <a:pt x="140" y="104"/>
                  <a:pt x="149" y="122"/>
                  <a:pt x="164" y="134"/>
                </a:cubicBezTo>
                <a:cubicBezTo>
                  <a:pt x="164" y="180"/>
                  <a:pt x="164" y="180"/>
                  <a:pt x="164" y="180"/>
                </a:cubicBezTo>
                <a:cubicBezTo>
                  <a:pt x="164" y="187"/>
                  <a:pt x="169" y="192"/>
                  <a:pt x="176" y="192"/>
                </a:cubicBezTo>
                <a:cubicBezTo>
                  <a:pt x="183" y="192"/>
                  <a:pt x="188" y="187"/>
                  <a:pt x="188" y="180"/>
                </a:cubicBezTo>
                <a:cubicBezTo>
                  <a:pt x="188" y="146"/>
                  <a:pt x="188" y="146"/>
                  <a:pt x="188" y="146"/>
                </a:cubicBezTo>
                <a:cubicBezTo>
                  <a:pt x="193" y="147"/>
                  <a:pt x="198" y="148"/>
                  <a:pt x="204" y="148"/>
                </a:cubicBezTo>
                <a:cubicBezTo>
                  <a:pt x="211" y="148"/>
                  <a:pt x="217" y="147"/>
                  <a:pt x="223" y="145"/>
                </a:cubicBezTo>
                <a:cubicBezTo>
                  <a:pt x="208" y="207"/>
                  <a:pt x="208" y="207"/>
                  <a:pt x="208" y="207"/>
                </a:cubicBezTo>
                <a:cubicBezTo>
                  <a:pt x="208" y="207"/>
                  <a:pt x="208" y="207"/>
                  <a:pt x="208" y="207"/>
                </a:cubicBezTo>
                <a:cubicBezTo>
                  <a:pt x="206" y="212"/>
                  <a:pt x="202" y="216"/>
                  <a:pt x="196" y="216"/>
                </a:cubicBezTo>
                <a:cubicBezTo>
                  <a:pt x="194" y="216"/>
                  <a:pt x="194" y="216"/>
                  <a:pt x="194" y="216"/>
                </a:cubicBezTo>
                <a:cubicBezTo>
                  <a:pt x="191" y="216"/>
                  <a:pt x="191" y="216"/>
                  <a:pt x="191" y="216"/>
                </a:cubicBezTo>
                <a:cubicBezTo>
                  <a:pt x="60" y="216"/>
                  <a:pt x="60" y="216"/>
                  <a:pt x="60" y="216"/>
                </a:cubicBezTo>
                <a:cubicBezTo>
                  <a:pt x="60" y="216"/>
                  <a:pt x="60" y="216"/>
                  <a:pt x="60" y="216"/>
                </a:cubicBezTo>
                <a:cubicBezTo>
                  <a:pt x="60" y="216"/>
                  <a:pt x="60" y="216"/>
                  <a:pt x="60" y="216"/>
                </a:cubicBezTo>
                <a:cubicBezTo>
                  <a:pt x="54" y="216"/>
                  <a:pt x="50" y="212"/>
                  <a:pt x="48" y="207"/>
                </a:cubicBezTo>
                <a:cubicBezTo>
                  <a:pt x="48" y="207"/>
                  <a:pt x="48" y="207"/>
                  <a:pt x="48" y="207"/>
                </a:cubicBezTo>
                <a:cubicBezTo>
                  <a:pt x="23" y="104"/>
                  <a:pt x="23" y="104"/>
                  <a:pt x="23" y="104"/>
                </a:cubicBezTo>
                <a:cubicBezTo>
                  <a:pt x="12" y="104"/>
                  <a:pt x="12" y="104"/>
                  <a:pt x="12" y="104"/>
                </a:cubicBezTo>
                <a:cubicBezTo>
                  <a:pt x="5" y="104"/>
                  <a:pt x="0" y="99"/>
                  <a:pt x="0" y="92"/>
                </a:cubicBezTo>
                <a:cubicBezTo>
                  <a:pt x="0" y="85"/>
                  <a:pt x="5" y="80"/>
                  <a:pt x="12" y="80"/>
                </a:cubicBezTo>
                <a:cubicBezTo>
                  <a:pt x="58" y="80"/>
                  <a:pt x="58" y="80"/>
                  <a:pt x="58" y="80"/>
                </a:cubicBezTo>
                <a:cubicBezTo>
                  <a:pt x="98" y="80"/>
                  <a:pt x="98" y="80"/>
                  <a:pt x="98" y="80"/>
                </a:cubicBezTo>
                <a:close/>
                <a:moveTo>
                  <a:pt x="116" y="180"/>
                </a:moveTo>
                <a:cubicBezTo>
                  <a:pt x="116" y="187"/>
                  <a:pt x="121" y="192"/>
                  <a:pt x="128" y="192"/>
                </a:cubicBezTo>
                <a:cubicBezTo>
                  <a:pt x="135" y="192"/>
                  <a:pt x="140" y="187"/>
                  <a:pt x="140" y="180"/>
                </a:cubicBezTo>
                <a:cubicBezTo>
                  <a:pt x="140" y="116"/>
                  <a:pt x="140" y="116"/>
                  <a:pt x="140" y="116"/>
                </a:cubicBezTo>
                <a:cubicBezTo>
                  <a:pt x="140" y="109"/>
                  <a:pt x="135" y="104"/>
                  <a:pt x="128" y="104"/>
                </a:cubicBezTo>
                <a:cubicBezTo>
                  <a:pt x="121" y="104"/>
                  <a:pt x="116" y="109"/>
                  <a:pt x="116" y="116"/>
                </a:cubicBezTo>
                <a:lnTo>
                  <a:pt x="116" y="180"/>
                </a:lnTo>
                <a:close/>
                <a:moveTo>
                  <a:pt x="92" y="116"/>
                </a:moveTo>
                <a:cubicBezTo>
                  <a:pt x="92" y="109"/>
                  <a:pt x="87" y="104"/>
                  <a:pt x="80" y="104"/>
                </a:cubicBezTo>
                <a:cubicBezTo>
                  <a:pt x="73" y="104"/>
                  <a:pt x="68" y="109"/>
                  <a:pt x="68" y="116"/>
                </a:cubicBezTo>
                <a:cubicBezTo>
                  <a:pt x="68" y="180"/>
                  <a:pt x="68" y="180"/>
                  <a:pt x="68" y="180"/>
                </a:cubicBezTo>
                <a:cubicBezTo>
                  <a:pt x="68" y="187"/>
                  <a:pt x="73" y="192"/>
                  <a:pt x="80" y="192"/>
                </a:cubicBezTo>
                <a:cubicBezTo>
                  <a:pt x="87" y="192"/>
                  <a:pt x="92" y="187"/>
                  <a:pt x="92" y="180"/>
                </a:cubicBezTo>
                <a:lnTo>
                  <a:pt x="92" y="11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00" name="Freeform 66"/>
          <p:cNvSpPr/>
          <p:nvPr/>
        </p:nvSpPr>
        <p:spPr>
          <a:xfrm>
            <a:off x="7666200" y="893880"/>
            <a:ext cx="415800" cy="350640"/>
          </a:xfrm>
          <a:custGeom>
            <a:avLst/>
            <a:gdLst/>
            <a:ahLst/>
            <a:rect l="l" t="t" r="r" b="b"/>
            <a:pathLst>
              <a:path w="256" h="216">
                <a:moveTo>
                  <a:pt x="204" y="136"/>
                </a:moveTo>
                <a:cubicBezTo>
                  <a:pt x="175" y="136"/>
                  <a:pt x="152" y="113"/>
                  <a:pt x="152" y="84"/>
                </a:cubicBezTo>
                <a:cubicBezTo>
                  <a:pt x="152" y="55"/>
                  <a:pt x="175" y="32"/>
                  <a:pt x="204" y="32"/>
                </a:cubicBezTo>
                <a:cubicBezTo>
                  <a:pt x="233" y="32"/>
                  <a:pt x="256" y="55"/>
                  <a:pt x="256" y="84"/>
                </a:cubicBezTo>
                <a:cubicBezTo>
                  <a:pt x="256" y="113"/>
                  <a:pt x="233" y="136"/>
                  <a:pt x="204" y="136"/>
                </a:cubicBezTo>
                <a:moveTo>
                  <a:pt x="228" y="60"/>
                </a:moveTo>
                <a:cubicBezTo>
                  <a:pt x="225" y="60"/>
                  <a:pt x="222" y="61"/>
                  <a:pt x="220" y="64"/>
                </a:cubicBezTo>
                <a:cubicBezTo>
                  <a:pt x="196" y="87"/>
                  <a:pt x="196" y="87"/>
                  <a:pt x="196" y="87"/>
                </a:cubicBezTo>
                <a:cubicBezTo>
                  <a:pt x="188" y="80"/>
                  <a:pt x="188" y="80"/>
                  <a:pt x="188" y="80"/>
                </a:cubicBezTo>
                <a:cubicBezTo>
                  <a:pt x="186" y="77"/>
                  <a:pt x="183" y="76"/>
                  <a:pt x="180" y="76"/>
                </a:cubicBezTo>
                <a:cubicBezTo>
                  <a:pt x="173" y="76"/>
                  <a:pt x="168" y="81"/>
                  <a:pt x="168" y="88"/>
                </a:cubicBezTo>
                <a:cubicBezTo>
                  <a:pt x="168" y="91"/>
                  <a:pt x="169" y="94"/>
                  <a:pt x="172" y="96"/>
                </a:cubicBezTo>
                <a:cubicBezTo>
                  <a:pt x="188" y="112"/>
                  <a:pt x="188" y="112"/>
                  <a:pt x="188" y="112"/>
                </a:cubicBezTo>
                <a:cubicBezTo>
                  <a:pt x="190" y="115"/>
                  <a:pt x="193" y="116"/>
                  <a:pt x="196" y="116"/>
                </a:cubicBezTo>
                <a:cubicBezTo>
                  <a:pt x="199" y="116"/>
                  <a:pt x="202" y="115"/>
                  <a:pt x="204" y="112"/>
                </a:cubicBezTo>
                <a:cubicBezTo>
                  <a:pt x="236" y="80"/>
                  <a:pt x="236" y="80"/>
                  <a:pt x="236" y="80"/>
                </a:cubicBezTo>
                <a:cubicBezTo>
                  <a:pt x="239" y="78"/>
                  <a:pt x="240" y="75"/>
                  <a:pt x="240" y="72"/>
                </a:cubicBezTo>
                <a:cubicBezTo>
                  <a:pt x="240" y="65"/>
                  <a:pt x="235" y="60"/>
                  <a:pt x="228" y="60"/>
                </a:cubicBezTo>
                <a:moveTo>
                  <a:pt x="155" y="43"/>
                </a:moveTo>
                <a:cubicBezTo>
                  <a:pt x="142" y="18"/>
                  <a:pt x="142" y="18"/>
                  <a:pt x="142" y="18"/>
                </a:cubicBezTo>
                <a:cubicBezTo>
                  <a:pt x="142" y="18"/>
                  <a:pt x="142" y="18"/>
                  <a:pt x="142" y="18"/>
                </a:cubicBezTo>
                <a:cubicBezTo>
                  <a:pt x="141" y="16"/>
                  <a:pt x="140" y="14"/>
                  <a:pt x="140" y="12"/>
                </a:cubicBezTo>
                <a:cubicBezTo>
                  <a:pt x="140" y="5"/>
                  <a:pt x="145" y="0"/>
                  <a:pt x="152" y="0"/>
                </a:cubicBezTo>
                <a:cubicBezTo>
                  <a:pt x="157" y="0"/>
                  <a:pt x="161" y="3"/>
                  <a:pt x="163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74" y="28"/>
                  <a:pt x="174" y="28"/>
                  <a:pt x="174" y="28"/>
                </a:cubicBezTo>
                <a:cubicBezTo>
                  <a:pt x="167" y="31"/>
                  <a:pt x="160" y="37"/>
                  <a:pt x="155" y="43"/>
                </a:cubicBezTo>
                <a:moveTo>
                  <a:pt x="114" y="18"/>
                </a:moveTo>
                <a:cubicBezTo>
                  <a:pt x="88" y="68"/>
                  <a:pt x="88" y="68"/>
                  <a:pt x="88" y="68"/>
                </a:cubicBezTo>
                <a:cubicBezTo>
                  <a:pt x="61" y="68"/>
                  <a:pt x="61" y="68"/>
                  <a:pt x="61" y="68"/>
                </a:cubicBezTo>
                <a:cubicBezTo>
                  <a:pt x="93" y="7"/>
                  <a:pt x="93" y="7"/>
                  <a:pt x="93" y="7"/>
                </a:cubicBezTo>
                <a:cubicBezTo>
                  <a:pt x="93" y="7"/>
                  <a:pt x="93" y="7"/>
                  <a:pt x="93" y="7"/>
                </a:cubicBezTo>
                <a:cubicBezTo>
                  <a:pt x="95" y="3"/>
                  <a:pt x="99" y="0"/>
                  <a:pt x="104" y="0"/>
                </a:cubicBezTo>
                <a:cubicBezTo>
                  <a:pt x="111" y="0"/>
                  <a:pt x="116" y="5"/>
                  <a:pt x="116" y="12"/>
                </a:cubicBezTo>
                <a:cubicBezTo>
                  <a:pt x="116" y="14"/>
                  <a:pt x="115" y="16"/>
                  <a:pt x="114" y="18"/>
                </a:cubicBezTo>
                <a:close/>
                <a:moveTo>
                  <a:pt x="98" y="80"/>
                </a:moveTo>
                <a:cubicBezTo>
                  <a:pt x="140" y="80"/>
                  <a:pt x="140" y="80"/>
                  <a:pt x="140" y="80"/>
                </a:cubicBezTo>
                <a:cubicBezTo>
                  <a:pt x="140" y="81"/>
                  <a:pt x="140" y="83"/>
                  <a:pt x="140" y="84"/>
                </a:cubicBezTo>
                <a:cubicBezTo>
                  <a:pt x="140" y="104"/>
                  <a:pt x="149" y="122"/>
                  <a:pt x="164" y="134"/>
                </a:cubicBezTo>
                <a:cubicBezTo>
                  <a:pt x="164" y="180"/>
                  <a:pt x="164" y="180"/>
                  <a:pt x="164" y="180"/>
                </a:cubicBezTo>
                <a:cubicBezTo>
                  <a:pt x="164" y="187"/>
                  <a:pt x="169" y="192"/>
                  <a:pt x="176" y="192"/>
                </a:cubicBezTo>
                <a:cubicBezTo>
                  <a:pt x="183" y="192"/>
                  <a:pt x="188" y="187"/>
                  <a:pt x="188" y="180"/>
                </a:cubicBezTo>
                <a:cubicBezTo>
                  <a:pt x="188" y="146"/>
                  <a:pt x="188" y="146"/>
                  <a:pt x="188" y="146"/>
                </a:cubicBezTo>
                <a:cubicBezTo>
                  <a:pt x="193" y="147"/>
                  <a:pt x="198" y="148"/>
                  <a:pt x="204" y="148"/>
                </a:cubicBezTo>
                <a:cubicBezTo>
                  <a:pt x="211" y="148"/>
                  <a:pt x="217" y="147"/>
                  <a:pt x="223" y="145"/>
                </a:cubicBezTo>
                <a:cubicBezTo>
                  <a:pt x="208" y="207"/>
                  <a:pt x="208" y="207"/>
                  <a:pt x="208" y="207"/>
                </a:cubicBezTo>
                <a:cubicBezTo>
                  <a:pt x="208" y="207"/>
                  <a:pt x="208" y="207"/>
                  <a:pt x="208" y="207"/>
                </a:cubicBezTo>
                <a:cubicBezTo>
                  <a:pt x="206" y="212"/>
                  <a:pt x="202" y="216"/>
                  <a:pt x="196" y="216"/>
                </a:cubicBezTo>
                <a:cubicBezTo>
                  <a:pt x="194" y="216"/>
                  <a:pt x="194" y="216"/>
                  <a:pt x="194" y="216"/>
                </a:cubicBezTo>
                <a:cubicBezTo>
                  <a:pt x="191" y="216"/>
                  <a:pt x="191" y="216"/>
                  <a:pt x="191" y="216"/>
                </a:cubicBezTo>
                <a:cubicBezTo>
                  <a:pt x="60" y="216"/>
                  <a:pt x="60" y="216"/>
                  <a:pt x="60" y="216"/>
                </a:cubicBezTo>
                <a:cubicBezTo>
                  <a:pt x="60" y="216"/>
                  <a:pt x="60" y="216"/>
                  <a:pt x="60" y="216"/>
                </a:cubicBezTo>
                <a:cubicBezTo>
                  <a:pt x="60" y="216"/>
                  <a:pt x="60" y="216"/>
                  <a:pt x="60" y="216"/>
                </a:cubicBezTo>
                <a:cubicBezTo>
                  <a:pt x="54" y="216"/>
                  <a:pt x="50" y="212"/>
                  <a:pt x="48" y="207"/>
                </a:cubicBezTo>
                <a:cubicBezTo>
                  <a:pt x="48" y="207"/>
                  <a:pt x="48" y="207"/>
                  <a:pt x="48" y="207"/>
                </a:cubicBezTo>
                <a:cubicBezTo>
                  <a:pt x="23" y="104"/>
                  <a:pt x="23" y="104"/>
                  <a:pt x="23" y="104"/>
                </a:cubicBezTo>
                <a:cubicBezTo>
                  <a:pt x="12" y="104"/>
                  <a:pt x="12" y="104"/>
                  <a:pt x="12" y="104"/>
                </a:cubicBezTo>
                <a:cubicBezTo>
                  <a:pt x="5" y="104"/>
                  <a:pt x="0" y="99"/>
                  <a:pt x="0" y="92"/>
                </a:cubicBezTo>
                <a:cubicBezTo>
                  <a:pt x="0" y="85"/>
                  <a:pt x="5" y="80"/>
                  <a:pt x="12" y="80"/>
                </a:cubicBezTo>
                <a:cubicBezTo>
                  <a:pt x="58" y="80"/>
                  <a:pt x="58" y="80"/>
                  <a:pt x="58" y="80"/>
                </a:cubicBezTo>
                <a:cubicBezTo>
                  <a:pt x="98" y="80"/>
                  <a:pt x="98" y="80"/>
                  <a:pt x="98" y="80"/>
                </a:cubicBezTo>
                <a:close/>
                <a:moveTo>
                  <a:pt x="116" y="180"/>
                </a:moveTo>
                <a:cubicBezTo>
                  <a:pt x="116" y="187"/>
                  <a:pt x="121" y="192"/>
                  <a:pt x="128" y="192"/>
                </a:cubicBezTo>
                <a:cubicBezTo>
                  <a:pt x="135" y="192"/>
                  <a:pt x="140" y="187"/>
                  <a:pt x="140" y="180"/>
                </a:cubicBezTo>
                <a:cubicBezTo>
                  <a:pt x="140" y="116"/>
                  <a:pt x="140" y="116"/>
                  <a:pt x="140" y="116"/>
                </a:cubicBezTo>
                <a:cubicBezTo>
                  <a:pt x="140" y="109"/>
                  <a:pt x="135" y="104"/>
                  <a:pt x="128" y="104"/>
                </a:cubicBezTo>
                <a:cubicBezTo>
                  <a:pt x="121" y="104"/>
                  <a:pt x="116" y="109"/>
                  <a:pt x="116" y="116"/>
                </a:cubicBezTo>
                <a:lnTo>
                  <a:pt x="116" y="180"/>
                </a:lnTo>
                <a:close/>
                <a:moveTo>
                  <a:pt x="92" y="116"/>
                </a:moveTo>
                <a:cubicBezTo>
                  <a:pt x="92" y="109"/>
                  <a:pt x="87" y="104"/>
                  <a:pt x="80" y="104"/>
                </a:cubicBezTo>
                <a:cubicBezTo>
                  <a:pt x="73" y="104"/>
                  <a:pt x="68" y="109"/>
                  <a:pt x="68" y="116"/>
                </a:cubicBezTo>
                <a:cubicBezTo>
                  <a:pt x="68" y="180"/>
                  <a:pt x="68" y="180"/>
                  <a:pt x="68" y="180"/>
                </a:cubicBezTo>
                <a:cubicBezTo>
                  <a:pt x="68" y="187"/>
                  <a:pt x="73" y="192"/>
                  <a:pt x="80" y="192"/>
                </a:cubicBezTo>
                <a:cubicBezTo>
                  <a:pt x="87" y="192"/>
                  <a:pt x="92" y="187"/>
                  <a:pt x="92" y="180"/>
                </a:cubicBezTo>
                <a:lnTo>
                  <a:pt x="92" y="11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01" name="Freeform 67"/>
          <p:cNvSpPr/>
          <p:nvPr/>
        </p:nvSpPr>
        <p:spPr>
          <a:xfrm>
            <a:off x="6937200" y="893880"/>
            <a:ext cx="416160" cy="350640"/>
          </a:xfrm>
          <a:custGeom>
            <a:avLst/>
            <a:gdLst/>
            <a:ahLst/>
            <a:rect l="l" t="t" r="r" b="b"/>
            <a:pathLst>
              <a:path w="256" h="216">
                <a:moveTo>
                  <a:pt x="204" y="136"/>
                </a:moveTo>
                <a:cubicBezTo>
                  <a:pt x="175" y="136"/>
                  <a:pt x="152" y="113"/>
                  <a:pt x="152" y="84"/>
                </a:cubicBezTo>
                <a:cubicBezTo>
                  <a:pt x="152" y="55"/>
                  <a:pt x="175" y="32"/>
                  <a:pt x="204" y="32"/>
                </a:cubicBezTo>
                <a:cubicBezTo>
                  <a:pt x="233" y="32"/>
                  <a:pt x="256" y="55"/>
                  <a:pt x="256" y="84"/>
                </a:cubicBezTo>
                <a:cubicBezTo>
                  <a:pt x="256" y="113"/>
                  <a:pt x="233" y="136"/>
                  <a:pt x="204" y="136"/>
                </a:cubicBezTo>
                <a:moveTo>
                  <a:pt x="228" y="72"/>
                </a:moveTo>
                <a:cubicBezTo>
                  <a:pt x="180" y="72"/>
                  <a:pt x="180" y="72"/>
                  <a:pt x="180" y="72"/>
                </a:cubicBezTo>
                <a:cubicBezTo>
                  <a:pt x="173" y="72"/>
                  <a:pt x="168" y="77"/>
                  <a:pt x="168" y="84"/>
                </a:cubicBezTo>
                <a:cubicBezTo>
                  <a:pt x="168" y="91"/>
                  <a:pt x="173" y="96"/>
                  <a:pt x="180" y="96"/>
                </a:cubicBezTo>
                <a:cubicBezTo>
                  <a:pt x="228" y="96"/>
                  <a:pt x="228" y="96"/>
                  <a:pt x="228" y="96"/>
                </a:cubicBezTo>
                <a:cubicBezTo>
                  <a:pt x="235" y="96"/>
                  <a:pt x="240" y="91"/>
                  <a:pt x="240" y="84"/>
                </a:cubicBezTo>
                <a:cubicBezTo>
                  <a:pt x="240" y="77"/>
                  <a:pt x="235" y="72"/>
                  <a:pt x="228" y="72"/>
                </a:cubicBezTo>
                <a:moveTo>
                  <a:pt x="155" y="43"/>
                </a:moveTo>
                <a:cubicBezTo>
                  <a:pt x="142" y="18"/>
                  <a:pt x="142" y="18"/>
                  <a:pt x="142" y="18"/>
                </a:cubicBezTo>
                <a:cubicBezTo>
                  <a:pt x="142" y="18"/>
                  <a:pt x="142" y="18"/>
                  <a:pt x="142" y="18"/>
                </a:cubicBezTo>
                <a:cubicBezTo>
                  <a:pt x="141" y="16"/>
                  <a:pt x="140" y="14"/>
                  <a:pt x="140" y="12"/>
                </a:cubicBezTo>
                <a:cubicBezTo>
                  <a:pt x="140" y="5"/>
                  <a:pt x="145" y="0"/>
                  <a:pt x="152" y="0"/>
                </a:cubicBezTo>
                <a:cubicBezTo>
                  <a:pt x="157" y="0"/>
                  <a:pt x="161" y="3"/>
                  <a:pt x="163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74" y="28"/>
                  <a:pt x="174" y="28"/>
                  <a:pt x="174" y="28"/>
                </a:cubicBezTo>
                <a:cubicBezTo>
                  <a:pt x="167" y="31"/>
                  <a:pt x="160" y="37"/>
                  <a:pt x="155" y="43"/>
                </a:cubicBezTo>
                <a:moveTo>
                  <a:pt x="114" y="18"/>
                </a:moveTo>
                <a:cubicBezTo>
                  <a:pt x="88" y="68"/>
                  <a:pt x="88" y="68"/>
                  <a:pt x="88" y="68"/>
                </a:cubicBezTo>
                <a:cubicBezTo>
                  <a:pt x="61" y="68"/>
                  <a:pt x="61" y="68"/>
                  <a:pt x="61" y="68"/>
                </a:cubicBezTo>
                <a:cubicBezTo>
                  <a:pt x="93" y="7"/>
                  <a:pt x="93" y="7"/>
                  <a:pt x="93" y="7"/>
                </a:cubicBezTo>
                <a:cubicBezTo>
                  <a:pt x="93" y="7"/>
                  <a:pt x="93" y="7"/>
                  <a:pt x="93" y="7"/>
                </a:cubicBezTo>
                <a:cubicBezTo>
                  <a:pt x="95" y="3"/>
                  <a:pt x="99" y="0"/>
                  <a:pt x="104" y="0"/>
                </a:cubicBezTo>
                <a:cubicBezTo>
                  <a:pt x="111" y="0"/>
                  <a:pt x="116" y="5"/>
                  <a:pt x="116" y="12"/>
                </a:cubicBezTo>
                <a:cubicBezTo>
                  <a:pt x="116" y="14"/>
                  <a:pt x="115" y="16"/>
                  <a:pt x="114" y="18"/>
                </a:cubicBezTo>
                <a:close/>
                <a:moveTo>
                  <a:pt x="98" y="80"/>
                </a:moveTo>
                <a:cubicBezTo>
                  <a:pt x="140" y="80"/>
                  <a:pt x="140" y="80"/>
                  <a:pt x="140" y="80"/>
                </a:cubicBezTo>
                <a:cubicBezTo>
                  <a:pt x="140" y="81"/>
                  <a:pt x="140" y="83"/>
                  <a:pt x="140" y="84"/>
                </a:cubicBezTo>
                <a:cubicBezTo>
                  <a:pt x="140" y="104"/>
                  <a:pt x="149" y="122"/>
                  <a:pt x="164" y="134"/>
                </a:cubicBezTo>
                <a:cubicBezTo>
                  <a:pt x="164" y="180"/>
                  <a:pt x="164" y="180"/>
                  <a:pt x="164" y="180"/>
                </a:cubicBezTo>
                <a:cubicBezTo>
                  <a:pt x="164" y="187"/>
                  <a:pt x="169" y="192"/>
                  <a:pt x="176" y="192"/>
                </a:cubicBezTo>
                <a:cubicBezTo>
                  <a:pt x="183" y="192"/>
                  <a:pt x="188" y="187"/>
                  <a:pt x="188" y="180"/>
                </a:cubicBezTo>
                <a:cubicBezTo>
                  <a:pt x="188" y="146"/>
                  <a:pt x="188" y="146"/>
                  <a:pt x="188" y="146"/>
                </a:cubicBezTo>
                <a:cubicBezTo>
                  <a:pt x="193" y="147"/>
                  <a:pt x="198" y="148"/>
                  <a:pt x="204" y="148"/>
                </a:cubicBezTo>
                <a:cubicBezTo>
                  <a:pt x="211" y="148"/>
                  <a:pt x="217" y="147"/>
                  <a:pt x="223" y="145"/>
                </a:cubicBezTo>
                <a:cubicBezTo>
                  <a:pt x="208" y="207"/>
                  <a:pt x="208" y="207"/>
                  <a:pt x="208" y="207"/>
                </a:cubicBezTo>
                <a:cubicBezTo>
                  <a:pt x="208" y="207"/>
                  <a:pt x="208" y="207"/>
                  <a:pt x="208" y="207"/>
                </a:cubicBezTo>
                <a:cubicBezTo>
                  <a:pt x="206" y="212"/>
                  <a:pt x="202" y="216"/>
                  <a:pt x="196" y="216"/>
                </a:cubicBezTo>
                <a:cubicBezTo>
                  <a:pt x="194" y="216"/>
                  <a:pt x="194" y="216"/>
                  <a:pt x="194" y="216"/>
                </a:cubicBezTo>
                <a:cubicBezTo>
                  <a:pt x="191" y="216"/>
                  <a:pt x="191" y="216"/>
                  <a:pt x="191" y="216"/>
                </a:cubicBezTo>
                <a:cubicBezTo>
                  <a:pt x="60" y="216"/>
                  <a:pt x="60" y="216"/>
                  <a:pt x="60" y="216"/>
                </a:cubicBezTo>
                <a:cubicBezTo>
                  <a:pt x="60" y="216"/>
                  <a:pt x="60" y="216"/>
                  <a:pt x="60" y="216"/>
                </a:cubicBezTo>
                <a:cubicBezTo>
                  <a:pt x="60" y="216"/>
                  <a:pt x="60" y="216"/>
                  <a:pt x="60" y="216"/>
                </a:cubicBezTo>
                <a:cubicBezTo>
                  <a:pt x="54" y="216"/>
                  <a:pt x="50" y="212"/>
                  <a:pt x="48" y="207"/>
                </a:cubicBezTo>
                <a:cubicBezTo>
                  <a:pt x="48" y="207"/>
                  <a:pt x="48" y="207"/>
                  <a:pt x="48" y="207"/>
                </a:cubicBezTo>
                <a:cubicBezTo>
                  <a:pt x="23" y="104"/>
                  <a:pt x="23" y="104"/>
                  <a:pt x="23" y="104"/>
                </a:cubicBezTo>
                <a:cubicBezTo>
                  <a:pt x="12" y="104"/>
                  <a:pt x="12" y="104"/>
                  <a:pt x="12" y="104"/>
                </a:cubicBezTo>
                <a:cubicBezTo>
                  <a:pt x="5" y="104"/>
                  <a:pt x="0" y="99"/>
                  <a:pt x="0" y="92"/>
                </a:cubicBezTo>
                <a:cubicBezTo>
                  <a:pt x="0" y="85"/>
                  <a:pt x="5" y="80"/>
                  <a:pt x="12" y="80"/>
                </a:cubicBezTo>
                <a:cubicBezTo>
                  <a:pt x="58" y="80"/>
                  <a:pt x="58" y="80"/>
                  <a:pt x="58" y="80"/>
                </a:cubicBezTo>
                <a:cubicBezTo>
                  <a:pt x="98" y="80"/>
                  <a:pt x="98" y="80"/>
                  <a:pt x="98" y="80"/>
                </a:cubicBezTo>
                <a:close/>
                <a:moveTo>
                  <a:pt x="116" y="180"/>
                </a:moveTo>
                <a:cubicBezTo>
                  <a:pt x="116" y="187"/>
                  <a:pt x="121" y="192"/>
                  <a:pt x="128" y="192"/>
                </a:cubicBezTo>
                <a:cubicBezTo>
                  <a:pt x="135" y="192"/>
                  <a:pt x="140" y="187"/>
                  <a:pt x="140" y="180"/>
                </a:cubicBezTo>
                <a:cubicBezTo>
                  <a:pt x="140" y="116"/>
                  <a:pt x="140" y="116"/>
                  <a:pt x="140" y="116"/>
                </a:cubicBezTo>
                <a:cubicBezTo>
                  <a:pt x="140" y="109"/>
                  <a:pt x="135" y="104"/>
                  <a:pt x="128" y="104"/>
                </a:cubicBezTo>
                <a:cubicBezTo>
                  <a:pt x="121" y="104"/>
                  <a:pt x="116" y="109"/>
                  <a:pt x="116" y="116"/>
                </a:cubicBezTo>
                <a:lnTo>
                  <a:pt x="116" y="180"/>
                </a:lnTo>
                <a:close/>
                <a:moveTo>
                  <a:pt x="92" y="116"/>
                </a:moveTo>
                <a:cubicBezTo>
                  <a:pt x="92" y="109"/>
                  <a:pt x="87" y="104"/>
                  <a:pt x="80" y="104"/>
                </a:cubicBezTo>
                <a:cubicBezTo>
                  <a:pt x="73" y="104"/>
                  <a:pt x="68" y="109"/>
                  <a:pt x="68" y="116"/>
                </a:cubicBezTo>
                <a:cubicBezTo>
                  <a:pt x="68" y="180"/>
                  <a:pt x="68" y="180"/>
                  <a:pt x="68" y="180"/>
                </a:cubicBezTo>
                <a:cubicBezTo>
                  <a:pt x="68" y="187"/>
                  <a:pt x="73" y="192"/>
                  <a:pt x="80" y="192"/>
                </a:cubicBezTo>
                <a:cubicBezTo>
                  <a:pt x="87" y="192"/>
                  <a:pt x="92" y="187"/>
                  <a:pt x="92" y="180"/>
                </a:cubicBezTo>
                <a:lnTo>
                  <a:pt x="92" y="11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02" name="Freeform 68"/>
          <p:cNvSpPr/>
          <p:nvPr/>
        </p:nvSpPr>
        <p:spPr>
          <a:xfrm>
            <a:off x="6208560" y="893880"/>
            <a:ext cx="416160" cy="350640"/>
          </a:xfrm>
          <a:custGeom>
            <a:avLst/>
            <a:gdLst/>
            <a:ahLst/>
            <a:rect l="l" t="t" r="r" b="b"/>
            <a:pathLst>
              <a:path w="256" h="216">
                <a:moveTo>
                  <a:pt x="204" y="136"/>
                </a:moveTo>
                <a:cubicBezTo>
                  <a:pt x="175" y="136"/>
                  <a:pt x="152" y="113"/>
                  <a:pt x="152" y="84"/>
                </a:cubicBezTo>
                <a:cubicBezTo>
                  <a:pt x="152" y="55"/>
                  <a:pt x="175" y="32"/>
                  <a:pt x="204" y="32"/>
                </a:cubicBezTo>
                <a:cubicBezTo>
                  <a:pt x="233" y="32"/>
                  <a:pt x="256" y="55"/>
                  <a:pt x="256" y="84"/>
                </a:cubicBezTo>
                <a:cubicBezTo>
                  <a:pt x="256" y="113"/>
                  <a:pt x="233" y="136"/>
                  <a:pt x="204" y="136"/>
                </a:cubicBezTo>
                <a:moveTo>
                  <a:pt x="228" y="72"/>
                </a:moveTo>
                <a:cubicBezTo>
                  <a:pt x="216" y="72"/>
                  <a:pt x="216" y="72"/>
                  <a:pt x="216" y="72"/>
                </a:cubicBezTo>
                <a:cubicBezTo>
                  <a:pt x="216" y="60"/>
                  <a:pt x="216" y="60"/>
                  <a:pt x="216" y="60"/>
                </a:cubicBezTo>
                <a:cubicBezTo>
                  <a:pt x="216" y="53"/>
                  <a:pt x="211" y="48"/>
                  <a:pt x="204" y="48"/>
                </a:cubicBezTo>
                <a:cubicBezTo>
                  <a:pt x="197" y="48"/>
                  <a:pt x="192" y="53"/>
                  <a:pt x="192" y="60"/>
                </a:cubicBezTo>
                <a:cubicBezTo>
                  <a:pt x="192" y="72"/>
                  <a:pt x="192" y="72"/>
                  <a:pt x="192" y="72"/>
                </a:cubicBezTo>
                <a:cubicBezTo>
                  <a:pt x="180" y="72"/>
                  <a:pt x="180" y="72"/>
                  <a:pt x="180" y="72"/>
                </a:cubicBezTo>
                <a:cubicBezTo>
                  <a:pt x="173" y="72"/>
                  <a:pt x="168" y="77"/>
                  <a:pt x="168" y="84"/>
                </a:cubicBezTo>
                <a:cubicBezTo>
                  <a:pt x="168" y="91"/>
                  <a:pt x="173" y="96"/>
                  <a:pt x="180" y="96"/>
                </a:cubicBezTo>
                <a:cubicBezTo>
                  <a:pt x="192" y="96"/>
                  <a:pt x="192" y="96"/>
                  <a:pt x="192" y="96"/>
                </a:cubicBezTo>
                <a:cubicBezTo>
                  <a:pt x="192" y="108"/>
                  <a:pt x="192" y="108"/>
                  <a:pt x="192" y="108"/>
                </a:cubicBezTo>
                <a:cubicBezTo>
                  <a:pt x="192" y="115"/>
                  <a:pt x="197" y="120"/>
                  <a:pt x="204" y="120"/>
                </a:cubicBezTo>
                <a:cubicBezTo>
                  <a:pt x="211" y="120"/>
                  <a:pt x="216" y="115"/>
                  <a:pt x="216" y="108"/>
                </a:cubicBezTo>
                <a:cubicBezTo>
                  <a:pt x="216" y="96"/>
                  <a:pt x="216" y="96"/>
                  <a:pt x="216" y="96"/>
                </a:cubicBezTo>
                <a:cubicBezTo>
                  <a:pt x="228" y="96"/>
                  <a:pt x="228" y="96"/>
                  <a:pt x="228" y="96"/>
                </a:cubicBezTo>
                <a:cubicBezTo>
                  <a:pt x="235" y="96"/>
                  <a:pt x="240" y="91"/>
                  <a:pt x="240" y="84"/>
                </a:cubicBezTo>
                <a:cubicBezTo>
                  <a:pt x="240" y="77"/>
                  <a:pt x="235" y="72"/>
                  <a:pt x="228" y="72"/>
                </a:cubicBezTo>
                <a:moveTo>
                  <a:pt x="155" y="43"/>
                </a:moveTo>
                <a:cubicBezTo>
                  <a:pt x="142" y="18"/>
                  <a:pt x="142" y="18"/>
                  <a:pt x="142" y="18"/>
                </a:cubicBezTo>
                <a:cubicBezTo>
                  <a:pt x="142" y="18"/>
                  <a:pt x="142" y="18"/>
                  <a:pt x="142" y="18"/>
                </a:cubicBezTo>
                <a:cubicBezTo>
                  <a:pt x="141" y="16"/>
                  <a:pt x="140" y="14"/>
                  <a:pt x="140" y="12"/>
                </a:cubicBezTo>
                <a:cubicBezTo>
                  <a:pt x="140" y="5"/>
                  <a:pt x="145" y="0"/>
                  <a:pt x="152" y="0"/>
                </a:cubicBezTo>
                <a:cubicBezTo>
                  <a:pt x="157" y="0"/>
                  <a:pt x="161" y="3"/>
                  <a:pt x="163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74" y="28"/>
                  <a:pt x="174" y="28"/>
                  <a:pt x="174" y="28"/>
                </a:cubicBezTo>
                <a:cubicBezTo>
                  <a:pt x="167" y="31"/>
                  <a:pt x="160" y="37"/>
                  <a:pt x="155" y="43"/>
                </a:cubicBezTo>
                <a:moveTo>
                  <a:pt x="114" y="18"/>
                </a:moveTo>
                <a:cubicBezTo>
                  <a:pt x="88" y="68"/>
                  <a:pt x="88" y="68"/>
                  <a:pt x="88" y="68"/>
                </a:cubicBezTo>
                <a:cubicBezTo>
                  <a:pt x="61" y="68"/>
                  <a:pt x="61" y="68"/>
                  <a:pt x="61" y="68"/>
                </a:cubicBezTo>
                <a:cubicBezTo>
                  <a:pt x="93" y="7"/>
                  <a:pt x="93" y="7"/>
                  <a:pt x="93" y="7"/>
                </a:cubicBezTo>
                <a:cubicBezTo>
                  <a:pt x="93" y="7"/>
                  <a:pt x="93" y="7"/>
                  <a:pt x="93" y="7"/>
                </a:cubicBezTo>
                <a:cubicBezTo>
                  <a:pt x="95" y="3"/>
                  <a:pt x="99" y="0"/>
                  <a:pt x="104" y="0"/>
                </a:cubicBezTo>
                <a:cubicBezTo>
                  <a:pt x="111" y="0"/>
                  <a:pt x="116" y="5"/>
                  <a:pt x="116" y="12"/>
                </a:cubicBezTo>
                <a:cubicBezTo>
                  <a:pt x="116" y="14"/>
                  <a:pt x="115" y="16"/>
                  <a:pt x="114" y="18"/>
                </a:cubicBezTo>
                <a:close/>
                <a:moveTo>
                  <a:pt x="98" y="80"/>
                </a:moveTo>
                <a:cubicBezTo>
                  <a:pt x="140" y="80"/>
                  <a:pt x="140" y="80"/>
                  <a:pt x="140" y="80"/>
                </a:cubicBezTo>
                <a:cubicBezTo>
                  <a:pt x="140" y="81"/>
                  <a:pt x="140" y="83"/>
                  <a:pt x="140" y="84"/>
                </a:cubicBezTo>
                <a:cubicBezTo>
                  <a:pt x="140" y="104"/>
                  <a:pt x="149" y="122"/>
                  <a:pt x="164" y="134"/>
                </a:cubicBezTo>
                <a:cubicBezTo>
                  <a:pt x="164" y="180"/>
                  <a:pt x="164" y="180"/>
                  <a:pt x="164" y="180"/>
                </a:cubicBezTo>
                <a:cubicBezTo>
                  <a:pt x="164" y="187"/>
                  <a:pt x="169" y="192"/>
                  <a:pt x="176" y="192"/>
                </a:cubicBezTo>
                <a:cubicBezTo>
                  <a:pt x="183" y="192"/>
                  <a:pt x="188" y="187"/>
                  <a:pt x="188" y="180"/>
                </a:cubicBezTo>
                <a:cubicBezTo>
                  <a:pt x="188" y="146"/>
                  <a:pt x="188" y="146"/>
                  <a:pt x="188" y="146"/>
                </a:cubicBezTo>
                <a:cubicBezTo>
                  <a:pt x="193" y="147"/>
                  <a:pt x="198" y="148"/>
                  <a:pt x="204" y="148"/>
                </a:cubicBezTo>
                <a:cubicBezTo>
                  <a:pt x="211" y="148"/>
                  <a:pt x="217" y="147"/>
                  <a:pt x="223" y="145"/>
                </a:cubicBezTo>
                <a:cubicBezTo>
                  <a:pt x="208" y="207"/>
                  <a:pt x="208" y="207"/>
                  <a:pt x="208" y="207"/>
                </a:cubicBezTo>
                <a:cubicBezTo>
                  <a:pt x="208" y="207"/>
                  <a:pt x="208" y="207"/>
                  <a:pt x="208" y="207"/>
                </a:cubicBezTo>
                <a:cubicBezTo>
                  <a:pt x="206" y="212"/>
                  <a:pt x="202" y="216"/>
                  <a:pt x="196" y="216"/>
                </a:cubicBezTo>
                <a:cubicBezTo>
                  <a:pt x="194" y="216"/>
                  <a:pt x="194" y="216"/>
                  <a:pt x="194" y="216"/>
                </a:cubicBezTo>
                <a:cubicBezTo>
                  <a:pt x="191" y="216"/>
                  <a:pt x="191" y="216"/>
                  <a:pt x="191" y="216"/>
                </a:cubicBezTo>
                <a:cubicBezTo>
                  <a:pt x="60" y="216"/>
                  <a:pt x="60" y="216"/>
                  <a:pt x="60" y="216"/>
                </a:cubicBezTo>
                <a:cubicBezTo>
                  <a:pt x="60" y="216"/>
                  <a:pt x="60" y="216"/>
                  <a:pt x="60" y="216"/>
                </a:cubicBezTo>
                <a:cubicBezTo>
                  <a:pt x="60" y="216"/>
                  <a:pt x="60" y="216"/>
                  <a:pt x="60" y="216"/>
                </a:cubicBezTo>
                <a:cubicBezTo>
                  <a:pt x="54" y="216"/>
                  <a:pt x="50" y="212"/>
                  <a:pt x="48" y="207"/>
                </a:cubicBezTo>
                <a:cubicBezTo>
                  <a:pt x="48" y="207"/>
                  <a:pt x="48" y="207"/>
                  <a:pt x="48" y="207"/>
                </a:cubicBezTo>
                <a:cubicBezTo>
                  <a:pt x="23" y="104"/>
                  <a:pt x="23" y="104"/>
                  <a:pt x="23" y="104"/>
                </a:cubicBezTo>
                <a:cubicBezTo>
                  <a:pt x="12" y="104"/>
                  <a:pt x="12" y="104"/>
                  <a:pt x="12" y="104"/>
                </a:cubicBezTo>
                <a:cubicBezTo>
                  <a:pt x="5" y="104"/>
                  <a:pt x="0" y="99"/>
                  <a:pt x="0" y="92"/>
                </a:cubicBezTo>
                <a:cubicBezTo>
                  <a:pt x="0" y="85"/>
                  <a:pt x="5" y="80"/>
                  <a:pt x="12" y="80"/>
                </a:cubicBezTo>
                <a:cubicBezTo>
                  <a:pt x="58" y="80"/>
                  <a:pt x="58" y="80"/>
                  <a:pt x="58" y="80"/>
                </a:cubicBezTo>
                <a:cubicBezTo>
                  <a:pt x="98" y="80"/>
                  <a:pt x="98" y="80"/>
                  <a:pt x="98" y="80"/>
                </a:cubicBezTo>
                <a:close/>
                <a:moveTo>
                  <a:pt x="116" y="180"/>
                </a:moveTo>
                <a:cubicBezTo>
                  <a:pt x="116" y="187"/>
                  <a:pt x="121" y="192"/>
                  <a:pt x="128" y="192"/>
                </a:cubicBezTo>
                <a:cubicBezTo>
                  <a:pt x="135" y="192"/>
                  <a:pt x="140" y="187"/>
                  <a:pt x="140" y="180"/>
                </a:cubicBezTo>
                <a:cubicBezTo>
                  <a:pt x="140" y="116"/>
                  <a:pt x="140" y="116"/>
                  <a:pt x="140" y="116"/>
                </a:cubicBezTo>
                <a:cubicBezTo>
                  <a:pt x="140" y="109"/>
                  <a:pt x="135" y="104"/>
                  <a:pt x="128" y="104"/>
                </a:cubicBezTo>
                <a:cubicBezTo>
                  <a:pt x="121" y="104"/>
                  <a:pt x="116" y="109"/>
                  <a:pt x="116" y="116"/>
                </a:cubicBezTo>
                <a:lnTo>
                  <a:pt x="116" y="180"/>
                </a:lnTo>
                <a:close/>
                <a:moveTo>
                  <a:pt x="92" y="116"/>
                </a:moveTo>
                <a:cubicBezTo>
                  <a:pt x="92" y="109"/>
                  <a:pt x="87" y="104"/>
                  <a:pt x="80" y="104"/>
                </a:cubicBezTo>
                <a:cubicBezTo>
                  <a:pt x="73" y="104"/>
                  <a:pt x="68" y="109"/>
                  <a:pt x="68" y="116"/>
                </a:cubicBezTo>
                <a:cubicBezTo>
                  <a:pt x="68" y="180"/>
                  <a:pt x="68" y="180"/>
                  <a:pt x="68" y="180"/>
                </a:cubicBezTo>
                <a:cubicBezTo>
                  <a:pt x="68" y="187"/>
                  <a:pt x="73" y="192"/>
                  <a:pt x="80" y="192"/>
                </a:cubicBezTo>
                <a:cubicBezTo>
                  <a:pt x="87" y="192"/>
                  <a:pt x="92" y="187"/>
                  <a:pt x="92" y="180"/>
                </a:cubicBezTo>
                <a:lnTo>
                  <a:pt x="92" y="11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03" name="Freeform 69"/>
          <p:cNvSpPr/>
          <p:nvPr/>
        </p:nvSpPr>
        <p:spPr>
          <a:xfrm>
            <a:off x="5479920" y="893880"/>
            <a:ext cx="416160" cy="350640"/>
          </a:xfrm>
          <a:custGeom>
            <a:avLst/>
            <a:gdLst/>
            <a:ahLst/>
            <a:rect l="l" t="t" r="r" b="b"/>
            <a:pathLst>
              <a:path w="256" h="216">
                <a:moveTo>
                  <a:pt x="256" y="90"/>
                </a:moveTo>
                <a:cubicBezTo>
                  <a:pt x="256" y="91"/>
                  <a:pt x="256" y="91"/>
                  <a:pt x="256" y="91"/>
                </a:cubicBezTo>
                <a:cubicBezTo>
                  <a:pt x="256" y="91"/>
                  <a:pt x="256" y="92"/>
                  <a:pt x="256" y="92"/>
                </a:cubicBezTo>
                <a:cubicBezTo>
                  <a:pt x="256" y="92"/>
                  <a:pt x="256" y="92"/>
                  <a:pt x="256" y="92"/>
                </a:cubicBezTo>
                <a:cubicBezTo>
                  <a:pt x="256" y="92"/>
                  <a:pt x="256" y="92"/>
                  <a:pt x="256" y="92"/>
                </a:cubicBezTo>
                <a:cubicBezTo>
                  <a:pt x="256" y="92"/>
                  <a:pt x="256" y="92"/>
                  <a:pt x="256" y="92"/>
                </a:cubicBezTo>
                <a:cubicBezTo>
                  <a:pt x="256" y="99"/>
                  <a:pt x="251" y="104"/>
                  <a:pt x="244" y="104"/>
                </a:cubicBezTo>
                <a:cubicBezTo>
                  <a:pt x="233" y="104"/>
                  <a:pt x="233" y="104"/>
                  <a:pt x="233" y="104"/>
                </a:cubicBezTo>
                <a:cubicBezTo>
                  <a:pt x="208" y="207"/>
                  <a:pt x="208" y="207"/>
                  <a:pt x="208" y="207"/>
                </a:cubicBezTo>
                <a:cubicBezTo>
                  <a:pt x="208" y="207"/>
                  <a:pt x="208" y="207"/>
                  <a:pt x="208" y="207"/>
                </a:cubicBezTo>
                <a:cubicBezTo>
                  <a:pt x="206" y="212"/>
                  <a:pt x="202" y="216"/>
                  <a:pt x="196" y="216"/>
                </a:cubicBezTo>
                <a:cubicBezTo>
                  <a:pt x="194" y="216"/>
                  <a:pt x="194" y="216"/>
                  <a:pt x="194" y="216"/>
                </a:cubicBezTo>
                <a:cubicBezTo>
                  <a:pt x="191" y="216"/>
                  <a:pt x="191" y="216"/>
                  <a:pt x="191" y="216"/>
                </a:cubicBezTo>
                <a:cubicBezTo>
                  <a:pt x="60" y="216"/>
                  <a:pt x="60" y="216"/>
                  <a:pt x="60" y="216"/>
                </a:cubicBezTo>
                <a:cubicBezTo>
                  <a:pt x="60" y="216"/>
                  <a:pt x="60" y="216"/>
                  <a:pt x="60" y="216"/>
                </a:cubicBezTo>
                <a:cubicBezTo>
                  <a:pt x="60" y="216"/>
                  <a:pt x="60" y="216"/>
                  <a:pt x="60" y="216"/>
                </a:cubicBezTo>
                <a:cubicBezTo>
                  <a:pt x="54" y="216"/>
                  <a:pt x="50" y="212"/>
                  <a:pt x="48" y="207"/>
                </a:cubicBezTo>
                <a:cubicBezTo>
                  <a:pt x="48" y="207"/>
                  <a:pt x="48" y="207"/>
                  <a:pt x="48" y="207"/>
                </a:cubicBezTo>
                <a:cubicBezTo>
                  <a:pt x="23" y="104"/>
                  <a:pt x="23" y="104"/>
                  <a:pt x="23" y="104"/>
                </a:cubicBezTo>
                <a:cubicBezTo>
                  <a:pt x="12" y="104"/>
                  <a:pt x="12" y="104"/>
                  <a:pt x="12" y="104"/>
                </a:cubicBezTo>
                <a:cubicBezTo>
                  <a:pt x="5" y="104"/>
                  <a:pt x="0" y="99"/>
                  <a:pt x="0" y="92"/>
                </a:cubicBezTo>
                <a:cubicBezTo>
                  <a:pt x="0" y="85"/>
                  <a:pt x="5" y="80"/>
                  <a:pt x="12" y="80"/>
                </a:cubicBezTo>
                <a:cubicBezTo>
                  <a:pt x="58" y="80"/>
                  <a:pt x="58" y="80"/>
                  <a:pt x="58" y="80"/>
                </a:cubicBezTo>
                <a:cubicBezTo>
                  <a:pt x="98" y="80"/>
                  <a:pt x="98" y="80"/>
                  <a:pt x="98" y="80"/>
                </a:cubicBezTo>
                <a:cubicBezTo>
                  <a:pt x="98" y="80"/>
                  <a:pt x="98" y="80"/>
                  <a:pt x="98" y="80"/>
                </a:cubicBezTo>
                <a:cubicBezTo>
                  <a:pt x="148" y="80"/>
                  <a:pt x="148" y="80"/>
                  <a:pt x="148" y="80"/>
                </a:cubicBezTo>
                <a:cubicBezTo>
                  <a:pt x="148" y="80"/>
                  <a:pt x="148" y="80"/>
                  <a:pt x="148" y="80"/>
                </a:cubicBezTo>
                <a:cubicBezTo>
                  <a:pt x="178" y="80"/>
                  <a:pt x="178" y="80"/>
                  <a:pt x="178" y="80"/>
                </a:cubicBezTo>
                <a:cubicBezTo>
                  <a:pt x="179" y="80"/>
                  <a:pt x="179" y="80"/>
                  <a:pt x="179" y="80"/>
                </a:cubicBezTo>
                <a:cubicBezTo>
                  <a:pt x="196" y="80"/>
                  <a:pt x="196" y="80"/>
                  <a:pt x="196" y="80"/>
                </a:cubicBezTo>
                <a:cubicBezTo>
                  <a:pt x="198" y="80"/>
                  <a:pt x="198" y="80"/>
                  <a:pt x="198" y="80"/>
                </a:cubicBezTo>
                <a:cubicBezTo>
                  <a:pt x="244" y="80"/>
                  <a:pt x="244" y="80"/>
                  <a:pt x="244" y="80"/>
                </a:cubicBezTo>
                <a:cubicBezTo>
                  <a:pt x="244" y="80"/>
                  <a:pt x="244" y="80"/>
                  <a:pt x="244" y="80"/>
                </a:cubicBezTo>
                <a:cubicBezTo>
                  <a:pt x="245" y="80"/>
                  <a:pt x="245" y="80"/>
                  <a:pt x="245" y="80"/>
                </a:cubicBezTo>
                <a:cubicBezTo>
                  <a:pt x="251" y="80"/>
                  <a:pt x="255" y="85"/>
                  <a:pt x="256" y="90"/>
                </a:cubicBezTo>
                <a:cubicBezTo>
                  <a:pt x="256" y="90"/>
                  <a:pt x="256" y="90"/>
                  <a:pt x="256" y="90"/>
                </a:cubicBezTo>
                <a:moveTo>
                  <a:pt x="92" y="116"/>
                </a:moveTo>
                <a:cubicBezTo>
                  <a:pt x="92" y="109"/>
                  <a:pt x="87" y="104"/>
                  <a:pt x="80" y="104"/>
                </a:cubicBezTo>
                <a:cubicBezTo>
                  <a:pt x="73" y="104"/>
                  <a:pt x="68" y="109"/>
                  <a:pt x="68" y="116"/>
                </a:cubicBezTo>
                <a:cubicBezTo>
                  <a:pt x="68" y="180"/>
                  <a:pt x="68" y="180"/>
                  <a:pt x="68" y="180"/>
                </a:cubicBezTo>
                <a:cubicBezTo>
                  <a:pt x="68" y="187"/>
                  <a:pt x="73" y="192"/>
                  <a:pt x="80" y="192"/>
                </a:cubicBezTo>
                <a:cubicBezTo>
                  <a:pt x="87" y="192"/>
                  <a:pt x="92" y="187"/>
                  <a:pt x="92" y="180"/>
                </a:cubicBezTo>
                <a:lnTo>
                  <a:pt x="92" y="116"/>
                </a:lnTo>
                <a:close/>
                <a:moveTo>
                  <a:pt x="140" y="116"/>
                </a:moveTo>
                <a:cubicBezTo>
                  <a:pt x="140" y="109"/>
                  <a:pt x="135" y="104"/>
                  <a:pt x="128" y="104"/>
                </a:cubicBezTo>
                <a:cubicBezTo>
                  <a:pt x="121" y="104"/>
                  <a:pt x="116" y="109"/>
                  <a:pt x="116" y="116"/>
                </a:cubicBezTo>
                <a:cubicBezTo>
                  <a:pt x="116" y="180"/>
                  <a:pt x="116" y="180"/>
                  <a:pt x="116" y="180"/>
                </a:cubicBezTo>
                <a:cubicBezTo>
                  <a:pt x="116" y="187"/>
                  <a:pt x="121" y="192"/>
                  <a:pt x="128" y="192"/>
                </a:cubicBezTo>
                <a:cubicBezTo>
                  <a:pt x="135" y="192"/>
                  <a:pt x="140" y="187"/>
                  <a:pt x="140" y="180"/>
                </a:cubicBezTo>
                <a:lnTo>
                  <a:pt x="140" y="116"/>
                </a:lnTo>
                <a:close/>
                <a:moveTo>
                  <a:pt x="188" y="116"/>
                </a:moveTo>
                <a:cubicBezTo>
                  <a:pt x="188" y="109"/>
                  <a:pt x="183" y="104"/>
                  <a:pt x="176" y="104"/>
                </a:cubicBezTo>
                <a:cubicBezTo>
                  <a:pt x="169" y="104"/>
                  <a:pt x="164" y="109"/>
                  <a:pt x="164" y="116"/>
                </a:cubicBezTo>
                <a:cubicBezTo>
                  <a:pt x="164" y="180"/>
                  <a:pt x="164" y="180"/>
                  <a:pt x="164" y="180"/>
                </a:cubicBezTo>
                <a:cubicBezTo>
                  <a:pt x="164" y="187"/>
                  <a:pt x="169" y="192"/>
                  <a:pt x="176" y="192"/>
                </a:cubicBezTo>
                <a:cubicBezTo>
                  <a:pt x="183" y="192"/>
                  <a:pt x="188" y="187"/>
                  <a:pt x="188" y="180"/>
                </a:cubicBezTo>
                <a:lnTo>
                  <a:pt x="188" y="116"/>
                </a:lnTo>
                <a:close/>
                <a:moveTo>
                  <a:pt x="142" y="18"/>
                </a:moveTo>
                <a:cubicBezTo>
                  <a:pt x="142" y="18"/>
                  <a:pt x="142" y="18"/>
                  <a:pt x="142" y="18"/>
                </a:cubicBezTo>
                <a:cubicBezTo>
                  <a:pt x="141" y="16"/>
                  <a:pt x="140" y="14"/>
                  <a:pt x="140" y="12"/>
                </a:cubicBezTo>
                <a:cubicBezTo>
                  <a:pt x="140" y="5"/>
                  <a:pt x="145" y="0"/>
                  <a:pt x="152" y="0"/>
                </a:cubicBezTo>
                <a:cubicBezTo>
                  <a:pt x="157" y="0"/>
                  <a:pt x="161" y="3"/>
                  <a:pt x="163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95" y="68"/>
                  <a:pt x="195" y="68"/>
                  <a:pt x="195" y="68"/>
                </a:cubicBezTo>
                <a:cubicBezTo>
                  <a:pt x="168" y="68"/>
                  <a:pt x="168" y="68"/>
                  <a:pt x="168" y="68"/>
                </a:cubicBezTo>
                <a:lnTo>
                  <a:pt x="142" y="18"/>
                </a:lnTo>
                <a:close/>
                <a:moveTo>
                  <a:pt x="114" y="18"/>
                </a:moveTo>
                <a:cubicBezTo>
                  <a:pt x="88" y="68"/>
                  <a:pt x="88" y="68"/>
                  <a:pt x="88" y="68"/>
                </a:cubicBezTo>
                <a:cubicBezTo>
                  <a:pt x="61" y="68"/>
                  <a:pt x="61" y="68"/>
                  <a:pt x="61" y="68"/>
                </a:cubicBezTo>
                <a:cubicBezTo>
                  <a:pt x="93" y="7"/>
                  <a:pt x="93" y="7"/>
                  <a:pt x="93" y="7"/>
                </a:cubicBezTo>
                <a:cubicBezTo>
                  <a:pt x="93" y="7"/>
                  <a:pt x="93" y="7"/>
                  <a:pt x="93" y="7"/>
                </a:cubicBezTo>
                <a:cubicBezTo>
                  <a:pt x="95" y="3"/>
                  <a:pt x="99" y="0"/>
                  <a:pt x="104" y="0"/>
                </a:cubicBezTo>
                <a:cubicBezTo>
                  <a:pt x="111" y="0"/>
                  <a:pt x="116" y="5"/>
                  <a:pt x="116" y="12"/>
                </a:cubicBezTo>
                <a:cubicBezTo>
                  <a:pt x="116" y="14"/>
                  <a:pt x="115" y="16"/>
                  <a:pt x="114" y="1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04" name="Freeform 70"/>
          <p:cNvSpPr/>
          <p:nvPr/>
        </p:nvSpPr>
        <p:spPr>
          <a:xfrm>
            <a:off x="4791240" y="860400"/>
            <a:ext cx="338040" cy="415800"/>
          </a:xfrm>
          <a:custGeom>
            <a:avLst/>
            <a:gdLst/>
            <a:ahLst/>
            <a:rect l="l" t="t" r="r" b="b"/>
            <a:pathLst>
              <a:path w="208" h="256">
                <a:moveTo>
                  <a:pt x="196" y="256"/>
                </a:move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232"/>
                  <a:pt x="0" y="232"/>
                  <a:pt x="0" y="232"/>
                </a:cubicBezTo>
                <a:cubicBezTo>
                  <a:pt x="208" y="232"/>
                  <a:pt x="208" y="232"/>
                  <a:pt x="208" y="232"/>
                </a:cubicBezTo>
                <a:cubicBezTo>
                  <a:pt x="208" y="244"/>
                  <a:pt x="208" y="244"/>
                  <a:pt x="208" y="244"/>
                </a:cubicBezTo>
                <a:cubicBezTo>
                  <a:pt x="208" y="251"/>
                  <a:pt x="203" y="256"/>
                  <a:pt x="196" y="256"/>
                </a:cubicBezTo>
                <a:moveTo>
                  <a:pt x="0" y="72"/>
                </a:moveTo>
                <a:cubicBezTo>
                  <a:pt x="0" y="65"/>
                  <a:pt x="5" y="60"/>
                  <a:pt x="12" y="60"/>
                </a:cubicBezTo>
                <a:cubicBezTo>
                  <a:pt x="44" y="60"/>
                  <a:pt x="44" y="60"/>
                  <a:pt x="44" y="60"/>
                </a:cubicBezTo>
                <a:cubicBezTo>
                  <a:pt x="44" y="27"/>
                  <a:pt x="71" y="0"/>
                  <a:pt x="104" y="0"/>
                </a:cubicBezTo>
                <a:cubicBezTo>
                  <a:pt x="137" y="0"/>
                  <a:pt x="164" y="27"/>
                  <a:pt x="164" y="60"/>
                </a:cubicBezTo>
                <a:cubicBezTo>
                  <a:pt x="196" y="60"/>
                  <a:pt x="196" y="60"/>
                  <a:pt x="196" y="60"/>
                </a:cubicBezTo>
                <a:cubicBezTo>
                  <a:pt x="203" y="60"/>
                  <a:pt x="208" y="65"/>
                  <a:pt x="208" y="72"/>
                </a:cubicBezTo>
                <a:cubicBezTo>
                  <a:pt x="208" y="220"/>
                  <a:pt x="208" y="220"/>
                  <a:pt x="208" y="220"/>
                </a:cubicBezTo>
                <a:cubicBezTo>
                  <a:pt x="0" y="220"/>
                  <a:pt x="0" y="220"/>
                  <a:pt x="0" y="220"/>
                </a:cubicBezTo>
                <a:lnTo>
                  <a:pt x="0" y="72"/>
                </a:lnTo>
                <a:close/>
                <a:moveTo>
                  <a:pt x="140" y="60"/>
                </a:moveTo>
                <a:cubicBezTo>
                  <a:pt x="140" y="40"/>
                  <a:pt x="124" y="24"/>
                  <a:pt x="104" y="24"/>
                </a:cubicBezTo>
                <a:cubicBezTo>
                  <a:pt x="84" y="24"/>
                  <a:pt x="68" y="40"/>
                  <a:pt x="68" y="60"/>
                </a:cubicBezTo>
                <a:lnTo>
                  <a:pt x="140" y="6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05" name="Freeform 71"/>
          <p:cNvSpPr/>
          <p:nvPr/>
        </p:nvSpPr>
        <p:spPr>
          <a:xfrm>
            <a:off x="4022640" y="879480"/>
            <a:ext cx="417600" cy="378000"/>
          </a:xfrm>
          <a:custGeom>
            <a:avLst/>
            <a:gdLst/>
            <a:ahLst/>
            <a:rect l="l" t="t" r="r" b="b"/>
            <a:pathLst>
              <a:path w="256" h="232">
                <a:moveTo>
                  <a:pt x="256" y="96"/>
                </a:moveTo>
                <a:cubicBezTo>
                  <a:pt x="256" y="114"/>
                  <a:pt x="242" y="128"/>
                  <a:pt x="224" y="128"/>
                </a:cubicBezTo>
                <a:cubicBezTo>
                  <a:pt x="206" y="128"/>
                  <a:pt x="192" y="114"/>
                  <a:pt x="192" y="96"/>
                </a:cubicBezTo>
                <a:cubicBezTo>
                  <a:pt x="192" y="114"/>
                  <a:pt x="178" y="128"/>
                  <a:pt x="160" y="128"/>
                </a:cubicBezTo>
                <a:cubicBezTo>
                  <a:pt x="142" y="128"/>
                  <a:pt x="128" y="114"/>
                  <a:pt x="128" y="96"/>
                </a:cubicBezTo>
                <a:cubicBezTo>
                  <a:pt x="128" y="114"/>
                  <a:pt x="114" y="128"/>
                  <a:pt x="96" y="128"/>
                </a:cubicBezTo>
                <a:cubicBezTo>
                  <a:pt x="78" y="128"/>
                  <a:pt x="64" y="114"/>
                  <a:pt x="64" y="96"/>
                </a:cubicBezTo>
                <a:cubicBezTo>
                  <a:pt x="64" y="114"/>
                  <a:pt x="50" y="128"/>
                  <a:pt x="32" y="128"/>
                </a:cubicBezTo>
                <a:cubicBezTo>
                  <a:pt x="14" y="128"/>
                  <a:pt x="0" y="114"/>
                  <a:pt x="0" y="96"/>
                </a:cubicBezTo>
                <a:cubicBezTo>
                  <a:pt x="23" y="36"/>
                  <a:pt x="23" y="36"/>
                  <a:pt x="23" y="36"/>
                </a:cubicBezTo>
                <a:cubicBezTo>
                  <a:pt x="234" y="36"/>
                  <a:pt x="234" y="36"/>
                  <a:pt x="234" y="36"/>
                </a:cubicBezTo>
                <a:lnTo>
                  <a:pt x="256" y="96"/>
                </a:lnTo>
                <a:close/>
                <a:moveTo>
                  <a:pt x="216" y="24"/>
                </a:moveTo>
                <a:cubicBezTo>
                  <a:pt x="40" y="24"/>
                  <a:pt x="40" y="24"/>
                  <a:pt x="40" y="24"/>
                </a:cubicBezTo>
                <a:cubicBezTo>
                  <a:pt x="33" y="24"/>
                  <a:pt x="28" y="19"/>
                  <a:pt x="28" y="12"/>
                </a:cubicBezTo>
                <a:cubicBezTo>
                  <a:pt x="28" y="5"/>
                  <a:pt x="33" y="0"/>
                  <a:pt x="40" y="0"/>
                </a:cubicBezTo>
                <a:cubicBezTo>
                  <a:pt x="216" y="0"/>
                  <a:pt x="216" y="0"/>
                  <a:pt x="216" y="0"/>
                </a:cubicBezTo>
                <a:cubicBezTo>
                  <a:pt x="223" y="0"/>
                  <a:pt x="228" y="5"/>
                  <a:pt x="228" y="12"/>
                </a:cubicBezTo>
                <a:cubicBezTo>
                  <a:pt x="228" y="19"/>
                  <a:pt x="223" y="24"/>
                  <a:pt x="216" y="24"/>
                </a:cubicBezTo>
                <a:moveTo>
                  <a:pt x="36" y="140"/>
                </a:moveTo>
                <a:cubicBezTo>
                  <a:pt x="36" y="140"/>
                  <a:pt x="36" y="140"/>
                  <a:pt x="36" y="140"/>
                </a:cubicBezTo>
                <a:cubicBezTo>
                  <a:pt x="37" y="140"/>
                  <a:pt x="38" y="140"/>
                  <a:pt x="39" y="139"/>
                </a:cubicBezTo>
                <a:cubicBezTo>
                  <a:pt x="40" y="139"/>
                  <a:pt x="40" y="139"/>
                  <a:pt x="40" y="139"/>
                </a:cubicBezTo>
                <a:cubicBezTo>
                  <a:pt x="41" y="139"/>
                  <a:pt x="41" y="139"/>
                  <a:pt x="42" y="139"/>
                </a:cubicBezTo>
                <a:cubicBezTo>
                  <a:pt x="44" y="138"/>
                  <a:pt x="46" y="138"/>
                  <a:pt x="48" y="137"/>
                </a:cubicBezTo>
                <a:cubicBezTo>
                  <a:pt x="48" y="137"/>
                  <a:pt x="48" y="137"/>
                  <a:pt x="48" y="137"/>
                </a:cubicBezTo>
                <a:cubicBezTo>
                  <a:pt x="48" y="196"/>
                  <a:pt x="48" y="196"/>
                  <a:pt x="48" y="196"/>
                </a:cubicBezTo>
                <a:cubicBezTo>
                  <a:pt x="208" y="196"/>
                  <a:pt x="208" y="196"/>
                  <a:pt x="208" y="196"/>
                </a:cubicBezTo>
                <a:cubicBezTo>
                  <a:pt x="208" y="137"/>
                  <a:pt x="208" y="137"/>
                  <a:pt x="208" y="137"/>
                </a:cubicBezTo>
                <a:cubicBezTo>
                  <a:pt x="208" y="137"/>
                  <a:pt x="208" y="137"/>
                  <a:pt x="208" y="137"/>
                </a:cubicBezTo>
                <a:cubicBezTo>
                  <a:pt x="210" y="138"/>
                  <a:pt x="212" y="138"/>
                  <a:pt x="214" y="139"/>
                </a:cubicBezTo>
                <a:cubicBezTo>
                  <a:pt x="215" y="139"/>
                  <a:pt x="215" y="139"/>
                  <a:pt x="216" y="139"/>
                </a:cubicBezTo>
                <a:cubicBezTo>
                  <a:pt x="216" y="139"/>
                  <a:pt x="216" y="139"/>
                  <a:pt x="217" y="139"/>
                </a:cubicBezTo>
                <a:cubicBezTo>
                  <a:pt x="218" y="140"/>
                  <a:pt x="219" y="140"/>
                  <a:pt x="220" y="140"/>
                </a:cubicBezTo>
                <a:cubicBezTo>
                  <a:pt x="220" y="140"/>
                  <a:pt x="220" y="140"/>
                  <a:pt x="220" y="140"/>
                </a:cubicBezTo>
                <a:cubicBezTo>
                  <a:pt x="221" y="140"/>
                  <a:pt x="223" y="140"/>
                  <a:pt x="224" y="140"/>
                </a:cubicBezTo>
                <a:cubicBezTo>
                  <a:pt x="227" y="140"/>
                  <a:pt x="229" y="140"/>
                  <a:pt x="232" y="139"/>
                </a:cubicBezTo>
                <a:cubicBezTo>
                  <a:pt x="232" y="220"/>
                  <a:pt x="232" y="220"/>
                  <a:pt x="232" y="220"/>
                </a:cubicBezTo>
                <a:cubicBezTo>
                  <a:pt x="232" y="227"/>
                  <a:pt x="227" y="232"/>
                  <a:pt x="220" y="232"/>
                </a:cubicBezTo>
                <a:cubicBezTo>
                  <a:pt x="36" y="232"/>
                  <a:pt x="36" y="232"/>
                  <a:pt x="36" y="232"/>
                </a:cubicBezTo>
                <a:cubicBezTo>
                  <a:pt x="29" y="232"/>
                  <a:pt x="24" y="227"/>
                  <a:pt x="24" y="220"/>
                </a:cubicBezTo>
                <a:cubicBezTo>
                  <a:pt x="24" y="139"/>
                  <a:pt x="24" y="139"/>
                  <a:pt x="24" y="139"/>
                </a:cubicBezTo>
                <a:cubicBezTo>
                  <a:pt x="27" y="140"/>
                  <a:pt x="29" y="140"/>
                  <a:pt x="32" y="140"/>
                </a:cubicBezTo>
                <a:cubicBezTo>
                  <a:pt x="33" y="140"/>
                  <a:pt x="35" y="140"/>
                  <a:pt x="36" y="14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06" name="Freeform 72"/>
          <p:cNvSpPr/>
          <p:nvPr/>
        </p:nvSpPr>
        <p:spPr>
          <a:xfrm>
            <a:off x="3295800" y="866880"/>
            <a:ext cx="415800" cy="371520"/>
          </a:xfrm>
          <a:custGeom>
            <a:avLst/>
            <a:gdLst/>
            <a:ahLst/>
            <a:rect l="l" t="t" r="r" b="b"/>
            <a:pathLst>
              <a:path w="256" h="228">
                <a:moveTo>
                  <a:pt x="204" y="104"/>
                </a:moveTo>
                <a:cubicBezTo>
                  <a:pt x="175" y="104"/>
                  <a:pt x="152" y="81"/>
                  <a:pt x="152" y="52"/>
                </a:cubicBezTo>
                <a:cubicBezTo>
                  <a:pt x="152" y="23"/>
                  <a:pt x="175" y="0"/>
                  <a:pt x="204" y="0"/>
                </a:cubicBezTo>
                <a:cubicBezTo>
                  <a:pt x="233" y="0"/>
                  <a:pt x="256" y="23"/>
                  <a:pt x="256" y="52"/>
                </a:cubicBezTo>
                <a:cubicBezTo>
                  <a:pt x="256" y="81"/>
                  <a:pt x="233" y="104"/>
                  <a:pt x="204" y="104"/>
                </a:cubicBezTo>
                <a:moveTo>
                  <a:pt x="232" y="36"/>
                </a:moveTo>
                <a:cubicBezTo>
                  <a:pt x="232" y="36"/>
                  <a:pt x="232" y="36"/>
                  <a:pt x="232" y="36"/>
                </a:cubicBezTo>
                <a:cubicBezTo>
                  <a:pt x="232" y="29"/>
                  <a:pt x="227" y="24"/>
                  <a:pt x="220" y="24"/>
                </a:cubicBezTo>
                <a:cubicBezTo>
                  <a:pt x="217" y="24"/>
                  <a:pt x="214" y="25"/>
                  <a:pt x="212" y="28"/>
                </a:cubicBezTo>
                <a:cubicBezTo>
                  <a:pt x="204" y="35"/>
                  <a:pt x="204" y="35"/>
                  <a:pt x="204" y="35"/>
                </a:cubicBezTo>
                <a:cubicBezTo>
                  <a:pt x="196" y="28"/>
                  <a:pt x="196" y="28"/>
                  <a:pt x="196" y="28"/>
                </a:cubicBezTo>
                <a:cubicBezTo>
                  <a:pt x="194" y="25"/>
                  <a:pt x="191" y="24"/>
                  <a:pt x="188" y="24"/>
                </a:cubicBezTo>
                <a:cubicBezTo>
                  <a:pt x="181" y="24"/>
                  <a:pt x="176" y="29"/>
                  <a:pt x="176" y="36"/>
                </a:cubicBezTo>
                <a:cubicBezTo>
                  <a:pt x="176" y="39"/>
                  <a:pt x="177" y="42"/>
                  <a:pt x="180" y="44"/>
                </a:cubicBezTo>
                <a:cubicBezTo>
                  <a:pt x="187" y="52"/>
                  <a:pt x="187" y="52"/>
                  <a:pt x="187" y="52"/>
                </a:cubicBezTo>
                <a:cubicBezTo>
                  <a:pt x="180" y="60"/>
                  <a:pt x="180" y="60"/>
                  <a:pt x="180" y="60"/>
                </a:cubicBezTo>
                <a:cubicBezTo>
                  <a:pt x="177" y="62"/>
                  <a:pt x="176" y="65"/>
                  <a:pt x="176" y="68"/>
                </a:cubicBezTo>
                <a:cubicBezTo>
                  <a:pt x="176" y="75"/>
                  <a:pt x="181" y="80"/>
                  <a:pt x="188" y="80"/>
                </a:cubicBezTo>
                <a:cubicBezTo>
                  <a:pt x="191" y="80"/>
                  <a:pt x="194" y="79"/>
                  <a:pt x="196" y="76"/>
                </a:cubicBezTo>
                <a:cubicBezTo>
                  <a:pt x="204" y="69"/>
                  <a:pt x="204" y="69"/>
                  <a:pt x="204" y="69"/>
                </a:cubicBezTo>
                <a:cubicBezTo>
                  <a:pt x="212" y="76"/>
                  <a:pt x="212" y="76"/>
                  <a:pt x="212" y="76"/>
                </a:cubicBezTo>
                <a:cubicBezTo>
                  <a:pt x="214" y="79"/>
                  <a:pt x="217" y="80"/>
                  <a:pt x="220" y="80"/>
                </a:cubicBezTo>
                <a:cubicBezTo>
                  <a:pt x="227" y="80"/>
                  <a:pt x="232" y="75"/>
                  <a:pt x="232" y="68"/>
                </a:cubicBezTo>
                <a:cubicBezTo>
                  <a:pt x="232" y="65"/>
                  <a:pt x="231" y="62"/>
                  <a:pt x="228" y="60"/>
                </a:cubicBezTo>
                <a:cubicBezTo>
                  <a:pt x="221" y="52"/>
                  <a:pt x="221" y="52"/>
                  <a:pt x="221" y="52"/>
                </a:cubicBezTo>
                <a:cubicBezTo>
                  <a:pt x="228" y="44"/>
                  <a:pt x="228" y="44"/>
                  <a:pt x="228" y="44"/>
                </a:cubicBezTo>
                <a:cubicBezTo>
                  <a:pt x="231" y="42"/>
                  <a:pt x="232" y="39"/>
                  <a:pt x="232" y="36"/>
                </a:cubicBezTo>
                <a:cubicBezTo>
                  <a:pt x="232" y="36"/>
                  <a:pt x="232" y="36"/>
                  <a:pt x="232" y="36"/>
                </a:cubicBezTo>
                <a:close/>
                <a:moveTo>
                  <a:pt x="232" y="72"/>
                </a:moveTo>
                <a:cubicBezTo>
                  <a:pt x="232" y="72"/>
                  <a:pt x="232" y="72"/>
                  <a:pt x="232" y="72"/>
                </a:cubicBezTo>
                <a:close/>
                <a:moveTo>
                  <a:pt x="97" y="139"/>
                </a:moveTo>
                <a:cubicBezTo>
                  <a:pt x="200" y="133"/>
                  <a:pt x="200" y="133"/>
                  <a:pt x="200" y="133"/>
                </a:cubicBezTo>
                <a:cubicBezTo>
                  <a:pt x="208" y="116"/>
                  <a:pt x="208" y="116"/>
                  <a:pt x="208" y="116"/>
                </a:cubicBezTo>
                <a:cubicBezTo>
                  <a:pt x="219" y="115"/>
                  <a:pt x="229" y="112"/>
                  <a:pt x="238" y="106"/>
                </a:cubicBezTo>
                <a:cubicBezTo>
                  <a:pt x="219" y="149"/>
                  <a:pt x="219" y="149"/>
                  <a:pt x="219" y="149"/>
                </a:cubicBezTo>
                <a:cubicBezTo>
                  <a:pt x="219" y="149"/>
                  <a:pt x="219" y="149"/>
                  <a:pt x="219" y="149"/>
                </a:cubicBezTo>
                <a:cubicBezTo>
                  <a:pt x="217" y="153"/>
                  <a:pt x="213" y="156"/>
                  <a:pt x="209" y="156"/>
                </a:cubicBezTo>
                <a:cubicBezTo>
                  <a:pt x="105" y="163"/>
                  <a:pt x="105" y="163"/>
                  <a:pt x="105" y="163"/>
                </a:cubicBezTo>
                <a:cubicBezTo>
                  <a:pt x="111" y="180"/>
                  <a:pt x="111" y="180"/>
                  <a:pt x="111" y="180"/>
                </a:cubicBezTo>
                <a:cubicBezTo>
                  <a:pt x="224" y="180"/>
                  <a:pt x="224" y="180"/>
                  <a:pt x="224" y="180"/>
                </a:cubicBezTo>
                <a:cubicBezTo>
                  <a:pt x="237" y="180"/>
                  <a:pt x="248" y="191"/>
                  <a:pt x="248" y="204"/>
                </a:cubicBezTo>
                <a:cubicBezTo>
                  <a:pt x="248" y="217"/>
                  <a:pt x="237" y="228"/>
                  <a:pt x="224" y="228"/>
                </a:cubicBezTo>
                <a:cubicBezTo>
                  <a:pt x="211" y="228"/>
                  <a:pt x="200" y="217"/>
                  <a:pt x="200" y="204"/>
                </a:cubicBezTo>
                <a:cubicBezTo>
                  <a:pt x="88" y="204"/>
                  <a:pt x="88" y="204"/>
                  <a:pt x="88" y="204"/>
                </a:cubicBezTo>
                <a:cubicBezTo>
                  <a:pt x="88" y="217"/>
                  <a:pt x="77" y="228"/>
                  <a:pt x="64" y="228"/>
                </a:cubicBezTo>
                <a:cubicBezTo>
                  <a:pt x="51" y="228"/>
                  <a:pt x="40" y="217"/>
                  <a:pt x="40" y="204"/>
                </a:cubicBezTo>
                <a:cubicBezTo>
                  <a:pt x="40" y="191"/>
                  <a:pt x="51" y="180"/>
                  <a:pt x="64" y="180"/>
                </a:cubicBezTo>
                <a:cubicBezTo>
                  <a:pt x="86" y="180"/>
                  <a:pt x="86" y="180"/>
                  <a:pt x="86" y="180"/>
                </a:cubicBezTo>
                <a:cubicBezTo>
                  <a:pt x="39" y="48"/>
                  <a:pt x="39" y="48"/>
                  <a:pt x="39" y="48"/>
                </a:cubicBezTo>
                <a:cubicBezTo>
                  <a:pt x="12" y="48"/>
                  <a:pt x="12" y="48"/>
                  <a:pt x="12" y="48"/>
                </a:cubicBezTo>
                <a:cubicBezTo>
                  <a:pt x="5" y="48"/>
                  <a:pt x="0" y="43"/>
                  <a:pt x="0" y="36"/>
                </a:cubicBezTo>
                <a:cubicBezTo>
                  <a:pt x="0" y="29"/>
                  <a:pt x="5" y="24"/>
                  <a:pt x="12" y="24"/>
                </a:cubicBezTo>
                <a:cubicBezTo>
                  <a:pt x="48" y="24"/>
                  <a:pt x="48" y="24"/>
                  <a:pt x="48" y="24"/>
                </a:cubicBezTo>
                <a:cubicBezTo>
                  <a:pt x="53" y="24"/>
                  <a:pt x="58" y="27"/>
                  <a:pt x="59" y="32"/>
                </a:cubicBezTo>
                <a:cubicBezTo>
                  <a:pt x="59" y="32"/>
                  <a:pt x="59" y="32"/>
                  <a:pt x="59" y="32"/>
                </a:cubicBezTo>
                <a:cubicBezTo>
                  <a:pt x="66" y="52"/>
                  <a:pt x="66" y="52"/>
                  <a:pt x="66" y="52"/>
                </a:cubicBezTo>
                <a:cubicBezTo>
                  <a:pt x="140" y="52"/>
                  <a:pt x="140" y="52"/>
                  <a:pt x="140" y="52"/>
                </a:cubicBezTo>
                <a:cubicBezTo>
                  <a:pt x="140" y="60"/>
                  <a:pt x="142" y="69"/>
                  <a:pt x="145" y="76"/>
                </a:cubicBezTo>
                <a:cubicBezTo>
                  <a:pt x="75" y="76"/>
                  <a:pt x="75" y="76"/>
                  <a:pt x="75" y="76"/>
                </a:cubicBezTo>
                <a:lnTo>
                  <a:pt x="97" y="13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07" name="Freeform 73"/>
          <p:cNvSpPr/>
          <p:nvPr/>
        </p:nvSpPr>
        <p:spPr>
          <a:xfrm>
            <a:off x="2567160" y="866880"/>
            <a:ext cx="415800" cy="371520"/>
          </a:xfrm>
          <a:custGeom>
            <a:avLst/>
            <a:gdLst/>
            <a:ahLst/>
            <a:rect l="l" t="t" r="r" b="b"/>
            <a:pathLst>
              <a:path w="256" h="228">
                <a:moveTo>
                  <a:pt x="204" y="104"/>
                </a:moveTo>
                <a:cubicBezTo>
                  <a:pt x="175" y="104"/>
                  <a:pt x="152" y="81"/>
                  <a:pt x="152" y="52"/>
                </a:cubicBezTo>
                <a:cubicBezTo>
                  <a:pt x="152" y="23"/>
                  <a:pt x="175" y="0"/>
                  <a:pt x="204" y="0"/>
                </a:cubicBezTo>
                <a:cubicBezTo>
                  <a:pt x="233" y="0"/>
                  <a:pt x="256" y="23"/>
                  <a:pt x="256" y="52"/>
                </a:cubicBezTo>
                <a:cubicBezTo>
                  <a:pt x="256" y="81"/>
                  <a:pt x="233" y="104"/>
                  <a:pt x="204" y="104"/>
                </a:cubicBezTo>
                <a:moveTo>
                  <a:pt x="228" y="28"/>
                </a:moveTo>
                <a:cubicBezTo>
                  <a:pt x="225" y="28"/>
                  <a:pt x="222" y="29"/>
                  <a:pt x="220" y="32"/>
                </a:cubicBezTo>
                <a:cubicBezTo>
                  <a:pt x="196" y="55"/>
                  <a:pt x="196" y="55"/>
                  <a:pt x="196" y="55"/>
                </a:cubicBezTo>
                <a:cubicBezTo>
                  <a:pt x="188" y="48"/>
                  <a:pt x="188" y="48"/>
                  <a:pt x="188" y="48"/>
                </a:cubicBezTo>
                <a:cubicBezTo>
                  <a:pt x="186" y="45"/>
                  <a:pt x="183" y="44"/>
                  <a:pt x="180" y="44"/>
                </a:cubicBezTo>
                <a:cubicBezTo>
                  <a:pt x="173" y="44"/>
                  <a:pt x="168" y="49"/>
                  <a:pt x="168" y="56"/>
                </a:cubicBezTo>
                <a:cubicBezTo>
                  <a:pt x="168" y="59"/>
                  <a:pt x="169" y="62"/>
                  <a:pt x="172" y="64"/>
                </a:cubicBezTo>
                <a:cubicBezTo>
                  <a:pt x="188" y="80"/>
                  <a:pt x="188" y="80"/>
                  <a:pt x="188" y="80"/>
                </a:cubicBezTo>
                <a:cubicBezTo>
                  <a:pt x="190" y="83"/>
                  <a:pt x="193" y="84"/>
                  <a:pt x="196" y="84"/>
                </a:cubicBezTo>
                <a:cubicBezTo>
                  <a:pt x="199" y="84"/>
                  <a:pt x="202" y="83"/>
                  <a:pt x="204" y="80"/>
                </a:cubicBezTo>
                <a:cubicBezTo>
                  <a:pt x="236" y="48"/>
                  <a:pt x="236" y="48"/>
                  <a:pt x="236" y="48"/>
                </a:cubicBezTo>
                <a:cubicBezTo>
                  <a:pt x="239" y="46"/>
                  <a:pt x="240" y="43"/>
                  <a:pt x="240" y="40"/>
                </a:cubicBezTo>
                <a:cubicBezTo>
                  <a:pt x="240" y="33"/>
                  <a:pt x="235" y="28"/>
                  <a:pt x="228" y="28"/>
                </a:cubicBezTo>
                <a:moveTo>
                  <a:pt x="97" y="139"/>
                </a:moveTo>
                <a:cubicBezTo>
                  <a:pt x="200" y="133"/>
                  <a:pt x="200" y="133"/>
                  <a:pt x="200" y="133"/>
                </a:cubicBezTo>
                <a:cubicBezTo>
                  <a:pt x="208" y="116"/>
                  <a:pt x="208" y="116"/>
                  <a:pt x="208" y="116"/>
                </a:cubicBezTo>
                <a:cubicBezTo>
                  <a:pt x="219" y="115"/>
                  <a:pt x="229" y="112"/>
                  <a:pt x="238" y="106"/>
                </a:cubicBezTo>
                <a:cubicBezTo>
                  <a:pt x="219" y="149"/>
                  <a:pt x="219" y="149"/>
                  <a:pt x="219" y="149"/>
                </a:cubicBezTo>
                <a:cubicBezTo>
                  <a:pt x="219" y="149"/>
                  <a:pt x="219" y="149"/>
                  <a:pt x="219" y="149"/>
                </a:cubicBezTo>
                <a:cubicBezTo>
                  <a:pt x="217" y="153"/>
                  <a:pt x="213" y="156"/>
                  <a:pt x="209" y="156"/>
                </a:cubicBezTo>
                <a:cubicBezTo>
                  <a:pt x="105" y="163"/>
                  <a:pt x="105" y="163"/>
                  <a:pt x="105" y="163"/>
                </a:cubicBezTo>
                <a:cubicBezTo>
                  <a:pt x="111" y="180"/>
                  <a:pt x="111" y="180"/>
                  <a:pt x="111" y="180"/>
                </a:cubicBezTo>
                <a:cubicBezTo>
                  <a:pt x="224" y="180"/>
                  <a:pt x="224" y="180"/>
                  <a:pt x="224" y="180"/>
                </a:cubicBezTo>
                <a:cubicBezTo>
                  <a:pt x="237" y="180"/>
                  <a:pt x="248" y="191"/>
                  <a:pt x="248" y="204"/>
                </a:cubicBezTo>
                <a:cubicBezTo>
                  <a:pt x="248" y="217"/>
                  <a:pt x="237" y="228"/>
                  <a:pt x="224" y="228"/>
                </a:cubicBezTo>
                <a:cubicBezTo>
                  <a:pt x="211" y="228"/>
                  <a:pt x="200" y="217"/>
                  <a:pt x="200" y="204"/>
                </a:cubicBezTo>
                <a:cubicBezTo>
                  <a:pt x="88" y="204"/>
                  <a:pt x="88" y="204"/>
                  <a:pt x="88" y="204"/>
                </a:cubicBezTo>
                <a:cubicBezTo>
                  <a:pt x="88" y="217"/>
                  <a:pt x="77" y="228"/>
                  <a:pt x="64" y="228"/>
                </a:cubicBezTo>
                <a:cubicBezTo>
                  <a:pt x="51" y="228"/>
                  <a:pt x="40" y="217"/>
                  <a:pt x="40" y="204"/>
                </a:cubicBezTo>
                <a:cubicBezTo>
                  <a:pt x="40" y="191"/>
                  <a:pt x="51" y="180"/>
                  <a:pt x="64" y="180"/>
                </a:cubicBezTo>
                <a:cubicBezTo>
                  <a:pt x="86" y="180"/>
                  <a:pt x="86" y="180"/>
                  <a:pt x="86" y="180"/>
                </a:cubicBezTo>
                <a:cubicBezTo>
                  <a:pt x="39" y="48"/>
                  <a:pt x="39" y="48"/>
                  <a:pt x="39" y="48"/>
                </a:cubicBezTo>
                <a:cubicBezTo>
                  <a:pt x="12" y="48"/>
                  <a:pt x="12" y="48"/>
                  <a:pt x="12" y="48"/>
                </a:cubicBezTo>
                <a:cubicBezTo>
                  <a:pt x="5" y="48"/>
                  <a:pt x="0" y="43"/>
                  <a:pt x="0" y="36"/>
                </a:cubicBezTo>
                <a:cubicBezTo>
                  <a:pt x="0" y="29"/>
                  <a:pt x="5" y="24"/>
                  <a:pt x="12" y="24"/>
                </a:cubicBezTo>
                <a:cubicBezTo>
                  <a:pt x="48" y="24"/>
                  <a:pt x="48" y="24"/>
                  <a:pt x="48" y="24"/>
                </a:cubicBezTo>
                <a:cubicBezTo>
                  <a:pt x="53" y="24"/>
                  <a:pt x="58" y="27"/>
                  <a:pt x="59" y="32"/>
                </a:cubicBezTo>
                <a:cubicBezTo>
                  <a:pt x="59" y="32"/>
                  <a:pt x="59" y="32"/>
                  <a:pt x="59" y="32"/>
                </a:cubicBezTo>
                <a:cubicBezTo>
                  <a:pt x="66" y="52"/>
                  <a:pt x="66" y="52"/>
                  <a:pt x="66" y="52"/>
                </a:cubicBezTo>
                <a:cubicBezTo>
                  <a:pt x="140" y="52"/>
                  <a:pt x="140" y="52"/>
                  <a:pt x="140" y="52"/>
                </a:cubicBezTo>
                <a:cubicBezTo>
                  <a:pt x="140" y="60"/>
                  <a:pt x="142" y="69"/>
                  <a:pt x="145" y="76"/>
                </a:cubicBezTo>
                <a:cubicBezTo>
                  <a:pt x="75" y="76"/>
                  <a:pt x="75" y="76"/>
                  <a:pt x="75" y="76"/>
                </a:cubicBezTo>
                <a:lnTo>
                  <a:pt x="97" y="13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08" name="Freeform 74"/>
          <p:cNvSpPr/>
          <p:nvPr/>
        </p:nvSpPr>
        <p:spPr>
          <a:xfrm>
            <a:off x="1838160" y="866880"/>
            <a:ext cx="416160" cy="371520"/>
          </a:xfrm>
          <a:custGeom>
            <a:avLst/>
            <a:gdLst/>
            <a:ahLst/>
            <a:rect l="l" t="t" r="r" b="b"/>
            <a:pathLst>
              <a:path w="256" h="228">
                <a:moveTo>
                  <a:pt x="204" y="104"/>
                </a:moveTo>
                <a:cubicBezTo>
                  <a:pt x="175" y="104"/>
                  <a:pt x="152" y="81"/>
                  <a:pt x="152" y="52"/>
                </a:cubicBezTo>
                <a:cubicBezTo>
                  <a:pt x="152" y="23"/>
                  <a:pt x="175" y="0"/>
                  <a:pt x="204" y="0"/>
                </a:cubicBezTo>
                <a:cubicBezTo>
                  <a:pt x="233" y="0"/>
                  <a:pt x="256" y="23"/>
                  <a:pt x="256" y="52"/>
                </a:cubicBezTo>
                <a:cubicBezTo>
                  <a:pt x="256" y="81"/>
                  <a:pt x="233" y="104"/>
                  <a:pt x="204" y="104"/>
                </a:cubicBezTo>
                <a:moveTo>
                  <a:pt x="228" y="40"/>
                </a:moveTo>
                <a:cubicBezTo>
                  <a:pt x="180" y="40"/>
                  <a:pt x="180" y="40"/>
                  <a:pt x="180" y="40"/>
                </a:cubicBezTo>
                <a:cubicBezTo>
                  <a:pt x="173" y="40"/>
                  <a:pt x="168" y="45"/>
                  <a:pt x="168" y="52"/>
                </a:cubicBezTo>
                <a:cubicBezTo>
                  <a:pt x="168" y="59"/>
                  <a:pt x="173" y="64"/>
                  <a:pt x="180" y="64"/>
                </a:cubicBezTo>
                <a:cubicBezTo>
                  <a:pt x="228" y="64"/>
                  <a:pt x="228" y="64"/>
                  <a:pt x="228" y="64"/>
                </a:cubicBezTo>
                <a:cubicBezTo>
                  <a:pt x="235" y="64"/>
                  <a:pt x="240" y="59"/>
                  <a:pt x="240" y="52"/>
                </a:cubicBezTo>
                <a:cubicBezTo>
                  <a:pt x="240" y="45"/>
                  <a:pt x="235" y="40"/>
                  <a:pt x="228" y="40"/>
                </a:cubicBezTo>
                <a:moveTo>
                  <a:pt x="97" y="139"/>
                </a:moveTo>
                <a:cubicBezTo>
                  <a:pt x="200" y="133"/>
                  <a:pt x="200" y="133"/>
                  <a:pt x="200" y="133"/>
                </a:cubicBezTo>
                <a:cubicBezTo>
                  <a:pt x="208" y="116"/>
                  <a:pt x="208" y="116"/>
                  <a:pt x="208" y="116"/>
                </a:cubicBezTo>
                <a:cubicBezTo>
                  <a:pt x="219" y="115"/>
                  <a:pt x="229" y="112"/>
                  <a:pt x="238" y="106"/>
                </a:cubicBezTo>
                <a:cubicBezTo>
                  <a:pt x="219" y="149"/>
                  <a:pt x="219" y="149"/>
                  <a:pt x="219" y="149"/>
                </a:cubicBezTo>
                <a:cubicBezTo>
                  <a:pt x="219" y="149"/>
                  <a:pt x="219" y="149"/>
                  <a:pt x="219" y="149"/>
                </a:cubicBezTo>
                <a:cubicBezTo>
                  <a:pt x="217" y="153"/>
                  <a:pt x="213" y="156"/>
                  <a:pt x="209" y="156"/>
                </a:cubicBezTo>
                <a:cubicBezTo>
                  <a:pt x="105" y="163"/>
                  <a:pt x="105" y="163"/>
                  <a:pt x="105" y="163"/>
                </a:cubicBezTo>
                <a:cubicBezTo>
                  <a:pt x="111" y="180"/>
                  <a:pt x="111" y="180"/>
                  <a:pt x="111" y="180"/>
                </a:cubicBezTo>
                <a:cubicBezTo>
                  <a:pt x="224" y="180"/>
                  <a:pt x="224" y="180"/>
                  <a:pt x="224" y="180"/>
                </a:cubicBezTo>
                <a:cubicBezTo>
                  <a:pt x="237" y="180"/>
                  <a:pt x="248" y="191"/>
                  <a:pt x="248" y="204"/>
                </a:cubicBezTo>
                <a:cubicBezTo>
                  <a:pt x="248" y="217"/>
                  <a:pt x="237" y="228"/>
                  <a:pt x="224" y="228"/>
                </a:cubicBezTo>
                <a:cubicBezTo>
                  <a:pt x="211" y="228"/>
                  <a:pt x="200" y="217"/>
                  <a:pt x="200" y="204"/>
                </a:cubicBezTo>
                <a:cubicBezTo>
                  <a:pt x="88" y="204"/>
                  <a:pt x="88" y="204"/>
                  <a:pt x="88" y="204"/>
                </a:cubicBezTo>
                <a:cubicBezTo>
                  <a:pt x="88" y="217"/>
                  <a:pt x="77" y="228"/>
                  <a:pt x="64" y="228"/>
                </a:cubicBezTo>
                <a:cubicBezTo>
                  <a:pt x="51" y="228"/>
                  <a:pt x="40" y="217"/>
                  <a:pt x="40" y="204"/>
                </a:cubicBezTo>
                <a:cubicBezTo>
                  <a:pt x="40" y="191"/>
                  <a:pt x="51" y="180"/>
                  <a:pt x="64" y="180"/>
                </a:cubicBezTo>
                <a:cubicBezTo>
                  <a:pt x="86" y="180"/>
                  <a:pt x="86" y="180"/>
                  <a:pt x="86" y="180"/>
                </a:cubicBezTo>
                <a:cubicBezTo>
                  <a:pt x="39" y="48"/>
                  <a:pt x="39" y="48"/>
                  <a:pt x="39" y="48"/>
                </a:cubicBezTo>
                <a:cubicBezTo>
                  <a:pt x="12" y="48"/>
                  <a:pt x="12" y="48"/>
                  <a:pt x="12" y="48"/>
                </a:cubicBezTo>
                <a:cubicBezTo>
                  <a:pt x="5" y="48"/>
                  <a:pt x="0" y="43"/>
                  <a:pt x="0" y="36"/>
                </a:cubicBezTo>
                <a:cubicBezTo>
                  <a:pt x="0" y="29"/>
                  <a:pt x="5" y="24"/>
                  <a:pt x="12" y="24"/>
                </a:cubicBezTo>
                <a:cubicBezTo>
                  <a:pt x="48" y="24"/>
                  <a:pt x="48" y="24"/>
                  <a:pt x="48" y="24"/>
                </a:cubicBezTo>
                <a:cubicBezTo>
                  <a:pt x="53" y="24"/>
                  <a:pt x="58" y="27"/>
                  <a:pt x="59" y="32"/>
                </a:cubicBezTo>
                <a:cubicBezTo>
                  <a:pt x="59" y="32"/>
                  <a:pt x="59" y="32"/>
                  <a:pt x="59" y="32"/>
                </a:cubicBezTo>
                <a:cubicBezTo>
                  <a:pt x="66" y="52"/>
                  <a:pt x="66" y="52"/>
                  <a:pt x="66" y="52"/>
                </a:cubicBezTo>
                <a:cubicBezTo>
                  <a:pt x="140" y="52"/>
                  <a:pt x="140" y="52"/>
                  <a:pt x="140" y="52"/>
                </a:cubicBezTo>
                <a:cubicBezTo>
                  <a:pt x="140" y="60"/>
                  <a:pt x="142" y="69"/>
                  <a:pt x="145" y="76"/>
                </a:cubicBezTo>
                <a:cubicBezTo>
                  <a:pt x="75" y="76"/>
                  <a:pt x="75" y="76"/>
                  <a:pt x="75" y="76"/>
                </a:cubicBezTo>
                <a:lnTo>
                  <a:pt x="97" y="13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09" name="Freeform 75"/>
          <p:cNvSpPr/>
          <p:nvPr/>
        </p:nvSpPr>
        <p:spPr>
          <a:xfrm>
            <a:off x="1109520" y="866880"/>
            <a:ext cx="416160" cy="371520"/>
          </a:xfrm>
          <a:custGeom>
            <a:avLst/>
            <a:gdLst/>
            <a:ahLst/>
            <a:rect l="l" t="t" r="r" b="b"/>
            <a:pathLst>
              <a:path w="256" h="228">
                <a:moveTo>
                  <a:pt x="204" y="104"/>
                </a:moveTo>
                <a:cubicBezTo>
                  <a:pt x="175" y="104"/>
                  <a:pt x="152" y="81"/>
                  <a:pt x="152" y="52"/>
                </a:cubicBezTo>
                <a:cubicBezTo>
                  <a:pt x="152" y="23"/>
                  <a:pt x="175" y="0"/>
                  <a:pt x="204" y="0"/>
                </a:cubicBezTo>
                <a:cubicBezTo>
                  <a:pt x="233" y="0"/>
                  <a:pt x="256" y="23"/>
                  <a:pt x="256" y="52"/>
                </a:cubicBezTo>
                <a:cubicBezTo>
                  <a:pt x="256" y="81"/>
                  <a:pt x="233" y="104"/>
                  <a:pt x="204" y="104"/>
                </a:cubicBezTo>
                <a:moveTo>
                  <a:pt x="228" y="40"/>
                </a:moveTo>
                <a:cubicBezTo>
                  <a:pt x="216" y="40"/>
                  <a:pt x="216" y="40"/>
                  <a:pt x="216" y="40"/>
                </a:cubicBezTo>
                <a:cubicBezTo>
                  <a:pt x="216" y="28"/>
                  <a:pt x="216" y="28"/>
                  <a:pt x="216" y="28"/>
                </a:cubicBezTo>
                <a:cubicBezTo>
                  <a:pt x="216" y="21"/>
                  <a:pt x="211" y="16"/>
                  <a:pt x="204" y="16"/>
                </a:cubicBezTo>
                <a:cubicBezTo>
                  <a:pt x="197" y="16"/>
                  <a:pt x="192" y="21"/>
                  <a:pt x="192" y="28"/>
                </a:cubicBezTo>
                <a:cubicBezTo>
                  <a:pt x="192" y="40"/>
                  <a:pt x="192" y="40"/>
                  <a:pt x="192" y="40"/>
                </a:cubicBezTo>
                <a:cubicBezTo>
                  <a:pt x="180" y="40"/>
                  <a:pt x="180" y="40"/>
                  <a:pt x="180" y="40"/>
                </a:cubicBezTo>
                <a:cubicBezTo>
                  <a:pt x="173" y="40"/>
                  <a:pt x="168" y="45"/>
                  <a:pt x="168" y="52"/>
                </a:cubicBezTo>
                <a:cubicBezTo>
                  <a:pt x="168" y="59"/>
                  <a:pt x="173" y="64"/>
                  <a:pt x="180" y="64"/>
                </a:cubicBezTo>
                <a:cubicBezTo>
                  <a:pt x="192" y="64"/>
                  <a:pt x="192" y="64"/>
                  <a:pt x="192" y="64"/>
                </a:cubicBezTo>
                <a:cubicBezTo>
                  <a:pt x="192" y="76"/>
                  <a:pt x="192" y="76"/>
                  <a:pt x="192" y="76"/>
                </a:cubicBezTo>
                <a:cubicBezTo>
                  <a:pt x="192" y="83"/>
                  <a:pt x="197" y="88"/>
                  <a:pt x="204" y="88"/>
                </a:cubicBezTo>
                <a:cubicBezTo>
                  <a:pt x="211" y="88"/>
                  <a:pt x="216" y="83"/>
                  <a:pt x="216" y="76"/>
                </a:cubicBezTo>
                <a:cubicBezTo>
                  <a:pt x="216" y="64"/>
                  <a:pt x="216" y="64"/>
                  <a:pt x="216" y="64"/>
                </a:cubicBezTo>
                <a:cubicBezTo>
                  <a:pt x="228" y="64"/>
                  <a:pt x="228" y="64"/>
                  <a:pt x="228" y="64"/>
                </a:cubicBezTo>
                <a:cubicBezTo>
                  <a:pt x="235" y="64"/>
                  <a:pt x="240" y="59"/>
                  <a:pt x="240" y="52"/>
                </a:cubicBezTo>
                <a:cubicBezTo>
                  <a:pt x="240" y="45"/>
                  <a:pt x="235" y="40"/>
                  <a:pt x="228" y="40"/>
                </a:cubicBezTo>
                <a:moveTo>
                  <a:pt x="97" y="139"/>
                </a:moveTo>
                <a:cubicBezTo>
                  <a:pt x="200" y="133"/>
                  <a:pt x="200" y="133"/>
                  <a:pt x="200" y="133"/>
                </a:cubicBezTo>
                <a:cubicBezTo>
                  <a:pt x="208" y="116"/>
                  <a:pt x="208" y="116"/>
                  <a:pt x="208" y="116"/>
                </a:cubicBezTo>
                <a:cubicBezTo>
                  <a:pt x="219" y="115"/>
                  <a:pt x="229" y="112"/>
                  <a:pt x="238" y="106"/>
                </a:cubicBezTo>
                <a:cubicBezTo>
                  <a:pt x="219" y="149"/>
                  <a:pt x="219" y="149"/>
                  <a:pt x="219" y="149"/>
                </a:cubicBezTo>
                <a:cubicBezTo>
                  <a:pt x="219" y="149"/>
                  <a:pt x="219" y="149"/>
                  <a:pt x="219" y="149"/>
                </a:cubicBezTo>
                <a:cubicBezTo>
                  <a:pt x="217" y="153"/>
                  <a:pt x="213" y="156"/>
                  <a:pt x="209" y="156"/>
                </a:cubicBezTo>
                <a:cubicBezTo>
                  <a:pt x="105" y="163"/>
                  <a:pt x="105" y="163"/>
                  <a:pt x="105" y="163"/>
                </a:cubicBezTo>
                <a:cubicBezTo>
                  <a:pt x="111" y="180"/>
                  <a:pt x="111" y="180"/>
                  <a:pt x="111" y="180"/>
                </a:cubicBezTo>
                <a:cubicBezTo>
                  <a:pt x="224" y="180"/>
                  <a:pt x="224" y="180"/>
                  <a:pt x="224" y="180"/>
                </a:cubicBezTo>
                <a:cubicBezTo>
                  <a:pt x="237" y="180"/>
                  <a:pt x="248" y="191"/>
                  <a:pt x="248" y="204"/>
                </a:cubicBezTo>
                <a:cubicBezTo>
                  <a:pt x="248" y="217"/>
                  <a:pt x="237" y="228"/>
                  <a:pt x="224" y="228"/>
                </a:cubicBezTo>
                <a:cubicBezTo>
                  <a:pt x="211" y="228"/>
                  <a:pt x="200" y="217"/>
                  <a:pt x="200" y="204"/>
                </a:cubicBezTo>
                <a:cubicBezTo>
                  <a:pt x="88" y="204"/>
                  <a:pt x="88" y="204"/>
                  <a:pt x="88" y="204"/>
                </a:cubicBezTo>
                <a:cubicBezTo>
                  <a:pt x="88" y="217"/>
                  <a:pt x="77" y="228"/>
                  <a:pt x="64" y="228"/>
                </a:cubicBezTo>
                <a:cubicBezTo>
                  <a:pt x="51" y="228"/>
                  <a:pt x="40" y="217"/>
                  <a:pt x="40" y="204"/>
                </a:cubicBezTo>
                <a:cubicBezTo>
                  <a:pt x="40" y="191"/>
                  <a:pt x="51" y="180"/>
                  <a:pt x="64" y="180"/>
                </a:cubicBezTo>
                <a:cubicBezTo>
                  <a:pt x="86" y="180"/>
                  <a:pt x="86" y="180"/>
                  <a:pt x="86" y="180"/>
                </a:cubicBezTo>
                <a:cubicBezTo>
                  <a:pt x="39" y="48"/>
                  <a:pt x="39" y="48"/>
                  <a:pt x="39" y="48"/>
                </a:cubicBezTo>
                <a:cubicBezTo>
                  <a:pt x="12" y="48"/>
                  <a:pt x="12" y="48"/>
                  <a:pt x="12" y="48"/>
                </a:cubicBezTo>
                <a:cubicBezTo>
                  <a:pt x="5" y="48"/>
                  <a:pt x="0" y="43"/>
                  <a:pt x="0" y="36"/>
                </a:cubicBezTo>
                <a:cubicBezTo>
                  <a:pt x="0" y="29"/>
                  <a:pt x="5" y="24"/>
                  <a:pt x="12" y="24"/>
                </a:cubicBezTo>
                <a:cubicBezTo>
                  <a:pt x="48" y="24"/>
                  <a:pt x="48" y="24"/>
                  <a:pt x="48" y="24"/>
                </a:cubicBezTo>
                <a:cubicBezTo>
                  <a:pt x="53" y="24"/>
                  <a:pt x="58" y="27"/>
                  <a:pt x="59" y="32"/>
                </a:cubicBezTo>
                <a:cubicBezTo>
                  <a:pt x="59" y="32"/>
                  <a:pt x="59" y="32"/>
                  <a:pt x="59" y="32"/>
                </a:cubicBezTo>
                <a:cubicBezTo>
                  <a:pt x="66" y="52"/>
                  <a:pt x="66" y="52"/>
                  <a:pt x="66" y="52"/>
                </a:cubicBezTo>
                <a:cubicBezTo>
                  <a:pt x="140" y="52"/>
                  <a:pt x="140" y="52"/>
                  <a:pt x="140" y="52"/>
                </a:cubicBezTo>
                <a:cubicBezTo>
                  <a:pt x="140" y="60"/>
                  <a:pt x="142" y="69"/>
                  <a:pt x="145" y="76"/>
                </a:cubicBezTo>
                <a:cubicBezTo>
                  <a:pt x="75" y="76"/>
                  <a:pt x="75" y="76"/>
                  <a:pt x="75" y="76"/>
                </a:cubicBezTo>
                <a:lnTo>
                  <a:pt x="97" y="13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10" name="Freeform 76"/>
          <p:cNvSpPr/>
          <p:nvPr/>
        </p:nvSpPr>
        <p:spPr>
          <a:xfrm>
            <a:off x="380880" y="906480"/>
            <a:ext cx="416160" cy="331920"/>
          </a:xfrm>
          <a:custGeom>
            <a:avLst/>
            <a:gdLst/>
            <a:ahLst/>
            <a:rect l="l" t="t" r="r" b="b"/>
            <a:pathLst>
              <a:path w="256" h="204">
                <a:moveTo>
                  <a:pt x="255" y="45"/>
                </a:moveTo>
                <a:cubicBezTo>
                  <a:pt x="255" y="45"/>
                  <a:pt x="255" y="45"/>
                  <a:pt x="255" y="45"/>
                </a:cubicBezTo>
                <a:cubicBezTo>
                  <a:pt x="219" y="125"/>
                  <a:pt x="219" y="125"/>
                  <a:pt x="219" y="125"/>
                </a:cubicBezTo>
                <a:cubicBezTo>
                  <a:pt x="217" y="129"/>
                  <a:pt x="213" y="132"/>
                  <a:pt x="209" y="132"/>
                </a:cubicBezTo>
                <a:cubicBezTo>
                  <a:pt x="105" y="139"/>
                  <a:pt x="105" y="139"/>
                  <a:pt x="105" y="139"/>
                </a:cubicBezTo>
                <a:cubicBezTo>
                  <a:pt x="111" y="156"/>
                  <a:pt x="111" y="156"/>
                  <a:pt x="111" y="156"/>
                </a:cubicBezTo>
                <a:cubicBezTo>
                  <a:pt x="224" y="156"/>
                  <a:pt x="224" y="156"/>
                  <a:pt x="224" y="156"/>
                </a:cubicBezTo>
                <a:cubicBezTo>
                  <a:pt x="237" y="156"/>
                  <a:pt x="248" y="167"/>
                  <a:pt x="248" y="180"/>
                </a:cubicBezTo>
                <a:cubicBezTo>
                  <a:pt x="248" y="193"/>
                  <a:pt x="237" y="204"/>
                  <a:pt x="224" y="204"/>
                </a:cubicBezTo>
                <a:cubicBezTo>
                  <a:pt x="211" y="204"/>
                  <a:pt x="200" y="193"/>
                  <a:pt x="200" y="180"/>
                </a:cubicBezTo>
                <a:cubicBezTo>
                  <a:pt x="88" y="180"/>
                  <a:pt x="88" y="180"/>
                  <a:pt x="88" y="180"/>
                </a:cubicBezTo>
                <a:cubicBezTo>
                  <a:pt x="88" y="193"/>
                  <a:pt x="77" y="204"/>
                  <a:pt x="64" y="204"/>
                </a:cubicBezTo>
                <a:cubicBezTo>
                  <a:pt x="51" y="204"/>
                  <a:pt x="40" y="193"/>
                  <a:pt x="40" y="180"/>
                </a:cubicBezTo>
                <a:cubicBezTo>
                  <a:pt x="40" y="167"/>
                  <a:pt x="51" y="156"/>
                  <a:pt x="64" y="156"/>
                </a:cubicBezTo>
                <a:cubicBezTo>
                  <a:pt x="86" y="156"/>
                  <a:pt x="86" y="156"/>
                  <a:pt x="86" y="156"/>
                </a:cubicBezTo>
                <a:cubicBezTo>
                  <a:pt x="39" y="24"/>
                  <a:pt x="39" y="24"/>
                  <a:pt x="39" y="24"/>
                </a:cubicBezTo>
                <a:cubicBezTo>
                  <a:pt x="12" y="24"/>
                  <a:pt x="12" y="24"/>
                  <a:pt x="12" y="24"/>
                </a:cubicBezTo>
                <a:cubicBezTo>
                  <a:pt x="5" y="24"/>
                  <a:pt x="0" y="19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53" y="0"/>
                  <a:pt x="58" y="3"/>
                  <a:pt x="59" y="8"/>
                </a:cubicBezTo>
                <a:cubicBezTo>
                  <a:pt x="59" y="8"/>
                  <a:pt x="59" y="8"/>
                  <a:pt x="59" y="8"/>
                </a:cubicBezTo>
                <a:cubicBezTo>
                  <a:pt x="66" y="28"/>
                  <a:pt x="66" y="28"/>
                  <a:pt x="66" y="28"/>
                </a:cubicBezTo>
                <a:cubicBezTo>
                  <a:pt x="244" y="28"/>
                  <a:pt x="244" y="28"/>
                  <a:pt x="244" y="28"/>
                </a:cubicBezTo>
                <a:cubicBezTo>
                  <a:pt x="251" y="28"/>
                  <a:pt x="256" y="33"/>
                  <a:pt x="256" y="40"/>
                </a:cubicBezTo>
                <a:cubicBezTo>
                  <a:pt x="256" y="42"/>
                  <a:pt x="256" y="43"/>
                  <a:pt x="255" y="45"/>
                </a:cubicBezTo>
                <a:moveTo>
                  <a:pt x="75" y="52"/>
                </a:moveTo>
                <a:cubicBezTo>
                  <a:pt x="97" y="115"/>
                  <a:pt x="97" y="115"/>
                  <a:pt x="97" y="115"/>
                </a:cubicBezTo>
                <a:cubicBezTo>
                  <a:pt x="200" y="109"/>
                  <a:pt x="200" y="109"/>
                  <a:pt x="200" y="109"/>
                </a:cubicBezTo>
                <a:cubicBezTo>
                  <a:pt x="225" y="52"/>
                  <a:pt x="225" y="52"/>
                  <a:pt x="225" y="52"/>
                </a:cubicBezTo>
                <a:lnTo>
                  <a:pt x="75" y="5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11" name="Freeform 77"/>
          <p:cNvSpPr/>
          <p:nvPr/>
        </p:nvSpPr>
        <p:spPr>
          <a:xfrm>
            <a:off x="8394840" y="171360"/>
            <a:ext cx="415800" cy="338400"/>
          </a:xfrm>
          <a:custGeom>
            <a:avLst/>
            <a:gdLst/>
            <a:ahLst/>
            <a:rect l="l" t="t" r="r" b="b"/>
            <a:pathLst>
              <a:path w="256" h="208">
                <a:moveTo>
                  <a:pt x="244" y="208"/>
                </a:moveTo>
                <a:cubicBezTo>
                  <a:pt x="12" y="208"/>
                  <a:pt x="12" y="208"/>
                  <a:pt x="12" y="208"/>
                </a:cubicBezTo>
                <a:cubicBezTo>
                  <a:pt x="5" y="208"/>
                  <a:pt x="0" y="203"/>
                  <a:pt x="0" y="196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29"/>
                  <a:pt x="5" y="24"/>
                  <a:pt x="12" y="24"/>
                </a:cubicBezTo>
                <a:cubicBezTo>
                  <a:pt x="63" y="24"/>
                  <a:pt x="63" y="24"/>
                  <a:pt x="63" y="24"/>
                </a:cubicBezTo>
                <a:cubicBezTo>
                  <a:pt x="82" y="5"/>
                  <a:pt x="82" y="5"/>
                  <a:pt x="82" y="5"/>
                </a:cubicBezTo>
                <a:cubicBezTo>
                  <a:pt x="85" y="2"/>
                  <a:pt x="88" y="0"/>
                  <a:pt x="92" y="0"/>
                </a:cubicBezTo>
                <a:cubicBezTo>
                  <a:pt x="164" y="0"/>
                  <a:pt x="164" y="0"/>
                  <a:pt x="164" y="0"/>
                </a:cubicBezTo>
                <a:cubicBezTo>
                  <a:pt x="167" y="0"/>
                  <a:pt x="170" y="1"/>
                  <a:pt x="173" y="4"/>
                </a:cubicBezTo>
                <a:cubicBezTo>
                  <a:pt x="173" y="4"/>
                  <a:pt x="173" y="4"/>
                  <a:pt x="173" y="4"/>
                </a:cubicBezTo>
                <a:cubicBezTo>
                  <a:pt x="193" y="24"/>
                  <a:pt x="193" y="24"/>
                  <a:pt x="193" y="24"/>
                </a:cubicBezTo>
                <a:cubicBezTo>
                  <a:pt x="244" y="24"/>
                  <a:pt x="244" y="24"/>
                  <a:pt x="244" y="24"/>
                </a:cubicBezTo>
                <a:cubicBezTo>
                  <a:pt x="251" y="24"/>
                  <a:pt x="256" y="29"/>
                  <a:pt x="256" y="36"/>
                </a:cubicBezTo>
                <a:cubicBezTo>
                  <a:pt x="256" y="196"/>
                  <a:pt x="256" y="196"/>
                  <a:pt x="256" y="196"/>
                </a:cubicBezTo>
                <a:cubicBezTo>
                  <a:pt x="256" y="203"/>
                  <a:pt x="251" y="208"/>
                  <a:pt x="244" y="208"/>
                </a:cubicBezTo>
                <a:moveTo>
                  <a:pt x="128" y="40"/>
                </a:moveTo>
                <a:cubicBezTo>
                  <a:pt x="88" y="40"/>
                  <a:pt x="56" y="72"/>
                  <a:pt x="56" y="112"/>
                </a:cubicBezTo>
                <a:cubicBezTo>
                  <a:pt x="56" y="152"/>
                  <a:pt x="88" y="184"/>
                  <a:pt x="128" y="184"/>
                </a:cubicBezTo>
                <a:cubicBezTo>
                  <a:pt x="168" y="184"/>
                  <a:pt x="200" y="152"/>
                  <a:pt x="200" y="112"/>
                </a:cubicBezTo>
                <a:cubicBezTo>
                  <a:pt x="200" y="72"/>
                  <a:pt x="168" y="40"/>
                  <a:pt x="128" y="40"/>
                </a:cubicBezTo>
                <a:moveTo>
                  <a:pt x="128" y="160"/>
                </a:moveTo>
                <a:cubicBezTo>
                  <a:pt x="101" y="160"/>
                  <a:pt x="80" y="139"/>
                  <a:pt x="80" y="112"/>
                </a:cubicBezTo>
                <a:cubicBezTo>
                  <a:pt x="80" y="85"/>
                  <a:pt x="101" y="64"/>
                  <a:pt x="128" y="64"/>
                </a:cubicBezTo>
                <a:cubicBezTo>
                  <a:pt x="155" y="64"/>
                  <a:pt x="176" y="85"/>
                  <a:pt x="176" y="112"/>
                </a:cubicBezTo>
                <a:cubicBezTo>
                  <a:pt x="176" y="139"/>
                  <a:pt x="155" y="160"/>
                  <a:pt x="128" y="16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12" name="Freeform 78"/>
          <p:cNvSpPr/>
          <p:nvPr/>
        </p:nvSpPr>
        <p:spPr>
          <a:xfrm>
            <a:off x="7666200" y="131760"/>
            <a:ext cx="403200" cy="415800"/>
          </a:xfrm>
          <a:custGeom>
            <a:avLst/>
            <a:gdLst/>
            <a:ahLst/>
            <a:rect l="l" t="t" r="r" b="b"/>
            <a:pathLst>
              <a:path w="248" h="256">
                <a:moveTo>
                  <a:pt x="248" y="196"/>
                </a:moveTo>
                <a:cubicBezTo>
                  <a:pt x="248" y="209"/>
                  <a:pt x="228" y="220"/>
                  <a:pt x="204" y="220"/>
                </a:cubicBezTo>
                <a:cubicBezTo>
                  <a:pt x="180" y="220"/>
                  <a:pt x="160" y="209"/>
                  <a:pt x="160" y="196"/>
                </a:cubicBezTo>
                <a:cubicBezTo>
                  <a:pt x="160" y="183"/>
                  <a:pt x="180" y="172"/>
                  <a:pt x="204" y="172"/>
                </a:cubicBezTo>
                <a:cubicBezTo>
                  <a:pt x="211" y="172"/>
                  <a:pt x="218" y="173"/>
                  <a:pt x="224" y="175"/>
                </a:cubicBezTo>
                <a:cubicBezTo>
                  <a:pt x="224" y="152"/>
                  <a:pt x="224" y="152"/>
                  <a:pt x="224" y="152"/>
                </a:cubicBezTo>
                <a:cubicBezTo>
                  <a:pt x="224" y="75"/>
                  <a:pt x="224" y="75"/>
                  <a:pt x="224" y="75"/>
                </a:cubicBezTo>
                <a:cubicBezTo>
                  <a:pt x="88" y="104"/>
                  <a:pt x="88" y="104"/>
                  <a:pt x="88" y="104"/>
                </a:cubicBezTo>
                <a:cubicBezTo>
                  <a:pt x="88" y="232"/>
                  <a:pt x="88" y="232"/>
                  <a:pt x="88" y="232"/>
                </a:cubicBezTo>
                <a:cubicBezTo>
                  <a:pt x="88" y="245"/>
                  <a:pt x="68" y="256"/>
                  <a:pt x="44" y="256"/>
                </a:cubicBezTo>
                <a:cubicBezTo>
                  <a:pt x="20" y="256"/>
                  <a:pt x="0" y="245"/>
                  <a:pt x="0" y="232"/>
                </a:cubicBezTo>
                <a:cubicBezTo>
                  <a:pt x="0" y="219"/>
                  <a:pt x="20" y="208"/>
                  <a:pt x="44" y="208"/>
                </a:cubicBezTo>
                <a:cubicBezTo>
                  <a:pt x="51" y="208"/>
                  <a:pt x="58" y="209"/>
                  <a:pt x="64" y="211"/>
                </a:cubicBezTo>
                <a:cubicBezTo>
                  <a:pt x="64" y="192"/>
                  <a:pt x="64" y="192"/>
                  <a:pt x="64" y="192"/>
                </a:cubicBezTo>
                <a:cubicBezTo>
                  <a:pt x="64" y="48"/>
                  <a:pt x="64" y="48"/>
                  <a:pt x="64" y="48"/>
                </a:cubicBezTo>
                <a:cubicBezTo>
                  <a:pt x="64" y="39"/>
                  <a:pt x="76" y="36"/>
                  <a:pt x="76" y="36"/>
                </a:cubicBezTo>
                <a:cubicBezTo>
                  <a:pt x="236" y="0"/>
                  <a:pt x="236" y="0"/>
                  <a:pt x="236" y="0"/>
                </a:cubicBezTo>
                <a:cubicBezTo>
                  <a:pt x="243" y="0"/>
                  <a:pt x="248" y="5"/>
                  <a:pt x="248" y="12"/>
                </a:cubicBezTo>
                <a:cubicBezTo>
                  <a:pt x="248" y="184"/>
                  <a:pt x="248" y="184"/>
                  <a:pt x="248" y="184"/>
                </a:cubicBezTo>
                <a:cubicBezTo>
                  <a:pt x="248" y="192"/>
                  <a:pt x="248" y="192"/>
                  <a:pt x="248" y="192"/>
                </a:cubicBezTo>
                <a:lnTo>
                  <a:pt x="248" y="19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13" name="Freeform 79"/>
          <p:cNvSpPr/>
          <p:nvPr/>
        </p:nvSpPr>
        <p:spPr>
          <a:xfrm>
            <a:off x="7008840" y="249120"/>
            <a:ext cx="272880" cy="247680"/>
          </a:xfrm>
          <a:custGeom>
            <a:avLst/>
            <a:gdLst/>
            <a:ahLst/>
            <a:rect l="l" t="t" r="r" b="b"/>
            <a:pathLst>
              <a:path w="168" h="152">
                <a:moveTo>
                  <a:pt x="156" y="152"/>
                </a:moveTo>
                <a:cubicBezTo>
                  <a:pt x="149" y="152"/>
                  <a:pt x="144" y="147"/>
                  <a:pt x="144" y="140"/>
                </a:cubicBezTo>
                <a:cubicBezTo>
                  <a:pt x="144" y="12"/>
                  <a:pt x="144" y="12"/>
                  <a:pt x="144" y="12"/>
                </a:cubicBezTo>
                <a:cubicBezTo>
                  <a:pt x="144" y="5"/>
                  <a:pt x="149" y="0"/>
                  <a:pt x="156" y="0"/>
                </a:cubicBezTo>
                <a:cubicBezTo>
                  <a:pt x="163" y="0"/>
                  <a:pt x="168" y="5"/>
                  <a:pt x="168" y="12"/>
                </a:cubicBezTo>
                <a:cubicBezTo>
                  <a:pt x="168" y="140"/>
                  <a:pt x="168" y="140"/>
                  <a:pt x="168" y="140"/>
                </a:cubicBezTo>
                <a:cubicBezTo>
                  <a:pt x="168" y="147"/>
                  <a:pt x="163" y="152"/>
                  <a:pt x="156" y="152"/>
                </a:cubicBezTo>
                <a:moveTo>
                  <a:pt x="108" y="152"/>
                </a:moveTo>
                <a:cubicBezTo>
                  <a:pt x="101" y="152"/>
                  <a:pt x="96" y="147"/>
                  <a:pt x="96" y="140"/>
                </a:cubicBezTo>
                <a:cubicBezTo>
                  <a:pt x="96" y="44"/>
                  <a:pt x="96" y="44"/>
                  <a:pt x="96" y="44"/>
                </a:cubicBezTo>
                <a:cubicBezTo>
                  <a:pt x="96" y="37"/>
                  <a:pt x="101" y="32"/>
                  <a:pt x="108" y="32"/>
                </a:cubicBezTo>
                <a:cubicBezTo>
                  <a:pt x="115" y="32"/>
                  <a:pt x="120" y="37"/>
                  <a:pt x="120" y="44"/>
                </a:cubicBezTo>
                <a:cubicBezTo>
                  <a:pt x="120" y="140"/>
                  <a:pt x="120" y="140"/>
                  <a:pt x="120" y="140"/>
                </a:cubicBezTo>
                <a:cubicBezTo>
                  <a:pt x="120" y="147"/>
                  <a:pt x="115" y="152"/>
                  <a:pt x="108" y="152"/>
                </a:cubicBezTo>
                <a:moveTo>
                  <a:pt x="60" y="152"/>
                </a:moveTo>
                <a:cubicBezTo>
                  <a:pt x="53" y="152"/>
                  <a:pt x="48" y="147"/>
                  <a:pt x="48" y="140"/>
                </a:cubicBezTo>
                <a:cubicBezTo>
                  <a:pt x="48" y="76"/>
                  <a:pt x="48" y="76"/>
                  <a:pt x="48" y="76"/>
                </a:cubicBezTo>
                <a:cubicBezTo>
                  <a:pt x="48" y="69"/>
                  <a:pt x="53" y="64"/>
                  <a:pt x="60" y="64"/>
                </a:cubicBezTo>
                <a:cubicBezTo>
                  <a:pt x="67" y="64"/>
                  <a:pt x="72" y="69"/>
                  <a:pt x="72" y="76"/>
                </a:cubicBezTo>
                <a:cubicBezTo>
                  <a:pt x="72" y="140"/>
                  <a:pt x="72" y="140"/>
                  <a:pt x="72" y="140"/>
                </a:cubicBezTo>
                <a:cubicBezTo>
                  <a:pt x="72" y="147"/>
                  <a:pt x="67" y="152"/>
                  <a:pt x="60" y="152"/>
                </a:cubicBezTo>
                <a:moveTo>
                  <a:pt x="12" y="152"/>
                </a:moveTo>
                <a:cubicBezTo>
                  <a:pt x="5" y="152"/>
                  <a:pt x="0" y="147"/>
                  <a:pt x="0" y="140"/>
                </a:cubicBezTo>
                <a:cubicBezTo>
                  <a:pt x="0" y="108"/>
                  <a:pt x="0" y="108"/>
                  <a:pt x="0" y="108"/>
                </a:cubicBezTo>
                <a:cubicBezTo>
                  <a:pt x="0" y="101"/>
                  <a:pt x="5" y="96"/>
                  <a:pt x="12" y="96"/>
                </a:cubicBezTo>
                <a:cubicBezTo>
                  <a:pt x="19" y="96"/>
                  <a:pt x="24" y="101"/>
                  <a:pt x="24" y="108"/>
                </a:cubicBezTo>
                <a:cubicBezTo>
                  <a:pt x="24" y="140"/>
                  <a:pt x="24" y="140"/>
                  <a:pt x="24" y="140"/>
                </a:cubicBezTo>
                <a:cubicBezTo>
                  <a:pt x="24" y="147"/>
                  <a:pt x="19" y="152"/>
                  <a:pt x="12" y="15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14" name="Freeform 80"/>
          <p:cNvSpPr/>
          <p:nvPr/>
        </p:nvSpPr>
        <p:spPr>
          <a:xfrm>
            <a:off x="6208560" y="184320"/>
            <a:ext cx="416160" cy="312480"/>
          </a:xfrm>
          <a:custGeom>
            <a:avLst/>
            <a:gdLst/>
            <a:ahLst/>
            <a:rect l="l" t="t" r="r" b="b"/>
            <a:pathLst>
              <a:path w="256" h="192">
                <a:moveTo>
                  <a:pt x="252" y="105"/>
                </a:moveTo>
                <a:cubicBezTo>
                  <a:pt x="252" y="105"/>
                  <a:pt x="252" y="105"/>
                  <a:pt x="252" y="105"/>
                </a:cubicBezTo>
                <a:cubicBezTo>
                  <a:pt x="204" y="153"/>
                  <a:pt x="204" y="153"/>
                  <a:pt x="204" y="153"/>
                </a:cubicBezTo>
                <a:cubicBezTo>
                  <a:pt x="204" y="153"/>
                  <a:pt x="204" y="153"/>
                  <a:pt x="204" y="153"/>
                </a:cubicBezTo>
                <a:cubicBezTo>
                  <a:pt x="202" y="155"/>
                  <a:pt x="199" y="156"/>
                  <a:pt x="196" y="156"/>
                </a:cubicBezTo>
                <a:cubicBezTo>
                  <a:pt x="189" y="156"/>
                  <a:pt x="184" y="151"/>
                  <a:pt x="184" y="144"/>
                </a:cubicBezTo>
                <a:cubicBezTo>
                  <a:pt x="184" y="141"/>
                  <a:pt x="185" y="138"/>
                  <a:pt x="188" y="136"/>
                </a:cubicBezTo>
                <a:cubicBezTo>
                  <a:pt x="188" y="136"/>
                  <a:pt x="188" y="136"/>
                  <a:pt x="188" y="136"/>
                </a:cubicBezTo>
                <a:cubicBezTo>
                  <a:pt x="227" y="96"/>
                  <a:pt x="227" y="96"/>
                  <a:pt x="227" y="96"/>
                </a:cubicBezTo>
                <a:cubicBezTo>
                  <a:pt x="188" y="57"/>
                  <a:pt x="188" y="57"/>
                  <a:pt x="188" y="57"/>
                </a:cubicBezTo>
                <a:cubicBezTo>
                  <a:pt x="188" y="57"/>
                  <a:pt x="188" y="57"/>
                  <a:pt x="188" y="57"/>
                </a:cubicBezTo>
                <a:cubicBezTo>
                  <a:pt x="185" y="54"/>
                  <a:pt x="184" y="51"/>
                  <a:pt x="184" y="48"/>
                </a:cubicBezTo>
                <a:cubicBezTo>
                  <a:pt x="184" y="41"/>
                  <a:pt x="189" y="36"/>
                  <a:pt x="196" y="36"/>
                </a:cubicBezTo>
                <a:cubicBezTo>
                  <a:pt x="199" y="36"/>
                  <a:pt x="202" y="37"/>
                  <a:pt x="205" y="40"/>
                </a:cubicBezTo>
                <a:cubicBezTo>
                  <a:pt x="205" y="40"/>
                  <a:pt x="205" y="40"/>
                  <a:pt x="205" y="40"/>
                </a:cubicBezTo>
                <a:cubicBezTo>
                  <a:pt x="252" y="87"/>
                  <a:pt x="252" y="87"/>
                  <a:pt x="252" y="87"/>
                </a:cubicBezTo>
                <a:cubicBezTo>
                  <a:pt x="254" y="89"/>
                  <a:pt x="256" y="92"/>
                  <a:pt x="256" y="96"/>
                </a:cubicBezTo>
                <a:cubicBezTo>
                  <a:pt x="256" y="99"/>
                  <a:pt x="255" y="102"/>
                  <a:pt x="252" y="105"/>
                </a:cubicBezTo>
                <a:moveTo>
                  <a:pt x="107" y="184"/>
                </a:moveTo>
                <a:cubicBezTo>
                  <a:pt x="106" y="189"/>
                  <a:pt x="101" y="192"/>
                  <a:pt x="96" y="192"/>
                </a:cubicBezTo>
                <a:cubicBezTo>
                  <a:pt x="89" y="192"/>
                  <a:pt x="84" y="187"/>
                  <a:pt x="84" y="180"/>
                </a:cubicBezTo>
                <a:cubicBezTo>
                  <a:pt x="84" y="178"/>
                  <a:pt x="84" y="177"/>
                  <a:pt x="85" y="176"/>
                </a:cubicBezTo>
                <a:cubicBezTo>
                  <a:pt x="149" y="8"/>
                  <a:pt x="149" y="8"/>
                  <a:pt x="149" y="8"/>
                </a:cubicBezTo>
                <a:cubicBezTo>
                  <a:pt x="150" y="3"/>
                  <a:pt x="155" y="0"/>
                  <a:pt x="160" y="0"/>
                </a:cubicBezTo>
                <a:cubicBezTo>
                  <a:pt x="167" y="0"/>
                  <a:pt x="172" y="5"/>
                  <a:pt x="172" y="12"/>
                </a:cubicBezTo>
                <a:cubicBezTo>
                  <a:pt x="172" y="14"/>
                  <a:pt x="172" y="15"/>
                  <a:pt x="171" y="16"/>
                </a:cubicBezTo>
                <a:lnTo>
                  <a:pt x="107" y="184"/>
                </a:lnTo>
                <a:close/>
                <a:moveTo>
                  <a:pt x="68" y="57"/>
                </a:moveTo>
                <a:cubicBezTo>
                  <a:pt x="29" y="96"/>
                  <a:pt x="29" y="96"/>
                  <a:pt x="29" y="96"/>
                </a:cubicBezTo>
                <a:cubicBezTo>
                  <a:pt x="69" y="136"/>
                  <a:pt x="69" y="136"/>
                  <a:pt x="69" y="136"/>
                </a:cubicBezTo>
                <a:cubicBezTo>
                  <a:pt x="69" y="136"/>
                  <a:pt x="69" y="136"/>
                  <a:pt x="69" y="136"/>
                </a:cubicBezTo>
                <a:cubicBezTo>
                  <a:pt x="71" y="138"/>
                  <a:pt x="72" y="141"/>
                  <a:pt x="72" y="144"/>
                </a:cubicBezTo>
                <a:cubicBezTo>
                  <a:pt x="72" y="151"/>
                  <a:pt x="67" y="156"/>
                  <a:pt x="60" y="156"/>
                </a:cubicBezTo>
                <a:cubicBezTo>
                  <a:pt x="57" y="156"/>
                  <a:pt x="54" y="155"/>
                  <a:pt x="52" y="153"/>
                </a:cubicBezTo>
                <a:cubicBezTo>
                  <a:pt x="52" y="153"/>
                  <a:pt x="52" y="153"/>
                  <a:pt x="52" y="153"/>
                </a:cubicBezTo>
                <a:cubicBezTo>
                  <a:pt x="4" y="105"/>
                  <a:pt x="4" y="105"/>
                  <a:pt x="4" y="105"/>
                </a:cubicBezTo>
                <a:cubicBezTo>
                  <a:pt x="4" y="105"/>
                  <a:pt x="4" y="105"/>
                  <a:pt x="4" y="105"/>
                </a:cubicBezTo>
                <a:cubicBezTo>
                  <a:pt x="1" y="102"/>
                  <a:pt x="0" y="99"/>
                  <a:pt x="0" y="96"/>
                </a:cubicBezTo>
                <a:cubicBezTo>
                  <a:pt x="0" y="92"/>
                  <a:pt x="2" y="89"/>
                  <a:pt x="4" y="87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4" y="37"/>
                  <a:pt x="57" y="36"/>
                  <a:pt x="60" y="36"/>
                </a:cubicBezTo>
                <a:cubicBezTo>
                  <a:pt x="67" y="36"/>
                  <a:pt x="72" y="41"/>
                  <a:pt x="72" y="48"/>
                </a:cubicBezTo>
                <a:cubicBezTo>
                  <a:pt x="72" y="51"/>
                  <a:pt x="71" y="54"/>
                  <a:pt x="68" y="5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15" name="Freeform 81"/>
          <p:cNvSpPr/>
          <p:nvPr/>
        </p:nvSpPr>
        <p:spPr>
          <a:xfrm>
            <a:off x="5484960" y="136440"/>
            <a:ext cx="404640" cy="406440"/>
          </a:xfrm>
          <a:custGeom>
            <a:avLst/>
            <a:gdLst/>
            <a:ahLst/>
            <a:rect l="l" t="t" r="r" b="b"/>
            <a:pathLst>
              <a:path w="249" h="250">
                <a:moveTo>
                  <a:pt x="231" y="86"/>
                </a:moveTo>
                <a:cubicBezTo>
                  <a:pt x="198" y="119"/>
                  <a:pt x="198" y="119"/>
                  <a:pt x="198" y="119"/>
                </a:cubicBezTo>
                <a:cubicBezTo>
                  <a:pt x="185" y="131"/>
                  <a:pt x="168" y="136"/>
                  <a:pt x="152" y="131"/>
                </a:cubicBezTo>
                <a:cubicBezTo>
                  <a:pt x="180" y="103"/>
                  <a:pt x="180" y="103"/>
                  <a:pt x="180" y="103"/>
                </a:cubicBezTo>
                <a:cubicBezTo>
                  <a:pt x="180" y="103"/>
                  <a:pt x="180" y="103"/>
                  <a:pt x="181" y="102"/>
                </a:cubicBezTo>
                <a:cubicBezTo>
                  <a:pt x="214" y="69"/>
                  <a:pt x="214" y="69"/>
                  <a:pt x="214" y="69"/>
                </a:cubicBezTo>
                <a:cubicBezTo>
                  <a:pt x="223" y="60"/>
                  <a:pt x="223" y="45"/>
                  <a:pt x="214" y="35"/>
                </a:cubicBezTo>
                <a:cubicBezTo>
                  <a:pt x="205" y="26"/>
                  <a:pt x="190" y="26"/>
                  <a:pt x="181" y="35"/>
                </a:cubicBezTo>
                <a:cubicBezTo>
                  <a:pt x="147" y="69"/>
                  <a:pt x="147" y="69"/>
                  <a:pt x="147" y="69"/>
                </a:cubicBezTo>
                <a:cubicBezTo>
                  <a:pt x="147" y="69"/>
                  <a:pt x="147" y="69"/>
                  <a:pt x="147" y="69"/>
                </a:cubicBezTo>
                <a:cubicBezTo>
                  <a:pt x="147" y="69"/>
                  <a:pt x="147" y="69"/>
                  <a:pt x="147" y="69"/>
                </a:cubicBezTo>
                <a:cubicBezTo>
                  <a:pt x="119" y="98"/>
                  <a:pt x="119" y="98"/>
                  <a:pt x="119" y="98"/>
                </a:cubicBezTo>
                <a:cubicBezTo>
                  <a:pt x="114" y="82"/>
                  <a:pt x="118" y="64"/>
                  <a:pt x="131" y="52"/>
                </a:cubicBezTo>
                <a:cubicBezTo>
                  <a:pt x="164" y="19"/>
                  <a:pt x="164" y="19"/>
                  <a:pt x="164" y="19"/>
                </a:cubicBezTo>
                <a:cubicBezTo>
                  <a:pt x="183" y="0"/>
                  <a:pt x="212" y="0"/>
                  <a:pt x="231" y="19"/>
                </a:cubicBezTo>
                <a:cubicBezTo>
                  <a:pt x="249" y="37"/>
                  <a:pt x="249" y="67"/>
                  <a:pt x="231" y="86"/>
                </a:cubicBezTo>
                <a:moveTo>
                  <a:pt x="94" y="173"/>
                </a:moveTo>
                <a:cubicBezTo>
                  <a:pt x="94" y="173"/>
                  <a:pt x="94" y="173"/>
                  <a:pt x="94" y="173"/>
                </a:cubicBezTo>
                <a:cubicBezTo>
                  <a:pt x="91" y="176"/>
                  <a:pt x="88" y="177"/>
                  <a:pt x="85" y="177"/>
                </a:cubicBezTo>
                <a:cubicBezTo>
                  <a:pt x="78" y="177"/>
                  <a:pt x="73" y="172"/>
                  <a:pt x="73" y="165"/>
                </a:cubicBezTo>
                <a:cubicBezTo>
                  <a:pt x="73" y="162"/>
                  <a:pt x="75" y="158"/>
                  <a:pt x="77" y="156"/>
                </a:cubicBezTo>
                <a:cubicBezTo>
                  <a:pt x="156" y="77"/>
                  <a:pt x="156" y="77"/>
                  <a:pt x="156" y="77"/>
                </a:cubicBezTo>
                <a:cubicBezTo>
                  <a:pt x="158" y="75"/>
                  <a:pt x="162" y="73"/>
                  <a:pt x="165" y="73"/>
                </a:cubicBezTo>
                <a:cubicBezTo>
                  <a:pt x="172" y="73"/>
                  <a:pt x="177" y="78"/>
                  <a:pt x="177" y="85"/>
                </a:cubicBezTo>
                <a:cubicBezTo>
                  <a:pt x="177" y="88"/>
                  <a:pt x="176" y="91"/>
                  <a:pt x="174" y="93"/>
                </a:cubicBezTo>
                <a:cubicBezTo>
                  <a:pt x="174" y="93"/>
                  <a:pt x="174" y="93"/>
                  <a:pt x="174" y="93"/>
                </a:cubicBezTo>
                <a:lnTo>
                  <a:pt x="94" y="173"/>
                </a:lnTo>
                <a:close/>
                <a:moveTo>
                  <a:pt x="69" y="147"/>
                </a:moveTo>
                <a:cubicBezTo>
                  <a:pt x="35" y="181"/>
                  <a:pt x="35" y="181"/>
                  <a:pt x="35" y="181"/>
                </a:cubicBezTo>
                <a:cubicBezTo>
                  <a:pt x="26" y="190"/>
                  <a:pt x="26" y="205"/>
                  <a:pt x="35" y="214"/>
                </a:cubicBezTo>
                <a:cubicBezTo>
                  <a:pt x="45" y="224"/>
                  <a:pt x="60" y="224"/>
                  <a:pt x="69" y="214"/>
                </a:cubicBezTo>
                <a:cubicBezTo>
                  <a:pt x="102" y="181"/>
                  <a:pt x="102" y="181"/>
                  <a:pt x="102" y="181"/>
                </a:cubicBezTo>
                <a:cubicBezTo>
                  <a:pt x="102" y="181"/>
                  <a:pt x="103" y="180"/>
                  <a:pt x="103" y="180"/>
                </a:cubicBezTo>
                <a:cubicBezTo>
                  <a:pt x="131" y="152"/>
                  <a:pt x="131" y="152"/>
                  <a:pt x="131" y="152"/>
                </a:cubicBezTo>
                <a:cubicBezTo>
                  <a:pt x="135" y="168"/>
                  <a:pt x="131" y="185"/>
                  <a:pt x="119" y="198"/>
                </a:cubicBezTo>
                <a:cubicBezTo>
                  <a:pt x="86" y="231"/>
                  <a:pt x="86" y="231"/>
                  <a:pt x="86" y="231"/>
                </a:cubicBezTo>
                <a:cubicBezTo>
                  <a:pt x="67" y="250"/>
                  <a:pt x="37" y="250"/>
                  <a:pt x="19" y="231"/>
                </a:cubicBezTo>
                <a:cubicBezTo>
                  <a:pt x="0" y="213"/>
                  <a:pt x="0" y="183"/>
                  <a:pt x="19" y="164"/>
                </a:cubicBezTo>
                <a:cubicBezTo>
                  <a:pt x="52" y="131"/>
                  <a:pt x="52" y="131"/>
                  <a:pt x="52" y="131"/>
                </a:cubicBezTo>
                <a:cubicBezTo>
                  <a:pt x="65" y="118"/>
                  <a:pt x="82" y="114"/>
                  <a:pt x="98" y="118"/>
                </a:cubicBezTo>
                <a:cubicBezTo>
                  <a:pt x="69" y="147"/>
                  <a:pt x="69" y="147"/>
                  <a:pt x="69" y="147"/>
                </a:cubicBezTo>
                <a:cubicBezTo>
                  <a:pt x="69" y="147"/>
                  <a:pt x="69" y="147"/>
                  <a:pt x="69" y="147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16" name="Freeform 82"/>
          <p:cNvSpPr/>
          <p:nvPr/>
        </p:nvSpPr>
        <p:spPr>
          <a:xfrm>
            <a:off x="4803840" y="150840"/>
            <a:ext cx="312840" cy="377640"/>
          </a:xfrm>
          <a:custGeom>
            <a:avLst/>
            <a:gdLst/>
            <a:ahLst/>
            <a:rect l="l" t="t" r="r" b="b"/>
            <a:pathLst>
              <a:path w="192" h="232">
                <a:moveTo>
                  <a:pt x="0" y="36"/>
                </a:moveTo>
                <a:cubicBezTo>
                  <a:pt x="0" y="29"/>
                  <a:pt x="5" y="24"/>
                  <a:pt x="12" y="24"/>
                </a:cubicBezTo>
                <a:cubicBezTo>
                  <a:pt x="72" y="24"/>
                  <a:pt x="72" y="24"/>
                  <a:pt x="72" y="24"/>
                </a:cubicBezTo>
                <a:cubicBezTo>
                  <a:pt x="72" y="12"/>
                  <a:pt x="72" y="12"/>
                  <a:pt x="72" y="12"/>
                </a:cubicBezTo>
                <a:cubicBezTo>
                  <a:pt x="72" y="5"/>
                  <a:pt x="77" y="0"/>
                  <a:pt x="84" y="0"/>
                </a:cubicBezTo>
                <a:cubicBezTo>
                  <a:pt x="108" y="0"/>
                  <a:pt x="108" y="0"/>
                  <a:pt x="108" y="0"/>
                </a:cubicBezTo>
                <a:cubicBezTo>
                  <a:pt x="115" y="0"/>
                  <a:pt x="120" y="5"/>
                  <a:pt x="120" y="12"/>
                </a:cubicBezTo>
                <a:cubicBezTo>
                  <a:pt x="120" y="24"/>
                  <a:pt x="120" y="24"/>
                  <a:pt x="120" y="24"/>
                </a:cubicBezTo>
                <a:cubicBezTo>
                  <a:pt x="180" y="24"/>
                  <a:pt x="180" y="24"/>
                  <a:pt x="180" y="24"/>
                </a:cubicBezTo>
                <a:cubicBezTo>
                  <a:pt x="187" y="24"/>
                  <a:pt x="192" y="29"/>
                  <a:pt x="192" y="36"/>
                </a:cubicBezTo>
                <a:cubicBezTo>
                  <a:pt x="192" y="48"/>
                  <a:pt x="192" y="48"/>
                  <a:pt x="192" y="48"/>
                </a:cubicBezTo>
                <a:cubicBezTo>
                  <a:pt x="0" y="48"/>
                  <a:pt x="0" y="48"/>
                  <a:pt x="0" y="48"/>
                </a:cubicBezTo>
                <a:lnTo>
                  <a:pt x="0" y="36"/>
                </a:lnTo>
                <a:close/>
                <a:moveTo>
                  <a:pt x="180" y="72"/>
                </a:moveTo>
                <a:cubicBezTo>
                  <a:pt x="180" y="96"/>
                  <a:pt x="180" y="96"/>
                  <a:pt x="180" y="96"/>
                </a:cubicBezTo>
                <a:cubicBezTo>
                  <a:pt x="180" y="220"/>
                  <a:pt x="180" y="220"/>
                  <a:pt x="180" y="220"/>
                </a:cubicBezTo>
                <a:cubicBezTo>
                  <a:pt x="180" y="227"/>
                  <a:pt x="175" y="232"/>
                  <a:pt x="168" y="232"/>
                </a:cubicBezTo>
                <a:cubicBezTo>
                  <a:pt x="24" y="232"/>
                  <a:pt x="24" y="232"/>
                  <a:pt x="24" y="232"/>
                </a:cubicBezTo>
                <a:cubicBezTo>
                  <a:pt x="17" y="232"/>
                  <a:pt x="12" y="227"/>
                  <a:pt x="12" y="220"/>
                </a:cubicBezTo>
                <a:cubicBezTo>
                  <a:pt x="12" y="96"/>
                  <a:pt x="12" y="96"/>
                  <a:pt x="12" y="96"/>
                </a:cubicBezTo>
                <a:cubicBezTo>
                  <a:pt x="12" y="72"/>
                  <a:pt x="12" y="72"/>
                  <a:pt x="12" y="72"/>
                </a:cubicBezTo>
                <a:cubicBezTo>
                  <a:pt x="12" y="60"/>
                  <a:pt x="12" y="60"/>
                  <a:pt x="12" y="60"/>
                </a:cubicBezTo>
                <a:cubicBezTo>
                  <a:pt x="180" y="60"/>
                  <a:pt x="180" y="60"/>
                  <a:pt x="180" y="60"/>
                </a:cubicBezTo>
                <a:lnTo>
                  <a:pt x="180" y="72"/>
                </a:lnTo>
                <a:close/>
                <a:moveTo>
                  <a:pt x="60" y="96"/>
                </a:moveTo>
                <a:cubicBezTo>
                  <a:pt x="60" y="89"/>
                  <a:pt x="55" y="84"/>
                  <a:pt x="48" y="84"/>
                </a:cubicBezTo>
                <a:cubicBezTo>
                  <a:pt x="41" y="84"/>
                  <a:pt x="36" y="89"/>
                  <a:pt x="36" y="96"/>
                </a:cubicBezTo>
                <a:cubicBezTo>
                  <a:pt x="36" y="196"/>
                  <a:pt x="36" y="196"/>
                  <a:pt x="36" y="196"/>
                </a:cubicBezTo>
                <a:cubicBezTo>
                  <a:pt x="36" y="203"/>
                  <a:pt x="41" y="208"/>
                  <a:pt x="48" y="208"/>
                </a:cubicBezTo>
                <a:cubicBezTo>
                  <a:pt x="55" y="208"/>
                  <a:pt x="60" y="203"/>
                  <a:pt x="60" y="196"/>
                </a:cubicBezTo>
                <a:lnTo>
                  <a:pt x="60" y="96"/>
                </a:lnTo>
                <a:close/>
                <a:moveTo>
                  <a:pt x="108" y="96"/>
                </a:moveTo>
                <a:cubicBezTo>
                  <a:pt x="108" y="89"/>
                  <a:pt x="103" y="84"/>
                  <a:pt x="96" y="84"/>
                </a:cubicBezTo>
                <a:cubicBezTo>
                  <a:pt x="89" y="84"/>
                  <a:pt x="84" y="89"/>
                  <a:pt x="84" y="96"/>
                </a:cubicBezTo>
                <a:cubicBezTo>
                  <a:pt x="84" y="196"/>
                  <a:pt x="84" y="196"/>
                  <a:pt x="84" y="196"/>
                </a:cubicBezTo>
                <a:cubicBezTo>
                  <a:pt x="84" y="203"/>
                  <a:pt x="89" y="208"/>
                  <a:pt x="96" y="208"/>
                </a:cubicBezTo>
                <a:cubicBezTo>
                  <a:pt x="103" y="208"/>
                  <a:pt x="108" y="203"/>
                  <a:pt x="108" y="196"/>
                </a:cubicBezTo>
                <a:lnTo>
                  <a:pt x="108" y="96"/>
                </a:lnTo>
                <a:close/>
                <a:moveTo>
                  <a:pt x="156" y="96"/>
                </a:moveTo>
                <a:cubicBezTo>
                  <a:pt x="156" y="89"/>
                  <a:pt x="151" y="84"/>
                  <a:pt x="144" y="84"/>
                </a:cubicBezTo>
                <a:cubicBezTo>
                  <a:pt x="137" y="84"/>
                  <a:pt x="132" y="89"/>
                  <a:pt x="132" y="96"/>
                </a:cubicBezTo>
                <a:cubicBezTo>
                  <a:pt x="132" y="196"/>
                  <a:pt x="132" y="196"/>
                  <a:pt x="132" y="196"/>
                </a:cubicBezTo>
                <a:cubicBezTo>
                  <a:pt x="132" y="203"/>
                  <a:pt x="137" y="208"/>
                  <a:pt x="144" y="208"/>
                </a:cubicBezTo>
                <a:cubicBezTo>
                  <a:pt x="151" y="208"/>
                  <a:pt x="156" y="203"/>
                  <a:pt x="156" y="196"/>
                </a:cubicBezTo>
                <a:lnTo>
                  <a:pt x="156" y="9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17" name="Freeform 83"/>
          <p:cNvSpPr/>
          <p:nvPr/>
        </p:nvSpPr>
        <p:spPr>
          <a:xfrm>
            <a:off x="4049640" y="131760"/>
            <a:ext cx="363600" cy="415800"/>
          </a:xfrm>
          <a:custGeom>
            <a:avLst/>
            <a:gdLst/>
            <a:ahLst/>
            <a:rect l="l" t="t" r="r" b="b"/>
            <a:pathLst>
              <a:path w="224" h="256">
                <a:moveTo>
                  <a:pt x="212" y="132"/>
                </a:moveTo>
                <a:cubicBezTo>
                  <a:pt x="188" y="132"/>
                  <a:pt x="188" y="132"/>
                  <a:pt x="188" y="132"/>
                </a:cubicBezTo>
                <a:cubicBezTo>
                  <a:pt x="181" y="132"/>
                  <a:pt x="176" y="127"/>
                  <a:pt x="176" y="120"/>
                </a:cubicBezTo>
                <a:cubicBezTo>
                  <a:pt x="176" y="72"/>
                  <a:pt x="176" y="72"/>
                  <a:pt x="176" y="72"/>
                </a:cubicBezTo>
                <a:cubicBezTo>
                  <a:pt x="176" y="65"/>
                  <a:pt x="181" y="60"/>
                  <a:pt x="188" y="60"/>
                </a:cubicBezTo>
                <a:cubicBezTo>
                  <a:pt x="212" y="60"/>
                  <a:pt x="212" y="60"/>
                  <a:pt x="212" y="60"/>
                </a:cubicBezTo>
                <a:cubicBezTo>
                  <a:pt x="219" y="60"/>
                  <a:pt x="224" y="65"/>
                  <a:pt x="224" y="72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4" y="127"/>
                  <a:pt x="219" y="132"/>
                  <a:pt x="212" y="132"/>
                </a:cubicBezTo>
                <a:moveTo>
                  <a:pt x="188" y="12"/>
                </a:moveTo>
                <a:cubicBezTo>
                  <a:pt x="188" y="5"/>
                  <a:pt x="193" y="0"/>
                  <a:pt x="200" y="0"/>
                </a:cubicBezTo>
                <a:cubicBezTo>
                  <a:pt x="207" y="0"/>
                  <a:pt x="212" y="5"/>
                  <a:pt x="212" y="12"/>
                </a:cubicBezTo>
                <a:cubicBezTo>
                  <a:pt x="212" y="48"/>
                  <a:pt x="212" y="48"/>
                  <a:pt x="212" y="48"/>
                </a:cubicBezTo>
                <a:cubicBezTo>
                  <a:pt x="188" y="48"/>
                  <a:pt x="188" y="48"/>
                  <a:pt x="188" y="48"/>
                </a:cubicBezTo>
                <a:lnTo>
                  <a:pt x="188" y="12"/>
                </a:lnTo>
                <a:close/>
                <a:moveTo>
                  <a:pt x="124" y="196"/>
                </a:moveTo>
                <a:cubicBezTo>
                  <a:pt x="100" y="196"/>
                  <a:pt x="100" y="196"/>
                  <a:pt x="100" y="196"/>
                </a:cubicBezTo>
                <a:cubicBezTo>
                  <a:pt x="93" y="196"/>
                  <a:pt x="88" y="191"/>
                  <a:pt x="88" y="184"/>
                </a:cubicBezTo>
                <a:cubicBezTo>
                  <a:pt x="88" y="136"/>
                  <a:pt x="88" y="136"/>
                  <a:pt x="88" y="136"/>
                </a:cubicBezTo>
                <a:cubicBezTo>
                  <a:pt x="88" y="129"/>
                  <a:pt x="93" y="124"/>
                  <a:pt x="100" y="124"/>
                </a:cubicBezTo>
                <a:cubicBezTo>
                  <a:pt x="124" y="124"/>
                  <a:pt x="124" y="124"/>
                  <a:pt x="124" y="124"/>
                </a:cubicBezTo>
                <a:cubicBezTo>
                  <a:pt x="131" y="124"/>
                  <a:pt x="136" y="129"/>
                  <a:pt x="136" y="136"/>
                </a:cubicBezTo>
                <a:cubicBezTo>
                  <a:pt x="136" y="184"/>
                  <a:pt x="136" y="184"/>
                  <a:pt x="136" y="184"/>
                </a:cubicBezTo>
                <a:cubicBezTo>
                  <a:pt x="136" y="191"/>
                  <a:pt x="131" y="196"/>
                  <a:pt x="124" y="196"/>
                </a:cubicBezTo>
                <a:moveTo>
                  <a:pt x="100" y="12"/>
                </a:moveTo>
                <a:cubicBezTo>
                  <a:pt x="100" y="5"/>
                  <a:pt x="105" y="0"/>
                  <a:pt x="112" y="0"/>
                </a:cubicBezTo>
                <a:cubicBezTo>
                  <a:pt x="119" y="0"/>
                  <a:pt x="124" y="5"/>
                  <a:pt x="124" y="12"/>
                </a:cubicBezTo>
                <a:cubicBezTo>
                  <a:pt x="124" y="112"/>
                  <a:pt x="124" y="112"/>
                  <a:pt x="124" y="112"/>
                </a:cubicBezTo>
                <a:cubicBezTo>
                  <a:pt x="100" y="112"/>
                  <a:pt x="100" y="112"/>
                  <a:pt x="100" y="112"/>
                </a:cubicBezTo>
                <a:lnTo>
                  <a:pt x="100" y="12"/>
                </a:lnTo>
                <a:close/>
                <a:moveTo>
                  <a:pt x="36" y="164"/>
                </a:moveTo>
                <a:cubicBezTo>
                  <a:pt x="12" y="164"/>
                  <a:pt x="12" y="164"/>
                  <a:pt x="12" y="164"/>
                </a:cubicBezTo>
                <a:cubicBezTo>
                  <a:pt x="5" y="164"/>
                  <a:pt x="0" y="159"/>
                  <a:pt x="0" y="152"/>
                </a:cubicBezTo>
                <a:cubicBezTo>
                  <a:pt x="0" y="104"/>
                  <a:pt x="0" y="104"/>
                  <a:pt x="0" y="104"/>
                </a:cubicBezTo>
                <a:cubicBezTo>
                  <a:pt x="0" y="97"/>
                  <a:pt x="5" y="92"/>
                  <a:pt x="12" y="92"/>
                </a:cubicBezTo>
                <a:cubicBezTo>
                  <a:pt x="36" y="92"/>
                  <a:pt x="36" y="92"/>
                  <a:pt x="36" y="92"/>
                </a:cubicBezTo>
                <a:cubicBezTo>
                  <a:pt x="43" y="92"/>
                  <a:pt x="48" y="97"/>
                  <a:pt x="48" y="104"/>
                </a:cubicBezTo>
                <a:cubicBezTo>
                  <a:pt x="48" y="152"/>
                  <a:pt x="48" y="152"/>
                  <a:pt x="48" y="152"/>
                </a:cubicBezTo>
                <a:cubicBezTo>
                  <a:pt x="48" y="159"/>
                  <a:pt x="43" y="164"/>
                  <a:pt x="36" y="164"/>
                </a:cubicBezTo>
                <a:moveTo>
                  <a:pt x="12" y="12"/>
                </a:moveTo>
                <a:cubicBezTo>
                  <a:pt x="12" y="5"/>
                  <a:pt x="17" y="0"/>
                  <a:pt x="24" y="0"/>
                </a:cubicBezTo>
                <a:cubicBezTo>
                  <a:pt x="31" y="0"/>
                  <a:pt x="36" y="5"/>
                  <a:pt x="36" y="12"/>
                </a:cubicBezTo>
                <a:cubicBezTo>
                  <a:pt x="36" y="80"/>
                  <a:pt x="36" y="80"/>
                  <a:pt x="36" y="80"/>
                </a:cubicBezTo>
                <a:cubicBezTo>
                  <a:pt x="12" y="80"/>
                  <a:pt x="12" y="80"/>
                  <a:pt x="12" y="80"/>
                </a:cubicBezTo>
                <a:lnTo>
                  <a:pt x="12" y="12"/>
                </a:lnTo>
                <a:close/>
                <a:moveTo>
                  <a:pt x="36" y="244"/>
                </a:moveTo>
                <a:cubicBezTo>
                  <a:pt x="36" y="251"/>
                  <a:pt x="31" y="256"/>
                  <a:pt x="24" y="256"/>
                </a:cubicBezTo>
                <a:cubicBezTo>
                  <a:pt x="17" y="256"/>
                  <a:pt x="12" y="251"/>
                  <a:pt x="12" y="244"/>
                </a:cubicBezTo>
                <a:cubicBezTo>
                  <a:pt x="12" y="176"/>
                  <a:pt x="12" y="176"/>
                  <a:pt x="12" y="176"/>
                </a:cubicBezTo>
                <a:cubicBezTo>
                  <a:pt x="36" y="176"/>
                  <a:pt x="36" y="176"/>
                  <a:pt x="36" y="176"/>
                </a:cubicBezTo>
                <a:lnTo>
                  <a:pt x="36" y="244"/>
                </a:lnTo>
                <a:close/>
                <a:moveTo>
                  <a:pt x="124" y="244"/>
                </a:moveTo>
                <a:cubicBezTo>
                  <a:pt x="124" y="251"/>
                  <a:pt x="119" y="256"/>
                  <a:pt x="112" y="256"/>
                </a:cubicBezTo>
                <a:cubicBezTo>
                  <a:pt x="105" y="256"/>
                  <a:pt x="100" y="251"/>
                  <a:pt x="100" y="244"/>
                </a:cubicBezTo>
                <a:cubicBezTo>
                  <a:pt x="100" y="208"/>
                  <a:pt x="100" y="208"/>
                  <a:pt x="100" y="208"/>
                </a:cubicBezTo>
                <a:cubicBezTo>
                  <a:pt x="124" y="208"/>
                  <a:pt x="124" y="208"/>
                  <a:pt x="124" y="208"/>
                </a:cubicBezTo>
                <a:lnTo>
                  <a:pt x="124" y="244"/>
                </a:lnTo>
                <a:close/>
                <a:moveTo>
                  <a:pt x="212" y="244"/>
                </a:moveTo>
                <a:cubicBezTo>
                  <a:pt x="212" y="251"/>
                  <a:pt x="207" y="256"/>
                  <a:pt x="200" y="256"/>
                </a:cubicBezTo>
                <a:cubicBezTo>
                  <a:pt x="193" y="256"/>
                  <a:pt x="188" y="251"/>
                  <a:pt x="188" y="244"/>
                </a:cubicBezTo>
                <a:cubicBezTo>
                  <a:pt x="188" y="144"/>
                  <a:pt x="188" y="144"/>
                  <a:pt x="188" y="144"/>
                </a:cubicBezTo>
                <a:cubicBezTo>
                  <a:pt x="212" y="144"/>
                  <a:pt x="212" y="144"/>
                  <a:pt x="212" y="144"/>
                </a:cubicBezTo>
                <a:lnTo>
                  <a:pt x="212" y="24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18" name="Freeform 84"/>
          <p:cNvSpPr/>
          <p:nvPr/>
        </p:nvSpPr>
        <p:spPr>
          <a:xfrm>
            <a:off x="3463920" y="177840"/>
            <a:ext cx="77760" cy="325440"/>
          </a:xfrm>
          <a:custGeom>
            <a:avLst/>
            <a:gdLst/>
            <a:ahLst/>
            <a:rect l="l" t="t" r="r" b="b"/>
            <a:pathLst>
              <a:path w="48" h="200">
                <a:moveTo>
                  <a:pt x="0" y="176"/>
                </a:moveTo>
                <a:cubicBezTo>
                  <a:pt x="0" y="163"/>
                  <a:pt x="11" y="152"/>
                  <a:pt x="24" y="152"/>
                </a:cubicBezTo>
                <a:cubicBezTo>
                  <a:pt x="37" y="152"/>
                  <a:pt x="48" y="163"/>
                  <a:pt x="48" y="176"/>
                </a:cubicBezTo>
                <a:cubicBezTo>
                  <a:pt x="48" y="189"/>
                  <a:pt x="37" y="200"/>
                  <a:pt x="24" y="200"/>
                </a:cubicBezTo>
                <a:cubicBezTo>
                  <a:pt x="11" y="200"/>
                  <a:pt x="0" y="189"/>
                  <a:pt x="0" y="176"/>
                </a:cubicBezTo>
                <a:moveTo>
                  <a:pt x="0" y="100"/>
                </a:moveTo>
                <a:cubicBezTo>
                  <a:pt x="0" y="87"/>
                  <a:pt x="11" y="76"/>
                  <a:pt x="24" y="76"/>
                </a:cubicBezTo>
                <a:cubicBezTo>
                  <a:pt x="37" y="76"/>
                  <a:pt x="48" y="87"/>
                  <a:pt x="48" y="100"/>
                </a:cubicBezTo>
                <a:cubicBezTo>
                  <a:pt x="48" y="113"/>
                  <a:pt x="37" y="124"/>
                  <a:pt x="24" y="124"/>
                </a:cubicBezTo>
                <a:cubicBezTo>
                  <a:pt x="11" y="124"/>
                  <a:pt x="0" y="113"/>
                  <a:pt x="0" y="100"/>
                </a:cubicBezTo>
                <a:moveTo>
                  <a:pt x="0" y="24"/>
                </a:moveTo>
                <a:cubicBezTo>
                  <a:pt x="0" y="11"/>
                  <a:pt x="11" y="0"/>
                  <a:pt x="24" y="0"/>
                </a:cubicBezTo>
                <a:cubicBezTo>
                  <a:pt x="37" y="0"/>
                  <a:pt x="48" y="11"/>
                  <a:pt x="48" y="24"/>
                </a:cubicBezTo>
                <a:cubicBezTo>
                  <a:pt x="48" y="37"/>
                  <a:pt x="37" y="48"/>
                  <a:pt x="24" y="48"/>
                </a:cubicBezTo>
                <a:cubicBezTo>
                  <a:pt x="11" y="48"/>
                  <a:pt x="0" y="37"/>
                  <a:pt x="0" y="2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19" name="Freeform 85"/>
          <p:cNvSpPr/>
          <p:nvPr/>
        </p:nvSpPr>
        <p:spPr>
          <a:xfrm>
            <a:off x="2567160" y="163440"/>
            <a:ext cx="415800" cy="352440"/>
          </a:xfrm>
          <a:custGeom>
            <a:avLst/>
            <a:gdLst/>
            <a:ahLst/>
            <a:rect l="l" t="t" r="r" b="b"/>
            <a:pathLst>
              <a:path w="256" h="216">
                <a:moveTo>
                  <a:pt x="244" y="24"/>
                </a:moveTo>
                <a:cubicBezTo>
                  <a:pt x="12" y="24"/>
                  <a:pt x="12" y="24"/>
                  <a:pt x="12" y="24"/>
                </a:cubicBezTo>
                <a:cubicBezTo>
                  <a:pt x="5" y="24"/>
                  <a:pt x="0" y="19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9"/>
                  <a:pt x="251" y="24"/>
                  <a:pt x="244" y="24"/>
                </a:cubicBezTo>
                <a:moveTo>
                  <a:pt x="84" y="88"/>
                </a:moveTo>
                <a:cubicBezTo>
                  <a:pt x="84" y="88"/>
                  <a:pt x="84" y="88"/>
                  <a:pt x="84" y="88"/>
                </a:cubicBezTo>
                <a:cubicBezTo>
                  <a:pt x="60" y="88"/>
                  <a:pt x="60" y="88"/>
                  <a:pt x="60" y="88"/>
                </a:cubicBezTo>
                <a:cubicBezTo>
                  <a:pt x="53" y="88"/>
                  <a:pt x="48" y="83"/>
                  <a:pt x="48" y="76"/>
                </a:cubicBezTo>
                <a:cubicBezTo>
                  <a:pt x="48" y="69"/>
                  <a:pt x="53" y="64"/>
                  <a:pt x="60" y="64"/>
                </a:cubicBezTo>
                <a:cubicBezTo>
                  <a:pt x="112" y="64"/>
                  <a:pt x="112" y="64"/>
                  <a:pt x="112" y="64"/>
                </a:cubicBezTo>
                <a:cubicBezTo>
                  <a:pt x="124" y="64"/>
                  <a:pt x="124" y="64"/>
                  <a:pt x="124" y="64"/>
                </a:cubicBezTo>
                <a:cubicBezTo>
                  <a:pt x="176" y="64"/>
                  <a:pt x="176" y="64"/>
                  <a:pt x="176" y="64"/>
                </a:cubicBezTo>
                <a:cubicBezTo>
                  <a:pt x="244" y="64"/>
                  <a:pt x="244" y="64"/>
                  <a:pt x="244" y="64"/>
                </a:cubicBezTo>
                <a:cubicBezTo>
                  <a:pt x="251" y="64"/>
                  <a:pt x="256" y="69"/>
                  <a:pt x="256" y="76"/>
                </a:cubicBezTo>
                <a:cubicBezTo>
                  <a:pt x="256" y="83"/>
                  <a:pt x="251" y="88"/>
                  <a:pt x="244" y="88"/>
                </a:cubicBezTo>
                <a:cubicBezTo>
                  <a:pt x="176" y="88"/>
                  <a:pt x="176" y="88"/>
                  <a:pt x="176" y="88"/>
                </a:cubicBezTo>
                <a:lnTo>
                  <a:pt x="84" y="88"/>
                </a:lnTo>
                <a:close/>
                <a:moveTo>
                  <a:pt x="12" y="128"/>
                </a:moveTo>
                <a:cubicBezTo>
                  <a:pt x="244" y="128"/>
                  <a:pt x="244" y="128"/>
                  <a:pt x="244" y="128"/>
                </a:cubicBezTo>
                <a:cubicBezTo>
                  <a:pt x="251" y="128"/>
                  <a:pt x="256" y="133"/>
                  <a:pt x="256" y="140"/>
                </a:cubicBezTo>
                <a:cubicBezTo>
                  <a:pt x="256" y="147"/>
                  <a:pt x="251" y="152"/>
                  <a:pt x="244" y="152"/>
                </a:cubicBezTo>
                <a:cubicBezTo>
                  <a:pt x="12" y="152"/>
                  <a:pt x="12" y="152"/>
                  <a:pt x="12" y="152"/>
                </a:cubicBezTo>
                <a:cubicBezTo>
                  <a:pt x="5" y="152"/>
                  <a:pt x="0" y="147"/>
                  <a:pt x="0" y="140"/>
                </a:cubicBezTo>
                <a:cubicBezTo>
                  <a:pt x="0" y="133"/>
                  <a:pt x="5" y="128"/>
                  <a:pt x="12" y="128"/>
                </a:cubicBezTo>
                <a:moveTo>
                  <a:pt x="84" y="192"/>
                </a:moveTo>
                <a:cubicBezTo>
                  <a:pt x="124" y="192"/>
                  <a:pt x="124" y="192"/>
                  <a:pt x="124" y="192"/>
                </a:cubicBezTo>
                <a:cubicBezTo>
                  <a:pt x="176" y="192"/>
                  <a:pt x="176" y="192"/>
                  <a:pt x="176" y="192"/>
                </a:cubicBezTo>
                <a:cubicBezTo>
                  <a:pt x="244" y="192"/>
                  <a:pt x="244" y="192"/>
                  <a:pt x="244" y="192"/>
                </a:cubicBezTo>
                <a:cubicBezTo>
                  <a:pt x="251" y="192"/>
                  <a:pt x="256" y="197"/>
                  <a:pt x="256" y="204"/>
                </a:cubicBezTo>
                <a:cubicBezTo>
                  <a:pt x="256" y="211"/>
                  <a:pt x="251" y="216"/>
                  <a:pt x="244" y="216"/>
                </a:cubicBezTo>
                <a:cubicBezTo>
                  <a:pt x="124" y="216"/>
                  <a:pt x="124" y="216"/>
                  <a:pt x="124" y="216"/>
                </a:cubicBezTo>
                <a:cubicBezTo>
                  <a:pt x="84" y="216"/>
                  <a:pt x="84" y="216"/>
                  <a:pt x="84" y="216"/>
                </a:cubicBezTo>
                <a:cubicBezTo>
                  <a:pt x="77" y="216"/>
                  <a:pt x="72" y="211"/>
                  <a:pt x="72" y="204"/>
                </a:cubicBezTo>
                <a:cubicBezTo>
                  <a:pt x="72" y="197"/>
                  <a:pt x="77" y="192"/>
                  <a:pt x="84" y="19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20" name="Freeform 86"/>
          <p:cNvSpPr/>
          <p:nvPr/>
        </p:nvSpPr>
        <p:spPr>
          <a:xfrm>
            <a:off x="1838160" y="163440"/>
            <a:ext cx="416160" cy="352440"/>
          </a:xfrm>
          <a:custGeom>
            <a:avLst/>
            <a:gdLst/>
            <a:ahLst/>
            <a:rect l="l" t="t" r="r" b="b"/>
            <a:pathLst>
              <a:path w="256" h="216">
                <a:moveTo>
                  <a:pt x="244" y="24"/>
                </a:moveTo>
                <a:cubicBezTo>
                  <a:pt x="12" y="24"/>
                  <a:pt x="12" y="24"/>
                  <a:pt x="12" y="24"/>
                </a:cubicBezTo>
                <a:cubicBezTo>
                  <a:pt x="5" y="24"/>
                  <a:pt x="0" y="19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9"/>
                  <a:pt x="251" y="24"/>
                  <a:pt x="244" y="24"/>
                </a:cubicBezTo>
                <a:moveTo>
                  <a:pt x="172" y="88"/>
                </a:moveTo>
                <a:cubicBezTo>
                  <a:pt x="172" y="88"/>
                  <a:pt x="172" y="88"/>
                  <a:pt x="172" y="88"/>
                </a:cubicBezTo>
                <a:cubicBezTo>
                  <a:pt x="152" y="88"/>
                  <a:pt x="152" y="88"/>
                  <a:pt x="152" y="88"/>
                </a:cubicBezTo>
                <a:cubicBezTo>
                  <a:pt x="104" y="88"/>
                  <a:pt x="104" y="88"/>
                  <a:pt x="104" y="88"/>
                </a:cubicBezTo>
                <a:cubicBezTo>
                  <a:pt x="84" y="88"/>
                  <a:pt x="84" y="88"/>
                  <a:pt x="84" y="88"/>
                </a:cubicBezTo>
                <a:cubicBezTo>
                  <a:pt x="84" y="88"/>
                  <a:pt x="84" y="88"/>
                  <a:pt x="84" y="88"/>
                </a:cubicBezTo>
                <a:cubicBezTo>
                  <a:pt x="60" y="88"/>
                  <a:pt x="60" y="88"/>
                  <a:pt x="60" y="88"/>
                </a:cubicBezTo>
                <a:cubicBezTo>
                  <a:pt x="53" y="88"/>
                  <a:pt x="48" y="83"/>
                  <a:pt x="48" y="76"/>
                </a:cubicBezTo>
                <a:cubicBezTo>
                  <a:pt x="48" y="69"/>
                  <a:pt x="53" y="64"/>
                  <a:pt x="60" y="64"/>
                </a:cubicBezTo>
                <a:cubicBezTo>
                  <a:pt x="196" y="64"/>
                  <a:pt x="196" y="64"/>
                  <a:pt x="196" y="64"/>
                </a:cubicBezTo>
                <a:cubicBezTo>
                  <a:pt x="203" y="64"/>
                  <a:pt x="208" y="69"/>
                  <a:pt x="208" y="76"/>
                </a:cubicBezTo>
                <a:cubicBezTo>
                  <a:pt x="208" y="83"/>
                  <a:pt x="203" y="88"/>
                  <a:pt x="196" y="88"/>
                </a:cubicBezTo>
                <a:lnTo>
                  <a:pt x="172" y="88"/>
                </a:lnTo>
                <a:close/>
                <a:moveTo>
                  <a:pt x="12" y="128"/>
                </a:moveTo>
                <a:cubicBezTo>
                  <a:pt x="244" y="128"/>
                  <a:pt x="244" y="128"/>
                  <a:pt x="244" y="128"/>
                </a:cubicBezTo>
                <a:cubicBezTo>
                  <a:pt x="251" y="128"/>
                  <a:pt x="256" y="133"/>
                  <a:pt x="256" y="140"/>
                </a:cubicBezTo>
                <a:cubicBezTo>
                  <a:pt x="256" y="147"/>
                  <a:pt x="251" y="152"/>
                  <a:pt x="244" y="152"/>
                </a:cubicBezTo>
                <a:cubicBezTo>
                  <a:pt x="12" y="152"/>
                  <a:pt x="12" y="152"/>
                  <a:pt x="12" y="152"/>
                </a:cubicBezTo>
                <a:cubicBezTo>
                  <a:pt x="5" y="152"/>
                  <a:pt x="0" y="147"/>
                  <a:pt x="0" y="140"/>
                </a:cubicBezTo>
                <a:cubicBezTo>
                  <a:pt x="0" y="133"/>
                  <a:pt x="5" y="128"/>
                  <a:pt x="12" y="128"/>
                </a:cubicBezTo>
                <a:moveTo>
                  <a:pt x="84" y="192"/>
                </a:moveTo>
                <a:cubicBezTo>
                  <a:pt x="108" y="192"/>
                  <a:pt x="108" y="192"/>
                  <a:pt x="108" y="192"/>
                </a:cubicBezTo>
                <a:cubicBezTo>
                  <a:pt x="124" y="192"/>
                  <a:pt x="124" y="192"/>
                  <a:pt x="124" y="192"/>
                </a:cubicBezTo>
                <a:cubicBezTo>
                  <a:pt x="132" y="192"/>
                  <a:pt x="132" y="192"/>
                  <a:pt x="132" y="192"/>
                </a:cubicBezTo>
                <a:cubicBezTo>
                  <a:pt x="152" y="192"/>
                  <a:pt x="152" y="192"/>
                  <a:pt x="152" y="192"/>
                </a:cubicBezTo>
                <a:cubicBezTo>
                  <a:pt x="172" y="192"/>
                  <a:pt x="172" y="192"/>
                  <a:pt x="172" y="192"/>
                </a:cubicBezTo>
                <a:cubicBezTo>
                  <a:pt x="179" y="192"/>
                  <a:pt x="184" y="197"/>
                  <a:pt x="184" y="204"/>
                </a:cubicBezTo>
                <a:cubicBezTo>
                  <a:pt x="184" y="211"/>
                  <a:pt x="179" y="216"/>
                  <a:pt x="172" y="216"/>
                </a:cubicBezTo>
                <a:cubicBezTo>
                  <a:pt x="152" y="216"/>
                  <a:pt x="152" y="216"/>
                  <a:pt x="152" y="216"/>
                </a:cubicBezTo>
                <a:cubicBezTo>
                  <a:pt x="132" y="216"/>
                  <a:pt x="132" y="216"/>
                  <a:pt x="132" y="216"/>
                </a:cubicBezTo>
                <a:cubicBezTo>
                  <a:pt x="124" y="216"/>
                  <a:pt x="124" y="216"/>
                  <a:pt x="124" y="216"/>
                </a:cubicBezTo>
                <a:cubicBezTo>
                  <a:pt x="108" y="216"/>
                  <a:pt x="108" y="216"/>
                  <a:pt x="108" y="216"/>
                </a:cubicBezTo>
                <a:cubicBezTo>
                  <a:pt x="84" y="216"/>
                  <a:pt x="84" y="216"/>
                  <a:pt x="84" y="216"/>
                </a:cubicBezTo>
                <a:cubicBezTo>
                  <a:pt x="77" y="216"/>
                  <a:pt x="72" y="211"/>
                  <a:pt x="72" y="204"/>
                </a:cubicBezTo>
                <a:cubicBezTo>
                  <a:pt x="72" y="197"/>
                  <a:pt x="77" y="192"/>
                  <a:pt x="84" y="19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21" name="Freeform 87"/>
          <p:cNvSpPr/>
          <p:nvPr/>
        </p:nvSpPr>
        <p:spPr>
          <a:xfrm>
            <a:off x="1109520" y="163440"/>
            <a:ext cx="416160" cy="352440"/>
          </a:xfrm>
          <a:custGeom>
            <a:avLst/>
            <a:gdLst/>
            <a:ahLst/>
            <a:rect l="l" t="t" r="r" b="b"/>
            <a:pathLst>
              <a:path w="256" h="216">
                <a:moveTo>
                  <a:pt x="244" y="24"/>
                </a:moveTo>
                <a:cubicBezTo>
                  <a:pt x="12" y="24"/>
                  <a:pt x="12" y="24"/>
                  <a:pt x="12" y="24"/>
                </a:cubicBezTo>
                <a:cubicBezTo>
                  <a:pt x="5" y="24"/>
                  <a:pt x="0" y="19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9"/>
                  <a:pt x="251" y="24"/>
                  <a:pt x="244" y="24"/>
                </a:cubicBezTo>
                <a:moveTo>
                  <a:pt x="12" y="64"/>
                </a:moveTo>
                <a:cubicBezTo>
                  <a:pt x="80" y="64"/>
                  <a:pt x="80" y="64"/>
                  <a:pt x="80" y="64"/>
                </a:cubicBezTo>
                <a:cubicBezTo>
                  <a:pt x="132" y="64"/>
                  <a:pt x="132" y="64"/>
                  <a:pt x="132" y="64"/>
                </a:cubicBezTo>
                <a:cubicBezTo>
                  <a:pt x="144" y="64"/>
                  <a:pt x="144" y="64"/>
                  <a:pt x="144" y="64"/>
                </a:cubicBezTo>
                <a:cubicBezTo>
                  <a:pt x="196" y="64"/>
                  <a:pt x="196" y="64"/>
                  <a:pt x="196" y="64"/>
                </a:cubicBezTo>
                <a:cubicBezTo>
                  <a:pt x="203" y="64"/>
                  <a:pt x="208" y="69"/>
                  <a:pt x="208" y="76"/>
                </a:cubicBezTo>
                <a:cubicBezTo>
                  <a:pt x="208" y="83"/>
                  <a:pt x="203" y="88"/>
                  <a:pt x="196" y="88"/>
                </a:cubicBezTo>
                <a:cubicBezTo>
                  <a:pt x="172" y="88"/>
                  <a:pt x="172" y="88"/>
                  <a:pt x="172" y="88"/>
                </a:cubicBezTo>
                <a:cubicBezTo>
                  <a:pt x="172" y="88"/>
                  <a:pt x="172" y="88"/>
                  <a:pt x="172" y="88"/>
                </a:cubicBezTo>
                <a:cubicBezTo>
                  <a:pt x="80" y="88"/>
                  <a:pt x="80" y="88"/>
                  <a:pt x="80" y="88"/>
                </a:cubicBezTo>
                <a:cubicBezTo>
                  <a:pt x="12" y="88"/>
                  <a:pt x="12" y="88"/>
                  <a:pt x="12" y="88"/>
                </a:cubicBezTo>
                <a:cubicBezTo>
                  <a:pt x="5" y="88"/>
                  <a:pt x="0" y="83"/>
                  <a:pt x="0" y="76"/>
                </a:cubicBezTo>
                <a:cubicBezTo>
                  <a:pt x="0" y="69"/>
                  <a:pt x="5" y="64"/>
                  <a:pt x="12" y="64"/>
                </a:cubicBezTo>
                <a:moveTo>
                  <a:pt x="12" y="128"/>
                </a:moveTo>
                <a:cubicBezTo>
                  <a:pt x="244" y="128"/>
                  <a:pt x="244" y="128"/>
                  <a:pt x="244" y="128"/>
                </a:cubicBezTo>
                <a:cubicBezTo>
                  <a:pt x="251" y="128"/>
                  <a:pt x="256" y="133"/>
                  <a:pt x="256" y="140"/>
                </a:cubicBezTo>
                <a:cubicBezTo>
                  <a:pt x="256" y="147"/>
                  <a:pt x="251" y="152"/>
                  <a:pt x="244" y="152"/>
                </a:cubicBezTo>
                <a:cubicBezTo>
                  <a:pt x="12" y="152"/>
                  <a:pt x="12" y="152"/>
                  <a:pt x="12" y="152"/>
                </a:cubicBezTo>
                <a:cubicBezTo>
                  <a:pt x="5" y="152"/>
                  <a:pt x="0" y="147"/>
                  <a:pt x="0" y="140"/>
                </a:cubicBezTo>
                <a:cubicBezTo>
                  <a:pt x="0" y="133"/>
                  <a:pt x="5" y="128"/>
                  <a:pt x="12" y="128"/>
                </a:cubicBezTo>
                <a:moveTo>
                  <a:pt x="12" y="192"/>
                </a:moveTo>
                <a:cubicBezTo>
                  <a:pt x="80" y="192"/>
                  <a:pt x="80" y="192"/>
                  <a:pt x="80" y="192"/>
                </a:cubicBezTo>
                <a:cubicBezTo>
                  <a:pt x="132" y="192"/>
                  <a:pt x="132" y="192"/>
                  <a:pt x="132" y="192"/>
                </a:cubicBezTo>
                <a:cubicBezTo>
                  <a:pt x="172" y="192"/>
                  <a:pt x="172" y="192"/>
                  <a:pt x="172" y="192"/>
                </a:cubicBezTo>
                <a:cubicBezTo>
                  <a:pt x="179" y="192"/>
                  <a:pt x="184" y="197"/>
                  <a:pt x="184" y="204"/>
                </a:cubicBezTo>
                <a:cubicBezTo>
                  <a:pt x="184" y="211"/>
                  <a:pt x="179" y="216"/>
                  <a:pt x="172" y="216"/>
                </a:cubicBezTo>
                <a:cubicBezTo>
                  <a:pt x="132" y="216"/>
                  <a:pt x="132" y="216"/>
                  <a:pt x="132" y="216"/>
                </a:cubicBezTo>
                <a:cubicBezTo>
                  <a:pt x="12" y="216"/>
                  <a:pt x="12" y="216"/>
                  <a:pt x="12" y="216"/>
                </a:cubicBezTo>
                <a:cubicBezTo>
                  <a:pt x="5" y="216"/>
                  <a:pt x="0" y="211"/>
                  <a:pt x="0" y="204"/>
                </a:cubicBezTo>
                <a:cubicBezTo>
                  <a:pt x="0" y="197"/>
                  <a:pt x="5" y="192"/>
                  <a:pt x="12" y="19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22" name="Freeform 88"/>
          <p:cNvSpPr/>
          <p:nvPr/>
        </p:nvSpPr>
        <p:spPr>
          <a:xfrm>
            <a:off x="380880" y="163440"/>
            <a:ext cx="416160" cy="352440"/>
          </a:xfrm>
          <a:custGeom>
            <a:avLst/>
            <a:gdLst/>
            <a:ahLst/>
            <a:rect l="l" t="t" r="r" b="b"/>
            <a:pathLst>
              <a:path w="256" h="216">
                <a:moveTo>
                  <a:pt x="244" y="152"/>
                </a:moveTo>
                <a:cubicBezTo>
                  <a:pt x="12" y="152"/>
                  <a:pt x="12" y="152"/>
                  <a:pt x="12" y="152"/>
                </a:cubicBezTo>
                <a:cubicBezTo>
                  <a:pt x="5" y="152"/>
                  <a:pt x="0" y="147"/>
                  <a:pt x="0" y="140"/>
                </a:cubicBezTo>
                <a:cubicBezTo>
                  <a:pt x="0" y="133"/>
                  <a:pt x="5" y="128"/>
                  <a:pt x="12" y="128"/>
                </a:cubicBezTo>
                <a:cubicBezTo>
                  <a:pt x="244" y="128"/>
                  <a:pt x="244" y="128"/>
                  <a:pt x="244" y="128"/>
                </a:cubicBezTo>
                <a:cubicBezTo>
                  <a:pt x="251" y="128"/>
                  <a:pt x="256" y="133"/>
                  <a:pt x="256" y="140"/>
                </a:cubicBezTo>
                <a:cubicBezTo>
                  <a:pt x="256" y="147"/>
                  <a:pt x="251" y="152"/>
                  <a:pt x="244" y="152"/>
                </a:cubicBezTo>
                <a:moveTo>
                  <a:pt x="244" y="88"/>
                </a:moveTo>
                <a:cubicBezTo>
                  <a:pt x="12" y="88"/>
                  <a:pt x="12" y="88"/>
                  <a:pt x="12" y="88"/>
                </a:cubicBezTo>
                <a:cubicBezTo>
                  <a:pt x="5" y="88"/>
                  <a:pt x="0" y="83"/>
                  <a:pt x="0" y="76"/>
                </a:cubicBezTo>
                <a:cubicBezTo>
                  <a:pt x="0" y="69"/>
                  <a:pt x="5" y="64"/>
                  <a:pt x="12" y="64"/>
                </a:cubicBezTo>
                <a:cubicBezTo>
                  <a:pt x="244" y="64"/>
                  <a:pt x="244" y="64"/>
                  <a:pt x="244" y="64"/>
                </a:cubicBezTo>
                <a:cubicBezTo>
                  <a:pt x="251" y="64"/>
                  <a:pt x="256" y="69"/>
                  <a:pt x="256" y="76"/>
                </a:cubicBezTo>
                <a:cubicBezTo>
                  <a:pt x="256" y="83"/>
                  <a:pt x="251" y="88"/>
                  <a:pt x="244" y="88"/>
                </a:cubicBezTo>
                <a:moveTo>
                  <a:pt x="244" y="24"/>
                </a:moveTo>
                <a:cubicBezTo>
                  <a:pt x="12" y="24"/>
                  <a:pt x="12" y="24"/>
                  <a:pt x="12" y="24"/>
                </a:cubicBezTo>
                <a:cubicBezTo>
                  <a:pt x="5" y="24"/>
                  <a:pt x="0" y="19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9"/>
                  <a:pt x="251" y="24"/>
                  <a:pt x="244" y="24"/>
                </a:cubicBezTo>
                <a:moveTo>
                  <a:pt x="12" y="192"/>
                </a:moveTo>
                <a:cubicBezTo>
                  <a:pt x="244" y="192"/>
                  <a:pt x="244" y="192"/>
                  <a:pt x="244" y="192"/>
                </a:cubicBezTo>
                <a:cubicBezTo>
                  <a:pt x="251" y="192"/>
                  <a:pt x="256" y="197"/>
                  <a:pt x="256" y="204"/>
                </a:cubicBezTo>
                <a:cubicBezTo>
                  <a:pt x="256" y="211"/>
                  <a:pt x="251" y="216"/>
                  <a:pt x="244" y="216"/>
                </a:cubicBezTo>
                <a:cubicBezTo>
                  <a:pt x="12" y="216"/>
                  <a:pt x="12" y="216"/>
                  <a:pt x="12" y="216"/>
                </a:cubicBezTo>
                <a:cubicBezTo>
                  <a:pt x="5" y="216"/>
                  <a:pt x="0" y="211"/>
                  <a:pt x="0" y="204"/>
                </a:cubicBezTo>
                <a:cubicBezTo>
                  <a:pt x="0" y="197"/>
                  <a:pt x="5" y="192"/>
                  <a:pt x="12" y="19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Freeform 5"/>
          <p:cNvSpPr/>
          <p:nvPr/>
        </p:nvSpPr>
        <p:spPr>
          <a:xfrm>
            <a:off x="8478720" y="2527200"/>
            <a:ext cx="427320" cy="420840"/>
          </a:xfrm>
          <a:custGeom>
            <a:avLst/>
            <a:gdLst/>
            <a:ahLst/>
            <a:rect l="l" t="t" r="r" b="b"/>
            <a:pathLst>
              <a:path w="260" h="256">
                <a:moveTo>
                  <a:pt x="254" y="123"/>
                </a:moveTo>
                <a:cubicBezTo>
                  <a:pt x="244" y="168"/>
                  <a:pt x="207" y="196"/>
                  <a:pt x="160" y="196"/>
                </a:cubicBezTo>
                <a:cubicBezTo>
                  <a:pt x="136" y="196"/>
                  <a:pt x="136" y="196"/>
                  <a:pt x="136" y="196"/>
                </a:cubicBezTo>
                <a:cubicBezTo>
                  <a:pt x="125" y="242"/>
                  <a:pt x="125" y="242"/>
                  <a:pt x="125" y="242"/>
                </a:cubicBezTo>
                <a:cubicBezTo>
                  <a:pt x="122" y="256"/>
                  <a:pt x="122" y="256"/>
                  <a:pt x="122" y="256"/>
                </a:cubicBezTo>
                <a:cubicBezTo>
                  <a:pt x="108" y="256"/>
                  <a:pt x="108" y="256"/>
                  <a:pt x="108" y="256"/>
                </a:cubicBezTo>
                <a:cubicBezTo>
                  <a:pt x="53" y="256"/>
                  <a:pt x="53" y="256"/>
                  <a:pt x="53" y="256"/>
                </a:cubicBezTo>
                <a:cubicBezTo>
                  <a:pt x="31" y="256"/>
                  <a:pt x="31" y="256"/>
                  <a:pt x="31" y="256"/>
                </a:cubicBezTo>
                <a:cubicBezTo>
                  <a:pt x="36" y="234"/>
                  <a:pt x="36" y="234"/>
                  <a:pt x="36" y="234"/>
                </a:cubicBezTo>
                <a:cubicBezTo>
                  <a:pt x="40" y="216"/>
                  <a:pt x="40" y="216"/>
                  <a:pt x="40" y="216"/>
                </a:cubicBezTo>
                <a:cubicBezTo>
                  <a:pt x="22" y="216"/>
                  <a:pt x="22" y="216"/>
                  <a:pt x="22" y="216"/>
                </a:cubicBezTo>
                <a:cubicBezTo>
                  <a:pt x="0" y="216"/>
                  <a:pt x="0" y="216"/>
                  <a:pt x="0" y="216"/>
                </a:cubicBezTo>
                <a:cubicBezTo>
                  <a:pt x="5" y="194"/>
                  <a:pt x="5" y="194"/>
                  <a:pt x="5" y="194"/>
                </a:cubicBezTo>
                <a:cubicBezTo>
                  <a:pt x="46" y="14"/>
                  <a:pt x="46" y="14"/>
                  <a:pt x="46" y="14"/>
                </a:cubicBezTo>
                <a:cubicBezTo>
                  <a:pt x="49" y="0"/>
                  <a:pt x="49" y="0"/>
                  <a:pt x="49" y="0"/>
                </a:cubicBezTo>
                <a:cubicBezTo>
                  <a:pt x="63" y="0"/>
                  <a:pt x="63" y="0"/>
                  <a:pt x="63" y="0"/>
                </a:cubicBezTo>
                <a:cubicBezTo>
                  <a:pt x="156" y="0"/>
                  <a:pt x="156" y="0"/>
                  <a:pt x="156" y="0"/>
                </a:cubicBezTo>
                <a:cubicBezTo>
                  <a:pt x="178" y="0"/>
                  <a:pt x="199" y="9"/>
                  <a:pt x="211" y="25"/>
                </a:cubicBezTo>
                <a:cubicBezTo>
                  <a:pt x="216" y="31"/>
                  <a:pt x="221" y="39"/>
                  <a:pt x="223" y="49"/>
                </a:cubicBezTo>
                <a:cubicBezTo>
                  <a:pt x="231" y="53"/>
                  <a:pt x="237" y="59"/>
                  <a:pt x="242" y="65"/>
                </a:cubicBezTo>
                <a:cubicBezTo>
                  <a:pt x="251" y="76"/>
                  <a:pt x="260" y="95"/>
                  <a:pt x="254" y="123"/>
                </a:cubicBezTo>
                <a:moveTo>
                  <a:pt x="207" y="61"/>
                </a:moveTo>
                <a:cubicBezTo>
                  <a:pt x="206" y="54"/>
                  <a:pt x="204" y="47"/>
                  <a:pt x="201" y="42"/>
                </a:cubicBezTo>
                <a:cubicBezTo>
                  <a:pt x="192" y="25"/>
                  <a:pt x="173" y="18"/>
                  <a:pt x="156" y="18"/>
                </a:cubicBezTo>
                <a:cubicBezTo>
                  <a:pt x="63" y="18"/>
                  <a:pt x="63" y="18"/>
                  <a:pt x="63" y="18"/>
                </a:cubicBezTo>
                <a:cubicBezTo>
                  <a:pt x="22" y="198"/>
                  <a:pt x="22" y="198"/>
                  <a:pt x="22" y="198"/>
                </a:cubicBezTo>
                <a:cubicBezTo>
                  <a:pt x="44" y="198"/>
                  <a:pt x="44" y="198"/>
                  <a:pt x="44" y="198"/>
                </a:cubicBezTo>
                <a:cubicBezTo>
                  <a:pt x="63" y="198"/>
                  <a:pt x="63" y="198"/>
                  <a:pt x="63" y="198"/>
                </a:cubicBezTo>
                <a:cubicBezTo>
                  <a:pt x="77" y="198"/>
                  <a:pt x="77" y="198"/>
                  <a:pt x="77" y="198"/>
                </a:cubicBezTo>
                <a:cubicBezTo>
                  <a:pt x="90" y="138"/>
                  <a:pt x="90" y="138"/>
                  <a:pt x="90" y="138"/>
                </a:cubicBezTo>
                <a:cubicBezTo>
                  <a:pt x="129" y="138"/>
                  <a:pt x="129" y="138"/>
                  <a:pt x="129" y="138"/>
                </a:cubicBezTo>
                <a:cubicBezTo>
                  <a:pt x="129" y="138"/>
                  <a:pt x="130" y="138"/>
                  <a:pt x="130" y="138"/>
                </a:cubicBezTo>
                <a:cubicBezTo>
                  <a:pt x="152" y="138"/>
                  <a:pt x="172" y="130"/>
                  <a:pt x="186" y="115"/>
                </a:cubicBezTo>
                <a:cubicBezTo>
                  <a:pt x="195" y="106"/>
                  <a:pt x="202" y="94"/>
                  <a:pt x="205" y="79"/>
                </a:cubicBezTo>
                <a:cubicBezTo>
                  <a:pt x="207" y="73"/>
                  <a:pt x="207" y="67"/>
                  <a:pt x="207" y="61"/>
                </a:cubicBezTo>
                <a:moveTo>
                  <a:pt x="225" y="72"/>
                </a:moveTo>
                <a:cubicBezTo>
                  <a:pt x="224" y="76"/>
                  <a:pt x="224" y="79"/>
                  <a:pt x="223" y="83"/>
                </a:cubicBezTo>
                <a:cubicBezTo>
                  <a:pt x="213" y="127"/>
                  <a:pt x="176" y="156"/>
                  <a:pt x="129" y="156"/>
                </a:cubicBezTo>
                <a:cubicBezTo>
                  <a:pt x="104" y="156"/>
                  <a:pt x="104" y="156"/>
                  <a:pt x="104" y="156"/>
                </a:cubicBezTo>
                <a:cubicBezTo>
                  <a:pt x="94" y="202"/>
                  <a:pt x="94" y="202"/>
                  <a:pt x="94" y="202"/>
                </a:cubicBezTo>
                <a:cubicBezTo>
                  <a:pt x="91" y="216"/>
                  <a:pt x="91" y="216"/>
                  <a:pt x="91" y="216"/>
                </a:cubicBezTo>
                <a:cubicBezTo>
                  <a:pt x="77" y="216"/>
                  <a:pt x="77" y="216"/>
                  <a:pt x="77" y="216"/>
                </a:cubicBezTo>
                <a:cubicBezTo>
                  <a:pt x="59" y="216"/>
                  <a:pt x="59" y="216"/>
                  <a:pt x="59" y="216"/>
                </a:cubicBezTo>
                <a:cubicBezTo>
                  <a:pt x="53" y="238"/>
                  <a:pt x="53" y="238"/>
                  <a:pt x="53" y="238"/>
                </a:cubicBezTo>
                <a:cubicBezTo>
                  <a:pt x="108" y="238"/>
                  <a:pt x="108" y="238"/>
                  <a:pt x="108" y="238"/>
                </a:cubicBezTo>
                <a:cubicBezTo>
                  <a:pt x="121" y="179"/>
                  <a:pt x="121" y="179"/>
                  <a:pt x="121" y="179"/>
                </a:cubicBezTo>
                <a:cubicBezTo>
                  <a:pt x="160" y="179"/>
                  <a:pt x="160" y="179"/>
                  <a:pt x="160" y="179"/>
                </a:cubicBezTo>
                <a:cubicBezTo>
                  <a:pt x="197" y="179"/>
                  <a:pt x="228" y="157"/>
                  <a:pt x="236" y="119"/>
                </a:cubicBezTo>
                <a:cubicBezTo>
                  <a:pt x="241" y="98"/>
                  <a:pt x="235" y="82"/>
                  <a:pt x="225" y="72"/>
                </a:cubicBezTo>
                <a:moveTo>
                  <a:pt x="145" y="95"/>
                </a:moveTo>
                <a:cubicBezTo>
                  <a:pt x="143" y="96"/>
                  <a:pt x="141" y="98"/>
                  <a:pt x="140" y="99"/>
                </a:cubicBezTo>
                <a:cubicBezTo>
                  <a:pt x="135" y="102"/>
                  <a:pt x="129" y="104"/>
                  <a:pt x="123" y="104"/>
                </a:cubicBezTo>
                <a:cubicBezTo>
                  <a:pt x="98" y="104"/>
                  <a:pt x="98" y="104"/>
                  <a:pt x="98" y="104"/>
                </a:cubicBezTo>
                <a:cubicBezTo>
                  <a:pt x="109" y="58"/>
                  <a:pt x="109" y="58"/>
                  <a:pt x="109" y="58"/>
                </a:cubicBezTo>
                <a:cubicBezTo>
                  <a:pt x="109" y="54"/>
                  <a:pt x="109" y="54"/>
                  <a:pt x="109" y="54"/>
                </a:cubicBezTo>
                <a:cubicBezTo>
                  <a:pt x="136" y="54"/>
                  <a:pt x="136" y="54"/>
                  <a:pt x="136" y="54"/>
                </a:cubicBezTo>
                <a:cubicBezTo>
                  <a:pt x="141" y="54"/>
                  <a:pt x="145" y="56"/>
                  <a:pt x="148" y="58"/>
                </a:cubicBezTo>
                <a:cubicBezTo>
                  <a:pt x="154" y="62"/>
                  <a:pt x="157" y="70"/>
                  <a:pt x="154" y="79"/>
                </a:cubicBezTo>
                <a:cubicBezTo>
                  <a:pt x="153" y="85"/>
                  <a:pt x="149" y="91"/>
                  <a:pt x="145" y="95"/>
                </a:cubicBezTo>
                <a:moveTo>
                  <a:pt x="137" y="72"/>
                </a:moveTo>
                <a:cubicBezTo>
                  <a:pt x="137" y="72"/>
                  <a:pt x="137" y="72"/>
                  <a:pt x="136" y="72"/>
                </a:cubicBezTo>
                <a:cubicBezTo>
                  <a:pt x="124" y="72"/>
                  <a:pt x="124" y="72"/>
                  <a:pt x="124" y="72"/>
                </a:cubicBezTo>
                <a:cubicBezTo>
                  <a:pt x="120" y="86"/>
                  <a:pt x="120" y="86"/>
                  <a:pt x="120" y="86"/>
                </a:cubicBezTo>
                <a:cubicBezTo>
                  <a:pt x="123" y="86"/>
                  <a:pt x="123" y="86"/>
                  <a:pt x="123" y="86"/>
                </a:cubicBezTo>
                <a:cubicBezTo>
                  <a:pt x="129" y="86"/>
                  <a:pt x="135" y="81"/>
                  <a:pt x="137" y="75"/>
                </a:cubicBezTo>
                <a:cubicBezTo>
                  <a:pt x="137" y="75"/>
                  <a:pt x="137" y="75"/>
                  <a:pt x="137" y="75"/>
                </a:cubicBezTo>
                <a:cubicBezTo>
                  <a:pt x="137" y="74"/>
                  <a:pt x="137" y="74"/>
                  <a:pt x="137" y="74"/>
                </a:cubicBezTo>
                <a:cubicBezTo>
                  <a:pt x="137" y="73"/>
                  <a:pt x="137" y="73"/>
                  <a:pt x="137" y="7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24" name="Freeform 6"/>
          <p:cNvSpPr/>
          <p:nvPr/>
        </p:nvSpPr>
        <p:spPr>
          <a:xfrm>
            <a:off x="7742160" y="2540160"/>
            <a:ext cx="420840" cy="401400"/>
          </a:xfrm>
          <a:custGeom>
            <a:avLst/>
            <a:gdLst/>
            <a:ahLst/>
            <a:rect l="l" t="t" r="r" b="b"/>
            <a:pathLst>
              <a:path w="256" h="244">
                <a:moveTo>
                  <a:pt x="199" y="244"/>
                </a:moveTo>
                <a:cubicBezTo>
                  <a:pt x="199" y="155"/>
                  <a:pt x="199" y="155"/>
                  <a:pt x="199" y="155"/>
                </a:cubicBezTo>
                <a:cubicBezTo>
                  <a:pt x="199" y="137"/>
                  <a:pt x="194" y="119"/>
                  <a:pt x="172" y="119"/>
                </a:cubicBezTo>
                <a:cubicBezTo>
                  <a:pt x="151" y="119"/>
                  <a:pt x="142" y="137"/>
                  <a:pt x="142" y="156"/>
                </a:cubicBezTo>
                <a:cubicBezTo>
                  <a:pt x="142" y="244"/>
                  <a:pt x="142" y="244"/>
                  <a:pt x="142" y="244"/>
                </a:cubicBezTo>
                <a:cubicBezTo>
                  <a:pt x="85" y="244"/>
                  <a:pt x="85" y="244"/>
                  <a:pt x="85" y="244"/>
                </a:cubicBezTo>
                <a:cubicBezTo>
                  <a:pt x="85" y="81"/>
                  <a:pt x="85" y="81"/>
                  <a:pt x="85" y="81"/>
                </a:cubicBezTo>
                <a:cubicBezTo>
                  <a:pt x="142" y="81"/>
                  <a:pt x="142" y="81"/>
                  <a:pt x="142" y="81"/>
                </a:cubicBezTo>
                <a:cubicBezTo>
                  <a:pt x="142" y="103"/>
                  <a:pt x="142" y="103"/>
                  <a:pt x="142" y="103"/>
                </a:cubicBezTo>
                <a:cubicBezTo>
                  <a:pt x="157" y="84"/>
                  <a:pt x="170" y="76"/>
                  <a:pt x="194" y="76"/>
                </a:cubicBezTo>
                <a:cubicBezTo>
                  <a:pt x="217" y="76"/>
                  <a:pt x="256" y="87"/>
                  <a:pt x="256" y="152"/>
                </a:cubicBezTo>
                <a:cubicBezTo>
                  <a:pt x="256" y="244"/>
                  <a:pt x="256" y="244"/>
                  <a:pt x="256" y="244"/>
                </a:cubicBezTo>
                <a:lnTo>
                  <a:pt x="199" y="244"/>
                </a:lnTo>
                <a:close/>
                <a:moveTo>
                  <a:pt x="32" y="57"/>
                </a:moveTo>
                <a:cubicBezTo>
                  <a:pt x="14" y="57"/>
                  <a:pt x="0" y="45"/>
                  <a:pt x="0" y="29"/>
                </a:cubicBezTo>
                <a:cubicBezTo>
                  <a:pt x="0" y="13"/>
                  <a:pt x="14" y="0"/>
                  <a:pt x="32" y="0"/>
                </a:cubicBezTo>
                <a:cubicBezTo>
                  <a:pt x="50" y="0"/>
                  <a:pt x="64" y="13"/>
                  <a:pt x="64" y="29"/>
                </a:cubicBezTo>
                <a:cubicBezTo>
                  <a:pt x="64" y="45"/>
                  <a:pt x="50" y="57"/>
                  <a:pt x="32" y="57"/>
                </a:cubicBezTo>
                <a:moveTo>
                  <a:pt x="60" y="244"/>
                </a:moveTo>
                <a:cubicBezTo>
                  <a:pt x="3" y="244"/>
                  <a:pt x="3" y="244"/>
                  <a:pt x="3" y="244"/>
                </a:cubicBezTo>
                <a:cubicBezTo>
                  <a:pt x="3" y="81"/>
                  <a:pt x="3" y="81"/>
                  <a:pt x="3" y="81"/>
                </a:cubicBezTo>
                <a:cubicBezTo>
                  <a:pt x="60" y="81"/>
                  <a:pt x="60" y="81"/>
                  <a:pt x="60" y="81"/>
                </a:cubicBezTo>
                <a:lnTo>
                  <a:pt x="60" y="24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25" name="Freeform 7"/>
          <p:cNvSpPr/>
          <p:nvPr/>
        </p:nvSpPr>
        <p:spPr>
          <a:xfrm>
            <a:off x="7005600" y="2527200"/>
            <a:ext cx="420840" cy="42084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198" y="235"/>
                </a:moveTo>
                <a:cubicBezTo>
                  <a:pt x="180" y="205"/>
                  <a:pt x="146" y="185"/>
                  <a:pt x="107" y="185"/>
                </a:cubicBezTo>
                <a:cubicBezTo>
                  <a:pt x="78" y="185"/>
                  <a:pt x="52" y="196"/>
                  <a:pt x="33" y="214"/>
                </a:cubicBezTo>
                <a:cubicBezTo>
                  <a:pt x="12" y="191"/>
                  <a:pt x="0" y="161"/>
                  <a:pt x="0" y="128"/>
                </a:cubicBezTo>
                <a:cubicBezTo>
                  <a:pt x="0" y="57"/>
                  <a:pt x="57" y="0"/>
                  <a:pt x="128" y="0"/>
                </a:cubicBezTo>
                <a:cubicBezTo>
                  <a:pt x="199" y="0"/>
                  <a:pt x="256" y="57"/>
                  <a:pt x="256" y="128"/>
                </a:cubicBezTo>
                <a:cubicBezTo>
                  <a:pt x="256" y="173"/>
                  <a:pt x="233" y="212"/>
                  <a:pt x="198" y="235"/>
                </a:cubicBezTo>
                <a:moveTo>
                  <a:pt x="65" y="163"/>
                </a:moveTo>
                <a:cubicBezTo>
                  <a:pt x="66" y="163"/>
                  <a:pt x="66" y="163"/>
                  <a:pt x="66" y="163"/>
                </a:cubicBezTo>
                <a:cubicBezTo>
                  <a:pt x="66" y="163"/>
                  <a:pt x="134" y="145"/>
                  <a:pt x="178" y="178"/>
                </a:cubicBezTo>
                <a:cubicBezTo>
                  <a:pt x="178" y="178"/>
                  <a:pt x="182" y="181"/>
                  <a:pt x="187" y="178"/>
                </a:cubicBezTo>
                <a:cubicBezTo>
                  <a:pt x="189" y="176"/>
                  <a:pt x="190" y="175"/>
                  <a:pt x="190" y="170"/>
                </a:cubicBezTo>
                <a:cubicBezTo>
                  <a:pt x="190" y="170"/>
                  <a:pt x="190" y="167"/>
                  <a:pt x="187" y="164"/>
                </a:cubicBezTo>
                <a:cubicBezTo>
                  <a:pt x="137" y="130"/>
                  <a:pt x="67" y="146"/>
                  <a:pt x="64" y="146"/>
                </a:cubicBezTo>
                <a:cubicBezTo>
                  <a:pt x="57" y="149"/>
                  <a:pt x="57" y="154"/>
                  <a:pt x="57" y="154"/>
                </a:cubicBezTo>
                <a:cubicBezTo>
                  <a:pt x="57" y="158"/>
                  <a:pt x="60" y="163"/>
                  <a:pt x="65" y="163"/>
                </a:cubicBezTo>
                <a:moveTo>
                  <a:pt x="60" y="127"/>
                </a:moveTo>
                <a:cubicBezTo>
                  <a:pt x="64" y="126"/>
                  <a:pt x="64" y="126"/>
                  <a:pt x="64" y="126"/>
                </a:cubicBezTo>
                <a:cubicBezTo>
                  <a:pt x="72" y="124"/>
                  <a:pt x="137" y="108"/>
                  <a:pt x="192" y="141"/>
                </a:cubicBezTo>
                <a:cubicBezTo>
                  <a:pt x="194" y="142"/>
                  <a:pt x="196" y="143"/>
                  <a:pt x="197" y="143"/>
                </a:cubicBezTo>
                <a:cubicBezTo>
                  <a:pt x="203" y="143"/>
                  <a:pt x="208" y="137"/>
                  <a:pt x="208" y="131"/>
                </a:cubicBezTo>
                <a:cubicBezTo>
                  <a:pt x="208" y="127"/>
                  <a:pt x="205" y="123"/>
                  <a:pt x="202" y="121"/>
                </a:cubicBezTo>
                <a:cubicBezTo>
                  <a:pt x="202" y="121"/>
                  <a:pt x="202" y="121"/>
                  <a:pt x="202" y="121"/>
                </a:cubicBezTo>
                <a:cubicBezTo>
                  <a:pt x="135" y="83"/>
                  <a:pt x="63" y="106"/>
                  <a:pt x="58" y="107"/>
                </a:cubicBezTo>
                <a:cubicBezTo>
                  <a:pt x="54" y="108"/>
                  <a:pt x="51" y="112"/>
                  <a:pt x="51" y="116"/>
                </a:cubicBezTo>
                <a:cubicBezTo>
                  <a:pt x="51" y="122"/>
                  <a:pt x="55" y="127"/>
                  <a:pt x="60" y="127"/>
                </a:cubicBezTo>
                <a:moveTo>
                  <a:pt x="220" y="82"/>
                </a:moveTo>
                <a:cubicBezTo>
                  <a:pt x="149" y="38"/>
                  <a:pt x="56" y="61"/>
                  <a:pt x="52" y="62"/>
                </a:cubicBezTo>
                <a:cubicBezTo>
                  <a:pt x="45" y="63"/>
                  <a:pt x="42" y="68"/>
                  <a:pt x="42" y="74"/>
                </a:cubicBezTo>
                <a:cubicBezTo>
                  <a:pt x="42" y="81"/>
                  <a:pt x="48" y="86"/>
                  <a:pt x="54" y="86"/>
                </a:cubicBezTo>
                <a:cubicBezTo>
                  <a:pt x="55" y="86"/>
                  <a:pt x="56" y="86"/>
                  <a:pt x="57" y="86"/>
                </a:cubicBezTo>
                <a:cubicBezTo>
                  <a:pt x="57" y="86"/>
                  <a:pt x="57" y="86"/>
                  <a:pt x="57" y="86"/>
                </a:cubicBezTo>
                <a:cubicBezTo>
                  <a:pt x="58" y="85"/>
                  <a:pt x="145" y="63"/>
                  <a:pt x="207" y="102"/>
                </a:cubicBezTo>
                <a:cubicBezTo>
                  <a:pt x="211" y="104"/>
                  <a:pt x="214" y="104"/>
                  <a:pt x="214" y="104"/>
                </a:cubicBezTo>
                <a:cubicBezTo>
                  <a:pt x="221" y="104"/>
                  <a:pt x="226" y="99"/>
                  <a:pt x="226" y="92"/>
                </a:cubicBezTo>
                <a:cubicBezTo>
                  <a:pt x="226" y="88"/>
                  <a:pt x="224" y="84"/>
                  <a:pt x="220" y="82"/>
                </a:cubicBezTo>
                <a:moveTo>
                  <a:pt x="157" y="252"/>
                </a:moveTo>
                <a:cubicBezTo>
                  <a:pt x="146" y="255"/>
                  <a:pt x="140" y="256"/>
                  <a:pt x="128" y="256"/>
                </a:cubicBezTo>
                <a:cubicBezTo>
                  <a:pt x="104" y="256"/>
                  <a:pt x="85" y="251"/>
                  <a:pt x="66" y="240"/>
                </a:cubicBezTo>
                <a:cubicBezTo>
                  <a:pt x="77" y="228"/>
                  <a:pt x="90" y="223"/>
                  <a:pt x="107" y="223"/>
                </a:cubicBezTo>
                <a:cubicBezTo>
                  <a:pt x="130" y="223"/>
                  <a:pt x="148" y="234"/>
                  <a:pt x="157" y="25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26" name="Freeform 8"/>
          <p:cNvSpPr/>
          <p:nvPr/>
        </p:nvSpPr>
        <p:spPr>
          <a:xfrm>
            <a:off x="6269040" y="2592360"/>
            <a:ext cx="422280" cy="290520"/>
          </a:xfrm>
          <a:custGeom>
            <a:avLst/>
            <a:gdLst/>
            <a:ahLst/>
            <a:rect l="l" t="t" r="r" b="b"/>
            <a:pathLst>
              <a:path w="256" h="176">
                <a:moveTo>
                  <a:pt x="217" y="0"/>
                </a:moveTo>
                <a:cubicBezTo>
                  <a:pt x="133" y="0"/>
                  <a:pt x="133" y="0"/>
                  <a:pt x="133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24" y="0"/>
                  <a:pt x="0" y="15"/>
                  <a:pt x="0" y="3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63"/>
                  <a:pt x="24" y="176"/>
                  <a:pt x="46" y="176"/>
                </a:cubicBezTo>
                <a:cubicBezTo>
                  <a:pt x="135" y="176"/>
                  <a:pt x="135" y="176"/>
                  <a:pt x="135" y="176"/>
                </a:cubicBezTo>
                <a:cubicBezTo>
                  <a:pt x="217" y="176"/>
                  <a:pt x="217" y="176"/>
                  <a:pt x="217" y="176"/>
                </a:cubicBezTo>
                <a:cubicBezTo>
                  <a:pt x="238" y="176"/>
                  <a:pt x="256" y="163"/>
                  <a:pt x="256" y="142"/>
                </a:cubicBezTo>
                <a:cubicBezTo>
                  <a:pt x="256" y="36"/>
                  <a:pt x="256" y="36"/>
                  <a:pt x="256" y="36"/>
                </a:cubicBezTo>
                <a:cubicBezTo>
                  <a:pt x="256" y="15"/>
                  <a:pt x="238" y="0"/>
                  <a:pt x="217" y="0"/>
                </a:cubicBezTo>
                <a:moveTo>
                  <a:pt x="111" y="129"/>
                </a:moveTo>
                <a:cubicBezTo>
                  <a:pt x="111" y="48"/>
                  <a:pt x="111" y="48"/>
                  <a:pt x="111" y="48"/>
                </a:cubicBezTo>
                <a:cubicBezTo>
                  <a:pt x="167" y="89"/>
                  <a:pt x="167" y="89"/>
                  <a:pt x="167" y="89"/>
                </a:cubicBezTo>
                <a:lnTo>
                  <a:pt x="111" y="12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27" name="Freeform 9"/>
          <p:cNvSpPr/>
          <p:nvPr/>
        </p:nvSpPr>
        <p:spPr>
          <a:xfrm>
            <a:off x="5516640" y="2500200"/>
            <a:ext cx="444600" cy="427320"/>
          </a:xfrm>
          <a:custGeom>
            <a:avLst/>
            <a:gdLst/>
            <a:ahLst/>
            <a:rect l="l" t="t" r="r" b="b"/>
            <a:pathLst>
              <a:path w="270" h="259">
                <a:moveTo>
                  <a:pt x="231" y="164"/>
                </a:moveTo>
                <a:cubicBezTo>
                  <a:pt x="216" y="187"/>
                  <a:pt x="195" y="214"/>
                  <a:pt x="176" y="229"/>
                </a:cubicBezTo>
                <a:cubicBezTo>
                  <a:pt x="163" y="241"/>
                  <a:pt x="138" y="259"/>
                  <a:pt x="119" y="256"/>
                </a:cubicBezTo>
                <a:cubicBezTo>
                  <a:pt x="68" y="247"/>
                  <a:pt x="79" y="124"/>
                  <a:pt x="45" y="96"/>
                </a:cubicBezTo>
                <a:cubicBezTo>
                  <a:pt x="30" y="92"/>
                  <a:pt x="22" y="115"/>
                  <a:pt x="14" y="101"/>
                </a:cubicBezTo>
                <a:cubicBezTo>
                  <a:pt x="0" y="90"/>
                  <a:pt x="27" y="71"/>
                  <a:pt x="40" y="60"/>
                </a:cubicBezTo>
                <a:cubicBezTo>
                  <a:pt x="56" y="46"/>
                  <a:pt x="76" y="26"/>
                  <a:pt x="98" y="35"/>
                </a:cubicBezTo>
                <a:cubicBezTo>
                  <a:pt x="140" y="51"/>
                  <a:pt x="110" y="153"/>
                  <a:pt x="150" y="175"/>
                </a:cubicBezTo>
                <a:cubicBezTo>
                  <a:pt x="171" y="158"/>
                  <a:pt x="194" y="130"/>
                  <a:pt x="190" y="96"/>
                </a:cubicBezTo>
                <a:cubicBezTo>
                  <a:pt x="186" y="85"/>
                  <a:pt x="166" y="88"/>
                  <a:pt x="155" y="91"/>
                </a:cubicBezTo>
                <a:cubicBezTo>
                  <a:pt x="155" y="39"/>
                  <a:pt x="257" y="0"/>
                  <a:pt x="266" y="70"/>
                </a:cubicBezTo>
                <a:cubicBezTo>
                  <a:pt x="270" y="113"/>
                  <a:pt x="231" y="164"/>
                  <a:pt x="231" y="16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28" name="Freeform 10"/>
          <p:cNvSpPr/>
          <p:nvPr/>
        </p:nvSpPr>
        <p:spPr>
          <a:xfrm>
            <a:off x="4797360" y="2558880"/>
            <a:ext cx="420840" cy="362160"/>
          </a:xfrm>
          <a:custGeom>
            <a:avLst/>
            <a:gdLst/>
            <a:ahLst/>
            <a:rect l="l" t="t" r="r" b="b"/>
            <a:pathLst>
              <a:path w="256" h="220">
                <a:moveTo>
                  <a:pt x="216" y="55"/>
                </a:moveTo>
                <a:cubicBezTo>
                  <a:pt x="216" y="94"/>
                  <a:pt x="216" y="94"/>
                  <a:pt x="216" y="94"/>
                </a:cubicBezTo>
                <a:cubicBezTo>
                  <a:pt x="200" y="94"/>
                  <a:pt x="200" y="94"/>
                  <a:pt x="200" y="94"/>
                </a:cubicBezTo>
                <a:cubicBezTo>
                  <a:pt x="200" y="55"/>
                  <a:pt x="200" y="55"/>
                  <a:pt x="200" y="55"/>
                </a:cubicBezTo>
                <a:cubicBezTo>
                  <a:pt x="160" y="55"/>
                  <a:pt x="160" y="55"/>
                  <a:pt x="160" y="55"/>
                </a:cubicBezTo>
                <a:cubicBezTo>
                  <a:pt x="160" y="39"/>
                  <a:pt x="160" y="39"/>
                  <a:pt x="160" y="39"/>
                </a:cubicBezTo>
                <a:cubicBezTo>
                  <a:pt x="200" y="39"/>
                  <a:pt x="200" y="39"/>
                  <a:pt x="200" y="39"/>
                </a:cubicBezTo>
                <a:cubicBezTo>
                  <a:pt x="200" y="0"/>
                  <a:pt x="200" y="0"/>
                  <a:pt x="200" y="0"/>
                </a:cubicBezTo>
                <a:cubicBezTo>
                  <a:pt x="216" y="0"/>
                  <a:pt x="216" y="0"/>
                  <a:pt x="216" y="0"/>
                </a:cubicBezTo>
                <a:cubicBezTo>
                  <a:pt x="216" y="39"/>
                  <a:pt x="216" y="39"/>
                  <a:pt x="216" y="39"/>
                </a:cubicBezTo>
                <a:cubicBezTo>
                  <a:pt x="256" y="39"/>
                  <a:pt x="256" y="39"/>
                  <a:pt x="256" y="39"/>
                </a:cubicBezTo>
                <a:cubicBezTo>
                  <a:pt x="256" y="55"/>
                  <a:pt x="256" y="55"/>
                  <a:pt x="256" y="55"/>
                </a:cubicBezTo>
                <a:lnTo>
                  <a:pt x="216" y="55"/>
                </a:lnTo>
                <a:close/>
                <a:moveTo>
                  <a:pt x="105" y="16"/>
                </a:moveTo>
                <a:cubicBezTo>
                  <a:pt x="120" y="24"/>
                  <a:pt x="128" y="36"/>
                  <a:pt x="128" y="53"/>
                </a:cubicBezTo>
                <a:cubicBezTo>
                  <a:pt x="128" y="67"/>
                  <a:pt x="119" y="78"/>
                  <a:pt x="108" y="87"/>
                </a:cubicBezTo>
                <a:cubicBezTo>
                  <a:pt x="97" y="95"/>
                  <a:pt x="95" y="98"/>
                  <a:pt x="95" y="106"/>
                </a:cubicBezTo>
                <a:cubicBezTo>
                  <a:pt x="95" y="112"/>
                  <a:pt x="107" y="122"/>
                  <a:pt x="113" y="126"/>
                </a:cubicBezTo>
                <a:cubicBezTo>
                  <a:pt x="131" y="139"/>
                  <a:pt x="136" y="150"/>
                  <a:pt x="136" y="169"/>
                </a:cubicBezTo>
                <a:cubicBezTo>
                  <a:pt x="136" y="193"/>
                  <a:pt x="113" y="220"/>
                  <a:pt x="70" y="220"/>
                </a:cubicBezTo>
                <a:cubicBezTo>
                  <a:pt x="33" y="220"/>
                  <a:pt x="0" y="202"/>
                  <a:pt x="0" y="178"/>
                </a:cubicBezTo>
                <a:cubicBezTo>
                  <a:pt x="0" y="154"/>
                  <a:pt x="30" y="130"/>
                  <a:pt x="67" y="130"/>
                </a:cubicBezTo>
                <a:cubicBezTo>
                  <a:pt x="71" y="130"/>
                  <a:pt x="75" y="130"/>
                  <a:pt x="79" y="130"/>
                </a:cubicBezTo>
                <a:cubicBezTo>
                  <a:pt x="74" y="125"/>
                  <a:pt x="70" y="119"/>
                  <a:pt x="70" y="112"/>
                </a:cubicBezTo>
                <a:cubicBezTo>
                  <a:pt x="70" y="107"/>
                  <a:pt x="71" y="103"/>
                  <a:pt x="73" y="99"/>
                </a:cubicBezTo>
                <a:cubicBezTo>
                  <a:pt x="71" y="99"/>
                  <a:pt x="69" y="99"/>
                  <a:pt x="67" y="99"/>
                </a:cubicBezTo>
                <a:cubicBezTo>
                  <a:pt x="36" y="99"/>
                  <a:pt x="16" y="77"/>
                  <a:pt x="16" y="50"/>
                </a:cubicBezTo>
                <a:cubicBezTo>
                  <a:pt x="16" y="24"/>
                  <a:pt x="44" y="0"/>
                  <a:pt x="74" y="0"/>
                </a:cubicBezTo>
                <a:cubicBezTo>
                  <a:pt x="142" y="0"/>
                  <a:pt x="142" y="0"/>
                  <a:pt x="142" y="0"/>
                </a:cubicBezTo>
                <a:cubicBezTo>
                  <a:pt x="127" y="16"/>
                  <a:pt x="127" y="16"/>
                  <a:pt x="127" y="16"/>
                </a:cubicBezTo>
                <a:lnTo>
                  <a:pt x="105" y="16"/>
                </a:lnTo>
                <a:close/>
                <a:moveTo>
                  <a:pt x="74" y="137"/>
                </a:moveTo>
                <a:cubicBezTo>
                  <a:pt x="49" y="136"/>
                  <a:pt x="25" y="152"/>
                  <a:pt x="25" y="171"/>
                </a:cubicBezTo>
                <a:cubicBezTo>
                  <a:pt x="25" y="190"/>
                  <a:pt x="44" y="205"/>
                  <a:pt x="70" y="205"/>
                </a:cubicBezTo>
                <a:cubicBezTo>
                  <a:pt x="106" y="205"/>
                  <a:pt x="119" y="191"/>
                  <a:pt x="119" y="172"/>
                </a:cubicBezTo>
                <a:cubicBezTo>
                  <a:pt x="119" y="170"/>
                  <a:pt x="119" y="167"/>
                  <a:pt x="118" y="165"/>
                </a:cubicBezTo>
                <a:cubicBezTo>
                  <a:pt x="115" y="154"/>
                  <a:pt x="105" y="149"/>
                  <a:pt x="91" y="139"/>
                </a:cubicBezTo>
                <a:cubicBezTo>
                  <a:pt x="86" y="138"/>
                  <a:pt x="81" y="137"/>
                  <a:pt x="74" y="137"/>
                </a:cubicBezTo>
                <a:moveTo>
                  <a:pt x="104" y="53"/>
                </a:moveTo>
                <a:cubicBezTo>
                  <a:pt x="101" y="31"/>
                  <a:pt x="83" y="13"/>
                  <a:pt x="66" y="12"/>
                </a:cubicBezTo>
                <a:cubicBezTo>
                  <a:pt x="49" y="12"/>
                  <a:pt x="37" y="29"/>
                  <a:pt x="40" y="51"/>
                </a:cubicBezTo>
                <a:cubicBezTo>
                  <a:pt x="43" y="74"/>
                  <a:pt x="59" y="92"/>
                  <a:pt x="77" y="93"/>
                </a:cubicBezTo>
                <a:cubicBezTo>
                  <a:pt x="94" y="94"/>
                  <a:pt x="107" y="76"/>
                  <a:pt x="104" y="5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29" name="Freeform 11"/>
          <p:cNvSpPr/>
          <p:nvPr/>
        </p:nvSpPr>
        <p:spPr>
          <a:xfrm>
            <a:off x="4060800" y="2527200"/>
            <a:ext cx="420840" cy="42084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177" y="173"/>
                </a:moveTo>
                <a:cubicBezTo>
                  <a:pt x="173" y="179"/>
                  <a:pt x="166" y="184"/>
                  <a:pt x="158" y="187"/>
                </a:cubicBezTo>
                <a:cubicBezTo>
                  <a:pt x="150" y="190"/>
                  <a:pt x="139" y="192"/>
                  <a:pt x="128" y="192"/>
                </a:cubicBezTo>
                <a:cubicBezTo>
                  <a:pt x="114" y="192"/>
                  <a:pt x="103" y="190"/>
                  <a:pt x="94" y="185"/>
                </a:cubicBezTo>
                <a:cubicBezTo>
                  <a:pt x="87" y="182"/>
                  <a:pt x="82" y="177"/>
                  <a:pt x="78" y="172"/>
                </a:cubicBezTo>
                <a:cubicBezTo>
                  <a:pt x="74" y="166"/>
                  <a:pt x="72" y="160"/>
                  <a:pt x="72" y="155"/>
                </a:cubicBezTo>
                <a:cubicBezTo>
                  <a:pt x="72" y="152"/>
                  <a:pt x="73" y="149"/>
                  <a:pt x="76" y="146"/>
                </a:cubicBezTo>
                <a:cubicBezTo>
                  <a:pt x="79" y="144"/>
                  <a:pt x="82" y="143"/>
                  <a:pt x="86" y="143"/>
                </a:cubicBezTo>
                <a:cubicBezTo>
                  <a:pt x="89" y="143"/>
                  <a:pt x="92" y="144"/>
                  <a:pt x="94" y="146"/>
                </a:cubicBezTo>
                <a:cubicBezTo>
                  <a:pt x="97" y="147"/>
                  <a:pt x="98" y="150"/>
                  <a:pt x="100" y="154"/>
                </a:cubicBezTo>
                <a:cubicBezTo>
                  <a:pt x="102" y="157"/>
                  <a:pt x="103" y="160"/>
                  <a:pt x="105" y="163"/>
                </a:cubicBezTo>
                <a:cubicBezTo>
                  <a:pt x="107" y="165"/>
                  <a:pt x="110" y="167"/>
                  <a:pt x="113" y="169"/>
                </a:cubicBezTo>
                <a:cubicBezTo>
                  <a:pt x="117" y="170"/>
                  <a:pt x="122" y="171"/>
                  <a:pt x="127" y="171"/>
                </a:cubicBezTo>
                <a:cubicBezTo>
                  <a:pt x="135" y="171"/>
                  <a:pt x="142" y="170"/>
                  <a:pt x="147" y="166"/>
                </a:cubicBezTo>
                <a:cubicBezTo>
                  <a:pt x="151" y="163"/>
                  <a:pt x="154" y="160"/>
                  <a:pt x="154" y="155"/>
                </a:cubicBezTo>
                <a:cubicBezTo>
                  <a:pt x="154" y="151"/>
                  <a:pt x="152" y="148"/>
                  <a:pt x="150" y="146"/>
                </a:cubicBezTo>
                <a:cubicBezTo>
                  <a:pt x="147" y="144"/>
                  <a:pt x="144" y="142"/>
                  <a:pt x="140" y="141"/>
                </a:cubicBezTo>
                <a:cubicBezTo>
                  <a:pt x="135" y="139"/>
                  <a:pt x="130" y="138"/>
                  <a:pt x="122" y="137"/>
                </a:cubicBezTo>
                <a:cubicBezTo>
                  <a:pt x="112" y="135"/>
                  <a:pt x="104" y="132"/>
                  <a:pt x="97" y="129"/>
                </a:cubicBezTo>
                <a:cubicBezTo>
                  <a:pt x="90" y="127"/>
                  <a:pt x="85" y="123"/>
                  <a:pt x="81" y="118"/>
                </a:cubicBezTo>
                <a:cubicBezTo>
                  <a:pt x="77" y="113"/>
                  <a:pt x="75" y="107"/>
                  <a:pt x="75" y="99"/>
                </a:cubicBezTo>
                <a:cubicBezTo>
                  <a:pt x="75" y="92"/>
                  <a:pt x="77" y="86"/>
                  <a:pt x="81" y="81"/>
                </a:cubicBezTo>
                <a:cubicBezTo>
                  <a:pt x="85" y="75"/>
                  <a:pt x="92" y="71"/>
                  <a:pt x="100" y="68"/>
                </a:cubicBezTo>
                <a:cubicBezTo>
                  <a:pt x="108" y="66"/>
                  <a:pt x="117" y="64"/>
                  <a:pt x="128" y="64"/>
                </a:cubicBezTo>
                <a:cubicBezTo>
                  <a:pt x="136" y="64"/>
                  <a:pt x="144" y="65"/>
                  <a:pt x="150" y="67"/>
                </a:cubicBezTo>
                <a:cubicBezTo>
                  <a:pt x="156" y="69"/>
                  <a:pt x="162" y="71"/>
                  <a:pt x="166" y="74"/>
                </a:cubicBezTo>
                <a:cubicBezTo>
                  <a:pt x="170" y="78"/>
                  <a:pt x="173" y="81"/>
                  <a:pt x="175" y="85"/>
                </a:cubicBezTo>
                <a:cubicBezTo>
                  <a:pt x="177" y="88"/>
                  <a:pt x="178" y="92"/>
                  <a:pt x="178" y="95"/>
                </a:cubicBezTo>
                <a:cubicBezTo>
                  <a:pt x="178" y="98"/>
                  <a:pt x="177" y="101"/>
                  <a:pt x="174" y="104"/>
                </a:cubicBezTo>
                <a:cubicBezTo>
                  <a:pt x="171" y="107"/>
                  <a:pt x="168" y="108"/>
                  <a:pt x="164" y="108"/>
                </a:cubicBezTo>
                <a:cubicBezTo>
                  <a:pt x="161" y="108"/>
                  <a:pt x="158" y="107"/>
                  <a:pt x="156" y="105"/>
                </a:cubicBezTo>
                <a:cubicBezTo>
                  <a:pt x="154" y="104"/>
                  <a:pt x="152" y="101"/>
                  <a:pt x="150" y="98"/>
                </a:cubicBezTo>
                <a:cubicBezTo>
                  <a:pt x="148" y="94"/>
                  <a:pt x="145" y="90"/>
                  <a:pt x="142" y="88"/>
                </a:cubicBezTo>
                <a:cubicBezTo>
                  <a:pt x="139" y="86"/>
                  <a:pt x="133" y="84"/>
                  <a:pt x="126" y="84"/>
                </a:cubicBezTo>
                <a:cubicBezTo>
                  <a:pt x="119" y="84"/>
                  <a:pt x="113" y="86"/>
                  <a:pt x="109" y="88"/>
                </a:cubicBezTo>
                <a:cubicBezTo>
                  <a:pt x="105" y="91"/>
                  <a:pt x="103" y="94"/>
                  <a:pt x="103" y="97"/>
                </a:cubicBezTo>
                <a:cubicBezTo>
                  <a:pt x="103" y="99"/>
                  <a:pt x="104" y="101"/>
                  <a:pt x="105" y="102"/>
                </a:cubicBezTo>
                <a:cubicBezTo>
                  <a:pt x="107" y="104"/>
                  <a:pt x="109" y="105"/>
                  <a:pt x="111" y="107"/>
                </a:cubicBezTo>
                <a:cubicBezTo>
                  <a:pt x="113" y="108"/>
                  <a:pt x="116" y="109"/>
                  <a:pt x="119" y="109"/>
                </a:cubicBezTo>
                <a:cubicBezTo>
                  <a:pt x="121" y="110"/>
                  <a:pt x="126" y="111"/>
                  <a:pt x="132" y="113"/>
                </a:cubicBezTo>
                <a:cubicBezTo>
                  <a:pt x="140" y="114"/>
                  <a:pt x="147" y="116"/>
                  <a:pt x="153" y="118"/>
                </a:cubicBezTo>
                <a:cubicBezTo>
                  <a:pt x="159" y="120"/>
                  <a:pt x="165" y="122"/>
                  <a:pt x="169" y="125"/>
                </a:cubicBezTo>
                <a:cubicBezTo>
                  <a:pt x="174" y="128"/>
                  <a:pt x="178" y="132"/>
                  <a:pt x="180" y="136"/>
                </a:cubicBezTo>
                <a:cubicBezTo>
                  <a:pt x="183" y="141"/>
                  <a:pt x="184" y="146"/>
                  <a:pt x="184" y="152"/>
                </a:cubicBezTo>
                <a:cubicBezTo>
                  <a:pt x="184" y="160"/>
                  <a:pt x="182" y="167"/>
                  <a:pt x="177" y="173"/>
                </a:cubicBezTo>
                <a:moveTo>
                  <a:pt x="256" y="192"/>
                </a:moveTo>
                <a:cubicBezTo>
                  <a:pt x="256" y="227"/>
                  <a:pt x="227" y="256"/>
                  <a:pt x="192" y="256"/>
                </a:cubicBezTo>
                <a:cubicBezTo>
                  <a:pt x="175" y="256"/>
                  <a:pt x="159" y="249"/>
                  <a:pt x="148" y="238"/>
                </a:cubicBezTo>
                <a:cubicBezTo>
                  <a:pt x="141" y="239"/>
                  <a:pt x="135" y="240"/>
                  <a:pt x="128" y="240"/>
                </a:cubicBezTo>
                <a:cubicBezTo>
                  <a:pt x="66" y="240"/>
                  <a:pt x="16" y="190"/>
                  <a:pt x="16" y="128"/>
                </a:cubicBezTo>
                <a:cubicBezTo>
                  <a:pt x="16" y="121"/>
                  <a:pt x="17" y="115"/>
                  <a:pt x="18" y="108"/>
                </a:cubicBezTo>
                <a:cubicBezTo>
                  <a:pt x="7" y="97"/>
                  <a:pt x="0" y="81"/>
                  <a:pt x="0" y="64"/>
                </a:cubicBezTo>
                <a:cubicBezTo>
                  <a:pt x="0" y="29"/>
                  <a:pt x="29" y="0"/>
                  <a:pt x="64" y="0"/>
                </a:cubicBezTo>
                <a:cubicBezTo>
                  <a:pt x="81" y="0"/>
                  <a:pt x="97" y="7"/>
                  <a:pt x="108" y="18"/>
                </a:cubicBezTo>
                <a:cubicBezTo>
                  <a:pt x="115" y="17"/>
                  <a:pt x="121" y="16"/>
                  <a:pt x="128" y="16"/>
                </a:cubicBezTo>
                <a:cubicBezTo>
                  <a:pt x="190" y="16"/>
                  <a:pt x="240" y="66"/>
                  <a:pt x="240" y="128"/>
                </a:cubicBezTo>
                <a:cubicBezTo>
                  <a:pt x="240" y="135"/>
                  <a:pt x="239" y="141"/>
                  <a:pt x="238" y="148"/>
                </a:cubicBezTo>
                <a:cubicBezTo>
                  <a:pt x="249" y="159"/>
                  <a:pt x="256" y="175"/>
                  <a:pt x="256" y="19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30" name="Freeform 12"/>
          <p:cNvSpPr/>
          <p:nvPr/>
        </p:nvSpPr>
        <p:spPr>
          <a:xfrm>
            <a:off x="3324240" y="2558880"/>
            <a:ext cx="420840" cy="355680"/>
          </a:xfrm>
          <a:custGeom>
            <a:avLst/>
            <a:gdLst/>
            <a:ahLst/>
            <a:rect l="l" t="t" r="r" b="b"/>
            <a:pathLst>
              <a:path w="256" h="216">
                <a:moveTo>
                  <a:pt x="166" y="89"/>
                </a:moveTo>
                <a:cubicBezTo>
                  <a:pt x="134" y="56"/>
                  <a:pt x="134" y="56"/>
                  <a:pt x="134" y="56"/>
                </a:cubicBezTo>
                <a:cubicBezTo>
                  <a:pt x="125" y="47"/>
                  <a:pt x="111" y="47"/>
                  <a:pt x="102" y="56"/>
                </a:cubicBezTo>
                <a:cubicBezTo>
                  <a:pt x="93" y="65"/>
                  <a:pt x="93" y="65"/>
                  <a:pt x="93" y="65"/>
                </a:cubicBezTo>
                <a:cubicBezTo>
                  <a:pt x="83" y="57"/>
                  <a:pt x="71" y="52"/>
                  <a:pt x="58" y="52"/>
                </a:cubicBezTo>
                <a:cubicBezTo>
                  <a:pt x="26" y="52"/>
                  <a:pt x="0" y="78"/>
                  <a:pt x="0" y="110"/>
                </a:cubicBezTo>
                <a:cubicBezTo>
                  <a:pt x="0" y="141"/>
                  <a:pt x="26" y="167"/>
                  <a:pt x="58" y="167"/>
                </a:cubicBezTo>
                <a:cubicBezTo>
                  <a:pt x="61" y="167"/>
                  <a:pt x="63" y="166"/>
                  <a:pt x="65" y="166"/>
                </a:cubicBezTo>
                <a:cubicBezTo>
                  <a:pt x="119" y="216"/>
                  <a:pt x="119" y="216"/>
                  <a:pt x="119" y="216"/>
                </a:cubicBezTo>
                <a:cubicBezTo>
                  <a:pt x="256" y="93"/>
                  <a:pt x="256" y="93"/>
                  <a:pt x="256" y="93"/>
                </a:cubicBezTo>
                <a:cubicBezTo>
                  <a:pt x="256" y="0"/>
                  <a:pt x="256" y="0"/>
                  <a:pt x="256" y="0"/>
                </a:cubicBezTo>
                <a:lnTo>
                  <a:pt x="166" y="89"/>
                </a:lnTo>
                <a:close/>
                <a:moveTo>
                  <a:pt x="59" y="152"/>
                </a:moveTo>
                <a:cubicBezTo>
                  <a:pt x="59" y="152"/>
                  <a:pt x="58" y="152"/>
                  <a:pt x="58" y="152"/>
                </a:cubicBezTo>
                <a:cubicBezTo>
                  <a:pt x="34" y="152"/>
                  <a:pt x="15" y="133"/>
                  <a:pt x="15" y="110"/>
                </a:cubicBezTo>
                <a:cubicBezTo>
                  <a:pt x="15" y="86"/>
                  <a:pt x="34" y="67"/>
                  <a:pt x="58" y="67"/>
                </a:cubicBezTo>
                <a:cubicBezTo>
                  <a:pt x="68" y="67"/>
                  <a:pt x="76" y="70"/>
                  <a:pt x="83" y="75"/>
                </a:cubicBezTo>
                <a:cubicBezTo>
                  <a:pt x="94" y="83"/>
                  <a:pt x="102" y="95"/>
                  <a:pt x="102" y="110"/>
                </a:cubicBezTo>
                <a:cubicBezTo>
                  <a:pt x="102" y="133"/>
                  <a:pt x="83" y="152"/>
                  <a:pt x="59" y="152"/>
                </a:cubicBezTo>
                <a:moveTo>
                  <a:pt x="239" y="90"/>
                </a:moveTo>
                <a:cubicBezTo>
                  <a:pt x="194" y="132"/>
                  <a:pt x="194" y="132"/>
                  <a:pt x="194" y="132"/>
                </a:cubicBezTo>
                <a:cubicBezTo>
                  <a:pt x="121" y="197"/>
                  <a:pt x="121" y="197"/>
                  <a:pt x="121" y="197"/>
                </a:cubicBezTo>
                <a:cubicBezTo>
                  <a:pt x="82" y="162"/>
                  <a:pt x="82" y="162"/>
                  <a:pt x="82" y="162"/>
                </a:cubicBezTo>
                <a:cubicBezTo>
                  <a:pt x="93" y="157"/>
                  <a:pt x="102" y="149"/>
                  <a:pt x="108" y="139"/>
                </a:cubicBezTo>
                <a:cubicBezTo>
                  <a:pt x="123" y="155"/>
                  <a:pt x="123" y="155"/>
                  <a:pt x="123" y="155"/>
                </a:cubicBezTo>
                <a:cubicBezTo>
                  <a:pt x="177" y="99"/>
                  <a:pt x="177" y="99"/>
                  <a:pt x="177" y="99"/>
                </a:cubicBezTo>
                <a:cubicBezTo>
                  <a:pt x="239" y="35"/>
                  <a:pt x="239" y="35"/>
                  <a:pt x="239" y="35"/>
                </a:cubicBezTo>
                <a:lnTo>
                  <a:pt x="239" y="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31" name="Freeform 13"/>
          <p:cNvSpPr/>
          <p:nvPr/>
        </p:nvSpPr>
        <p:spPr>
          <a:xfrm>
            <a:off x="2587680" y="2546280"/>
            <a:ext cx="420480" cy="389160"/>
          </a:xfrm>
          <a:custGeom>
            <a:avLst/>
            <a:gdLst/>
            <a:ahLst/>
            <a:rect l="l" t="t" r="r" b="b"/>
            <a:pathLst>
              <a:path w="265" h="245">
                <a:moveTo>
                  <a:pt x="133" y="46"/>
                </a:moveTo>
                <a:lnTo>
                  <a:pt x="188" y="0"/>
                </a:lnTo>
                <a:lnTo>
                  <a:pt x="265" y="51"/>
                </a:lnTo>
                <a:lnTo>
                  <a:pt x="212" y="93"/>
                </a:lnTo>
                <a:lnTo>
                  <a:pt x="133" y="46"/>
                </a:lnTo>
                <a:close/>
                <a:moveTo>
                  <a:pt x="265" y="136"/>
                </a:moveTo>
                <a:lnTo>
                  <a:pt x="188" y="187"/>
                </a:lnTo>
                <a:lnTo>
                  <a:pt x="133" y="142"/>
                </a:lnTo>
                <a:lnTo>
                  <a:pt x="212" y="93"/>
                </a:lnTo>
                <a:lnTo>
                  <a:pt x="265" y="136"/>
                </a:lnTo>
                <a:close/>
                <a:moveTo>
                  <a:pt x="78" y="187"/>
                </a:moveTo>
                <a:lnTo>
                  <a:pt x="0" y="136"/>
                </a:lnTo>
                <a:lnTo>
                  <a:pt x="54" y="93"/>
                </a:lnTo>
                <a:lnTo>
                  <a:pt x="133" y="142"/>
                </a:lnTo>
                <a:lnTo>
                  <a:pt x="78" y="187"/>
                </a:lnTo>
                <a:close/>
                <a:moveTo>
                  <a:pt x="0" y="51"/>
                </a:moveTo>
                <a:lnTo>
                  <a:pt x="78" y="0"/>
                </a:lnTo>
                <a:lnTo>
                  <a:pt x="133" y="46"/>
                </a:lnTo>
                <a:lnTo>
                  <a:pt x="54" y="93"/>
                </a:lnTo>
                <a:lnTo>
                  <a:pt x="0" y="51"/>
                </a:lnTo>
                <a:close/>
                <a:moveTo>
                  <a:pt x="133" y="151"/>
                </a:moveTo>
                <a:lnTo>
                  <a:pt x="188" y="196"/>
                </a:lnTo>
                <a:lnTo>
                  <a:pt x="212" y="181"/>
                </a:lnTo>
                <a:lnTo>
                  <a:pt x="212" y="198"/>
                </a:lnTo>
                <a:lnTo>
                  <a:pt x="133" y="245"/>
                </a:lnTo>
                <a:lnTo>
                  <a:pt x="55" y="198"/>
                </a:lnTo>
                <a:lnTo>
                  <a:pt x="55" y="181"/>
                </a:lnTo>
                <a:lnTo>
                  <a:pt x="78" y="196"/>
                </a:lnTo>
                <a:lnTo>
                  <a:pt x="133" y="15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32" name="Freeform 14"/>
          <p:cNvSpPr/>
          <p:nvPr/>
        </p:nvSpPr>
        <p:spPr>
          <a:xfrm>
            <a:off x="1930320" y="2527200"/>
            <a:ext cx="263520" cy="420840"/>
          </a:xfrm>
          <a:custGeom>
            <a:avLst/>
            <a:gdLst/>
            <a:ahLst/>
            <a:rect l="l" t="t" r="r" b="b"/>
            <a:pathLst>
              <a:path w="160" h="256">
                <a:moveTo>
                  <a:pt x="160" y="242"/>
                </a:moveTo>
                <a:cubicBezTo>
                  <a:pt x="149" y="247"/>
                  <a:pt x="139" y="251"/>
                  <a:pt x="131" y="253"/>
                </a:cubicBezTo>
                <a:cubicBezTo>
                  <a:pt x="122" y="255"/>
                  <a:pt x="112" y="256"/>
                  <a:pt x="102" y="256"/>
                </a:cubicBezTo>
                <a:cubicBezTo>
                  <a:pt x="90" y="256"/>
                  <a:pt x="83" y="255"/>
                  <a:pt x="74" y="252"/>
                </a:cubicBezTo>
                <a:cubicBezTo>
                  <a:pt x="66" y="249"/>
                  <a:pt x="58" y="244"/>
                  <a:pt x="52" y="239"/>
                </a:cubicBezTo>
                <a:cubicBezTo>
                  <a:pt x="45" y="234"/>
                  <a:pt x="41" y="228"/>
                  <a:pt x="38" y="222"/>
                </a:cubicBezTo>
                <a:cubicBezTo>
                  <a:pt x="36" y="215"/>
                  <a:pt x="35" y="206"/>
                  <a:pt x="35" y="195"/>
                </a:cubicBezTo>
                <a:cubicBezTo>
                  <a:pt x="35" y="105"/>
                  <a:pt x="35" y="105"/>
                  <a:pt x="35" y="105"/>
                </a:cubicBezTo>
                <a:cubicBezTo>
                  <a:pt x="0" y="105"/>
                  <a:pt x="0" y="105"/>
                  <a:pt x="0" y="105"/>
                </a:cubicBezTo>
                <a:cubicBezTo>
                  <a:pt x="0" y="69"/>
                  <a:pt x="0" y="69"/>
                  <a:pt x="0" y="69"/>
                </a:cubicBezTo>
                <a:cubicBezTo>
                  <a:pt x="10" y="65"/>
                  <a:pt x="22" y="61"/>
                  <a:pt x="29" y="55"/>
                </a:cubicBezTo>
                <a:cubicBezTo>
                  <a:pt x="36" y="48"/>
                  <a:pt x="42" y="41"/>
                  <a:pt x="46" y="33"/>
                </a:cubicBezTo>
                <a:cubicBezTo>
                  <a:pt x="50" y="24"/>
                  <a:pt x="53" y="13"/>
                  <a:pt x="55" y="0"/>
                </a:cubicBezTo>
                <a:cubicBezTo>
                  <a:pt x="91" y="0"/>
                  <a:pt x="91" y="0"/>
                  <a:pt x="91" y="0"/>
                </a:cubicBezTo>
                <a:cubicBezTo>
                  <a:pt x="91" y="59"/>
                  <a:pt x="91" y="59"/>
                  <a:pt x="91" y="59"/>
                </a:cubicBezTo>
                <a:cubicBezTo>
                  <a:pt x="150" y="59"/>
                  <a:pt x="150" y="59"/>
                  <a:pt x="150" y="59"/>
                </a:cubicBezTo>
                <a:cubicBezTo>
                  <a:pt x="150" y="105"/>
                  <a:pt x="150" y="105"/>
                  <a:pt x="150" y="105"/>
                </a:cubicBezTo>
                <a:cubicBezTo>
                  <a:pt x="91" y="105"/>
                  <a:pt x="91" y="105"/>
                  <a:pt x="91" y="105"/>
                </a:cubicBezTo>
                <a:cubicBezTo>
                  <a:pt x="91" y="171"/>
                  <a:pt x="91" y="171"/>
                  <a:pt x="91" y="171"/>
                </a:cubicBezTo>
                <a:cubicBezTo>
                  <a:pt x="91" y="185"/>
                  <a:pt x="91" y="194"/>
                  <a:pt x="93" y="198"/>
                </a:cubicBezTo>
                <a:cubicBezTo>
                  <a:pt x="94" y="202"/>
                  <a:pt x="98" y="207"/>
                  <a:pt x="102" y="209"/>
                </a:cubicBezTo>
                <a:cubicBezTo>
                  <a:pt x="108" y="213"/>
                  <a:pt x="114" y="214"/>
                  <a:pt x="122" y="214"/>
                </a:cubicBezTo>
                <a:cubicBezTo>
                  <a:pt x="135" y="214"/>
                  <a:pt x="147" y="210"/>
                  <a:pt x="160" y="202"/>
                </a:cubicBezTo>
                <a:lnTo>
                  <a:pt x="160" y="24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33" name="Freeform 15"/>
          <p:cNvSpPr/>
          <p:nvPr/>
        </p:nvSpPr>
        <p:spPr>
          <a:xfrm>
            <a:off x="1116000" y="2527200"/>
            <a:ext cx="420840" cy="42084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24" y="256"/>
                </a:moveTo>
                <a:cubicBezTo>
                  <a:pt x="32" y="256"/>
                  <a:pt x="32" y="256"/>
                  <a:pt x="32" y="256"/>
                </a:cubicBezTo>
                <a:cubicBezTo>
                  <a:pt x="14" y="256"/>
                  <a:pt x="0" y="242"/>
                  <a:pt x="0" y="224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14"/>
                  <a:pt x="14" y="0"/>
                  <a:pt x="32" y="0"/>
                </a:cubicBezTo>
                <a:cubicBezTo>
                  <a:pt x="224" y="0"/>
                  <a:pt x="224" y="0"/>
                  <a:pt x="224" y="0"/>
                </a:cubicBezTo>
                <a:cubicBezTo>
                  <a:pt x="242" y="0"/>
                  <a:pt x="256" y="14"/>
                  <a:pt x="256" y="32"/>
                </a:cubicBezTo>
                <a:cubicBezTo>
                  <a:pt x="256" y="224"/>
                  <a:pt x="256" y="224"/>
                  <a:pt x="256" y="224"/>
                </a:cubicBezTo>
                <a:cubicBezTo>
                  <a:pt x="256" y="242"/>
                  <a:pt x="242" y="256"/>
                  <a:pt x="224" y="256"/>
                </a:cubicBezTo>
                <a:moveTo>
                  <a:pt x="128" y="78"/>
                </a:moveTo>
                <a:cubicBezTo>
                  <a:pt x="108" y="78"/>
                  <a:pt x="91" y="90"/>
                  <a:pt x="83" y="107"/>
                </a:cubicBezTo>
                <a:cubicBezTo>
                  <a:pt x="83" y="107"/>
                  <a:pt x="83" y="107"/>
                  <a:pt x="83" y="107"/>
                </a:cubicBezTo>
                <a:cubicBezTo>
                  <a:pt x="83" y="107"/>
                  <a:pt x="83" y="108"/>
                  <a:pt x="83" y="108"/>
                </a:cubicBezTo>
                <a:cubicBezTo>
                  <a:pt x="82" y="109"/>
                  <a:pt x="82" y="110"/>
                  <a:pt x="81" y="111"/>
                </a:cubicBezTo>
                <a:cubicBezTo>
                  <a:pt x="81" y="111"/>
                  <a:pt x="81" y="112"/>
                  <a:pt x="81" y="113"/>
                </a:cubicBezTo>
                <a:cubicBezTo>
                  <a:pt x="81" y="114"/>
                  <a:pt x="80" y="115"/>
                  <a:pt x="80" y="116"/>
                </a:cubicBezTo>
                <a:cubicBezTo>
                  <a:pt x="80" y="116"/>
                  <a:pt x="80" y="117"/>
                  <a:pt x="80" y="118"/>
                </a:cubicBezTo>
                <a:cubicBezTo>
                  <a:pt x="79" y="119"/>
                  <a:pt x="79" y="120"/>
                  <a:pt x="79" y="121"/>
                </a:cubicBezTo>
                <a:cubicBezTo>
                  <a:pt x="79" y="122"/>
                  <a:pt x="79" y="122"/>
                  <a:pt x="79" y="123"/>
                </a:cubicBezTo>
                <a:cubicBezTo>
                  <a:pt x="79" y="124"/>
                  <a:pt x="78" y="126"/>
                  <a:pt x="78" y="128"/>
                </a:cubicBezTo>
                <a:cubicBezTo>
                  <a:pt x="78" y="155"/>
                  <a:pt x="101" y="178"/>
                  <a:pt x="128" y="178"/>
                </a:cubicBezTo>
                <a:cubicBezTo>
                  <a:pt x="155" y="178"/>
                  <a:pt x="178" y="155"/>
                  <a:pt x="178" y="128"/>
                </a:cubicBezTo>
                <a:cubicBezTo>
                  <a:pt x="178" y="126"/>
                  <a:pt x="177" y="124"/>
                  <a:pt x="177" y="123"/>
                </a:cubicBezTo>
                <a:cubicBezTo>
                  <a:pt x="177" y="122"/>
                  <a:pt x="177" y="122"/>
                  <a:pt x="177" y="121"/>
                </a:cubicBezTo>
                <a:cubicBezTo>
                  <a:pt x="177" y="120"/>
                  <a:pt x="177" y="119"/>
                  <a:pt x="176" y="118"/>
                </a:cubicBezTo>
                <a:cubicBezTo>
                  <a:pt x="176" y="117"/>
                  <a:pt x="176" y="116"/>
                  <a:pt x="176" y="116"/>
                </a:cubicBezTo>
                <a:cubicBezTo>
                  <a:pt x="176" y="115"/>
                  <a:pt x="175" y="114"/>
                  <a:pt x="175" y="113"/>
                </a:cubicBezTo>
                <a:cubicBezTo>
                  <a:pt x="175" y="112"/>
                  <a:pt x="175" y="111"/>
                  <a:pt x="175" y="111"/>
                </a:cubicBezTo>
                <a:cubicBezTo>
                  <a:pt x="174" y="110"/>
                  <a:pt x="174" y="109"/>
                  <a:pt x="173" y="108"/>
                </a:cubicBezTo>
                <a:cubicBezTo>
                  <a:pt x="173" y="108"/>
                  <a:pt x="173" y="107"/>
                  <a:pt x="173" y="107"/>
                </a:cubicBezTo>
                <a:cubicBezTo>
                  <a:pt x="173" y="107"/>
                  <a:pt x="173" y="107"/>
                  <a:pt x="173" y="107"/>
                </a:cubicBezTo>
                <a:cubicBezTo>
                  <a:pt x="165" y="90"/>
                  <a:pt x="148" y="78"/>
                  <a:pt x="128" y="78"/>
                </a:cubicBezTo>
                <a:moveTo>
                  <a:pt x="227" y="42"/>
                </a:moveTo>
                <a:cubicBezTo>
                  <a:pt x="227" y="35"/>
                  <a:pt x="221" y="29"/>
                  <a:pt x="214" y="29"/>
                </a:cubicBezTo>
                <a:cubicBezTo>
                  <a:pt x="189" y="29"/>
                  <a:pt x="189" y="29"/>
                  <a:pt x="189" y="29"/>
                </a:cubicBezTo>
                <a:cubicBezTo>
                  <a:pt x="182" y="29"/>
                  <a:pt x="176" y="35"/>
                  <a:pt x="176" y="42"/>
                </a:cubicBezTo>
                <a:cubicBezTo>
                  <a:pt x="176" y="67"/>
                  <a:pt x="176" y="67"/>
                  <a:pt x="176" y="67"/>
                </a:cubicBezTo>
                <a:cubicBezTo>
                  <a:pt x="176" y="74"/>
                  <a:pt x="182" y="80"/>
                  <a:pt x="189" y="80"/>
                </a:cubicBezTo>
                <a:cubicBezTo>
                  <a:pt x="214" y="80"/>
                  <a:pt x="214" y="80"/>
                  <a:pt x="214" y="80"/>
                </a:cubicBezTo>
                <a:cubicBezTo>
                  <a:pt x="221" y="80"/>
                  <a:pt x="227" y="74"/>
                  <a:pt x="227" y="67"/>
                </a:cubicBezTo>
                <a:lnTo>
                  <a:pt x="227" y="42"/>
                </a:lnTo>
                <a:close/>
                <a:moveTo>
                  <a:pt x="227" y="107"/>
                </a:moveTo>
                <a:cubicBezTo>
                  <a:pt x="204" y="107"/>
                  <a:pt x="204" y="107"/>
                  <a:pt x="204" y="107"/>
                </a:cubicBezTo>
                <a:cubicBezTo>
                  <a:pt x="205" y="114"/>
                  <a:pt x="206" y="121"/>
                  <a:pt x="206" y="128"/>
                </a:cubicBezTo>
                <a:cubicBezTo>
                  <a:pt x="206" y="171"/>
                  <a:pt x="171" y="206"/>
                  <a:pt x="128" y="206"/>
                </a:cubicBezTo>
                <a:cubicBezTo>
                  <a:pt x="85" y="206"/>
                  <a:pt x="50" y="171"/>
                  <a:pt x="50" y="128"/>
                </a:cubicBezTo>
                <a:cubicBezTo>
                  <a:pt x="50" y="121"/>
                  <a:pt x="51" y="114"/>
                  <a:pt x="52" y="107"/>
                </a:cubicBezTo>
                <a:cubicBezTo>
                  <a:pt x="29" y="107"/>
                  <a:pt x="29" y="107"/>
                  <a:pt x="29" y="107"/>
                </a:cubicBezTo>
                <a:cubicBezTo>
                  <a:pt x="29" y="214"/>
                  <a:pt x="29" y="214"/>
                  <a:pt x="29" y="214"/>
                </a:cubicBezTo>
                <a:cubicBezTo>
                  <a:pt x="29" y="221"/>
                  <a:pt x="35" y="227"/>
                  <a:pt x="42" y="227"/>
                </a:cubicBezTo>
                <a:cubicBezTo>
                  <a:pt x="214" y="227"/>
                  <a:pt x="214" y="227"/>
                  <a:pt x="214" y="227"/>
                </a:cubicBezTo>
                <a:cubicBezTo>
                  <a:pt x="221" y="227"/>
                  <a:pt x="227" y="221"/>
                  <a:pt x="227" y="214"/>
                </a:cubicBezTo>
                <a:lnTo>
                  <a:pt x="227" y="10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34" name="Freeform 16"/>
          <p:cNvSpPr/>
          <p:nvPr/>
        </p:nvSpPr>
        <p:spPr>
          <a:xfrm>
            <a:off x="379440" y="2565360"/>
            <a:ext cx="420840" cy="345960"/>
          </a:xfrm>
          <a:custGeom>
            <a:avLst/>
            <a:gdLst/>
            <a:ahLst/>
            <a:rect l="l" t="t" r="r" b="b"/>
            <a:pathLst>
              <a:path w="256" h="210">
                <a:moveTo>
                  <a:pt x="174" y="0"/>
                </a:moveTo>
                <a:cubicBezTo>
                  <a:pt x="194" y="0"/>
                  <a:pt x="205" y="7"/>
                  <a:pt x="216" y="16"/>
                </a:cubicBezTo>
                <a:cubicBezTo>
                  <a:pt x="224" y="16"/>
                  <a:pt x="236" y="11"/>
                  <a:pt x="243" y="7"/>
                </a:cubicBezTo>
                <a:cubicBezTo>
                  <a:pt x="245" y="6"/>
                  <a:pt x="247" y="5"/>
                  <a:pt x="249" y="4"/>
                </a:cubicBezTo>
                <a:cubicBezTo>
                  <a:pt x="245" y="14"/>
                  <a:pt x="240" y="22"/>
                  <a:pt x="232" y="29"/>
                </a:cubicBezTo>
                <a:cubicBezTo>
                  <a:pt x="230" y="30"/>
                  <a:pt x="229" y="32"/>
                  <a:pt x="226" y="33"/>
                </a:cubicBezTo>
                <a:cubicBezTo>
                  <a:pt x="226" y="33"/>
                  <a:pt x="226" y="33"/>
                  <a:pt x="226" y="33"/>
                </a:cubicBezTo>
                <a:cubicBezTo>
                  <a:pt x="238" y="33"/>
                  <a:pt x="247" y="27"/>
                  <a:pt x="256" y="25"/>
                </a:cubicBezTo>
                <a:cubicBezTo>
                  <a:pt x="256" y="25"/>
                  <a:pt x="256" y="25"/>
                  <a:pt x="256" y="25"/>
                </a:cubicBezTo>
                <a:cubicBezTo>
                  <a:pt x="251" y="32"/>
                  <a:pt x="245" y="40"/>
                  <a:pt x="238" y="45"/>
                </a:cubicBezTo>
                <a:cubicBezTo>
                  <a:pt x="235" y="47"/>
                  <a:pt x="233" y="50"/>
                  <a:pt x="230" y="52"/>
                </a:cubicBezTo>
                <a:cubicBezTo>
                  <a:pt x="230" y="64"/>
                  <a:pt x="230" y="75"/>
                  <a:pt x="228" y="85"/>
                </a:cubicBezTo>
                <a:cubicBezTo>
                  <a:pt x="214" y="144"/>
                  <a:pt x="180" y="184"/>
                  <a:pt x="125" y="202"/>
                </a:cubicBezTo>
                <a:cubicBezTo>
                  <a:pt x="105" y="208"/>
                  <a:pt x="73" y="210"/>
                  <a:pt x="50" y="205"/>
                </a:cubicBezTo>
                <a:cubicBezTo>
                  <a:pt x="39" y="202"/>
                  <a:pt x="29" y="199"/>
                  <a:pt x="19" y="195"/>
                </a:cubicBezTo>
                <a:cubicBezTo>
                  <a:pt x="14" y="192"/>
                  <a:pt x="9" y="190"/>
                  <a:pt x="5" y="187"/>
                </a:cubicBezTo>
                <a:cubicBezTo>
                  <a:pt x="3" y="186"/>
                  <a:pt x="2" y="185"/>
                  <a:pt x="0" y="184"/>
                </a:cubicBezTo>
                <a:cubicBezTo>
                  <a:pt x="5" y="184"/>
                  <a:pt x="11" y="186"/>
                  <a:pt x="17" y="185"/>
                </a:cubicBezTo>
                <a:cubicBezTo>
                  <a:pt x="22" y="184"/>
                  <a:pt x="27" y="184"/>
                  <a:pt x="32" y="183"/>
                </a:cubicBezTo>
                <a:cubicBezTo>
                  <a:pt x="44" y="180"/>
                  <a:pt x="54" y="177"/>
                  <a:pt x="63" y="172"/>
                </a:cubicBezTo>
                <a:cubicBezTo>
                  <a:pt x="68" y="169"/>
                  <a:pt x="74" y="166"/>
                  <a:pt x="78" y="162"/>
                </a:cubicBezTo>
                <a:cubicBezTo>
                  <a:pt x="72" y="162"/>
                  <a:pt x="66" y="161"/>
                  <a:pt x="62" y="160"/>
                </a:cubicBezTo>
                <a:cubicBezTo>
                  <a:pt x="45" y="154"/>
                  <a:pt x="35" y="143"/>
                  <a:pt x="29" y="126"/>
                </a:cubicBezTo>
                <a:cubicBezTo>
                  <a:pt x="34" y="127"/>
                  <a:pt x="49" y="128"/>
                  <a:pt x="52" y="125"/>
                </a:cubicBezTo>
                <a:cubicBezTo>
                  <a:pt x="46" y="125"/>
                  <a:pt x="39" y="121"/>
                  <a:pt x="35" y="118"/>
                </a:cubicBezTo>
                <a:cubicBezTo>
                  <a:pt x="21" y="109"/>
                  <a:pt x="10" y="95"/>
                  <a:pt x="10" y="73"/>
                </a:cubicBezTo>
                <a:cubicBezTo>
                  <a:pt x="12" y="74"/>
                  <a:pt x="14" y="75"/>
                  <a:pt x="16" y="76"/>
                </a:cubicBezTo>
                <a:cubicBezTo>
                  <a:pt x="19" y="77"/>
                  <a:pt x="22" y="78"/>
                  <a:pt x="27" y="79"/>
                </a:cubicBezTo>
                <a:cubicBezTo>
                  <a:pt x="28" y="79"/>
                  <a:pt x="32" y="80"/>
                  <a:pt x="34" y="79"/>
                </a:cubicBezTo>
                <a:cubicBezTo>
                  <a:pt x="33" y="79"/>
                  <a:pt x="33" y="79"/>
                  <a:pt x="33" y="79"/>
                </a:cubicBezTo>
                <a:cubicBezTo>
                  <a:pt x="31" y="76"/>
                  <a:pt x="26" y="74"/>
                  <a:pt x="24" y="71"/>
                </a:cubicBezTo>
                <a:cubicBezTo>
                  <a:pt x="15" y="60"/>
                  <a:pt x="7" y="43"/>
                  <a:pt x="12" y="23"/>
                </a:cubicBezTo>
                <a:cubicBezTo>
                  <a:pt x="13" y="18"/>
                  <a:pt x="15" y="14"/>
                  <a:pt x="18" y="10"/>
                </a:cubicBezTo>
                <a:cubicBezTo>
                  <a:pt x="18" y="10"/>
                  <a:pt x="18" y="10"/>
                  <a:pt x="18" y="10"/>
                </a:cubicBezTo>
                <a:cubicBezTo>
                  <a:pt x="19" y="12"/>
                  <a:pt x="21" y="13"/>
                  <a:pt x="23" y="15"/>
                </a:cubicBezTo>
                <a:cubicBezTo>
                  <a:pt x="27" y="21"/>
                  <a:pt x="33" y="26"/>
                  <a:pt x="38" y="30"/>
                </a:cubicBezTo>
                <a:cubicBezTo>
                  <a:pt x="57" y="45"/>
                  <a:pt x="75" y="54"/>
                  <a:pt x="103" y="61"/>
                </a:cubicBezTo>
                <a:cubicBezTo>
                  <a:pt x="110" y="63"/>
                  <a:pt x="118" y="64"/>
                  <a:pt x="126" y="64"/>
                </a:cubicBezTo>
                <a:cubicBezTo>
                  <a:pt x="124" y="57"/>
                  <a:pt x="124" y="46"/>
                  <a:pt x="126" y="40"/>
                </a:cubicBezTo>
                <a:cubicBezTo>
                  <a:pt x="131" y="23"/>
                  <a:pt x="141" y="11"/>
                  <a:pt x="156" y="4"/>
                </a:cubicBezTo>
                <a:cubicBezTo>
                  <a:pt x="160" y="3"/>
                  <a:pt x="164" y="2"/>
                  <a:pt x="168" y="1"/>
                </a:cubicBezTo>
                <a:cubicBezTo>
                  <a:pt x="170" y="1"/>
                  <a:pt x="172" y="0"/>
                  <a:pt x="174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35" name="Freeform 17"/>
          <p:cNvSpPr/>
          <p:nvPr/>
        </p:nvSpPr>
        <p:spPr>
          <a:xfrm>
            <a:off x="8478720" y="1789200"/>
            <a:ext cx="420840" cy="42048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36" y="256"/>
                </a:moveTo>
                <a:cubicBezTo>
                  <a:pt x="20" y="256"/>
                  <a:pt x="20" y="256"/>
                  <a:pt x="20" y="256"/>
                </a:cubicBezTo>
                <a:cubicBezTo>
                  <a:pt x="9" y="256"/>
                  <a:pt x="0" y="248"/>
                  <a:pt x="0" y="237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9"/>
                  <a:pt x="9" y="0"/>
                  <a:pt x="20" y="0"/>
                </a:cubicBezTo>
                <a:cubicBezTo>
                  <a:pt x="236" y="0"/>
                  <a:pt x="236" y="0"/>
                  <a:pt x="236" y="0"/>
                </a:cubicBezTo>
                <a:cubicBezTo>
                  <a:pt x="247" y="0"/>
                  <a:pt x="256" y="9"/>
                  <a:pt x="256" y="20"/>
                </a:cubicBezTo>
                <a:cubicBezTo>
                  <a:pt x="256" y="237"/>
                  <a:pt x="256" y="237"/>
                  <a:pt x="256" y="237"/>
                </a:cubicBezTo>
                <a:cubicBezTo>
                  <a:pt x="256" y="248"/>
                  <a:pt x="247" y="256"/>
                  <a:pt x="236" y="256"/>
                </a:cubicBezTo>
                <a:moveTo>
                  <a:pt x="109" y="49"/>
                </a:moveTo>
                <a:cubicBezTo>
                  <a:pt x="97" y="49"/>
                  <a:pt x="86" y="51"/>
                  <a:pt x="78" y="55"/>
                </a:cubicBezTo>
                <a:cubicBezTo>
                  <a:pt x="71" y="59"/>
                  <a:pt x="65" y="65"/>
                  <a:pt x="62" y="71"/>
                </a:cubicBezTo>
                <a:cubicBezTo>
                  <a:pt x="60" y="77"/>
                  <a:pt x="58" y="84"/>
                  <a:pt x="58" y="96"/>
                </a:cubicBezTo>
                <a:cubicBezTo>
                  <a:pt x="58" y="108"/>
                  <a:pt x="58" y="108"/>
                  <a:pt x="58" y="108"/>
                </a:cubicBezTo>
                <a:cubicBezTo>
                  <a:pt x="39" y="108"/>
                  <a:pt x="39" y="108"/>
                  <a:pt x="39" y="108"/>
                </a:cubicBezTo>
                <a:cubicBezTo>
                  <a:pt x="39" y="138"/>
                  <a:pt x="39" y="138"/>
                  <a:pt x="39" y="138"/>
                </a:cubicBezTo>
                <a:cubicBezTo>
                  <a:pt x="58" y="138"/>
                  <a:pt x="58" y="138"/>
                  <a:pt x="58" y="138"/>
                </a:cubicBezTo>
                <a:cubicBezTo>
                  <a:pt x="58" y="237"/>
                  <a:pt x="58" y="237"/>
                  <a:pt x="58" y="237"/>
                </a:cubicBezTo>
                <a:cubicBezTo>
                  <a:pt x="99" y="237"/>
                  <a:pt x="99" y="237"/>
                  <a:pt x="99" y="237"/>
                </a:cubicBezTo>
                <a:cubicBezTo>
                  <a:pt x="99" y="138"/>
                  <a:pt x="99" y="138"/>
                  <a:pt x="99" y="138"/>
                </a:cubicBezTo>
                <a:cubicBezTo>
                  <a:pt x="125" y="138"/>
                  <a:pt x="125" y="138"/>
                  <a:pt x="125" y="138"/>
                </a:cubicBezTo>
                <a:cubicBezTo>
                  <a:pt x="132" y="108"/>
                  <a:pt x="132" y="108"/>
                  <a:pt x="132" y="108"/>
                </a:cubicBezTo>
                <a:cubicBezTo>
                  <a:pt x="99" y="108"/>
                  <a:pt x="99" y="108"/>
                  <a:pt x="99" y="108"/>
                </a:cubicBezTo>
                <a:cubicBezTo>
                  <a:pt x="99" y="97"/>
                  <a:pt x="99" y="97"/>
                  <a:pt x="99" y="97"/>
                </a:cubicBezTo>
                <a:cubicBezTo>
                  <a:pt x="99" y="90"/>
                  <a:pt x="100" y="85"/>
                  <a:pt x="103" y="82"/>
                </a:cubicBezTo>
                <a:cubicBezTo>
                  <a:pt x="106" y="80"/>
                  <a:pt x="111" y="78"/>
                  <a:pt x="117" y="78"/>
                </a:cubicBezTo>
                <a:cubicBezTo>
                  <a:pt x="123" y="78"/>
                  <a:pt x="128" y="81"/>
                  <a:pt x="134" y="85"/>
                </a:cubicBezTo>
                <a:cubicBezTo>
                  <a:pt x="142" y="57"/>
                  <a:pt x="142" y="57"/>
                  <a:pt x="142" y="57"/>
                </a:cubicBezTo>
                <a:cubicBezTo>
                  <a:pt x="130" y="53"/>
                  <a:pt x="121" y="49"/>
                  <a:pt x="109" y="49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36" name="Freeform 18"/>
          <p:cNvSpPr/>
          <p:nvPr/>
        </p:nvSpPr>
        <p:spPr>
          <a:xfrm>
            <a:off x="7861320" y="1785960"/>
            <a:ext cx="196920" cy="423720"/>
          </a:xfrm>
          <a:custGeom>
            <a:avLst/>
            <a:gdLst/>
            <a:ahLst/>
            <a:rect l="l" t="t" r="r" b="b"/>
            <a:pathLst>
              <a:path w="120" h="258">
                <a:moveTo>
                  <a:pt x="120" y="2"/>
                </a:moveTo>
                <a:cubicBezTo>
                  <a:pt x="120" y="43"/>
                  <a:pt x="120" y="43"/>
                  <a:pt x="120" y="43"/>
                </a:cubicBezTo>
                <a:cubicBezTo>
                  <a:pt x="120" y="43"/>
                  <a:pt x="90" y="40"/>
                  <a:pt x="82" y="52"/>
                </a:cubicBezTo>
                <a:cubicBezTo>
                  <a:pt x="78" y="58"/>
                  <a:pt x="80" y="77"/>
                  <a:pt x="80" y="90"/>
                </a:cubicBezTo>
                <a:cubicBezTo>
                  <a:pt x="120" y="90"/>
                  <a:pt x="120" y="90"/>
                  <a:pt x="120" y="90"/>
                </a:cubicBezTo>
                <a:cubicBezTo>
                  <a:pt x="117" y="106"/>
                  <a:pt x="114" y="116"/>
                  <a:pt x="112" y="130"/>
                </a:cubicBezTo>
                <a:cubicBezTo>
                  <a:pt x="80" y="130"/>
                  <a:pt x="80" y="130"/>
                  <a:pt x="80" y="130"/>
                </a:cubicBezTo>
                <a:cubicBezTo>
                  <a:pt x="80" y="258"/>
                  <a:pt x="80" y="258"/>
                  <a:pt x="80" y="258"/>
                </a:cubicBezTo>
                <a:cubicBezTo>
                  <a:pt x="24" y="258"/>
                  <a:pt x="24" y="258"/>
                  <a:pt x="24" y="258"/>
                </a:cubicBezTo>
                <a:cubicBezTo>
                  <a:pt x="24" y="219"/>
                  <a:pt x="24" y="172"/>
                  <a:pt x="24" y="130"/>
                </a:cubicBezTo>
                <a:cubicBezTo>
                  <a:pt x="0" y="130"/>
                  <a:pt x="0" y="130"/>
                  <a:pt x="0" y="130"/>
                </a:cubicBezTo>
                <a:cubicBezTo>
                  <a:pt x="0" y="90"/>
                  <a:pt x="0" y="90"/>
                  <a:pt x="0" y="90"/>
                </a:cubicBezTo>
                <a:cubicBezTo>
                  <a:pt x="24" y="90"/>
                  <a:pt x="24" y="90"/>
                  <a:pt x="24" y="90"/>
                </a:cubicBezTo>
                <a:cubicBezTo>
                  <a:pt x="25" y="61"/>
                  <a:pt x="25" y="32"/>
                  <a:pt x="40" y="17"/>
                </a:cubicBezTo>
                <a:cubicBezTo>
                  <a:pt x="56" y="0"/>
                  <a:pt x="72" y="2"/>
                  <a:pt x="120" y="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37" name="Freeform 19"/>
          <p:cNvSpPr/>
          <p:nvPr/>
        </p:nvSpPr>
        <p:spPr>
          <a:xfrm>
            <a:off x="7005600" y="1789200"/>
            <a:ext cx="420840" cy="42048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128" y="0"/>
                </a:moveTo>
                <a:cubicBezTo>
                  <a:pt x="57" y="0"/>
                  <a:pt x="0" y="57"/>
                  <a:pt x="0" y="128"/>
                </a:cubicBezTo>
                <a:cubicBezTo>
                  <a:pt x="0" y="181"/>
                  <a:pt x="32" y="226"/>
                  <a:pt x="77" y="246"/>
                </a:cubicBezTo>
                <a:cubicBezTo>
                  <a:pt x="77" y="237"/>
                  <a:pt x="77" y="226"/>
                  <a:pt x="80" y="216"/>
                </a:cubicBezTo>
                <a:cubicBezTo>
                  <a:pt x="82" y="206"/>
                  <a:pt x="96" y="146"/>
                  <a:pt x="96" y="146"/>
                </a:cubicBezTo>
                <a:cubicBezTo>
                  <a:pt x="96" y="146"/>
                  <a:pt x="92" y="138"/>
                  <a:pt x="92" y="126"/>
                </a:cubicBezTo>
                <a:cubicBezTo>
                  <a:pt x="92" y="107"/>
                  <a:pt x="103" y="93"/>
                  <a:pt x="117" y="93"/>
                </a:cubicBezTo>
                <a:cubicBezTo>
                  <a:pt x="128" y="93"/>
                  <a:pt x="134" y="102"/>
                  <a:pt x="134" y="112"/>
                </a:cubicBezTo>
                <a:cubicBezTo>
                  <a:pt x="134" y="124"/>
                  <a:pt x="127" y="141"/>
                  <a:pt x="123" y="158"/>
                </a:cubicBezTo>
                <a:cubicBezTo>
                  <a:pt x="120" y="171"/>
                  <a:pt x="130" y="182"/>
                  <a:pt x="143" y="182"/>
                </a:cubicBezTo>
                <a:cubicBezTo>
                  <a:pt x="167" y="182"/>
                  <a:pt x="184" y="151"/>
                  <a:pt x="184" y="114"/>
                </a:cubicBezTo>
                <a:cubicBezTo>
                  <a:pt x="184" y="86"/>
                  <a:pt x="165" y="65"/>
                  <a:pt x="130" y="65"/>
                </a:cubicBezTo>
                <a:cubicBezTo>
                  <a:pt x="91" y="65"/>
                  <a:pt x="67" y="94"/>
                  <a:pt x="67" y="126"/>
                </a:cubicBezTo>
                <a:cubicBezTo>
                  <a:pt x="67" y="138"/>
                  <a:pt x="70" y="146"/>
                  <a:pt x="76" y="152"/>
                </a:cubicBezTo>
                <a:cubicBezTo>
                  <a:pt x="78" y="154"/>
                  <a:pt x="78" y="156"/>
                  <a:pt x="77" y="159"/>
                </a:cubicBezTo>
                <a:cubicBezTo>
                  <a:pt x="77" y="161"/>
                  <a:pt x="75" y="167"/>
                  <a:pt x="75" y="169"/>
                </a:cubicBezTo>
                <a:cubicBezTo>
                  <a:pt x="74" y="172"/>
                  <a:pt x="71" y="173"/>
                  <a:pt x="68" y="172"/>
                </a:cubicBezTo>
                <a:cubicBezTo>
                  <a:pt x="50" y="165"/>
                  <a:pt x="42" y="145"/>
                  <a:pt x="42" y="123"/>
                </a:cubicBezTo>
                <a:cubicBezTo>
                  <a:pt x="42" y="87"/>
                  <a:pt x="73" y="43"/>
                  <a:pt x="134" y="43"/>
                </a:cubicBezTo>
                <a:cubicBezTo>
                  <a:pt x="183" y="43"/>
                  <a:pt x="215" y="78"/>
                  <a:pt x="215" y="117"/>
                </a:cubicBezTo>
                <a:cubicBezTo>
                  <a:pt x="215" y="167"/>
                  <a:pt x="187" y="205"/>
                  <a:pt x="146" y="205"/>
                </a:cubicBezTo>
                <a:cubicBezTo>
                  <a:pt x="132" y="205"/>
                  <a:pt x="119" y="197"/>
                  <a:pt x="114" y="189"/>
                </a:cubicBezTo>
                <a:cubicBezTo>
                  <a:pt x="114" y="189"/>
                  <a:pt x="107" y="218"/>
                  <a:pt x="105" y="224"/>
                </a:cubicBezTo>
                <a:cubicBezTo>
                  <a:pt x="103" y="234"/>
                  <a:pt x="98" y="243"/>
                  <a:pt x="93" y="251"/>
                </a:cubicBezTo>
                <a:cubicBezTo>
                  <a:pt x="104" y="254"/>
                  <a:pt x="116" y="256"/>
                  <a:pt x="128" y="256"/>
                </a:cubicBezTo>
                <a:cubicBezTo>
                  <a:pt x="199" y="256"/>
                  <a:pt x="256" y="199"/>
                  <a:pt x="256" y="128"/>
                </a:cubicBezTo>
                <a:cubicBezTo>
                  <a:pt x="256" y="57"/>
                  <a:pt x="199" y="0"/>
                  <a:pt x="128" y="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38" name="Freeform 20"/>
          <p:cNvSpPr/>
          <p:nvPr/>
        </p:nvSpPr>
        <p:spPr>
          <a:xfrm>
            <a:off x="6313320" y="1787400"/>
            <a:ext cx="324000" cy="428760"/>
          </a:xfrm>
          <a:custGeom>
            <a:avLst/>
            <a:gdLst/>
            <a:ahLst/>
            <a:rect l="l" t="t" r="r" b="b"/>
            <a:pathLst>
              <a:path w="197" h="260">
                <a:moveTo>
                  <a:pt x="83" y="168"/>
                </a:moveTo>
                <a:cubicBezTo>
                  <a:pt x="80" y="176"/>
                  <a:pt x="78" y="185"/>
                  <a:pt x="76" y="193"/>
                </a:cubicBezTo>
                <a:cubicBezTo>
                  <a:pt x="74" y="202"/>
                  <a:pt x="72" y="210"/>
                  <a:pt x="69" y="218"/>
                </a:cubicBezTo>
                <a:cubicBezTo>
                  <a:pt x="64" y="231"/>
                  <a:pt x="57" y="243"/>
                  <a:pt x="49" y="253"/>
                </a:cubicBezTo>
                <a:cubicBezTo>
                  <a:pt x="43" y="260"/>
                  <a:pt x="44" y="257"/>
                  <a:pt x="42" y="257"/>
                </a:cubicBezTo>
                <a:cubicBezTo>
                  <a:pt x="41" y="256"/>
                  <a:pt x="41" y="255"/>
                  <a:pt x="41" y="253"/>
                </a:cubicBezTo>
                <a:cubicBezTo>
                  <a:pt x="39" y="243"/>
                  <a:pt x="40" y="231"/>
                  <a:pt x="41" y="220"/>
                </a:cubicBezTo>
                <a:cubicBezTo>
                  <a:pt x="41" y="207"/>
                  <a:pt x="44" y="196"/>
                  <a:pt x="47" y="185"/>
                </a:cubicBezTo>
                <a:cubicBezTo>
                  <a:pt x="51" y="165"/>
                  <a:pt x="56" y="144"/>
                  <a:pt x="61" y="124"/>
                </a:cubicBezTo>
                <a:cubicBezTo>
                  <a:pt x="61" y="122"/>
                  <a:pt x="62" y="120"/>
                  <a:pt x="62" y="119"/>
                </a:cubicBezTo>
                <a:cubicBezTo>
                  <a:pt x="60" y="113"/>
                  <a:pt x="58" y="108"/>
                  <a:pt x="57" y="102"/>
                </a:cubicBezTo>
                <a:cubicBezTo>
                  <a:pt x="57" y="95"/>
                  <a:pt x="57" y="89"/>
                  <a:pt x="59" y="83"/>
                </a:cubicBezTo>
                <a:cubicBezTo>
                  <a:pt x="62" y="72"/>
                  <a:pt x="68" y="63"/>
                  <a:pt x="78" y="59"/>
                </a:cubicBezTo>
                <a:cubicBezTo>
                  <a:pt x="84" y="57"/>
                  <a:pt x="91" y="58"/>
                  <a:pt x="95" y="61"/>
                </a:cubicBezTo>
                <a:cubicBezTo>
                  <a:pt x="99" y="63"/>
                  <a:pt x="102" y="67"/>
                  <a:pt x="104" y="73"/>
                </a:cubicBezTo>
                <a:cubicBezTo>
                  <a:pt x="105" y="79"/>
                  <a:pt x="104" y="87"/>
                  <a:pt x="103" y="92"/>
                </a:cubicBezTo>
                <a:cubicBezTo>
                  <a:pt x="100" y="104"/>
                  <a:pt x="97" y="113"/>
                  <a:pt x="94" y="125"/>
                </a:cubicBezTo>
                <a:cubicBezTo>
                  <a:pt x="92" y="131"/>
                  <a:pt x="90" y="137"/>
                  <a:pt x="92" y="143"/>
                </a:cubicBezTo>
                <a:cubicBezTo>
                  <a:pt x="93" y="149"/>
                  <a:pt x="96" y="153"/>
                  <a:pt x="100" y="156"/>
                </a:cubicBezTo>
                <a:cubicBezTo>
                  <a:pt x="105" y="159"/>
                  <a:pt x="110" y="161"/>
                  <a:pt x="117" y="160"/>
                </a:cubicBezTo>
                <a:cubicBezTo>
                  <a:pt x="129" y="160"/>
                  <a:pt x="137" y="152"/>
                  <a:pt x="143" y="145"/>
                </a:cubicBezTo>
                <a:cubicBezTo>
                  <a:pt x="152" y="133"/>
                  <a:pt x="158" y="117"/>
                  <a:pt x="160" y="98"/>
                </a:cubicBezTo>
                <a:cubicBezTo>
                  <a:pt x="160" y="92"/>
                  <a:pt x="161" y="85"/>
                  <a:pt x="160" y="78"/>
                </a:cubicBezTo>
                <a:cubicBezTo>
                  <a:pt x="160" y="65"/>
                  <a:pt x="156" y="55"/>
                  <a:pt x="149" y="47"/>
                </a:cubicBezTo>
                <a:cubicBezTo>
                  <a:pt x="143" y="39"/>
                  <a:pt x="135" y="33"/>
                  <a:pt x="124" y="30"/>
                </a:cubicBezTo>
                <a:cubicBezTo>
                  <a:pt x="114" y="26"/>
                  <a:pt x="99" y="25"/>
                  <a:pt x="87" y="27"/>
                </a:cubicBezTo>
                <a:cubicBezTo>
                  <a:pt x="63" y="31"/>
                  <a:pt x="47" y="44"/>
                  <a:pt x="37" y="62"/>
                </a:cubicBezTo>
                <a:cubicBezTo>
                  <a:pt x="32" y="72"/>
                  <a:pt x="29" y="83"/>
                  <a:pt x="29" y="97"/>
                </a:cubicBezTo>
                <a:cubicBezTo>
                  <a:pt x="29" y="107"/>
                  <a:pt x="32" y="115"/>
                  <a:pt x="36" y="122"/>
                </a:cubicBezTo>
                <a:cubicBezTo>
                  <a:pt x="37" y="124"/>
                  <a:pt x="39" y="125"/>
                  <a:pt x="40" y="128"/>
                </a:cubicBezTo>
                <a:cubicBezTo>
                  <a:pt x="42" y="131"/>
                  <a:pt x="40" y="136"/>
                  <a:pt x="39" y="139"/>
                </a:cubicBezTo>
                <a:cubicBezTo>
                  <a:pt x="38" y="143"/>
                  <a:pt x="38" y="149"/>
                  <a:pt x="33" y="149"/>
                </a:cubicBezTo>
                <a:cubicBezTo>
                  <a:pt x="31" y="149"/>
                  <a:pt x="28" y="148"/>
                  <a:pt x="27" y="147"/>
                </a:cubicBezTo>
                <a:cubicBezTo>
                  <a:pt x="14" y="140"/>
                  <a:pt x="6" y="127"/>
                  <a:pt x="2" y="110"/>
                </a:cubicBezTo>
                <a:cubicBezTo>
                  <a:pt x="0" y="99"/>
                  <a:pt x="0" y="87"/>
                  <a:pt x="2" y="77"/>
                </a:cubicBezTo>
                <a:cubicBezTo>
                  <a:pt x="4" y="68"/>
                  <a:pt x="8" y="59"/>
                  <a:pt x="12" y="51"/>
                </a:cubicBezTo>
                <a:cubicBezTo>
                  <a:pt x="20" y="36"/>
                  <a:pt x="32" y="24"/>
                  <a:pt x="46" y="16"/>
                </a:cubicBezTo>
                <a:cubicBezTo>
                  <a:pt x="58" y="9"/>
                  <a:pt x="70" y="5"/>
                  <a:pt x="86" y="2"/>
                </a:cubicBezTo>
                <a:cubicBezTo>
                  <a:pt x="91" y="2"/>
                  <a:pt x="96" y="1"/>
                  <a:pt x="102" y="1"/>
                </a:cubicBezTo>
                <a:cubicBezTo>
                  <a:pt x="118" y="0"/>
                  <a:pt x="133" y="4"/>
                  <a:pt x="145" y="9"/>
                </a:cubicBezTo>
                <a:cubicBezTo>
                  <a:pt x="157" y="15"/>
                  <a:pt x="166" y="22"/>
                  <a:pt x="175" y="31"/>
                </a:cubicBezTo>
                <a:cubicBezTo>
                  <a:pt x="183" y="40"/>
                  <a:pt x="189" y="50"/>
                  <a:pt x="193" y="64"/>
                </a:cubicBezTo>
                <a:cubicBezTo>
                  <a:pt x="195" y="71"/>
                  <a:pt x="197" y="78"/>
                  <a:pt x="197" y="87"/>
                </a:cubicBezTo>
                <a:cubicBezTo>
                  <a:pt x="197" y="95"/>
                  <a:pt x="195" y="103"/>
                  <a:pt x="194" y="110"/>
                </a:cubicBezTo>
                <a:cubicBezTo>
                  <a:pt x="189" y="139"/>
                  <a:pt x="176" y="162"/>
                  <a:pt x="155" y="175"/>
                </a:cubicBezTo>
                <a:cubicBezTo>
                  <a:pt x="151" y="178"/>
                  <a:pt x="145" y="181"/>
                  <a:pt x="138" y="183"/>
                </a:cubicBezTo>
                <a:cubicBezTo>
                  <a:pt x="131" y="185"/>
                  <a:pt x="124" y="186"/>
                  <a:pt x="116" y="186"/>
                </a:cubicBezTo>
                <a:cubicBezTo>
                  <a:pt x="108" y="185"/>
                  <a:pt x="101" y="183"/>
                  <a:pt x="96" y="180"/>
                </a:cubicBezTo>
                <a:cubicBezTo>
                  <a:pt x="90" y="177"/>
                  <a:pt x="86" y="173"/>
                  <a:pt x="83" y="16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39" name="Freeform 21"/>
          <p:cNvSpPr/>
          <p:nvPr/>
        </p:nvSpPr>
        <p:spPr>
          <a:xfrm>
            <a:off x="5559480" y="1789200"/>
            <a:ext cx="361800" cy="420480"/>
          </a:xfrm>
          <a:custGeom>
            <a:avLst/>
            <a:gdLst/>
            <a:ahLst/>
            <a:rect l="l" t="t" r="r" b="b"/>
            <a:pathLst>
              <a:path w="220" h="256">
                <a:moveTo>
                  <a:pt x="219" y="253"/>
                </a:moveTo>
                <a:cubicBezTo>
                  <a:pt x="218" y="255"/>
                  <a:pt x="216" y="256"/>
                  <a:pt x="214" y="256"/>
                </a:cubicBezTo>
                <a:cubicBezTo>
                  <a:pt x="126" y="256"/>
                  <a:pt x="126" y="256"/>
                  <a:pt x="126" y="256"/>
                </a:cubicBezTo>
                <a:cubicBezTo>
                  <a:pt x="126" y="208"/>
                  <a:pt x="126" y="208"/>
                  <a:pt x="126" y="208"/>
                </a:cubicBezTo>
                <a:cubicBezTo>
                  <a:pt x="165" y="184"/>
                  <a:pt x="165" y="184"/>
                  <a:pt x="165" y="184"/>
                </a:cubicBezTo>
                <a:cubicBezTo>
                  <a:pt x="169" y="184"/>
                  <a:pt x="173" y="180"/>
                  <a:pt x="173" y="176"/>
                </a:cubicBezTo>
                <a:cubicBezTo>
                  <a:pt x="173" y="172"/>
                  <a:pt x="169" y="168"/>
                  <a:pt x="165" y="168"/>
                </a:cubicBezTo>
                <a:cubicBezTo>
                  <a:pt x="126" y="192"/>
                  <a:pt x="126" y="192"/>
                  <a:pt x="126" y="192"/>
                </a:cubicBezTo>
                <a:cubicBezTo>
                  <a:pt x="126" y="164"/>
                  <a:pt x="126" y="164"/>
                  <a:pt x="126" y="164"/>
                </a:cubicBezTo>
                <a:cubicBezTo>
                  <a:pt x="149" y="152"/>
                  <a:pt x="149" y="152"/>
                  <a:pt x="149" y="152"/>
                </a:cubicBezTo>
                <a:cubicBezTo>
                  <a:pt x="154" y="152"/>
                  <a:pt x="157" y="148"/>
                  <a:pt x="157" y="144"/>
                </a:cubicBezTo>
                <a:cubicBezTo>
                  <a:pt x="157" y="140"/>
                  <a:pt x="154" y="136"/>
                  <a:pt x="149" y="136"/>
                </a:cubicBezTo>
                <a:cubicBezTo>
                  <a:pt x="126" y="148"/>
                  <a:pt x="126" y="148"/>
                  <a:pt x="126" y="148"/>
                </a:cubicBezTo>
                <a:cubicBezTo>
                  <a:pt x="126" y="136"/>
                  <a:pt x="126" y="136"/>
                  <a:pt x="126" y="136"/>
                </a:cubicBezTo>
                <a:cubicBezTo>
                  <a:pt x="126" y="132"/>
                  <a:pt x="122" y="128"/>
                  <a:pt x="118" y="128"/>
                </a:cubicBezTo>
                <a:cubicBezTo>
                  <a:pt x="102" y="128"/>
                  <a:pt x="102" y="128"/>
                  <a:pt x="102" y="128"/>
                </a:cubicBezTo>
                <a:cubicBezTo>
                  <a:pt x="98" y="128"/>
                  <a:pt x="94" y="132"/>
                  <a:pt x="94" y="136"/>
                </a:cubicBezTo>
                <a:cubicBezTo>
                  <a:pt x="94" y="187"/>
                  <a:pt x="94" y="187"/>
                  <a:pt x="94" y="187"/>
                </a:cubicBezTo>
                <a:cubicBezTo>
                  <a:pt x="63" y="176"/>
                  <a:pt x="63" y="176"/>
                  <a:pt x="63" y="176"/>
                </a:cubicBezTo>
                <a:cubicBezTo>
                  <a:pt x="59" y="176"/>
                  <a:pt x="55" y="180"/>
                  <a:pt x="55" y="184"/>
                </a:cubicBezTo>
                <a:cubicBezTo>
                  <a:pt x="55" y="188"/>
                  <a:pt x="59" y="192"/>
                  <a:pt x="63" y="192"/>
                </a:cubicBezTo>
                <a:cubicBezTo>
                  <a:pt x="94" y="203"/>
                  <a:pt x="94" y="203"/>
                  <a:pt x="94" y="203"/>
                </a:cubicBezTo>
                <a:cubicBezTo>
                  <a:pt x="94" y="256"/>
                  <a:pt x="94" y="256"/>
                  <a:pt x="94" y="256"/>
                </a:cubicBezTo>
                <a:cubicBezTo>
                  <a:pt x="6" y="256"/>
                  <a:pt x="6" y="256"/>
                  <a:pt x="6" y="256"/>
                </a:cubicBezTo>
                <a:cubicBezTo>
                  <a:pt x="4" y="256"/>
                  <a:pt x="2" y="255"/>
                  <a:pt x="1" y="253"/>
                </a:cubicBezTo>
                <a:cubicBezTo>
                  <a:pt x="0" y="252"/>
                  <a:pt x="0" y="250"/>
                  <a:pt x="1" y="248"/>
                </a:cubicBezTo>
                <a:cubicBezTo>
                  <a:pt x="105" y="4"/>
                  <a:pt x="105" y="4"/>
                  <a:pt x="105" y="4"/>
                </a:cubicBezTo>
                <a:cubicBezTo>
                  <a:pt x="106" y="1"/>
                  <a:pt x="108" y="0"/>
                  <a:pt x="110" y="0"/>
                </a:cubicBezTo>
                <a:cubicBezTo>
                  <a:pt x="112" y="0"/>
                  <a:pt x="115" y="1"/>
                  <a:pt x="115" y="4"/>
                </a:cubicBezTo>
                <a:cubicBezTo>
                  <a:pt x="219" y="248"/>
                  <a:pt x="219" y="248"/>
                  <a:pt x="219" y="248"/>
                </a:cubicBezTo>
                <a:cubicBezTo>
                  <a:pt x="220" y="250"/>
                  <a:pt x="220" y="252"/>
                  <a:pt x="219" y="25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40" name="Freeform 22"/>
          <p:cNvSpPr/>
          <p:nvPr/>
        </p:nvSpPr>
        <p:spPr>
          <a:xfrm>
            <a:off x="4797360" y="1789200"/>
            <a:ext cx="420840" cy="42048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53" y="102"/>
                </a:moveTo>
                <a:cubicBezTo>
                  <a:pt x="252" y="94"/>
                  <a:pt x="249" y="86"/>
                  <a:pt x="246" y="78"/>
                </a:cubicBezTo>
                <a:cubicBezTo>
                  <a:pt x="243" y="71"/>
                  <a:pt x="239" y="63"/>
                  <a:pt x="234" y="56"/>
                </a:cubicBezTo>
                <a:cubicBezTo>
                  <a:pt x="230" y="50"/>
                  <a:pt x="224" y="43"/>
                  <a:pt x="219" y="37"/>
                </a:cubicBezTo>
                <a:cubicBezTo>
                  <a:pt x="213" y="32"/>
                  <a:pt x="206" y="26"/>
                  <a:pt x="200" y="22"/>
                </a:cubicBezTo>
                <a:cubicBezTo>
                  <a:pt x="193" y="17"/>
                  <a:pt x="185" y="13"/>
                  <a:pt x="178" y="10"/>
                </a:cubicBezTo>
                <a:cubicBezTo>
                  <a:pt x="170" y="7"/>
                  <a:pt x="162" y="4"/>
                  <a:pt x="154" y="3"/>
                </a:cubicBezTo>
                <a:cubicBezTo>
                  <a:pt x="145" y="1"/>
                  <a:pt x="137" y="0"/>
                  <a:pt x="128" y="0"/>
                </a:cubicBezTo>
                <a:cubicBezTo>
                  <a:pt x="119" y="0"/>
                  <a:pt x="111" y="1"/>
                  <a:pt x="102" y="3"/>
                </a:cubicBezTo>
                <a:cubicBezTo>
                  <a:pt x="94" y="4"/>
                  <a:pt x="86" y="7"/>
                  <a:pt x="78" y="10"/>
                </a:cubicBezTo>
                <a:cubicBezTo>
                  <a:pt x="71" y="13"/>
                  <a:pt x="63" y="17"/>
                  <a:pt x="56" y="22"/>
                </a:cubicBezTo>
                <a:cubicBezTo>
                  <a:pt x="50" y="26"/>
                  <a:pt x="43" y="32"/>
                  <a:pt x="37" y="37"/>
                </a:cubicBezTo>
                <a:cubicBezTo>
                  <a:pt x="32" y="43"/>
                  <a:pt x="26" y="50"/>
                  <a:pt x="22" y="56"/>
                </a:cubicBezTo>
                <a:cubicBezTo>
                  <a:pt x="17" y="63"/>
                  <a:pt x="13" y="71"/>
                  <a:pt x="10" y="78"/>
                </a:cubicBezTo>
                <a:cubicBezTo>
                  <a:pt x="7" y="86"/>
                  <a:pt x="4" y="94"/>
                  <a:pt x="3" y="102"/>
                </a:cubicBezTo>
                <a:cubicBezTo>
                  <a:pt x="1" y="111"/>
                  <a:pt x="0" y="119"/>
                  <a:pt x="0" y="128"/>
                </a:cubicBezTo>
                <a:cubicBezTo>
                  <a:pt x="0" y="137"/>
                  <a:pt x="1" y="145"/>
                  <a:pt x="3" y="154"/>
                </a:cubicBezTo>
                <a:cubicBezTo>
                  <a:pt x="4" y="162"/>
                  <a:pt x="7" y="170"/>
                  <a:pt x="10" y="178"/>
                </a:cubicBezTo>
                <a:cubicBezTo>
                  <a:pt x="13" y="185"/>
                  <a:pt x="17" y="193"/>
                  <a:pt x="22" y="200"/>
                </a:cubicBezTo>
                <a:cubicBezTo>
                  <a:pt x="26" y="206"/>
                  <a:pt x="32" y="213"/>
                  <a:pt x="37" y="219"/>
                </a:cubicBezTo>
                <a:cubicBezTo>
                  <a:pt x="43" y="224"/>
                  <a:pt x="50" y="230"/>
                  <a:pt x="56" y="234"/>
                </a:cubicBezTo>
                <a:cubicBezTo>
                  <a:pt x="63" y="239"/>
                  <a:pt x="71" y="243"/>
                  <a:pt x="78" y="246"/>
                </a:cubicBezTo>
                <a:cubicBezTo>
                  <a:pt x="86" y="249"/>
                  <a:pt x="94" y="252"/>
                  <a:pt x="102" y="253"/>
                </a:cubicBezTo>
                <a:cubicBezTo>
                  <a:pt x="111" y="255"/>
                  <a:pt x="119" y="256"/>
                  <a:pt x="128" y="256"/>
                </a:cubicBezTo>
                <a:cubicBezTo>
                  <a:pt x="137" y="256"/>
                  <a:pt x="145" y="255"/>
                  <a:pt x="154" y="253"/>
                </a:cubicBezTo>
                <a:cubicBezTo>
                  <a:pt x="162" y="252"/>
                  <a:pt x="170" y="249"/>
                  <a:pt x="178" y="246"/>
                </a:cubicBezTo>
                <a:cubicBezTo>
                  <a:pt x="185" y="243"/>
                  <a:pt x="193" y="239"/>
                  <a:pt x="200" y="234"/>
                </a:cubicBezTo>
                <a:cubicBezTo>
                  <a:pt x="206" y="230"/>
                  <a:pt x="213" y="224"/>
                  <a:pt x="219" y="219"/>
                </a:cubicBezTo>
                <a:cubicBezTo>
                  <a:pt x="224" y="213"/>
                  <a:pt x="230" y="206"/>
                  <a:pt x="234" y="200"/>
                </a:cubicBezTo>
                <a:cubicBezTo>
                  <a:pt x="239" y="193"/>
                  <a:pt x="243" y="185"/>
                  <a:pt x="246" y="178"/>
                </a:cubicBezTo>
                <a:cubicBezTo>
                  <a:pt x="249" y="170"/>
                  <a:pt x="252" y="162"/>
                  <a:pt x="253" y="154"/>
                </a:cubicBezTo>
                <a:cubicBezTo>
                  <a:pt x="255" y="145"/>
                  <a:pt x="256" y="137"/>
                  <a:pt x="256" y="128"/>
                </a:cubicBezTo>
                <a:cubicBezTo>
                  <a:pt x="256" y="119"/>
                  <a:pt x="255" y="111"/>
                  <a:pt x="253" y="102"/>
                </a:cubicBezTo>
                <a:moveTo>
                  <a:pt x="237" y="127"/>
                </a:moveTo>
                <a:cubicBezTo>
                  <a:pt x="236" y="127"/>
                  <a:pt x="199" y="119"/>
                  <a:pt x="161" y="123"/>
                </a:cubicBezTo>
                <a:cubicBezTo>
                  <a:pt x="160" y="121"/>
                  <a:pt x="160" y="120"/>
                  <a:pt x="159" y="118"/>
                </a:cubicBezTo>
                <a:cubicBezTo>
                  <a:pt x="157" y="112"/>
                  <a:pt x="154" y="107"/>
                  <a:pt x="152" y="102"/>
                </a:cubicBezTo>
                <a:cubicBezTo>
                  <a:pt x="195" y="84"/>
                  <a:pt x="212" y="59"/>
                  <a:pt x="212" y="59"/>
                </a:cubicBezTo>
                <a:cubicBezTo>
                  <a:pt x="228" y="77"/>
                  <a:pt x="237" y="101"/>
                  <a:pt x="237" y="127"/>
                </a:cubicBezTo>
                <a:moveTo>
                  <a:pt x="200" y="46"/>
                </a:moveTo>
                <a:cubicBezTo>
                  <a:pt x="200" y="46"/>
                  <a:pt x="184" y="70"/>
                  <a:pt x="143" y="86"/>
                </a:cubicBezTo>
                <a:cubicBezTo>
                  <a:pt x="124" y="51"/>
                  <a:pt x="104" y="24"/>
                  <a:pt x="102" y="22"/>
                </a:cubicBezTo>
                <a:cubicBezTo>
                  <a:pt x="111" y="20"/>
                  <a:pt x="119" y="19"/>
                  <a:pt x="128" y="19"/>
                </a:cubicBezTo>
                <a:cubicBezTo>
                  <a:pt x="156" y="19"/>
                  <a:pt x="181" y="29"/>
                  <a:pt x="200" y="46"/>
                </a:cubicBezTo>
                <a:moveTo>
                  <a:pt x="102" y="22"/>
                </a:moveTo>
                <a:cubicBezTo>
                  <a:pt x="102" y="22"/>
                  <a:pt x="102" y="22"/>
                  <a:pt x="102" y="22"/>
                </a:cubicBezTo>
                <a:cubicBezTo>
                  <a:pt x="102" y="22"/>
                  <a:pt x="102" y="22"/>
                  <a:pt x="101" y="22"/>
                </a:cubicBezTo>
                <a:cubicBezTo>
                  <a:pt x="102" y="22"/>
                  <a:pt x="102" y="22"/>
                  <a:pt x="102" y="22"/>
                </a:cubicBezTo>
                <a:moveTo>
                  <a:pt x="81" y="29"/>
                </a:moveTo>
                <a:cubicBezTo>
                  <a:pt x="83" y="31"/>
                  <a:pt x="103" y="58"/>
                  <a:pt x="122" y="92"/>
                </a:cubicBezTo>
                <a:cubicBezTo>
                  <a:pt x="69" y="106"/>
                  <a:pt x="24" y="106"/>
                  <a:pt x="21" y="105"/>
                </a:cubicBezTo>
                <a:cubicBezTo>
                  <a:pt x="28" y="72"/>
                  <a:pt x="51" y="44"/>
                  <a:pt x="81" y="29"/>
                </a:cubicBezTo>
                <a:moveTo>
                  <a:pt x="19" y="128"/>
                </a:moveTo>
                <a:cubicBezTo>
                  <a:pt x="19" y="127"/>
                  <a:pt x="19" y="126"/>
                  <a:pt x="19" y="125"/>
                </a:cubicBezTo>
                <a:cubicBezTo>
                  <a:pt x="21" y="125"/>
                  <a:pt x="75" y="126"/>
                  <a:pt x="131" y="109"/>
                </a:cubicBezTo>
                <a:cubicBezTo>
                  <a:pt x="134" y="115"/>
                  <a:pt x="137" y="121"/>
                  <a:pt x="140" y="128"/>
                </a:cubicBezTo>
                <a:cubicBezTo>
                  <a:pt x="138" y="128"/>
                  <a:pt x="137" y="128"/>
                  <a:pt x="136" y="129"/>
                </a:cubicBezTo>
                <a:cubicBezTo>
                  <a:pt x="77" y="148"/>
                  <a:pt x="47" y="201"/>
                  <a:pt x="47" y="201"/>
                </a:cubicBezTo>
                <a:cubicBezTo>
                  <a:pt x="47" y="201"/>
                  <a:pt x="47" y="201"/>
                  <a:pt x="47" y="201"/>
                </a:cubicBezTo>
                <a:cubicBezTo>
                  <a:pt x="29" y="182"/>
                  <a:pt x="19" y="156"/>
                  <a:pt x="19" y="128"/>
                </a:cubicBezTo>
                <a:moveTo>
                  <a:pt x="128" y="237"/>
                </a:moveTo>
                <a:cubicBezTo>
                  <a:pt x="102" y="237"/>
                  <a:pt x="77" y="228"/>
                  <a:pt x="58" y="212"/>
                </a:cubicBezTo>
                <a:cubicBezTo>
                  <a:pt x="60" y="213"/>
                  <a:pt x="61" y="214"/>
                  <a:pt x="61" y="214"/>
                </a:cubicBezTo>
                <a:cubicBezTo>
                  <a:pt x="61" y="214"/>
                  <a:pt x="82" y="168"/>
                  <a:pt x="147" y="146"/>
                </a:cubicBezTo>
                <a:cubicBezTo>
                  <a:pt x="147" y="146"/>
                  <a:pt x="147" y="146"/>
                  <a:pt x="147" y="146"/>
                </a:cubicBezTo>
                <a:cubicBezTo>
                  <a:pt x="163" y="186"/>
                  <a:pt x="169" y="219"/>
                  <a:pt x="171" y="229"/>
                </a:cubicBezTo>
                <a:cubicBezTo>
                  <a:pt x="158" y="234"/>
                  <a:pt x="143" y="237"/>
                  <a:pt x="128" y="237"/>
                </a:cubicBezTo>
                <a:moveTo>
                  <a:pt x="189" y="219"/>
                </a:moveTo>
                <a:cubicBezTo>
                  <a:pt x="188" y="212"/>
                  <a:pt x="182" y="180"/>
                  <a:pt x="168" y="141"/>
                </a:cubicBezTo>
                <a:cubicBezTo>
                  <a:pt x="203" y="135"/>
                  <a:pt x="234" y="145"/>
                  <a:pt x="236" y="145"/>
                </a:cubicBezTo>
                <a:cubicBezTo>
                  <a:pt x="231" y="176"/>
                  <a:pt x="214" y="202"/>
                  <a:pt x="189" y="219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41" name="Freeform 23"/>
          <p:cNvSpPr/>
          <p:nvPr/>
        </p:nvSpPr>
        <p:spPr>
          <a:xfrm>
            <a:off x="4060800" y="1868400"/>
            <a:ext cx="423720" cy="270000"/>
          </a:xfrm>
          <a:custGeom>
            <a:avLst/>
            <a:gdLst/>
            <a:ahLst/>
            <a:rect l="l" t="t" r="r" b="b"/>
            <a:pathLst>
              <a:path w="258" h="164">
                <a:moveTo>
                  <a:pt x="168" y="16"/>
                </a:moveTo>
                <a:cubicBezTo>
                  <a:pt x="232" y="16"/>
                  <a:pt x="232" y="16"/>
                  <a:pt x="232" y="16"/>
                </a:cubicBezTo>
                <a:cubicBezTo>
                  <a:pt x="232" y="32"/>
                  <a:pt x="232" y="32"/>
                  <a:pt x="232" y="32"/>
                </a:cubicBezTo>
                <a:cubicBezTo>
                  <a:pt x="168" y="32"/>
                  <a:pt x="168" y="32"/>
                  <a:pt x="168" y="32"/>
                </a:cubicBezTo>
                <a:lnTo>
                  <a:pt x="168" y="16"/>
                </a:lnTo>
                <a:close/>
                <a:moveTo>
                  <a:pt x="256" y="112"/>
                </a:moveTo>
                <a:cubicBezTo>
                  <a:pt x="173" y="112"/>
                  <a:pt x="173" y="112"/>
                  <a:pt x="173" y="112"/>
                </a:cubicBezTo>
                <a:cubicBezTo>
                  <a:pt x="174" y="133"/>
                  <a:pt x="184" y="140"/>
                  <a:pt x="201" y="140"/>
                </a:cubicBezTo>
                <a:cubicBezTo>
                  <a:pt x="214" y="140"/>
                  <a:pt x="224" y="136"/>
                  <a:pt x="226" y="129"/>
                </a:cubicBezTo>
                <a:cubicBezTo>
                  <a:pt x="252" y="129"/>
                  <a:pt x="252" y="129"/>
                  <a:pt x="252" y="129"/>
                </a:cubicBezTo>
                <a:cubicBezTo>
                  <a:pt x="243" y="156"/>
                  <a:pt x="226" y="164"/>
                  <a:pt x="200" y="164"/>
                </a:cubicBezTo>
                <a:cubicBezTo>
                  <a:pt x="164" y="164"/>
                  <a:pt x="141" y="139"/>
                  <a:pt x="141" y="103"/>
                </a:cubicBezTo>
                <a:cubicBezTo>
                  <a:pt x="141" y="68"/>
                  <a:pt x="165" y="42"/>
                  <a:pt x="200" y="42"/>
                </a:cubicBezTo>
                <a:cubicBezTo>
                  <a:pt x="239" y="42"/>
                  <a:pt x="258" y="77"/>
                  <a:pt x="256" y="112"/>
                </a:cubicBezTo>
                <a:moveTo>
                  <a:pt x="173" y="89"/>
                </a:moveTo>
                <a:cubicBezTo>
                  <a:pt x="224" y="89"/>
                  <a:pt x="224" y="89"/>
                  <a:pt x="224" y="89"/>
                </a:cubicBezTo>
                <a:cubicBezTo>
                  <a:pt x="222" y="73"/>
                  <a:pt x="215" y="66"/>
                  <a:pt x="199" y="66"/>
                </a:cubicBezTo>
                <a:cubicBezTo>
                  <a:pt x="179" y="66"/>
                  <a:pt x="173" y="80"/>
                  <a:pt x="173" y="89"/>
                </a:cubicBezTo>
                <a:moveTo>
                  <a:pt x="133" y="114"/>
                </a:moveTo>
                <a:cubicBezTo>
                  <a:pt x="133" y="147"/>
                  <a:pt x="106" y="161"/>
                  <a:pt x="77" y="161"/>
                </a:cubicBezTo>
                <a:cubicBezTo>
                  <a:pt x="0" y="161"/>
                  <a:pt x="0" y="161"/>
                  <a:pt x="0" y="161"/>
                </a:cubicBezTo>
                <a:cubicBezTo>
                  <a:pt x="0" y="0"/>
                  <a:pt x="0" y="0"/>
                  <a:pt x="0" y="0"/>
                </a:cubicBezTo>
                <a:cubicBezTo>
                  <a:pt x="75" y="0"/>
                  <a:pt x="75" y="0"/>
                  <a:pt x="75" y="0"/>
                </a:cubicBezTo>
                <a:cubicBezTo>
                  <a:pt x="105" y="0"/>
                  <a:pt x="126" y="11"/>
                  <a:pt x="126" y="41"/>
                </a:cubicBezTo>
                <a:cubicBezTo>
                  <a:pt x="126" y="56"/>
                  <a:pt x="118" y="67"/>
                  <a:pt x="104" y="74"/>
                </a:cubicBezTo>
                <a:cubicBezTo>
                  <a:pt x="123" y="80"/>
                  <a:pt x="133" y="95"/>
                  <a:pt x="133" y="114"/>
                </a:cubicBezTo>
                <a:moveTo>
                  <a:pt x="65" y="27"/>
                </a:moveTo>
                <a:cubicBezTo>
                  <a:pt x="32" y="27"/>
                  <a:pt x="32" y="27"/>
                  <a:pt x="32" y="27"/>
                </a:cubicBezTo>
                <a:cubicBezTo>
                  <a:pt x="32" y="64"/>
                  <a:pt x="32" y="64"/>
                  <a:pt x="32" y="64"/>
                </a:cubicBezTo>
                <a:cubicBezTo>
                  <a:pt x="67" y="64"/>
                  <a:pt x="67" y="64"/>
                  <a:pt x="67" y="64"/>
                </a:cubicBezTo>
                <a:cubicBezTo>
                  <a:pt x="80" y="64"/>
                  <a:pt x="89" y="59"/>
                  <a:pt x="89" y="45"/>
                </a:cubicBezTo>
                <a:cubicBezTo>
                  <a:pt x="89" y="30"/>
                  <a:pt x="77" y="27"/>
                  <a:pt x="65" y="27"/>
                </a:cubicBezTo>
                <a:moveTo>
                  <a:pt x="70" y="88"/>
                </a:moveTo>
                <a:cubicBezTo>
                  <a:pt x="32" y="88"/>
                  <a:pt x="32" y="88"/>
                  <a:pt x="32" y="88"/>
                </a:cubicBezTo>
                <a:cubicBezTo>
                  <a:pt x="32" y="132"/>
                  <a:pt x="32" y="132"/>
                  <a:pt x="32" y="132"/>
                </a:cubicBezTo>
                <a:cubicBezTo>
                  <a:pt x="69" y="132"/>
                  <a:pt x="69" y="132"/>
                  <a:pt x="69" y="132"/>
                </a:cubicBezTo>
                <a:cubicBezTo>
                  <a:pt x="83" y="132"/>
                  <a:pt x="95" y="128"/>
                  <a:pt x="95" y="111"/>
                </a:cubicBezTo>
                <a:cubicBezTo>
                  <a:pt x="95" y="95"/>
                  <a:pt x="85" y="88"/>
                  <a:pt x="70" y="88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42" name="Freeform 24"/>
          <p:cNvSpPr/>
          <p:nvPr/>
        </p:nvSpPr>
        <p:spPr>
          <a:xfrm>
            <a:off x="3324240" y="1789200"/>
            <a:ext cx="420840" cy="420480"/>
          </a:xfrm>
          <a:custGeom>
            <a:avLst/>
            <a:gdLst/>
            <a:ahLst/>
            <a:rect l="l" t="t" r="r" b="b"/>
            <a:pathLst>
              <a:path w="265" h="265">
                <a:moveTo>
                  <a:pt x="0" y="227"/>
                </a:moveTo>
                <a:lnTo>
                  <a:pt x="107" y="243"/>
                </a:lnTo>
                <a:lnTo>
                  <a:pt x="107" y="140"/>
                </a:lnTo>
                <a:lnTo>
                  <a:pt x="0" y="140"/>
                </a:lnTo>
                <a:lnTo>
                  <a:pt x="0" y="227"/>
                </a:lnTo>
                <a:close/>
                <a:moveTo>
                  <a:pt x="0" y="125"/>
                </a:moveTo>
                <a:lnTo>
                  <a:pt x="107" y="125"/>
                </a:lnTo>
                <a:lnTo>
                  <a:pt x="107" y="23"/>
                </a:lnTo>
                <a:lnTo>
                  <a:pt x="0" y="38"/>
                </a:lnTo>
                <a:lnTo>
                  <a:pt x="0" y="125"/>
                </a:lnTo>
                <a:close/>
                <a:moveTo>
                  <a:pt x="121" y="245"/>
                </a:moveTo>
                <a:lnTo>
                  <a:pt x="265" y="265"/>
                </a:lnTo>
                <a:lnTo>
                  <a:pt x="265" y="140"/>
                </a:lnTo>
                <a:lnTo>
                  <a:pt x="121" y="140"/>
                </a:lnTo>
                <a:lnTo>
                  <a:pt x="121" y="245"/>
                </a:lnTo>
                <a:close/>
                <a:moveTo>
                  <a:pt x="121" y="21"/>
                </a:moveTo>
                <a:lnTo>
                  <a:pt x="121" y="125"/>
                </a:lnTo>
                <a:lnTo>
                  <a:pt x="265" y="125"/>
                </a:lnTo>
                <a:lnTo>
                  <a:pt x="265" y="0"/>
                </a:lnTo>
                <a:lnTo>
                  <a:pt x="121" y="2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43" name="Freeform 25"/>
          <p:cNvSpPr/>
          <p:nvPr/>
        </p:nvSpPr>
        <p:spPr>
          <a:xfrm>
            <a:off x="2587680" y="1801800"/>
            <a:ext cx="420480" cy="401760"/>
          </a:xfrm>
          <a:custGeom>
            <a:avLst/>
            <a:gdLst/>
            <a:ahLst/>
            <a:rect l="l" t="t" r="r" b="b"/>
            <a:pathLst>
              <a:path w="256" h="244">
                <a:moveTo>
                  <a:pt x="232" y="123"/>
                </a:moveTo>
                <a:cubicBezTo>
                  <a:pt x="232" y="123"/>
                  <a:pt x="232" y="123"/>
                  <a:pt x="232" y="123"/>
                </a:cubicBezTo>
                <a:cubicBezTo>
                  <a:pt x="232" y="123"/>
                  <a:pt x="232" y="123"/>
                  <a:pt x="232" y="123"/>
                </a:cubicBezTo>
                <a:cubicBezTo>
                  <a:pt x="216" y="131"/>
                  <a:pt x="200" y="135"/>
                  <a:pt x="187" y="135"/>
                </a:cubicBezTo>
                <a:cubicBezTo>
                  <a:pt x="166" y="135"/>
                  <a:pt x="149" y="127"/>
                  <a:pt x="136" y="117"/>
                </a:cubicBezTo>
                <a:cubicBezTo>
                  <a:pt x="136" y="117"/>
                  <a:pt x="136" y="117"/>
                  <a:pt x="136" y="117"/>
                </a:cubicBezTo>
                <a:cubicBezTo>
                  <a:pt x="160" y="28"/>
                  <a:pt x="160" y="28"/>
                  <a:pt x="160" y="28"/>
                </a:cubicBezTo>
                <a:cubicBezTo>
                  <a:pt x="167" y="34"/>
                  <a:pt x="184" y="46"/>
                  <a:pt x="210" y="46"/>
                </a:cubicBezTo>
                <a:cubicBezTo>
                  <a:pt x="223" y="46"/>
                  <a:pt x="239" y="43"/>
                  <a:pt x="256" y="35"/>
                </a:cubicBezTo>
                <a:lnTo>
                  <a:pt x="232" y="123"/>
                </a:lnTo>
                <a:close/>
                <a:moveTo>
                  <a:pt x="75" y="88"/>
                </a:moveTo>
                <a:cubicBezTo>
                  <a:pt x="74" y="88"/>
                  <a:pt x="74" y="88"/>
                  <a:pt x="74" y="88"/>
                </a:cubicBezTo>
                <a:cubicBezTo>
                  <a:pt x="62" y="88"/>
                  <a:pt x="47" y="91"/>
                  <a:pt x="29" y="99"/>
                </a:cubicBezTo>
                <a:cubicBezTo>
                  <a:pt x="52" y="11"/>
                  <a:pt x="52" y="11"/>
                  <a:pt x="52" y="11"/>
                </a:cubicBezTo>
                <a:cubicBezTo>
                  <a:pt x="70" y="3"/>
                  <a:pt x="85" y="0"/>
                  <a:pt x="97" y="0"/>
                </a:cubicBezTo>
                <a:cubicBezTo>
                  <a:pt x="97" y="0"/>
                  <a:pt x="97" y="0"/>
                  <a:pt x="97" y="0"/>
                </a:cubicBezTo>
                <a:cubicBezTo>
                  <a:pt x="104" y="0"/>
                  <a:pt x="110" y="1"/>
                  <a:pt x="116" y="2"/>
                </a:cubicBezTo>
                <a:cubicBezTo>
                  <a:pt x="128" y="6"/>
                  <a:pt x="145" y="17"/>
                  <a:pt x="145" y="17"/>
                </a:cubicBezTo>
                <a:cubicBezTo>
                  <a:pt x="145" y="17"/>
                  <a:pt x="145" y="17"/>
                  <a:pt x="145" y="17"/>
                </a:cubicBezTo>
                <a:cubicBezTo>
                  <a:pt x="140" y="35"/>
                  <a:pt x="125" y="88"/>
                  <a:pt x="121" y="105"/>
                </a:cubicBezTo>
                <a:cubicBezTo>
                  <a:pt x="108" y="96"/>
                  <a:pt x="94" y="88"/>
                  <a:pt x="75" y="88"/>
                </a:cubicBezTo>
                <a:moveTo>
                  <a:pt x="66" y="109"/>
                </a:moveTo>
                <a:cubicBezTo>
                  <a:pt x="68" y="109"/>
                  <a:pt x="69" y="109"/>
                  <a:pt x="71" y="109"/>
                </a:cubicBezTo>
                <a:cubicBezTo>
                  <a:pt x="84" y="109"/>
                  <a:pt x="96" y="114"/>
                  <a:pt x="105" y="119"/>
                </a:cubicBezTo>
                <a:cubicBezTo>
                  <a:pt x="109" y="121"/>
                  <a:pt x="113" y="124"/>
                  <a:pt x="116" y="126"/>
                </a:cubicBezTo>
                <a:cubicBezTo>
                  <a:pt x="113" y="138"/>
                  <a:pt x="96" y="198"/>
                  <a:pt x="92" y="216"/>
                </a:cubicBezTo>
                <a:cubicBezTo>
                  <a:pt x="78" y="207"/>
                  <a:pt x="65" y="199"/>
                  <a:pt x="45" y="199"/>
                </a:cubicBezTo>
                <a:cubicBezTo>
                  <a:pt x="32" y="199"/>
                  <a:pt x="18" y="202"/>
                  <a:pt x="0" y="209"/>
                </a:cubicBezTo>
                <a:cubicBezTo>
                  <a:pt x="24" y="121"/>
                  <a:pt x="24" y="121"/>
                  <a:pt x="24" y="121"/>
                </a:cubicBezTo>
                <a:cubicBezTo>
                  <a:pt x="26" y="120"/>
                  <a:pt x="29" y="119"/>
                  <a:pt x="32" y="118"/>
                </a:cubicBezTo>
                <a:cubicBezTo>
                  <a:pt x="40" y="114"/>
                  <a:pt x="53" y="111"/>
                  <a:pt x="66" y="109"/>
                </a:cubicBezTo>
                <a:moveTo>
                  <a:pt x="181" y="155"/>
                </a:moveTo>
                <a:cubicBezTo>
                  <a:pt x="194" y="155"/>
                  <a:pt x="209" y="153"/>
                  <a:pt x="226" y="146"/>
                </a:cubicBezTo>
                <a:cubicBezTo>
                  <a:pt x="203" y="232"/>
                  <a:pt x="203" y="232"/>
                  <a:pt x="203" y="232"/>
                </a:cubicBezTo>
                <a:cubicBezTo>
                  <a:pt x="184" y="241"/>
                  <a:pt x="168" y="244"/>
                  <a:pt x="155" y="244"/>
                </a:cubicBezTo>
                <a:cubicBezTo>
                  <a:pt x="134" y="244"/>
                  <a:pt x="107" y="226"/>
                  <a:pt x="107" y="226"/>
                </a:cubicBezTo>
                <a:cubicBezTo>
                  <a:pt x="130" y="137"/>
                  <a:pt x="130" y="137"/>
                  <a:pt x="130" y="137"/>
                </a:cubicBezTo>
                <a:cubicBezTo>
                  <a:pt x="137" y="143"/>
                  <a:pt x="154" y="155"/>
                  <a:pt x="181" y="155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44" name="Freeform 26"/>
          <p:cNvSpPr/>
          <p:nvPr/>
        </p:nvSpPr>
        <p:spPr>
          <a:xfrm>
            <a:off x="1852560" y="1797120"/>
            <a:ext cx="420840" cy="399960"/>
          </a:xfrm>
          <a:custGeom>
            <a:avLst/>
            <a:gdLst/>
            <a:ahLst/>
            <a:rect l="l" t="t" r="r" b="b"/>
            <a:pathLst>
              <a:path w="256" h="243">
                <a:moveTo>
                  <a:pt x="251" y="153"/>
                </a:moveTo>
                <a:cubicBezTo>
                  <a:pt x="222" y="153"/>
                  <a:pt x="222" y="153"/>
                  <a:pt x="222" y="153"/>
                </a:cubicBezTo>
                <a:cubicBezTo>
                  <a:pt x="221" y="151"/>
                  <a:pt x="221" y="150"/>
                  <a:pt x="220" y="148"/>
                </a:cubicBezTo>
                <a:cubicBezTo>
                  <a:pt x="219" y="147"/>
                  <a:pt x="217" y="143"/>
                  <a:pt x="214" y="137"/>
                </a:cubicBezTo>
                <a:cubicBezTo>
                  <a:pt x="210" y="130"/>
                  <a:pt x="205" y="119"/>
                  <a:pt x="199" y="107"/>
                </a:cubicBezTo>
                <a:cubicBezTo>
                  <a:pt x="251" y="107"/>
                  <a:pt x="251" y="107"/>
                  <a:pt x="251" y="107"/>
                </a:cubicBezTo>
                <a:cubicBezTo>
                  <a:pt x="254" y="107"/>
                  <a:pt x="256" y="110"/>
                  <a:pt x="256" y="113"/>
                </a:cubicBezTo>
                <a:cubicBezTo>
                  <a:pt x="256" y="147"/>
                  <a:pt x="256" y="147"/>
                  <a:pt x="256" y="147"/>
                </a:cubicBezTo>
                <a:cubicBezTo>
                  <a:pt x="256" y="150"/>
                  <a:pt x="254" y="153"/>
                  <a:pt x="251" y="153"/>
                </a:cubicBezTo>
                <a:moveTo>
                  <a:pt x="199" y="132"/>
                </a:moveTo>
                <a:cubicBezTo>
                  <a:pt x="200" y="132"/>
                  <a:pt x="200" y="133"/>
                  <a:pt x="200" y="134"/>
                </a:cubicBezTo>
                <a:cubicBezTo>
                  <a:pt x="201" y="134"/>
                  <a:pt x="201" y="134"/>
                  <a:pt x="201" y="134"/>
                </a:cubicBezTo>
                <a:cubicBezTo>
                  <a:pt x="205" y="143"/>
                  <a:pt x="209" y="150"/>
                  <a:pt x="210" y="153"/>
                </a:cubicBezTo>
                <a:cubicBezTo>
                  <a:pt x="211" y="153"/>
                  <a:pt x="211" y="153"/>
                  <a:pt x="211" y="153"/>
                </a:cubicBezTo>
                <a:cubicBezTo>
                  <a:pt x="214" y="160"/>
                  <a:pt x="207" y="166"/>
                  <a:pt x="203" y="168"/>
                </a:cubicBezTo>
                <a:cubicBezTo>
                  <a:pt x="199" y="169"/>
                  <a:pt x="196" y="171"/>
                  <a:pt x="190" y="168"/>
                </a:cubicBezTo>
                <a:cubicBezTo>
                  <a:pt x="184" y="165"/>
                  <a:pt x="153" y="94"/>
                  <a:pt x="146" y="75"/>
                </a:cubicBezTo>
                <a:cubicBezTo>
                  <a:pt x="138" y="56"/>
                  <a:pt x="114" y="7"/>
                  <a:pt x="122" y="3"/>
                </a:cubicBezTo>
                <a:cubicBezTo>
                  <a:pt x="127" y="0"/>
                  <a:pt x="147" y="39"/>
                  <a:pt x="161" y="63"/>
                </a:cubicBezTo>
                <a:cubicBezTo>
                  <a:pt x="170" y="76"/>
                  <a:pt x="183" y="101"/>
                  <a:pt x="194" y="122"/>
                </a:cubicBezTo>
                <a:cubicBezTo>
                  <a:pt x="194" y="122"/>
                  <a:pt x="195" y="123"/>
                  <a:pt x="195" y="123"/>
                </a:cubicBezTo>
                <a:cubicBezTo>
                  <a:pt x="195" y="124"/>
                  <a:pt x="196" y="125"/>
                  <a:pt x="196" y="126"/>
                </a:cubicBezTo>
                <a:cubicBezTo>
                  <a:pt x="196" y="126"/>
                  <a:pt x="196" y="126"/>
                  <a:pt x="197" y="126"/>
                </a:cubicBezTo>
                <a:cubicBezTo>
                  <a:pt x="197" y="127"/>
                  <a:pt x="197" y="128"/>
                  <a:pt x="198" y="129"/>
                </a:cubicBezTo>
                <a:cubicBezTo>
                  <a:pt x="198" y="129"/>
                  <a:pt x="198" y="130"/>
                  <a:pt x="199" y="130"/>
                </a:cubicBezTo>
                <a:cubicBezTo>
                  <a:pt x="199" y="131"/>
                  <a:pt x="199" y="131"/>
                  <a:pt x="199" y="132"/>
                </a:cubicBezTo>
                <a:moveTo>
                  <a:pt x="127" y="81"/>
                </a:moveTo>
                <a:cubicBezTo>
                  <a:pt x="105" y="119"/>
                  <a:pt x="105" y="119"/>
                  <a:pt x="105" y="119"/>
                </a:cubicBezTo>
                <a:cubicBezTo>
                  <a:pt x="86" y="153"/>
                  <a:pt x="86" y="153"/>
                  <a:pt x="86" y="153"/>
                </a:cubicBezTo>
                <a:cubicBezTo>
                  <a:pt x="56" y="206"/>
                  <a:pt x="56" y="206"/>
                  <a:pt x="56" y="206"/>
                </a:cubicBezTo>
                <a:cubicBezTo>
                  <a:pt x="54" y="208"/>
                  <a:pt x="50" y="209"/>
                  <a:pt x="47" y="208"/>
                </a:cubicBezTo>
                <a:cubicBezTo>
                  <a:pt x="32" y="199"/>
                  <a:pt x="32" y="199"/>
                  <a:pt x="32" y="199"/>
                </a:cubicBezTo>
                <a:cubicBezTo>
                  <a:pt x="29" y="197"/>
                  <a:pt x="28" y="194"/>
                  <a:pt x="30" y="191"/>
                </a:cubicBezTo>
                <a:cubicBezTo>
                  <a:pt x="52" y="153"/>
                  <a:pt x="52" y="153"/>
                  <a:pt x="52" y="153"/>
                </a:cubicBezTo>
                <a:cubicBezTo>
                  <a:pt x="78" y="107"/>
                  <a:pt x="78" y="107"/>
                  <a:pt x="78" y="107"/>
                </a:cubicBezTo>
                <a:cubicBezTo>
                  <a:pt x="101" y="66"/>
                  <a:pt x="101" y="66"/>
                  <a:pt x="101" y="66"/>
                </a:cubicBezTo>
                <a:cubicBezTo>
                  <a:pt x="103" y="63"/>
                  <a:pt x="107" y="62"/>
                  <a:pt x="109" y="64"/>
                </a:cubicBezTo>
                <a:cubicBezTo>
                  <a:pt x="125" y="73"/>
                  <a:pt x="125" y="73"/>
                  <a:pt x="125" y="73"/>
                </a:cubicBezTo>
                <a:cubicBezTo>
                  <a:pt x="128" y="74"/>
                  <a:pt x="129" y="78"/>
                  <a:pt x="127" y="81"/>
                </a:cubicBezTo>
                <a:moveTo>
                  <a:pt x="5" y="153"/>
                </a:moveTo>
                <a:cubicBezTo>
                  <a:pt x="2" y="153"/>
                  <a:pt x="0" y="150"/>
                  <a:pt x="0" y="147"/>
                </a:cubicBezTo>
                <a:cubicBezTo>
                  <a:pt x="0" y="113"/>
                  <a:pt x="0" y="113"/>
                  <a:pt x="0" y="113"/>
                </a:cubicBezTo>
                <a:cubicBezTo>
                  <a:pt x="0" y="110"/>
                  <a:pt x="2" y="107"/>
                  <a:pt x="5" y="107"/>
                </a:cubicBezTo>
                <a:cubicBezTo>
                  <a:pt x="65" y="107"/>
                  <a:pt x="65" y="107"/>
                  <a:pt x="65" y="107"/>
                </a:cubicBezTo>
                <a:cubicBezTo>
                  <a:pt x="39" y="153"/>
                  <a:pt x="39" y="153"/>
                  <a:pt x="39" y="153"/>
                </a:cubicBezTo>
                <a:lnTo>
                  <a:pt x="5" y="153"/>
                </a:lnTo>
                <a:close/>
                <a:moveTo>
                  <a:pt x="27" y="206"/>
                </a:moveTo>
                <a:cubicBezTo>
                  <a:pt x="42" y="215"/>
                  <a:pt x="42" y="215"/>
                  <a:pt x="42" y="215"/>
                </a:cubicBezTo>
                <a:cubicBezTo>
                  <a:pt x="45" y="216"/>
                  <a:pt x="45" y="219"/>
                  <a:pt x="43" y="221"/>
                </a:cubicBezTo>
                <a:cubicBezTo>
                  <a:pt x="23" y="234"/>
                  <a:pt x="23" y="234"/>
                  <a:pt x="23" y="234"/>
                </a:cubicBezTo>
                <a:cubicBezTo>
                  <a:pt x="20" y="236"/>
                  <a:pt x="18" y="235"/>
                  <a:pt x="19" y="232"/>
                </a:cubicBezTo>
                <a:cubicBezTo>
                  <a:pt x="21" y="209"/>
                  <a:pt x="21" y="209"/>
                  <a:pt x="21" y="209"/>
                </a:cubicBezTo>
                <a:cubicBezTo>
                  <a:pt x="22" y="205"/>
                  <a:pt x="24" y="204"/>
                  <a:pt x="27" y="206"/>
                </a:cubicBezTo>
                <a:moveTo>
                  <a:pt x="148" y="107"/>
                </a:moveTo>
                <a:cubicBezTo>
                  <a:pt x="157" y="128"/>
                  <a:pt x="164" y="143"/>
                  <a:pt x="169" y="153"/>
                </a:cubicBezTo>
                <a:cubicBezTo>
                  <a:pt x="98" y="153"/>
                  <a:pt x="98" y="153"/>
                  <a:pt x="98" y="153"/>
                </a:cubicBezTo>
                <a:cubicBezTo>
                  <a:pt x="124" y="107"/>
                  <a:pt x="124" y="107"/>
                  <a:pt x="124" y="107"/>
                </a:cubicBezTo>
                <a:lnTo>
                  <a:pt x="148" y="107"/>
                </a:lnTo>
                <a:close/>
                <a:moveTo>
                  <a:pt x="203" y="178"/>
                </a:moveTo>
                <a:cubicBezTo>
                  <a:pt x="212" y="173"/>
                  <a:pt x="212" y="173"/>
                  <a:pt x="212" y="173"/>
                </a:cubicBezTo>
                <a:cubicBezTo>
                  <a:pt x="215" y="171"/>
                  <a:pt x="219" y="173"/>
                  <a:pt x="221" y="176"/>
                </a:cubicBezTo>
                <a:cubicBezTo>
                  <a:pt x="228" y="190"/>
                  <a:pt x="228" y="190"/>
                  <a:pt x="228" y="190"/>
                </a:cubicBezTo>
                <a:cubicBezTo>
                  <a:pt x="230" y="193"/>
                  <a:pt x="229" y="197"/>
                  <a:pt x="226" y="199"/>
                </a:cubicBezTo>
                <a:cubicBezTo>
                  <a:pt x="219" y="203"/>
                  <a:pt x="219" y="203"/>
                  <a:pt x="219" y="203"/>
                </a:cubicBezTo>
                <a:cubicBezTo>
                  <a:pt x="216" y="205"/>
                  <a:pt x="212" y="204"/>
                  <a:pt x="211" y="201"/>
                </a:cubicBezTo>
                <a:cubicBezTo>
                  <a:pt x="201" y="186"/>
                  <a:pt x="201" y="186"/>
                  <a:pt x="201" y="186"/>
                </a:cubicBezTo>
                <a:cubicBezTo>
                  <a:pt x="199" y="183"/>
                  <a:pt x="200" y="179"/>
                  <a:pt x="203" y="178"/>
                </a:cubicBezTo>
                <a:moveTo>
                  <a:pt x="248" y="243"/>
                </a:moveTo>
                <a:cubicBezTo>
                  <a:pt x="246" y="237"/>
                  <a:pt x="231" y="236"/>
                  <a:pt x="225" y="227"/>
                </a:cubicBezTo>
                <a:cubicBezTo>
                  <a:pt x="218" y="218"/>
                  <a:pt x="224" y="213"/>
                  <a:pt x="226" y="210"/>
                </a:cubicBezTo>
                <a:cubicBezTo>
                  <a:pt x="253" y="195"/>
                  <a:pt x="248" y="243"/>
                  <a:pt x="248" y="24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45" name="Freeform 27"/>
          <p:cNvSpPr/>
          <p:nvPr/>
        </p:nvSpPr>
        <p:spPr>
          <a:xfrm>
            <a:off x="1120680" y="1789200"/>
            <a:ext cx="389160" cy="422280"/>
          </a:xfrm>
          <a:custGeom>
            <a:avLst/>
            <a:gdLst/>
            <a:ahLst/>
            <a:rect l="l" t="t" r="r" b="b"/>
            <a:pathLst>
              <a:path w="237" h="257">
                <a:moveTo>
                  <a:pt x="200" y="136"/>
                </a:moveTo>
                <a:cubicBezTo>
                  <a:pt x="200" y="175"/>
                  <a:pt x="237" y="188"/>
                  <a:pt x="237" y="188"/>
                </a:cubicBezTo>
                <a:cubicBezTo>
                  <a:pt x="237" y="189"/>
                  <a:pt x="231" y="206"/>
                  <a:pt x="218" y="224"/>
                </a:cubicBezTo>
                <a:cubicBezTo>
                  <a:pt x="206" y="240"/>
                  <a:pt x="195" y="255"/>
                  <a:pt x="176" y="256"/>
                </a:cubicBezTo>
                <a:cubicBezTo>
                  <a:pt x="157" y="256"/>
                  <a:pt x="152" y="246"/>
                  <a:pt x="130" y="246"/>
                </a:cubicBezTo>
                <a:cubicBezTo>
                  <a:pt x="109" y="246"/>
                  <a:pt x="103" y="255"/>
                  <a:pt x="85" y="256"/>
                </a:cubicBezTo>
                <a:cubicBezTo>
                  <a:pt x="67" y="257"/>
                  <a:pt x="54" y="239"/>
                  <a:pt x="42" y="224"/>
                </a:cubicBezTo>
                <a:cubicBezTo>
                  <a:pt x="18" y="192"/>
                  <a:pt x="0" y="134"/>
                  <a:pt x="25" y="95"/>
                </a:cubicBezTo>
                <a:cubicBezTo>
                  <a:pt x="37" y="75"/>
                  <a:pt x="58" y="63"/>
                  <a:pt x="81" y="62"/>
                </a:cubicBezTo>
                <a:cubicBezTo>
                  <a:pt x="99" y="62"/>
                  <a:pt x="116" y="74"/>
                  <a:pt x="127" y="74"/>
                </a:cubicBezTo>
                <a:cubicBezTo>
                  <a:pt x="138" y="74"/>
                  <a:pt x="158" y="60"/>
                  <a:pt x="179" y="62"/>
                </a:cubicBezTo>
                <a:cubicBezTo>
                  <a:pt x="188" y="62"/>
                  <a:pt x="214" y="65"/>
                  <a:pt x="230" y="87"/>
                </a:cubicBezTo>
                <a:cubicBezTo>
                  <a:pt x="229" y="88"/>
                  <a:pt x="200" y="104"/>
                  <a:pt x="200" y="136"/>
                </a:cubicBezTo>
                <a:moveTo>
                  <a:pt x="125" y="59"/>
                </a:moveTo>
                <a:cubicBezTo>
                  <a:pt x="123" y="44"/>
                  <a:pt x="130" y="29"/>
                  <a:pt x="139" y="19"/>
                </a:cubicBezTo>
                <a:cubicBezTo>
                  <a:pt x="149" y="9"/>
                  <a:pt x="166" y="0"/>
                  <a:pt x="180" y="0"/>
                </a:cubicBezTo>
                <a:cubicBezTo>
                  <a:pt x="182" y="15"/>
                  <a:pt x="175" y="30"/>
                  <a:pt x="165" y="41"/>
                </a:cubicBezTo>
                <a:cubicBezTo>
                  <a:pt x="156" y="52"/>
                  <a:pt x="140" y="60"/>
                  <a:pt x="125" y="59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46" name="Freeform 28"/>
          <p:cNvSpPr/>
          <p:nvPr/>
        </p:nvSpPr>
        <p:spPr>
          <a:xfrm>
            <a:off x="425520" y="1789200"/>
            <a:ext cx="347760" cy="420480"/>
          </a:xfrm>
          <a:custGeom>
            <a:avLst/>
            <a:gdLst/>
            <a:ahLst/>
            <a:rect l="l" t="t" r="r" b="b"/>
            <a:pathLst>
              <a:path w="212" h="256">
                <a:moveTo>
                  <a:pt x="197" y="174"/>
                </a:moveTo>
                <a:cubicBezTo>
                  <a:pt x="190" y="174"/>
                  <a:pt x="183" y="168"/>
                  <a:pt x="183" y="159"/>
                </a:cubicBezTo>
                <a:cubicBezTo>
                  <a:pt x="183" y="96"/>
                  <a:pt x="183" y="96"/>
                  <a:pt x="183" y="96"/>
                </a:cubicBezTo>
                <a:cubicBezTo>
                  <a:pt x="183" y="88"/>
                  <a:pt x="190" y="81"/>
                  <a:pt x="197" y="81"/>
                </a:cubicBezTo>
                <a:cubicBezTo>
                  <a:pt x="205" y="81"/>
                  <a:pt x="212" y="88"/>
                  <a:pt x="212" y="96"/>
                </a:cubicBezTo>
                <a:cubicBezTo>
                  <a:pt x="212" y="159"/>
                  <a:pt x="212" y="159"/>
                  <a:pt x="212" y="159"/>
                </a:cubicBezTo>
                <a:cubicBezTo>
                  <a:pt x="212" y="168"/>
                  <a:pt x="205" y="174"/>
                  <a:pt x="197" y="174"/>
                </a:cubicBezTo>
                <a:moveTo>
                  <a:pt x="158" y="206"/>
                </a:moveTo>
                <a:cubicBezTo>
                  <a:pt x="147" y="206"/>
                  <a:pt x="147" y="206"/>
                  <a:pt x="147" y="206"/>
                </a:cubicBezTo>
                <a:cubicBezTo>
                  <a:pt x="148" y="207"/>
                  <a:pt x="148" y="208"/>
                  <a:pt x="148" y="210"/>
                </a:cubicBezTo>
                <a:cubicBezTo>
                  <a:pt x="148" y="211"/>
                  <a:pt x="148" y="211"/>
                  <a:pt x="148" y="211"/>
                </a:cubicBezTo>
                <a:cubicBezTo>
                  <a:pt x="148" y="216"/>
                  <a:pt x="148" y="216"/>
                  <a:pt x="148" y="216"/>
                </a:cubicBezTo>
                <a:cubicBezTo>
                  <a:pt x="148" y="241"/>
                  <a:pt x="148" y="241"/>
                  <a:pt x="148" y="241"/>
                </a:cubicBezTo>
                <a:cubicBezTo>
                  <a:pt x="148" y="249"/>
                  <a:pt x="141" y="256"/>
                  <a:pt x="133" y="256"/>
                </a:cubicBezTo>
                <a:cubicBezTo>
                  <a:pt x="125" y="256"/>
                  <a:pt x="119" y="249"/>
                  <a:pt x="119" y="241"/>
                </a:cubicBezTo>
                <a:cubicBezTo>
                  <a:pt x="119" y="216"/>
                  <a:pt x="119" y="216"/>
                  <a:pt x="119" y="216"/>
                </a:cubicBezTo>
                <a:cubicBezTo>
                  <a:pt x="119" y="211"/>
                  <a:pt x="119" y="211"/>
                  <a:pt x="119" y="211"/>
                </a:cubicBezTo>
                <a:cubicBezTo>
                  <a:pt x="119" y="210"/>
                  <a:pt x="119" y="210"/>
                  <a:pt x="119" y="210"/>
                </a:cubicBezTo>
                <a:cubicBezTo>
                  <a:pt x="119" y="208"/>
                  <a:pt x="119" y="207"/>
                  <a:pt x="119" y="206"/>
                </a:cubicBezTo>
                <a:cubicBezTo>
                  <a:pt x="93" y="206"/>
                  <a:pt x="93" y="206"/>
                  <a:pt x="93" y="206"/>
                </a:cubicBezTo>
                <a:cubicBezTo>
                  <a:pt x="93" y="207"/>
                  <a:pt x="93" y="208"/>
                  <a:pt x="93" y="210"/>
                </a:cubicBezTo>
                <a:cubicBezTo>
                  <a:pt x="93" y="211"/>
                  <a:pt x="93" y="211"/>
                  <a:pt x="93" y="211"/>
                </a:cubicBezTo>
                <a:cubicBezTo>
                  <a:pt x="93" y="216"/>
                  <a:pt x="93" y="216"/>
                  <a:pt x="93" y="216"/>
                </a:cubicBezTo>
                <a:cubicBezTo>
                  <a:pt x="93" y="241"/>
                  <a:pt x="93" y="241"/>
                  <a:pt x="93" y="241"/>
                </a:cubicBezTo>
                <a:cubicBezTo>
                  <a:pt x="93" y="249"/>
                  <a:pt x="87" y="256"/>
                  <a:pt x="79" y="256"/>
                </a:cubicBezTo>
                <a:cubicBezTo>
                  <a:pt x="71" y="256"/>
                  <a:pt x="64" y="249"/>
                  <a:pt x="64" y="241"/>
                </a:cubicBezTo>
                <a:cubicBezTo>
                  <a:pt x="64" y="216"/>
                  <a:pt x="64" y="216"/>
                  <a:pt x="64" y="216"/>
                </a:cubicBezTo>
                <a:cubicBezTo>
                  <a:pt x="64" y="211"/>
                  <a:pt x="64" y="211"/>
                  <a:pt x="64" y="211"/>
                </a:cubicBezTo>
                <a:cubicBezTo>
                  <a:pt x="64" y="210"/>
                  <a:pt x="64" y="210"/>
                  <a:pt x="64" y="210"/>
                </a:cubicBezTo>
                <a:cubicBezTo>
                  <a:pt x="64" y="208"/>
                  <a:pt x="64" y="207"/>
                  <a:pt x="65" y="206"/>
                </a:cubicBezTo>
                <a:cubicBezTo>
                  <a:pt x="54" y="206"/>
                  <a:pt x="54" y="206"/>
                  <a:pt x="54" y="206"/>
                </a:cubicBezTo>
                <a:cubicBezTo>
                  <a:pt x="45" y="206"/>
                  <a:pt x="39" y="199"/>
                  <a:pt x="39" y="190"/>
                </a:cubicBezTo>
                <a:cubicBezTo>
                  <a:pt x="39" y="103"/>
                  <a:pt x="39" y="103"/>
                  <a:pt x="39" y="103"/>
                </a:cubicBezTo>
                <a:cubicBezTo>
                  <a:pt x="39" y="93"/>
                  <a:pt x="39" y="93"/>
                  <a:pt x="39" y="93"/>
                </a:cubicBezTo>
                <a:cubicBezTo>
                  <a:pt x="39" y="81"/>
                  <a:pt x="39" y="81"/>
                  <a:pt x="39" y="81"/>
                </a:cubicBezTo>
                <a:cubicBezTo>
                  <a:pt x="40" y="81"/>
                  <a:pt x="40" y="81"/>
                  <a:pt x="40" y="81"/>
                </a:cubicBezTo>
                <a:cubicBezTo>
                  <a:pt x="172" y="81"/>
                  <a:pt x="172" y="81"/>
                  <a:pt x="172" y="81"/>
                </a:cubicBezTo>
                <a:cubicBezTo>
                  <a:pt x="173" y="81"/>
                  <a:pt x="173" y="81"/>
                  <a:pt x="173" y="81"/>
                </a:cubicBezTo>
                <a:cubicBezTo>
                  <a:pt x="173" y="93"/>
                  <a:pt x="173" y="93"/>
                  <a:pt x="173" y="93"/>
                </a:cubicBezTo>
                <a:cubicBezTo>
                  <a:pt x="173" y="103"/>
                  <a:pt x="173" y="103"/>
                  <a:pt x="173" y="103"/>
                </a:cubicBezTo>
                <a:cubicBezTo>
                  <a:pt x="173" y="190"/>
                  <a:pt x="173" y="190"/>
                  <a:pt x="173" y="190"/>
                </a:cubicBezTo>
                <a:cubicBezTo>
                  <a:pt x="173" y="199"/>
                  <a:pt x="167" y="206"/>
                  <a:pt x="158" y="206"/>
                </a:cubicBezTo>
                <a:moveTo>
                  <a:pt x="73" y="21"/>
                </a:moveTo>
                <a:cubicBezTo>
                  <a:pt x="70" y="17"/>
                  <a:pt x="70" y="17"/>
                  <a:pt x="70" y="17"/>
                </a:cubicBezTo>
                <a:cubicBezTo>
                  <a:pt x="67" y="13"/>
                  <a:pt x="67" y="13"/>
                  <a:pt x="67" y="13"/>
                </a:cubicBezTo>
                <a:cubicBezTo>
                  <a:pt x="61" y="4"/>
                  <a:pt x="61" y="4"/>
                  <a:pt x="61" y="4"/>
                </a:cubicBezTo>
                <a:cubicBezTo>
                  <a:pt x="61" y="3"/>
                  <a:pt x="61" y="1"/>
                  <a:pt x="62" y="0"/>
                </a:cubicBezTo>
                <a:cubicBezTo>
                  <a:pt x="63" y="0"/>
                  <a:pt x="65" y="0"/>
                  <a:pt x="65" y="1"/>
                </a:cubicBezTo>
                <a:cubicBezTo>
                  <a:pt x="72" y="11"/>
                  <a:pt x="72" y="11"/>
                  <a:pt x="72" y="11"/>
                </a:cubicBezTo>
                <a:cubicBezTo>
                  <a:pt x="75" y="15"/>
                  <a:pt x="75" y="15"/>
                  <a:pt x="75" y="15"/>
                </a:cubicBezTo>
                <a:cubicBezTo>
                  <a:pt x="77" y="19"/>
                  <a:pt x="77" y="19"/>
                  <a:pt x="77" y="19"/>
                </a:cubicBezTo>
                <a:cubicBezTo>
                  <a:pt x="86" y="16"/>
                  <a:pt x="96" y="14"/>
                  <a:pt x="106" y="14"/>
                </a:cubicBezTo>
                <a:cubicBezTo>
                  <a:pt x="116" y="14"/>
                  <a:pt x="126" y="16"/>
                  <a:pt x="135" y="19"/>
                </a:cubicBezTo>
                <a:cubicBezTo>
                  <a:pt x="137" y="15"/>
                  <a:pt x="137" y="15"/>
                  <a:pt x="137" y="15"/>
                </a:cubicBezTo>
                <a:cubicBezTo>
                  <a:pt x="140" y="11"/>
                  <a:pt x="140" y="11"/>
                  <a:pt x="140" y="11"/>
                </a:cubicBezTo>
                <a:cubicBezTo>
                  <a:pt x="147" y="1"/>
                  <a:pt x="147" y="1"/>
                  <a:pt x="147" y="1"/>
                </a:cubicBezTo>
                <a:cubicBezTo>
                  <a:pt x="147" y="0"/>
                  <a:pt x="149" y="0"/>
                  <a:pt x="150" y="0"/>
                </a:cubicBezTo>
                <a:cubicBezTo>
                  <a:pt x="151" y="1"/>
                  <a:pt x="151" y="3"/>
                  <a:pt x="151" y="4"/>
                </a:cubicBezTo>
                <a:cubicBezTo>
                  <a:pt x="145" y="13"/>
                  <a:pt x="145" y="13"/>
                  <a:pt x="145" y="13"/>
                </a:cubicBezTo>
                <a:cubicBezTo>
                  <a:pt x="142" y="17"/>
                  <a:pt x="142" y="17"/>
                  <a:pt x="142" y="17"/>
                </a:cubicBezTo>
                <a:cubicBezTo>
                  <a:pt x="139" y="21"/>
                  <a:pt x="139" y="21"/>
                  <a:pt x="139" y="21"/>
                </a:cubicBezTo>
                <a:cubicBezTo>
                  <a:pt x="160" y="31"/>
                  <a:pt x="173" y="50"/>
                  <a:pt x="173" y="71"/>
                </a:cubicBezTo>
                <a:cubicBezTo>
                  <a:pt x="39" y="71"/>
                  <a:pt x="39" y="71"/>
                  <a:pt x="39" y="71"/>
                </a:cubicBezTo>
                <a:cubicBezTo>
                  <a:pt x="39" y="50"/>
                  <a:pt x="52" y="31"/>
                  <a:pt x="73" y="21"/>
                </a:cubicBezTo>
                <a:moveTo>
                  <a:pt x="135" y="51"/>
                </a:moveTo>
                <a:cubicBezTo>
                  <a:pt x="139" y="51"/>
                  <a:pt x="142" y="48"/>
                  <a:pt x="142" y="44"/>
                </a:cubicBezTo>
                <a:cubicBezTo>
                  <a:pt x="142" y="40"/>
                  <a:pt x="139" y="36"/>
                  <a:pt x="135" y="36"/>
                </a:cubicBezTo>
                <a:cubicBezTo>
                  <a:pt x="131" y="36"/>
                  <a:pt x="128" y="40"/>
                  <a:pt x="128" y="44"/>
                </a:cubicBezTo>
                <a:cubicBezTo>
                  <a:pt x="128" y="48"/>
                  <a:pt x="131" y="51"/>
                  <a:pt x="135" y="51"/>
                </a:cubicBezTo>
                <a:moveTo>
                  <a:pt x="77" y="51"/>
                </a:moveTo>
                <a:cubicBezTo>
                  <a:pt x="81" y="51"/>
                  <a:pt x="84" y="48"/>
                  <a:pt x="84" y="44"/>
                </a:cubicBezTo>
                <a:cubicBezTo>
                  <a:pt x="84" y="40"/>
                  <a:pt x="81" y="36"/>
                  <a:pt x="77" y="36"/>
                </a:cubicBezTo>
                <a:cubicBezTo>
                  <a:pt x="73" y="36"/>
                  <a:pt x="70" y="40"/>
                  <a:pt x="70" y="44"/>
                </a:cubicBezTo>
                <a:cubicBezTo>
                  <a:pt x="70" y="48"/>
                  <a:pt x="73" y="51"/>
                  <a:pt x="77" y="51"/>
                </a:cubicBezTo>
                <a:moveTo>
                  <a:pt x="15" y="174"/>
                </a:moveTo>
                <a:cubicBezTo>
                  <a:pt x="7" y="174"/>
                  <a:pt x="0" y="168"/>
                  <a:pt x="0" y="159"/>
                </a:cubicBezTo>
                <a:cubicBezTo>
                  <a:pt x="0" y="96"/>
                  <a:pt x="0" y="96"/>
                  <a:pt x="0" y="96"/>
                </a:cubicBezTo>
                <a:cubicBezTo>
                  <a:pt x="0" y="88"/>
                  <a:pt x="7" y="81"/>
                  <a:pt x="15" y="81"/>
                </a:cubicBezTo>
                <a:cubicBezTo>
                  <a:pt x="22" y="81"/>
                  <a:pt x="29" y="88"/>
                  <a:pt x="29" y="96"/>
                </a:cubicBezTo>
                <a:cubicBezTo>
                  <a:pt x="29" y="159"/>
                  <a:pt x="29" y="159"/>
                  <a:pt x="29" y="159"/>
                </a:cubicBezTo>
                <a:cubicBezTo>
                  <a:pt x="29" y="168"/>
                  <a:pt x="22" y="174"/>
                  <a:pt x="15" y="17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47" name="Freeform 29"/>
          <p:cNvSpPr/>
          <p:nvPr/>
        </p:nvSpPr>
        <p:spPr>
          <a:xfrm>
            <a:off x="8478720" y="1084320"/>
            <a:ext cx="420840" cy="355680"/>
          </a:xfrm>
          <a:custGeom>
            <a:avLst/>
            <a:gdLst/>
            <a:ahLst/>
            <a:rect l="l" t="t" r="r" b="b"/>
            <a:pathLst>
              <a:path w="256" h="216">
                <a:moveTo>
                  <a:pt x="10" y="216"/>
                </a:moveTo>
                <a:cubicBezTo>
                  <a:pt x="246" y="216"/>
                  <a:pt x="246" y="216"/>
                  <a:pt x="246" y="216"/>
                </a:cubicBezTo>
                <a:cubicBezTo>
                  <a:pt x="252" y="216"/>
                  <a:pt x="256" y="212"/>
                  <a:pt x="256" y="206"/>
                </a:cubicBezTo>
                <a:cubicBezTo>
                  <a:pt x="256" y="202"/>
                  <a:pt x="256" y="202"/>
                  <a:pt x="256" y="202"/>
                </a:cubicBezTo>
                <a:cubicBezTo>
                  <a:pt x="256" y="196"/>
                  <a:pt x="252" y="192"/>
                  <a:pt x="246" y="192"/>
                </a:cubicBezTo>
                <a:cubicBezTo>
                  <a:pt x="10" y="192"/>
                  <a:pt x="10" y="192"/>
                  <a:pt x="10" y="192"/>
                </a:cubicBezTo>
                <a:cubicBezTo>
                  <a:pt x="4" y="192"/>
                  <a:pt x="0" y="196"/>
                  <a:pt x="0" y="202"/>
                </a:cubicBezTo>
                <a:cubicBezTo>
                  <a:pt x="0" y="206"/>
                  <a:pt x="0" y="206"/>
                  <a:pt x="0" y="206"/>
                </a:cubicBezTo>
                <a:cubicBezTo>
                  <a:pt x="0" y="212"/>
                  <a:pt x="4" y="216"/>
                  <a:pt x="10" y="216"/>
                </a:cubicBezTo>
                <a:moveTo>
                  <a:pt x="48" y="180"/>
                </a:moveTo>
                <a:cubicBezTo>
                  <a:pt x="72" y="180"/>
                  <a:pt x="72" y="180"/>
                  <a:pt x="72" y="180"/>
                </a:cubicBezTo>
                <a:cubicBezTo>
                  <a:pt x="79" y="180"/>
                  <a:pt x="84" y="175"/>
                  <a:pt x="84" y="168"/>
                </a:cubicBezTo>
                <a:cubicBezTo>
                  <a:pt x="84" y="12"/>
                  <a:pt x="84" y="12"/>
                  <a:pt x="84" y="12"/>
                </a:cubicBezTo>
                <a:cubicBezTo>
                  <a:pt x="84" y="5"/>
                  <a:pt x="79" y="0"/>
                  <a:pt x="72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41" y="0"/>
                  <a:pt x="36" y="5"/>
                  <a:pt x="36" y="12"/>
                </a:cubicBezTo>
                <a:cubicBezTo>
                  <a:pt x="36" y="168"/>
                  <a:pt x="36" y="168"/>
                  <a:pt x="36" y="168"/>
                </a:cubicBezTo>
                <a:cubicBezTo>
                  <a:pt x="36" y="175"/>
                  <a:pt x="41" y="180"/>
                  <a:pt x="48" y="180"/>
                </a:cubicBezTo>
                <a:moveTo>
                  <a:pt x="116" y="180"/>
                </a:moveTo>
                <a:cubicBezTo>
                  <a:pt x="140" y="180"/>
                  <a:pt x="140" y="180"/>
                  <a:pt x="140" y="180"/>
                </a:cubicBezTo>
                <a:cubicBezTo>
                  <a:pt x="147" y="180"/>
                  <a:pt x="152" y="175"/>
                  <a:pt x="152" y="168"/>
                </a:cubicBezTo>
                <a:cubicBezTo>
                  <a:pt x="152" y="68"/>
                  <a:pt x="152" y="68"/>
                  <a:pt x="152" y="68"/>
                </a:cubicBezTo>
                <a:cubicBezTo>
                  <a:pt x="152" y="61"/>
                  <a:pt x="147" y="56"/>
                  <a:pt x="140" y="56"/>
                </a:cubicBezTo>
                <a:cubicBezTo>
                  <a:pt x="116" y="56"/>
                  <a:pt x="116" y="56"/>
                  <a:pt x="116" y="56"/>
                </a:cubicBezTo>
                <a:cubicBezTo>
                  <a:pt x="109" y="56"/>
                  <a:pt x="104" y="61"/>
                  <a:pt x="104" y="68"/>
                </a:cubicBezTo>
                <a:cubicBezTo>
                  <a:pt x="104" y="168"/>
                  <a:pt x="104" y="168"/>
                  <a:pt x="104" y="168"/>
                </a:cubicBezTo>
                <a:cubicBezTo>
                  <a:pt x="104" y="175"/>
                  <a:pt x="109" y="180"/>
                  <a:pt x="116" y="180"/>
                </a:cubicBezTo>
                <a:moveTo>
                  <a:pt x="184" y="180"/>
                </a:moveTo>
                <a:cubicBezTo>
                  <a:pt x="208" y="180"/>
                  <a:pt x="208" y="180"/>
                  <a:pt x="208" y="180"/>
                </a:cubicBezTo>
                <a:cubicBezTo>
                  <a:pt x="215" y="180"/>
                  <a:pt x="220" y="175"/>
                  <a:pt x="220" y="168"/>
                </a:cubicBezTo>
                <a:cubicBezTo>
                  <a:pt x="220" y="124"/>
                  <a:pt x="220" y="124"/>
                  <a:pt x="220" y="124"/>
                </a:cubicBezTo>
                <a:cubicBezTo>
                  <a:pt x="220" y="117"/>
                  <a:pt x="215" y="112"/>
                  <a:pt x="208" y="112"/>
                </a:cubicBezTo>
                <a:cubicBezTo>
                  <a:pt x="184" y="112"/>
                  <a:pt x="184" y="112"/>
                  <a:pt x="184" y="112"/>
                </a:cubicBezTo>
                <a:cubicBezTo>
                  <a:pt x="177" y="112"/>
                  <a:pt x="172" y="117"/>
                  <a:pt x="172" y="124"/>
                </a:cubicBezTo>
                <a:cubicBezTo>
                  <a:pt x="172" y="168"/>
                  <a:pt x="172" y="168"/>
                  <a:pt x="172" y="168"/>
                </a:cubicBezTo>
                <a:cubicBezTo>
                  <a:pt x="172" y="175"/>
                  <a:pt x="177" y="180"/>
                  <a:pt x="184" y="18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48" name="Freeform 30"/>
          <p:cNvSpPr/>
          <p:nvPr/>
        </p:nvSpPr>
        <p:spPr>
          <a:xfrm>
            <a:off x="7742160" y="1084320"/>
            <a:ext cx="420840" cy="355680"/>
          </a:xfrm>
          <a:custGeom>
            <a:avLst/>
            <a:gdLst/>
            <a:ahLst/>
            <a:rect l="l" t="t" r="r" b="b"/>
            <a:pathLst>
              <a:path w="256" h="216">
                <a:moveTo>
                  <a:pt x="246" y="216"/>
                </a:moveTo>
                <a:cubicBezTo>
                  <a:pt x="10" y="216"/>
                  <a:pt x="10" y="216"/>
                  <a:pt x="10" y="216"/>
                </a:cubicBezTo>
                <a:cubicBezTo>
                  <a:pt x="4" y="216"/>
                  <a:pt x="0" y="212"/>
                  <a:pt x="0" y="206"/>
                </a:cubicBezTo>
                <a:cubicBezTo>
                  <a:pt x="0" y="202"/>
                  <a:pt x="0" y="202"/>
                  <a:pt x="0" y="202"/>
                </a:cubicBezTo>
                <a:cubicBezTo>
                  <a:pt x="0" y="196"/>
                  <a:pt x="4" y="192"/>
                  <a:pt x="10" y="192"/>
                </a:cubicBezTo>
                <a:cubicBezTo>
                  <a:pt x="246" y="192"/>
                  <a:pt x="246" y="192"/>
                  <a:pt x="246" y="192"/>
                </a:cubicBezTo>
                <a:cubicBezTo>
                  <a:pt x="252" y="192"/>
                  <a:pt x="256" y="196"/>
                  <a:pt x="256" y="202"/>
                </a:cubicBezTo>
                <a:cubicBezTo>
                  <a:pt x="256" y="206"/>
                  <a:pt x="256" y="206"/>
                  <a:pt x="256" y="206"/>
                </a:cubicBezTo>
                <a:cubicBezTo>
                  <a:pt x="256" y="212"/>
                  <a:pt x="252" y="216"/>
                  <a:pt x="246" y="216"/>
                </a:cubicBezTo>
                <a:moveTo>
                  <a:pt x="220" y="168"/>
                </a:moveTo>
                <a:cubicBezTo>
                  <a:pt x="220" y="175"/>
                  <a:pt x="215" y="180"/>
                  <a:pt x="208" y="180"/>
                </a:cubicBezTo>
                <a:cubicBezTo>
                  <a:pt x="184" y="180"/>
                  <a:pt x="184" y="180"/>
                  <a:pt x="184" y="180"/>
                </a:cubicBezTo>
                <a:cubicBezTo>
                  <a:pt x="177" y="180"/>
                  <a:pt x="172" y="175"/>
                  <a:pt x="172" y="168"/>
                </a:cubicBezTo>
                <a:cubicBezTo>
                  <a:pt x="172" y="84"/>
                  <a:pt x="172" y="84"/>
                  <a:pt x="172" y="84"/>
                </a:cubicBezTo>
                <a:cubicBezTo>
                  <a:pt x="172" y="60"/>
                  <a:pt x="172" y="60"/>
                  <a:pt x="172" y="60"/>
                </a:cubicBezTo>
                <a:cubicBezTo>
                  <a:pt x="172" y="53"/>
                  <a:pt x="177" y="48"/>
                  <a:pt x="184" y="48"/>
                </a:cubicBezTo>
                <a:cubicBezTo>
                  <a:pt x="208" y="48"/>
                  <a:pt x="208" y="48"/>
                  <a:pt x="208" y="48"/>
                </a:cubicBezTo>
                <a:cubicBezTo>
                  <a:pt x="215" y="48"/>
                  <a:pt x="220" y="53"/>
                  <a:pt x="220" y="60"/>
                </a:cubicBezTo>
                <a:cubicBezTo>
                  <a:pt x="220" y="144"/>
                  <a:pt x="220" y="144"/>
                  <a:pt x="220" y="144"/>
                </a:cubicBezTo>
                <a:lnTo>
                  <a:pt x="220" y="168"/>
                </a:lnTo>
                <a:close/>
                <a:moveTo>
                  <a:pt x="140" y="180"/>
                </a:moveTo>
                <a:cubicBezTo>
                  <a:pt x="116" y="180"/>
                  <a:pt x="116" y="180"/>
                  <a:pt x="116" y="180"/>
                </a:cubicBezTo>
                <a:cubicBezTo>
                  <a:pt x="109" y="180"/>
                  <a:pt x="104" y="175"/>
                  <a:pt x="104" y="168"/>
                </a:cubicBezTo>
                <a:cubicBezTo>
                  <a:pt x="104" y="144"/>
                  <a:pt x="104" y="144"/>
                  <a:pt x="104" y="144"/>
                </a:cubicBezTo>
                <a:cubicBezTo>
                  <a:pt x="104" y="36"/>
                  <a:pt x="104" y="36"/>
                  <a:pt x="104" y="36"/>
                </a:cubicBezTo>
                <a:cubicBezTo>
                  <a:pt x="104" y="12"/>
                  <a:pt x="104" y="12"/>
                  <a:pt x="104" y="12"/>
                </a:cubicBezTo>
                <a:cubicBezTo>
                  <a:pt x="104" y="5"/>
                  <a:pt x="109" y="0"/>
                  <a:pt x="116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147" y="0"/>
                  <a:pt x="152" y="5"/>
                  <a:pt x="152" y="12"/>
                </a:cubicBezTo>
                <a:cubicBezTo>
                  <a:pt x="152" y="36"/>
                  <a:pt x="152" y="36"/>
                  <a:pt x="152" y="36"/>
                </a:cubicBezTo>
                <a:cubicBezTo>
                  <a:pt x="152" y="144"/>
                  <a:pt x="152" y="144"/>
                  <a:pt x="152" y="144"/>
                </a:cubicBezTo>
                <a:cubicBezTo>
                  <a:pt x="152" y="168"/>
                  <a:pt x="152" y="168"/>
                  <a:pt x="152" y="168"/>
                </a:cubicBezTo>
                <a:cubicBezTo>
                  <a:pt x="152" y="175"/>
                  <a:pt x="147" y="180"/>
                  <a:pt x="140" y="180"/>
                </a:cubicBezTo>
                <a:moveTo>
                  <a:pt x="72" y="180"/>
                </a:moveTo>
                <a:cubicBezTo>
                  <a:pt x="48" y="180"/>
                  <a:pt x="48" y="180"/>
                  <a:pt x="48" y="180"/>
                </a:cubicBezTo>
                <a:cubicBezTo>
                  <a:pt x="41" y="180"/>
                  <a:pt x="36" y="175"/>
                  <a:pt x="36" y="168"/>
                </a:cubicBezTo>
                <a:cubicBezTo>
                  <a:pt x="36" y="144"/>
                  <a:pt x="36" y="144"/>
                  <a:pt x="36" y="144"/>
                </a:cubicBezTo>
                <a:cubicBezTo>
                  <a:pt x="36" y="120"/>
                  <a:pt x="36" y="120"/>
                  <a:pt x="36" y="120"/>
                </a:cubicBezTo>
                <a:cubicBezTo>
                  <a:pt x="36" y="113"/>
                  <a:pt x="41" y="108"/>
                  <a:pt x="48" y="108"/>
                </a:cubicBezTo>
                <a:cubicBezTo>
                  <a:pt x="72" y="108"/>
                  <a:pt x="72" y="108"/>
                  <a:pt x="72" y="108"/>
                </a:cubicBezTo>
                <a:cubicBezTo>
                  <a:pt x="79" y="108"/>
                  <a:pt x="84" y="113"/>
                  <a:pt x="84" y="120"/>
                </a:cubicBezTo>
                <a:cubicBezTo>
                  <a:pt x="84" y="144"/>
                  <a:pt x="84" y="144"/>
                  <a:pt x="84" y="144"/>
                </a:cubicBezTo>
                <a:cubicBezTo>
                  <a:pt x="84" y="168"/>
                  <a:pt x="84" y="168"/>
                  <a:pt x="84" y="168"/>
                </a:cubicBezTo>
                <a:cubicBezTo>
                  <a:pt x="84" y="175"/>
                  <a:pt x="79" y="180"/>
                  <a:pt x="72" y="18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49" name="Freeform 31"/>
          <p:cNvSpPr/>
          <p:nvPr/>
        </p:nvSpPr>
        <p:spPr>
          <a:xfrm>
            <a:off x="7005600" y="1084320"/>
            <a:ext cx="420840" cy="355680"/>
          </a:xfrm>
          <a:custGeom>
            <a:avLst/>
            <a:gdLst/>
            <a:ahLst/>
            <a:rect l="l" t="t" r="r" b="b"/>
            <a:pathLst>
              <a:path w="256" h="216">
                <a:moveTo>
                  <a:pt x="246" y="216"/>
                </a:moveTo>
                <a:cubicBezTo>
                  <a:pt x="10" y="216"/>
                  <a:pt x="10" y="216"/>
                  <a:pt x="10" y="216"/>
                </a:cubicBezTo>
                <a:cubicBezTo>
                  <a:pt x="4" y="216"/>
                  <a:pt x="0" y="212"/>
                  <a:pt x="0" y="206"/>
                </a:cubicBezTo>
                <a:cubicBezTo>
                  <a:pt x="0" y="202"/>
                  <a:pt x="0" y="202"/>
                  <a:pt x="0" y="202"/>
                </a:cubicBezTo>
                <a:cubicBezTo>
                  <a:pt x="0" y="196"/>
                  <a:pt x="4" y="192"/>
                  <a:pt x="10" y="192"/>
                </a:cubicBezTo>
                <a:cubicBezTo>
                  <a:pt x="246" y="192"/>
                  <a:pt x="246" y="192"/>
                  <a:pt x="246" y="192"/>
                </a:cubicBezTo>
                <a:cubicBezTo>
                  <a:pt x="252" y="192"/>
                  <a:pt x="256" y="196"/>
                  <a:pt x="256" y="202"/>
                </a:cubicBezTo>
                <a:cubicBezTo>
                  <a:pt x="256" y="206"/>
                  <a:pt x="256" y="206"/>
                  <a:pt x="256" y="206"/>
                </a:cubicBezTo>
                <a:cubicBezTo>
                  <a:pt x="256" y="212"/>
                  <a:pt x="252" y="216"/>
                  <a:pt x="246" y="216"/>
                </a:cubicBezTo>
                <a:moveTo>
                  <a:pt x="208" y="180"/>
                </a:moveTo>
                <a:cubicBezTo>
                  <a:pt x="184" y="180"/>
                  <a:pt x="184" y="180"/>
                  <a:pt x="184" y="180"/>
                </a:cubicBezTo>
                <a:cubicBezTo>
                  <a:pt x="177" y="180"/>
                  <a:pt x="172" y="175"/>
                  <a:pt x="172" y="168"/>
                </a:cubicBezTo>
                <a:cubicBezTo>
                  <a:pt x="172" y="12"/>
                  <a:pt x="172" y="12"/>
                  <a:pt x="172" y="12"/>
                </a:cubicBezTo>
                <a:cubicBezTo>
                  <a:pt x="172" y="5"/>
                  <a:pt x="177" y="0"/>
                  <a:pt x="184" y="0"/>
                </a:cubicBezTo>
                <a:cubicBezTo>
                  <a:pt x="208" y="0"/>
                  <a:pt x="208" y="0"/>
                  <a:pt x="208" y="0"/>
                </a:cubicBezTo>
                <a:cubicBezTo>
                  <a:pt x="215" y="0"/>
                  <a:pt x="220" y="5"/>
                  <a:pt x="220" y="12"/>
                </a:cubicBezTo>
                <a:cubicBezTo>
                  <a:pt x="220" y="168"/>
                  <a:pt x="220" y="168"/>
                  <a:pt x="220" y="168"/>
                </a:cubicBezTo>
                <a:cubicBezTo>
                  <a:pt x="220" y="175"/>
                  <a:pt x="215" y="180"/>
                  <a:pt x="208" y="180"/>
                </a:cubicBezTo>
                <a:moveTo>
                  <a:pt x="140" y="180"/>
                </a:moveTo>
                <a:cubicBezTo>
                  <a:pt x="116" y="180"/>
                  <a:pt x="116" y="180"/>
                  <a:pt x="116" y="180"/>
                </a:cubicBezTo>
                <a:cubicBezTo>
                  <a:pt x="109" y="180"/>
                  <a:pt x="104" y="175"/>
                  <a:pt x="104" y="168"/>
                </a:cubicBezTo>
                <a:cubicBezTo>
                  <a:pt x="104" y="68"/>
                  <a:pt x="104" y="68"/>
                  <a:pt x="104" y="68"/>
                </a:cubicBezTo>
                <a:cubicBezTo>
                  <a:pt x="104" y="61"/>
                  <a:pt x="109" y="56"/>
                  <a:pt x="116" y="56"/>
                </a:cubicBezTo>
                <a:cubicBezTo>
                  <a:pt x="140" y="56"/>
                  <a:pt x="140" y="56"/>
                  <a:pt x="140" y="56"/>
                </a:cubicBezTo>
                <a:cubicBezTo>
                  <a:pt x="147" y="56"/>
                  <a:pt x="152" y="61"/>
                  <a:pt x="152" y="68"/>
                </a:cubicBezTo>
                <a:cubicBezTo>
                  <a:pt x="152" y="168"/>
                  <a:pt x="152" y="168"/>
                  <a:pt x="152" y="168"/>
                </a:cubicBezTo>
                <a:cubicBezTo>
                  <a:pt x="152" y="175"/>
                  <a:pt x="147" y="180"/>
                  <a:pt x="140" y="180"/>
                </a:cubicBezTo>
                <a:moveTo>
                  <a:pt x="72" y="180"/>
                </a:moveTo>
                <a:cubicBezTo>
                  <a:pt x="48" y="180"/>
                  <a:pt x="48" y="180"/>
                  <a:pt x="48" y="180"/>
                </a:cubicBezTo>
                <a:cubicBezTo>
                  <a:pt x="41" y="180"/>
                  <a:pt x="36" y="175"/>
                  <a:pt x="36" y="168"/>
                </a:cubicBezTo>
                <a:cubicBezTo>
                  <a:pt x="36" y="124"/>
                  <a:pt x="36" y="124"/>
                  <a:pt x="36" y="124"/>
                </a:cubicBezTo>
                <a:cubicBezTo>
                  <a:pt x="36" y="117"/>
                  <a:pt x="41" y="112"/>
                  <a:pt x="48" y="112"/>
                </a:cubicBezTo>
                <a:cubicBezTo>
                  <a:pt x="72" y="112"/>
                  <a:pt x="72" y="112"/>
                  <a:pt x="72" y="112"/>
                </a:cubicBezTo>
                <a:cubicBezTo>
                  <a:pt x="79" y="112"/>
                  <a:pt x="84" y="117"/>
                  <a:pt x="84" y="124"/>
                </a:cubicBezTo>
                <a:cubicBezTo>
                  <a:pt x="84" y="168"/>
                  <a:pt x="84" y="168"/>
                  <a:pt x="84" y="168"/>
                </a:cubicBezTo>
                <a:cubicBezTo>
                  <a:pt x="84" y="175"/>
                  <a:pt x="79" y="180"/>
                  <a:pt x="72" y="18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50" name="Freeform 32"/>
          <p:cNvSpPr/>
          <p:nvPr/>
        </p:nvSpPr>
        <p:spPr>
          <a:xfrm>
            <a:off x="6308640" y="1123920"/>
            <a:ext cx="343080" cy="276120"/>
          </a:xfrm>
          <a:custGeom>
            <a:avLst/>
            <a:gdLst/>
            <a:ahLst/>
            <a:rect l="l" t="t" r="r" b="b"/>
            <a:pathLst>
              <a:path w="208" h="168">
                <a:moveTo>
                  <a:pt x="198" y="168"/>
                </a:moveTo>
                <a:cubicBezTo>
                  <a:pt x="106" y="168"/>
                  <a:pt x="106" y="168"/>
                  <a:pt x="106" y="168"/>
                </a:cubicBezTo>
                <a:cubicBezTo>
                  <a:pt x="100" y="168"/>
                  <a:pt x="96" y="164"/>
                  <a:pt x="96" y="158"/>
                </a:cubicBezTo>
                <a:cubicBezTo>
                  <a:pt x="96" y="154"/>
                  <a:pt x="96" y="154"/>
                  <a:pt x="96" y="154"/>
                </a:cubicBezTo>
                <a:cubicBezTo>
                  <a:pt x="96" y="148"/>
                  <a:pt x="100" y="144"/>
                  <a:pt x="106" y="144"/>
                </a:cubicBezTo>
                <a:cubicBezTo>
                  <a:pt x="198" y="144"/>
                  <a:pt x="198" y="144"/>
                  <a:pt x="198" y="144"/>
                </a:cubicBezTo>
                <a:cubicBezTo>
                  <a:pt x="204" y="144"/>
                  <a:pt x="208" y="148"/>
                  <a:pt x="208" y="154"/>
                </a:cubicBezTo>
                <a:cubicBezTo>
                  <a:pt x="208" y="158"/>
                  <a:pt x="208" y="158"/>
                  <a:pt x="208" y="158"/>
                </a:cubicBezTo>
                <a:cubicBezTo>
                  <a:pt x="208" y="164"/>
                  <a:pt x="204" y="168"/>
                  <a:pt x="198" y="168"/>
                </a:cubicBezTo>
                <a:moveTo>
                  <a:pt x="92" y="93"/>
                </a:moveTo>
                <a:cubicBezTo>
                  <a:pt x="92" y="93"/>
                  <a:pt x="92" y="93"/>
                  <a:pt x="92" y="93"/>
                </a:cubicBezTo>
                <a:cubicBezTo>
                  <a:pt x="20" y="165"/>
                  <a:pt x="20" y="165"/>
                  <a:pt x="20" y="165"/>
                </a:cubicBezTo>
                <a:cubicBezTo>
                  <a:pt x="20" y="165"/>
                  <a:pt x="20" y="165"/>
                  <a:pt x="20" y="165"/>
                </a:cubicBezTo>
                <a:cubicBezTo>
                  <a:pt x="18" y="167"/>
                  <a:pt x="15" y="168"/>
                  <a:pt x="12" y="168"/>
                </a:cubicBezTo>
                <a:cubicBezTo>
                  <a:pt x="5" y="168"/>
                  <a:pt x="0" y="163"/>
                  <a:pt x="0" y="156"/>
                </a:cubicBezTo>
                <a:cubicBezTo>
                  <a:pt x="0" y="153"/>
                  <a:pt x="1" y="150"/>
                  <a:pt x="3" y="148"/>
                </a:cubicBezTo>
                <a:cubicBezTo>
                  <a:pt x="3" y="148"/>
                  <a:pt x="3" y="148"/>
                  <a:pt x="3" y="148"/>
                </a:cubicBezTo>
                <a:cubicBezTo>
                  <a:pt x="67" y="84"/>
                  <a:pt x="67" y="84"/>
                  <a:pt x="67" y="84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19"/>
                  <a:pt x="0" y="16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15" y="0"/>
                  <a:pt x="18" y="1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92" y="75"/>
                  <a:pt x="92" y="75"/>
                  <a:pt x="92" y="75"/>
                </a:cubicBezTo>
                <a:cubicBezTo>
                  <a:pt x="92" y="75"/>
                  <a:pt x="92" y="75"/>
                  <a:pt x="92" y="75"/>
                </a:cubicBezTo>
                <a:cubicBezTo>
                  <a:pt x="95" y="77"/>
                  <a:pt x="96" y="81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7"/>
                  <a:pt x="95" y="90"/>
                  <a:pt x="92" y="93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51" name="Freeform 33"/>
          <p:cNvSpPr/>
          <p:nvPr/>
        </p:nvSpPr>
        <p:spPr>
          <a:xfrm>
            <a:off x="5533920" y="1144440"/>
            <a:ext cx="420840" cy="236520"/>
          </a:xfrm>
          <a:custGeom>
            <a:avLst/>
            <a:gdLst/>
            <a:ahLst/>
            <a:rect l="l" t="t" r="r" b="b"/>
            <a:pathLst>
              <a:path w="256" h="144">
                <a:moveTo>
                  <a:pt x="244" y="24"/>
                </a:moveTo>
                <a:cubicBezTo>
                  <a:pt x="124" y="24"/>
                  <a:pt x="124" y="24"/>
                  <a:pt x="124" y="24"/>
                </a:cubicBezTo>
                <a:cubicBezTo>
                  <a:pt x="117" y="24"/>
                  <a:pt x="112" y="19"/>
                  <a:pt x="112" y="12"/>
                </a:cubicBezTo>
                <a:cubicBezTo>
                  <a:pt x="112" y="5"/>
                  <a:pt x="117" y="0"/>
                  <a:pt x="124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9"/>
                  <a:pt x="251" y="24"/>
                  <a:pt x="244" y="24"/>
                </a:cubicBezTo>
                <a:moveTo>
                  <a:pt x="244" y="120"/>
                </a:moveTo>
                <a:cubicBezTo>
                  <a:pt x="251" y="120"/>
                  <a:pt x="256" y="125"/>
                  <a:pt x="256" y="132"/>
                </a:cubicBezTo>
                <a:cubicBezTo>
                  <a:pt x="256" y="139"/>
                  <a:pt x="251" y="144"/>
                  <a:pt x="244" y="144"/>
                </a:cubicBezTo>
                <a:cubicBezTo>
                  <a:pt x="124" y="144"/>
                  <a:pt x="124" y="144"/>
                  <a:pt x="124" y="144"/>
                </a:cubicBezTo>
                <a:cubicBezTo>
                  <a:pt x="120" y="144"/>
                  <a:pt x="116" y="142"/>
                  <a:pt x="114" y="138"/>
                </a:cubicBezTo>
                <a:cubicBezTo>
                  <a:pt x="114" y="138"/>
                  <a:pt x="114" y="138"/>
                  <a:pt x="114" y="138"/>
                </a:cubicBezTo>
                <a:cubicBezTo>
                  <a:pt x="41" y="24"/>
                  <a:pt x="41" y="24"/>
                  <a:pt x="41" y="24"/>
                </a:cubicBezTo>
                <a:cubicBezTo>
                  <a:pt x="12" y="24"/>
                  <a:pt x="12" y="24"/>
                  <a:pt x="12" y="24"/>
                </a:cubicBezTo>
                <a:cubicBezTo>
                  <a:pt x="5" y="24"/>
                  <a:pt x="0" y="19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52" y="0"/>
                  <a:pt x="56" y="2"/>
                  <a:pt x="58" y="6"/>
                </a:cubicBezTo>
                <a:cubicBezTo>
                  <a:pt x="58" y="6"/>
                  <a:pt x="58" y="6"/>
                  <a:pt x="58" y="6"/>
                </a:cubicBezTo>
                <a:cubicBezTo>
                  <a:pt x="131" y="120"/>
                  <a:pt x="131" y="120"/>
                  <a:pt x="131" y="120"/>
                </a:cubicBezTo>
                <a:lnTo>
                  <a:pt x="244" y="12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52" name="Freeform 34"/>
          <p:cNvSpPr/>
          <p:nvPr/>
        </p:nvSpPr>
        <p:spPr>
          <a:xfrm>
            <a:off x="4803840" y="1058760"/>
            <a:ext cx="407880" cy="408240"/>
          </a:xfrm>
          <a:custGeom>
            <a:avLst/>
            <a:gdLst/>
            <a:ahLst/>
            <a:rect l="l" t="t" r="r" b="b"/>
            <a:pathLst>
              <a:path w="248" h="248">
                <a:moveTo>
                  <a:pt x="200" y="96"/>
                </a:moveTo>
                <a:cubicBezTo>
                  <a:pt x="176" y="96"/>
                  <a:pt x="176" y="96"/>
                  <a:pt x="176" y="96"/>
                </a:cubicBezTo>
                <a:cubicBezTo>
                  <a:pt x="176" y="152"/>
                  <a:pt x="176" y="152"/>
                  <a:pt x="176" y="152"/>
                </a:cubicBezTo>
                <a:cubicBezTo>
                  <a:pt x="200" y="152"/>
                  <a:pt x="200" y="152"/>
                  <a:pt x="200" y="152"/>
                </a:cubicBezTo>
                <a:cubicBezTo>
                  <a:pt x="227" y="152"/>
                  <a:pt x="248" y="173"/>
                  <a:pt x="248" y="200"/>
                </a:cubicBezTo>
                <a:cubicBezTo>
                  <a:pt x="248" y="227"/>
                  <a:pt x="227" y="248"/>
                  <a:pt x="200" y="248"/>
                </a:cubicBezTo>
                <a:cubicBezTo>
                  <a:pt x="173" y="248"/>
                  <a:pt x="152" y="227"/>
                  <a:pt x="152" y="200"/>
                </a:cubicBezTo>
                <a:cubicBezTo>
                  <a:pt x="152" y="176"/>
                  <a:pt x="152" y="176"/>
                  <a:pt x="152" y="176"/>
                </a:cubicBezTo>
                <a:cubicBezTo>
                  <a:pt x="96" y="176"/>
                  <a:pt x="96" y="176"/>
                  <a:pt x="96" y="176"/>
                </a:cubicBezTo>
                <a:cubicBezTo>
                  <a:pt x="96" y="200"/>
                  <a:pt x="96" y="200"/>
                  <a:pt x="96" y="200"/>
                </a:cubicBezTo>
                <a:cubicBezTo>
                  <a:pt x="96" y="227"/>
                  <a:pt x="75" y="248"/>
                  <a:pt x="48" y="248"/>
                </a:cubicBezTo>
                <a:cubicBezTo>
                  <a:pt x="21" y="248"/>
                  <a:pt x="0" y="227"/>
                  <a:pt x="0" y="200"/>
                </a:cubicBezTo>
                <a:cubicBezTo>
                  <a:pt x="0" y="173"/>
                  <a:pt x="21" y="152"/>
                  <a:pt x="48" y="152"/>
                </a:cubicBezTo>
                <a:cubicBezTo>
                  <a:pt x="72" y="152"/>
                  <a:pt x="72" y="152"/>
                  <a:pt x="72" y="152"/>
                </a:cubicBezTo>
                <a:cubicBezTo>
                  <a:pt x="72" y="96"/>
                  <a:pt x="72" y="96"/>
                  <a:pt x="72" y="96"/>
                </a:cubicBezTo>
                <a:cubicBezTo>
                  <a:pt x="48" y="96"/>
                  <a:pt x="48" y="96"/>
                  <a:pt x="48" y="96"/>
                </a:cubicBezTo>
                <a:cubicBezTo>
                  <a:pt x="21" y="96"/>
                  <a:pt x="0" y="75"/>
                  <a:pt x="0" y="48"/>
                </a:cubicBezTo>
                <a:cubicBezTo>
                  <a:pt x="0" y="21"/>
                  <a:pt x="21" y="0"/>
                  <a:pt x="48" y="0"/>
                </a:cubicBezTo>
                <a:cubicBezTo>
                  <a:pt x="75" y="0"/>
                  <a:pt x="96" y="21"/>
                  <a:pt x="96" y="48"/>
                </a:cubicBezTo>
                <a:cubicBezTo>
                  <a:pt x="96" y="72"/>
                  <a:pt x="96" y="72"/>
                  <a:pt x="96" y="72"/>
                </a:cubicBezTo>
                <a:cubicBezTo>
                  <a:pt x="152" y="72"/>
                  <a:pt x="152" y="72"/>
                  <a:pt x="152" y="72"/>
                </a:cubicBezTo>
                <a:cubicBezTo>
                  <a:pt x="152" y="48"/>
                  <a:pt x="152" y="48"/>
                  <a:pt x="152" y="48"/>
                </a:cubicBezTo>
                <a:cubicBezTo>
                  <a:pt x="152" y="21"/>
                  <a:pt x="173" y="0"/>
                  <a:pt x="200" y="0"/>
                </a:cubicBezTo>
                <a:cubicBezTo>
                  <a:pt x="227" y="0"/>
                  <a:pt x="248" y="21"/>
                  <a:pt x="248" y="48"/>
                </a:cubicBezTo>
                <a:cubicBezTo>
                  <a:pt x="248" y="75"/>
                  <a:pt x="227" y="96"/>
                  <a:pt x="200" y="96"/>
                </a:cubicBezTo>
                <a:moveTo>
                  <a:pt x="176" y="200"/>
                </a:moveTo>
                <a:cubicBezTo>
                  <a:pt x="176" y="213"/>
                  <a:pt x="187" y="224"/>
                  <a:pt x="200" y="224"/>
                </a:cubicBezTo>
                <a:cubicBezTo>
                  <a:pt x="213" y="224"/>
                  <a:pt x="224" y="213"/>
                  <a:pt x="224" y="200"/>
                </a:cubicBezTo>
                <a:cubicBezTo>
                  <a:pt x="224" y="188"/>
                  <a:pt x="215" y="178"/>
                  <a:pt x="204" y="176"/>
                </a:cubicBezTo>
                <a:cubicBezTo>
                  <a:pt x="204" y="176"/>
                  <a:pt x="204" y="176"/>
                  <a:pt x="204" y="176"/>
                </a:cubicBezTo>
                <a:cubicBezTo>
                  <a:pt x="176" y="176"/>
                  <a:pt x="176" y="176"/>
                  <a:pt x="176" y="176"/>
                </a:cubicBezTo>
                <a:lnTo>
                  <a:pt x="176" y="200"/>
                </a:lnTo>
                <a:close/>
                <a:moveTo>
                  <a:pt x="72" y="48"/>
                </a:moveTo>
                <a:cubicBezTo>
                  <a:pt x="72" y="35"/>
                  <a:pt x="61" y="24"/>
                  <a:pt x="48" y="24"/>
                </a:cubicBezTo>
                <a:cubicBezTo>
                  <a:pt x="35" y="24"/>
                  <a:pt x="24" y="35"/>
                  <a:pt x="24" y="48"/>
                </a:cubicBezTo>
                <a:cubicBezTo>
                  <a:pt x="24" y="61"/>
                  <a:pt x="35" y="72"/>
                  <a:pt x="48" y="72"/>
                </a:cubicBezTo>
                <a:cubicBezTo>
                  <a:pt x="72" y="72"/>
                  <a:pt x="72" y="72"/>
                  <a:pt x="72" y="72"/>
                </a:cubicBezTo>
                <a:lnTo>
                  <a:pt x="72" y="48"/>
                </a:lnTo>
                <a:close/>
                <a:moveTo>
                  <a:pt x="24" y="200"/>
                </a:moveTo>
                <a:cubicBezTo>
                  <a:pt x="24" y="213"/>
                  <a:pt x="35" y="224"/>
                  <a:pt x="48" y="224"/>
                </a:cubicBezTo>
                <a:cubicBezTo>
                  <a:pt x="61" y="224"/>
                  <a:pt x="72" y="213"/>
                  <a:pt x="72" y="200"/>
                </a:cubicBezTo>
                <a:cubicBezTo>
                  <a:pt x="72" y="176"/>
                  <a:pt x="72" y="176"/>
                  <a:pt x="72" y="176"/>
                </a:cubicBezTo>
                <a:cubicBezTo>
                  <a:pt x="48" y="176"/>
                  <a:pt x="48" y="176"/>
                  <a:pt x="48" y="176"/>
                </a:cubicBezTo>
                <a:cubicBezTo>
                  <a:pt x="35" y="176"/>
                  <a:pt x="24" y="187"/>
                  <a:pt x="24" y="200"/>
                </a:cubicBezTo>
                <a:moveTo>
                  <a:pt x="152" y="96"/>
                </a:moveTo>
                <a:cubicBezTo>
                  <a:pt x="96" y="96"/>
                  <a:pt x="96" y="96"/>
                  <a:pt x="96" y="96"/>
                </a:cubicBezTo>
                <a:cubicBezTo>
                  <a:pt x="96" y="152"/>
                  <a:pt x="96" y="152"/>
                  <a:pt x="96" y="152"/>
                </a:cubicBezTo>
                <a:cubicBezTo>
                  <a:pt x="152" y="152"/>
                  <a:pt x="152" y="152"/>
                  <a:pt x="152" y="152"/>
                </a:cubicBezTo>
                <a:lnTo>
                  <a:pt x="152" y="96"/>
                </a:lnTo>
                <a:close/>
                <a:moveTo>
                  <a:pt x="200" y="24"/>
                </a:moveTo>
                <a:cubicBezTo>
                  <a:pt x="187" y="24"/>
                  <a:pt x="176" y="35"/>
                  <a:pt x="176" y="48"/>
                </a:cubicBezTo>
                <a:cubicBezTo>
                  <a:pt x="176" y="72"/>
                  <a:pt x="176" y="72"/>
                  <a:pt x="176" y="72"/>
                </a:cubicBezTo>
                <a:cubicBezTo>
                  <a:pt x="200" y="72"/>
                  <a:pt x="200" y="72"/>
                  <a:pt x="200" y="72"/>
                </a:cubicBezTo>
                <a:cubicBezTo>
                  <a:pt x="213" y="72"/>
                  <a:pt x="224" y="61"/>
                  <a:pt x="224" y="48"/>
                </a:cubicBezTo>
                <a:cubicBezTo>
                  <a:pt x="224" y="35"/>
                  <a:pt x="213" y="24"/>
                  <a:pt x="200" y="2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53" name="Freeform 35"/>
          <p:cNvSpPr/>
          <p:nvPr/>
        </p:nvSpPr>
        <p:spPr>
          <a:xfrm>
            <a:off x="4060800" y="1157400"/>
            <a:ext cx="420840" cy="210960"/>
          </a:xfrm>
          <a:custGeom>
            <a:avLst/>
            <a:gdLst/>
            <a:ahLst/>
            <a:rect l="l" t="t" r="r" b="b"/>
            <a:pathLst>
              <a:path w="256" h="128">
                <a:moveTo>
                  <a:pt x="244" y="56"/>
                </a:moveTo>
                <a:cubicBezTo>
                  <a:pt x="237" y="56"/>
                  <a:pt x="232" y="61"/>
                  <a:pt x="232" y="68"/>
                </a:cubicBezTo>
                <a:cubicBezTo>
                  <a:pt x="232" y="87"/>
                  <a:pt x="232" y="87"/>
                  <a:pt x="232" y="87"/>
                </a:cubicBezTo>
                <a:cubicBezTo>
                  <a:pt x="172" y="27"/>
                  <a:pt x="172" y="27"/>
                  <a:pt x="172" y="27"/>
                </a:cubicBezTo>
                <a:cubicBezTo>
                  <a:pt x="148" y="4"/>
                  <a:pt x="148" y="4"/>
                  <a:pt x="148" y="4"/>
                </a:cubicBezTo>
                <a:cubicBezTo>
                  <a:pt x="146" y="1"/>
                  <a:pt x="143" y="0"/>
                  <a:pt x="140" y="0"/>
                </a:cubicBezTo>
                <a:cubicBezTo>
                  <a:pt x="137" y="0"/>
                  <a:pt x="134" y="1"/>
                  <a:pt x="132" y="4"/>
                </a:cubicBezTo>
                <a:cubicBezTo>
                  <a:pt x="76" y="59"/>
                  <a:pt x="76" y="59"/>
                  <a:pt x="76" y="59"/>
                </a:cubicBezTo>
                <a:cubicBezTo>
                  <a:pt x="20" y="4"/>
                  <a:pt x="20" y="4"/>
                  <a:pt x="20" y="4"/>
                </a:cubicBezTo>
                <a:cubicBezTo>
                  <a:pt x="18" y="1"/>
                  <a:pt x="15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15"/>
                  <a:pt x="1" y="18"/>
                  <a:pt x="4" y="20"/>
                </a:cubicBezTo>
                <a:cubicBezTo>
                  <a:pt x="68" y="84"/>
                  <a:pt x="68" y="84"/>
                  <a:pt x="68" y="84"/>
                </a:cubicBezTo>
                <a:cubicBezTo>
                  <a:pt x="70" y="87"/>
                  <a:pt x="73" y="88"/>
                  <a:pt x="76" y="88"/>
                </a:cubicBezTo>
                <a:cubicBezTo>
                  <a:pt x="79" y="88"/>
                  <a:pt x="82" y="87"/>
                  <a:pt x="84" y="84"/>
                </a:cubicBezTo>
                <a:cubicBezTo>
                  <a:pt x="140" y="29"/>
                  <a:pt x="140" y="29"/>
                  <a:pt x="140" y="29"/>
                </a:cubicBezTo>
                <a:cubicBezTo>
                  <a:pt x="155" y="44"/>
                  <a:pt x="155" y="44"/>
                  <a:pt x="155" y="44"/>
                </a:cubicBezTo>
                <a:cubicBezTo>
                  <a:pt x="157" y="46"/>
                  <a:pt x="157" y="46"/>
                  <a:pt x="157" y="46"/>
                </a:cubicBezTo>
                <a:cubicBezTo>
                  <a:pt x="164" y="52"/>
                  <a:pt x="164" y="52"/>
                  <a:pt x="164" y="52"/>
                </a:cubicBezTo>
                <a:cubicBezTo>
                  <a:pt x="215" y="104"/>
                  <a:pt x="215" y="104"/>
                  <a:pt x="215" y="104"/>
                </a:cubicBezTo>
                <a:cubicBezTo>
                  <a:pt x="196" y="104"/>
                  <a:pt x="196" y="104"/>
                  <a:pt x="196" y="104"/>
                </a:cubicBezTo>
                <a:cubicBezTo>
                  <a:pt x="189" y="104"/>
                  <a:pt x="184" y="109"/>
                  <a:pt x="184" y="116"/>
                </a:cubicBezTo>
                <a:cubicBezTo>
                  <a:pt x="184" y="123"/>
                  <a:pt x="189" y="128"/>
                  <a:pt x="196" y="128"/>
                </a:cubicBezTo>
                <a:cubicBezTo>
                  <a:pt x="244" y="128"/>
                  <a:pt x="244" y="128"/>
                  <a:pt x="244" y="128"/>
                </a:cubicBezTo>
                <a:cubicBezTo>
                  <a:pt x="251" y="128"/>
                  <a:pt x="256" y="123"/>
                  <a:pt x="256" y="116"/>
                </a:cubicBezTo>
                <a:cubicBezTo>
                  <a:pt x="256" y="68"/>
                  <a:pt x="256" y="68"/>
                  <a:pt x="256" y="68"/>
                </a:cubicBezTo>
                <a:cubicBezTo>
                  <a:pt x="256" y="61"/>
                  <a:pt x="251" y="56"/>
                  <a:pt x="244" y="5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54" name="Freeform 36"/>
          <p:cNvSpPr/>
          <p:nvPr/>
        </p:nvSpPr>
        <p:spPr>
          <a:xfrm>
            <a:off x="3324240" y="1157400"/>
            <a:ext cx="420840" cy="210960"/>
          </a:xfrm>
          <a:custGeom>
            <a:avLst/>
            <a:gdLst/>
            <a:ahLst/>
            <a:rect l="l" t="t" r="r" b="b"/>
            <a:pathLst>
              <a:path w="256" h="128">
                <a:moveTo>
                  <a:pt x="244" y="72"/>
                </a:moveTo>
                <a:cubicBezTo>
                  <a:pt x="237" y="72"/>
                  <a:pt x="232" y="67"/>
                  <a:pt x="232" y="60"/>
                </a:cubicBezTo>
                <a:cubicBezTo>
                  <a:pt x="232" y="41"/>
                  <a:pt x="232" y="41"/>
                  <a:pt x="232" y="41"/>
                </a:cubicBezTo>
                <a:cubicBezTo>
                  <a:pt x="172" y="101"/>
                  <a:pt x="172" y="101"/>
                  <a:pt x="172" y="101"/>
                </a:cubicBezTo>
                <a:cubicBezTo>
                  <a:pt x="148" y="124"/>
                  <a:pt x="148" y="124"/>
                  <a:pt x="148" y="124"/>
                </a:cubicBezTo>
                <a:cubicBezTo>
                  <a:pt x="146" y="127"/>
                  <a:pt x="143" y="128"/>
                  <a:pt x="140" y="128"/>
                </a:cubicBezTo>
                <a:cubicBezTo>
                  <a:pt x="137" y="128"/>
                  <a:pt x="134" y="127"/>
                  <a:pt x="132" y="124"/>
                </a:cubicBezTo>
                <a:cubicBezTo>
                  <a:pt x="76" y="69"/>
                  <a:pt x="76" y="69"/>
                  <a:pt x="76" y="69"/>
                </a:cubicBezTo>
                <a:cubicBezTo>
                  <a:pt x="20" y="124"/>
                  <a:pt x="20" y="124"/>
                  <a:pt x="20" y="124"/>
                </a:cubicBezTo>
                <a:cubicBezTo>
                  <a:pt x="18" y="127"/>
                  <a:pt x="15" y="128"/>
                  <a:pt x="12" y="128"/>
                </a:cubicBezTo>
                <a:cubicBezTo>
                  <a:pt x="5" y="128"/>
                  <a:pt x="0" y="123"/>
                  <a:pt x="0" y="116"/>
                </a:cubicBezTo>
                <a:cubicBezTo>
                  <a:pt x="0" y="113"/>
                  <a:pt x="1" y="110"/>
                  <a:pt x="4" y="108"/>
                </a:cubicBezTo>
                <a:cubicBezTo>
                  <a:pt x="68" y="44"/>
                  <a:pt x="68" y="44"/>
                  <a:pt x="68" y="44"/>
                </a:cubicBezTo>
                <a:cubicBezTo>
                  <a:pt x="70" y="41"/>
                  <a:pt x="73" y="40"/>
                  <a:pt x="76" y="40"/>
                </a:cubicBezTo>
                <a:cubicBezTo>
                  <a:pt x="79" y="40"/>
                  <a:pt x="82" y="41"/>
                  <a:pt x="84" y="44"/>
                </a:cubicBezTo>
                <a:cubicBezTo>
                  <a:pt x="140" y="99"/>
                  <a:pt x="140" y="99"/>
                  <a:pt x="140" y="99"/>
                </a:cubicBezTo>
                <a:cubicBezTo>
                  <a:pt x="155" y="84"/>
                  <a:pt x="155" y="84"/>
                  <a:pt x="155" y="84"/>
                </a:cubicBezTo>
                <a:cubicBezTo>
                  <a:pt x="157" y="82"/>
                  <a:pt x="157" y="82"/>
                  <a:pt x="157" y="82"/>
                </a:cubicBezTo>
                <a:cubicBezTo>
                  <a:pt x="164" y="76"/>
                  <a:pt x="164" y="76"/>
                  <a:pt x="164" y="76"/>
                </a:cubicBezTo>
                <a:cubicBezTo>
                  <a:pt x="215" y="24"/>
                  <a:pt x="215" y="24"/>
                  <a:pt x="215" y="24"/>
                </a:cubicBezTo>
                <a:cubicBezTo>
                  <a:pt x="196" y="24"/>
                  <a:pt x="196" y="24"/>
                  <a:pt x="196" y="24"/>
                </a:cubicBezTo>
                <a:cubicBezTo>
                  <a:pt x="189" y="24"/>
                  <a:pt x="184" y="19"/>
                  <a:pt x="184" y="12"/>
                </a:cubicBezTo>
                <a:cubicBezTo>
                  <a:pt x="184" y="5"/>
                  <a:pt x="189" y="0"/>
                  <a:pt x="196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60"/>
                  <a:pt x="256" y="60"/>
                  <a:pt x="256" y="60"/>
                </a:cubicBezTo>
                <a:cubicBezTo>
                  <a:pt x="256" y="67"/>
                  <a:pt x="251" y="72"/>
                  <a:pt x="244" y="7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55" name="Freeform 37"/>
          <p:cNvSpPr/>
          <p:nvPr/>
        </p:nvSpPr>
        <p:spPr>
          <a:xfrm>
            <a:off x="2587680" y="1098720"/>
            <a:ext cx="420480" cy="328320"/>
          </a:xfrm>
          <a:custGeom>
            <a:avLst/>
            <a:gdLst/>
            <a:ahLst/>
            <a:rect l="l" t="t" r="r" b="b"/>
            <a:pathLst>
              <a:path w="256" h="200">
                <a:moveTo>
                  <a:pt x="184" y="172"/>
                </a:moveTo>
                <a:cubicBezTo>
                  <a:pt x="184" y="172"/>
                  <a:pt x="184" y="172"/>
                  <a:pt x="184" y="172"/>
                </a:cubicBezTo>
                <a:cubicBezTo>
                  <a:pt x="108" y="172"/>
                  <a:pt x="108" y="172"/>
                  <a:pt x="108" y="172"/>
                </a:cubicBezTo>
                <a:cubicBezTo>
                  <a:pt x="108" y="172"/>
                  <a:pt x="108" y="172"/>
                  <a:pt x="108" y="172"/>
                </a:cubicBezTo>
                <a:cubicBezTo>
                  <a:pt x="100" y="172"/>
                  <a:pt x="100" y="172"/>
                  <a:pt x="100" y="172"/>
                </a:cubicBezTo>
                <a:cubicBezTo>
                  <a:pt x="85" y="172"/>
                  <a:pt x="85" y="172"/>
                  <a:pt x="85" y="172"/>
                </a:cubicBezTo>
                <a:cubicBezTo>
                  <a:pt x="92" y="180"/>
                  <a:pt x="92" y="180"/>
                  <a:pt x="92" y="180"/>
                </a:cubicBezTo>
                <a:cubicBezTo>
                  <a:pt x="95" y="182"/>
                  <a:pt x="96" y="185"/>
                  <a:pt x="96" y="188"/>
                </a:cubicBezTo>
                <a:cubicBezTo>
                  <a:pt x="96" y="195"/>
                  <a:pt x="91" y="200"/>
                  <a:pt x="84" y="200"/>
                </a:cubicBezTo>
                <a:cubicBezTo>
                  <a:pt x="81" y="200"/>
                  <a:pt x="78" y="199"/>
                  <a:pt x="76" y="196"/>
                </a:cubicBezTo>
                <a:cubicBezTo>
                  <a:pt x="48" y="168"/>
                  <a:pt x="48" y="168"/>
                  <a:pt x="48" y="168"/>
                </a:cubicBezTo>
                <a:cubicBezTo>
                  <a:pt x="45" y="166"/>
                  <a:pt x="44" y="163"/>
                  <a:pt x="44" y="160"/>
                </a:cubicBezTo>
                <a:cubicBezTo>
                  <a:pt x="44" y="157"/>
                  <a:pt x="45" y="154"/>
                  <a:pt x="48" y="152"/>
                </a:cubicBezTo>
                <a:cubicBezTo>
                  <a:pt x="76" y="124"/>
                  <a:pt x="76" y="124"/>
                  <a:pt x="76" y="124"/>
                </a:cubicBezTo>
                <a:cubicBezTo>
                  <a:pt x="78" y="121"/>
                  <a:pt x="81" y="120"/>
                  <a:pt x="84" y="120"/>
                </a:cubicBezTo>
                <a:cubicBezTo>
                  <a:pt x="91" y="120"/>
                  <a:pt x="96" y="125"/>
                  <a:pt x="96" y="132"/>
                </a:cubicBezTo>
                <a:cubicBezTo>
                  <a:pt x="96" y="135"/>
                  <a:pt x="95" y="138"/>
                  <a:pt x="92" y="140"/>
                </a:cubicBezTo>
                <a:cubicBezTo>
                  <a:pt x="85" y="148"/>
                  <a:pt x="85" y="148"/>
                  <a:pt x="85" y="148"/>
                </a:cubicBezTo>
                <a:cubicBezTo>
                  <a:pt x="92" y="148"/>
                  <a:pt x="92" y="148"/>
                  <a:pt x="92" y="148"/>
                </a:cubicBezTo>
                <a:cubicBezTo>
                  <a:pt x="92" y="148"/>
                  <a:pt x="92" y="148"/>
                  <a:pt x="92" y="148"/>
                </a:cubicBezTo>
                <a:cubicBezTo>
                  <a:pt x="104" y="148"/>
                  <a:pt x="104" y="148"/>
                  <a:pt x="104" y="148"/>
                </a:cubicBezTo>
                <a:cubicBezTo>
                  <a:pt x="104" y="148"/>
                  <a:pt x="104" y="148"/>
                  <a:pt x="104" y="148"/>
                </a:cubicBezTo>
                <a:cubicBezTo>
                  <a:pt x="184" y="148"/>
                  <a:pt x="184" y="148"/>
                  <a:pt x="184" y="148"/>
                </a:cubicBezTo>
                <a:cubicBezTo>
                  <a:pt x="211" y="148"/>
                  <a:pt x="232" y="127"/>
                  <a:pt x="232" y="100"/>
                </a:cubicBezTo>
                <a:cubicBezTo>
                  <a:pt x="232" y="72"/>
                  <a:pt x="232" y="72"/>
                  <a:pt x="232" y="72"/>
                </a:cubicBezTo>
                <a:cubicBezTo>
                  <a:pt x="232" y="65"/>
                  <a:pt x="237" y="60"/>
                  <a:pt x="244" y="60"/>
                </a:cubicBezTo>
                <a:cubicBezTo>
                  <a:pt x="251" y="60"/>
                  <a:pt x="256" y="65"/>
                  <a:pt x="256" y="72"/>
                </a:cubicBezTo>
                <a:cubicBezTo>
                  <a:pt x="256" y="100"/>
                  <a:pt x="256" y="100"/>
                  <a:pt x="256" y="100"/>
                </a:cubicBezTo>
                <a:cubicBezTo>
                  <a:pt x="256" y="140"/>
                  <a:pt x="224" y="172"/>
                  <a:pt x="184" y="172"/>
                </a:cubicBezTo>
                <a:moveTo>
                  <a:pt x="180" y="76"/>
                </a:moveTo>
                <a:cubicBezTo>
                  <a:pt x="178" y="79"/>
                  <a:pt x="175" y="80"/>
                  <a:pt x="172" y="80"/>
                </a:cubicBezTo>
                <a:cubicBezTo>
                  <a:pt x="165" y="80"/>
                  <a:pt x="160" y="75"/>
                  <a:pt x="160" y="68"/>
                </a:cubicBezTo>
                <a:cubicBezTo>
                  <a:pt x="160" y="65"/>
                  <a:pt x="161" y="62"/>
                  <a:pt x="164" y="60"/>
                </a:cubicBezTo>
                <a:cubicBezTo>
                  <a:pt x="171" y="52"/>
                  <a:pt x="171" y="52"/>
                  <a:pt x="171" y="52"/>
                </a:cubicBezTo>
                <a:cubicBezTo>
                  <a:pt x="164" y="52"/>
                  <a:pt x="164" y="52"/>
                  <a:pt x="164" y="52"/>
                </a:cubicBezTo>
                <a:cubicBezTo>
                  <a:pt x="164" y="52"/>
                  <a:pt x="164" y="52"/>
                  <a:pt x="164" y="52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72" y="52"/>
                  <a:pt x="72" y="52"/>
                  <a:pt x="72" y="52"/>
                </a:cubicBezTo>
                <a:cubicBezTo>
                  <a:pt x="45" y="52"/>
                  <a:pt x="24" y="73"/>
                  <a:pt x="24" y="100"/>
                </a:cubicBezTo>
                <a:cubicBezTo>
                  <a:pt x="24" y="128"/>
                  <a:pt x="24" y="128"/>
                  <a:pt x="24" y="128"/>
                </a:cubicBezTo>
                <a:cubicBezTo>
                  <a:pt x="24" y="135"/>
                  <a:pt x="19" y="140"/>
                  <a:pt x="12" y="140"/>
                </a:cubicBezTo>
                <a:cubicBezTo>
                  <a:pt x="5" y="140"/>
                  <a:pt x="0" y="135"/>
                  <a:pt x="0" y="128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60"/>
                  <a:pt x="32" y="28"/>
                  <a:pt x="72" y="28"/>
                </a:cubicBezTo>
                <a:cubicBezTo>
                  <a:pt x="148" y="28"/>
                  <a:pt x="148" y="28"/>
                  <a:pt x="148" y="28"/>
                </a:cubicBezTo>
                <a:cubicBezTo>
                  <a:pt x="148" y="28"/>
                  <a:pt x="148" y="28"/>
                  <a:pt x="148" y="28"/>
                </a:cubicBezTo>
                <a:cubicBezTo>
                  <a:pt x="156" y="28"/>
                  <a:pt x="156" y="28"/>
                  <a:pt x="156" y="28"/>
                </a:cubicBezTo>
                <a:cubicBezTo>
                  <a:pt x="171" y="28"/>
                  <a:pt x="171" y="28"/>
                  <a:pt x="171" y="28"/>
                </a:cubicBezTo>
                <a:cubicBezTo>
                  <a:pt x="164" y="20"/>
                  <a:pt x="164" y="20"/>
                  <a:pt x="164" y="20"/>
                </a:cubicBezTo>
                <a:cubicBezTo>
                  <a:pt x="161" y="18"/>
                  <a:pt x="160" y="15"/>
                  <a:pt x="160" y="12"/>
                </a:cubicBezTo>
                <a:cubicBezTo>
                  <a:pt x="160" y="5"/>
                  <a:pt x="165" y="0"/>
                  <a:pt x="172" y="0"/>
                </a:cubicBezTo>
                <a:cubicBezTo>
                  <a:pt x="175" y="0"/>
                  <a:pt x="178" y="1"/>
                  <a:pt x="180" y="4"/>
                </a:cubicBezTo>
                <a:cubicBezTo>
                  <a:pt x="208" y="32"/>
                  <a:pt x="208" y="32"/>
                  <a:pt x="208" y="32"/>
                </a:cubicBezTo>
                <a:cubicBezTo>
                  <a:pt x="211" y="34"/>
                  <a:pt x="212" y="37"/>
                  <a:pt x="212" y="40"/>
                </a:cubicBezTo>
                <a:cubicBezTo>
                  <a:pt x="212" y="43"/>
                  <a:pt x="211" y="46"/>
                  <a:pt x="208" y="48"/>
                </a:cubicBezTo>
                <a:lnTo>
                  <a:pt x="180" y="7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56" name="Freeform 38"/>
          <p:cNvSpPr/>
          <p:nvPr/>
        </p:nvSpPr>
        <p:spPr>
          <a:xfrm>
            <a:off x="1852560" y="1052640"/>
            <a:ext cx="420840" cy="42048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44" y="48"/>
                </a:moveTo>
                <a:cubicBezTo>
                  <a:pt x="232" y="48"/>
                  <a:pt x="232" y="48"/>
                  <a:pt x="232" y="48"/>
                </a:cubicBezTo>
                <a:cubicBezTo>
                  <a:pt x="232" y="116"/>
                  <a:pt x="232" y="116"/>
                  <a:pt x="232" y="116"/>
                </a:cubicBezTo>
                <a:cubicBezTo>
                  <a:pt x="232" y="172"/>
                  <a:pt x="232" y="172"/>
                  <a:pt x="232" y="172"/>
                </a:cubicBezTo>
                <a:cubicBezTo>
                  <a:pt x="232" y="184"/>
                  <a:pt x="232" y="184"/>
                  <a:pt x="232" y="184"/>
                </a:cubicBezTo>
                <a:cubicBezTo>
                  <a:pt x="232" y="191"/>
                  <a:pt x="227" y="196"/>
                  <a:pt x="220" y="196"/>
                </a:cubicBezTo>
                <a:cubicBezTo>
                  <a:pt x="157" y="196"/>
                  <a:pt x="157" y="196"/>
                  <a:pt x="157" y="196"/>
                </a:cubicBezTo>
                <a:cubicBezTo>
                  <a:pt x="196" y="236"/>
                  <a:pt x="196" y="236"/>
                  <a:pt x="196" y="236"/>
                </a:cubicBezTo>
                <a:cubicBezTo>
                  <a:pt x="199" y="238"/>
                  <a:pt x="200" y="241"/>
                  <a:pt x="200" y="244"/>
                </a:cubicBezTo>
                <a:cubicBezTo>
                  <a:pt x="200" y="251"/>
                  <a:pt x="195" y="256"/>
                  <a:pt x="188" y="256"/>
                </a:cubicBezTo>
                <a:cubicBezTo>
                  <a:pt x="185" y="256"/>
                  <a:pt x="182" y="255"/>
                  <a:pt x="180" y="252"/>
                </a:cubicBezTo>
                <a:cubicBezTo>
                  <a:pt x="140" y="213"/>
                  <a:pt x="140" y="213"/>
                  <a:pt x="140" y="213"/>
                </a:cubicBezTo>
                <a:cubicBezTo>
                  <a:pt x="140" y="244"/>
                  <a:pt x="140" y="244"/>
                  <a:pt x="140" y="244"/>
                </a:cubicBezTo>
                <a:cubicBezTo>
                  <a:pt x="140" y="251"/>
                  <a:pt x="135" y="256"/>
                  <a:pt x="128" y="256"/>
                </a:cubicBezTo>
                <a:cubicBezTo>
                  <a:pt x="121" y="256"/>
                  <a:pt x="116" y="251"/>
                  <a:pt x="116" y="244"/>
                </a:cubicBezTo>
                <a:cubicBezTo>
                  <a:pt x="116" y="213"/>
                  <a:pt x="116" y="213"/>
                  <a:pt x="116" y="213"/>
                </a:cubicBezTo>
                <a:cubicBezTo>
                  <a:pt x="76" y="252"/>
                  <a:pt x="76" y="252"/>
                  <a:pt x="76" y="252"/>
                </a:cubicBezTo>
                <a:cubicBezTo>
                  <a:pt x="74" y="255"/>
                  <a:pt x="71" y="256"/>
                  <a:pt x="68" y="256"/>
                </a:cubicBezTo>
                <a:cubicBezTo>
                  <a:pt x="61" y="256"/>
                  <a:pt x="56" y="251"/>
                  <a:pt x="56" y="244"/>
                </a:cubicBezTo>
                <a:cubicBezTo>
                  <a:pt x="56" y="241"/>
                  <a:pt x="57" y="238"/>
                  <a:pt x="60" y="236"/>
                </a:cubicBezTo>
                <a:cubicBezTo>
                  <a:pt x="99" y="196"/>
                  <a:pt x="99" y="196"/>
                  <a:pt x="99" y="196"/>
                </a:cubicBezTo>
                <a:cubicBezTo>
                  <a:pt x="36" y="196"/>
                  <a:pt x="36" y="196"/>
                  <a:pt x="36" y="196"/>
                </a:cubicBezTo>
                <a:cubicBezTo>
                  <a:pt x="29" y="196"/>
                  <a:pt x="24" y="191"/>
                  <a:pt x="24" y="184"/>
                </a:cubicBezTo>
                <a:cubicBezTo>
                  <a:pt x="24" y="172"/>
                  <a:pt x="24" y="172"/>
                  <a:pt x="24" y="172"/>
                </a:cubicBezTo>
                <a:cubicBezTo>
                  <a:pt x="24" y="116"/>
                  <a:pt x="24" y="116"/>
                  <a:pt x="24" y="116"/>
                </a:cubicBezTo>
                <a:cubicBezTo>
                  <a:pt x="24" y="48"/>
                  <a:pt x="24" y="48"/>
                  <a:pt x="24" y="48"/>
                </a:cubicBezTo>
                <a:cubicBezTo>
                  <a:pt x="12" y="48"/>
                  <a:pt x="12" y="48"/>
                  <a:pt x="12" y="48"/>
                </a:cubicBezTo>
                <a:cubicBezTo>
                  <a:pt x="5" y="48"/>
                  <a:pt x="0" y="43"/>
                  <a:pt x="0" y="36"/>
                </a:cubicBezTo>
                <a:cubicBezTo>
                  <a:pt x="0" y="29"/>
                  <a:pt x="5" y="24"/>
                  <a:pt x="12" y="24"/>
                </a:cubicBezTo>
                <a:cubicBezTo>
                  <a:pt x="116" y="24"/>
                  <a:pt x="116" y="24"/>
                  <a:pt x="116" y="24"/>
                </a:cubicBezTo>
                <a:cubicBezTo>
                  <a:pt x="116" y="12"/>
                  <a:pt x="116" y="12"/>
                  <a:pt x="116" y="12"/>
                </a:cubicBezTo>
                <a:cubicBezTo>
                  <a:pt x="116" y="5"/>
                  <a:pt x="121" y="0"/>
                  <a:pt x="128" y="0"/>
                </a:cubicBezTo>
                <a:cubicBezTo>
                  <a:pt x="135" y="0"/>
                  <a:pt x="140" y="5"/>
                  <a:pt x="140" y="12"/>
                </a:cubicBezTo>
                <a:cubicBezTo>
                  <a:pt x="140" y="24"/>
                  <a:pt x="140" y="24"/>
                  <a:pt x="140" y="24"/>
                </a:cubicBezTo>
                <a:cubicBezTo>
                  <a:pt x="244" y="24"/>
                  <a:pt x="244" y="24"/>
                  <a:pt x="244" y="24"/>
                </a:cubicBezTo>
                <a:cubicBezTo>
                  <a:pt x="251" y="24"/>
                  <a:pt x="256" y="29"/>
                  <a:pt x="256" y="36"/>
                </a:cubicBezTo>
                <a:cubicBezTo>
                  <a:pt x="256" y="43"/>
                  <a:pt x="251" y="48"/>
                  <a:pt x="244" y="48"/>
                </a:cubicBezTo>
                <a:moveTo>
                  <a:pt x="208" y="104"/>
                </a:moveTo>
                <a:cubicBezTo>
                  <a:pt x="208" y="92"/>
                  <a:pt x="208" y="92"/>
                  <a:pt x="208" y="92"/>
                </a:cubicBezTo>
                <a:cubicBezTo>
                  <a:pt x="208" y="48"/>
                  <a:pt x="208" y="48"/>
                  <a:pt x="208" y="48"/>
                </a:cubicBezTo>
                <a:cubicBezTo>
                  <a:pt x="48" y="48"/>
                  <a:pt x="48" y="48"/>
                  <a:pt x="48" y="48"/>
                </a:cubicBezTo>
                <a:cubicBezTo>
                  <a:pt x="48" y="92"/>
                  <a:pt x="48" y="92"/>
                  <a:pt x="48" y="92"/>
                </a:cubicBezTo>
                <a:cubicBezTo>
                  <a:pt x="48" y="104"/>
                  <a:pt x="48" y="104"/>
                  <a:pt x="48" y="104"/>
                </a:cubicBezTo>
                <a:cubicBezTo>
                  <a:pt x="48" y="172"/>
                  <a:pt x="48" y="172"/>
                  <a:pt x="48" y="172"/>
                </a:cubicBezTo>
                <a:cubicBezTo>
                  <a:pt x="208" y="172"/>
                  <a:pt x="208" y="172"/>
                  <a:pt x="208" y="172"/>
                </a:cubicBezTo>
                <a:lnTo>
                  <a:pt x="208" y="10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57" name="Freeform 39"/>
          <p:cNvSpPr/>
          <p:nvPr/>
        </p:nvSpPr>
        <p:spPr>
          <a:xfrm>
            <a:off x="1116000" y="1052640"/>
            <a:ext cx="420840" cy="42048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12" y="80"/>
                </a:moveTo>
                <a:cubicBezTo>
                  <a:pt x="68" y="80"/>
                  <a:pt x="68" y="80"/>
                  <a:pt x="68" y="80"/>
                </a:cubicBezTo>
                <a:cubicBezTo>
                  <a:pt x="68" y="104"/>
                  <a:pt x="68" y="104"/>
                  <a:pt x="68" y="104"/>
                </a:cubicBezTo>
                <a:cubicBezTo>
                  <a:pt x="24" y="104"/>
                  <a:pt x="24" y="104"/>
                  <a:pt x="24" y="104"/>
                </a:cubicBezTo>
                <a:cubicBezTo>
                  <a:pt x="24" y="232"/>
                  <a:pt x="24" y="232"/>
                  <a:pt x="24" y="232"/>
                </a:cubicBezTo>
                <a:cubicBezTo>
                  <a:pt x="64" y="232"/>
                  <a:pt x="64" y="232"/>
                  <a:pt x="64" y="232"/>
                </a:cubicBezTo>
                <a:cubicBezTo>
                  <a:pt x="116" y="232"/>
                  <a:pt x="116" y="232"/>
                  <a:pt x="116" y="232"/>
                </a:cubicBezTo>
                <a:cubicBezTo>
                  <a:pt x="152" y="232"/>
                  <a:pt x="152" y="232"/>
                  <a:pt x="152" y="232"/>
                </a:cubicBezTo>
                <a:cubicBezTo>
                  <a:pt x="152" y="188"/>
                  <a:pt x="152" y="188"/>
                  <a:pt x="152" y="188"/>
                </a:cubicBezTo>
                <a:cubicBezTo>
                  <a:pt x="176" y="188"/>
                  <a:pt x="176" y="188"/>
                  <a:pt x="176" y="188"/>
                </a:cubicBezTo>
                <a:cubicBezTo>
                  <a:pt x="176" y="244"/>
                  <a:pt x="176" y="244"/>
                  <a:pt x="176" y="244"/>
                </a:cubicBezTo>
                <a:cubicBezTo>
                  <a:pt x="176" y="251"/>
                  <a:pt x="171" y="256"/>
                  <a:pt x="164" y="256"/>
                </a:cubicBezTo>
                <a:cubicBezTo>
                  <a:pt x="120" y="256"/>
                  <a:pt x="120" y="256"/>
                  <a:pt x="120" y="256"/>
                </a:cubicBezTo>
                <a:cubicBezTo>
                  <a:pt x="52" y="256"/>
                  <a:pt x="52" y="256"/>
                  <a:pt x="52" y="256"/>
                </a:cubicBez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92"/>
                  <a:pt x="0" y="92"/>
                  <a:pt x="0" y="92"/>
                </a:cubicBezTo>
                <a:cubicBezTo>
                  <a:pt x="0" y="85"/>
                  <a:pt x="5" y="80"/>
                  <a:pt x="12" y="80"/>
                </a:cubicBezTo>
                <a:moveTo>
                  <a:pt x="132" y="176"/>
                </a:moveTo>
                <a:cubicBezTo>
                  <a:pt x="132" y="176"/>
                  <a:pt x="132" y="176"/>
                  <a:pt x="132" y="176"/>
                </a:cubicBezTo>
                <a:cubicBezTo>
                  <a:pt x="92" y="176"/>
                  <a:pt x="92" y="176"/>
                  <a:pt x="92" y="176"/>
                </a:cubicBezTo>
                <a:cubicBezTo>
                  <a:pt x="85" y="176"/>
                  <a:pt x="80" y="171"/>
                  <a:pt x="80" y="164"/>
                </a:cubicBezTo>
                <a:cubicBezTo>
                  <a:pt x="80" y="12"/>
                  <a:pt x="80" y="12"/>
                  <a:pt x="80" y="12"/>
                </a:cubicBezTo>
                <a:cubicBezTo>
                  <a:pt x="80" y="5"/>
                  <a:pt x="85" y="0"/>
                  <a:pt x="9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64"/>
                  <a:pt x="256" y="164"/>
                  <a:pt x="256" y="164"/>
                </a:cubicBezTo>
                <a:cubicBezTo>
                  <a:pt x="256" y="171"/>
                  <a:pt x="251" y="176"/>
                  <a:pt x="244" y="176"/>
                </a:cubicBezTo>
                <a:cubicBezTo>
                  <a:pt x="200" y="176"/>
                  <a:pt x="200" y="176"/>
                  <a:pt x="200" y="176"/>
                </a:cubicBezTo>
                <a:lnTo>
                  <a:pt x="132" y="176"/>
                </a:lnTo>
                <a:close/>
                <a:moveTo>
                  <a:pt x="232" y="152"/>
                </a:moveTo>
                <a:cubicBezTo>
                  <a:pt x="232" y="24"/>
                  <a:pt x="232" y="24"/>
                  <a:pt x="232" y="24"/>
                </a:cubicBezTo>
                <a:cubicBezTo>
                  <a:pt x="104" y="24"/>
                  <a:pt x="104" y="24"/>
                  <a:pt x="104" y="24"/>
                </a:cubicBezTo>
                <a:cubicBezTo>
                  <a:pt x="104" y="152"/>
                  <a:pt x="104" y="152"/>
                  <a:pt x="104" y="152"/>
                </a:cubicBezTo>
                <a:cubicBezTo>
                  <a:pt x="144" y="152"/>
                  <a:pt x="144" y="152"/>
                  <a:pt x="144" y="152"/>
                </a:cubicBezTo>
                <a:cubicBezTo>
                  <a:pt x="196" y="152"/>
                  <a:pt x="196" y="152"/>
                  <a:pt x="196" y="152"/>
                </a:cubicBezTo>
                <a:lnTo>
                  <a:pt x="232" y="15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58" name="Freeform 40"/>
          <p:cNvSpPr/>
          <p:nvPr/>
        </p:nvSpPr>
        <p:spPr>
          <a:xfrm>
            <a:off x="379440" y="1052640"/>
            <a:ext cx="420840" cy="42048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44" y="176"/>
                </a:moveTo>
                <a:cubicBezTo>
                  <a:pt x="188" y="176"/>
                  <a:pt x="188" y="176"/>
                  <a:pt x="188" y="176"/>
                </a:cubicBezTo>
                <a:cubicBezTo>
                  <a:pt x="188" y="152"/>
                  <a:pt x="188" y="152"/>
                  <a:pt x="188" y="152"/>
                </a:cubicBezTo>
                <a:cubicBezTo>
                  <a:pt x="232" y="152"/>
                  <a:pt x="232" y="152"/>
                  <a:pt x="232" y="152"/>
                </a:cubicBezTo>
                <a:cubicBezTo>
                  <a:pt x="232" y="24"/>
                  <a:pt x="232" y="24"/>
                  <a:pt x="232" y="24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40" y="24"/>
                  <a:pt x="140" y="24"/>
                  <a:pt x="140" y="24"/>
                </a:cubicBezTo>
                <a:cubicBezTo>
                  <a:pt x="104" y="24"/>
                  <a:pt x="104" y="24"/>
                  <a:pt x="104" y="24"/>
                </a:cubicBezTo>
                <a:cubicBezTo>
                  <a:pt x="104" y="68"/>
                  <a:pt x="104" y="68"/>
                  <a:pt x="104" y="68"/>
                </a:cubicBezTo>
                <a:cubicBezTo>
                  <a:pt x="80" y="68"/>
                  <a:pt x="80" y="68"/>
                  <a:pt x="80" y="68"/>
                </a:cubicBezTo>
                <a:cubicBezTo>
                  <a:pt x="80" y="12"/>
                  <a:pt x="80" y="12"/>
                  <a:pt x="80" y="12"/>
                </a:cubicBezTo>
                <a:cubicBezTo>
                  <a:pt x="80" y="5"/>
                  <a:pt x="85" y="0"/>
                  <a:pt x="92" y="0"/>
                </a:cubicBezTo>
                <a:cubicBezTo>
                  <a:pt x="136" y="0"/>
                  <a:pt x="136" y="0"/>
                  <a:pt x="136" y="0"/>
                </a:cubicBezTo>
                <a:cubicBezTo>
                  <a:pt x="204" y="0"/>
                  <a:pt x="204" y="0"/>
                  <a:pt x="204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64"/>
                  <a:pt x="256" y="164"/>
                  <a:pt x="256" y="164"/>
                </a:cubicBezTo>
                <a:cubicBezTo>
                  <a:pt x="256" y="171"/>
                  <a:pt x="251" y="176"/>
                  <a:pt x="244" y="176"/>
                </a:cubicBezTo>
                <a:moveTo>
                  <a:pt x="124" y="80"/>
                </a:moveTo>
                <a:cubicBezTo>
                  <a:pt x="124" y="80"/>
                  <a:pt x="124" y="80"/>
                  <a:pt x="124" y="80"/>
                </a:cubicBezTo>
                <a:cubicBezTo>
                  <a:pt x="164" y="80"/>
                  <a:pt x="164" y="80"/>
                  <a:pt x="164" y="80"/>
                </a:cubicBezTo>
                <a:cubicBezTo>
                  <a:pt x="171" y="80"/>
                  <a:pt x="176" y="85"/>
                  <a:pt x="176" y="92"/>
                </a:cubicBezTo>
                <a:cubicBezTo>
                  <a:pt x="176" y="244"/>
                  <a:pt x="176" y="244"/>
                  <a:pt x="176" y="244"/>
                </a:cubicBezTo>
                <a:cubicBezTo>
                  <a:pt x="176" y="251"/>
                  <a:pt x="171" y="256"/>
                  <a:pt x="164" y="256"/>
                </a:cubicBez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92"/>
                  <a:pt x="0" y="92"/>
                  <a:pt x="0" y="92"/>
                </a:cubicBezTo>
                <a:cubicBezTo>
                  <a:pt x="0" y="85"/>
                  <a:pt x="5" y="80"/>
                  <a:pt x="12" y="80"/>
                </a:cubicBezTo>
                <a:cubicBezTo>
                  <a:pt x="56" y="80"/>
                  <a:pt x="56" y="80"/>
                  <a:pt x="56" y="80"/>
                </a:cubicBezTo>
                <a:lnTo>
                  <a:pt x="124" y="80"/>
                </a:lnTo>
                <a:close/>
                <a:moveTo>
                  <a:pt x="24" y="104"/>
                </a:moveTo>
                <a:cubicBezTo>
                  <a:pt x="24" y="232"/>
                  <a:pt x="24" y="232"/>
                  <a:pt x="24" y="232"/>
                </a:cubicBezTo>
                <a:cubicBezTo>
                  <a:pt x="152" y="232"/>
                  <a:pt x="152" y="232"/>
                  <a:pt x="152" y="232"/>
                </a:cubicBezTo>
                <a:cubicBezTo>
                  <a:pt x="152" y="104"/>
                  <a:pt x="152" y="104"/>
                  <a:pt x="152" y="104"/>
                </a:cubicBezTo>
                <a:cubicBezTo>
                  <a:pt x="112" y="104"/>
                  <a:pt x="112" y="104"/>
                  <a:pt x="112" y="104"/>
                </a:cubicBezTo>
                <a:cubicBezTo>
                  <a:pt x="60" y="104"/>
                  <a:pt x="60" y="104"/>
                  <a:pt x="60" y="104"/>
                </a:cubicBezTo>
                <a:lnTo>
                  <a:pt x="24" y="10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59" name="Freeform 41"/>
          <p:cNvSpPr/>
          <p:nvPr/>
        </p:nvSpPr>
        <p:spPr>
          <a:xfrm>
            <a:off x="8489880" y="343080"/>
            <a:ext cx="401760" cy="355320"/>
          </a:xfrm>
          <a:custGeom>
            <a:avLst/>
            <a:gdLst/>
            <a:ahLst/>
            <a:rect l="l" t="t" r="r" b="b"/>
            <a:pathLst>
              <a:path w="244" h="216">
                <a:moveTo>
                  <a:pt x="216" y="130"/>
                </a:moveTo>
                <a:cubicBezTo>
                  <a:pt x="136" y="210"/>
                  <a:pt x="136" y="210"/>
                  <a:pt x="136" y="210"/>
                </a:cubicBezTo>
                <a:cubicBezTo>
                  <a:pt x="132" y="214"/>
                  <a:pt x="124" y="214"/>
                  <a:pt x="119" y="210"/>
                </a:cubicBezTo>
                <a:cubicBezTo>
                  <a:pt x="115" y="205"/>
                  <a:pt x="115" y="197"/>
                  <a:pt x="119" y="193"/>
                </a:cubicBezTo>
                <a:cubicBezTo>
                  <a:pt x="199" y="113"/>
                  <a:pt x="199" y="113"/>
                  <a:pt x="199" y="113"/>
                </a:cubicBezTo>
                <a:cubicBezTo>
                  <a:pt x="217" y="95"/>
                  <a:pt x="217" y="64"/>
                  <a:pt x="199" y="45"/>
                </a:cubicBezTo>
                <a:cubicBezTo>
                  <a:pt x="180" y="27"/>
                  <a:pt x="149" y="27"/>
                  <a:pt x="131" y="45"/>
                </a:cubicBezTo>
                <a:cubicBezTo>
                  <a:pt x="37" y="139"/>
                  <a:pt x="37" y="139"/>
                  <a:pt x="37" y="139"/>
                </a:cubicBezTo>
                <a:cubicBezTo>
                  <a:pt x="26" y="150"/>
                  <a:pt x="26" y="167"/>
                  <a:pt x="37" y="178"/>
                </a:cubicBezTo>
                <a:cubicBezTo>
                  <a:pt x="48" y="189"/>
                  <a:pt x="66" y="189"/>
                  <a:pt x="77" y="178"/>
                </a:cubicBezTo>
                <a:cubicBezTo>
                  <a:pt x="165" y="91"/>
                  <a:pt x="165" y="91"/>
                  <a:pt x="165" y="91"/>
                </a:cubicBezTo>
                <a:cubicBezTo>
                  <a:pt x="168" y="88"/>
                  <a:pt x="168" y="83"/>
                  <a:pt x="165" y="79"/>
                </a:cubicBezTo>
                <a:cubicBezTo>
                  <a:pt x="161" y="76"/>
                  <a:pt x="156" y="76"/>
                  <a:pt x="153" y="79"/>
                </a:cubicBezTo>
                <a:cubicBezTo>
                  <a:pt x="80" y="153"/>
                  <a:pt x="80" y="153"/>
                  <a:pt x="80" y="153"/>
                </a:cubicBezTo>
                <a:cubicBezTo>
                  <a:pt x="75" y="158"/>
                  <a:pt x="67" y="158"/>
                  <a:pt x="63" y="153"/>
                </a:cubicBezTo>
                <a:cubicBezTo>
                  <a:pt x="58" y="148"/>
                  <a:pt x="58" y="141"/>
                  <a:pt x="63" y="136"/>
                </a:cubicBezTo>
                <a:cubicBezTo>
                  <a:pt x="136" y="62"/>
                  <a:pt x="136" y="62"/>
                  <a:pt x="136" y="62"/>
                </a:cubicBezTo>
                <a:cubicBezTo>
                  <a:pt x="149" y="50"/>
                  <a:pt x="169" y="50"/>
                  <a:pt x="182" y="62"/>
                </a:cubicBezTo>
                <a:cubicBezTo>
                  <a:pt x="194" y="75"/>
                  <a:pt x="194" y="95"/>
                  <a:pt x="182" y="108"/>
                </a:cubicBezTo>
                <a:cubicBezTo>
                  <a:pt x="94" y="195"/>
                  <a:pt x="94" y="195"/>
                  <a:pt x="94" y="195"/>
                </a:cubicBezTo>
                <a:cubicBezTo>
                  <a:pt x="74" y="216"/>
                  <a:pt x="41" y="216"/>
                  <a:pt x="20" y="195"/>
                </a:cubicBezTo>
                <a:cubicBezTo>
                  <a:pt x="0" y="175"/>
                  <a:pt x="0" y="142"/>
                  <a:pt x="20" y="122"/>
                </a:cubicBezTo>
                <a:cubicBezTo>
                  <a:pt x="114" y="28"/>
                  <a:pt x="114" y="28"/>
                  <a:pt x="114" y="28"/>
                </a:cubicBezTo>
                <a:cubicBezTo>
                  <a:pt x="142" y="0"/>
                  <a:pt x="187" y="0"/>
                  <a:pt x="216" y="28"/>
                </a:cubicBezTo>
                <a:cubicBezTo>
                  <a:pt x="244" y="57"/>
                  <a:pt x="244" y="102"/>
                  <a:pt x="216" y="130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60" name="Freeform 42"/>
          <p:cNvSpPr/>
          <p:nvPr/>
        </p:nvSpPr>
        <p:spPr>
          <a:xfrm>
            <a:off x="7742160" y="314280"/>
            <a:ext cx="420840" cy="42084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55" y="16"/>
                </a:moveTo>
                <a:cubicBezTo>
                  <a:pt x="255" y="16"/>
                  <a:pt x="255" y="16"/>
                  <a:pt x="255" y="16"/>
                </a:cubicBezTo>
                <a:cubicBezTo>
                  <a:pt x="167" y="248"/>
                  <a:pt x="167" y="248"/>
                  <a:pt x="167" y="248"/>
                </a:cubicBezTo>
                <a:cubicBezTo>
                  <a:pt x="167" y="248"/>
                  <a:pt x="167" y="248"/>
                  <a:pt x="167" y="248"/>
                </a:cubicBezTo>
                <a:cubicBezTo>
                  <a:pt x="165" y="253"/>
                  <a:pt x="161" y="256"/>
                  <a:pt x="156" y="256"/>
                </a:cubicBezTo>
                <a:cubicBezTo>
                  <a:pt x="150" y="256"/>
                  <a:pt x="146" y="252"/>
                  <a:pt x="144" y="247"/>
                </a:cubicBezTo>
                <a:cubicBezTo>
                  <a:pt x="144" y="247"/>
                  <a:pt x="144" y="247"/>
                  <a:pt x="144" y="247"/>
                </a:cubicBezTo>
                <a:cubicBezTo>
                  <a:pt x="118" y="138"/>
                  <a:pt x="118" y="138"/>
                  <a:pt x="118" y="138"/>
                </a:cubicBezTo>
                <a:cubicBezTo>
                  <a:pt x="9" y="112"/>
                  <a:pt x="9" y="112"/>
                  <a:pt x="9" y="112"/>
                </a:cubicBezTo>
                <a:cubicBezTo>
                  <a:pt x="9" y="112"/>
                  <a:pt x="9" y="112"/>
                  <a:pt x="9" y="112"/>
                </a:cubicBezTo>
                <a:cubicBezTo>
                  <a:pt x="4" y="110"/>
                  <a:pt x="0" y="106"/>
                  <a:pt x="0" y="100"/>
                </a:cubicBezTo>
                <a:cubicBezTo>
                  <a:pt x="0" y="95"/>
                  <a:pt x="3" y="91"/>
                  <a:pt x="8" y="89"/>
                </a:cubicBezTo>
                <a:cubicBezTo>
                  <a:pt x="8" y="89"/>
                  <a:pt x="8" y="89"/>
                  <a:pt x="8" y="89"/>
                </a:cubicBezTo>
                <a:cubicBezTo>
                  <a:pt x="240" y="1"/>
                  <a:pt x="240" y="1"/>
                  <a:pt x="240" y="1"/>
                </a:cubicBezTo>
                <a:cubicBezTo>
                  <a:pt x="240" y="1"/>
                  <a:pt x="240" y="1"/>
                  <a:pt x="240" y="1"/>
                </a:cubicBezTo>
                <a:cubicBezTo>
                  <a:pt x="241" y="0"/>
                  <a:pt x="243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4"/>
                  <a:pt x="256" y="15"/>
                  <a:pt x="255" y="16"/>
                </a:cubicBezTo>
                <a:moveTo>
                  <a:pt x="53" y="97"/>
                </a:moveTo>
                <a:cubicBezTo>
                  <a:pt x="131" y="116"/>
                  <a:pt x="131" y="116"/>
                  <a:pt x="131" y="116"/>
                </a:cubicBezTo>
                <a:cubicBezTo>
                  <a:pt x="131" y="116"/>
                  <a:pt x="131" y="116"/>
                  <a:pt x="131" y="116"/>
                </a:cubicBezTo>
                <a:cubicBezTo>
                  <a:pt x="135" y="117"/>
                  <a:pt x="139" y="121"/>
                  <a:pt x="140" y="125"/>
                </a:cubicBezTo>
                <a:cubicBezTo>
                  <a:pt x="140" y="125"/>
                  <a:pt x="140" y="125"/>
                  <a:pt x="140" y="125"/>
                </a:cubicBezTo>
                <a:cubicBezTo>
                  <a:pt x="159" y="203"/>
                  <a:pt x="159" y="203"/>
                  <a:pt x="159" y="203"/>
                </a:cubicBezTo>
                <a:cubicBezTo>
                  <a:pt x="223" y="33"/>
                  <a:pt x="223" y="33"/>
                  <a:pt x="223" y="33"/>
                </a:cubicBezTo>
                <a:lnTo>
                  <a:pt x="53" y="9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61" name="Freeform 43"/>
          <p:cNvSpPr/>
          <p:nvPr/>
        </p:nvSpPr>
        <p:spPr>
          <a:xfrm>
            <a:off x="7005600" y="314280"/>
            <a:ext cx="420840" cy="42084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52" y="20"/>
                </a:moveTo>
                <a:cubicBezTo>
                  <a:pt x="220" y="53"/>
                  <a:pt x="220" y="53"/>
                  <a:pt x="220" y="53"/>
                </a:cubicBezTo>
                <a:cubicBezTo>
                  <a:pt x="220" y="196"/>
                  <a:pt x="220" y="196"/>
                  <a:pt x="220" y="196"/>
                </a:cubicBezTo>
                <a:cubicBezTo>
                  <a:pt x="244" y="196"/>
                  <a:pt x="244" y="196"/>
                  <a:pt x="244" y="196"/>
                </a:cubicBezTo>
                <a:cubicBezTo>
                  <a:pt x="251" y="196"/>
                  <a:pt x="256" y="201"/>
                  <a:pt x="256" y="208"/>
                </a:cubicBezTo>
                <a:cubicBezTo>
                  <a:pt x="256" y="215"/>
                  <a:pt x="251" y="220"/>
                  <a:pt x="244" y="220"/>
                </a:cubicBezTo>
                <a:cubicBezTo>
                  <a:pt x="220" y="220"/>
                  <a:pt x="220" y="220"/>
                  <a:pt x="220" y="220"/>
                </a:cubicBezTo>
                <a:cubicBezTo>
                  <a:pt x="220" y="244"/>
                  <a:pt x="220" y="244"/>
                  <a:pt x="220" y="244"/>
                </a:cubicBezTo>
                <a:cubicBezTo>
                  <a:pt x="220" y="251"/>
                  <a:pt x="215" y="256"/>
                  <a:pt x="208" y="256"/>
                </a:cubicBezTo>
                <a:cubicBezTo>
                  <a:pt x="201" y="256"/>
                  <a:pt x="196" y="251"/>
                  <a:pt x="196" y="244"/>
                </a:cubicBezTo>
                <a:cubicBezTo>
                  <a:pt x="196" y="220"/>
                  <a:pt x="196" y="220"/>
                  <a:pt x="196" y="220"/>
                </a:cubicBezTo>
                <a:cubicBezTo>
                  <a:pt x="53" y="220"/>
                  <a:pt x="53" y="220"/>
                  <a:pt x="53" y="220"/>
                </a:cubicBezTo>
                <a:cubicBezTo>
                  <a:pt x="52" y="220"/>
                  <a:pt x="52" y="220"/>
                  <a:pt x="52" y="220"/>
                </a:cubicBezTo>
                <a:cubicBezTo>
                  <a:pt x="52" y="220"/>
                  <a:pt x="52" y="220"/>
                  <a:pt x="52" y="220"/>
                </a:cubicBezTo>
                <a:cubicBezTo>
                  <a:pt x="50" y="220"/>
                  <a:pt x="50" y="220"/>
                  <a:pt x="50" y="220"/>
                </a:cubicBezTo>
                <a:cubicBezTo>
                  <a:pt x="46" y="220"/>
                  <a:pt x="46" y="220"/>
                  <a:pt x="46" y="220"/>
                </a:cubicBezTo>
                <a:cubicBezTo>
                  <a:pt x="40" y="220"/>
                  <a:pt x="36" y="216"/>
                  <a:pt x="36" y="210"/>
                </a:cubicBezTo>
                <a:cubicBezTo>
                  <a:pt x="36" y="206"/>
                  <a:pt x="36" y="206"/>
                  <a:pt x="36" y="206"/>
                </a:cubicBezTo>
                <a:cubicBezTo>
                  <a:pt x="36" y="204"/>
                  <a:pt x="36" y="204"/>
                  <a:pt x="36" y="204"/>
                </a:cubicBezTo>
                <a:cubicBezTo>
                  <a:pt x="36" y="204"/>
                  <a:pt x="36" y="204"/>
                  <a:pt x="36" y="204"/>
                </a:cubicBezTo>
                <a:cubicBezTo>
                  <a:pt x="36" y="203"/>
                  <a:pt x="36" y="203"/>
                  <a:pt x="36" y="203"/>
                </a:cubicBezTo>
                <a:cubicBezTo>
                  <a:pt x="36" y="60"/>
                  <a:pt x="36" y="60"/>
                  <a:pt x="36" y="60"/>
                </a:cubicBezTo>
                <a:cubicBezTo>
                  <a:pt x="12" y="60"/>
                  <a:pt x="12" y="60"/>
                  <a:pt x="12" y="60"/>
                </a:cubicBezTo>
                <a:cubicBezTo>
                  <a:pt x="5" y="60"/>
                  <a:pt x="0" y="55"/>
                  <a:pt x="0" y="48"/>
                </a:cubicBezTo>
                <a:cubicBezTo>
                  <a:pt x="0" y="41"/>
                  <a:pt x="5" y="36"/>
                  <a:pt x="12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12"/>
                  <a:pt x="36" y="12"/>
                  <a:pt x="36" y="12"/>
                </a:cubicBezTo>
                <a:cubicBezTo>
                  <a:pt x="36" y="5"/>
                  <a:pt x="41" y="0"/>
                  <a:pt x="48" y="0"/>
                </a:cubicBezTo>
                <a:cubicBezTo>
                  <a:pt x="55" y="0"/>
                  <a:pt x="60" y="5"/>
                  <a:pt x="60" y="12"/>
                </a:cubicBezTo>
                <a:cubicBezTo>
                  <a:pt x="60" y="36"/>
                  <a:pt x="60" y="36"/>
                  <a:pt x="60" y="36"/>
                </a:cubicBezTo>
                <a:cubicBezTo>
                  <a:pt x="203" y="36"/>
                  <a:pt x="203" y="36"/>
                  <a:pt x="203" y="36"/>
                </a:cubicBezTo>
                <a:cubicBezTo>
                  <a:pt x="236" y="4"/>
                  <a:pt x="236" y="4"/>
                  <a:pt x="236" y="4"/>
                </a:cubicBezTo>
                <a:cubicBezTo>
                  <a:pt x="238" y="1"/>
                  <a:pt x="241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5"/>
                  <a:pt x="255" y="18"/>
                  <a:pt x="252" y="20"/>
                </a:cubicBezTo>
                <a:moveTo>
                  <a:pt x="60" y="60"/>
                </a:moveTo>
                <a:cubicBezTo>
                  <a:pt x="60" y="179"/>
                  <a:pt x="60" y="179"/>
                  <a:pt x="60" y="179"/>
                </a:cubicBezTo>
                <a:cubicBezTo>
                  <a:pt x="179" y="60"/>
                  <a:pt x="179" y="60"/>
                  <a:pt x="179" y="60"/>
                </a:cubicBezTo>
                <a:lnTo>
                  <a:pt x="60" y="60"/>
                </a:lnTo>
                <a:close/>
                <a:moveTo>
                  <a:pt x="196" y="77"/>
                </a:moveTo>
                <a:cubicBezTo>
                  <a:pt x="77" y="196"/>
                  <a:pt x="77" y="196"/>
                  <a:pt x="77" y="196"/>
                </a:cubicBezTo>
                <a:cubicBezTo>
                  <a:pt x="196" y="196"/>
                  <a:pt x="196" y="196"/>
                  <a:pt x="196" y="196"/>
                </a:cubicBezTo>
                <a:lnTo>
                  <a:pt x="196" y="7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62" name="Freeform 44"/>
          <p:cNvSpPr/>
          <p:nvPr/>
        </p:nvSpPr>
        <p:spPr>
          <a:xfrm>
            <a:off x="6269040" y="333360"/>
            <a:ext cx="422280" cy="382680"/>
          </a:xfrm>
          <a:custGeom>
            <a:avLst/>
            <a:gdLst/>
            <a:ahLst/>
            <a:rect l="l" t="t" r="r" b="b"/>
            <a:pathLst>
              <a:path w="256" h="232">
                <a:moveTo>
                  <a:pt x="244" y="232"/>
                </a:moveTo>
                <a:cubicBezTo>
                  <a:pt x="224" y="232"/>
                  <a:pt x="224" y="232"/>
                  <a:pt x="224" y="232"/>
                </a:cubicBezTo>
                <a:cubicBezTo>
                  <a:pt x="212" y="232"/>
                  <a:pt x="212" y="232"/>
                  <a:pt x="212" y="232"/>
                </a:cubicBezTo>
                <a:cubicBezTo>
                  <a:pt x="44" y="232"/>
                  <a:pt x="44" y="232"/>
                  <a:pt x="44" y="232"/>
                </a:cubicBezTo>
                <a:cubicBezTo>
                  <a:pt x="32" y="232"/>
                  <a:pt x="32" y="232"/>
                  <a:pt x="32" y="232"/>
                </a:cubicBezTo>
                <a:cubicBezTo>
                  <a:pt x="12" y="232"/>
                  <a:pt x="12" y="232"/>
                  <a:pt x="12" y="232"/>
                </a:cubicBezTo>
                <a:cubicBezTo>
                  <a:pt x="5" y="232"/>
                  <a:pt x="0" y="227"/>
                  <a:pt x="0" y="220"/>
                </a:cubicBezTo>
                <a:cubicBezTo>
                  <a:pt x="0" y="196"/>
                  <a:pt x="0" y="196"/>
                  <a:pt x="0" y="196"/>
                </a:cubicBezTo>
                <a:cubicBezTo>
                  <a:pt x="0" y="148"/>
                  <a:pt x="0" y="148"/>
                  <a:pt x="0" y="148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65"/>
                  <a:pt x="5" y="60"/>
                  <a:pt x="12" y="60"/>
                </a:cubicBezTo>
                <a:cubicBezTo>
                  <a:pt x="28" y="60"/>
                  <a:pt x="28" y="60"/>
                  <a:pt x="28" y="60"/>
                </a:cubicBezTo>
                <a:cubicBezTo>
                  <a:pt x="52" y="60"/>
                  <a:pt x="52" y="60"/>
                  <a:pt x="52" y="60"/>
                </a:cubicBezTo>
                <a:cubicBezTo>
                  <a:pt x="68" y="60"/>
                  <a:pt x="68" y="60"/>
                  <a:pt x="68" y="60"/>
                </a:cubicBezTo>
                <a:cubicBezTo>
                  <a:pt x="68" y="27"/>
                  <a:pt x="95" y="0"/>
                  <a:pt x="128" y="0"/>
                </a:cubicBezTo>
                <a:cubicBezTo>
                  <a:pt x="161" y="0"/>
                  <a:pt x="188" y="27"/>
                  <a:pt x="188" y="60"/>
                </a:cubicBezTo>
                <a:cubicBezTo>
                  <a:pt x="208" y="60"/>
                  <a:pt x="208" y="60"/>
                  <a:pt x="208" y="60"/>
                </a:cubicBezTo>
                <a:cubicBezTo>
                  <a:pt x="232" y="60"/>
                  <a:pt x="232" y="60"/>
                  <a:pt x="232" y="60"/>
                </a:cubicBezTo>
                <a:cubicBezTo>
                  <a:pt x="244" y="60"/>
                  <a:pt x="244" y="60"/>
                  <a:pt x="244" y="60"/>
                </a:cubicBezTo>
                <a:cubicBezTo>
                  <a:pt x="251" y="60"/>
                  <a:pt x="256" y="65"/>
                  <a:pt x="256" y="72"/>
                </a:cubicBezTo>
                <a:cubicBezTo>
                  <a:pt x="256" y="148"/>
                  <a:pt x="256" y="148"/>
                  <a:pt x="256" y="148"/>
                </a:cubicBezTo>
                <a:cubicBezTo>
                  <a:pt x="256" y="196"/>
                  <a:pt x="256" y="196"/>
                  <a:pt x="256" y="196"/>
                </a:cubicBezTo>
                <a:cubicBezTo>
                  <a:pt x="256" y="220"/>
                  <a:pt x="256" y="220"/>
                  <a:pt x="256" y="220"/>
                </a:cubicBezTo>
                <a:cubicBezTo>
                  <a:pt x="256" y="227"/>
                  <a:pt x="251" y="232"/>
                  <a:pt x="244" y="232"/>
                </a:cubicBezTo>
                <a:moveTo>
                  <a:pt x="128" y="24"/>
                </a:moveTo>
                <a:cubicBezTo>
                  <a:pt x="108" y="24"/>
                  <a:pt x="92" y="40"/>
                  <a:pt x="92" y="60"/>
                </a:cubicBezTo>
                <a:cubicBezTo>
                  <a:pt x="164" y="60"/>
                  <a:pt x="164" y="60"/>
                  <a:pt x="164" y="60"/>
                </a:cubicBezTo>
                <a:cubicBezTo>
                  <a:pt x="164" y="40"/>
                  <a:pt x="148" y="24"/>
                  <a:pt x="128" y="24"/>
                </a:cubicBezTo>
                <a:moveTo>
                  <a:pt x="172" y="132"/>
                </a:moveTo>
                <a:cubicBezTo>
                  <a:pt x="140" y="132"/>
                  <a:pt x="140" y="132"/>
                  <a:pt x="140" y="132"/>
                </a:cubicBezTo>
                <a:cubicBezTo>
                  <a:pt x="140" y="100"/>
                  <a:pt x="140" y="100"/>
                  <a:pt x="140" y="100"/>
                </a:cubicBezTo>
                <a:cubicBezTo>
                  <a:pt x="140" y="93"/>
                  <a:pt x="135" y="88"/>
                  <a:pt x="128" y="88"/>
                </a:cubicBezTo>
                <a:cubicBezTo>
                  <a:pt x="121" y="88"/>
                  <a:pt x="116" y="93"/>
                  <a:pt x="116" y="100"/>
                </a:cubicBezTo>
                <a:cubicBezTo>
                  <a:pt x="116" y="132"/>
                  <a:pt x="116" y="132"/>
                  <a:pt x="116" y="132"/>
                </a:cubicBezTo>
                <a:cubicBezTo>
                  <a:pt x="84" y="132"/>
                  <a:pt x="84" y="132"/>
                  <a:pt x="84" y="132"/>
                </a:cubicBezTo>
                <a:cubicBezTo>
                  <a:pt x="77" y="132"/>
                  <a:pt x="72" y="137"/>
                  <a:pt x="72" y="144"/>
                </a:cubicBezTo>
                <a:cubicBezTo>
                  <a:pt x="72" y="151"/>
                  <a:pt x="77" y="156"/>
                  <a:pt x="84" y="156"/>
                </a:cubicBezTo>
                <a:cubicBezTo>
                  <a:pt x="116" y="156"/>
                  <a:pt x="116" y="156"/>
                  <a:pt x="116" y="156"/>
                </a:cubicBezTo>
                <a:cubicBezTo>
                  <a:pt x="116" y="188"/>
                  <a:pt x="116" y="188"/>
                  <a:pt x="116" y="188"/>
                </a:cubicBezTo>
                <a:cubicBezTo>
                  <a:pt x="116" y="195"/>
                  <a:pt x="121" y="200"/>
                  <a:pt x="128" y="200"/>
                </a:cubicBezTo>
                <a:cubicBezTo>
                  <a:pt x="135" y="200"/>
                  <a:pt x="140" y="195"/>
                  <a:pt x="140" y="188"/>
                </a:cubicBezTo>
                <a:cubicBezTo>
                  <a:pt x="140" y="156"/>
                  <a:pt x="140" y="156"/>
                  <a:pt x="140" y="156"/>
                </a:cubicBezTo>
                <a:cubicBezTo>
                  <a:pt x="172" y="156"/>
                  <a:pt x="172" y="156"/>
                  <a:pt x="172" y="156"/>
                </a:cubicBezTo>
                <a:cubicBezTo>
                  <a:pt x="179" y="156"/>
                  <a:pt x="184" y="151"/>
                  <a:pt x="184" y="144"/>
                </a:cubicBezTo>
                <a:cubicBezTo>
                  <a:pt x="184" y="137"/>
                  <a:pt x="179" y="132"/>
                  <a:pt x="172" y="13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63" name="Freeform 45"/>
          <p:cNvSpPr/>
          <p:nvPr/>
        </p:nvSpPr>
        <p:spPr>
          <a:xfrm>
            <a:off x="5533920" y="314280"/>
            <a:ext cx="420840" cy="42084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44" y="256"/>
                </a:move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244"/>
                  <a:pt x="256" y="244"/>
                  <a:pt x="256" y="244"/>
                </a:cubicBezTo>
                <a:cubicBezTo>
                  <a:pt x="256" y="251"/>
                  <a:pt x="251" y="256"/>
                  <a:pt x="244" y="256"/>
                </a:cubicBezTo>
                <a:moveTo>
                  <a:pt x="24" y="24"/>
                </a:moveTo>
                <a:cubicBezTo>
                  <a:pt x="24" y="227"/>
                  <a:pt x="24" y="227"/>
                  <a:pt x="24" y="227"/>
                </a:cubicBezTo>
                <a:cubicBezTo>
                  <a:pt x="28" y="217"/>
                  <a:pt x="34" y="205"/>
                  <a:pt x="47" y="199"/>
                </a:cubicBezTo>
                <a:cubicBezTo>
                  <a:pt x="64" y="190"/>
                  <a:pt x="57" y="197"/>
                  <a:pt x="78" y="188"/>
                </a:cubicBezTo>
                <a:cubicBezTo>
                  <a:pt x="99" y="180"/>
                  <a:pt x="104" y="176"/>
                  <a:pt x="104" y="176"/>
                </a:cubicBezTo>
                <a:cubicBezTo>
                  <a:pt x="104" y="156"/>
                  <a:pt x="104" y="156"/>
                  <a:pt x="104" y="156"/>
                </a:cubicBezTo>
                <a:cubicBezTo>
                  <a:pt x="104" y="156"/>
                  <a:pt x="97" y="150"/>
                  <a:pt x="94" y="131"/>
                </a:cubicBezTo>
                <a:cubicBezTo>
                  <a:pt x="89" y="132"/>
                  <a:pt x="88" y="125"/>
                  <a:pt x="87" y="121"/>
                </a:cubicBezTo>
                <a:cubicBezTo>
                  <a:pt x="87" y="116"/>
                  <a:pt x="85" y="102"/>
                  <a:pt x="91" y="103"/>
                </a:cubicBezTo>
                <a:cubicBezTo>
                  <a:pt x="89" y="94"/>
                  <a:pt x="88" y="86"/>
                  <a:pt x="89" y="81"/>
                </a:cubicBezTo>
                <a:cubicBezTo>
                  <a:pt x="90" y="66"/>
                  <a:pt x="105" y="49"/>
                  <a:pt x="128" y="48"/>
                </a:cubicBezTo>
                <a:cubicBezTo>
                  <a:pt x="155" y="49"/>
                  <a:pt x="166" y="66"/>
                  <a:pt x="167" y="81"/>
                </a:cubicBezTo>
                <a:cubicBezTo>
                  <a:pt x="168" y="86"/>
                  <a:pt x="167" y="94"/>
                  <a:pt x="166" y="103"/>
                </a:cubicBezTo>
                <a:cubicBezTo>
                  <a:pt x="172" y="102"/>
                  <a:pt x="169" y="116"/>
                  <a:pt x="169" y="121"/>
                </a:cubicBezTo>
                <a:cubicBezTo>
                  <a:pt x="168" y="125"/>
                  <a:pt x="167" y="132"/>
                  <a:pt x="162" y="131"/>
                </a:cubicBezTo>
                <a:cubicBezTo>
                  <a:pt x="159" y="150"/>
                  <a:pt x="152" y="156"/>
                  <a:pt x="152" y="156"/>
                </a:cubicBezTo>
                <a:cubicBezTo>
                  <a:pt x="152" y="176"/>
                  <a:pt x="152" y="176"/>
                  <a:pt x="152" y="176"/>
                </a:cubicBezTo>
                <a:cubicBezTo>
                  <a:pt x="152" y="176"/>
                  <a:pt x="157" y="179"/>
                  <a:pt x="178" y="188"/>
                </a:cubicBezTo>
                <a:cubicBezTo>
                  <a:pt x="199" y="197"/>
                  <a:pt x="192" y="190"/>
                  <a:pt x="209" y="199"/>
                </a:cubicBezTo>
                <a:cubicBezTo>
                  <a:pt x="222" y="205"/>
                  <a:pt x="228" y="217"/>
                  <a:pt x="232" y="227"/>
                </a:cubicBezTo>
                <a:cubicBezTo>
                  <a:pt x="232" y="24"/>
                  <a:pt x="232" y="24"/>
                  <a:pt x="232" y="24"/>
                </a:cubicBezTo>
                <a:lnTo>
                  <a:pt x="24" y="2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64" name="Freeform 46"/>
          <p:cNvSpPr/>
          <p:nvPr/>
        </p:nvSpPr>
        <p:spPr>
          <a:xfrm>
            <a:off x="4797360" y="314280"/>
            <a:ext cx="420840" cy="42084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44" y="256"/>
                </a:moveTo>
                <a:cubicBezTo>
                  <a:pt x="196" y="256"/>
                  <a:pt x="196" y="256"/>
                  <a:pt x="196" y="256"/>
                </a:cubicBezTo>
                <a:cubicBezTo>
                  <a:pt x="189" y="256"/>
                  <a:pt x="184" y="251"/>
                  <a:pt x="184" y="244"/>
                </a:cubicBezTo>
                <a:cubicBezTo>
                  <a:pt x="184" y="237"/>
                  <a:pt x="189" y="232"/>
                  <a:pt x="196" y="232"/>
                </a:cubicBezTo>
                <a:cubicBezTo>
                  <a:pt x="232" y="232"/>
                  <a:pt x="232" y="232"/>
                  <a:pt x="232" y="232"/>
                </a:cubicBezTo>
                <a:cubicBezTo>
                  <a:pt x="232" y="196"/>
                  <a:pt x="232" y="196"/>
                  <a:pt x="232" y="196"/>
                </a:cubicBezTo>
                <a:cubicBezTo>
                  <a:pt x="232" y="196"/>
                  <a:pt x="232" y="196"/>
                  <a:pt x="232" y="196"/>
                </a:cubicBezTo>
                <a:cubicBezTo>
                  <a:pt x="232" y="189"/>
                  <a:pt x="237" y="184"/>
                  <a:pt x="244" y="184"/>
                </a:cubicBezTo>
                <a:cubicBezTo>
                  <a:pt x="251" y="184"/>
                  <a:pt x="256" y="189"/>
                  <a:pt x="256" y="196"/>
                </a:cubicBezTo>
                <a:cubicBezTo>
                  <a:pt x="256" y="244"/>
                  <a:pt x="256" y="244"/>
                  <a:pt x="256" y="244"/>
                </a:cubicBezTo>
                <a:cubicBezTo>
                  <a:pt x="256" y="251"/>
                  <a:pt x="251" y="256"/>
                  <a:pt x="244" y="256"/>
                </a:cubicBezTo>
                <a:moveTo>
                  <a:pt x="244" y="96"/>
                </a:moveTo>
                <a:cubicBezTo>
                  <a:pt x="251" y="96"/>
                  <a:pt x="256" y="101"/>
                  <a:pt x="256" y="108"/>
                </a:cubicBezTo>
                <a:cubicBezTo>
                  <a:pt x="256" y="148"/>
                  <a:pt x="256" y="148"/>
                  <a:pt x="256" y="148"/>
                </a:cubicBezTo>
                <a:cubicBezTo>
                  <a:pt x="256" y="155"/>
                  <a:pt x="251" y="160"/>
                  <a:pt x="244" y="160"/>
                </a:cubicBezTo>
                <a:cubicBezTo>
                  <a:pt x="237" y="160"/>
                  <a:pt x="232" y="155"/>
                  <a:pt x="232" y="148"/>
                </a:cubicBezTo>
                <a:cubicBezTo>
                  <a:pt x="232" y="108"/>
                  <a:pt x="232" y="108"/>
                  <a:pt x="232" y="108"/>
                </a:cubicBezTo>
                <a:cubicBezTo>
                  <a:pt x="232" y="101"/>
                  <a:pt x="237" y="96"/>
                  <a:pt x="244" y="96"/>
                </a:cubicBezTo>
                <a:moveTo>
                  <a:pt x="244" y="72"/>
                </a:moveTo>
                <a:cubicBezTo>
                  <a:pt x="237" y="72"/>
                  <a:pt x="232" y="67"/>
                  <a:pt x="232" y="60"/>
                </a:cubicBezTo>
                <a:cubicBezTo>
                  <a:pt x="232" y="60"/>
                  <a:pt x="232" y="60"/>
                  <a:pt x="232" y="60"/>
                </a:cubicBezTo>
                <a:cubicBezTo>
                  <a:pt x="232" y="24"/>
                  <a:pt x="232" y="24"/>
                  <a:pt x="232" y="24"/>
                </a:cubicBezTo>
                <a:cubicBezTo>
                  <a:pt x="196" y="24"/>
                  <a:pt x="196" y="24"/>
                  <a:pt x="196" y="24"/>
                </a:cubicBezTo>
                <a:cubicBezTo>
                  <a:pt x="189" y="24"/>
                  <a:pt x="184" y="19"/>
                  <a:pt x="184" y="12"/>
                </a:cubicBezTo>
                <a:cubicBezTo>
                  <a:pt x="184" y="5"/>
                  <a:pt x="189" y="0"/>
                  <a:pt x="196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60"/>
                  <a:pt x="256" y="60"/>
                  <a:pt x="256" y="60"/>
                </a:cubicBezTo>
                <a:cubicBezTo>
                  <a:pt x="256" y="67"/>
                  <a:pt x="251" y="72"/>
                  <a:pt x="244" y="72"/>
                </a:cubicBezTo>
                <a:moveTo>
                  <a:pt x="148" y="24"/>
                </a:moveTo>
                <a:cubicBezTo>
                  <a:pt x="108" y="24"/>
                  <a:pt x="108" y="24"/>
                  <a:pt x="108" y="24"/>
                </a:cubicBezTo>
                <a:cubicBezTo>
                  <a:pt x="101" y="24"/>
                  <a:pt x="96" y="19"/>
                  <a:pt x="96" y="12"/>
                </a:cubicBezTo>
                <a:cubicBezTo>
                  <a:pt x="96" y="5"/>
                  <a:pt x="101" y="0"/>
                  <a:pt x="108" y="0"/>
                </a:cubicBezTo>
                <a:cubicBezTo>
                  <a:pt x="148" y="0"/>
                  <a:pt x="148" y="0"/>
                  <a:pt x="148" y="0"/>
                </a:cubicBezTo>
                <a:cubicBezTo>
                  <a:pt x="155" y="0"/>
                  <a:pt x="160" y="5"/>
                  <a:pt x="160" y="12"/>
                </a:cubicBezTo>
                <a:cubicBezTo>
                  <a:pt x="160" y="19"/>
                  <a:pt x="155" y="24"/>
                  <a:pt x="148" y="24"/>
                </a:cubicBezTo>
                <a:moveTo>
                  <a:pt x="132" y="101"/>
                </a:moveTo>
                <a:cubicBezTo>
                  <a:pt x="132" y="101"/>
                  <a:pt x="132" y="101"/>
                  <a:pt x="132" y="101"/>
                </a:cubicBezTo>
                <a:cubicBezTo>
                  <a:pt x="130" y="99"/>
                  <a:pt x="128" y="96"/>
                  <a:pt x="128" y="92"/>
                </a:cubicBezTo>
                <a:cubicBezTo>
                  <a:pt x="128" y="85"/>
                  <a:pt x="133" y="80"/>
                  <a:pt x="140" y="80"/>
                </a:cubicBezTo>
                <a:cubicBezTo>
                  <a:pt x="143" y="80"/>
                  <a:pt x="146" y="81"/>
                  <a:pt x="148" y="83"/>
                </a:cubicBezTo>
                <a:cubicBezTo>
                  <a:pt x="148" y="83"/>
                  <a:pt x="148" y="83"/>
                  <a:pt x="148" y="83"/>
                </a:cubicBezTo>
                <a:cubicBezTo>
                  <a:pt x="188" y="119"/>
                  <a:pt x="188" y="119"/>
                  <a:pt x="188" y="119"/>
                </a:cubicBezTo>
                <a:cubicBezTo>
                  <a:pt x="188" y="119"/>
                  <a:pt x="188" y="119"/>
                  <a:pt x="188" y="119"/>
                </a:cubicBezTo>
                <a:cubicBezTo>
                  <a:pt x="190" y="121"/>
                  <a:pt x="192" y="124"/>
                  <a:pt x="192" y="128"/>
                </a:cubicBezTo>
                <a:cubicBezTo>
                  <a:pt x="192" y="132"/>
                  <a:pt x="190" y="135"/>
                  <a:pt x="188" y="137"/>
                </a:cubicBezTo>
                <a:cubicBezTo>
                  <a:pt x="188" y="137"/>
                  <a:pt x="188" y="137"/>
                  <a:pt x="188" y="137"/>
                </a:cubicBezTo>
                <a:cubicBezTo>
                  <a:pt x="148" y="173"/>
                  <a:pt x="148" y="173"/>
                  <a:pt x="148" y="173"/>
                </a:cubicBezTo>
                <a:cubicBezTo>
                  <a:pt x="148" y="173"/>
                  <a:pt x="148" y="173"/>
                  <a:pt x="148" y="173"/>
                </a:cubicBezTo>
                <a:cubicBezTo>
                  <a:pt x="146" y="175"/>
                  <a:pt x="143" y="176"/>
                  <a:pt x="140" y="176"/>
                </a:cubicBezTo>
                <a:cubicBezTo>
                  <a:pt x="133" y="176"/>
                  <a:pt x="128" y="171"/>
                  <a:pt x="128" y="164"/>
                </a:cubicBezTo>
                <a:cubicBezTo>
                  <a:pt x="128" y="160"/>
                  <a:pt x="130" y="157"/>
                  <a:pt x="132" y="155"/>
                </a:cubicBezTo>
                <a:cubicBezTo>
                  <a:pt x="132" y="155"/>
                  <a:pt x="132" y="155"/>
                  <a:pt x="132" y="155"/>
                </a:cubicBezTo>
                <a:cubicBezTo>
                  <a:pt x="149" y="140"/>
                  <a:pt x="149" y="140"/>
                  <a:pt x="149" y="140"/>
                </a:cubicBezTo>
                <a:cubicBezTo>
                  <a:pt x="76" y="140"/>
                  <a:pt x="76" y="140"/>
                  <a:pt x="76" y="140"/>
                </a:cubicBezTo>
                <a:cubicBezTo>
                  <a:pt x="69" y="140"/>
                  <a:pt x="64" y="135"/>
                  <a:pt x="64" y="128"/>
                </a:cubicBezTo>
                <a:cubicBezTo>
                  <a:pt x="64" y="121"/>
                  <a:pt x="69" y="116"/>
                  <a:pt x="76" y="116"/>
                </a:cubicBezTo>
                <a:cubicBezTo>
                  <a:pt x="149" y="116"/>
                  <a:pt x="149" y="116"/>
                  <a:pt x="149" y="116"/>
                </a:cubicBezTo>
                <a:lnTo>
                  <a:pt x="132" y="101"/>
                </a:lnTo>
                <a:close/>
                <a:moveTo>
                  <a:pt x="60" y="24"/>
                </a:moveTo>
                <a:cubicBezTo>
                  <a:pt x="60" y="24"/>
                  <a:pt x="60" y="24"/>
                  <a:pt x="60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60"/>
                  <a:pt x="24" y="60"/>
                  <a:pt x="24" y="60"/>
                </a:cubicBezTo>
                <a:cubicBezTo>
                  <a:pt x="24" y="67"/>
                  <a:pt x="19" y="72"/>
                  <a:pt x="12" y="72"/>
                </a:cubicBezTo>
                <a:cubicBezTo>
                  <a:pt x="5" y="72"/>
                  <a:pt x="0" y="67"/>
                  <a:pt x="0" y="60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7" y="0"/>
                  <a:pt x="72" y="5"/>
                  <a:pt x="72" y="12"/>
                </a:cubicBezTo>
                <a:cubicBezTo>
                  <a:pt x="72" y="19"/>
                  <a:pt x="67" y="24"/>
                  <a:pt x="60" y="24"/>
                </a:cubicBezTo>
                <a:moveTo>
                  <a:pt x="12" y="160"/>
                </a:moveTo>
                <a:cubicBezTo>
                  <a:pt x="5" y="160"/>
                  <a:pt x="0" y="155"/>
                  <a:pt x="0" y="148"/>
                </a:cubicBezTo>
                <a:cubicBezTo>
                  <a:pt x="0" y="108"/>
                  <a:pt x="0" y="108"/>
                  <a:pt x="0" y="108"/>
                </a:cubicBezTo>
                <a:cubicBezTo>
                  <a:pt x="0" y="101"/>
                  <a:pt x="5" y="96"/>
                  <a:pt x="12" y="96"/>
                </a:cubicBezTo>
                <a:cubicBezTo>
                  <a:pt x="19" y="96"/>
                  <a:pt x="24" y="101"/>
                  <a:pt x="24" y="108"/>
                </a:cubicBezTo>
                <a:cubicBezTo>
                  <a:pt x="24" y="148"/>
                  <a:pt x="24" y="148"/>
                  <a:pt x="24" y="148"/>
                </a:cubicBezTo>
                <a:cubicBezTo>
                  <a:pt x="24" y="155"/>
                  <a:pt x="19" y="160"/>
                  <a:pt x="12" y="160"/>
                </a:cubicBezTo>
                <a:moveTo>
                  <a:pt x="12" y="184"/>
                </a:moveTo>
                <a:cubicBezTo>
                  <a:pt x="19" y="184"/>
                  <a:pt x="24" y="189"/>
                  <a:pt x="24" y="196"/>
                </a:cubicBezTo>
                <a:cubicBezTo>
                  <a:pt x="24" y="232"/>
                  <a:pt x="24" y="232"/>
                  <a:pt x="24" y="232"/>
                </a:cubicBezTo>
                <a:cubicBezTo>
                  <a:pt x="60" y="232"/>
                  <a:pt x="60" y="232"/>
                  <a:pt x="60" y="232"/>
                </a:cubicBezTo>
                <a:cubicBezTo>
                  <a:pt x="67" y="232"/>
                  <a:pt x="72" y="237"/>
                  <a:pt x="72" y="244"/>
                </a:cubicBezTo>
                <a:cubicBezTo>
                  <a:pt x="72" y="251"/>
                  <a:pt x="67" y="256"/>
                  <a:pt x="60" y="256"/>
                </a:cubicBez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196"/>
                  <a:pt x="0" y="196"/>
                  <a:pt x="0" y="196"/>
                </a:cubicBezTo>
                <a:cubicBezTo>
                  <a:pt x="0" y="189"/>
                  <a:pt x="5" y="184"/>
                  <a:pt x="12" y="184"/>
                </a:cubicBezTo>
                <a:moveTo>
                  <a:pt x="108" y="232"/>
                </a:moveTo>
                <a:cubicBezTo>
                  <a:pt x="148" y="232"/>
                  <a:pt x="148" y="232"/>
                  <a:pt x="148" y="232"/>
                </a:cubicBezTo>
                <a:cubicBezTo>
                  <a:pt x="155" y="232"/>
                  <a:pt x="160" y="237"/>
                  <a:pt x="160" y="244"/>
                </a:cubicBezTo>
                <a:cubicBezTo>
                  <a:pt x="160" y="251"/>
                  <a:pt x="155" y="256"/>
                  <a:pt x="148" y="256"/>
                </a:cubicBezTo>
                <a:cubicBezTo>
                  <a:pt x="108" y="256"/>
                  <a:pt x="108" y="256"/>
                  <a:pt x="108" y="256"/>
                </a:cubicBezTo>
                <a:cubicBezTo>
                  <a:pt x="101" y="256"/>
                  <a:pt x="96" y="251"/>
                  <a:pt x="96" y="244"/>
                </a:cubicBezTo>
                <a:cubicBezTo>
                  <a:pt x="96" y="237"/>
                  <a:pt x="101" y="232"/>
                  <a:pt x="108" y="23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65" name="Freeform 47"/>
          <p:cNvSpPr/>
          <p:nvPr/>
        </p:nvSpPr>
        <p:spPr>
          <a:xfrm>
            <a:off x="4060800" y="314280"/>
            <a:ext cx="420840" cy="42084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44" y="256"/>
                </a:moveTo>
                <a:cubicBezTo>
                  <a:pt x="196" y="256"/>
                  <a:pt x="196" y="256"/>
                  <a:pt x="196" y="256"/>
                </a:cubicBezTo>
                <a:cubicBezTo>
                  <a:pt x="189" y="256"/>
                  <a:pt x="184" y="251"/>
                  <a:pt x="184" y="244"/>
                </a:cubicBezTo>
                <a:cubicBezTo>
                  <a:pt x="184" y="237"/>
                  <a:pt x="189" y="232"/>
                  <a:pt x="196" y="232"/>
                </a:cubicBezTo>
                <a:cubicBezTo>
                  <a:pt x="232" y="232"/>
                  <a:pt x="232" y="232"/>
                  <a:pt x="232" y="232"/>
                </a:cubicBezTo>
                <a:cubicBezTo>
                  <a:pt x="232" y="196"/>
                  <a:pt x="232" y="196"/>
                  <a:pt x="232" y="196"/>
                </a:cubicBezTo>
                <a:cubicBezTo>
                  <a:pt x="232" y="196"/>
                  <a:pt x="232" y="196"/>
                  <a:pt x="232" y="196"/>
                </a:cubicBezTo>
                <a:cubicBezTo>
                  <a:pt x="232" y="189"/>
                  <a:pt x="237" y="184"/>
                  <a:pt x="244" y="184"/>
                </a:cubicBezTo>
                <a:cubicBezTo>
                  <a:pt x="251" y="184"/>
                  <a:pt x="256" y="189"/>
                  <a:pt x="256" y="196"/>
                </a:cubicBezTo>
                <a:cubicBezTo>
                  <a:pt x="256" y="244"/>
                  <a:pt x="256" y="244"/>
                  <a:pt x="256" y="244"/>
                </a:cubicBezTo>
                <a:cubicBezTo>
                  <a:pt x="256" y="251"/>
                  <a:pt x="251" y="256"/>
                  <a:pt x="244" y="256"/>
                </a:cubicBezTo>
                <a:moveTo>
                  <a:pt x="244" y="96"/>
                </a:moveTo>
                <a:cubicBezTo>
                  <a:pt x="251" y="96"/>
                  <a:pt x="256" y="101"/>
                  <a:pt x="256" y="108"/>
                </a:cubicBezTo>
                <a:cubicBezTo>
                  <a:pt x="256" y="148"/>
                  <a:pt x="256" y="148"/>
                  <a:pt x="256" y="148"/>
                </a:cubicBezTo>
                <a:cubicBezTo>
                  <a:pt x="256" y="155"/>
                  <a:pt x="251" y="160"/>
                  <a:pt x="244" y="160"/>
                </a:cubicBezTo>
                <a:cubicBezTo>
                  <a:pt x="237" y="160"/>
                  <a:pt x="232" y="155"/>
                  <a:pt x="232" y="148"/>
                </a:cubicBezTo>
                <a:cubicBezTo>
                  <a:pt x="232" y="108"/>
                  <a:pt x="232" y="108"/>
                  <a:pt x="232" y="108"/>
                </a:cubicBezTo>
                <a:cubicBezTo>
                  <a:pt x="232" y="101"/>
                  <a:pt x="237" y="96"/>
                  <a:pt x="244" y="96"/>
                </a:cubicBezTo>
                <a:moveTo>
                  <a:pt x="244" y="72"/>
                </a:moveTo>
                <a:cubicBezTo>
                  <a:pt x="237" y="72"/>
                  <a:pt x="232" y="67"/>
                  <a:pt x="232" y="60"/>
                </a:cubicBezTo>
                <a:cubicBezTo>
                  <a:pt x="232" y="60"/>
                  <a:pt x="232" y="60"/>
                  <a:pt x="232" y="60"/>
                </a:cubicBezTo>
                <a:cubicBezTo>
                  <a:pt x="232" y="24"/>
                  <a:pt x="232" y="24"/>
                  <a:pt x="232" y="24"/>
                </a:cubicBezTo>
                <a:cubicBezTo>
                  <a:pt x="196" y="24"/>
                  <a:pt x="196" y="24"/>
                  <a:pt x="196" y="24"/>
                </a:cubicBezTo>
                <a:cubicBezTo>
                  <a:pt x="189" y="24"/>
                  <a:pt x="184" y="19"/>
                  <a:pt x="184" y="12"/>
                </a:cubicBezTo>
                <a:cubicBezTo>
                  <a:pt x="184" y="5"/>
                  <a:pt x="189" y="0"/>
                  <a:pt x="196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60"/>
                  <a:pt x="256" y="60"/>
                  <a:pt x="256" y="60"/>
                </a:cubicBezTo>
                <a:cubicBezTo>
                  <a:pt x="256" y="67"/>
                  <a:pt x="251" y="72"/>
                  <a:pt x="244" y="72"/>
                </a:cubicBezTo>
                <a:moveTo>
                  <a:pt x="192" y="128"/>
                </a:moveTo>
                <a:cubicBezTo>
                  <a:pt x="192" y="135"/>
                  <a:pt x="187" y="140"/>
                  <a:pt x="180" y="140"/>
                </a:cubicBezTo>
                <a:cubicBezTo>
                  <a:pt x="107" y="140"/>
                  <a:pt x="107" y="140"/>
                  <a:pt x="107" y="140"/>
                </a:cubicBezTo>
                <a:cubicBezTo>
                  <a:pt x="124" y="155"/>
                  <a:pt x="124" y="155"/>
                  <a:pt x="124" y="155"/>
                </a:cubicBezTo>
                <a:cubicBezTo>
                  <a:pt x="124" y="155"/>
                  <a:pt x="124" y="155"/>
                  <a:pt x="124" y="155"/>
                </a:cubicBezTo>
                <a:cubicBezTo>
                  <a:pt x="126" y="157"/>
                  <a:pt x="128" y="160"/>
                  <a:pt x="128" y="164"/>
                </a:cubicBezTo>
                <a:cubicBezTo>
                  <a:pt x="128" y="171"/>
                  <a:pt x="123" y="176"/>
                  <a:pt x="116" y="176"/>
                </a:cubicBezTo>
                <a:cubicBezTo>
                  <a:pt x="113" y="176"/>
                  <a:pt x="110" y="175"/>
                  <a:pt x="108" y="173"/>
                </a:cubicBezTo>
                <a:cubicBezTo>
                  <a:pt x="108" y="173"/>
                  <a:pt x="108" y="173"/>
                  <a:pt x="108" y="173"/>
                </a:cubicBezTo>
                <a:cubicBezTo>
                  <a:pt x="68" y="137"/>
                  <a:pt x="68" y="137"/>
                  <a:pt x="68" y="137"/>
                </a:cubicBezTo>
                <a:cubicBezTo>
                  <a:pt x="68" y="137"/>
                  <a:pt x="68" y="137"/>
                  <a:pt x="68" y="137"/>
                </a:cubicBezTo>
                <a:cubicBezTo>
                  <a:pt x="66" y="135"/>
                  <a:pt x="64" y="132"/>
                  <a:pt x="64" y="128"/>
                </a:cubicBezTo>
                <a:cubicBezTo>
                  <a:pt x="64" y="124"/>
                  <a:pt x="66" y="121"/>
                  <a:pt x="68" y="119"/>
                </a:cubicBezTo>
                <a:cubicBezTo>
                  <a:pt x="68" y="119"/>
                  <a:pt x="68" y="119"/>
                  <a:pt x="68" y="119"/>
                </a:cubicBezTo>
                <a:cubicBezTo>
                  <a:pt x="108" y="83"/>
                  <a:pt x="108" y="83"/>
                  <a:pt x="108" y="83"/>
                </a:cubicBezTo>
                <a:cubicBezTo>
                  <a:pt x="108" y="83"/>
                  <a:pt x="108" y="83"/>
                  <a:pt x="108" y="83"/>
                </a:cubicBezTo>
                <a:cubicBezTo>
                  <a:pt x="110" y="81"/>
                  <a:pt x="113" y="80"/>
                  <a:pt x="116" y="80"/>
                </a:cubicBezTo>
                <a:cubicBezTo>
                  <a:pt x="123" y="80"/>
                  <a:pt x="128" y="85"/>
                  <a:pt x="128" y="92"/>
                </a:cubicBezTo>
                <a:cubicBezTo>
                  <a:pt x="128" y="96"/>
                  <a:pt x="126" y="99"/>
                  <a:pt x="124" y="101"/>
                </a:cubicBezTo>
                <a:cubicBezTo>
                  <a:pt x="124" y="101"/>
                  <a:pt x="124" y="101"/>
                  <a:pt x="124" y="101"/>
                </a:cubicBezTo>
                <a:cubicBezTo>
                  <a:pt x="107" y="116"/>
                  <a:pt x="107" y="116"/>
                  <a:pt x="107" y="116"/>
                </a:cubicBezTo>
                <a:cubicBezTo>
                  <a:pt x="180" y="116"/>
                  <a:pt x="180" y="116"/>
                  <a:pt x="180" y="116"/>
                </a:cubicBezTo>
                <a:cubicBezTo>
                  <a:pt x="187" y="116"/>
                  <a:pt x="192" y="121"/>
                  <a:pt x="192" y="128"/>
                </a:cubicBezTo>
                <a:moveTo>
                  <a:pt x="148" y="24"/>
                </a:moveTo>
                <a:cubicBezTo>
                  <a:pt x="108" y="24"/>
                  <a:pt x="108" y="24"/>
                  <a:pt x="108" y="24"/>
                </a:cubicBezTo>
                <a:cubicBezTo>
                  <a:pt x="101" y="24"/>
                  <a:pt x="96" y="19"/>
                  <a:pt x="96" y="12"/>
                </a:cubicBezTo>
                <a:cubicBezTo>
                  <a:pt x="96" y="5"/>
                  <a:pt x="101" y="0"/>
                  <a:pt x="108" y="0"/>
                </a:cubicBezTo>
                <a:cubicBezTo>
                  <a:pt x="148" y="0"/>
                  <a:pt x="148" y="0"/>
                  <a:pt x="148" y="0"/>
                </a:cubicBezTo>
                <a:cubicBezTo>
                  <a:pt x="155" y="0"/>
                  <a:pt x="160" y="5"/>
                  <a:pt x="160" y="12"/>
                </a:cubicBezTo>
                <a:cubicBezTo>
                  <a:pt x="160" y="19"/>
                  <a:pt x="155" y="24"/>
                  <a:pt x="148" y="24"/>
                </a:cubicBezTo>
                <a:moveTo>
                  <a:pt x="60" y="24"/>
                </a:moveTo>
                <a:cubicBezTo>
                  <a:pt x="60" y="24"/>
                  <a:pt x="60" y="24"/>
                  <a:pt x="60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60"/>
                  <a:pt x="24" y="60"/>
                  <a:pt x="24" y="60"/>
                </a:cubicBezTo>
                <a:cubicBezTo>
                  <a:pt x="24" y="67"/>
                  <a:pt x="19" y="72"/>
                  <a:pt x="12" y="72"/>
                </a:cubicBezTo>
                <a:cubicBezTo>
                  <a:pt x="5" y="72"/>
                  <a:pt x="0" y="67"/>
                  <a:pt x="0" y="60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7" y="0"/>
                  <a:pt x="72" y="5"/>
                  <a:pt x="72" y="12"/>
                </a:cubicBezTo>
                <a:cubicBezTo>
                  <a:pt x="72" y="19"/>
                  <a:pt x="67" y="24"/>
                  <a:pt x="60" y="24"/>
                </a:cubicBezTo>
                <a:moveTo>
                  <a:pt x="12" y="160"/>
                </a:moveTo>
                <a:cubicBezTo>
                  <a:pt x="5" y="160"/>
                  <a:pt x="0" y="155"/>
                  <a:pt x="0" y="148"/>
                </a:cubicBezTo>
                <a:cubicBezTo>
                  <a:pt x="0" y="108"/>
                  <a:pt x="0" y="108"/>
                  <a:pt x="0" y="108"/>
                </a:cubicBezTo>
                <a:cubicBezTo>
                  <a:pt x="0" y="101"/>
                  <a:pt x="5" y="96"/>
                  <a:pt x="12" y="96"/>
                </a:cubicBezTo>
                <a:cubicBezTo>
                  <a:pt x="19" y="96"/>
                  <a:pt x="24" y="101"/>
                  <a:pt x="24" y="108"/>
                </a:cubicBezTo>
                <a:cubicBezTo>
                  <a:pt x="24" y="148"/>
                  <a:pt x="24" y="148"/>
                  <a:pt x="24" y="148"/>
                </a:cubicBezTo>
                <a:cubicBezTo>
                  <a:pt x="24" y="155"/>
                  <a:pt x="19" y="160"/>
                  <a:pt x="12" y="160"/>
                </a:cubicBezTo>
                <a:moveTo>
                  <a:pt x="12" y="184"/>
                </a:moveTo>
                <a:cubicBezTo>
                  <a:pt x="19" y="184"/>
                  <a:pt x="24" y="189"/>
                  <a:pt x="24" y="196"/>
                </a:cubicBezTo>
                <a:cubicBezTo>
                  <a:pt x="24" y="232"/>
                  <a:pt x="24" y="232"/>
                  <a:pt x="24" y="232"/>
                </a:cubicBezTo>
                <a:cubicBezTo>
                  <a:pt x="60" y="232"/>
                  <a:pt x="60" y="232"/>
                  <a:pt x="60" y="232"/>
                </a:cubicBezTo>
                <a:cubicBezTo>
                  <a:pt x="67" y="232"/>
                  <a:pt x="72" y="237"/>
                  <a:pt x="72" y="244"/>
                </a:cubicBezTo>
                <a:cubicBezTo>
                  <a:pt x="72" y="251"/>
                  <a:pt x="67" y="256"/>
                  <a:pt x="60" y="256"/>
                </a:cubicBez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196"/>
                  <a:pt x="0" y="196"/>
                  <a:pt x="0" y="196"/>
                </a:cubicBezTo>
                <a:cubicBezTo>
                  <a:pt x="0" y="189"/>
                  <a:pt x="5" y="184"/>
                  <a:pt x="12" y="184"/>
                </a:cubicBezTo>
                <a:moveTo>
                  <a:pt x="108" y="232"/>
                </a:moveTo>
                <a:cubicBezTo>
                  <a:pt x="148" y="232"/>
                  <a:pt x="148" y="232"/>
                  <a:pt x="148" y="232"/>
                </a:cubicBezTo>
                <a:cubicBezTo>
                  <a:pt x="155" y="232"/>
                  <a:pt x="160" y="237"/>
                  <a:pt x="160" y="244"/>
                </a:cubicBezTo>
                <a:cubicBezTo>
                  <a:pt x="160" y="251"/>
                  <a:pt x="155" y="256"/>
                  <a:pt x="148" y="256"/>
                </a:cubicBezTo>
                <a:cubicBezTo>
                  <a:pt x="108" y="256"/>
                  <a:pt x="108" y="256"/>
                  <a:pt x="108" y="256"/>
                </a:cubicBezTo>
                <a:cubicBezTo>
                  <a:pt x="101" y="256"/>
                  <a:pt x="96" y="251"/>
                  <a:pt x="96" y="244"/>
                </a:cubicBezTo>
                <a:cubicBezTo>
                  <a:pt x="96" y="237"/>
                  <a:pt x="101" y="232"/>
                  <a:pt x="108" y="23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66" name="Freeform 48"/>
          <p:cNvSpPr/>
          <p:nvPr/>
        </p:nvSpPr>
        <p:spPr>
          <a:xfrm>
            <a:off x="3324240" y="314280"/>
            <a:ext cx="420840" cy="42084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44" y="256"/>
                </a:moveTo>
                <a:cubicBezTo>
                  <a:pt x="196" y="256"/>
                  <a:pt x="196" y="256"/>
                  <a:pt x="196" y="256"/>
                </a:cubicBezTo>
                <a:cubicBezTo>
                  <a:pt x="189" y="256"/>
                  <a:pt x="184" y="251"/>
                  <a:pt x="184" y="244"/>
                </a:cubicBezTo>
                <a:cubicBezTo>
                  <a:pt x="184" y="237"/>
                  <a:pt x="189" y="232"/>
                  <a:pt x="196" y="232"/>
                </a:cubicBezTo>
                <a:cubicBezTo>
                  <a:pt x="232" y="232"/>
                  <a:pt x="232" y="232"/>
                  <a:pt x="232" y="232"/>
                </a:cubicBezTo>
                <a:cubicBezTo>
                  <a:pt x="232" y="196"/>
                  <a:pt x="232" y="196"/>
                  <a:pt x="232" y="196"/>
                </a:cubicBezTo>
                <a:cubicBezTo>
                  <a:pt x="232" y="196"/>
                  <a:pt x="232" y="196"/>
                  <a:pt x="232" y="196"/>
                </a:cubicBezTo>
                <a:cubicBezTo>
                  <a:pt x="232" y="189"/>
                  <a:pt x="237" y="184"/>
                  <a:pt x="244" y="184"/>
                </a:cubicBezTo>
                <a:cubicBezTo>
                  <a:pt x="251" y="184"/>
                  <a:pt x="256" y="189"/>
                  <a:pt x="256" y="196"/>
                </a:cubicBezTo>
                <a:cubicBezTo>
                  <a:pt x="256" y="244"/>
                  <a:pt x="256" y="244"/>
                  <a:pt x="256" y="244"/>
                </a:cubicBezTo>
                <a:cubicBezTo>
                  <a:pt x="256" y="251"/>
                  <a:pt x="251" y="256"/>
                  <a:pt x="244" y="256"/>
                </a:cubicBezTo>
                <a:moveTo>
                  <a:pt x="244" y="96"/>
                </a:moveTo>
                <a:cubicBezTo>
                  <a:pt x="251" y="96"/>
                  <a:pt x="256" y="101"/>
                  <a:pt x="256" y="108"/>
                </a:cubicBezTo>
                <a:cubicBezTo>
                  <a:pt x="256" y="148"/>
                  <a:pt x="256" y="148"/>
                  <a:pt x="256" y="148"/>
                </a:cubicBezTo>
                <a:cubicBezTo>
                  <a:pt x="256" y="155"/>
                  <a:pt x="251" y="160"/>
                  <a:pt x="244" y="160"/>
                </a:cubicBezTo>
                <a:cubicBezTo>
                  <a:pt x="237" y="160"/>
                  <a:pt x="232" y="155"/>
                  <a:pt x="232" y="148"/>
                </a:cubicBezTo>
                <a:cubicBezTo>
                  <a:pt x="232" y="108"/>
                  <a:pt x="232" y="108"/>
                  <a:pt x="232" y="108"/>
                </a:cubicBezTo>
                <a:cubicBezTo>
                  <a:pt x="232" y="101"/>
                  <a:pt x="237" y="96"/>
                  <a:pt x="244" y="96"/>
                </a:cubicBezTo>
                <a:moveTo>
                  <a:pt x="244" y="72"/>
                </a:moveTo>
                <a:cubicBezTo>
                  <a:pt x="237" y="72"/>
                  <a:pt x="232" y="67"/>
                  <a:pt x="232" y="60"/>
                </a:cubicBezTo>
                <a:cubicBezTo>
                  <a:pt x="232" y="60"/>
                  <a:pt x="232" y="60"/>
                  <a:pt x="232" y="60"/>
                </a:cubicBezTo>
                <a:cubicBezTo>
                  <a:pt x="232" y="24"/>
                  <a:pt x="232" y="24"/>
                  <a:pt x="232" y="24"/>
                </a:cubicBezTo>
                <a:cubicBezTo>
                  <a:pt x="196" y="24"/>
                  <a:pt x="196" y="24"/>
                  <a:pt x="196" y="24"/>
                </a:cubicBezTo>
                <a:cubicBezTo>
                  <a:pt x="189" y="24"/>
                  <a:pt x="184" y="19"/>
                  <a:pt x="184" y="12"/>
                </a:cubicBezTo>
                <a:cubicBezTo>
                  <a:pt x="184" y="5"/>
                  <a:pt x="189" y="0"/>
                  <a:pt x="196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60"/>
                  <a:pt x="256" y="60"/>
                  <a:pt x="256" y="60"/>
                </a:cubicBezTo>
                <a:cubicBezTo>
                  <a:pt x="256" y="67"/>
                  <a:pt x="251" y="72"/>
                  <a:pt x="244" y="72"/>
                </a:cubicBezTo>
                <a:moveTo>
                  <a:pt x="164" y="128"/>
                </a:moveTo>
                <a:cubicBezTo>
                  <a:pt x="160" y="128"/>
                  <a:pt x="157" y="126"/>
                  <a:pt x="155" y="124"/>
                </a:cubicBezTo>
                <a:cubicBezTo>
                  <a:pt x="155" y="124"/>
                  <a:pt x="155" y="124"/>
                  <a:pt x="155" y="124"/>
                </a:cubicBezTo>
                <a:cubicBezTo>
                  <a:pt x="140" y="107"/>
                  <a:pt x="140" y="107"/>
                  <a:pt x="140" y="107"/>
                </a:cubicBezTo>
                <a:cubicBezTo>
                  <a:pt x="140" y="180"/>
                  <a:pt x="140" y="180"/>
                  <a:pt x="140" y="180"/>
                </a:cubicBezTo>
                <a:cubicBezTo>
                  <a:pt x="140" y="187"/>
                  <a:pt x="135" y="192"/>
                  <a:pt x="128" y="192"/>
                </a:cubicBezTo>
                <a:cubicBezTo>
                  <a:pt x="121" y="192"/>
                  <a:pt x="116" y="187"/>
                  <a:pt x="116" y="180"/>
                </a:cubicBezTo>
                <a:cubicBezTo>
                  <a:pt x="116" y="107"/>
                  <a:pt x="116" y="107"/>
                  <a:pt x="116" y="107"/>
                </a:cubicBezTo>
                <a:cubicBezTo>
                  <a:pt x="101" y="124"/>
                  <a:pt x="101" y="124"/>
                  <a:pt x="101" y="124"/>
                </a:cubicBezTo>
                <a:cubicBezTo>
                  <a:pt x="101" y="124"/>
                  <a:pt x="101" y="124"/>
                  <a:pt x="101" y="124"/>
                </a:cubicBezTo>
                <a:cubicBezTo>
                  <a:pt x="99" y="126"/>
                  <a:pt x="96" y="128"/>
                  <a:pt x="92" y="128"/>
                </a:cubicBezTo>
                <a:cubicBezTo>
                  <a:pt x="85" y="128"/>
                  <a:pt x="80" y="123"/>
                  <a:pt x="80" y="116"/>
                </a:cubicBezTo>
                <a:cubicBezTo>
                  <a:pt x="80" y="113"/>
                  <a:pt x="81" y="110"/>
                  <a:pt x="83" y="108"/>
                </a:cubicBezTo>
                <a:cubicBezTo>
                  <a:pt x="83" y="108"/>
                  <a:pt x="83" y="108"/>
                  <a:pt x="83" y="108"/>
                </a:cubicBezTo>
                <a:cubicBezTo>
                  <a:pt x="119" y="68"/>
                  <a:pt x="119" y="68"/>
                  <a:pt x="119" y="68"/>
                </a:cubicBezTo>
                <a:cubicBezTo>
                  <a:pt x="119" y="68"/>
                  <a:pt x="119" y="68"/>
                  <a:pt x="119" y="68"/>
                </a:cubicBezTo>
                <a:cubicBezTo>
                  <a:pt x="121" y="66"/>
                  <a:pt x="124" y="64"/>
                  <a:pt x="128" y="64"/>
                </a:cubicBezTo>
                <a:cubicBezTo>
                  <a:pt x="132" y="64"/>
                  <a:pt x="135" y="66"/>
                  <a:pt x="137" y="68"/>
                </a:cubicBezTo>
                <a:cubicBezTo>
                  <a:pt x="137" y="68"/>
                  <a:pt x="137" y="68"/>
                  <a:pt x="137" y="68"/>
                </a:cubicBezTo>
                <a:cubicBezTo>
                  <a:pt x="173" y="108"/>
                  <a:pt x="173" y="108"/>
                  <a:pt x="173" y="108"/>
                </a:cubicBezTo>
                <a:cubicBezTo>
                  <a:pt x="173" y="108"/>
                  <a:pt x="173" y="108"/>
                  <a:pt x="173" y="108"/>
                </a:cubicBezTo>
                <a:cubicBezTo>
                  <a:pt x="175" y="110"/>
                  <a:pt x="176" y="113"/>
                  <a:pt x="176" y="116"/>
                </a:cubicBezTo>
                <a:cubicBezTo>
                  <a:pt x="176" y="123"/>
                  <a:pt x="171" y="128"/>
                  <a:pt x="164" y="128"/>
                </a:cubicBezTo>
                <a:moveTo>
                  <a:pt x="148" y="24"/>
                </a:moveTo>
                <a:cubicBezTo>
                  <a:pt x="108" y="24"/>
                  <a:pt x="108" y="24"/>
                  <a:pt x="108" y="24"/>
                </a:cubicBezTo>
                <a:cubicBezTo>
                  <a:pt x="101" y="24"/>
                  <a:pt x="96" y="19"/>
                  <a:pt x="96" y="12"/>
                </a:cubicBezTo>
                <a:cubicBezTo>
                  <a:pt x="96" y="5"/>
                  <a:pt x="101" y="0"/>
                  <a:pt x="108" y="0"/>
                </a:cubicBezTo>
                <a:cubicBezTo>
                  <a:pt x="148" y="0"/>
                  <a:pt x="148" y="0"/>
                  <a:pt x="148" y="0"/>
                </a:cubicBezTo>
                <a:cubicBezTo>
                  <a:pt x="155" y="0"/>
                  <a:pt x="160" y="5"/>
                  <a:pt x="160" y="12"/>
                </a:cubicBezTo>
                <a:cubicBezTo>
                  <a:pt x="160" y="19"/>
                  <a:pt x="155" y="24"/>
                  <a:pt x="148" y="24"/>
                </a:cubicBezTo>
                <a:moveTo>
                  <a:pt x="60" y="256"/>
                </a:move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196"/>
                  <a:pt x="0" y="196"/>
                  <a:pt x="0" y="196"/>
                </a:cubicBezTo>
                <a:cubicBezTo>
                  <a:pt x="0" y="189"/>
                  <a:pt x="5" y="184"/>
                  <a:pt x="12" y="184"/>
                </a:cubicBezTo>
                <a:cubicBezTo>
                  <a:pt x="19" y="184"/>
                  <a:pt x="24" y="189"/>
                  <a:pt x="24" y="196"/>
                </a:cubicBezTo>
                <a:cubicBezTo>
                  <a:pt x="24" y="232"/>
                  <a:pt x="24" y="232"/>
                  <a:pt x="24" y="232"/>
                </a:cubicBezTo>
                <a:cubicBezTo>
                  <a:pt x="60" y="232"/>
                  <a:pt x="60" y="232"/>
                  <a:pt x="60" y="232"/>
                </a:cubicBezTo>
                <a:cubicBezTo>
                  <a:pt x="67" y="232"/>
                  <a:pt x="72" y="237"/>
                  <a:pt x="72" y="244"/>
                </a:cubicBezTo>
                <a:cubicBezTo>
                  <a:pt x="72" y="251"/>
                  <a:pt x="67" y="256"/>
                  <a:pt x="60" y="256"/>
                </a:cubicBezTo>
                <a:moveTo>
                  <a:pt x="24" y="108"/>
                </a:moveTo>
                <a:cubicBezTo>
                  <a:pt x="24" y="148"/>
                  <a:pt x="24" y="148"/>
                  <a:pt x="24" y="148"/>
                </a:cubicBezTo>
                <a:cubicBezTo>
                  <a:pt x="24" y="155"/>
                  <a:pt x="19" y="160"/>
                  <a:pt x="12" y="160"/>
                </a:cubicBezTo>
                <a:cubicBezTo>
                  <a:pt x="5" y="160"/>
                  <a:pt x="0" y="155"/>
                  <a:pt x="0" y="148"/>
                </a:cubicBezTo>
                <a:cubicBezTo>
                  <a:pt x="0" y="108"/>
                  <a:pt x="0" y="108"/>
                  <a:pt x="0" y="108"/>
                </a:cubicBezTo>
                <a:cubicBezTo>
                  <a:pt x="0" y="101"/>
                  <a:pt x="5" y="96"/>
                  <a:pt x="12" y="96"/>
                </a:cubicBezTo>
                <a:cubicBezTo>
                  <a:pt x="19" y="96"/>
                  <a:pt x="24" y="101"/>
                  <a:pt x="24" y="108"/>
                </a:cubicBezTo>
                <a:moveTo>
                  <a:pt x="60" y="24"/>
                </a:moveTo>
                <a:cubicBezTo>
                  <a:pt x="60" y="24"/>
                  <a:pt x="60" y="24"/>
                  <a:pt x="60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60"/>
                  <a:pt x="24" y="60"/>
                  <a:pt x="24" y="60"/>
                </a:cubicBezTo>
                <a:cubicBezTo>
                  <a:pt x="24" y="67"/>
                  <a:pt x="19" y="72"/>
                  <a:pt x="12" y="72"/>
                </a:cubicBezTo>
                <a:cubicBezTo>
                  <a:pt x="5" y="72"/>
                  <a:pt x="0" y="67"/>
                  <a:pt x="0" y="60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7" y="0"/>
                  <a:pt x="72" y="5"/>
                  <a:pt x="72" y="12"/>
                </a:cubicBezTo>
                <a:cubicBezTo>
                  <a:pt x="72" y="19"/>
                  <a:pt x="67" y="24"/>
                  <a:pt x="60" y="24"/>
                </a:cubicBezTo>
                <a:moveTo>
                  <a:pt x="108" y="232"/>
                </a:moveTo>
                <a:cubicBezTo>
                  <a:pt x="148" y="232"/>
                  <a:pt x="148" y="232"/>
                  <a:pt x="148" y="232"/>
                </a:cubicBezTo>
                <a:cubicBezTo>
                  <a:pt x="155" y="232"/>
                  <a:pt x="160" y="237"/>
                  <a:pt x="160" y="244"/>
                </a:cubicBezTo>
                <a:cubicBezTo>
                  <a:pt x="160" y="251"/>
                  <a:pt x="155" y="256"/>
                  <a:pt x="148" y="256"/>
                </a:cubicBezTo>
                <a:cubicBezTo>
                  <a:pt x="108" y="256"/>
                  <a:pt x="108" y="256"/>
                  <a:pt x="108" y="256"/>
                </a:cubicBezTo>
                <a:cubicBezTo>
                  <a:pt x="101" y="256"/>
                  <a:pt x="96" y="251"/>
                  <a:pt x="96" y="244"/>
                </a:cubicBezTo>
                <a:cubicBezTo>
                  <a:pt x="96" y="237"/>
                  <a:pt x="101" y="232"/>
                  <a:pt x="108" y="23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67" name="Freeform 49"/>
          <p:cNvSpPr/>
          <p:nvPr/>
        </p:nvSpPr>
        <p:spPr>
          <a:xfrm>
            <a:off x="2587680" y="314280"/>
            <a:ext cx="420480" cy="42084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44" y="256"/>
                </a:moveTo>
                <a:cubicBezTo>
                  <a:pt x="196" y="256"/>
                  <a:pt x="196" y="256"/>
                  <a:pt x="196" y="256"/>
                </a:cubicBezTo>
                <a:cubicBezTo>
                  <a:pt x="189" y="256"/>
                  <a:pt x="184" y="251"/>
                  <a:pt x="184" y="244"/>
                </a:cubicBezTo>
                <a:cubicBezTo>
                  <a:pt x="184" y="237"/>
                  <a:pt x="189" y="232"/>
                  <a:pt x="196" y="232"/>
                </a:cubicBezTo>
                <a:cubicBezTo>
                  <a:pt x="232" y="232"/>
                  <a:pt x="232" y="232"/>
                  <a:pt x="232" y="232"/>
                </a:cubicBezTo>
                <a:cubicBezTo>
                  <a:pt x="232" y="196"/>
                  <a:pt x="232" y="196"/>
                  <a:pt x="232" y="196"/>
                </a:cubicBezTo>
                <a:cubicBezTo>
                  <a:pt x="232" y="196"/>
                  <a:pt x="232" y="196"/>
                  <a:pt x="232" y="196"/>
                </a:cubicBezTo>
                <a:cubicBezTo>
                  <a:pt x="232" y="189"/>
                  <a:pt x="237" y="184"/>
                  <a:pt x="244" y="184"/>
                </a:cubicBezTo>
                <a:cubicBezTo>
                  <a:pt x="251" y="184"/>
                  <a:pt x="256" y="189"/>
                  <a:pt x="256" y="196"/>
                </a:cubicBezTo>
                <a:cubicBezTo>
                  <a:pt x="256" y="244"/>
                  <a:pt x="256" y="244"/>
                  <a:pt x="256" y="244"/>
                </a:cubicBezTo>
                <a:cubicBezTo>
                  <a:pt x="256" y="251"/>
                  <a:pt x="251" y="256"/>
                  <a:pt x="244" y="256"/>
                </a:cubicBezTo>
                <a:moveTo>
                  <a:pt x="244" y="96"/>
                </a:moveTo>
                <a:cubicBezTo>
                  <a:pt x="251" y="96"/>
                  <a:pt x="256" y="101"/>
                  <a:pt x="256" y="108"/>
                </a:cubicBezTo>
                <a:cubicBezTo>
                  <a:pt x="256" y="148"/>
                  <a:pt x="256" y="148"/>
                  <a:pt x="256" y="148"/>
                </a:cubicBezTo>
                <a:cubicBezTo>
                  <a:pt x="256" y="155"/>
                  <a:pt x="251" y="160"/>
                  <a:pt x="244" y="160"/>
                </a:cubicBezTo>
                <a:cubicBezTo>
                  <a:pt x="237" y="160"/>
                  <a:pt x="232" y="155"/>
                  <a:pt x="232" y="148"/>
                </a:cubicBezTo>
                <a:cubicBezTo>
                  <a:pt x="232" y="108"/>
                  <a:pt x="232" y="108"/>
                  <a:pt x="232" y="108"/>
                </a:cubicBezTo>
                <a:cubicBezTo>
                  <a:pt x="232" y="101"/>
                  <a:pt x="237" y="96"/>
                  <a:pt x="244" y="96"/>
                </a:cubicBezTo>
                <a:moveTo>
                  <a:pt x="244" y="72"/>
                </a:moveTo>
                <a:cubicBezTo>
                  <a:pt x="237" y="72"/>
                  <a:pt x="232" y="67"/>
                  <a:pt x="232" y="60"/>
                </a:cubicBezTo>
                <a:cubicBezTo>
                  <a:pt x="232" y="60"/>
                  <a:pt x="232" y="60"/>
                  <a:pt x="232" y="60"/>
                </a:cubicBezTo>
                <a:cubicBezTo>
                  <a:pt x="232" y="24"/>
                  <a:pt x="232" y="24"/>
                  <a:pt x="232" y="24"/>
                </a:cubicBezTo>
                <a:cubicBezTo>
                  <a:pt x="196" y="24"/>
                  <a:pt x="196" y="24"/>
                  <a:pt x="196" y="24"/>
                </a:cubicBezTo>
                <a:cubicBezTo>
                  <a:pt x="189" y="24"/>
                  <a:pt x="184" y="19"/>
                  <a:pt x="184" y="12"/>
                </a:cubicBezTo>
                <a:cubicBezTo>
                  <a:pt x="184" y="5"/>
                  <a:pt x="189" y="0"/>
                  <a:pt x="196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60"/>
                  <a:pt x="256" y="60"/>
                  <a:pt x="256" y="60"/>
                </a:cubicBezTo>
                <a:cubicBezTo>
                  <a:pt x="256" y="67"/>
                  <a:pt x="251" y="72"/>
                  <a:pt x="244" y="72"/>
                </a:cubicBezTo>
                <a:moveTo>
                  <a:pt x="173" y="148"/>
                </a:moveTo>
                <a:cubicBezTo>
                  <a:pt x="137" y="188"/>
                  <a:pt x="137" y="188"/>
                  <a:pt x="137" y="188"/>
                </a:cubicBezTo>
                <a:cubicBezTo>
                  <a:pt x="137" y="188"/>
                  <a:pt x="137" y="188"/>
                  <a:pt x="137" y="188"/>
                </a:cubicBezTo>
                <a:cubicBezTo>
                  <a:pt x="135" y="190"/>
                  <a:pt x="132" y="192"/>
                  <a:pt x="128" y="192"/>
                </a:cubicBezTo>
                <a:cubicBezTo>
                  <a:pt x="124" y="192"/>
                  <a:pt x="121" y="190"/>
                  <a:pt x="119" y="188"/>
                </a:cubicBezTo>
                <a:cubicBezTo>
                  <a:pt x="119" y="188"/>
                  <a:pt x="119" y="188"/>
                  <a:pt x="119" y="188"/>
                </a:cubicBezTo>
                <a:cubicBezTo>
                  <a:pt x="83" y="148"/>
                  <a:pt x="83" y="148"/>
                  <a:pt x="83" y="148"/>
                </a:cubicBezTo>
                <a:cubicBezTo>
                  <a:pt x="83" y="148"/>
                  <a:pt x="83" y="148"/>
                  <a:pt x="83" y="148"/>
                </a:cubicBezTo>
                <a:cubicBezTo>
                  <a:pt x="81" y="146"/>
                  <a:pt x="80" y="143"/>
                  <a:pt x="80" y="140"/>
                </a:cubicBezTo>
                <a:cubicBezTo>
                  <a:pt x="80" y="133"/>
                  <a:pt x="85" y="128"/>
                  <a:pt x="92" y="128"/>
                </a:cubicBezTo>
                <a:cubicBezTo>
                  <a:pt x="96" y="128"/>
                  <a:pt x="99" y="130"/>
                  <a:pt x="101" y="132"/>
                </a:cubicBezTo>
                <a:cubicBezTo>
                  <a:pt x="101" y="132"/>
                  <a:pt x="101" y="132"/>
                  <a:pt x="101" y="132"/>
                </a:cubicBezTo>
                <a:cubicBezTo>
                  <a:pt x="116" y="149"/>
                  <a:pt x="116" y="149"/>
                  <a:pt x="116" y="149"/>
                </a:cubicBezTo>
                <a:cubicBezTo>
                  <a:pt x="116" y="76"/>
                  <a:pt x="116" y="76"/>
                  <a:pt x="116" y="76"/>
                </a:cubicBezTo>
                <a:cubicBezTo>
                  <a:pt x="116" y="69"/>
                  <a:pt x="121" y="64"/>
                  <a:pt x="128" y="64"/>
                </a:cubicBezTo>
                <a:cubicBezTo>
                  <a:pt x="135" y="64"/>
                  <a:pt x="140" y="69"/>
                  <a:pt x="140" y="76"/>
                </a:cubicBezTo>
                <a:cubicBezTo>
                  <a:pt x="140" y="149"/>
                  <a:pt x="140" y="149"/>
                  <a:pt x="140" y="149"/>
                </a:cubicBezTo>
                <a:cubicBezTo>
                  <a:pt x="155" y="132"/>
                  <a:pt x="155" y="132"/>
                  <a:pt x="155" y="132"/>
                </a:cubicBezTo>
                <a:cubicBezTo>
                  <a:pt x="155" y="132"/>
                  <a:pt x="155" y="132"/>
                  <a:pt x="155" y="132"/>
                </a:cubicBezTo>
                <a:cubicBezTo>
                  <a:pt x="157" y="130"/>
                  <a:pt x="160" y="128"/>
                  <a:pt x="164" y="128"/>
                </a:cubicBezTo>
                <a:cubicBezTo>
                  <a:pt x="171" y="128"/>
                  <a:pt x="176" y="133"/>
                  <a:pt x="176" y="140"/>
                </a:cubicBezTo>
                <a:cubicBezTo>
                  <a:pt x="176" y="143"/>
                  <a:pt x="175" y="146"/>
                  <a:pt x="173" y="148"/>
                </a:cubicBezTo>
                <a:close/>
                <a:moveTo>
                  <a:pt x="148" y="24"/>
                </a:moveTo>
                <a:cubicBezTo>
                  <a:pt x="108" y="24"/>
                  <a:pt x="108" y="24"/>
                  <a:pt x="108" y="24"/>
                </a:cubicBezTo>
                <a:cubicBezTo>
                  <a:pt x="101" y="24"/>
                  <a:pt x="96" y="19"/>
                  <a:pt x="96" y="12"/>
                </a:cubicBezTo>
                <a:cubicBezTo>
                  <a:pt x="96" y="5"/>
                  <a:pt x="101" y="0"/>
                  <a:pt x="108" y="0"/>
                </a:cubicBezTo>
                <a:cubicBezTo>
                  <a:pt x="148" y="0"/>
                  <a:pt x="148" y="0"/>
                  <a:pt x="148" y="0"/>
                </a:cubicBezTo>
                <a:cubicBezTo>
                  <a:pt x="155" y="0"/>
                  <a:pt x="160" y="5"/>
                  <a:pt x="160" y="12"/>
                </a:cubicBezTo>
                <a:cubicBezTo>
                  <a:pt x="160" y="19"/>
                  <a:pt x="155" y="24"/>
                  <a:pt x="148" y="24"/>
                </a:cubicBezTo>
                <a:moveTo>
                  <a:pt x="60" y="256"/>
                </a:move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196"/>
                  <a:pt x="0" y="196"/>
                  <a:pt x="0" y="196"/>
                </a:cubicBezTo>
                <a:cubicBezTo>
                  <a:pt x="0" y="189"/>
                  <a:pt x="5" y="184"/>
                  <a:pt x="12" y="184"/>
                </a:cubicBezTo>
                <a:cubicBezTo>
                  <a:pt x="19" y="184"/>
                  <a:pt x="24" y="189"/>
                  <a:pt x="24" y="196"/>
                </a:cubicBezTo>
                <a:cubicBezTo>
                  <a:pt x="24" y="232"/>
                  <a:pt x="24" y="232"/>
                  <a:pt x="24" y="232"/>
                </a:cubicBezTo>
                <a:cubicBezTo>
                  <a:pt x="60" y="232"/>
                  <a:pt x="60" y="232"/>
                  <a:pt x="60" y="232"/>
                </a:cubicBezTo>
                <a:cubicBezTo>
                  <a:pt x="67" y="232"/>
                  <a:pt x="72" y="237"/>
                  <a:pt x="72" y="244"/>
                </a:cubicBezTo>
                <a:cubicBezTo>
                  <a:pt x="72" y="251"/>
                  <a:pt x="67" y="256"/>
                  <a:pt x="60" y="256"/>
                </a:cubicBezTo>
                <a:moveTo>
                  <a:pt x="24" y="108"/>
                </a:moveTo>
                <a:cubicBezTo>
                  <a:pt x="24" y="148"/>
                  <a:pt x="24" y="148"/>
                  <a:pt x="24" y="148"/>
                </a:cubicBezTo>
                <a:cubicBezTo>
                  <a:pt x="24" y="155"/>
                  <a:pt x="19" y="160"/>
                  <a:pt x="12" y="160"/>
                </a:cubicBezTo>
                <a:cubicBezTo>
                  <a:pt x="5" y="160"/>
                  <a:pt x="0" y="155"/>
                  <a:pt x="0" y="148"/>
                </a:cubicBezTo>
                <a:cubicBezTo>
                  <a:pt x="0" y="108"/>
                  <a:pt x="0" y="108"/>
                  <a:pt x="0" y="108"/>
                </a:cubicBezTo>
                <a:cubicBezTo>
                  <a:pt x="0" y="101"/>
                  <a:pt x="5" y="96"/>
                  <a:pt x="12" y="96"/>
                </a:cubicBezTo>
                <a:cubicBezTo>
                  <a:pt x="19" y="96"/>
                  <a:pt x="24" y="101"/>
                  <a:pt x="24" y="108"/>
                </a:cubicBezTo>
                <a:moveTo>
                  <a:pt x="60" y="24"/>
                </a:moveTo>
                <a:cubicBezTo>
                  <a:pt x="60" y="24"/>
                  <a:pt x="60" y="24"/>
                  <a:pt x="60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60"/>
                  <a:pt x="24" y="60"/>
                  <a:pt x="24" y="60"/>
                </a:cubicBezTo>
                <a:cubicBezTo>
                  <a:pt x="24" y="67"/>
                  <a:pt x="19" y="72"/>
                  <a:pt x="12" y="72"/>
                </a:cubicBezTo>
                <a:cubicBezTo>
                  <a:pt x="5" y="72"/>
                  <a:pt x="0" y="67"/>
                  <a:pt x="0" y="60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7" y="0"/>
                  <a:pt x="72" y="5"/>
                  <a:pt x="72" y="12"/>
                </a:cubicBezTo>
                <a:cubicBezTo>
                  <a:pt x="72" y="19"/>
                  <a:pt x="67" y="24"/>
                  <a:pt x="60" y="24"/>
                </a:cubicBezTo>
                <a:moveTo>
                  <a:pt x="108" y="232"/>
                </a:moveTo>
                <a:cubicBezTo>
                  <a:pt x="148" y="232"/>
                  <a:pt x="148" y="232"/>
                  <a:pt x="148" y="232"/>
                </a:cubicBezTo>
                <a:cubicBezTo>
                  <a:pt x="155" y="232"/>
                  <a:pt x="160" y="237"/>
                  <a:pt x="160" y="244"/>
                </a:cubicBezTo>
                <a:cubicBezTo>
                  <a:pt x="160" y="251"/>
                  <a:pt x="155" y="256"/>
                  <a:pt x="148" y="256"/>
                </a:cubicBezTo>
                <a:cubicBezTo>
                  <a:pt x="108" y="256"/>
                  <a:pt x="108" y="256"/>
                  <a:pt x="108" y="256"/>
                </a:cubicBezTo>
                <a:cubicBezTo>
                  <a:pt x="101" y="256"/>
                  <a:pt x="96" y="251"/>
                  <a:pt x="96" y="244"/>
                </a:cubicBezTo>
                <a:cubicBezTo>
                  <a:pt x="96" y="237"/>
                  <a:pt x="101" y="232"/>
                  <a:pt x="108" y="232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68" name="Freeform 50"/>
          <p:cNvSpPr/>
          <p:nvPr/>
        </p:nvSpPr>
        <p:spPr>
          <a:xfrm>
            <a:off x="1852560" y="314280"/>
            <a:ext cx="420840" cy="420840"/>
          </a:xfrm>
          <a:custGeom>
            <a:avLst/>
            <a:gdLst/>
            <a:ahLst/>
            <a:rect l="l" t="t" r="r" b="b"/>
            <a:pathLst>
              <a:path w="256" h="256">
                <a:moveTo>
                  <a:pt x="244" y="256"/>
                </a:moveTo>
                <a:cubicBezTo>
                  <a:pt x="196" y="256"/>
                  <a:pt x="196" y="256"/>
                  <a:pt x="196" y="256"/>
                </a:cubicBezTo>
                <a:cubicBezTo>
                  <a:pt x="189" y="256"/>
                  <a:pt x="184" y="251"/>
                  <a:pt x="184" y="244"/>
                </a:cubicBezTo>
                <a:cubicBezTo>
                  <a:pt x="184" y="237"/>
                  <a:pt x="189" y="232"/>
                  <a:pt x="196" y="232"/>
                </a:cubicBezTo>
                <a:cubicBezTo>
                  <a:pt x="232" y="232"/>
                  <a:pt x="232" y="232"/>
                  <a:pt x="232" y="232"/>
                </a:cubicBezTo>
                <a:cubicBezTo>
                  <a:pt x="232" y="196"/>
                  <a:pt x="232" y="196"/>
                  <a:pt x="232" y="196"/>
                </a:cubicBezTo>
                <a:cubicBezTo>
                  <a:pt x="232" y="196"/>
                  <a:pt x="232" y="196"/>
                  <a:pt x="232" y="196"/>
                </a:cubicBezTo>
                <a:cubicBezTo>
                  <a:pt x="232" y="189"/>
                  <a:pt x="237" y="184"/>
                  <a:pt x="244" y="184"/>
                </a:cubicBezTo>
                <a:cubicBezTo>
                  <a:pt x="251" y="184"/>
                  <a:pt x="256" y="189"/>
                  <a:pt x="256" y="196"/>
                </a:cubicBezTo>
                <a:cubicBezTo>
                  <a:pt x="256" y="244"/>
                  <a:pt x="256" y="244"/>
                  <a:pt x="256" y="244"/>
                </a:cubicBezTo>
                <a:cubicBezTo>
                  <a:pt x="256" y="251"/>
                  <a:pt x="251" y="256"/>
                  <a:pt x="244" y="256"/>
                </a:cubicBezTo>
                <a:moveTo>
                  <a:pt x="244" y="96"/>
                </a:moveTo>
                <a:cubicBezTo>
                  <a:pt x="251" y="96"/>
                  <a:pt x="256" y="101"/>
                  <a:pt x="256" y="108"/>
                </a:cubicBezTo>
                <a:cubicBezTo>
                  <a:pt x="256" y="148"/>
                  <a:pt x="256" y="148"/>
                  <a:pt x="256" y="148"/>
                </a:cubicBezTo>
                <a:cubicBezTo>
                  <a:pt x="256" y="155"/>
                  <a:pt x="251" y="160"/>
                  <a:pt x="244" y="160"/>
                </a:cubicBezTo>
                <a:cubicBezTo>
                  <a:pt x="237" y="160"/>
                  <a:pt x="232" y="155"/>
                  <a:pt x="232" y="148"/>
                </a:cubicBezTo>
                <a:cubicBezTo>
                  <a:pt x="232" y="108"/>
                  <a:pt x="232" y="108"/>
                  <a:pt x="232" y="108"/>
                </a:cubicBezTo>
                <a:cubicBezTo>
                  <a:pt x="232" y="101"/>
                  <a:pt x="237" y="96"/>
                  <a:pt x="244" y="96"/>
                </a:cubicBezTo>
                <a:moveTo>
                  <a:pt x="244" y="72"/>
                </a:moveTo>
                <a:cubicBezTo>
                  <a:pt x="237" y="72"/>
                  <a:pt x="232" y="67"/>
                  <a:pt x="232" y="60"/>
                </a:cubicBezTo>
                <a:cubicBezTo>
                  <a:pt x="232" y="60"/>
                  <a:pt x="232" y="60"/>
                  <a:pt x="232" y="60"/>
                </a:cubicBezTo>
                <a:cubicBezTo>
                  <a:pt x="232" y="24"/>
                  <a:pt x="232" y="24"/>
                  <a:pt x="232" y="24"/>
                </a:cubicBezTo>
                <a:cubicBezTo>
                  <a:pt x="196" y="24"/>
                  <a:pt x="196" y="24"/>
                  <a:pt x="196" y="24"/>
                </a:cubicBezTo>
                <a:cubicBezTo>
                  <a:pt x="189" y="24"/>
                  <a:pt x="184" y="19"/>
                  <a:pt x="184" y="12"/>
                </a:cubicBezTo>
                <a:cubicBezTo>
                  <a:pt x="184" y="5"/>
                  <a:pt x="189" y="0"/>
                  <a:pt x="196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60"/>
                  <a:pt x="256" y="60"/>
                  <a:pt x="256" y="60"/>
                </a:cubicBezTo>
                <a:cubicBezTo>
                  <a:pt x="256" y="67"/>
                  <a:pt x="251" y="72"/>
                  <a:pt x="244" y="72"/>
                </a:cubicBezTo>
                <a:moveTo>
                  <a:pt x="148" y="256"/>
                </a:moveTo>
                <a:cubicBezTo>
                  <a:pt x="108" y="256"/>
                  <a:pt x="108" y="256"/>
                  <a:pt x="108" y="256"/>
                </a:cubicBezTo>
                <a:cubicBezTo>
                  <a:pt x="101" y="256"/>
                  <a:pt x="96" y="251"/>
                  <a:pt x="96" y="244"/>
                </a:cubicBezTo>
                <a:cubicBezTo>
                  <a:pt x="96" y="237"/>
                  <a:pt x="101" y="232"/>
                  <a:pt x="108" y="232"/>
                </a:cubicBezTo>
                <a:cubicBezTo>
                  <a:pt x="148" y="232"/>
                  <a:pt x="148" y="232"/>
                  <a:pt x="148" y="232"/>
                </a:cubicBezTo>
                <a:cubicBezTo>
                  <a:pt x="155" y="232"/>
                  <a:pt x="160" y="237"/>
                  <a:pt x="160" y="244"/>
                </a:cubicBezTo>
                <a:cubicBezTo>
                  <a:pt x="160" y="251"/>
                  <a:pt x="155" y="256"/>
                  <a:pt x="148" y="256"/>
                </a:cubicBezTo>
                <a:moveTo>
                  <a:pt x="148" y="24"/>
                </a:moveTo>
                <a:cubicBezTo>
                  <a:pt x="108" y="24"/>
                  <a:pt x="108" y="24"/>
                  <a:pt x="108" y="24"/>
                </a:cubicBezTo>
                <a:cubicBezTo>
                  <a:pt x="101" y="24"/>
                  <a:pt x="96" y="19"/>
                  <a:pt x="96" y="12"/>
                </a:cubicBezTo>
                <a:cubicBezTo>
                  <a:pt x="96" y="5"/>
                  <a:pt x="101" y="0"/>
                  <a:pt x="108" y="0"/>
                </a:cubicBezTo>
                <a:cubicBezTo>
                  <a:pt x="148" y="0"/>
                  <a:pt x="148" y="0"/>
                  <a:pt x="148" y="0"/>
                </a:cubicBezTo>
                <a:cubicBezTo>
                  <a:pt x="155" y="0"/>
                  <a:pt x="160" y="5"/>
                  <a:pt x="160" y="12"/>
                </a:cubicBezTo>
                <a:cubicBezTo>
                  <a:pt x="160" y="19"/>
                  <a:pt x="155" y="24"/>
                  <a:pt x="148" y="24"/>
                </a:cubicBezTo>
                <a:moveTo>
                  <a:pt x="60" y="256"/>
                </a:move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196"/>
                  <a:pt x="0" y="196"/>
                  <a:pt x="0" y="196"/>
                </a:cubicBezTo>
                <a:cubicBezTo>
                  <a:pt x="0" y="189"/>
                  <a:pt x="5" y="184"/>
                  <a:pt x="12" y="184"/>
                </a:cubicBezTo>
                <a:cubicBezTo>
                  <a:pt x="19" y="184"/>
                  <a:pt x="24" y="189"/>
                  <a:pt x="24" y="196"/>
                </a:cubicBezTo>
                <a:cubicBezTo>
                  <a:pt x="24" y="232"/>
                  <a:pt x="24" y="232"/>
                  <a:pt x="24" y="232"/>
                </a:cubicBezTo>
                <a:cubicBezTo>
                  <a:pt x="60" y="232"/>
                  <a:pt x="60" y="232"/>
                  <a:pt x="60" y="232"/>
                </a:cubicBezTo>
                <a:cubicBezTo>
                  <a:pt x="67" y="232"/>
                  <a:pt x="72" y="237"/>
                  <a:pt x="72" y="244"/>
                </a:cubicBezTo>
                <a:cubicBezTo>
                  <a:pt x="72" y="251"/>
                  <a:pt x="67" y="256"/>
                  <a:pt x="60" y="256"/>
                </a:cubicBezTo>
                <a:moveTo>
                  <a:pt x="24" y="108"/>
                </a:moveTo>
                <a:cubicBezTo>
                  <a:pt x="24" y="148"/>
                  <a:pt x="24" y="148"/>
                  <a:pt x="24" y="148"/>
                </a:cubicBezTo>
                <a:cubicBezTo>
                  <a:pt x="24" y="155"/>
                  <a:pt x="19" y="160"/>
                  <a:pt x="12" y="160"/>
                </a:cubicBezTo>
                <a:cubicBezTo>
                  <a:pt x="5" y="160"/>
                  <a:pt x="0" y="155"/>
                  <a:pt x="0" y="148"/>
                </a:cubicBezTo>
                <a:cubicBezTo>
                  <a:pt x="0" y="108"/>
                  <a:pt x="0" y="108"/>
                  <a:pt x="0" y="108"/>
                </a:cubicBezTo>
                <a:cubicBezTo>
                  <a:pt x="0" y="101"/>
                  <a:pt x="5" y="96"/>
                  <a:pt x="12" y="96"/>
                </a:cubicBezTo>
                <a:cubicBezTo>
                  <a:pt x="19" y="96"/>
                  <a:pt x="24" y="101"/>
                  <a:pt x="24" y="108"/>
                </a:cubicBezTo>
                <a:moveTo>
                  <a:pt x="60" y="24"/>
                </a:moveTo>
                <a:cubicBezTo>
                  <a:pt x="60" y="24"/>
                  <a:pt x="60" y="24"/>
                  <a:pt x="60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60"/>
                  <a:pt x="24" y="60"/>
                  <a:pt x="24" y="60"/>
                </a:cubicBezTo>
                <a:cubicBezTo>
                  <a:pt x="24" y="67"/>
                  <a:pt x="19" y="72"/>
                  <a:pt x="12" y="72"/>
                </a:cubicBezTo>
                <a:cubicBezTo>
                  <a:pt x="5" y="72"/>
                  <a:pt x="0" y="67"/>
                  <a:pt x="0" y="60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7" y="0"/>
                  <a:pt x="72" y="5"/>
                  <a:pt x="72" y="12"/>
                </a:cubicBezTo>
                <a:cubicBezTo>
                  <a:pt x="72" y="19"/>
                  <a:pt x="67" y="24"/>
                  <a:pt x="60" y="24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69" name="Freeform 51"/>
          <p:cNvSpPr/>
          <p:nvPr/>
        </p:nvSpPr>
        <p:spPr>
          <a:xfrm>
            <a:off x="1116000" y="320760"/>
            <a:ext cx="420840" cy="407880"/>
          </a:xfrm>
          <a:custGeom>
            <a:avLst/>
            <a:gdLst/>
            <a:ahLst/>
            <a:rect l="l" t="t" r="r" b="b"/>
            <a:pathLst>
              <a:path w="256" h="248">
                <a:moveTo>
                  <a:pt x="256" y="236"/>
                </a:moveTo>
                <a:cubicBezTo>
                  <a:pt x="256" y="243"/>
                  <a:pt x="251" y="248"/>
                  <a:pt x="244" y="248"/>
                </a:cubicBezTo>
                <a:cubicBezTo>
                  <a:pt x="12" y="248"/>
                  <a:pt x="12" y="248"/>
                  <a:pt x="12" y="248"/>
                </a:cubicBezTo>
                <a:cubicBezTo>
                  <a:pt x="5" y="248"/>
                  <a:pt x="0" y="243"/>
                  <a:pt x="0" y="236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48" y="12"/>
                  <a:pt x="48" y="12"/>
                  <a:pt x="48" y="12"/>
                </a:cubicBezTo>
                <a:cubicBezTo>
                  <a:pt x="48" y="16"/>
                  <a:pt x="48" y="16"/>
                  <a:pt x="48" y="16"/>
                </a:cubicBezTo>
                <a:cubicBezTo>
                  <a:pt x="48" y="60"/>
                  <a:pt x="48" y="60"/>
                  <a:pt x="48" y="60"/>
                </a:cubicBezTo>
                <a:cubicBezTo>
                  <a:pt x="48" y="72"/>
                  <a:pt x="48" y="72"/>
                  <a:pt x="48" y="72"/>
                </a:cubicBezTo>
                <a:cubicBezTo>
                  <a:pt x="48" y="96"/>
                  <a:pt x="48" y="96"/>
                  <a:pt x="48" y="96"/>
                </a:cubicBezTo>
                <a:cubicBezTo>
                  <a:pt x="48" y="109"/>
                  <a:pt x="58" y="120"/>
                  <a:pt x="71" y="120"/>
                </a:cubicBezTo>
                <a:cubicBezTo>
                  <a:pt x="177" y="120"/>
                  <a:pt x="177" y="120"/>
                  <a:pt x="177" y="120"/>
                </a:cubicBezTo>
                <a:cubicBezTo>
                  <a:pt x="190" y="120"/>
                  <a:pt x="200" y="109"/>
                  <a:pt x="200" y="96"/>
                </a:cubicBezTo>
                <a:cubicBezTo>
                  <a:pt x="200" y="72"/>
                  <a:pt x="200" y="72"/>
                  <a:pt x="200" y="72"/>
                </a:cubicBezTo>
                <a:cubicBezTo>
                  <a:pt x="200" y="60"/>
                  <a:pt x="200" y="60"/>
                  <a:pt x="200" y="60"/>
                </a:cubicBezTo>
                <a:cubicBezTo>
                  <a:pt x="200" y="24"/>
                  <a:pt x="200" y="24"/>
                  <a:pt x="200" y="24"/>
                </a:cubicBezTo>
                <a:cubicBezTo>
                  <a:pt x="200" y="16"/>
                  <a:pt x="200" y="16"/>
                  <a:pt x="200" y="16"/>
                </a:cubicBezTo>
                <a:cubicBezTo>
                  <a:pt x="200" y="12"/>
                  <a:pt x="200" y="12"/>
                  <a:pt x="200" y="12"/>
                </a:cubicBezTo>
                <a:cubicBezTo>
                  <a:pt x="200" y="0"/>
                  <a:pt x="200" y="0"/>
                  <a:pt x="200" y="0"/>
                </a:cubicBezTo>
                <a:cubicBezTo>
                  <a:pt x="204" y="0"/>
                  <a:pt x="204" y="0"/>
                  <a:pt x="204" y="0"/>
                </a:cubicBezTo>
                <a:cubicBezTo>
                  <a:pt x="208" y="0"/>
                  <a:pt x="208" y="0"/>
                  <a:pt x="208" y="0"/>
                </a:cubicBezTo>
                <a:cubicBezTo>
                  <a:pt x="211" y="0"/>
                  <a:pt x="214" y="1"/>
                  <a:pt x="216" y="4"/>
                </a:cubicBezTo>
                <a:cubicBezTo>
                  <a:pt x="252" y="40"/>
                  <a:pt x="252" y="40"/>
                  <a:pt x="252" y="40"/>
                </a:cubicBezTo>
                <a:cubicBezTo>
                  <a:pt x="255" y="42"/>
                  <a:pt x="256" y="45"/>
                  <a:pt x="256" y="48"/>
                </a:cubicBezTo>
                <a:lnTo>
                  <a:pt x="256" y="236"/>
                </a:lnTo>
                <a:close/>
                <a:moveTo>
                  <a:pt x="188" y="96"/>
                </a:moveTo>
                <a:cubicBezTo>
                  <a:pt x="188" y="103"/>
                  <a:pt x="183" y="108"/>
                  <a:pt x="176" y="108"/>
                </a:cubicBezTo>
                <a:cubicBezTo>
                  <a:pt x="160" y="108"/>
                  <a:pt x="160" y="108"/>
                  <a:pt x="160" y="108"/>
                </a:cubicBezTo>
                <a:cubicBezTo>
                  <a:pt x="160" y="108"/>
                  <a:pt x="160" y="108"/>
                  <a:pt x="160" y="108"/>
                </a:cubicBezTo>
                <a:cubicBezTo>
                  <a:pt x="88" y="108"/>
                  <a:pt x="88" y="108"/>
                  <a:pt x="88" y="108"/>
                </a:cubicBezTo>
                <a:cubicBezTo>
                  <a:pt x="88" y="108"/>
                  <a:pt x="88" y="108"/>
                  <a:pt x="88" y="108"/>
                </a:cubicBezTo>
                <a:cubicBezTo>
                  <a:pt x="72" y="108"/>
                  <a:pt x="72" y="108"/>
                  <a:pt x="72" y="108"/>
                </a:cubicBezTo>
                <a:cubicBezTo>
                  <a:pt x="65" y="108"/>
                  <a:pt x="60" y="103"/>
                  <a:pt x="60" y="96"/>
                </a:cubicBezTo>
                <a:cubicBezTo>
                  <a:pt x="60" y="72"/>
                  <a:pt x="60" y="72"/>
                  <a:pt x="60" y="72"/>
                </a:cubicBezTo>
                <a:cubicBezTo>
                  <a:pt x="60" y="0"/>
                  <a:pt x="60" y="0"/>
                  <a:pt x="60" y="0"/>
                </a:cubicBezTo>
                <a:cubicBezTo>
                  <a:pt x="188" y="0"/>
                  <a:pt x="188" y="0"/>
                  <a:pt x="188" y="0"/>
                </a:cubicBezTo>
                <a:cubicBezTo>
                  <a:pt x="188" y="72"/>
                  <a:pt x="188" y="72"/>
                  <a:pt x="188" y="72"/>
                </a:cubicBezTo>
                <a:lnTo>
                  <a:pt x="188" y="96"/>
                </a:lnTo>
                <a:close/>
                <a:moveTo>
                  <a:pt x="164" y="16"/>
                </a:moveTo>
                <a:cubicBezTo>
                  <a:pt x="128" y="16"/>
                  <a:pt x="128" y="16"/>
                  <a:pt x="128" y="16"/>
                </a:cubicBezTo>
                <a:cubicBezTo>
                  <a:pt x="128" y="92"/>
                  <a:pt x="128" y="92"/>
                  <a:pt x="128" y="92"/>
                </a:cubicBezTo>
                <a:cubicBezTo>
                  <a:pt x="164" y="92"/>
                  <a:pt x="164" y="92"/>
                  <a:pt x="164" y="92"/>
                </a:cubicBezTo>
                <a:lnTo>
                  <a:pt x="164" y="1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70" name="Freeform 52"/>
          <p:cNvSpPr/>
          <p:nvPr/>
        </p:nvSpPr>
        <p:spPr>
          <a:xfrm>
            <a:off x="379440" y="372960"/>
            <a:ext cx="420840" cy="303480"/>
          </a:xfrm>
          <a:custGeom>
            <a:avLst/>
            <a:gdLst/>
            <a:ahLst/>
            <a:rect l="l" t="t" r="r" b="b"/>
            <a:pathLst>
              <a:path w="256" h="184">
                <a:moveTo>
                  <a:pt x="244" y="184"/>
                </a:moveTo>
                <a:cubicBezTo>
                  <a:pt x="232" y="184"/>
                  <a:pt x="232" y="184"/>
                  <a:pt x="232" y="184"/>
                </a:cubicBezTo>
                <a:cubicBezTo>
                  <a:pt x="229" y="184"/>
                  <a:pt x="229" y="184"/>
                  <a:pt x="229" y="184"/>
                </a:cubicBezTo>
                <a:cubicBezTo>
                  <a:pt x="211" y="184"/>
                  <a:pt x="211" y="184"/>
                  <a:pt x="211" y="184"/>
                </a:cubicBezTo>
                <a:cubicBezTo>
                  <a:pt x="191" y="136"/>
                  <a:pt x="191" y="136"/>
                  <a:pt x="191" y="136"/>
                </a:cubicBezTo>
                <a:cubicBezTo>
                  <a:pt x="191" y="136"/>
                  <a:pt x="191" y="136"/>
                  <a:pt x="191" y="136"/>
                </a:cubicBezTo>
                <a:cubicBezTo>
                  <a:pt x="189" y="131"/>
                  <a:pt x="185" y="128"/>
                  <a:pt x="180" y="128"/>
                </a:cubicBezTo>
                <a:cubicBezTo>
                  <a:pt x="76" y="128"/>
                  <a:pt x="76" y="128"/>
                  <a:pt x="76" y="128"/>
                </a:cubicBezTo>
                <a:cubicBezTo>
                  <a:pt x="71" y="128"/>
                  <a:pt x="67" y="131"/>
                  <a:pt x="65" y="136"/>
                </a:cubicBezTo>
                <a:cubicBezTo>
                  <a:pt x="65" y="136"/>
                  <a:pt x="65" y="136"/>
                  <a:pt x="65" y="136"/>
                </a:cubicBezTo>
                <a:cubicBezTo>
                  <a:pt x="45" y="184"/>
                  <a:pt x="45" y="184"/>
                  <a:pt x="45" y="184"/>
                </a:cubicBezTo>
                <a:cubicBezTo>
                  <a:pt x="27" y="184"/>
                  <a:pt x="27" y="184"/>
                  <a:pt x="27" y="184"/>
                </a:cubicBezTo>
                <a:cubicBezTo>
                  <a:pt x="24" y="184"/>
                  <a:pt x="24" y="184"/>
                  <a:pt x="24" y="184"/>
                </a:cubicBezTo>
                <a:cubicBezTo>
                  <a:pt x="12" y="184"/>
                  <a:pt x="12" y="184"/>
                  <a:pt x="12" y="184"/>
                </a:cubicBezTo>
                <a:cubicBezTo>
                  <a:pt x="5" y="184"/>
                  <a:pt x="0" y="179"/>
                  <a:pt x="0" y="17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72"/>
                  <a:pt x="256" y="172"/>
                  <a:pt x="256" y="172"/>
                </a:cubicBezTo>
                <a:cubicBezTo>
                  <a:pt x="256" y="179"/>
                  <a:pt x="251" y="184"/>
                  <a:pt x="244" y="184"/>
                </a:cubicBezTo>
                <a:moveTo>
                  <a:pt x="64" y="60"/>
                </a:moveTo>
                <a:cubicBezTo>
                  <a:pt x="55" y="60"/>
                  <a:pt x="48" y="67"/>
                  <a:pt x="48" y="76"/>
                </a:cubicBezTo>
                <a:cubicBezTo>
                  <a:pt x="48" y="85"/>
                  <a:pt x="55" y="92"/>
                  <a:pt x="64" y="92"/>
                </a:cubicBezTo>
                <a:cubicBezTo>
                  <a:pt x="73" y="92"/>
                  <a:pt x="80" y="85"/>
                  <a:pt x="80" y="76"/>
                </a:cubicBezTo>
                <a:cubicBezTo>
                  <a:pt x="80" y="67"/>
                  <a:pt x="73" y="60"/>
                  <a:pt x="64" y="60"/>
                </a:cubicBezTo>
                <a:moveTo>
                  <a:pt x="160" y="60"/>
                </a:moveTo>
                <a:cubicBezTo>
                  <a:pt x="96" y="60"/>
                  <a:pt x="96" y="60"/>
                  <a:pt x="96" y="60"/>
                </a:cubicBezTo>
                <a:cubicBezTo>
                  <a:pt x="96" y="92"/>
                  <a:pt x="96" y="92"/>
                  <a:pt x="96" y="92"/>
                </a:cubicBezTo>
                <a:cubicBezTo>
                  <a:pt x="160" y="92"/>
                  <a:pt x="160" y="92"/>
                  <a:pt x="160" y="92"/>
                </a:cubicBezTo>
                <a:lnTo>
                  <a:pt x="160" y="60"/>
                </a:lnTo>
                <a:close/>
                <a:moveTo>
                  <a:pt x="192" y="60"/>
                </a:moveTo>
                <a:cubicBezTo>
                  <a:pt x="183" y="60"/>
                  <a:pt x="176" y="67"/>
                  <a:pt x="176" y="76"/>
                </a:cubicBezTo>
                <a:cubicBezTo>
                  <a:pt x="176" y="85"/>
                  <a:pt x="183" y="92"/>
                  <a:pt x="192" y="92"/>
                </a:cubicBezTo>
                <a:cubicBezTo>
                  <a:pt x="201" y="92"/>
                  <a:pt x="208" y="85"/>
                  <a:pt x="208" y="76"/>
                </a:cubicBezTo>
                <a:cubicBezTo>
                  <a:pt x="208" y="67"/>
                  <a:pt x="201" y="60"/>
                  <a:pt x="192" y="60"/>
                </a:cubicBezTo>
                <a:moveTo>
                  <a:pt x="73" y="148"/>
                </a:moveTo>
                <a:cubicBezTo>
                  <a:pt x="74" y="143"/>
                  <a:pt x="79" y="140"/>
                  <a:pt x="84" y="140"/>
                </a:cubicBezTo>
                <a:cubicBezTo>
                  <a:pt x="172" y="140"/>
                  <a:pt x="172" y="140"/>
                  <a:pt x="172" y="140"/>
                </a:cubicBezTo>
                <a:cubicBezTo>
                  <a:pt x="177" y="140"/>
                  <a:pt x="182" y="143"/>
                  <a:pt x="183" y="148"/>
                </a:cubicBezTo>
                <a:cubicBezTo>
                  <a:pt x="183" y="148"/>
                  <a:pt x="183" y="148"/>
                  <a:pt x="183" y="148"/>
                </a:cubicBezTo>
                <a:cubicBezTo>
                  <a:pt x="195" y="184"/>
                  <a:pt x="195" y="184"/>
                  <a:pt x="195" y="184"/>
                </a:cubicBezTo>
                <a:cubicBezTo>
                  <a:pt x="172" y="184"/>
                  <a:pt x="172" y="184"/>
                  <a:pt x="172" y="184"/>
                </a:cubicBezTo>
                <a:cubicBezTo>
                  <a:pt x="170" y="184"/>
                  <a:pt x="170" y="184"/>
                  <a:pt x="170" y="184"/>
                </a:cubicBezTo>
                <a:cubicBezTo>
                  <a:pt x="85" y="184"/>
                  <a:pt x="85" y="184"/>
                  <a:pt x="85" y="184"/>
                </a:cubicBezTo>
                <a:cubicBezTo>
                  <a:pt x="84" y="184"/>
                  <a:pt x="84" y="184"/>
                  <a:pt x="84" y="184"/>
                </a:cubicBezTo>
                <a:cubicBezTo>
                  <a:pt x="60" y="184"/>
                  <a:pt x="60" y="184"/>
                  <a:pt x="60" y="184"/>
                </a:cubicBezTo>
                <a:cubicBezTo>
                  <a:pt x="73" y="148"/>
                  <a:pt x="73" y="148"/>
                  <a:pt x="73" y="14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171" name="Group 49" descr=""/>
          <p:cNvPicPr/>
          <p:nvPr/>
        </p:nvPicPr>
        <p:blipFill>
          <a:blip r:embed="rId1"/>
          <a:stretch/>
        </p:blipFill>
        <p:spPr>
          <a:xfrm>
            <a:off x="469800" y="3273480"/>
            <a:ext cx="493920" cy="493560"/>
          </a:xfrm>
          <a:prstGeom prst="rect">
            <a:avLst/>
          </a:prstGeom>
          <a:ln w="0">
            <a:noFill/>
          </a:ln>
        </p:spPr>
      </p:pic>
      <p:sp>
        <p:nvSpPr>
          <p:cNvPr id="2172" name="Freeform 10"/>
          <p:cNvSpPr/>
          <p:nvPr/>
        </p:nvSpPr>
        <p:spPr>
          <a:xfrm>
            <a:off x="1293840" y="3189240"/>
            <a:ext cx="623880" cy="547560"/>
          </a:xfrm>
          <a:custGeom>
            <a:avLst/>
            <a:gdLst/>
            <a:ahLst/>
            <a:rect l="l" t="t" r="r" b="b"/>
            <a:pathLst>
              <a:path w="219" h="191">
                <a:moveTo>
                  <a:pt x="0" y="145"/>
                </a:moveTo>
                <a:cubicBezTo>
                  <a:pt x="0" y="145"/>
                  <a:pt x="13" y="191"/>
                  <a:pt x="48" y="191"/>
                </a:cubicBezTo>
                <a:cubicBezTo>
                  <a:pt x="83" y="191"/>
                  <a:pt x="101" y="191"/>
                  <a:pt x="145" y="191"/>
                </a:cubicBezTo>
                <a:cubicBezTo>
                  <a:pt x="188" y="191"/>
                  <a:pt x="216" y="150"/>
                  <a:pt x="217" y="146"/>
                </a:cubicBezTo>
                <a:cubicBezTo>
                  <a:pt x="219" y="141"/>
                  <a:pt x="217" y="145"/>
                  <a:pt x="217" y="145"/>
                </a:cubicBezTo>
                <a:cubicBezTo>
                  <a:pt x="0" y="145"/>
                  <a:pt x="0" y="145"/>
                  <a:pt x="0" y="145"/>
                </a:cubicBezTo>
                <a:close/>
                <a:moveTo>
                  <a:pt x="112" y="0"/>
                </a:moveTo>
                <a:cubicBezTo>
                  <a:pt x="113" y="135"/>
                  <a:pt x="113" y="135"/>
                  <a:pt x="113" y="135"/>
                </a:cubicBezTo>
                <a:cubicBezTo>
                  <a:pt x="21" y="135"/>
                  <a:pt x="21" y="135"/>
                  <a:pt x="21" y="135"/>
                </a:cubicBezTo>
                <a:cubicBezTo>
                  <a:pt x="69" y="108"/>
                  <a:pt x="95" y="59"/>
                  <a:pt x="112" y="0"/>
                </a:cubicBezTo>
                <a:close/>
                <a:moveTo>
                  <a:pt x="124" y="28"/>
                </a:moveTo>
                <a:cubicBezTo>
                  <a:pt x="124" y="135"/>
                  <a:pt x="124" y="135"/>
                  <a:pt x="124" y="135"/>
                </a:cubicBezTo>
                <a:cubicBezTo>
                  <a:pt x="178" y="135"/>
                  <a:pt x="178" y="135"/>
                  <a:pt x="178" y="135"/>
                </a:cubicBezTo>
                <a:cubicBezTo>
                  <a:pt x="149" y="114"/>
                  <a:pt x="134" y="74"/>
                  <a:pt x="124" y="2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73" name="Freeform 11"/>
          <p:cNvSpPr/>
          <p:nvPr/>
        </p:nvSpPr>
        <p:spPr>
          <a:xfrm>
            <a:off x="2154240" y="4059360"/>
            <a:ext cx="425520" cy="627120"/>
          </a:xfrm>
          <a:custGeom>
            <a:avLst/>
            <a:gdLst/>
            <a:ahLst/>
            <a:rect l="l" t="t" r="r" b="b"/>
            <a:pathLst>
              <a:path w="149" h="219">
                <a:moveTo>
                  <a:pt x="134" y="211"/>
                </a:moveTo>
                <a:cubicBezTo>
                  <a:pt x="134" y="215"/>
                  <a:pt x="137" y="219"/>
                  <a:pt x="141" y="219"/>
                </a:cubicBezTo>
                <a:cubicBezTo>
                  <a:pt x="145" y="219"/>
                  <a:pt x="149" y="215"/>
                  <a:pt x="149" y="211"/>
                </a:cubicBezTo>
                <a:cubicBezTo>
                  <a:pt x="149" y="50"/>
                  <a:pt x="149" y="50"/>
                  <a:pt x="149" y="50"/>
                </a:cubicBezTo>
                <a:cubicBezTo>
                  <a:pt x="149" y="36"/>
                  <a:pt x="143" y="24"/>
                  <a:pt x="134" y="14"/>
                </a:cubicBezTo>
                <a:cubicBezTo>
                  <a:pt x="125" y="5"/>
                  <a:pt x="112" y="0"/>
                  <a:pt x="98" y="0"/>
                </a:cubicBezTo>
                <a:cubicBezTo>
                  <a:pt x="98" y="0"/>
                  <a:pt x="98" y="0"/>
                  <a:pt x="98" y="0"/>
                </a:cubicBezTo>
                <a:cubicBezTo>
                  <a:pt x="84" y="0"/>
                  <a:pt x="71" y="5"/>
                  <a:pt x="62" y="14"/>
                </a:cubicBezTo>
                <a:cubicBezTo>
                  <a:pt x="53" y="24"/>
                  <a:pt x="47" y="36"/>
                  <a:pt x="47" y="50"/>
                </a:cubicBezTo>
                <a:cubicBezTo>
                  <a:pt x="47" y="55"/>
                  <a:pt x="50" y="58"/>
                  <a:pt x="55" y="58"/>
                </a:cubicBezTo>
                <a:cubicBezTo>
                  <a:pt x="59" y="58"/>
                  <a:pt x="62" y="55"/>
                  <a:pt x="62" y="50"/>
                </a:cubicBezTo>
                <a:cubicBezTo>
                  <a:pt x="62" y="41"/>
                  <a:pt x="66" y="32"/>
                  <a:pt x="73" y="25"/>
                </a:cubicBezTo>
                <a:cubicBezTo>
                  <a:pt x="79" y="19"/>
                  <a:pt x="88" y="15"/>
                  <a:pt x="98" y="15"/>
                </a:cubicBezTo>
                <a:cubicBezTo>
                  <a:pt x="98" y="15"/>
                  <a:pt x="98" y="15"/>
                  <a:pt x="98" y="15"/>
                </a:cubicBezTo>
                <a:cubicBezTo>
                  <a:pt x="108" y="15"/>
                  <a:pt x="117" y="19"/>
                  <a:pt x="123" y="25"/>
                </a:cubicBezTo>
                <a:cubicBezTo>
                  <a:pt x="130" y="32"/>
                  <a:pt x="134" y="41"/>
                  <a:pt x="134" y="50"/>
                </a:cubicBezTo>
                <a:cubicBezTo>
                  <a:pt x="134" y="211"/>
                  <a:pt x="134" y="211"/>
                  <a:pt x="134" y="211"/>
                </a:cubicBezTo>
                <a:close/>
                <a:moveTo>
                  <a:pt x="55" y="63"/>
                </a:moveTo>
                <a:cubicBezTo>
                  <a:pt x="79" y="63"/>
                  <a:pt x="99" y="82"/>
                  <a:pt x="101" y="106"/>
                </a:cubicBezTo>
                <a:cubicBezTo>
                  <a:pt x="100" y="106"/>
                  <a:pt x="99" y="106"/>
                  <a:pt x="98" y="106"/>
                </a:cubicBezTo>
                <a:cubicBezTo>
                  <a:pt x="96" y="106"/>
                  <a:pt x="94" y="105"/>
                  <a:pt x="92" y="105"/>
                </a:cubicBezTo>
                <a:cubicBezTo>
                  <a:pt x="90" y="104"/>
                  <a:pt x="87" y="103"/>
                  <a:pt x="84" y="103"/>
                </a:cubicBezTo>
                <a:cubicBezTo>
                  <a:pt x="81" y="103"/>
                  <a:pt x="78" y="104"/>
                  <a:pt x="75" y="105"/>
                </a:cubicBezTo>
                <a:cubicBezTo>
                  <a:pt x="73" y="105"/>
                  <a:pt x="71" y="106"/>
                  <a:pt x="69" y="106"/>
                </a:cubicBezTo>
                <a:cubicBezTo>
                  <a:pt x="67" y="106"/>
                  <a:pt x="65" y="105"/>
                  <a:pt x="63" y="105"/>
                </a:cubicBezTo>
                <a:cubicBezTo>
                  <a:pt x="60" y="104"/>
                  <a:pt x="58" y="103"/>
                  <a:pt x="55" y="103"/>
                </a:cubicBezTo>
                <a:cubicBezTo>
                  <a:pt x="52" y="103"/>
                  <a:pt x="49" y="104"/>
                  <a:pt x="46" y="105"/>
                </a:cubicBezTo>
                <a:cubicBezTo>
                  <a:pt x="44" y="105"/>
                  <a:pt x="42" y="106"/>
                  <a:pt x="40" y="106"/>
                </a:cubicBezTo>
                <a:cubicBezTo>
                  <a:pt x="38" y="106"/>
                  <a:pt x="36" y="105"/>
                  <a:pt x="34" y="105"/>
                </a:cubicBezTo>
                <a:cubicBezTo>
                  <a:pt x="31" y="104"/>
                  <a:pt x="29" y="103"/>
                  <a:pt x="26" y="103"/>
                </a:cubicBezTo>
                <a:cubicBezTo>
                  <a:pt x="22" y="103"/>
                  <a:pt x="20" y="104"/>
                  <a:pt x="17" y="105"/>
                </a:cubicBezTo>
                <a:cubicBezTo>
                  <a:pt x="15" y="105"/>
                  <a:pt x="13" y="106"/>
                  <a:pt x="11" y="106"/>
                </a:cubicBezTo>
                <a:cubicBezTo>
                  <a:pt x="10" y="106"/>
                  <a:pt x="10" y="106"/>
                  <a:pt x="9" y="106"/>
                </a:cubicBezTo>
                <a:cubicBezTo>
                  <a:pt x="10" y="82"/>
                  <a:pt x="30" y="63"/>
                  <a:pt x="55" y="63"/>
                </a:cubicBezTo>
                <a:close/>
                <a:moveTo>
                  <a:pt x="100" y="114"/>
                </a:moveTo>
                <a:cubicBezTo>
                  <a:pt x="100" y="117"/>
                  <a:pt x="99" y="120"/>
                  <a:pt x="98" y="122"/>
                </a:cubicBezTo>
                <a:cubicBezTo>
                  <a:pt x="98" y="122"/>
                  <a:pt x="98" y="122"/>
                  <a:pt x="98" y="122"/>
                </a:cubicBezTo>
                <a:cubicBezTo>
                  <a:pt x="95" y="122"/>
                  <a:pt x="92" y="121"/>
                  <a:pt x="90" y="120"/>
                </a:cubicBezTo>
                <a:cubicBezTo>
                  <a:pt x="88" y="120"/>
                  <a:pt x="85" y="119"/>
                  <a:pt x="84" y="119"/>
                </a:cubicBezTo>
                <a:cubicBezTo>
                  <a:pt x="82" y="119"/>
                  <a:pt x="80" y="120"/>
                  <a:pt x="78" y="120"/>
                </a:cubicBezTo>
                <a:cubicBezTo>
                  <a:pt x="75" y="121"/>
                  <a:pt x="72" y="122"/>
                  <a:pt x="69" y="122"/>
                </a:cubicBezTo>
                <a:cubicBezTo>
                  <a:pt x="66" y="122"/>
                  <a:pt x="63" y="121"/>
                  <a:pt x="61" y="120"/>
                </a:cubicBezTo>
                <a:cubicBezTo>
                  <a:pt x="58" y="120"/>
                  <a:pt x="56" y="119"/>
                  <a:pt x="55" y="119"/>
                </a:cubicBezTo>
                <a:cubicBezTo>
                  <a:pt x="53" y="119"/>
                  <a:pt x="51" y="120"/>
                  <a:pt x="49" y="120"/>
                </a:cubicBezTo>
                <a:cubicBezTo>
                  <a:pt x="46" y="121"/>
                  <a:pt x="43" y="122"/>
                  <a:pt x="40" y="122"/>
                </a:cubicBezTo>
                <a:cubicBezTo>
                  <a:pt x="37" y="122"/>
                  <a:pt x="34" y="121"/>
                  <a:pt x="31" y="120"/>
                </a:cubicBezTo>
                <a:cubicBezTo>
                  <a:pt x="29" y="120"/>
                  <a:pt x="27" y="119"/>
                  <a:pt x="26" y="119"/>
                </a:cubicBezTo>
                <a:cubicBezTo>
                  <a:pt x="24" y="119"/>
                  <a:pt x="22" y="120"/>
                  <a:pt x="20" y="120"/>
                </a:cubicBezTo>
                <a:cubicBezTo>
                  <a:pt x="17" y="121"/>
                  <a:pt x="14" y="122"/>
                  <a:pt x="11" y="122"/>
                </a:cubicBezTo>
                <a:cubicBezTo>
                  <a:pt x="11" y="122"/>
                  <a:pt x="11" y="122"/>
                  <a:pt x="11" y="122"/>
                </a:cubicBezTo>
                <a:cubicBezTo>
                  <a:pt x="10" y="120"/>
                  <a:pt x="9" y="117"/>
                  <a:pt x="9" y="114"/>
                </a:cubicBezTo>
                <a:cubicBezTo>
                  <a:pt x="10" y="114"/>
                  <a:pt x="10" y="114"/>
                  <a:pt x="11" y="114"/>
                </a:cubicBezTo>
                <a:cubicBezTo>
                  <a:pt x="13" y="114"/>
                  <a:pt x="15" y="114"/>
                  <a:pt x="17" y="113"/>
                </a:cubicBezTo>
                <a:cubicBezTo>
                  <a:pt x="20" y="112"/>
                  <a:pt x="22" y="111"/>
                  <a:pt x="26" y="111"/>
                </a:cubicBezTo>
                <a:cubicBezTo>
                  <a:pt x="29" y="111"/>
                  <a:pt x="31" y="112"/>
                  <a:pt x="34" y="113"/>
                </a:cubicBezTo>
                <a:cubicBezTo>
                  <a:pt x="36" y="114"/>
                  <a:pt x="38" y="114"/>
                  <a:pt x="40" y="114"/>
                </a:cubicBezTo>
                <a:cubicBezTo>
                  <a:pt x="42" y="114"/>
                  <a:pt x="44" y="114"/>
                  <a:pt x="46" y="113"/>
                </a:cubicBezTo>
                <a:cubicBezTo>
                  <a:pt x="49" y="112"/>
                  <a:pt x="52" y="111"/>
                  <a:pt x="55" y="111"/>
                </a:cubicBezTo>
                <a:cubicBezTo>
                  <a:pt x="58" y="111"/>
                  <a:pt x="60" y="112"/>
                  <a:pt x="63" y="113"/>
                </a:cubicBezTo>
                <a:cubicBezTo>
                  <a:pt x="65" y="114"/>
                  <a:pt x="67" y="114"/>
                  <a:pt x="69" y="114"/>
                </a:cubicBezTo>
                <a:cubicBezTo>
                  <a:pt x="71" y="114"/>
                  <a:pt x="73" y="114"/>
                  <a:pt x="75" y="113"/>
                </a:cubicBezTo>
                <a:cubicBezTo>
                  <a:pt x="78" y="112"/>
                  <a:pt x="81" y="111"/>
                  <a:pt x="84" y="111"/>
                </a:cubicBezTo>
                <a:cubicBezTo>
                  <a:pt x="87" y="111"/>
                  <a:pt x="90" y="112"/>
                  <a:pt x="92" y="113"/>
                </a:cubicBezTo>
                <a:cubicBezTo>
                  <a:pt x="94" y="114"/>
                  <a:pt x="96" y="114"/>
                  <a:pt x="98" y="114"/>
                </a:cubicBezTo>
                <a:cubicBezTo>
                  <a:pt x="99" y="114"/>
                  <a:pt x="100" y="114"/>
                  <a:pt x="100" y="114"/>
                </a:cubicBezTo>
                <a:close/>
                <a:moveTo>
                  <a:pt x="16" y="139"/>
                </a:moveTo>
                <a:cubicBezTo>
                  <a:pt x="19" y="139"/>
                  <a:pt x="21" y="141"/>
                  <a:pt x="21" y="144"/>
                </a:cubicBezTo>
                <a:cubicBezTo>
                  <a:pt x="22" y="147"/>
                  <a:pt x="20" y="150"/>
                  <a:pt x="17" y="150"/>
                </a:cubicBezTo>
                <a:cubicBezTo>
                  <a:pt x="14" y="150"/>
                  <a:pt x="11" y="147"/>
                  <a:pt x="11" y="144"/>
                </a:cubicBezTo>
                <a:cubicBezTo>
                  <a:pt x="11" y="141"/>
                  <a:pt x="13" y="139"/>
                  <a:pt x="16" y="139"/>
                </a:cubicBezTo>
                <a:close/>
                <a:moveTo>
                  <a:pt x="10" y="152"/>
                </a:moveTo>
                <a:cubicBezTo>
                  <a:pt x="12" y="152"/>
                  <a:pt x="15" y="155"/>
                  <a:pt x="15" y="157"/>
                </a:cubicBezTo>
                <a:cubicBezTo>
                  <a:pt x="16" y="160"/>
                  <a:pt x="14" y="162"/>
                  <a:pt x="11" y="162"/>
                </a:cubicBezTo>
                <a:cubicBezTo>
                  <a:pt x="9" y="162"/>
                  <a:pt x="6" y="160"/>
                  <a:pt x="6" y="157"/>
                </a:cubicBezTo>
                <a:cubicBezTo>
                  <a:pt x="5" y="155"/>
                  <a:pt x="7" y="152"/>
                  <a:pt x="10" y="152"/>
                </a:cubicBezTo>
                <a:close/>
                <a:moveTo>
                  <a:pt x="5" y="165"/>
                </a:moveTo>
                <a:cubicBezTo>
                  <a:pt x="8" y="165"/>
                  <a:pt x="10" y="167"/>
                  <a:pt x="11" y="169"/>
                </a:cubicBezTo>
                <a:cubicBezTo>
                  <a:pt x="11" y="172"/>
                  <a:pt x="10" y="174"/>
                  <a:pt x="8" y="174"/>
                </a:cubicBezTo>
                <a:cubicBezTo>
                  <a:pt x="6" y="174"/>
                  <a:pt x="3" y="172"/>
                  <a:pt x="3" y="169"/>
                </a:cubicBezTo>
                <a:cubicBezTo>
                  <a:pt x="2" y="167"/>
                  <a:pt x="3" y="165"/>
                  <a:pt x="5" y="165"/>
                </a:cubicBezTo>
                <a:close/>
                <a:moveTo>
                  <a:pt x="3" y="176"/>
                </a:moveTo>
                <a:cubicBezTo>
                  <a:pt x="5" y="176"/>
                  <a:pt x="7" y="178"/>
                  <a:pt x="8" y="180"/>
                </a:cubicBezTo>
                <a:cubicBezTo>
                  <a:pt x="9" y="183"/>
                  <a:pt x="8" y="185"/>
                  <a:pt x="6" y="185"/>
                </a:cubicBezTo>
                <a:cubicBezTo>
                  <a:pt x="5" y="185"/>
                  <a:pt x="2" y="183"/>
                  <a:pt x="1" y="180"/>
                </a:cubicBezTo>
                <a:cubicBezTo>
                  <a:pt x="0" y="178"/>
                  <a:pt x="1" y="176"/>
                  <a:pt x="3" y="176"/>
                </a:cubicBezTo>
                <a:close/>
                <a:moveTo>
                  <a:pt x="93" y="139"/>
                </a:moveTo>
                <a:cubicBezTo>
                  <a:pt x="96" y="139"/>
                  <a:pt x="99" y="141"/>
                  <a:pt x="98" y="144"/>
                </a:cubicBezTo>
                <a:cubicBezTo>
                  <a:pt x="98" y="147"/>
                  <a:pt x="95" y="150"/>
                  <a:pt x="92" y="150"/>
                </a:cubicBezTo>
                <a:cubicBezTo>
                  <a:pt x="90" y="150"/>
                  <a:pt x="87" y="147"/>
                  <a:pt x="88" y="144"/>
                </a:cubicBezTo>
                <a:cubicBezTo>
                  <a:pt x="88" y="141"/>
                  <a:pt x="90" y="139"/>
                  <a:pt x="93" y="139"/>
                </a:cubicBezTo>
                <a:close/>
                <a:moveTo>
                  <a:pt x="100" y="152"/>
                </a:moveTo>
                <a:cubicBezTo>
                  <a:pt x="102" y="152"/>
                  <a:pt x="104" y="155"/>
                  <a:pt x="103" y="157"/>
                </a:cubicBezTo>
                <a:cubicBezTo>
                  <a:pt x="103" y="160"/>
                  <a:pt x="100" y="162"/>
                  <a:pt x="98" y="162"/>
                </a:cubicBezTo>
                <a:cubicBezTo>
                  <a:pt x="95" y="162"/>
                  <a:pt x="94" y="160"/>
                  <a:pt x="94" y="157"/>
                </a:cubicBezTo>
                <a:cubicBezTo>
                  <a:pt x="94" y="155"/>
                  <a:pt x="97" y="152"/>
                  <a:pt x="100" y="152"/>
                </a:cubicBezTo>
                <a:close/>
                <a:moveTo>
                  <a:pt x="104" y="165"/>
                </a:moveTo>
                <a:cubicBezTo>
                  <a:pt x="106" y="165"/>
                  <a:pt x="107" y="167"/>
                  <a:pt x="107" y="169"/>
                </a:cubicBezTo>
                <a:cubicBezTo>
                  <a:pt x="106" y="172"/>
                  <a:pt x="103" y="174"/>
                  <a:pt x="101" y="174"/>
                </a:cubicBezTo>
                <a:cubicBezTo>
                  <a:pt x="99" y="174"/>
                  <a:pt x="98" y="172"/>
                  <a:pt x="98" y="169"/>
                </a:cubicBezTo>
                <a:cubicBezTo>
                  <a:pt x="99" y="167"/>
                  <a:pt x="101" y="165"/>
                  <a:pt x="104" y="165"/>
                </a:cubicBezTo>
                <a:close/>
                <a:moveTo>
                  <a:pt x="106" y="176"/>
                </a:moveTo>
                <a:cubicBezTo>
                  <a:pt x="108" y="176"/>
                  <a:pt x="109" y="178"/>
                  <a:pt x="108" y="180"/>
                </a:cubicBezTo>
                <a:cubicBezTo>
                  <a:pt x="107" y="183"/>
                  <a:pt x="105" y="185"/>
                  <a:pt x="103" y="185"/>
                </a:cubicBezTo>
                <a:cubicBezTo>
                  <a:pt x="101" y="185"/>
                  <a:pt x="100" y="183"/>
                  <a:pt x="101" y="180"/>
                </a:cubicBezTo>
                <a:cubicBezTo>
                  <a:pt x="102" y="178"/>
                  <a:pt x="104" y="176"/>
                  <a:pt x="106" y="176"/>
                </a:cubicBezTo>
                <a:close/>
                <a:moveTo>
                  <a:pt x="36" y="137"/>
                </a:moveTo>
                <a:cubicBezTo>
                  <a:pt x="39" y="137"/>
                  <a:pt x="41" y="139"/>
                  <a:pt x="41" y="142"/>
                </a:cubicBezTo>
                <a:cubicBezTo>
                  <a:pt x="41" y="145"/>
                  <a:pt x="39" y="148"/>
                  <a:pt x="36" y="148"/>
                </a:cubicBezTo>
                <a:cubicBezTo>
                  <a:pt x="33" y="148"/>
                  <a:pt x="31" y="145"/>
                  <a:pt x="31" y="142"/>
                </a:cubicBezTo>
                <a:cubicBezTo>
                  <a:pt x="30" y="139"/>
                  <a:pt x="33" y="137"/>
                  <a:pt x="36" y="137"/>
                </a:cubicBezTo>
                <a:close/>
                <a:moveTo>
                  <a:pt x="33" y="149"/>
                </a:moveTo>
                <a:cubicBezTo>
                  <a:pt x="35" y="149"/>
                  <a:pt x="38" y="152"/>
                  <a:pt x="38" y="154"/>
                </a:cubicBezTo>
                <a:cubicBezTo>
                  <a:pt x="38" y="157"/>
                  <a:pt x="36" y="159"/>
                  <a:pt x="34" y="159"/>
                </a:cubicBezTo>
                <a:cubicBezTo>
                  <a:pt x="31" y="159"/>
                  <a:pt x="29" y="157"/>
                  <a:pt x="28" y="154"/>
                </a:cubicBezTo>
                <a:cubicBezTo>
                  <a:pt x="28" y="152"/>
                  <a:pt x="30" y="149"/>
                  <a:pt x="33" y="149"/>
                </a:cubicBezTo>
                <a:close/>
                <a:moveTo>
                  <a:pt x="30" y="162"/>
                </a:moveTo>
                <a:cubicBezTo>
                  <a:pt x="33" y="162"/>
                  <a:pt x="35" y="164"/>
                  <a:pt x="35" y="166"/>
                </a:cubicBezTo>
                <a:cubicBezTo>
                  <a:pt x="35" y="169"/>
                  <a:pt x="34" y="171"/>
                  <a:pt x="32" y="171"/>
                </a:cubicBezTo>
                <a:cubicBezTo>
                  <a:pt x="29" y="171"/>
                  <a:pt x="27" y="169"/>
                  <a:pt x="27" y="166"/>
                </a:cubicBezTo>
                <a:cubicBezTo>
                  <a:pt x="26" y="164"/>
                  <a:pt x="28" y="162"/>
                  <a:pt x="30" y="162"/>
                </a:cubicBezTo>
                <a:close/>
                <a:moveTo>
                  <a:pt x="29" y="174"/>
                </a:moveTo>
                <a:cubicBezTo>
                  <a:pt x="31" y="174"/>
                  <a:pt x="33" y="176"/>
                  <a:pt x="33" y="179"/>
                </a:cubicBezTo>
                <a:cubicBezTo>
                  <a:pt x="34" y="181"/>
                  <a:pt x="32" y="183"/>
                  <a:pt x="31" y="183"/>
                </a:cubicBezTo>
                <a:cubicBezTo>
                  <a:pt x="29" y="183"/>
                  <a:pt x="27" y="181"/>
                  <a:pt x="26" y="179"/>
                </a:cubicBezTo>
                <a:cubicBezTo>
                  <a:pt x="26" y="176"/>
                  <a:pt x="27" y="174"/>
                  <a:pt x="29" y="174"/>
                </a:cubicBezTo>
                <a:close/>
                <a:moveTo>
                  <a:pt x="55" y="137"/>
                </a:moveTo>
                <a:cubicBezTo>
                  <a:pt x="58" y="137"/>
                  <a:pt x="60" y="139"/>
                  <a:pt x="60" y="142"/>
                </a:cubicBezTo>
                <a:cubicBezTo>
                  <a:pt x="60" y="145"/>
                  <a:pt x="58" y="148"/>
                  <a:pt x="55" y="148"/>
                </a:cubicBezTo>
                <a:cubicBezTo>
                  <a:pt x="52" y="148"/>
                  <a:pt x="49" y="145"/>
                  <a:pt x="49" y="142"/>
                </a:cubicBezTo>
                <a:cubicBezTo>
                  <a:pt x="49" y="139"/>
                  <a:pt x="52" y="137"/>
                  <a:pt x="55" y="137"/>
                </a:cubicBezTo>
                <a:close/>
                <a:moveTo>
                  <a:pt x="55" y="149"/>
                </a:moveTo>
                <a:cubicBezTo>
                  <a:pt x="57" y="149"/>
                  <a:pt x="59" y="152"/>
                  <a:pt x="59" y="154"/>
                </a:cubicBezTo>
                <a:cubicBezTo>
                  <a:pt x="59" y="157"/>
                  <a:pt x="57" y="159"/>
                  <a:pt x="55" y="159"/>
                </a:cubicBezTo>
                <a:cubicBezTo>
                  <a:pt x="52" y="159"/>
                  <a:pt x="50" y="157"/>
                  <a:pt x="50" y="154"/>
                </a:cubicBezTo>
                <a:cubicBezTo>
                  <a:pt x="50" y="152"/>
                  <a:pt x="52" y="149"/>
                  <a:pt x="55" y="149"/>
                </a:cubicBezTo>
                <a:close/>
                <a:moveTo>
                  <a:pt x="55" y="162"/>
                </a:moveTo>
                <a:cubicBezTo>
                  <a:pt x="57" y="162"/>
                  <a:pt x="59" y="164"/>
                  <a:pt x="59" y="166"/>
                </a:cubicBezTo>
                <a:cubicBezTo>
                  <a:pt x="59" y="169"/>
                  <a:pt x="57" y="171"/>
                  <a:pt x="55" y="171"/>
                </a:cubicBezTo>
                <a:cubicBezTo>
                  <a:pt x="52" y="171"/>
                  <a:pt x="51" y="169"/>
                  <a:pt x="50" y="166"/>
                </a:cubicBezTo>
                <a:cubicBezTo>
                  <a:pt x="50" y="164"/>
                  <a:pt x="52" y="162"/>
                  <a:pt x="55" y="162"/>
                </a:cubicBezTo>
                <a:close/>
                <a:moveTo>
                  <a:pt x="55" y="174"/>
                </a:moveTo>
                <a:cubicBezTo>
                  <a:pt x="57" y="174"/>
                  <a:pt x="58" y="176"/>
                  <a:pt x="58" y="179"/>
                </a:cubicBezTo>
                <a:cubicBezTo>
                  <a:pt x="58" y="181"/>
                  <a:pt x="56" y="183"/>
                  <a:pt x="55" y="183"/>
                </a:cubicBezTo>
                <a:cubicBezTo>
                  <a:pt x="53" y="183"/>
                  <a:pt x="51" y="181"/>
                  <a:pt x="51" y="179"/>
                </a:cubicBezTo>
                <a:cubicBezTo>
                  <a:pt x="51" y="176"/>
                  <a:pt x="53" y="174"/>
                  <a:pt x="55" y="174"/>
                </a:cubicBezTo>
                <a:close/>
                <a:moveTo>
                  <a:pt x="73" y="137"/>
                </a:moveTo>
                <a:cubicBezTo>
                  <a:pt x="76" y="137"/>
                  <a:pt x="79" y="139"/>
                  <a:pt x="79" y="142"/>
                </a:cubicBezTo>
                <a:cubicBezTo>
                  <a:pt x="78" y="145"/>
                  <a:pt x="76" y="148"/>
                  <a:pt x="73" y="148"/>
                </a:cubicBezTo>
                <a:cubicBezTo>
                  <a:pt x="70" y="148"/>
                  <a:pt x="68" y="145"/>
                  <a:pt x="68" y="142"/>
                </a:cubicBezTo>
                <a:cubicBezTo>
                  <a:pt x="68" y="139"/>
                  <a:pt x="71" y="137"/>
                  <a:pt x="73" y="137"/>
                </a:cubicBezTo>
                <a:close/>
                <a:moveTo>
                  <a:pt x="76" y="149"/>
                </a:moveTo>
                <a:cubicBezTo>
                  <a:pt x="79" y="149"/>
                  <a:pt x="81" y="152"/>
                  <a:pt x="81" y="154"/>
                </a:cubicBezTo>
                <a:cubicBezTo>
                  <a:pt x="81" y="157"/>
                  <a:pt x="78" y="159"/>
                  <a:pt x="76" y="159"/>
                </a:cubicBezTo>
                <a:cubicBezTo>
                  <a:pt x="73" y="159"/>
                  <a:pt x="71" y="157"/>
                  <a:pt x="71" y="154"/>
                </a:cubicBezTo>
                <a:cubicBezTo>
                  <a:pt x="72" y="152"/>
                  <a:pt x="74" y="149"/>
                  <a:pt x="76" y="149"/>
                </a:cubicBezTo>
                <a:close/>
                <a:moveTo>
                  <a:pt x="79" y="162"/>
                </a:moveTo>
                <a:cubicBezTo>
                  <a:pt x="81" y="162"/>
                  <a:pt x="83" y="164"/>
                  <a:pt x="82" y="166"/>
                </a:cubicBezTo>
                <a:cubicBezTo>
                  <a:pt x="82" y="169"/>
                  <a:pt x="80" y="171"/>
                  <a:pt x="78" y="171"/>
                </a:cubicBezTo>
                <a:cubicBezTo>
                  <a:pt x="75" y="171"/>
                  <a:pt x="74" y="169"/>
                  <a:pt x="74" y="166"/>
                </a:cubicBezTo>
                <a:cubicBezTo>
                  <a:pt x="74" y="164"/>
                  <a:pt x="76" y="162"/>
                  <a:pt x="79" y="162"/>
                </a:cubicBezTo>
                <a:close/>
                <a:moveTo>
                  <a:pt x="80" y="174"/>
                </a:moveTo>
                <a:cubicBezTo>
                  <a:pt x="82" y="174"/>
                  <a:pt x="83" y="176"/>
                  <a:pt x="83" y="179"/>
                </a:cubicBezTo>
                <a:cubicBezTo>
                  <a:pt x="82" y="181"/>
                  <a:pt x="80" y="183"/>
                  <a:pt x="79" y="183"/>
                </a:cubicBezTo>
                <a:cubicBezTo>
                  <a:pt x="77" y="183"/>
                  <a:pt x="76" y="181"/>
                  <a:pt x="76" y="179"/>
                </a:cubicBezTo>
                <a:cubicBezTo>
                  <a:pt x="76" y="176"/>
                  <a:pt x="78" y="174"/>
                  <a:pt x="80" y="174"/>
                </a:cubicBezTo>
                <a:close/>
                <a:moveTo>
                  <a:pt x="107" y="187"/>
                </a:moveTo>
                <a:cubicBezTo>
                  <a:pt x="108" y="187"/>
                  <a:pt x="109" y="189"/>
                  <a:pt x="107" y="191"/>
                </a:cubicBezTo>
                <a:cubicBezTo>
                  <a:pt x="106" y="193"/>
                  <a:pt x="104" y="195"/>
                  <a:pt x="103" y="195"/>
                </a:cubicBezTo>
                <a:cubicBezTo>
                  <a:pt x="101" y="195"/>
                  <a:pt x="101" y="193"/>
                  <a:pt x="102" y="191"/>
                </a:cubicBezTo>
                <a:cubicBezTo>
                  <a:pt x="103" y="189"/>
                  <a:pt x="105" y="187"/>
                  <a:pt x="107" y="187"/>
                </a:cubicBezTo>
                <a:close/>
                <a:moveTo>
                  <a:pt x="81" y="187"/>
                </a:moveTo>
                <a:cubicBezTo>
                  <a:pt x="82" y="187"/>
                  <a:pt x="83" y="189"/>
                  <a:pt x="82" y="191"/>
                </a:cubicBezTo>
                <a:cubicBezTo>
                  <a:pt x="82" y="193"/>
                  <a:pt x="80" y="195"/>
                  <a:pt x="79" y="195"/>
                </a:cubicBezTo>
                <a:cubicBezTo>
                  <a:pt x="77" y="195"/>
                  <a:pt x="76" y="193"/>
                  <a:pt x="77" y="191"/>
                </a:cubicBezTo>
                <a:cubicBezTo>
                  <a:pt x="77" y="189"/>
                  <a:pt x="79" y="187"/>
                  <a:pt x="81" y="187"/>
                </a:cubicBezTo>
                <a:close/>
                <a:moveTo>
                  <a:pt x="55" y="187"/>
                </a:moveTo>
                <a:cubicBezTo>
                  <a:pt x="56" y="187"/>
                  <a:pt x="58" y="189"/>
                  <a:pt x="57" y="191"/>
                </a:cubicBezTo>
                <a:cubicBezTo>
                  <a:pt x="57" y="193"/>
                  <a:pt x="56" y="195"/>
                  <a:pt x="55" y="195"/>
                </a:cubicBezTo>
                <a:cubicBezTo>
                  <a:pt x="53" y="195"/>
                  <a:pt x="52" y="193"/>
                  <a:pt x="52" y="191"/>
                </a:cubicBezTo>
                <a:cubicBezTo>
                  <a:pt x="52" y="189"/>
                  <a:pt x="53" y="187"/>
                  <a:pt x="55" y="187"/>
                </a:cubicBezTo>
                <a:close/>
                <a:moveTo>
                  <a:pt x="29" y="187"/>
                </a:moveTo>
                <a:cubicBezTo>
                  <a:pt x="30" y="187"/>
                  <a:pt x="32" y="189"/>
                  <a:pt x="32" y="191"/>
                </a:cubicBezTo>
                <a:cubicBezTo>
                  <a:pt x="33" y="193"/>
                  <a:pt x="32" y="195"/>
                  <a:pt x="31" y="195"/>
                </a:cubicBezTo>
                <a:cubicBezTo>
                  <a:pt x="29" y="195"/>
                  <a:pt x="27" y="193"/>
                  <a:pt x="27" y="191"/>
                </a:cubicBezTo>
                <a:cubicBezTo>
                  <a:pt x="26" y="189"/>
                  <a:pt x="27" y="187"/>
                  <a:pt x="29" y="187"/>
                </a:cubicBezTo>
                <a:close/>
                <a:moveTo>
                  <a:pt x="85" y="124"/>
                </a:moveTo>
                <a:cubicBezTo>
                  <a:pt x="89" y="124"/>
                  <a:pt x="91" y="127"/>
                  <a:pt x="91" y="130"/>
                </a:cubicBezTo>
                <a:cubicBezTo>
                  <a:pt x="91" y="133"/>
                  <a:pt x="88" y="136"/>
                  <a:pt x="85" y="136"/>
                </a:cubicBezTo>
                <a:cubicBezTo>
                  <a:pt x="82" y="136"/>
                  <a:pt x="79" y="133"/>
                  <a:pt x="80" y="130"/>
                </a:cubicBezTo>
                <a:cubicBezTo>
                  <a:pt x="80" y="127"/>
                  <a:pt x="82" y="124"/>
                  <a:pt x="85" y="124"/>
                </a:cubicBezTo>
                <a:close/>
                <a:moveTo>
                  <a:pt x="3" y="187"/>
                </a:moveTo>
                <a:cubicBezTo>
                  <a:pt x="4" y="187"/>
                  <a:pt x="6" y="189"/>
                  <a:pt x="7" y="191"/>
                </a:cubicBezTo>
                <a:cubicBezTo>
                  <a:pt x="8" y="193"/>
                  <a:pt x="8" y="195"/>
                  <a:pt x="7" y="195"/>
                </a:cubicBezTo>
                <a:cubicBezTo>
                  <a:pt x="5" y="195"/>
                  <a:pt x="3" y="193"/>
                  <a:pt x="2" y="191"/>
                </a:cubicBezTo>
                <a:cubicBezTo>
                  <a:pt x="1" y="189"/>
                  <a:pt x="1" y="187"/>
                  <a:pt x="3" y="187"/>
                </a:cubicBezTo>
                <a:close/>
                <a:moveTo>
                  <a:pt x="24" y="124"/>
                </a:moveTo>
                <a:cubicBezTo>
                  <a:pt x="27" y="124"/>
                  <a:pt x="30" y="127"/>
                  <a:pt x="30" y="130"/>
                </a:cubicBezTo>
                <a:cubicBezTo>
                  <a:pt x="30" y="133"/>
                  <a:pt x="27" y="136"/>
                  <a:pt x="24" y="136"/>
                </a:cubicBezTo>
                <a:cubicBezTo>
                  <a:pt x="21" y="136"/>
                  <a:pt x="18" y="133"/>
                  <a:pt x="18" y="130"/>
                </a:cubicBezTo>
                <a:cubicBezTo>
                  <a:pt x="18" y="127"/>
                  <a:pt x="21" y="124"/>
                  <a:pt x="24" y="124"/>
                </a:cubicBezTo>
                <a:close/>
                <a:moveTo>
                  <a:pt x="39" y="124"/>
                </a:moveTo>
                <a:cubicBezTo>
                  <a:pt x="42" y="124"/>
                  <a:pt x="45" y="127"/>
                  <a:pt x="45" y="130"/>
                </a:cubicBezTo>
                <a:cubicBezTo>
                  <a:pt x="45" y="133"/>
                  <a:pt x="43" y="136"/>
                  <a:pt x="39" y="136"/>
                </a:cubicBezTo>
                <a:cubicBezTo>
                  <a:pt x="36" y="136"/>
                  <a:pt x="33" y="133"/>
                  <a:pt x="33" y="130"/>
                </a:cubicBezTo>
                <a:cubicBezTo>
                  <a:pt x="33" y="127"/>
                  <a:pt x="36" y="124"/>
                  <a:pt x="39" y="124"/>
                </a:cubicBezTo>
                <a:close/>
                <a:moveTo>
                  <a:pt x="55" y="124"/>
                </a:moveTo>
                <a:cubicBezTo>
                  <a:pt x="58" y="124"/>
                  <a:pt x="60" y="127"/>
                  <a:pt x="60" y="130"/>
                </a:cubicBezTo>
                <a:cubicBezTo>
                  <a:pt x="60" y="133"/>
                  <a:pt x="58" y="136"/>
                  <a:pt x="55" y="136"/>
                </a:cubicBezTo>
                <a:cubicBezTo>
                  <a:pt x="51" y="136"/>
                  <a:pt x="49" y="133"/>
                  <a:pt x="49" y="130"/>
                </a:cubicBezTo>
                <a:cubicBezTo>
                  <a:pt x="49" y="127"/>
                  <a:pt x="51" y="124"/>
                  <a:pt x="55" y="124"/>
                </a:cubicBezTo>
                <a:close/>
                <a:moveTo>
                  <a:pt x="70" y="124"/>
                </a:moveTo>
                <a:cubicBezTo>
                  <a:pt x="73" y="124"/>
                  <a:pt x="76" y="127"/>
                  <a:pt x="76" y="130"/>
                </a:cubicBezTo>
                <a:cubicBezTo>
                  <a:pt x="76" y="133"/>
                  <a:pt x="73" y="136"/>
                  <a:pt x="70" y="136"/>
                </a:cubicBezTo>
                <a:cubicBezTo>
                  <a:pt x="67" y="136"/>
                  <a:pt x="64" y="133"/>
                  <a:pt x="64" y="130"/>
                </a:cubicBezTo>
                <a:cubicBezTo>
                  <a:pt x="64" y="127"/>
                  <a:pt x="67" y="124"/>
                  <a:pt x="70" y="12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174" name="Group 57" descr=""/>
          <p:cNvPicPr/>
          <p:nvPr/>
        </p:nvPicPr>
        <p:blipFill>
          <a:blip r:embed="rId2"/>
          <a:stretch/>
        </p:blipFill>
        <p:spPr>
          <a:xfrm>
            <a:off x="8163000" y="4022640"/>
            <a:ext cx="554040" cy="714600"/>
          </a:xfrm>
          <a:prstGeom prst="rect">
            <a:avLst/>
          </a:prstGeom>
          <a:ln w="0">
            <a:noFill/>
          </a:ln>
        </p:spPr>
      </p:pic>
      <p:sp>
        <p:nvSpPr>
          <p:cNvPr id="2175" name="Freeform 16"/>
          <p:cNvSpPr/>
          <p:nvPr/>
        </p:nvSpPr>
        <p:spPr>
          <a:xfrm>
            <a:off x="3029040" y="3263760"/>
            <a:ext cx="558720" cy="481320"/>
          </a:xfrm>
          <a:custGeom>
            <a:avLst/>
            <a:gdLst/>
            <a:ahLst/>
            <a:rect l="l" t="t" r="r" b="b"/>
            <a:pathLst>
              <a:path w="196" h="168">
                <a:moveTo>
                  <a:pt x="24" y="29"/>
                </a:moveTo>
                <a:cubicBezTo>
                  <a:pt x="39" y="29"/>
                  <a:pt x="39" y="29"/>
                  <a:pt x="39" y="29"/>
                </a:cubicBezTo>
                <a:cubicBezTo>
                  <a:pt x="39" y="168"/>
                  <a:pt x="39" y="168"/>
                  <a:pt x="39" y="168"/>
                </a:cubicBezTo>
                <a:cubicBezTo>
                  <a:pt x="24" y="168"/>
                  <a:pt x="24" y="168"/>
                  <a:pt x="24" y="168"/>
                </a:cubicBezTo>
                <a:cubicBezTo>
                  <a:pt x="10" y="168"/>
                  <a:pt x="0" y="157"/>
                  <a:pt x="0" y="144"/>
                </a:cubicBezTo>
                <a:cubicBezTo>
                  <a:pt x="0" y="52"/>
                  <a:pt x="0" y="52"/>
                  <a:pt x="0" y="52"/>
                </a:cubicBezTo>
                <a:cubicBezTo>
                  <a:pt x="0" y="39"/>
                  <a:pt x="10" y="29"/>
                  <a:pt x="24" y="29"/>
                </a:cubicBezTo>
                <a:close/>
                <a:moveTo>
                  <a:pt x="52" y="29"/>
                </a:moveTo>
                <a:cubicBezTo>
                  <a:pt x="65" y="29"/>
                  <a:pt x="65" y="29"/>
                  <a:pt x="65" y="29"/>
                </a:cubicBezTo>
                <a:cubicBezTo>
                  <a:pt x="65" y="20"/>
                  <a:pt x="65" y="20"/>
                  <a:pt x="65" y="20"/>
                </a:cubicBezTo>
                <a:cubicBezTo>
                  <a:pt x="65" y="15"/>
                  <a:pt x="67" y="10"/>
                  <a:pt x="71" y="6"/>
                </a:cubicBezTo>
                <a:cubicBezTo>
                  <a:pt x="75" y="2"/>
                  <a:pt x="80" y="0"/>
                  <a:pt x="85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7" y="0"/>
                  <a:pt x="121" y="2"/>
                  <a:pt x="125" y="6"/>
                </a:cubicBezTo>
                <a:cubicBezTo>
                  <a:pt x="129" y="10"/>
                  <a:pt x="131" y="15"/>
                  <a:pt x="131" y="20"/>
                </a:cubicBezTo>
                <a:cubicBezTo>
                  <a:pt x="131" y="29"/>
                  <a:pt x="131" y="29"/>
                  <a:pt x="131" y="29"/>
                </a:cubicBezTo>
                <a:cubicBezTo>
                  <a:pt x="144" y="29"/>
                  <a:pt x="144" y="29"/>
                  <a:pt x="144" y="29"/>
                </a:cubicBezTo>
                <a:cubicBezTo>
                  <a:pt x="144" y="168"/>
                  <a:pt x="144" y="168"/>
                  <a:pt x="144" y="168"/>
                </a:cubicBezTo>
                <a:cubicBezTo>
                  <a:pt x="52" y="168"/>
                  <a:pt x="52" y="168"/>
                  <a:pt x="52" y="168"/>
                </a:cubicBezTo>
                <a:cubicBezTo>
                  <a:pt x="52" y="29"/>
                  <a:pt x="52" y="29"/>
                  <a:pt x="52" y="29"/>
                </a:cubicBezTo>
                <a:close/>
                <a:moveTo>
                  <a:pt x="157" y="29"/>
                </a:moveTo>
                <a:cubicBezTo>
                  <a:pt x="173" y="29"/>
                  <a:pt x="173" y="29"/>
                  <a:pt x="173" y="29"/>
                </a:cubicBezTo>
                <a:cubicBezTo>
                  <a:pt x="186" y="29"/>
                  <a:pt x="196" y="39"/>
                  <a:pt x="196" y="52"/>
                </a:cubicBezTo>
                <a:cubicBezTo>
                  <a:pt x="196" y="144"/>
                  <a:pt x="196" y="144"/>
                  <a:pt x="196" y="144"/>
                </a:cubicBezTo>
                <a:cubicBezTo>
                  <a:pt x="196" y="157"/>
                  <a:pt x="186" y="168"/>
                  <a:pt x="173" y="168"/>
                </a:cubicBezTo>
                <a:cubicBezTo>
                  <a:pt x="157" y="168"/>
                  <a:pt x="157" y="168"/>
                  <a:pt x="157" y="168"/>
                </a:cubicBezTo>
                <a:cubicBezTo>
                  <a:pt x="157" y="29"/>
                  <a:pt x="157" y="29"/>
                  <a:pt x="157" y="29"/>
                </a:cubicBezTo>
                <a:close/>
                <a:moveTo>
                  <a:pt x="79" y="29"/>
                </a:moveTo>
                <a:cubicBezTo>
                  <a:pt x="118" y="29"/>
                  <a:pt x="118" y="29"/>
                  <a:pt x="118" y="29"/>
                </a:cubicBezTo>
                <a:cubicBezTo>
                  <a:pt x="118" y="20"/>
                  <a:pt x="118" y="20"/>
                  <a:pt x="118" y="20"/>
                </a:cubicBezTo>
                <a:cubicBezTo>
                  <a:pt x="118" y="18"/>
                  <a:pt x="117" y="17"/>
                  <a:pt x="116" y="16"/>
                </a:cubicBezTo>
                <a:cubicBezTo>
                  <a:pt x="114" y="14"/>
                  <a:pt x="113" y="14"/>
                  <a:pt x="111" y="14"/>
                </a:cubicBezTo>
                <a:cubicBezTo>
                  <a:pt x="85" y="14"/>
                  <a:pt x="85" y="14"/>
                  <a:pt x="85" y="14"/>
                </a:cubicBezTo>
                <a:cubicBezTo>
                  <a:pt x="83" y="14"/>
                  <a:pt x="82" y="14"/>
                  <a:pt x="80" y="16"/>
                </a:cubicBezTo>
                <a:cubicBezTo>
                  <a:pt x="79" y="17"/>
                  <a:pt x="79" y="18"/>
                  <a:pt x="79" y="20"/>
                </a:cubicBezTo>
                <a:lnTo>
                  <a:pt x="79" y="2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176" name="Group 63" descr=""/>
          <p:cNvPicPr/>
          <p:nvPr/>
        </p:nvPicPr>
        <p:blipFill>
          <a:blip r:embed="rId3"/>
          <a:stretch/>
        </p:blipFill>
        <p:spPr>
          <a:xfrm>
            <a:off x="7388280" y="4041720"/>
            <a:ext cx="420480" cy="658800"/>
          </a:xfrm>
          <a:prstGeom prst="rect">
            <a:avLst/>
          </a:prstGeom>
          <a:ln w="0">
            <a:noFill/>
          </a:ln>
        </p:spPr>
      </p:pic>
      <p:pic>
        <p:nvPicPr>
          <p:cNvPr id="2177" name="Group 68" descr=""/>
          <p:cNvPicPr/>
          <p:nvPr/>
        </p:nvPicPr>
        <p:blipFill>
          <a:blip r:embed="rId4"/>
          <a:stretch/>
        </p:blipFill>
        <p:spPr>
          <a:xfrm>
            <a:off x="2152800" y="3219480"/>
            <a:ext cx="603000" cy="547560"/>
          </a:xfrm>
          <a:prstGeom prst="rect">
            <a:avLst/>
          </a:prstGeom>
          <a:ln w="0">
            <a:noFill/>
          </a:ln>
        </p:spPr>
      </p:pic>
      <p:pic>
        <p:nvPicPr>
          <p:cNvPr id="2178" name="Group 72" descr=""/>
          <p:cNvPicPr/>
          <p:nvPr/>
        </p:nvPicPr>
        <p:blipFill>
          <a:blip r:embed="rId5"/>
          <a:stretch/>
        </p:blipFill>
        <p:spPr>
          <a:xfrm>
            <a:off x="6424560" y="3187800"/>
            <a:ext cx="530280" cy="628560"/>
          </a:xfrm>
          <a:prstGeom prst="rect">
            <a:avLst/>
          </a:prstGeom>
          <a:ln w="0">
            <a:noFill/>
          </a:ln>
        </p:spPr>
      </p:pic>
      <p:pic>
        <p:nvPicPr>
          <p:cNvPr id="2179" name="Group 75" descr=""/>
          <p:cNvPicPr/>
          <p:nvPr/>
        </p:nvPicPr>
        <p:blipFill>
          <a:blip r:embed="rId6"/>
          <a:stretch/>
        </p:blipFill>
        <p:spPr>
          <a:xfrm>
            <a:off x="8101080" y="3273480"/>
            <a:ext cx="658800" cy="463320"/>
          </a:xfrm>
          <a:prstGeom prst="rect">
            <a:avLst/>
          </a:prstGeom>
          <a:ln w="0">
            <a:noFill/>
          </a:ln>
        </p:spPr>
      </p:pic>
      <p:pic>
        <p:nvPicPr>
          <p:cNvPr id="2180" name="Group 79" descr=""/>
          <p:cNvPicPr/>
          <p:nvPr/>
        </p:nvPicPr>
        <p:blipFill>
          <a:blip r:embed="rId7"/>
          <a:stretch/>
        </p:blipFill>
        <p:spPr>
          <a:xfrm>
            <a:off x="1279440" y="4102200"/>
            <a:ext cx="585720" cy="482400"/>
          </a:xfrm>
          <a:prstGeom prst="rect">
            <a:avLst/>
          </a:prstGeom>
          <a:ln w="0">
            <a:noFill/>
          </a:ln>
        </p:spPr>
      </p:pic>
      <p:pic>
        <p:nvPicPr>
          <p:cNvPr id="2181" name="Group 83" descr=""/>
          <p:cNvPicPr/>
          <p:nvPr/>
        </p:nvPicPr>
        <p:blipFill>
          <a:blip r:embed="rId8"/>
          <a:stretch/>
        </p:blipFill>
        <p:spPr>
          <a:xfrm>
            <a:off x="6473880" y="4091040"/>
            <a:ext cx="506520" cy="573120"/>
          </a:xfrm>
          <a:prstGeom prst="rect">
            <a:avLst/>
          </a:prstGeom>
          <a:ln w="0">
            <a:noFill/>
          </a:ln>
        </p:spPr>
      </p:pic>
      <p:pic>
        <p:nvPicPr>
          <p:cNvPr id="2182" name="Group 87" descr=""/>
          <p:cNvPicPr/>
          <p:nvPr/>
        </p:nvPicPr>
        <p:blipFill>
          <a:blip r:embed="rId9"/>
          <a:stretch/>
        </p:blipFill>
        <p:spPr>
          <a:xfrm>
            <a:off x="4780080" y="4095720"/>
            <a:ext cx="498240" cy="531720"/>
          </a:xfrm>
          <a:prstGeom prst="rect">
            <a:avLst/>
          </a:prstGeom>
          <a:ln w="0">
            <a:noFill/>
          </a:ln>
        </p:spPr>
      </p:pic>
      <p:pic>
        <p:nvPicPr>
          <p:cNvPr id="2183" name="Group 95" descr=""/>
          <p:cNvPicPr/>
          <p:nvPr/>
        </p:nvPicPr>
        <p:blipFill>
          <a:blip r:embed="rId10"/>
          <a:stretch/>
        </p:blipFill>
        <p:spPr>
          <a:xfrm>
            <a:off x="3852720" y="4048200"/>
            <a:ext cx="609840" cy="584280"/>
          </a:xfrm>
          <a:prstGeom prst="rect">
            <a:avLst/>
          </a:prstGeom>
          <a:ln w="0">
            <a:noFill/>
          </a:ln>
        </p:spPr>
      </p:pic>
      <p:pic>
        <p:nvPicPr>
          <p:cNvPr id="2184" name="Group 101" descr=""/>
          <p:cNvPicPr/>
          <p:nvPr/>
        </p:nvPicPr>
        <p:blipFill>
          <a:blip r:embed="rId11"/>
          <a:stretch/>
        </p:blipFill>
        <p:spPr>
          <a:xfrm>
            <a:off x="311040" y="4041720"/>
            <a:ext cx="669960" cy="669960"/>
          </a:xfrm>
          <a:prstGeom prst="rect">
            <a:avLst/>
          </a:prstGeom>
          <a:ln w="0">
            <a:noFill/>
          </a:ln>
        </p:spPr>
      </p:pic>
      <p:pic>
        <p:nvPicPr>
          <p:cNvPr id="2185" name="Group 109" descr=""/>
          <p:cNvPicPr/>
          <p:nvPr/>
        </p:nvPicPr>
        <p:blipFill>
          <a:blip r:embed="rId12"/>
          <a:stretch/>
        </p:blipFill>
        <p:spPr>
          <a:xfrm>
            <a:off x="5632560" y="4048200"/>
            <a:ext cx="566640" cy="615960"/>
          </a:xfrm>
          <a:prstGeom prst="rect">
            <a:avLst/>
          </a:prstGeom>
          <a:ln w="0">
            <a:noFill/>
          </a:ln>
        </p:spPr>
      </p:pic>
      <p:sp>
        <p:nvSpPr>
          <p:cNvPr id="2186" name="Freeform 58"/>
          <p:cNvSpPr/>
          <p:nvPr/>
        </p:nvSpPr>
        <p:spPr>
          <a:xfrm>
            <a:off x="7243920" y="3164040"/>
            <a:ext cx="620640" cy="677880"/>
          </a:xfrm>
          <a:custGeom>
            <a:avLst/>
            <a:gdLst/>
            <a:ahLst/>
            <a:rect l="l" t="t" r="r" b="b"/>
            <a:pathLst>
              <a:path w="218" h="237">
                <a:moveTo>
                  <a:pt x="27" y="118"/>
                </a:moveTo>
                <a:cubicBezTo>
                  <a:pt x="17" y="81"/>
                  <a:pt x="23" y="47"/>
                  <a:pt x="61" y="20"/>
                </a:cubicBezTo>
                <a:cubicBezTo>
                  <a:pt x="95" y="0"/>
                  <a:pt x="128" y="1"/>
                  <a:pt x="163" y="26"/>
                </a:cubicBezTo>
                <a:cubicBezTo>
                  <a:pt x="186" y="47"/>
                  <a:pt x="195" y="77"/>
                  <a:pt x="188" y="118"/>
                </a:cubicBezTo>
                <a:cubicBezTo>
                  <a:pt x="218" y="158"/>
                  <a:pt x="182" y="186"/>
                  <a:pt x="154" y="184"/>
                </a:cubicBezTo>
                <a:cubicBezTo>
                  <a:pt x="154" y="198"/>
                  <a:pt x="153" y="211"/>
                  <a:pt x="153" y="224"/>
                </a:cubicBezTo>
                <a:cubicBezTo>
                  <a:pt x="152" y="224"/>
                  <a:pt x="151" y="224"/>
                  <a:pt x="151" y="224"/>
                </a:cubicBezTo>
                <a:cubicBezTo>
                  <a:pt x="151" y="225"/>
                  <a:pt x="151" y="225"/>
                  <a:pt x="151" y="226"/>
                </a:cubicBezTo>
                <a:cubicBezTo>
                  <a:pt x="151" y="233"/>
                  <a:pt x="151" y="233"/>
                  <a:pt x="151" y="233"/>
                </a:cubicBezTo>
                <a:cubicBezTo>
                  <a:pt x="151" y="235"/>
                  <a:pt x="149" y="237"/>
                  <a:pt x="147" y="237"/>
                </a:cubicBezTo>
                <a:cubicBezTo>
                  <a:pt x="143" y="237"/>
                  <a:pt x="143" y="237"/>
                  <a:pt x="143" y="237"/>
                </a:cubicBezTo>
                <a:cubicBezTo>
                  <a:pt x="141" y="237"/>
                  <a:pt x="139" y="235"/>
                  <a:pt x="139" y="233"/>
                </a:cubicBezTo>
                <a:cubicBezTo>
                  <a:pt x="139" y="226"/>
                  <a:pt x="139" y="226"/>
                  <a:pt x="139" y="226"/>
                </a:cubicBezTo>
                <a:cubicBezTo>
                  <a:pt x="139" y="226"/>
                  <a:pt x="139" y="226"/>
                  <a:pt x="140" y="225"/>
                </a:cubicBezTo>
                <a:cubicBezTo>
                  <a:pt x="138" y="225"/>
                  <a:pt x="137" y="225"/>
                  <a:pt x="136" y="226"/>
                </a:cubicBezTo>
                <a:cubicBezTo>
                  <a:pt x="136" y="226"/>
                  <a:pt x="136" y="226"/>
                  <a:pt x="136" y="226"/>
                </a:cubicBezTo>
                <a:cubicBezTo>
                  <a:pt x="136" y="233"/>
                  <a:pt x="136" y="233"/>
                  <a:pt x="136" y="233"/>
                </a:cubicBezTo>
                <a:cubicBezTo>
                  <a:pt x="136" y="235"/>
                  <a:pt x="135" y="237"/>
                  <a:pt x="133" y="237"/>
                </a:cubicBezTo>
                <a:cubicBezTo>
                  <a:pt x="129" y="237"/>
                  <a:pt x="129" y="237"/>
                  <a:pt x="129" y="237"/>
                </a:cubicBezTo>
                <a:cubicBezTo>
                  <a:pt x="126" y="237"/>
                  <a:pt x="125" y="235"/>
                  <a:pt x="125" y="233"/>
                </a:cubicBezTo>
                <a:cubicBezTo>
                  <a:pt x="125" y="226"/>
                  <a:pt x="125" y="226"/>
                  <a:pt x="125" y="226"/>
                </a:cubicBezTo>
                <a:cubicBezTo>
                  <a:pt x="124" y="226"/>
                  <a:pt x="123" y="226"/>
                  <a:pt x="122" y="226"/>
                </a:cubicBezTo>
                <a:cubicBezTo>
                  <a:pt x="122" y="233"/>
                  <a:pt x="122" y="233"/>
                  <a:pt x="122" y="233"/>
                </a:cubicBezTo>
                <a:cubicBezTo>
                  <a:pt x="122" y="235"/>
                  <a:pt x="120" y="237"/>
                  <a:pt x="118" y="237"/>
                </a:cubicBezTo>
                <a:cubicBezTo>
                  <a:pt x="114" y="237"/>
                  <a:pt x="114" y="237"/>
                  <a:pt x="114" y="237"/>
                </a:cubicBezTo>
                <a:cubicBezTo>
                  <a:pt x="112" y="237"/>
                  <a:pt x="110" y="235"/>
                  <a:pt x="110" y="233"/>
                </a:cubicBezTo>
                <a:cubicBezTo>
                  <a:pt x="110" y="227"/>
                  <a:pt x="110" y="227"/>
                  <a:pt x="110" y="227"/>
                </a:cubicBezTo>
                <a:cubicBezTo>
                  <a:pt x="109" y="227"/>
                  <a:pt x="108" y="227"/>
                  <a:pt x="107" y="227"/>
                </a:cubicBezTo>
                <a:cubicBezTo>
                  <a:pt x="107" y="234"/>
                  <a:pt x="107" y="234"/>
                  <a:pt x="107" y="234"/>
                </a:cubicBezTo>
                <a:cubicBezTo>
                  <a:pt x="107" y="236"/>
                  <a:pt x="106" y="237"/>
                  <a:pt x="105" y="237"/>
                </a:cubicBezTo>
                <a:cubicBezTo>
                  <a:pt x="98" y="237"/>
                  <a:pt x="98" y="237"/>
                  <a:pt x="98" y="237"/>
                </a:cubicBezTo>
                <a:cubicBezTo>
                  <a:pt x="97" y="237"/>
                  <a:pt x="96" y="236"/>
                  <a:pt x="96" y="234"/>
                </a:cubicBezTo>
                <a:cubicBezTo>
                  <a:pt x="96" y="227"/>
                  <a:pt x="96" y="227"/>
                  <a:pt x="96" y="227"/>
                </a:cubicBezTo>
                <a:cubicBezTo>
                  <a:pt x="95" y="227"/>
                  <a:pt x="94" y="227"/>
                  <a:pt x="93" y="227"/>
                </a:cubicBezTo>
                <a:cubicBezTo>
                  <a:pt x="93" y="234"/>
                  <a:pt x="93" y="234"/>
                  <a:pt x="93" y="234"/>
                </a:cubicBezTo>
                <a:cubicBezTo>
                  <a:pt x="93" y="235"/>
                  <a:pt x="91" y="237"/>
                  <a:pt x="89" y="237"/>
                </a:cubicBezTo>
                <a:cubicBezTo>
                  <a:pt x="84" y="237"/>
                  <a:pt x="84" y="237"/>
                  <a:pt x="84" y="237"/>
                </a:cubicBezTo>
                <a:cubicBezTo>
                  <a:pt x="82" y="237"/>
                  <a:pt x="81" y="235"/>
                  <a:pt x="81" y="234"/>
                </a:cubicBezTo>
                <a:cubicBezTo>
                  <a:pt x="81" y="226"/>
                  <a:pt x="81" y="226"/>
                  <a:pt x="81" y="226"/>
                </a:cubicBezTo>
                <a:cubicBezTo>
                  <a:pt x="80" y="226"/>
                  <a:pt x="79" y="226"/>
                  <a:pt x="78" y="226"/>
                </a:cubicBezTo>
                <a:cubicBezTo>
                  <a:pt x="78" y="234"/>
                  <a:pt x="78" y="234"/>
                  <a:pt x="78" y="234"/>
                </a:cubicBezTo>
                <a:cubicBezTo>
                  <a:pt x="78" y="235"/>
                  <a:pt x="77" y="237"/>
                  <a:pt x="75" y="237"/>
                </a:cubicBezTo>
                <a:cubicBezTo>
                  <a:pt x="69" y="237"/>
                  <a:pt x="69" y="237"/>
                  <a:pt x="69" y="237"/>
                </a:cubicBezTo>
                <a:cubicBezTo>
                  <a:pt x="68" y="237"/>
                  <a:pt x="66" y="235"/>
                  <a:pt x="66" y="234"/>
                </a:cubicBezTo>
                <a:cubicBezTo>
                  <a:pt x="66" y="225"/>
                  <a:pt x="66" y="225"/>
                  <a:pt x="66" y="225"/>
                </a:cubicBezTo>
                <a:cubicBezTo>
                  <a:pt x="66" y="225"/>
                  <a:pt x="66" y="225"/>
                  <a:pt x="66" y="225"/>
                </a:cubicBezTo>
                <a:cubicBezTo>
                  <a:pt x="65" y="225"/>
                  <a:pt x="64" y="225"/>
                  <a:pt x="63" y="225"/>
                </a:cubicBezTo>
                <a:cubicBezTo>
                  <a:pt x="62" y="211"/>
                  <a:pt x="61" y="198"/>
                  <a:pt x="60" y="184"/>
                </a:cubicBezTo>
                <a:cubicBezTo>
                  <a:pt x="21" y="185"/>
                  <a:pt x="0" y="147"/>
                  <a:pt x="27" y="118"/>
                </a:cubicBezTo>
                <a:close/>
                <a:moveTo>
                  <a:pt x="69" y="118"/>
                </a:moveTo>
                <a:cubicBezTo>
                  <a:pt x="52" y="118"/>
                  <a:pt x="38" y="128"/>
                  <a:pt x="38" y="139"/>
                </a:cubicBezTo>
                <a:cubicBezTo>
                  <a:pt x="38" y="151"/>
                  <a:pt x="52" y="161"/>
                  <a:pt x="69" y="161"/>
                </a:cubicBezTo>
                <a:cubicBezTo>
                  <a:pt x="86" y="161"/>
                  <a:pt x="100" y="151"/>
                  <a:pt x="100" y="139"/>
                </a:cubicBezTo>
                <a:cubicBezTo>
                  <a:pt x="100" y="128"/>
                  <a:pt x="86" y="118"/>
                  <a:pt x="69" y="118"/>
                </a:cubicBezTo>
                <a:close/>
                <a:moveTo>
                  <a:pt x="146" y="117"/>
                </a:moveTo>
                <a:cubicBezTo>
                  <a:pt x="129" y="117"/>
                  <a:pt x="115" y="127"/>
                  <a:pt x="115" y="139"/>
                </a:cubicBezTo>
                <a:cubicBezTo>
                  <a:pt x="115" y="150"/>
                  <a:pt x="129" y="160"/>
                  <a:pt x="146" y="160"/>
                </a:cubicBezTo>
                <a:cubicBezTo>
                  <a:pt x="163" y="160"/>
                  <a:pt x="177" y="150"/>
                  <a:pt x="177" y="139"/>
                </a:cubicBezTo>
                <a:cubicBezTo>
                  <a:pt x="177" y="127"/>
                  <a:pt x="163" y="117"/>
                  <a:pt x="146" y="117"/>
                </a:cubicBezTo>
                <a:close/>
                <a:moveTo>
                  <a:pt x="107" y="176"/>
                </a:moveTo>
                <a:cubicBezTo>
                  <a:pt x="103" y="187"/>
                  <a:pt x="103" y="187"/>
                  <a:pt x="103" y="187"/>
                </a:cubicBezTo>
                <a:cubicBezTo>
                  <a:pt x="96" y="203"/>
                  <a:pt x="96" y="203"/>
                  <a:pt x="96" y="203"/>
                </a:cubicBezTo>
                <a:cubicBezTo>
                  <a:pt x="107" y="203"/>
                  <a:pt x="107" y="203"/>
                  <a:pt x="107" y="203"/>
                </a:cubicBezTo>
                <a:cubicBezTo>
                  <a:pt x="118" y="203"/>
                  <a:pt x="118" y="203"/>
                  <a:pt x="118" y="203"/>
                </a:cubicBezTo>
                <a:cubicBezTo>
                  <a:pt x="112" y="187"/>
                  <a:pt x="112" y="187"/>
                  <a:pt x="112" y="187"/>
                </a:cubicBezTo>
                <a:lnTo>
                  <a:pt x="107" y="17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187" name="Group 115" descr=""/>
          <p:cNvPicPr/>
          <p:nvPr/>
        </p:nvPicPr>
        <p:blipFill>
          <a:blip r:embed="rId13"/>
          <a:stretch/>
        </p:blipFill>
        <p:spPr>
          <a:xfrm>
            <a:off x="5572080" y="3322800"/>
            <a:ext cx="627120" cy="401400"/>
          </a:xfrm>
          <a:prstGeom prst="rect">
            <a:avLst/>
          </a:prstGeom>
          <a:ln w="0">
            <a:noFill/>
          </a:ln>
        </p:spPr>
      </p:pic>
      <p:sp>
        <p:nvSpPr>
          <p:cNvPr id="2188" name="Freeform 69"/>
          <p:cNvSpPr/>
          <p:nvPr/>
        </p:nvSpPr>
        <p:spPr>
          <a:xfrm>
            <a:off x="3835440" y="3313080"/>
            <a:ext cx="641160" cy="417600"/>
          </a:xfrm>
          <a:custGeom>
            <a:avLst/>
            <a:gdLst/>
            <a:ahLst/>
            <a:rect l="l" t="t" r="r" b="b"/>
            <a:pathLst>
              <a:path w="225" h="146">
                <a:moveTo>
                  <a:pt x="48" y="49"/>
                </a:moveTo>
                <a:cubicBezTo>
                  <a:pt x="56" y="49"/>
                  <a:pt x="63" y="51"/>
                  <a:pt x="69" y="54"/>
                </a:cubicBezTo>
                <a:cubicBezTo>
                  <a:pt x="79" y="36"/>
                  <a:pt x="79" y="36"/>
                  <a:pt x="79" y="36"/>
                </a:cubicBezTo>
                <a:cubicBezTo>
                  <a:pt x="74" y="17"/>
                  <a:pt x="74" y="17"/>
                  <a:pt x="74" y="17"/>
                </a:cubicBezTo>
                <a:cubicBezTo>
                  <a:pt x="69" y="18"/>
                  <a:pt x="63" y="18"/>
                  <a:pt x="60" y="16"/>
                </a:cubicBezTo>
                <a:cubicBezTo>
                  <a:pt x="56" y="13"/>
                  <a:pt x="57" y="6"/>
                  <a:pt x="63" y="7"/>
                </a:cubicBezTo>
                <a:cubicBezTo>
                  <a:pt x="77" y="6"/>
                  <a:pt x="93" y="8"/>
                  <a:pt x="93" y="8"/>
                </a:cubicBezTo>
                <a:cubicBezTo>
                  <a:pt x="93" y="8"/>
                  <a:pt x="87" y="14"/>
                  <a:pt x="81" y="15"/>
                </a:cubicBezTo>
                <a:cubicBezTo>
                  <a:pt x="81" y="16"/>
                  <a:pt x="79" y="16"/>
                  <a:pt x="78" y="16"/>
                </a:cubicBezTo>
                <a:cubicBezTo>
                  <a:pt x="83" y="33"/>
                  <a:pt x="83" y="33"/>
                  <a:pt x="83" y="33"/>
                </a:cubicBezTo>
                <a:cubicBezTo>
                  <a:pt x="152" y="31"/>
                  <a:pt x="152" y="31"/>
                  <a:pt x="152" y="31"/>
                </a:cubicBezTo>
                <a:cubicBezTo>
                  <a:pt x="150" y="22"/>
                  <a:pt x="148" y="14"/>
                  <a:pt x="146" y="7"/>
                </a:cubicBezTo>
                <a:cubicBezTo>
                  <a:pt x="143" y="7"/>
                  <a:pt x="141" y="7"/>
                  <a:pt x="138" y="8"/>
                </a:cubicBezTo>
                <a:cubicBezTo>
                  <a:pt x="135" y="8"/>
                  <a:pt x="132" y="9"/>
                  <a:pt x="129" y="11"/>
                </a:cubicBezTo>
                <a:cubicBezTo>
                  <a:pt x="127" y="12"/>
                  <a:pt x="125" y="11"/>
                  <a:pt x="125" y="9"/>
                </a:cubicBezTo>
                <a:cubicBezTo>
                  <a:pt x="124" y="7"/>
                  <a:pt x="124" y="5"/>
                  <a:pt x="126" y="4"/>
                </a:cubicBezTo>
                <a:cubicBezTo>
                  <a:pt x="129" y="3"/>
                  <a:pt x="133" y="1"/>
                  <a:pt x="137" y="1"/>
                </a:cubicBezTo>
                <a:cubicBezTo>
                  <a:pt x="140" y="0"/>
                  <a:pt x="144" y="0"/>
                  <a:pt x="148" y="0"/>
                </a:cubicBezTo>
                <a:cubicBezTo>
                  <a:pt x="150" y="1"/>
                  <a:pt x="151" y="2"/>
                  <a:pt x="151" y="4"/>
                </a:cubicBezTo>
                <a:cubicBezTo>
                  <a:pt x="151" y="5"/>
                  <a:pt x="151" y="5"/>
                  <a:pt x="151" y="6"/>
                </a:cubicBezTo>
                <a:cubicBezTo>
                  <a:pt x="153" y="16"/>
                  <a:pt x="157" y="32"/>
                  <a:pt x="161" y="45"/>
                </a:cubicBezTo>
                <a:cubicBezTo>
                  <a:pt x="161" y="45"/>
                  <a:pt x="161" y="45"/>
                  <a:pt x="161" y="45"/>
                </a:cubicBezTo>
                <a:cubicBezTo>
                  <a:pt x="161" y="46"/>
                  <a:pt x="161" y="46"/>
                  <a:pt x="161" y="46"/>
                </a:cubicBezTo>
                <a:cubicBezTo>
                  <a:pt x="162" y="48"/>
                  <a:pt x="162" y="50"/>
                  <a:pt x="163" y="52"/>
                </a:cubicBezTo>
                <a:cubicBezTo>
                  <a:pt x="167" y="50"/>
                  <a:pt x="172" y="49"/>
                  <a:pt x="177" y="49"/>
                </a:cubicBezTo>
                <a:cubicBezTo>
                  <a:pt x="190" y="49"/>
                  <a:pt x="202" y="55"/>
                  <a:pt x="211" y="64"/>
                </a:cubicBezTo>
                <a:cubicBezTo>
                  <a:pt x="220" y="72"/>
                  <a:pt x="225" y="84"/>
                  <a:pt x="225" y="98"/>
                </a:cubicBezTo>
                <a:cubicBezTo>
                  <a:pt x="225" y="111"/>
                  <a:pt x="220" y="123"/>
                  <a:pt x="211" y="132"/>
                </a:cubicBezTo>
                <a:cubicBezTo>
                  <a:pt x="202" y="140"/>
                  <a:pt x="190" y="146"/>
                  <a:pt x="177" y="146"/>
                </a:cubicBezTo>
                <a:cubicBezTo>
                  <a:pt x="164" y="146"/>
                  <a:pt x="152" y="140"/>
                  <a:pt x="143" y="132"/>
                </a:cubicBezTo>
                <a:cubicBezTo>
                  <a:pt x="134" y="123"/>
                  <a:pt x="129" y="111"/>
                  <a:pt x="129" y="98"/>
                </a:cubicBezTo>
                <a:cubicBezTo>
                  <a:pt x="129" y="88"/>
                  <a:pt x="132" y="79"/>
                  <a:pt x="136" y="71"/>
                </a:cubicBezTo>
                <a:cubicBezTo>
                  <a:pt x="115" y="94"/>
                  <a:pt x="115" y="94"/>
                  <a:pt x="115" y="94"/>
                </a:cubicBezTo>
                <a:cubicBezTo>
                  <a:pt x="117" y="96"/>
                  <a:pt x="118" y="99"/>
                  <a:pt x="118" y="102"/>
                </a:cubicBezTo>
                <a:cubicBezTo>
                  <a:pt x="118" y="106"/>
                  <a:pt x="116" y="110"/>
                  <a:pt x="113" y="113"/>
                </a:cubicBezTo>
                <a:cubicBezTo>
                  <a:pt x="113" y="113"/>
                  <a:pt x="113" y="113"/>
                  <a:pt x="113" y="113"/>
                </a:cubicBezTo>
                <a:cubicBezTo>
                  <a:pt x="111" y="115"/>
                  <a:pt x="107" y="117"/>
                  <a:pt x="103" y="117"/>
                </a:cubicBezTo>
                <a:cubicBezTo>
                  <a:pt x="103" y="124"/>
                  <a:pt x="103" y="124"/>
                  <a:pt x="103" y="124"/>
                </a:cubicBezTo>
                <a:cubicBezTo>
                  <a:pt x="106" y="124"/>
                  <a:pt x="106" y="124"/>
                  <a:pt x="106" y="124"/>
                </a:cubicBezTo>
                <a:cubicBezTo>
                  <a:pt x="106" y="128"/>
                  <a:pt x="106" y="128"/>
                  <a:pt x="106" y="128"/>
                </a:cubicBezTo>
                <a:cubicBezTo>
                  <a:pt x="97" y="128"/>
                  <a:pt x="97" y="128"/>
                  <a:pt x="97" y="128"/>
                </a:cubicBezTo>
                <a:cubicBezTo>
                  <a:pt x="97" y="124"/>
                  <a:pt x="97" y="124"/>
                  <a:pt x="97" y="124"/>
                </a:cubicBezTo>
                <a:cubicBezTo>
                  <a:pt x="101" y="124"/>
                  <a:pt x="101" y="124"/>
                  <a:pt x="101" y="124"/>
                </a:cubicBezTo>
                <a:cubicBezTo>
                  <a:pt x="101" y="117"/>
                  <a:pt x="101" y="117"/>
                  <a:pt x="101" y="117"/>
                </a:cubicBezTo>
                <a:cubicBezTo>
                  <a:pt x="98" y="117"/>
                  <a:pt x="96" y="116"/>
                  <a:pt x="94" y="114"/>
                </a:cubicBezTo>
                <a:cubicBezTo>
                  <a:pt x="91" y="121"/>
                  <a:pt x="87" y="127"/>
                  <a:pt x="82" y="132"/>
                </a:cubicBezTo>
                <a:cubicBezTo>
                  <a:pt x="74" y="140"/>
                  <a:pt x="62" y="146"/>
                  <a:pt x="48" y="146"/>
                </a:cubicBezTo>
                <a:cubicBezTo>
                  <a:pt x="35" y="146"/>
                  <a:pt x="23" y="140"/>
                  <a:pt x="14" y="132"/>
                </a:cubicBezTo>
                <a:cubicBezTo>
                  <a:pt x="6" y="123"/>
                  <a:pt x="0" y="111"/>
                  <a:pt x="0" y="98"/>
                </a:cubicBezTo>
                <a:cubicBezTo>
                  <a:pt x="0" y="84"/>
                  <a:pt x="6" y="72"/>
                  <a:pt x="14" y="64"/>
                </a:cubicBezTo>
                <a:cubicBezTo>
                  <a:pt x="23" y="55"/>
                  <a:pt x="35" y="49"/>
                  <a:pt x="48" y="49"/>
                </a:cubicBezTo>
                <a:close/>
                <a:moveTo>
                  <a:pt x="96" y="99"/>
                </a:moveTo>
                <a:cubicBezTo>
                  <a:pt x="98" y="100"/>
                  <a:pt x="98" y="100"/>
                  <a:pt x="98" y="100"/>
                </a:cubicBezTo>
                <a:cubicBezTo>
                  <a:pt x="97" y="97"/>
                  <a:pt x="97" y="97"/>
                  <a:pt x="97" y="97"/>
                </a:cubicBezTo>
                <a:cubicBezTo>
                  <a:pt x="97" y="97"/>
                  <a:pt x="97" y="98"/>
                  <a:pt x="96" y="98"/>
                </a:cubicBezTo>
                <a:cubicBezTo>
                  <a:pt x="96" y="99"/>
                  <a:pt x="96" y="99"/>
                  <a:pt x="96" y="99"/>
                </a:cubicBezTo>
                <a:close/>
                <a:moveTo>
                  <a:pt x="102" y="97"/>
                </a:moveTo>
                <a:cubicBezTo>
                  <a:pt x="102" y="97"/>
                  <a:pt x="102" y="97"/>
                  <a:pt x="102" y="97"/>
                </a:cubicBezTo>
                <a:cubicBezTo>
                  <a:pt x="103" y="97"/>
                  <a:pt x="104" y="98"/>
                  <a:pt x="105" y="98"/>
                </a:cubicBezTo>
                <a:cubicBezTo>
                  <a:pt x="107" y="96"/>
                  <a:pt x="107" y="96"/>
                  <a:pt x="107" y="96"/>
                </a:cubicBezTo>
                <a:cubicBezTo>
                  <a:pt x="105" y="95"/>
                  <a:pt x="104" y="95"/>
                  <a:pt x="102" y="95"/>
                </a:cubicBezTo>
                <a:cubicBezTo>
                  <a:pt x="102" y="95"/>
                  <a:pt x="102" y="95"/>
                  <a:pt x="101" y="95"/>
                </a:cubicBezTo>
                <a:cubicBezTo>
                  <a:pt x="102" y="97"/>
                  <a:pt x="102" y="97"/>
                  <a:pt x="102" y="97"/>
                </a:cubicBezTo>
                <a:close/>
                <a:moveTo>
                  <a:pt x="107" y="102"/>
                </a:moveTo>
                <a:cubicBezTo>
                  <a:pt x="107" y="105"/>
                  <a:pt x="105" y="106"/>
                  <a:pt x="103" y="107"/>
                </a:cubicBezTo>
                <a:cubicBezTo>
                  <a:pt x="103" y="109"/>
                  <a:pt x="103" y="109"/>
                  <a:pt x="103" y="109"/>
                </a:cubicBezTo>
                <a:cubicBezTo>
                  <a:pt x="105" y="109"/>
                  <a:pt x="106" y="108"/>
                  <a:pt x="108" y="107"/>
                </a:cubicBezTo>
                <a:cubicBezTo>
                  <a:pt x="109" y="106"/>
                  <a:pt x="110" y="104"/>
                  <a:pt x="110" y="102"/>
                </a:cubicBezTo>
                <a:cubicBezTo>
                  <a:pt x="110" y="101"/>
                  <a:pt x="110" y="101"/>
                  <a:pt x="109" y="100"/>
                </a:cubicBezTo>
                <a:cubicBezTo>
                  <a:pt x="107" y="102"/>
                  <a:pt x="107" y="102"/>
                  <a:pt x="107" y="102"/>
                </a:cubicBezTo>
                <a:close/>
                <a:moveTo>
                  <a:pt x="101" y="106"/>
                </a:moveTo>
                <a:cubicBezTo>
                  <a:pt x="100" y="106"/>
                  <a:pt x="100" y="106"/>
                  <a:pt x="100" y="106"/>
                </a:cubicBezTo>
                <a:cubicBezTo>
                  <a:pt x="100" y="106"/>
                  <a:pt x="100" y="106"/>
                  <a:pt x="100" y="106"/>
                </a:cubicBezTo>
                <a:cubicBezTo>
                  <a:pt x="100" y="106"/>
                  <a:pt x="100" y="106"/>
                  <a:pt x="100" y="106"/>
                </a:cubicBezTo>
                <a:cubicBezTo>
                  <a:pt x="99" y="105"/>
                  <a:pt x="99" y="105"/>
                  <a:pt x="98" y="104"/>
                </a:cubicBezTo>
                <a:cubicBezTo>
                  <a:pt x="96" y="104"/>
                  <a:pt x="96" y="104"/>
                  <a:pt x="96" y="104"/>
                </a:cubicBezTo>
                <a:cubicBezTo>
                  <a:pt x="96" y="104"/>
                  <a:pt x="96" y="105"/>
                  <a:pt x="96" y="105"/>
                </a:cubicBezTo>
                <a:cubicBezTo>
                  <a:pt x="96" y="106"/>
                  <a:pt x="97" y="107"/>
                  <a:pt x="97" y="107"/>
                </a:cubicBezTo>
                <a:cubicBezTo>
                  <a:pt x="98" y="108"/>
                  <a:pt x="99" y="109"/>
                  <a:pt x="101" y="109"/>
                </a:cubicBezTo>
                <a:cubicBezTo>
                  <a:pt x="101" y="106"/>
                  <a:pt x="101" y="106"/>
                  <a:pt x="101" y="106"/>
                </a:cubicBezTo>
                <a:close/>
                <a:moveTo>
                  <a:pt x="88" y="103"/>
                </a:moveTo>
                <a:cubicBezTo>
                  <a:pt x="66" y="102"/>
                  <a:pt x="66" y="102"/>
                  <a:pt x="66" y="102"/>
                </a:cubicBezTo>
                <a:cubicBezTo>
                  <a:pt x="88" y="108"/>
                  <a:pt x="88" y="108"/>
                  <a:pt x="88" y="108"/>
                </a:cubicBezTo>
                <a:cubicBezTo>
                  <a:pt x="88" y="107"/>
                  <a:pt x="88" y="107"/>
                  <a:pt x="88" y="107"/>
                </a:cubicBezTo>
                <a:cubicBezTo>
                  <a:pt x="88" y="106"/>
                  <a:pt x="88" y="105"/>
                  <a:pt x="88" y="103"/>
                </a:cubicBezTo>
                <a:close/>
                <a:moveTo>
                  <a:pt x="71" y="55"/>
                </a:moveTo>
                <a:cubicBezTo>
                  <a:pt x="75" y="57"/>
                  <a:pt x="79" y="60"/>
                  <a:pt x="82" y="64"/>
                </a:cubicBezTo>
                <a:cubicBezTo>
                  <a:pt x="86" y="67"/>
                  <a:pt x="88" y="70"/>
                  <a:pt x="91" y="74"/>
                </a:cubicBezTo>
                <a:cubicBezTo>
                  <a:pt x="80" y="39"/>
                  <a:pt x="80" y="39"/>
                  <a:pt x="80" y="39"/>
                </a:cubicBezTo>
                <a:cubicBezTo>
                  <a:pt x="71" y="55"/>
                  <a:pt x="71" y="55"/>
                  <a:pt x="71" y="55"/>
                </a:cubicBezTo>
                <a:close/>
                <a:moveTo>
                  <a:pt x="68" y="61"/>
                </a:moveTo>
                <a:cubicBezTo>
                  <a:pt x="61" y="73"/>
                  <a:pt x="61" y="73"/>
                  <a:pt x="61" y="73"/>
                </a:cubicBezTo>
                <a:cubicBezTo>
                  <a:pt x="68" y="61"/>
                  <a:pt x="68" y="61"/>
                  <a:pt x="68" y="61"/>
                </a:cubicBezTo>
                <a:cubicBezTo>
                  <a:pt x="68" y="61"/>
                  <a:pt x="68" y="61"/>
                  <a:pt x="68" y="61"/>
                </a:cubicBezTo>
                <a:close/>
                <a:moveTo>
                  <a:pt x="54" y="82"/>
                </a:moveTo>
                <a:cubicBezTo>
                  <a:pt x="66" y="60"/>
                  <a:pt x="66" y="60"/>
                  <a:pt x="66" y="60"/>
                </a:cubicBezTo>
                <a:cubicBezTo>
                  <a:pt x="64" y="59"/>
                  <a:pt x="62" y="59"/>
                  <a:pt x="60" y="58"/>
                </a:cubicBezTo>
                <a:cubicBezTo>
                  <a:pt x="54" y="82"/>
                  <a:pt x="54" y="82"/>
                  <a:pt x="54" y="82"/>
                </a:cubicBezTo>
                <a:close/>
                <a:moveTo>
                  <a:pt x="217" y="88"/>
                </a:moveTo>
                <a:cubicBezTo>
                  <a:pt x="186" y="96"/>
                  <a:pt x="186" y="96"/>
                  <a:pt x="186" y="96"/>
                </a:cubicBezTo>
                <a:cubicBezTo>
                  <a:pt x="218" y="96"/>
                  <a:pt x="218" y="96"/>
                  <a:pt x="218" y="96"/>
                </a:cubicBezTo>
                <a:cubicBezTo>
                  <a:pt x="218" y="94"/>
                  <a:pt x="218" y="91"/>
                  <a:pt x="217" y="88"/>
                </a:cubicBezTo>
                <a:close/>
                <a:moveTo>
                  <a:pt x="185" y="101"/>
                </a:moveTo>
                <a:cubicBezTo>
                  <a:pt x="213" y="117"/>
                  <a:pt x="213" y="117"/>
                  <a:pt x="213" y="117"/>
                </a:cubicBezTo>
                <a:cubicBezTo>
                  <a:pt x="214" y="115"/>
                  <a:pt x="215" y="112"/>
                  <a:pt x="216" y="109"/>
                </a:cubicBezTo>
                <a:cubicBezTo>
                  <a:pt x="185" y="101"/>
                  <a:pt x="185" y="101"/>
                  <a:pt x="185" y="101"/>
                </a:cubicBezTo>
                <a:close/>
                <a:moveTo>
                  <a:pt x="212" y="119"/>
                </a:moveTo>
                <a:cubicBezTo>
                  <a:pt x="184" y="103"/>
                  <a:pt x="184" y="103"/>
                  <a:pt x="184" y="103"/>
                </a:cubicBezTo>
                <a:cubicBezTo>
                  <a:pt x="207" y="126"/>
                  <a:pt x="207" y="126"/>
                  <a:pt x="207" y="126"/>
                </a:cubicBezTo>
                <a:cubicBezTo>
                  <a:pt x="209" y="124"/>
                  <a:pt x="210" y="122"/>
                  <a:pt x="212" y="119"/>
                </a:cubicBezTo>
                <a:close/>
                <a:moveTo>
                  <a:pt x="180" y="106"/>
                </a:moveTo>
                <a:cubicBezTo>
                  <a:pt x="189" y="137"/>
                  <a:pt x="189" y="137"/>
                  <a:pt x="189" y="137"/>
                </a:cubicBezTo>
                <a:cubicBezTo>
                  <a:pt x="191" y="136"/>
                  <a:pt x="194" y="135"/>
                  <a:pt x="196" y="134"/>
                </a:cubicBezTo>
                <a:cubicBezTo>
                  <a:pt x="180" y="106"/>
                  <a:pt x="180" y="106"/>
                  <a:pt x="180" y="106"/>
                </a:cubicBezTo>
                <a:close/>
                <a:moveTo>
                  <a:pt x="186" y="138"/>
                </a:moveTo>
                <a:cubicBezTo>
                  <a:pt x="178" y="106"/>
                  <a:pt x="178" y="106"/>
                  <a:pt x="178" y="106"/>
                </a:cubicBezTo>
                <a:cubicBezTo>
                  <a:pt x="178" y="139"/>
                  <a:pt x="178" y="139"/>
                  <a:pt x="178" y="139"/>
                </a:cubicBezTo>
                <a:cubicBezTo>
                  <a:pt x="181" y="139"/>
                  <a:pt x="184" y="138"/>
                  <a:pt x="186" y="138"/>
                </a:cubicBezTo>
                <a:close/>
                <a:moveTo>
                  <a:pt x="173" y="106"/>
                </a:moveTo>
                <a:cubicBezTo>
                  <a:pt x="157" y="134"/>
                  <a:pt x="157" y="134"/>
                  <a:pt x="157" y="134"/>
                </a:cubicBezTo>
                <a:cubicBezTo>
                  <a:pt x="160" y="135"/>
                  <a:pt x="162" y="136"/>
                  <a:pt x="165" y="137"/>
                </a:cubicBezTo>
                <a:cubicBezTo>
                  <a:pt x="173" y="106"/>
                  <a:pt x="173" y="106"/>
                  <a:pt x="173" y="106"/>
                </a:cubicBezTo>
                <a:close/>
                <a:moveTo>
                  <a:pt x="155" y="133"/>
                </a:moveTo>
                <a:cubicBezTo>
                  <a:pt x="171" y="105"/>
                  <a:pt x="171" y="105"/>
                  <a:pt x="171" y="105"/>
                </a:cubicBezTo>
                <a:cubicBezTo>
                  <a:pt x="149" y="127"/>
                  <a:pt x="149" y="127"/>
                  <a:pt x="149" y="127"/>
                </a:cubicBezTo>
                <a:cubicBezTo>
                  <a:pt x="151" y="129"/>
                  <a:pt x="153" y="131"/>
                  <a:pt x="155" y="133"/>
                </a:cubicBezTo>
                <a:close/>
                <a:moveTo>
                  <a:pt x="169" y="101"/>
                </a:moveTo>
                <a:cubicBezTo>
                  <a:pt x="137" y="109"/>
                  <a:pt x="137" y="109"/>
                  <a:pt x="137" y="109"/>
                </a:cubicBezTo>
                <a:cubicBezTo>
                  <a:pt x="138" y="112"/>
                  <a:pt x="139" y="115"/>
                  <a:pt x="141" y="117"/>
                </a:cubicBezTo>
                <a:cubicBezTo>
                  <a:pt x="169" y="101"/>
                  <a:pt x="169" y="101"/>
                  <a:pt x="169" y="101"/>
                </a:cubicBezTo>
                <a:close/>
                <a:moveTo>
                  <a:pt x="137" y="107"/>
                </a:moveTo>
                <a:cubicBezTo>
                  <a:pt x="168" y="99"/>
                  <a:pt x="168" y="99"/>
                  <a:pt x="168" y="99"/>
                </a:cubicBezTo>
                <a:cubicBezTo>
                  <a:pt x="136" y="99"/>
                  <a:pt x="136" y="99"/>
                  <a:pt x="136" y="99"/>
                </a:cubicBezTo>
                <a:cubicBezTo>
                  <a:pt x="136" y="102"/>
                  <a:pt x="136" y="104"/>
                  <a:pt x="137" y="107"/>
                </a:cubicBezTo>
                <a:close/>
                <a:moveTo>
                  <a:pt x="169" y="94"/>
                </a:moveTo>
                <a:cubicBezTo>
                  <a:pt x="141" y="78"/>
                  <a:pt x="141" y="78"/>
                  <a:pt x="141" y="78"/>
                </a:cubicBezTo>
                <a:cubicBezTo>
                  <a:pt x="139" y="80"/>
                  <a:pt x="138" y="83"/>
                  <a:pt x="137" y="86"/>
                </a:cubicBezTo>
                <a:cubicBezTo>
                  <a:pt x="169" y="94"/>
                  <a:pt x="169" y="94"/>
                  <a:pt x="169" y="94"/>
                </a:cubicBezTo>
                <a:close/>
                <a:moveTo>
                  <a:pt x="142" y="76"/>
                </a:moveTo>
                <a:cubicBezTo>
                  <a:pt x="170" y="92"/>
                  <a:pt x="170" y="92"/>
                  <a:pt x="170" y="92"/>
                </a:cubicBezTo>
                <a:cubicBezTo>
                  <a:pt x="147" y="69"/>
                  <a:pt x="147" y="69"/>
                  <a:pt x="147" y="69"/>
                </a:cubicBezTo>
                <a:cubicBezTo>
                  <a:pt x="145" y="71"/>
                  <a:pt x="143" y="74"/>
                  <a:pt x="142" y="76"/>
                </a:cubicBezTo>
                <a:close/>
                <a:moveTo>
                  <a:pt x="168" y="70"/>
                </a:moveTo>
                <a:cubicBezTo>
                  <a:pt x="165" y="58"/>
                  <a:pt x="165" y="58"/>
                  <a:pt x="165" y="58"/>
                </a:cubicBezTo>
                <a:cubicBezTo>
                  <a:pt x="165" y="58"/>
                  <a:pt x="165" y="58"/>
                  <a:pt x="165" y="58"/>
                </a:cubicBezTo>
                <a:cubicBezTo>
                  <a:pt x="165" y="60"/>
                  <a:pt x="165" y="60"/>
                  <a:pt x="165" y="60"/>
                </a:cubicBezTo>
                <a:cubicBezTo>
                  <a:pt x="166" y="63"/>
                  <a:pt x="167" y="66"/>
                  <a:pt x="168" y="70"/>
                </a:cubicBezTo>
                <a:close/>
                <a:moveTo>
                  <a:pt x="167" y="58"/>
                </a:moveTo>
                <a:cubicBezTo>
                  <a:pt x="176" y="89"/>
                  <a:pt x="176" y="89"/>
                  <a:pt x="176" y="89"/>
                </a:cubicBezTo>
                <a:cubicBezTo>
                  <a:pt x="176" y="56"/>
                  <a:pt x="176" y="56"/>
                  <a:pt x="176" y="56"/>
                </a:cubicBezTo>
                <a:cubicBezTo>
                  <a:pt x="173" y="57"/>
                  <a:pt x="170" y="57"/>
                  <a:pt x="167" y="58"/>
                </a:cubicBezTo>
                <a:close/>
                <a:moveTo>
                  <a:pt x="180" y="89"/>
                </a:moveTo>
                <a:cubicBezTo>
                  <a:pt x="196" y="61"/>
                  <a:pt x="196" y="61"/>
                  <a:pt x="196" y="61"/>
                </a:cubicBezTo>
                <a:cubicBezTo>
                  <a:pt x="194" y="60"/>
                  <a:pt x="191" y="59"/>
                  <a:pt x="189" y="58"/>
                </a:cubicBezTo>
                <a:cubicBezTo>
                  <a:pt x="180" y="89"/>
                  <a:pt x="180" y="89"/>
                  <a:pt x="180" y="89"/>
                </a:cubicBezTo>
                <a:close/>
                <a:moveTo>
                  <a:pt x="198" y="63"/>
                </a:moveTo>
                <a:cubicBezTo>
                  <a:pt x="182" y="90"/>
                  <a:pt x="182" y="90"/>
                  <a:pt x="182" y="90"/>
                </a:cubicBezTo>
                <a:cubicBezTo>
                  <a:pt x="205" y="68"/>
                  <a:pt x="205" y="68"/>
                  <a:pt x="205" y="68"/>
                </a:cubicBezTo>
                <a:cubicBezTo>
                  <a:pt x="203" y="66"/>
                  <a:pt x="201" y="64"/>
                  <a:pt x="198" y="63"/>
                </a:cubicBezTo>
                <a:close/>
                <a:moveTo>
                  <a:pt x="185" y="94"/>
                </a:moveTo>
                <a:cubicBezTo>
                  <a:pt x="216" y="86"/>
                  <a:pt x="216" y="86"/>
                  <a:pt x="216" y="86"/>
                </a:cubicBezTo>
                <a:cubicBezTo>
                  <a:pt x="215" y="83"/>
                  <a:pt x="214" y="80"/>
                  <a:pt x="213" y="78"/>
                </a:cubicBezTo>
                <a:cubicBezTo>
                  <a:pt x="185" y="94"/>
                  <a:pt x="185" y="94"/>
                  <a:pt x="185" y="94"/>
                </a:cubicBezTo>
                <a:close/>
                <a:moveTo>
                  <a:pt x="166" y="76"/>
                </a:moveTo>
                <a:cubicBezTo>
                  <a:pt x="164" y="72"/>
                  <a:pt x="162" y="67"/>
                  <a:pt x="161" y="62"/>
                </a:cubicBezTo>
                <a:cubicBezTo>
                  <a:pt x="160" y="60"/>
                  <a:pt x="160" y="60"/>
                  <a:pt x="160" y="60"/>
                </a:cubicBezTo>
                <a:cubicBezTo>
                  <a:pt x="159" y="60"/>
                  <a:pt x="158" y="61"/>
                  <a:pt x="157" y="61"/>
                </a:cubicBezTo>
                <a:cubicBezTo>
                  <a:pt x="166" y="76"/>
                  <a:pt x="166" y="76"/>
                  <a:pt x="166" y="76"/>
                </a:cubicBezTo>
                <a:close/>
                <a:moveTo>
                  <a:pt x="158" y="53"/>
                </a:moveTo>
                <a:cubicBezTo>
                  <a:pt x="158" y="52"/>
                  <a:pt x="158" y="51"/>
                  <a:pt x="157" y="49"/>
                </a:cubicBezTo>
                <a:cubicBezTo>
                  <a:pt x="149" y="59"/>
                  <a:pt x="149" y="59"/>
                  <a:pt x="149" y="59"/>
                </a:cubicBezTo>
                <a:cubicBezTo>
                  <a:pt x="152" y="56"/>
                  <a:pt x="155" y="55"/>
                  <a:pt x="158" y="53"/>
                </a:cubicBezTo>
                <a:close/>
                <a:moveTo>
                  <a:pt x="207" y="69"/>
                </a:moveTo>
                <a:cubicBezTo>
                  <a:pt x="184" y="92"/>
                  <a:pt x="184" y="92"/>
                  <a:pt x="184" y="92"/>
                </a:cubicBezTo>
                <a:cubicBezTo>
                  <a:pt x="212" y="76"/>
                  <a:pt x="212" y="76"/>
                  <a:pt x="212" y="76"/>
                </a:cubicBezTo>
                <a:cubicBezTo>
                  <a:pt x="210" y="74"/>
                  <a:pt x="209" y="71"/>
                  <a:pt x="207" y="69"/>
                </a:cubicBezTo>
                <a:close/>
                <a:moveTo>
                  <a:pt x="218" y="99"/>
                </a:moveTo>
                <a:cubicBezTo>
                  <a:pt x="186" y="99"/>
                  <a:pt x="186" y="99"/>
                  <a:pt x="186" y="99"/>
                </a:cubicBezTo>
                <a:cubicBezTo>
                  <a:pt x="217" y="107"/>
                  <a:pt x="217" y="107"/>
                  <a:pt x="217" y="107"/>
                </a:cubicBezTo>
                <a:cubicBezTo>
                  <a:pt x="218" y="104"/>
                  <a:pt x="218" y="102"/>
                  <a:pt x="218" y="99"/>
                </a:cubicBezTo>
                <a:close/>
                <a:moveTo>
                  <a:pt x="205" y="127"/>
                </a:moveTo>
                <a:cubicBezTo>
                  <a:pt x="182" y="105"/>
                  <a:pt x="182" y="105"/>
                  <a:pt x="182" y="105"/>
                </a:cubicBezTo>
                <a:cubicBezTo>
                  <a:pt x="198" y="133"/>
                  <a:pt x="198" y="133"/>
                  <a:pt x="198" y="133"/>
                </a:cubicBezTo>
                <a:cubicBezTo>
                  <a:pt x="201" y="131"/>
                  <a:pt x="203" y="129"/>
                  <a:pt x="205" y="127"/>
                </a:cubicBezTo>
                <a:close/>
                <a:moveTo>
                  <a:pt x="176" y="139"/>
                </a:moveTo>
                <a:cubicBezTo>
                  <a:pt x="176" y="106"/>
                  <a:pt x="176" y="106"/>
                  <a:pt x="176" y="106"/>
                </a:cubicBezTo>
                <a:cubicBezTo>
                  <a:pt x="167" y="138"/>
                  <a:pt x="167" y="138"/>
                  <a:pt x="167" y="138"/>
                </a:cubicBezTo>
                <a:cubicBezTo>
                  <a:pt x="170" y="138"/>
                  <a:pt x="173" y="139"/>
                  <a:pt x="176" y="139"/>
                </a:cubicBezTo>
                <a:close/>
                <a:moveTo>
                  <a:pt x="147" y="126"/>
                </a:moveTo>
                <a:cubicBezTo>
                  <a:pt x="170" y="103"/>
                  <a:pt x="170" y="103"/>
                  <a:pt x="170" y="103"/>
                </a:cubicBezTo>
                <a:cubicBezTo>
                  <a:pt x="142" y="119"/>
                  <a:pt x="142" y="119"/>
                  <a:pt x="142" y="119"/>
                </a:cubicBezTo>
                <a:cubicBezTo>
                  <a:pt x="143" y="122"/>
                  <a:pt x="145" y="124"/>
                  <a:pt x="147" y="126"/>
                </a:cubicBezTo>
                <a:close/>
                <a:moveTo>
                  <a:pt x="136" y="96"/>
                </a:moveTo>
                <a:cubicBezTo>
                  <a:pt x="168" y="96"/>
                  <a:pt x="168" y="96"/>
                  <a:pt x="168" y="96"/>
                </a:cubicBezTo>
                <a:cubicBezTo>
                  <a:pt x="137" y="88"/>
                  <a:pt x="137" y="88"/>
                  <a:pt x="137" y="88"/>
                </a:cubicBezTo>
                <a:cubicBezTo>
                  <a:pt x="136" y="91"/>
                  <a:pt x="136" y="94"/>
                  <a:pt x="136" y="96"/>
                </a:cubicBezTo>
                <a:close/>
                <a:moveTo>
                  <a:pt x="149" y="68"/>
                </a:moveTo>
                <a:cubicBezTo>
                  <a:pt x="171" y="90"/>
                  <a:pt x="171" y="90"/>
                  <a:pt x="171" y="90"/>
                </a:cubicBezTo>
                <a:cubicBezTo>
                  <a:pt x="155" y="63"/>
                  <a:pt x="155" y="63"/>
                  <a:pt x="155" y="63"/>
                </a:cubicBezTo>
                <a:cubicBezTo>
                  <a:pt x="153" y="64"/>
                  <a:pt x="151" y="66"/>
                  <a:pt x="149" y="68"/>
                </a:cubicBezTo>
                <a:close/>
                <a:moveTo>
                  <a:pt x="178" y="56"/>
                </a:moveTo>
                <a:cubicBezTo>
                  <a:pt x="178" y="89"/>
                  <a:pt x="178" y="89"/>
                  <a:pt x="178" y="89"/>
                </a:cubicBezTo>
                <a:cubicBezTo>
                  <a:pt x="186" y="58"/>
                  <a:pt x="186" y="58"/>
                  <a:pt x="186" y="58"/>
                </a:cubicBezTo>
                <a:cubicBezTo>
                  <a:pt x="184" y="57"/>
                  <a:pt x="181" y="57"/>
                  <a:pt x="178" y="56"/>
                </a:cubicBezTo>
                <a:close/>
                <a:moveTo>
                  <a:pt x="88" y="89"/>
                </a:moveTo>
                <a:cubicBezTo>
                  <a:pt x="60" y="96"/>
                  <a:pt x="60" y="96"/>
                  <a:pt x="60" y="96"/>
                </a:cubicBezTo>
                <a:cubicBezTo>
                  <a:pt x="89" y="96"/>
                  <a:pt x="89" y="96"/>
                  <a:pt x="89" y="96"/>
                </a:cubicBezTo>
                <a:cubicBezTo>
                  <a:pt x="89" y="96"/>
                  <a:pt x="89" y="95"/>
                  <a:pt x="89" y="95"/>
                </a:cubicBezTo>
                <a:cubicBezTo>
                  <a:pt x="89" y="93"/>
                  <a:pt x="89" y="91"/>
                  <a:pt x="88" y="89"/>
                </a:cubicBezTo>
                <a:close/>
                <a:moveTo>
                  <a:pt x="56" y="101"/>
                </a:moveTo>
                <a:cubicBezTo>
                  <a:pt x="84" y="118"/>
                  <a:pt x="84" y="118"/>
                  <a:pt x="84" y="118"/>
                </a:cubicBezTo>
                <a:cubicBezTo>
                  <a:pt x="86" y="115"/>
                  <a:pt x="87" y="113"/>
                  <a:pt x="88" y="110"/>
                </a:cubicBezTo>
                <a:cubicBezTo>
                  <a:pt x="56" y="101"/>
                  <a:pt x="56" y="101"/>
                  <a:pt x="56" y="101"/>
                </a:cubicBezTo>
                <a:close/>
                <a:moveTo>
                  <a:pt x="83" y="120"/>
                </a:moveTo>
                <a:cubicBezTo>
                  <a:pt x="57" y="105"/>
                  <a:pt x="57" y="105"/>
                  <a:pt x="57" y="105"/>
                </a:cubicBezTo>
                <a:cubicBezTo>
                  <a:pt x="78" y="126"/>
                  <a:pt x="78" y="126"/>
                  <a:pt x="78" y="126"/>
                </a:cubicBezTo>
                <a:cubicBezTo>
                  <a:pt x="80" y="124"/>
                  <a:pt x="82" y="122"/>
                  <a:pt x="83" y="120"/>
                </a:cubicBezTo>
                <a:close/>
                <a:moveTo>
                  <a:pt x="51" y="106"/>
                </a:moveTo>
                <a:cubicBezTo>
                  <a:pt x="60" y="137"/>
                  <a:pt x="60" y="137"/>
                  <a:pt x="60" y="137"/>
                </a:cubicBezTo>
                <a:cubicBezTo>
                  <a:pt x="63" y="136"/>
                  <a:pt x="65" y="135"/>
                  <a:pt x="68" y="134"/>
                </a:cubicBezTo>
                <a:cubicBezTo>
                  <a:pt x="51" y="106"/>
                  <a:pt x="51" y="106"/>
                  <a:pt x="51" y="106"/>
                </a:cubicBezTo>
                <a:close/>
                <a:moveTo>
                  <a:pt x="58" y="138"/>
                </a:moveTo>
                <a:cubicBezTo>
                  <a:pt x="49" y="107"/>
                  <a:pt x="49" y="107"/>
                  <a:pt x="49" y="107"/>
                </a:cubicBezTo>
                <a:cubicBezTo>
                  <a:pt x="49" y="139"/>
                  <a:pt x="49" y="139"/>
                  <a:pt x="49" y="139"/>
                </a:cubicBezTo>
                <a:cubicBezTo>
                  <a:pt x="52" y="139"/>
                  <a:pt x="55" y="138"/>
                  <a:pt x="58" y="138"/>
                </a:cubicBezTo>
                <a:close/>
                <a:moveTo>
                  <a:pt x="45" y="107"/>
                </a:moveTo>
                <a:cubicBezTo>
                  <a:pt x="29" y="134"/>
                  <a:pt x="29" y="134"/>
                  <a:pt x="29" y="134"/>
                </a:cubicBezTo>
                <a:cubicBezTo>
                  <a:pt x="31" y="135"/>
                  <a:pt x="34" y="136"/>
                  <a:pt x="37" y="137"/>
                </a:cubicBezTo>
                <a:cubicBezTo>
                  <a:pt x="45" y="107"/>
                  <a:pt x="45" y="107"/>
                  <a:pt x="45" y="107"/>
                </a:cubicBezTo>
                <a:close/>
                <a:moveTo>
                  <a:pt x="27" y="133"/>
                </a:moveTo>
                <a:cubicBezTo>
                  <a:pt x="44" y="104"/>
                  <a:pt x="44" y="104"/>
                  <a:pt x="44" y="104"/>
                </a:cubicBezTo>
                <a:cubicBezTo>
                  <a:pt x="20" y="127"/>
                  <a:pt x="20" y="127"/>
                  <a:pt x="20" y="127"/>
                </a:cubicBezTo>
                <a:cubicBezTo>
                  <a:pt x="22" y="129"/>
                  <a:pt x="24" y="131"/>
                  <a:pt x="27" y="133"/>
                </a:cubicBezTo>
                <a:close/>
                <a:moveTo>
                  <a:pt x="39" y="102"/>
                </a:moveTo>
                <a:cubicBezTo>
                  <a:pt x="9" y="110"/>
                  <a:pt x="9" y="110"/>
                  <a:pt x="9" y="110"/>
                </a:cubicBezTo>
                <a:cubicBezTo>
                  <a:pt x="10" y="113"/>
                  <a:pt x="11" y="115"/>
                  <a:pt x="12" y="117"/>
                </a:cubicBezTo>
                <a:cubicBezTo>
                  <a:pt x="39" y="102"/>
                  <a:pt x="39" y="102"/>
                  <a:pt x="39" y="102"/>
                </a:cubicBezTo>
                <a:close/>
                <a:moveTo>
                  <a:pt x="8" y="108"/>
                </a:moveTo>
                <a:cubicBezTo>
                  <a:pt x="42" y="99"/>
                  <a:pt x="42" y="99"/>
                  <a:pt x="42" y="99"/>
                </a:cubicBezTo>
                <a:cubicBezTo>
                  <a:pt x="7" y="99"/>
                  <a:pt x="7" y="99"/>
                  <a:pt x="7" y="99"/>
                </a:cubicBezTo>
                <a:cubicBezTo>
                  <a:pt x="7" y="102"/>
                  <a:pt x="8" y="105"/>
                  <a:pt x="8" y="108"/>
                </a:cubicBezTo>
                <a:close/>
                <a:moveTo>
                  <a:pt x="39" y="94"/>
                </a:moveTo>
                <a:cubicBezTo>
                  <a:pt x="12" y="79"/>
                  <a:pt x="12" y="79"/>
                  <a:pt x="12" y="79"/>
                </a:cubicBezTo>
                <a:cubicBezTo>
                  <a:pt x="11" y="81"/>
                  <a:pt x="10" y="83"/>
                  <a:pt x="9" y="86"/>
                </a:cubicBezTo>
                <a:cubicBezTo>
                  <a:pt x="39" y="94"/>
                  <a:pt x="39" y="94"/>
                  <a:pt x="39" y="94"/>
                </a:cubicBezTo>
                <a:close/>
                <a:moveTo>
                  <a:pt x="13" y="77"/>
                </a:moveTo>
                <a:cubicBezTo>
                  <a:pt x="43" y="94"/>
                  <a:pt x="43" y="94"/>
                  <a:pt x="43" y="94"/>
                </a:cubicBezTo>
                <a:cubicBezTo>
                  <a:pt x="18" y="69"/>
                  <a:pt x="18" y="69"/>
                  <a:pt x="18" y="69"/>
                </a:cubicBezTo>
                <a:cubicBezTo>
                  <a:pt x="16" y="71"/>
                  <a:pt x="14" y="74"/>
                  <a:pt x="13" y="77"/>
                </a:cubicBezTo>
                <a:close/>
                <a:moveTo>
                  <a:pt x="45" y="89"/>
                </a:moveTo>
                <a:cubicBezTo>
                  <a:pt x="36" y="58"/>
                  <a:pt x="36" y="58"/>
                  <a:pt x="36" y="58"/>
                </a:cubicBezTo>
                <a:cubicBezTo>
                  <a:pt x="34" y="59"/>
                  <a:pt x="31" y="60"/>
                  <a:pt x="29" y="61"/>
                </a:cubicBezTo>
                <a:cubicBezTo>
                  <a:pt x="45" y="89"/>
                  <a:pt x="45" y="89"/>
                  <a:pt x="45" y="89"/>
                </a:cubicBezTo>
                <a:close/>
                <a:moveTo>
                  <a:pt x="39" y="58"/>
                </a:moveTo>
                <a:cubicBezTo>
                  <a:pt x="47" y="90"/>
                  <a:pt x="47" y="90"/>
                  <a:pt x="47" y="90"/>
                </a:cubicBezTo>
                <a:cubicBezTo>
                  <a:pt x="47" y="56"/>
                  <a:pt x="47" y="56"/>
                  <a:pt x="47" y="56"/>
                </a:cubicBezTo>
                <a:cubicBezTo>
                  <a:pt x="44" y="57"/>
                  <a:pt x="41" y="57"/>
                  <a:pt x="39" y="58"/>
                </a:cubicBezTo>
                <a:close/>
                <a:moveTo>
                  <a:pt x="70" y="63"/>
                </a:moveTo>
                <a:cubicBezTo>
                  <a:pt x="54" y="90"/>
                  <a:pt x="54" y="90"/>
                  <a:pt x="54" y="90"/>
                </a:cubicBezTo>
                <a:cubicBezTo>
                  <a:pt x="77" y="68"/>
                  <a:pt x="77" y="68"/>
                  <a:pt x="77" y="68"/>
                </a:cubicBezTo>
                <a:cubicBezTo>
                  <a:pt x="75" y="66"/>
                  <a:pt x="72" y="64"/>
                  <a:pt x="70" y="63"/>
                </a:cubicBezTo>
                <a:close/>
                <a:moveTo>
                  <a:pt x="55" y="95"/>
                </a:moveTo>
                <a:cubicBezTo>
                  <a:pt x="88" y="86"/>
                  <a:pt x="88" y="86"/>
                  <a:pt x="88" y="86"/>
                </a:cubicBezTo>
                <a:cubicBezTo>
                  <a:pt x="87" y="84"/>
                  <a:pt x="86" y="81"/>
                  <a:pt x="85" y="78"/>
                </a:cubicBezTo>
                <a:cubicBezTo>
                  <a:pt x="55" y="95"/>
                  <a:pt x="55" y="95"/>
                  <a:pt x="55" y="95"/>
                </a:cubicBezTo>
                <a:close/>
                <a:moveTo>
                  <a:pt x="78" y="69"/>
                </a:moveTo>
                <a:cubicBezTo>
                  <a:pt x="55" y="93"/>
                  <a:pt x="55" y="93"/>
                  <a:pt x="55" y="93"/>
                </a:cubicBezTo>
                <a:cubicBezTo>
                  <a:pt x="83" y="76"/>
                  <a:pt x="83" y="76"/>
                  <a:pt x="83" y="76"/>
                </a:cubicBezTo>
                <a:cubicBezTo>
                  <a:pt x="82" y="74"/>
                  <a:pt x="80" y="71"/>
                  <a:pt x="78" y="69"/>
                </a:cubicBezTo>
                <a:close/>
                <a:moveTo>
                  <a:pt x="77" y="127"/>
                </a:moveTo>
                <a:cubicBezTo>
                  <a:pt x="53" y="104"/>
                  <a:pt x="53" y="104"/>
                  <a:pt x="53" y="104"/>
                </a:cubicBezTo>
                <a:cubicBezTo>
                  <a:pt x="70" y="133"/>
                  <a:pt x="70" y="133"/>
                  <a:pt x="70" y="133"/>
                </a:cubicBezTo>
                <a:cubicBezTo>
                  <a:pt x="72" y="131"/>
                  <a:pt x="74" y="129"/>
                  <a:pt x="77" y="127"/>
                </a:cubicBezTo>
                <a:close/>
                <a:moveTo>
                  <a:pt x="47" y="139"/>
                </a:moveTo>
                <a:cubicBezTo>
                  <a:pt x="47" y="107"/>
                  <a:pt x="47" y="107"/>
                  <a:pt x="47" y="107"/>
                </a:cubicBezTo>
                <a:cubicBezTo>
                  <a:pt x="39" y="138"/>
                  <a:pt x="39" y="138"/>
                  <a:pt x="39" y="138"/>
                </a:cubicBezTo>
                <a:cubicBezTo>
                  <a:pt x="41" y="138"/>
                  <a:pt x="44" y="139"/>
                  <a:pt x="47" y="139"/>
                </a:cubicBezTo>
                <a:close/>
                <a:moveTo>
                  <a:pt x="18" y="126"/>
                </a:moveTo>
                <a:cubicBezTo>
                  <a:pt x="40" y="104"/>
                  <a:pt x="40" y="104"/>
                  <a:pt x="40" y="104"/>
                </a:cubicBezTo>
                <a:cubicBezTo>
                  <a:pt x="13" y="119"/>
                  <a:pt x="13" y="119"/>
                  <a:pt x="13" y="119"/>
                </a:cubicBezTo>
                <a:cubicBezTo>
                  <a:pt x="15" y="122"/>
                  <a:pt x="17" y="124"/>
                  <a:pt x="18" y="126"/>
                </a:cubicBezTo>
                <a:close/>
                <a:moveTo>
                  <a:pt x="7" y="96"/>
                </a:moveTo>
                <a:cubicBezTo>
                  <a:pt x="38" y="96"/>
                  <a:pt x="38" y="96"/>
                  <a:pt x="38" y="96"/>
                </a:cubicBezTo>
                <a:cubicBezTo>
                  <a:pt x="8" y="88"/>
                  <a:pt x="8" y="88"/>
                  <a:pt x="8" y="88"/>
                </a:cubicBezTo>
                <a:cubicBezTo>
                  <a:pt x="8" y="91"/>
                  <a:pt x="7" y="94"/>
                  <a:pt x="7" y="96"/>
                </a:cubicBezTo>
                <a:close/>
                <a:moveTo>
                  <a:pt x="20" y="68"/>
                </a:moveTo>
                <a:cubicBezTo>
                  <a:pt x="42" y="90"/>
                  <a:pt x="42" y="90"/>
                  <a:pt x="42" y="90"/>
                </a:cubicBezTo>
                <a:cubicBezTo>
                  <a:pt x="27" y="63"/>
                  <a:pt x="27" y="63"/>
                  <a:pt x="27" y="63"/>
                </a:cubicBezTo>
                <a:cubicBezTo>
                  <a:pt x="24" y="64"/>
                  <a:pt x="22" y="66"/>
                  <a:pt x="20" y="68"/>
                </a:cubicBezTo>
                <a:close/>
                <a:moveTo>
                  <a:pt x="49" y="56"/>
                </a:moveTo>
                <a:cubicBezTo>
                  <a:pt x="49" y="89"/>
                  <a:pt x="49" y="89"/>
                  <a:pt x="49" y="89"/>
                </a:cubicBezTo>
                <a:cubicBezTo>
                  <a:pt x="58" y="58"/>
                  <a:pt x="58" y="58"/>
                  <a:pt x="58" y="58"/>
                </a:cubicBezTo>
                <a:cubicBezTo>
                  <a:pt x="55" y="57"/>
                  <a:pt x="52" y="57"/>
                  <a:pt x="49" y="56"/>
                </a:cubicBezTo>
                <a:close/>
                <a:moveTo>
                  <a:pt x="156" y="44"/>
                </a:moveTo>
                <a:cubicBezTo>
                  <a:pt x="155" y="41"/>
                  <a:pt x="154" y="38"/>
                  <a:pt x="153" y="35"/>
                </a:cubicBezTo>
                <a:cubicBezTo>
                  <a:pt x="85" y="38"/>
                  <a:pt x="85" y="38"/>
                  <a:pt x="85" y="38"/>
                </a:cubicBezTo>
                <a:cubicBezTo>
                  <a:pt x="99" y="87"/>
                  <a:pt x="99" y="87"/>
                  <a:pt x="99" y="87"/>
                </a:cubicBezTo>
                <a:cubicBezTo>
                  <a:pt x="100" y="87"/>
                  <a:pt x="101" y="87"/>
                  <a:pt x="102" y="87"/>
                </a:cubicBezTo>
                <a:cubicBezTo>
                  <a:pt x="106" y="87"/>
                  <a:pt x="109" y="88"/>
                  <a:pt x="112" y="90"/>
                </a:cubicBezTo>
                <a:cubicBezTo>
                  <a:pt x="156" y="44"/>
                  <a:pt x="156" y="44"/>
                  <a:pt x="156" y="44"/>
                </a:cubicBezTo>
                <a:close/>
                <a:moveTo>
                  <a:pt x="100" y="90"/>
                </a:moveTo>
                <a:cubicBezTo>
                  <a:pt x="101" y="93"/>
                  <a:pt x="101" y="93"/>
                  <a:pt x="101" y="93"/>
                </a:cubicBezTo>
                <a:cubicBezTo>
                  <a:pt x="101" y="93"/>
                  <a:pt x="102" y="92"/>
                  <a:pt x="102" y="92"/>
                </a:cubicBezTo>
                <a:cubicBezTo>
                  <a:pt x="105" y="92"/>
                  <a:pt x="107" y="93"/>
                  <a:pt x="108" y="94"/>
                </a:cubicBezTo>
                <a:cubicBezTo>
                  <a:pt x="110" y="92"/>
                  <a:pt x="110" y="92"/>
                  <a:pt x="110" y="92"/>
                </a:cubicBezTo>
                <a:cubicBezTo>
                  <a:pt x="108" y="90"/>
                  <a:pt x="105" y="89"/>
                  <a:pt x="102" y="89"/>
                </a:cubicBezTo>
                <a:cubicBezTo>
                  <a:pt x="102" y="89"/>
                  <a:pt x="101" y="89"/>
                  <a:pt x="100" y="90"/>
                </a:cubicBezTo>
                <a:close/>
                <a:moveTo>
                  <a:pt x="95" y="108"/>
                </a:moveTo>
                <a:cubicBezTo>
                  <a:pt x="95" y="109"/>
                  <a:pt x="95" y="111"/>
                  <a:pt x="94" y="112"/>
                </a:cubicBezTo>
                <a:cubicBezTo>
                  <a:pt x="96" y="113"/>
                  <a:pt x="98" y="114"/>
                  <a:pt x="101" y="115"/>
                </a:cubicBezTo>
                <a:cubicBezTo>
                  <a:pt x="101" y="111"/>
                  <a:pt x="101" y="111"/>
                  <a:pt x="101" y="111"/>
                </a:cubicBezTo>
                <a:cubicBezTo>
                  <a:pt x="99" y="111"/>
                  <a:pt x="97" y="110"/>
                  <a:pt x="96" y="109"/>
                </a:cubicBezTo>
                <a:cubicBezTo>
                  <a:pt x="96" y="109"/>
                  <a:pt x="96" y="109"/>
                  <a:pt x="96" y="109"/>
                </a:cubicBezTo>
                <a:cubicBezTo>
                  <a:pt x="96" y="109"/>
                  <a:pt x="95" y="108"/>
                  <a:pt x="95" y="108"/>
                </a:cubicBezTo>
                <a:close/>
                <a:moveTo>
                  <a:pt x="113" y="96"/>
                </a:moveTo>
                <a:cubicBezTo>
                  <a:pt x="111" y="98"/>
                  <a:pt x="111" y="98"/>
                  <a:pt x="111" y="98"/>
                </a:cubicBezTo>
                <a:cubicBezTo>
                  <a:pt x="112" y="99"/>
                  <a:pt x="112" y="101"/>
                  <a:pt x="112" y="102"/>
                </a:cubicBezTo>
                <a:cubicBezTo>
                  <a:pt x="112" y="105"/>
                  <a:pt x="111" y="107"/>
                  <a:pt x="109" y="109"/>
                </a:cubicBezTo>
                <a:cubicBezTo>
                  <a:pt x="109" y="109"/>
                  <a:pt x="109" y="109"/>
                  <a:pt x="109" y="109"/>
                </a:cubicBezTo>
                <a:cubicBezTo>
                  <a:pt x="108" y="110"/>
                  <a:pt x="105" y="111"/>
                  <a:pt x="103" y="112"/>
                </a:cubicBezTo>
                <a:cubicBezTo>
                  <a:pt x="103" y="115"/>
                  <a:pt x="103" y="115"/>
                  <a:pt x="103" y="115"/>
                </a:cubicBezTo>
                <a:cubicBezTo>
                  <a:pt x="106" y="115"/>
                  <a:pt x="109" y="113"/>
                  <a:pt x="111" y="111"/>
                </a:cubicBezTo>
                <a:cubicBezTo>
                  <a:pt x="114" y="109"/>
                  <a:pt x="115" y="106"/>
                  <a:pt x="115" y="102"/>
                </a:cubicBezTo>
                <a:cubicBezTo>
                  <a:pt x="115" y="100"/>
                  <a:pt x="115" y="97"/>
                  <a:pt x="113" y="9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189" name="Group 127" descr=""/>
          <p:cNvPicPr/>
          <p:nvPr/>
        </p:nvPicPr>
        <p:blipFill>
          <a:blip r:embed="rId14"/>
          <a:stretch/>
        </p:blipFill>
        <p:spPr>
          <a:xfrm>
            <a:off x="4748040" y="3297240"/>
            <a:ext cx="555840" cy="396720"/>
          </a:xfrm>
          <a:prstGeom prst="rect">
            <a:avLst/>
          </a:prstGeom>
          <a:ln w="0">
            <a:noFill/>
          </a:ln>
        </p:spPr>
      </p:pic>
      <p:pic>
        <p:nvPicPr>
          <p:cNvPr id="2190" name="Group 132" descr=""/>
          <p:cNvPicPr/>
          <p:nvPr/>
        </p:nvPicPr>
        <p:blipFill>
          <a:blip r:embed="rId15"/>
          <a:stretch/>
        </p:blipFill>
        <p:spPr>
          <a:xfrm>
            <a:off x="2975040" y="4071960"/>
            <a:ext cx="579240" cy="622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1" name="Group 275" descr=""/>
          <p:cNvPicPr/>
          <p:nvPr/>
        </p:nvPicPr>
        <p:blipFill>
          <a:blip r:embed="rId1"/>
          <a:stretch/>
        </p:blipFill>
        <p:spPr>
          <a:xfrm>
            <a:off x="7991640" y="615960"/>
            <a:ext cx="293400" cy="298440"/>
          </a:xfrm>
          <a:prstGeom prst="rect">
            <a:avLst/>
          </a:prstGeom>
          <a:ln w="0">
            <a:noFill/>
          </a:ln>
        </p:spPr>
      </p:pic>
      <p:sp>
        <p:nvSpPr>
          <p:cNvPr id="2192" name="Freeform 8"/>
          <p:cNvSpPr/>
          <p:nvPr/>
        </p:nvSpPr>
        <p:spPr>
          <a:xfrm>
            <a:off x="6794640" y="608040"/>
            <a:ext cx="307800" cy="304920"/>
          </a:xfrm>
          <a:custGeom>
            <a:avLst/>
            <a:gdLst/>
            <a:ahLst/>
            <a:rect l="l" t="t" r="r" b="b"/>
            <a:pathLst>
              <a:path w="120" h="119">
                <a:moveTo>
                  <a:pt x="39" y="119"/>
                </a:moveTo>
                <a:cubicBezTo>
                  <a:pt x="89" y="119"/>
                  <a:pt x="89" y="119"/>
                  <a:pt x="89" y="119"/>
                </a:cubicBezTo>
                <a:cubicBezTo>
                  <a:pt x="89" y="119"/>
                  <a:pt x="109" y="68"/>
                  <a:pt x="114" y="52"/>
                </a:cubicBezTo>
                <a:cubicBezTo>
                  <a:pt x="120" y="36"/>
                  <a:pt x="106" y="32"/>
                  <a:pt x="100" y="47"/>
                </a:cubicBezTo>
                <a:cubicBezTo>
                  <a:pt x="96" y="58"/>
                  <a:pt x="94" y="60"/>
                  <a:pt x="94" y="60"/>
                </a:cubicBezTo>
                <a:cubicBezTo>
                  <a:pt x="94" y="60"/>
                  <a:pt x="88" y="60"/>
                  <a:pt x="89" y="53"/>
                </a:cubicBezTo>
                <a:cubicBezTo>
                  <a:pt x="90" y="45"/>
                  <a:pt x="92" y="34"/>
                  <a:pt x="94" y="18"/>
                </a:cubicBezTo>
                <a:cubicBezTo>
                  <a:pt x="96" y="8"/>
                  <a:pt x="80" y="7"/>
                  <a:pt x="79" y="15"/>
                </a:cubicBezTo>
                <a:cubicBezTo>
                  <a:pt x="78" y="23"/>
                  <a:pt x="75" y="45"/>
                  <a:pt x="74" y="50"/>
                </a:cubicBezTo>
                <a:cubicBezTo>
                  <a:pt x="73" y="55"/>
                  <a:pt x="67" y="59"/>
                  <a:pt x="66" y="47"/>
                </a:cubicBezTo>
                <a:cubicBezTo>
                  <a:pt x="66" y="39"/>
                  <a:pt x="65" y="27"/>
                  <a:pt x="65" y="11"/>
                </a:cubicBezTo>
                <a:cubicBezTo>
                  <a:pt x="65" y="0"/>
                  <a:pt x="48" y="1"/>
                  <a:pt x="48" y="11"/>
                </a:cubicBezTo>
                <a:cubicBezTo>
                  <a:pt x="48" y="18"/>
                  <a:pt x="49" y="46"/>
                  <a:pt x="49" y="52"/>
                </a:cubicBezTo>
                <a:cubicBezTo>
                  <a:pt x="49" y="57"/>
                  <a:pt x="46" y="59"/>
                  <a:pt x="43" y="51"/>
                </a:cubicBezTo>
                <a:cubicBezTo>
                  <a:pt x="39" y="43"/>
                  <a:pt x="35" y="34"/>
                  <a:pt x="32" y="26"/>
                </a:cubicBezTo>
                <a:cubicBezTo>
                  <a:pt x="27" y="14"/>
                  <a:pt x="13" y="22"/>
                  <a:pt x="16" y="30"/>
                </a:cubicBezTo>
                <a:cubicBezTo>
                  <a:pt x="19" y="37"/>
                  <a:pt x="26" y="53"/>
                  <a:pt x="31" y="66"/>
                </a:cubicBezTo>
                <a:cubicBezTo>
                  <a:pt x="34" y="72"/>
                  <a:pt x="37" y="84"/>
                  <a:pt x="29" y="78"/>
                </a:cubicBezTo>
                <a:cubicBezTo>
                  <a:pt x="23" y="73"/>
                  <a:pt x="21" y="69"/>
                  <a:pt x="14" y="64"/>
                </a:cubicBezTo>
                <a:cubicBezTo>
                  <a:pt x="7" y="60"/>
                  <a:pt x="0" y="69"/>
                  <a:pt x="3" y="73"/>
                </a:cubicBezTo>
                <a:cubicBezTo>
                  <a:pt x="9" y="80"/>
                  <a:pt x="19" y="91"/>
                  <a:pt x="26" y="102"/>
                </a:cubicBezTo>
                <a:cubicBezTo>
                  <a:pt x="31" y="110"/>
                  <a:pt x="39" y="119"/>
                  <a:pt x="39" y="11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193" name="Group 274" descr=""/>
          <p:cNvPicPr/>
          <p:nvPr/>
        </p:nvPicPr>
        <p:blipFill>
          <a:blip r:embed="rId2"/>
          <a:stretch/>
        </p:blipFill>
        <p:spPr>
          <a:xfrm>
            <a:off x="5632560" y="615960"/>
            <a:ext cx="280800" cy="298440"/>
          </a:xfrm>
          <a:prstGeom prst="rect">
            <a:avLst/>
          </a:prstGeom>
          <a:ln w="0">
            <a:noFill/>
          </a:ln>
        </p:spPr>
      </p:pic>
      <p:sp>
        <p:nvSpPr>
          <p:cNvPr id="2194" name="Freeform 11"/>
          <p:cNvSpPr/>
          <p:nvPr/>
        </p:nvSpPr>
        <p:spPr>
          <a:xfrm>
            <a:off x="5016600" y="614520"/>
            <a:ext cx="204840" cy="261720"/>
          </a:xfrm>
          <a:custGeom>
            <a:avLst/>
            <a:gdLst/>
            <a:ahLst/>
            <a:rect l="l" t="t" r="r" b="b"/>
            <a:pathLst>
              <a:path w="80" h="102">
                <a:moveTo>
                  <a:pt x="73" y="44"/>
                </a:moveTo>
                <a:cubicBezTo>
                  <a:pt x="69" y="44"/>
                  <a:pt x="66" y="47"/>
                  <a:pt x="66" y="50"/>
                </a:cubicBezTo>
                <a:cubicBezTo>
                  <a:pt x="66" y="50"/>
                  <a:pt x="66" y="50"/>
                  <a:pt x="66" y="50"/>
                </a:cubicBezTo>
                <a:cubicBezTo>
                  <a:pt x="66" y="44"/>
                  <a:pt x="66" y="44"/>
                  <a:pt x="66" y="44"/>
                </a:cubicBezTo>
                <a:cubicBezTo>
                  <a:pt x="66" y="40"/>
                  <a:pt x="62" y="36"/>
                  <a:pt x="58" y="36"/>
                </a:cubicBezTo>
                <a:cubicBezTo>
                  <a:pt x="54" y="36"/>
                  <a:pt x="51" y="40"/>
                  <a:pt x="51" y="44"/>
                </a:cubicBezTo>
                <a:cubicBezTo>
                  <a:pt x="51" y="36"/>
                  <a:pt x="51" y="36"/>
                  <a:pt x="51" y="36"/>
                </a:cubicBezTo>
                <a:cubicBezTo>
                  <a:pt x="51" y="32"/>
                  <a:pt x="48" y="29"/>
                  <a:pt x="44" y="29"/>
                </a:cubicBezTo>
                <a:cubicBezTo>
                  <a:pt x="40" y="29"/>
                  <a:pt x="37" y="32"/>
                  <a:pt x="37" y="36"/>
                </a:cubicBezTo>
                <a:cubicBezTo>
                  <a:pt x="37" y="7"/>
                  <a:pt x="37" y="7"/>
                  <a:pt x="37" y="7"/>
                </a:cubicBezTo>
                <a:cubicBezTo>
                  <a:pt x="37" y="3"/>
                  <a:pt x="33" y="0"/>
                  <a:pt x="29" y="0"/>
                </a:cubicBezTo>
                <a:cubicBezTo>
                  <a:pt x="25" y="0"/>
                  <a:pt x="22" y="3"/>
                  <a:pt x="22" y="7"/>
                </a:cubicBezTo>
                <a:cubicBezTo>
                  <a:pt x="22" y="12"/>
                  <a:pt x="22" y="12"/>
                  <a:pt x="22" y="12"/>
                </a:cubicBezTo>
                <a:cubicBezTo>
                  <a:pt x="22" y="51"/>
                  <a:pt x="22" y="51"/>
                  <a:pt x="22" y="51"/>
                </a:cubicBezTo>
                <a:cubicBezTo>
                  <a:pt x="22" y="56"/>
                  <a:pt x="22" y="56"/>
                  <a:pt x="22" y="56"/>
                </a:cubicBezTo>
                <a:cubicBezTo>
                  <a:pt x="22" y="57"/>
                  <a:pt x="21" y="58"/>
                  <a:pt x="20" y="58"/>
                </a:cubicBezTo>
                <a:cubicBezTo>
                  <a:pt x="19" y="58"/>
                  <a:pt x="18" y="58"/>
                  <a:pt x="18" y="57"/>
                </a:cubicBezTo>
                <a:cubicBezTo>
                  <a:pt x="13" y="50"/>
                  <a:pt x="13" y="43"/>
                  <a:pt x="5" y="43"/>
                </a:cubicBezTo>
                <a:cubicBezTo>
                  <a:pt x="3" y="43"/>
                  <a:pt x="2" y="44"/>
                  <a:pt x="1" y="46"/>
                </a:cubicBezTo>
                <a:cubicBezTo>
                  <a:pt x="0" y="47"/>
                  <a:pt x="0" y="49"/>
                  <a:pt x="1" y="51"/>
                </a:cubicBezTo>
                <a:cubicBezTo>
                  <a:pt x="24" y="100"/>
                  <a:pt x="24" y="100"/>
                  <a:pt x="24" y="100"/>
                </a:cubicBezTo>
                <a:cubicBezTo>
                  <a:pt x="24" y="101"/>
                  <a:pt x="25" y="102"/>
                  <a:pt x="27" y="102"/>
                </a:cubicBezTo>
                <a:cubicBezTo>
                  <a:pt x="33" y="102"/>
                  <a:pt x="56" y="102"/>
                  <a:pt x="69" y="102"/>
                </a:cubicBezTo>
                <a:cubicBezTo>
                  <a:pt x="75" y="102"/>
                  <a:pt x="80" y="97"/>
                  <a:pt x="80" y="91"/>
                </a:cubicBezTo>
                <a:cubicBezTo>
                  <a:pt x="80" y="71"/>
                  <a:pt x="80" y="51"/>
                  <a:pt x="80" y="51"/>
                </a:cubicBezTo>
                <a:cubicBezTo>
                  <a:pt x="80" y="47"/>
                  <a:pt x="77" y="44"/>
                  <a:pt x="73" y="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195" name="Group 270" descr=""/>
          <p:cNvPicPr/>
          <p:nvPr/>
        </p:nvPicPr>
        <p:blipFill>
          <a:blip r:embed="rId3"/>
          <a:stretch/>
        </p:blipFill>
        <p:spPr>
          <a:xfrm>
            <a:off x="1450800" y="725400"/>
            <a:ext cx="298800" cy="189000"/>
          </a:xfrm>
          <a:prstGeom prst="rect">
            <a:avLst/>
          </a:prstGeom>
          <a:ln w="0">
            <a:noFill/>
          </a:ln>
        </p:spPr>
      </p:pic>
      <p:pic>
        <p:nvPicPr>
          <p:cNvPr id="2196" name="Group 273" descr=""/>
          <p:cNvPicPr/>
          <p:nvPr/>
        </p:nvPicPr>
        <p:blipFill>
          <a:blip r:embed="rId4"/>
          <a:stretch/>
        </p:blipFill>
        <p:spPr>
          <a:xfrm>
            <a:off x="4425840" y="615960"/>
            <a:ext cx="279360" cy="279360"/>
          </a:xfrm>
          <a:prstGeom prst="rect">
            <a:avLst/>
          </a:prstGeom>
          <a:ln w="0">
            <a:noFill/>
          </a:ln>
        </p:spPr>
      </p:pic>
      <p:sp>
        <p:nvSpPr>
          <p:cNvPr id="2197" name="Freeform 17"/>
          <p:cNvSpPr/>
          <p:nvPr/>
        </p:nvSpPr>
        <p:spPr>
          <a:xfrm>
            <a:off x="3798720" y="604800"/>
            <a:ext cx="333720" cy="284040"/>
          </a:xfrm>
          <a:custGeom>
            <a:avLst/>
            <a:gdLst/>
            <a:ahLst/>
            <a:rect l="l" t="t" r="r" b="b"/>
            <a:pathLst>
              <a:path w="130" h="111">
                <a:moveTo>
                  <a:pt x="36" y="111"/>
                </a:moveTo>
                <a:cubicBezTo>
                  <a:pt x="31" y="111"/>
                  <a:pt x="27" y="109"/>
                  <a:pt x="23" y="104"/>
                </a:cubicBezTo>
                <a:cubicBezTo>
                  <a:pt x="22" y="104"/>
                  <a:pt x="22" y="104"/>
                  <a:pt x="22" y="104"/>
                </a:cubicBezTo>
                <a:cubicBezTo>
                  <a:pt x="18" y="100"/>
                  <a:pt x="0" y="85"/>
                  <a:pt x="22" y="65"/>
                </a:cubicBezTo>
                <a:cubicBezTo>
                  <a:pt x="31" y="56"/>
                  <a:pt x="43" y="44"/>
                  <a:pt x="55" y="32"/>
                </a:cubicBezTo>
                <a:cubicBezTo>
                  <a:pt x="61" y="26"/>
                  <a:pt x="68" y="19"/>
                  <a:pt x="75" y="12"/>
                </a:cubicBezTo>
                <a:cubicBezTo>
                  <a:pt x="88" y="0"/>
                  <a:pt x="97" y="2"/>
                  <a:pt x="111" y="16"/>
                </a:cubicBezTo>
                <a:cubicBezTo>
                  <a:pt x="127" y="32"/>
                  <a:pt x="130" y="47"/>
                  <a:pt x="123" y="55"/>
                </a:cubicBezTo>
                <a:cubicBezTo>
                  <a:pt x="114" y="66"/>
                  <a:pt x="78" y="103"/>
                  <a:pt x="76" y="104"/>
                </a:cubicBezTo>
                <a:cubicBezTo>
                  <a:pt x="74" y="106"/>
                  <a:pt x="71" y="106"/>
                  <a:pt x="69" y="104"/>
                </a:cubicBezTo>
                <a:cubicBezTo>
                  <a:pt x="67" y="102"/>
                  <a:pt x="67" y="99"/>
                  <a:pt x="69" y="97"/>
                </a:cubicBezTo>
                <a:cubicBezTo>
                  <a:pt x="69" y="96"/>
                  <a:pt x="106" y="59"/>
                  <a:pt x="115" y="49"/>
                </a:cubicBezTo>
                <a:cubicBezTo>
                  <a:pt x="118" y="46"/>
                  <a:pt x="118" y="37"/>
                  <a:pt x="104" y="23"/>
                </a:cubicBezTo>
                <a:cubicBezTo>
                  <a:pt x="95" y="15"/>
                  <a:pt x="93" y="9"/>
                  <a:pt x="83" y="19"/>
                </a:cubicBezTo>
                <a:cubicBezTo>
                  <a:pt x="76" y="26"/>
                  <a:pt x="69" y="33"/>
                  <a:pt x="62" y="40"/>
                </a:cubicBezTo>
                <a:cubicBezTo>
                  <a:pt x="50" y="52"/>
                  <a:pt x="38" y="63"/>
                  <a:pt x="30" y="72"/>
                </a:cubicBezTo>
                <a:cubicBezTo>
                  <a:pt x="16" y="85"/>
                  <a:pt x="25" y="92"/>
                  <a:pt x="30" y="97"/>
                </a:cubicBezTo>
                <a:cubicBezTo>
                  <a:pt x="30" y="97"/>
                  <a:pt x="30" y="97"/>
                  <a:pt x="30" y="97"/>
                </a:cubicBezTo>
                <a:cubicBezTo>
                  <a:pt x="34" y="101"/>
                  <a:pt x="37" y="102"/>
                  <a:pt x="43" y="96"/>
                </a:cubicBezTo>
                <a:cubicBezTo>
                  <a:pt x="44" y="95"/>
                  <a:pt x="47" y="92"/>
                  <a:pt x="52" y="88"/>
                </a:cubicBezTo>
                <a:cubicBezTo>
                  <a:pt x="63" y="77"/>
                  <a:pt x="84" y="57"/>
                  <a:pt x="88" y="51"/>
                </a:cubicBezTo>
                <a:cubicBezTo>
                  <a:pt x="89" y="50"/>
                  <a:pt x="91" y="46"/>
                  <a:pt x="89" y="44"/>
                </a:cubicBezTo>
                <a:cubicBezTo>
                  <a:pt x="87" y="42"/>
                  <a:pt x="82" y="46"/>
                  <a:pt x="81" y="48"/>
                </a:cubicBezTo>
                <a:cubicBezTo>
                  <a:pt x="66" y="63"/>
                  <a:pt x="47" y="82"/>
                  <a:pt x="47" y="82"/>
                </a:cubicBezTo>
                <a:cubicBezTo>
                  <a:pt x="45" y="84"/>
                  <a:pt x="41" y="84"/>
                  <a:pt x="39" y="82"/>
                </a:cubicBezTo>
                <a:cubicBezTo>
                  <a:pt x="37" y="80"/>
                  <a:pt x="37" y="76"/>
                  <a:pt x="40" y="74"/>
                </a:cubicBezTo>
                <a:cubicBezTo>
                  <a:pt x="40" y="74"/>
                  <a:pt x="59" y="56"/>
                  <a:pt x="73" y="41"/>
                </a:cubicBezTo>
                <a:cubicBezTo>
                  <a:pt x="82" y="31"/>
                  <a:pt x="91" y="32"/>
                  <a:pt x="96" y="36"/>
                </a:cubicBezTo>
                <a:cubicBezTo>
                  <a:pt x="102" y="42"/>
                  <a:pt x="101" y="52"/>
                  <a:pt x="96" y="58"/>
                </a:cubicBezTo>
                <a:cubicBezTo>
                  <a:pt x="92" y="63"/>
                  <a:pt x="75" y="79"/>
                  <a:pt x="59" y="95"/>
                </a:cubicBezTo>
                <a:cubicBezTo>
                  <a:pt x="55" y="99"/>
                  <a:pt x="52" y="102"/>
                  <a:pt x="50" y="104"/>
                </a:cubicBezTo>
                <a:cubicBezTo>
                  <a:pt x="45" y="108"/>
                  <a:pt x="41" y="111"/>
                  <a:pt x="36" y="11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98" name="Freeform 18"/>
          <p:cNvSpPr/>
          <p:nvPr/>
        </p:nvSpPr>
        <p:spPr>
          <a:xfrm>
            <a:off x="6299280" y="635040"/>
            <a:ext cx="204840" cy="277920"/>
          </a:xfrm>
          <a:custGeom>
            <a:avLst/>
            <a:gdLst/>
            <a:ahLst/>
            <a:rect l="l" t="t" r="r" b="b"/>
            <a:pathLst>
              <a:path w="80" h="108">
                <a:moveTo>
                  <a:pt x="73" y="43"/>
                </a:moveTo>
                <a:cubicBezTo>
                  <a:pt x="73" y="33"/>
                  <a:pt x="73" y="33"/>
                  <a:pt x="73" y="33"/>
                </a:cubicBezTo>
                <a:cubicBezTo>
                  <a:pt x="73" y="15"/>
                  <a:pt x="58" y="0"/>
                  <a:pt x="40" y="0"/>
                </a:cubicBezTo>
                <a:cubicBezTo>
                  <a:pt x="22" y="0"/>
                  <a:pt x="7" y="15"/>
                  <a:pt x="7" y="33"/>
                </a:cubicBezTo>
                <a:cubicBezTo>
                  <a:pt x="7" y="43"/>
                  <a:pt x="7" y="43"/>
                  <a:pt x="7" y="43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108"/>
                  <a:pt x="0" y="108"/>
                  <a:pt x="0" y="108"/>
                </a:cubicBezTo>
                <a:cubicBezTo>
                  <a:pt x="80" y="108"/>
                  <a:pt x="80" y="108"/>
                  <a:pt x="80" y="108"/>
                </a:cubicBezTo>
                <a:cubicBezTo>
                  <a:pt x="80" y="43"/>
                  <a:pt x="80" y="43"/>
                  <a:pt x="80" y="43"/>
                </a:cubicBezTo>
                <a:lnTo>
                  <a:pt x="73" y="43"/>
                </a:lnTo>
                <a:close/>
                <a:moveTo>
                  <a:pt x="45" y="94"/>
                </a:moveTo>
                <a:cubicBezTo>
                  <a:pt x="33" y="94"/>
                  <a:pt x="33" y="94"/>
                  <a:pt x="33" y="94"/>
                </a:cubicBezTo>
                <a:cubicBezTo>
                  <a:pt x="36" y="77"/>
                  <a:pt x="36" y="77"/>
                  <a:pt x="36" y="77"/>
                </a:cubicBezTo>
                <a:cubicBezTo>
                  <a:pt x="34" y="76"/>
                  <a:pt x="33" y="74"/>
                  <a:pt x="33" y="72"/>
                </a:cubicBezTo>
                <a:cubicBezTo>
                  <a:pt x="33" y="69"/>
                  <a:pt x="36" y="66"/>
                  <a:pt x="39" y="66"/>
                </a:cubicBezTo>
                <a:cubicBezTo>
                  <a:pt x="42" y="66"/>
                  <a:pt x="45" y="69"/>
                  <a:pt x="45" y="72"/>
                </a:cubicBezTo>
                <a:cubicBezTo>
                  <a:pt x="45" y="74"/>
                  <a:pt x="44" y="76"/>
                  <a:pt x="42" y="77"/>
                </a:cubicBezTo>
                <a:lnTo>
                  <a:pt x="45" y="94"/>
                </a:lnTo>
                <a:close/>
                <a:moveTo>
                  <a:pt x="58" y="43"/>
                </a:moveTo>
                <a:cubicBezTo>
                  <a:pt x="22" y="43"/>
                  <a:pt x="22" y="43"/>
                  <a:pt x="22" y="43"/>
                </a:cubicBezTo>
                <a:cubicBezTo>
                  <a:pt x="22" y="33"/>
                  <a:pt x="22" y="33"/>
                  <a:pt x="22" y="33"/>
                </a:cubicBezTo>
                <a:cubicBezTo>
                  <a:pt x="22" y="23"/>
                  <a:pt x="30" y="15"/>
                  <a:pt x="40" y="15"/>
                </a:cubicBezTo>
                <a:cubicBezTo>
                  <a:pt x="50" y="15"/>
                  <a:pt x="58" y="23"/>
                  <a:pt x="58" y="33"/>
                </a:cubicBezTo>
                <a:lnTo>
                  <a:pt x="58" y="4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99" name="Freeform 19"/>
          <p:cNvSpPr/>
          <p:nvPr/>
        </p:nvSpPr>
        <p:spPr>
          <a:xfrm>
            <a:off x="7392960" y="614520"/>
            <a:ext cx="300240" cy="279360"/>
          </a:xfrm>
          <a:custGeom>
            <a:avLst/>
            <a:gdLst/>
            <a:ahLst/>
            <a:rect l="l" t="t" r="r" b="b"/>
            <a:pathLst>
              <a:path w="117" h="109">
                <a:moveTo>
                  <a:pt x="84" y="0"/>
                </a:moveTo>
                <a:cubicBezTo>
                  <a:pt x="66" y="0"/>
                  <a:pt x="51" y="15"/>
                  <a:pt x="51" y="33"/>
                </a:cubicBezTo>
                <a:cubicBezTo>
                  <a:pt x="51" y="44"/>
                  <a:pt x="51" y="44"/>
                  <a:pt x="51" y="44"/>
                </a:cubicBezTo>
                <a:cubicBezTo>
                  <a:pt x="0" y="44"/>
                  <a:pt x="0" y="44"/>
                  <a:pt x="0" y="44"/>
                </a:cubicBezTo>
                <a:cubicBezTo>
                  <a:pt x="0" y="109"/>
                  <a:pt x="0" y="109"/>
                  <a:pt x="0" y="109"/>
                </a:cubicBezTo>
                <a:cubicBezTo>
                  <a:pt x="80" y="109"/>
                  <a:pt x="80" y="109"/>
                  <a:pt x="80" y="109"/>
                </a:cubicBezTo>
                <a:cubicBezTo>
                  <a:pt x="80" y="44"/>
                  <a:pt x="80" y="44"/>
                  <a:pt x="80" y="44"/>
                </a:cubicBezTo>
                <a:cubicBezTo>
                  <a:pt x="66" y="44"/>
                  <a:pt x="66" y="44"/>
                  <a:pt x="66" y="44"/>
                </a:cubicBezTo>
                <a:cubicBezTo>
                  <a:pt x="66" y="33"/>
                  <a:pt x="66" y="33"/>
                  <a:pt x="66" y="33"/>
                </a:cubicBezTo>
                <a:cubicBezTo>
                  <a:pt x="66" y="23"/>
                  <a:pt x="74" y="15"/>
                  <a:pt x="84" y="15"/>
                </a:cubicBezTo>
                <a:cubicBezTo>
                  <a:pt x="94" y="15"/>
                  <a:pt x="102" y="23"/>
                  <a:pt x="102" y="33"/>
                </a:cubicBezTo>
                <a:cubicBezTo>
                  <a:pt x="102" y="44"/>
                  <a:pt x="102" y="44"/>
                  <a:pt x="102" y="44"/>
                </a:cubicBezTo>
                <a:cubicBezTo>
                  <a:pt x="117" y="44"/>
                  <a:pt x="117" y="44"/>
                  <a:pt x="117" y="44"/>
                </a:cubicBezTo>
                <a:cubicBezTo>
                  <a:pt x="117" y="33"/>
                  <a:pt x="117" y="33"/>
                  <a:pt x="117" y="33"/>
                </a:cubicBezTo>
                <a:cubicBezTo>
                  <a:pt x="117" y="15"/>
                  <a:pt x="102" y="0"/>
                  <a:pt x="84" y="0"/>
                </a:cubicBezTo>
                <a:close/>
                <a:moveTo>
                  <a:pt x="46" y="95"/>
                </a:moveTo>
                <a:cubicBezTo>
                  <a:pt x="34" y="95"/>
                  <a:pt x="34" y="95"/>
                  <a:pt x="34" y="95"/>
                </a:cubicBezTo>
                <a:cubicBezTo>
                  <a:pt x="37" y="78"/>
                  <a:pt x="37" y="78"/>
                  <a:pt x="37" y="78"/>
                </a:cubicBezTo>
                <a:cubicBezTo>
                  <a:pt x="35" y="76"/>
                  <a:pt x="34" y="75"/>
                  <a:pt x="34" y="72"/>
                </a:cubicBezTo>
                <a:cubicBezTo>
                  <a:pt x="34" y="69"/>
                  <a:pt x="37" y="66"/>
                  <a:pt x="40" y="66"/>
                </a:cubicBezTo>
                <a:cubicBezTo>
                  <a:pt x="43" y="66"/>
                  <a:pt x="46" y="69"/>
                  <a:pt x="46" y="72"/>
                </a:cubicBezTo>
                <a:cubicBezTo>
                  <a:pt x="46" y="75"/>
                  <a:pt x="45" y="76"/>
                  <a:pt x="43" y="78"/>
                </a:cubicBezTo>
                <a:lnTo>
                  <a:pt x="46" y="9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00" name="Freeform 20"/>
          <p:cNvSpPr/>
          <p:nvPr/>
        </p:nvSpPr>
        <p:spPr>
          <a:xfrm>
            <a:off x="263520" y="655560"/>
            <a:ext cx="255600" cy="257400"/>
          </a:xfrm>
          <a:custGeom>
            <a:avLst/>
            <a:gdLst/>
            <a:ahLst/>
            <a:rect l="l" t="t" r="r" b="b"/>
            <a:pathLst>
              <a:path w="161" h="162">
                <a:moveTo>
                  <a:pt x="161" y="141"/>
                </a:moveTo>
                <a:lnTo>
                  <a:pt x="97" y="76"/>
                </a:lnTo>
                <a:lnTo>
                  <a:pt x="149" y="50"/>
                </a:lnTo>
                <a:lnTo>
                  <a:pt x="0" y="0"/>
                </a:lnTo>
                <a:lnTo>
                  <a:pt x="50" y="150"/>
                </a:lnTo>
                <a:lnTo>
                  <a:pt x="76" y="99"/>
                </a:lnTo>
                <a:lnTo>
                  <a:pt x="139" y="162"/>
                </a:lnTo>
                <a:lnTo>
                  <a:pt x="161" y="14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201" name="Group 271" descr=""/>
          <p:cNvPicPr/>
          <p:nvPr/>
        </p:nvPicPr>
        <p:blipFill>
          <a:blip r:embed="rId5"/>
          <a:stretch/>
        </p:blipFill>
        <p:spPr>
          <a:xfrm>
            <a:off x="2639880" y="615960"/>
            <a:ext cx="298440" cy="291960"/>
          </a:xfrm>
          <a:prstGeom prst="rect">
            <a:avLst/>
          </a:prstGeom>
          <a:ln w="0">
            <a:noFill/>
          </a:ln>
        </p:spPr>
      </p:pic>
      <p:pic>
        <p:nvPicPr>
          <p:cNvPr id="2202" name="Group 272" descr=""/>
          <p:cNvPicPr/>
          <p:nvPr/>
        </p:nvPicPr>
        <p:blipFill>
          <a:blip r:embed="rId6"/>
          <a:stretch/>
        </p:blipFill>
        <p:spPr>
          <a:xfrm>
            <a:off x="3236760" y="615960"/>
            <a:ext cx="298440" cy="291960"/>
          </a:xfrm>
          <a:prstGeom prst="rect">
            <a:avLst/>
          </a:prstGeom>
          <a:ln w="0">
            <a:noFill/>
          </a:ln>
        </p:spPr>
      </p:pic>
      <p:sp>
        <p:nvSpPr>
          <p:cNvPr id="2203" name="Freeform 25"/>
          <p:cNvSpPr/>
          <p:nvPr/>
        </p:nvSpPr>
        <p:spPr>
          <a:xfrm>
            <a:off x="2049480" y="620640"/>
            <a:ext cx="293760" cy="293760"/>
          </a:xfrm>
          <a:custGeom>
            <a:avLst/>
            <a:gdLst/>
            <a:ahLst/>
            <a:rect l="l" t="t" r="r" b="b"/>
            <a:pathLst>
              <a:path w="115" h="115">
                <a:moveTo>
                  <a:pt x="114" y="98"/>
                </a:moveTo>
                <a:cubicBezTo>
                  <a:pt x="94" y="78"/>
                  <a:pt x="94" y="78"/>
                  <a:pt x="94" y="78"/>
                </a:cubicBezTo>
                <a:cubicBezTo>
                  <a:pt x="99" y="70"/>
                  <a:pt x="102" y="60"/>
                  <a:pt x="102" y="50"/>
                </a:cubicBezTo>
                <a:cubicBezTo>
                  <a:pt x="102" y="22"/>
                  <a:pt x="79" y="0"/>
                  <a:pt x="51" y="0"/>
                </a:cubicBezTo>
                <a:cubicBezTo>
                  <a:pt x="23" y="0"/>
                  <a:pt x="0" y="22"/>
                  <a:pt x="0" y="50"/>
                </a:cubicBezTo>
                <a:cubicBezTo>
                  <a:pt x="0" y="78"/>
                  <a:pt x="23" y="101"/>
                  <a:pt x="51" y="101"/>
                </a:cubicBezTo>
                <a:cubicBezTo>
                  <a:pt x="61" y="101"/>
                  <a:pt x="71" y="98"/>
                  <a:pt x="78" y="93"/>
                </a:cubicBezTo>
                <a:cubicBezTo>
                  <a:pt x="98" y="113"/>
                  <a:pt x="98" y="113"/>
                  <a:pt x="98" y="113"/>
                </a:cubicBezTo>
                <a:cubicBezTo>
                  <a:pt x="100" y="115"/>
                  <a:pt x="102" y="115"/>
                  <a:pt x="104" y="113"/>
                </a:cubicBezTo>
                <a:cubicBezTo>
                  <a:pt x="114" y="103"/>
                  <a:pt x="114" y="103"/>
                  <a:pt x="114" y="103"/>
                </a:cubicBezTo>
                <a:cubicBezTo>
                  <a:pt x="115" y="101"/>
                  <a:pt x="115" y="99"/>
                  <a:pt x="114" y="98"/>
                </a:cubicBezTo>
                <a:close/>
                <a:moveTo>
                  <a:pt x="51" y="87"/>
                </a:moveTo>
                <a:cubicBezTo>
                  <a:pt x="31" y="87"/>
                  <a:pt x="15" y="70"/>
                  <a:pt x="15" y="50"/>
                </a:cubicBezTo>
                <a:cubicBezTo>
                  <a:pt x="15" y="30"/>
                  <a:pt x="31" y="14"/>
                  <a:pt x="51" y="14"/>
                </a:cubicBezTo>
                <a:cubicBezTo>
                  <a:pt x="71" y="14"/>
                  <a:pt x="87" y="30"/>
                  <a:pt x="87" y="50"/>
                </a:cubicBezTo>
                <a:cubicBezTo>
                  <a:pt x="87" y="70"/>
                  <a:pt x="71" y="87"/>
                  <a:pt x="51" y="8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04" name="Freeform 26"/>
          <p:cNvSpPr/>
          <p:nvPr/>
        </p:nvSpPr>
        <p:spPr>
          <a:xfrm>
            <a:off x="857160" y="614520"/>
            <a:ext cx="297000" cy="298440"/>
          </a:xfrm>
          <a:custGeom>
            <a:avLst/>
            <a:gdLst/>
            <a:ahLst/>
            <a:rect l="l" t="t" r="r" b="b"/>
            <a:pathLst>
              <a:path w="187" h="188">
                <a:moveTo>
                  <a:pt x="187" y="94"/>
                </a:moveTo>
                <a:lnTo>
                  <a:pt x="140" y="58"/>
                </a:lnTo>
                <a:lnTo>
                  <a:pt x="140" y="83"/>
                </a:lnTo>
                <a:lnTo>
                  <a:pt x="105" y="83"/>
                </a:lnTo>
                <a:lnTo>
                  <a:pt x="105" y="47"/>
                </a:lnTo>
                <a:lnTo>
                  <a:pt x="129" y="47"/>
                </a:lnTo>
                <a:lnTo>
                  <a:pt x="94" y="0"/>
                </a:lnTo>
                <a:lnTo>
                  <a:pt x="60" y="47"/>
                </a:lnTo>
                <a:lnTo>
                  <a:pt x="82" y="47"/>
                </a:lnTo>
                <a:lnTo>
                  <a:pt x="82" y="83"/>
                </a:lnTo>
                <a:lnTo>
                  <a:pt x="47" y="83"/>
                </a:lnTo>
                <a:lnTo>
                  <a:pt x="47" y="58"/>
                </a:lnTo>
                <a:lnTo>
                  <a:pt x="0" y="94"/>
                </a:lnTo>
                <a:lnTo>
                  <a:pt x="47" y="129"/>
                </a:lnTo>
                <a:lnTo>
                  <a:pt x="47" y="105"/>
                </a:lnTo>
                <a:lnTo>
                  <a:pt x="82" y="105"/>
                </a:lnTo>
                <a:lnTo>
                  <a:pt x="82" y="141"/>
                </a:lnTo>
                <a:lnTo>
                  <a:pt x="60" y="141"/>
                </a:lnTo>
                <a:lnTo>
                  <a:pt x="94" y="188"/>
                </a:lnTo>
                <a:lnTo>
                  <a:pt x="129" y="141"/>
                </a:lnTo>
                <a:lnTo>
                  <a:pt x="105" y="141"/>
                </a:lnTo>
                <a:lnTo>
                  <a:pt x="105" y="105"/>
                </a:lnTo>
                <a:lnTo>
                  <a:pt x="140" y="105"/>
                </a:lnTo>
                <a:lnTo>
                  <a:pt x="140" y="129"/>
                </a:lnTo>
                <a:lnTo>
                  <a:pt x="187" y="9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05" name="Freeform 27"/>
          <p:cNvSpPr/>
          <p:nvPr/>
        </p:nvSpPr>
        <p:spPr>
          <a:xfrm>
            <a:off x="8583480" y="614520"/>
            <a:ext cx="297000" cy="298440"/>
          </a:xfrm>
          <a:custGeom>
            <a:avLst/>
            <a:gdLst/>
            <a:ahLst/>
            <a:rect l="l" t="t" r="r" b="b"/>
            <a:pathLst>
              <a:path w="187" h="188">
                <a:moveTo>
                  <a:pt x="187" y="58"/>
                </a:moveTo>
                <a:lnTo>
                  <a:pt x="58" y="188"/>
                </a:lnTo>
                <a:lnTo>
                  <a:pt x="58" y="129"/>
                </a:lnTo>
                <a:lnTo>
                  <a:pt x="0" y="129"/>
                </a:lnTo>
                <a:lnTo>
                  <a:pt x="129" y="0"/>
                </a:lnTo>
                <a:lnTo>
                  <a:pt x="187" y="5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06" name="Freeform 28"/>
          <p:cNvSpPr/>
          <p:nvPr/>
        </p:nvSpPr>
        <p:spPr>
          <a:xfrm>
            <a:off x="263520" y="1209600"/>
            <a:ext cx="297000" cy="297000"/>
          </a:xfrm>
          <a:custGeom>
            <a:avLst/>
            <a:gdLst/>
            <a:ahLst/>
            <a:rect l="l" t="t" r="r" b="b"/>
            <a:pathLst>
              <a:path w="116" h="116">
                <a:moveTo>
                  <a:pt x="58" y="0"/>
                </a:moveTo>
                <a:cubicBezTo>
                  <a:pt x="26" y="0"/>
                  <a:pt x="0" y="26"/>
                  <a:pt x="0" y="58"/>
                </a:cubicBezTo>
                <a:cubicBezTo>
                  <a:pt x="0" y="90"/>
                  <a:pt x="26" y="116"/>
                  <a:pt x="58" y="116"/>
                </a:cubicBezTo>
                <a:cubicBezTo>
                  <a:pt x="90" y="116"/>
                  <a:pt x="116" y="90"/>
                  <a:pt x="116" y="58"/>
                </a:cubicBezTo>
                <a:cubicBezTo>
                  <a:pt x="116" y="26"/>
                  <a:pt x="90" y="0"/>
                  <a:pt x="58" y="0"/>
                </a:cubicBezTo>
                <a:close/>
                <a:moveTo>
                  <a:pt x="85" y="96"/>
                </a:moveTo>
                <a:cubicBezTo>
                  <a:pt x="58" y="76"/>
                  <a:pt x="58" y="76"/>
                  <a:pt x="58" y="76"/>
                </a:cubicBezTo>
                <a:cubicBezTo>
                  <a:pt x="31" y="96"/>
                  <a:pt x="31" y="96"/>
                  <a:pt x="31" y="96"/>
                </a:cubicBezTo>
                <a:cubicBezTo>
                  <a:pt x="41" y="64"/>
                  <a:pt x="41" y="64"/>
                  <a:pt x="41" y="64"/>
                </a:cubicBezTo>
                <a:cubicBezTo>
                  <a:pt x="14" y="45"/>
                  <a:pt x="14" y="45"/>
                  <a:pt x="14" y="45"/>
                </a:cubicBezTo>
                <a:cubicBezTo>
                  <a:pt x="48" y="45"/>
                  <a:pt x="48" y="45"/>
                  <a:pt x="48" y="45"/>
                </a:cubicBezTo>
                <a:cubicBezTo>
                  <a:pt x="58" y="13"/>
                  <a:pt x="58" y="13"/>
                  <a:pt x="58" y="13"/>
                </a:cubicBezTo>
                <a:cubicBezTo>
                  <a:pt x="68" y="45"/>
                  <a:pt x="68" y="45"/>
                  <a:pt x="68" y="45"/>
                </a:cubicBezTo>
                <a:cubicBezTo>
                  <a:pt x="101" y="45"/>
                  <a:pt x="101" y="45"/>
                  <a:pt x="101" y="45"/>
                </a:cubicBezTo>
                <a:cubicBezTo>
                  <a:pt x="75" y="64"/>
                  <a:pt x="75" y="64"/>
                  <a:pt x="75" y="64"/>
                </a:cubicBezTo>
                <a:lnTo>
                  <a:pt x="85" y="9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207" name="Group 277" descr=""/>
          <p:cNvPicPr/>
          <p:nvPr/>
        </p:nvPicPr>
        <p:blipFill>
          <a:blip r:embed="rId7"/>
          <a:stretch/>
        </p:blipFill>
        <p:spPr>
          <a:xfrm>
            <a:off x="4443480" y="1249200"/>
            <a:ext cx="274680" cy="255600"/>
          </a:xfrm>
          <a:prstGeom prst="rect">
            <a:avLst/>
          </a:prstGeom>
          <a:ln w="0">
            <a:noFill/>
          </a:ln>
        </p:spPr>
      </p:pic>
      <p:pic>
        <p:nvPicPr>
          <p:cNvPr id="2208" name="Group 276" descr=""/>
          <p:cNvPicPr/>
          <p:nvPr/>
        </p:nvPicPr>
        <p:blipFill>
          <a:blip r:embed="rId8"/>
          <a:stretch/>
        </p:blipFill>
        <p:spPr>
          <a:xfrm>
            <a:off x="5614920" y="1231920"/>
            <a:ext cx="298440" cy="272880"/>
          </a:xfrm>
          <a:prstGeom prst="rect">
            <a:avLst/>
          </a:prstGeom>
          <a:ln w="0">
            <a:noFill/>
          </a:ln>
        </p:spPr>
      </p:pic>
      <p:pic>
        <p:nvPicPr>
          <p:cNvPr id="2209" name="Group 278" descr=""/>
          <p:cNvPicPr/>
          <p:nvPr/>
        </p:nvPicPr>
        <p:blipFill>
          <a:blip r:embed="rId9"/>
          <a:stretch/>
        </p:blipFill>
        <p:spPr>
          <a:xfrm>
            <a:off x="858960" y="1206360"/>
            <a:ext cx="293400" cy="298440"/>
          </a:xfrm>
          <a:prstGeom prst="rect">
            <a:avLst/>
          </a:prstGeom>
          <a:ln w="0">
            <a:noFill/>
          </a:ln>
        </p:spPr>
      </p:pic>
      <p:sp>
        <p:nvSpPr>
          <p:cNvPr id="2210" name="Freeform 37"/>
          <p:cNvSpPr/>
          <p:nvPr/>
        </p:nvSpPr>
        <p:spPr>
          <a:xfrm>
            <a:off x="3836880" y="1201680"/>
            <a:ext cx="290520" cy="263520"/>
          </a:xfrm>
          <a:custGeom>
            <a:avLst/>
            <a:gdLst/>
            <a:ahLst/>
            <a:rect l="l" t="t" r="r" b="b"/>
            <a:pathLst>
              <a:path w="113" h="103">
                <a:moveTo>
                  <a:pt x="83" y="5"/>
                </a:moveTo>
                <a:cubicBezTo>
                  <a:pt x="83" y="5"/>
                  <a:pt x="65" y="14"/>
                  <a:pt x="46" y="7"/>
                </a:cubicBezTo>
                <a:cubicBezTo>
                  <a:pt x="26" y="0"/>
                  <a:pt x="16" y="3"/>
                  <a:pt x="8" y="14"/>
                </a:cubicBezTo>
                <a:cubicBezTo>
                  <a:pt x="6" y="13"/>
                  <a:pt x="4" y="13"/>
                  <a:pt x="3" y="14"/>
                </a:cubicBezTo>
                <a:cubicBezTo>
                  <a:pt x="1" y="15"/>
                  <a:pt x="0" y="18"/>
                  <a:pt x="1" y="20"/>
                </a:cubicBezTo>
                <a:cubicBezTo>
                  <a:pt x="51" y="101"/>
                  <a:pt x="51" y="101"/>
                  <a:pt x="51" y="101"/>
                </a:cubicBezTo>
                <a:cubicBezTo>
                  <a:pt x="52" y="102"/>
                  <a:pt x="53" y="103"/>
                  <a:pt x="55" y="103"/>
                </a:cubicBezTo>
                <a:cubicBezTo>
                  <a:pt x="56" y="103"/>
                  <a:pt x="57" y="103"/>
                  <a:pt x="58" y="102"/>
                </a:cubicBezTo>
                <a:cubicBezTo>
                  <a:pt x="60" y="101"/>
                  <a:pt x="61" y="98"/>
                  <a:pt x="59" y="96"/>
                </a:cubicBezTo>
                <a:cubicBezTo>
                  <a:pt x="37" y="60"/>
                  <a:pt x="37" y="60"/>
                  <a:pt x="37" y="60"/>
                </a:cubicBezTo>
                <a:cubicBezTo>
                  <a:pt x="46" y="49"/>
                  <a:pt x="55" y="46"/>
                  <a:pt x="75" y="54"/>
                </a:cubicBezTo>
                <a:cubicBezTo>
                  <a:pt x="94" y="60"/>
                  <a:pt x="113" y="51"/>
                  <a:pt x="113" y="51"/>
                </a:cubicBezTo>
                <a:lnTo>
                  <a:pt x="83" y="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11" name="Freeform 38"/>
          <p:cNvSpPr/>
          <p:nvPr/>
        </p:nvSpPr>
        <p:spPr>
          <a:xfrm>
            <a:off x="2633760" y="1209600"/>
            <a:ext cx="252360" cy="297000"/>
          </a:xfrm>
          <a:custGeom>
            <a:avLst/>
            <a:gdLst/>
            <a:ahLst/>
            <a:rect l="l" t="t" r="r" b="b"/>
            <a:pathLst>
              <a:path w="99" h="116">
                <a:moveTo>
                  <a:pt x="83" y="44"/>
                </a:moveTo>
                <a:cubicBezTo>
                  <a:pt x="83" y="44"/>
                  <a:pt x="78" y="44"/>
                  <a:pt x="65" y="51"/>
                </a:cubicBezTo>
                <a:cubicBezTo>
                  <a:pt x="64" y="50"/>
                  <a:pt x="64" y="50"/>
                  <a:pt x="64" y="50"/>
                </a:cubicBezTo>
                <a:cubicBezTo>
                  <a:pt x="65" y="41"/>
                  <a:pt x="66" y="29"/>
                  <a:pt x="68" y="22"/>
                </a:cubicBezTo>
                <a:cubicBezTo>
                  <a:pt x="67" y="23"/>
                  <a:pt x="61" y="28"/>
                  <a:pt x="54" y="33"/>
                </a:cubicBezTo>
                <a:cubicBezTo>
                  <a:pt x="51" y="25"/>
                  <a:pt x="50" y="9"/>
                  <a:pt x="54" y="0"/>
                </a:cubicBezTo>
                <a:cubicBezTo>
                  <a:pt x="22" y="23"/>
                  <a:pt x="3" y="56"/>
                  <a:pt x="3" y="76"/>
                </a:cubicBezTo>
                <a:cubicBezTo>
                  <a:pt x="3" y="92"/>
                  <a:pt x="1" y="116"/>
                  <a:pt x="39" y="116"/>
                </a:cubicBezTo>
                <a:cubicBezTo>
                  <a:pt x="99" y="116"/>
                  <a:pt x="68" y="73"/>
                  <a:pt x="83" y="44"/>
                </a:cubicBezTo>
                <a:close/>
                <a:moveTo>
                  <a:pt x="44" y="105"/>
                </a:moveTo>
                <a:cubicBezTo>
                  <a:pt x="0" y="106"/>
                  <a:pt x="28" y="64"/>
                  <a:pt x="23" y="72"/>
                </a:cubicBezTo>
                <a:cubicBezTo>
                  <a:pt x="23" y="73"/>
                  <a:pt x="20" y="83"/>
                  <a:pt x="35" y="92"/>
                </a:cubicBezTo>
                <a:cubicBezTo>
                  <a:pt x="27" y="82"/>
                  <a:pt x="41" y="71"/>
                  <a:pt x="46" y="66"/>
                </a:cubicBezTo>
                <a:cubicBezTo>
                  <a:pt x="46" y="79"/>
                  <a:pt x="52" y="92"/>
                  <a:pt x="52" y="92"/>
                </a:cubicBezTo>
                <a:cubicBezTo>
                  <a:pt x="52" y="92"/>
                  <a:pt x="60" y="86"/>
                  <a:pt x="67" y="68"/>
                </a:cubicBezTo>
                <a:cubicBezTo>
                  <a:pt x="72" y="92"/>
                  <a:pt x="68" y="104"/>
                  <a:pt x="44" y="10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12" name="Freeform 39"/>
          <p:cNvSpPr/>
          <p:nvPr/>
        </p:nvSpPr>
        <p:spPr>
          <a:xfrm>
            <a:off x="5016600" y="1231920"/>
            <a:ext cx="296640" cy="274680"/>
          </a:xfrm>
          <a:custGeom>
            <a:avLst/>
            <a:gdLst/>
            <a:ahLst/>
            <a:rect l="l" t="t" r="r" b="b"/>
            <a:pathLst>
              <a:path w="187" h="173">
                <a:moveTo>
                  <a:pt x="92" y="0"/>
                </a:moveTo>
                <a:lnTo>
                  <a:pt x="118" y="68"/>
                </a:lnTo>
                <a:lnTo>
                  <a:pt x="187" y="68"/>
                </a:lnTo>
                <a:lnTo>
                  <a:pt x="128" y="108"/>
                </a:lnTo>
                <a:lnTo>
                  <a:pt x="153" y="173"/>
                </a:lnTo>
                <a:lnTo>
                  <a:pt x="92" y="134"/>
                </a:lnTo>
                <a:lnTo>
                  <a:pt x="36" y="173"/>
                </a:lnTo>
                <a:lnTo>
                  <a:pt x="55" y="108"/>
                </a:lnTo>
                <a:lnTo>
                  <a:pt x="0" y="68"/>
                </a:lnTo>
                <a:lnTo>
                  <a:pt x="71" y="68"/>
                </a:lnTo>
                <a:lnTo>
                  <a:pt x="92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13" name="Freeform 40"/>
          <p:cNvSpPr/>
          <p:nvPr/>
        </p:nvSpPr>
        <p:spPr>
          <a:xfrm>
            <a:off x="1450800" y="1190520"/>
            <a:ext cx="230400" cy="287280"/>
          </a:xfrm>
          <a:custGeom>
            <a:avLst/>
            <a:gdLst/>
            <a:ahLst/>
            <a:rect l="l" t="t" r="r" b="b"/>
            <a:pathLst>
              <a:path w="90" h="112">
                <a:moveTo>
                  <a:pt x="0" y="68"/>
                </a:moveTo>
                <a:cubicBezTo>
                  <a:pt x="1" y="64"/>
                  <a:pt x="5" y="61"/>
                  <a:pt x="9" y="61"/>
                </a:cubicBezTo>
                <a:cubicBezTo>
                  <a:pt x="21" y="62"/>
                  <a:pt x="21" y="62"/>
                  <a:pt x="21" y="62"/>
                </a:cubicBezTo>
                <a:cubicBezTo>
                  <a:pt x="21" y="62"/>
                  <a:pt x="21" y="62"/>
                  <a:pt x="21" y="62"/>
                </a:cubicBezTo>
                <a:cubicBezTo>
                  <a:pt x="11" y="61"/>
                  <a:pt x="11" y="61"/>
                  <a:pt x="11" y="61"/>
                </a:cubicBezTo>
                <a:cubicBezTo>
                  <a:pt x="8" y="61"/>
                  <a:pt x="5" y="57"/>
                  <a:pt x="5" y="53"/>
                </a:cubicBezTo>
                <a:cubicBezTo>
                  <a:pt x="6" y="48"/>
                  <a:pt x="9" y="45"/>
                  <a:pt x="13" y="46"/>
                </a:cubicBezTo>
                <a:cubicBezTo>
                  <a:pt x="44" y="49"/>
                  <a:pt x="44" y="49"/>
                  <a:pt x="44" y="49"/>
                </a:cubicBezTo>
                <a:cubicBezTo>
                  <a:pt x="48" y="49"/>
                  <a:pt x="48" y="49"/>
                  <a:pt x="48" y="49"/>
                </a:cubicBezTo>
                <a:cubicBezTo>
                  <a:pt x="48" y="49"/>
                  <a:pt x="42" y="46"/>
                  <a:pt x="47" y="23"/>
                </a:cubicBezTo>
                <a:cubicBezTo>
                  <a:pt x="52" y="0"/>
                  <a:pt x="64" y="9"/>
                  <a:pt x="64" y="9"/>
                </a:cubicBezTo>
                <a:cubicBezTo>
                  <a:pt x="64" y="9"/>
                  <a:pt x="65" y="28"/>
                  <a:pt x="65" y="31"/>
                </a:cubicBezTo>
                <a:cubicBezTo>
                  <a:pt x="66" y="34"/>
                  <a:pt x="81" y="63"/>
                  <a:pt x="81" y="63"/>
                </a:cubicBezTo>
                <a:cubicBezTo>
                  <a:pt x="81" y="65"/>
                  <a:pt x="90" y="66"/>
                  <a:pt x="90" y="68"/>
                </a:cubicBezTo>
                <a:cubicBezTo>
                  <a:pt x="90" y="81"/>
                  <a:pt x="90" y="93"/>
                  <a:pt x="90" y="107"/>
                </a:cubicBezTo>
                <a:cubicBezTo>
                  <a:pt x="80" y="104"/>
                  <a:pt x="75" y="112"/>
                  <a:pt x="54" y="112"/>
                </a:cubicBezTo>
                <a:cubicBezTo>
                  <a:pt x="47" y="112"/>
                  <a:pt x="38" y="111"/>
                  <a:pt x="31" y="110"/>
                </a:cubicBezTo>
                <a:cubicBezTo>
                  <a:pt x="11" y="108"/>
                  <a:pt x="11" y="108"/>
                  <a:pt x="11" y="108"/>
                </a:cubicBezTo>
                <a:cubicBezTo>
                  <a:pt x="8" y="107"/>
                  <a:pt x="6" y="104"/>
                  <a:pt x="6" y="99"/>
                </a:cubicBezTo>
                <a:cubicBezTo>
                  <a:pt x="7" y="96"/>
                  <a:pt x="8" y="93"/>
                  <a:pt x="11" y="92"/>
                </a:cubicBezTo>
                <a:cubicBezTo>
                  <a:pt x="8" y="92"/>
                  <a:pt x="8" y="92"/>
                  <a:pt x="8" y="92"/>
                </a:cubicBezTo>
                <a:cubicBezTo>
                  <a:pt x="5" y="92"/>
                  <a:pt x="2" y="88"/>
                  <a:pt x="2" y="84"/>
                </a:cubicBezTo>
                <a:cubicBezTo>
                  <a:pt x="3" y="80"/>
                  <a:pt x="5" y="77"/>
                  <a:pt x="8" y="77"/>
                </a:cubicBezTo>
                <a:cubicBezTo>
                  <a:pt x="7" y="77"/>
                  <a:pt x="7" y="77"/>
                  <a:pt x="7" y="77"/>
                </a:cubicBezTo>
                <a:cubicBezTo>
                  <a:pt x="3" y="76"/>
                  <a:pt x="0" y="73"/>
                  <a:pt x="0" y="6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14" name="Freeform 41"/>
          <p:cNvSpPr/>
          <p:nvPr/>
        </p:nvSpPr>
        <p:spPr>
          <a:xfrm>
            <a:off x="2046240" y="1222200"/>
            <a:ext cx="250920" cy="293760"/>
          </a:xfrm>
          <a:custGeom>
            <a:avLst/>
            <a:gdLst/>
            <a:ahLst/>
            <a:rect l="l" t="t" r="r" b="b"/>
            <a:pathLst>
              <a:path w="98" h="115">
                <a:moveTo>
                  <a:pt x="97" y="51"/>
                </a:moveTo>
                <a:cubicBezTo>
                  <a:pt x="96" y="46"/>
                  <a:pt x="93" y="44"/>
                  <a:pt x="89" y="45"/>
                </a:cubicBezTo>
                <a:cubicBezTo>
                  <a:pt x="80" y="47"/>
                  <a:pt x="80" y="47"/>
                  <a:pt x="80" y="47"/>
                </a:cubicBezTo>
                <a:cubicBezTo>
                  <a:pt x="80" y="46"/>
                  <a:pt x="80" y="46"/>
                  <a:pt x="80" y="46"/>
                </a:cubicBezTo>
                <a:cubicBezTo>
                  <a:pt x="91" y="44"/>
                  <a:pt x="91" y="44"/>
                  <a:pt x="91" y="44"/>
                </a:cubicBezTo>
                <a:cubicBezTo>
                  <a:pt x="95" y="43"/>
                  <a:pt x="98" y="39"/>
                  <a:pt x="97" y="34"/>
                </a:cubicBezTo>
                <a:cubicBezTo>
                  <a:pt x="96" y="30"/>
                  <a:pt x="92" y="28"/>
                  <a:pt x="88" y="28"/>
                </a:cubicBezTo>
                <a:cubicBezTo>
                  <a:pt x="87" y="29"/>
                  <a:pt x="87" y="29"/>
                  <a:pt x="87" y="29"/>
                </a:cubicBezTo>
                <a:cubicBezTo>
                  <a:pt x="90" y="27"/>
                  <a:pt x="91" y="24"/>
                  <a:pt x="90" y="20"/>
                </a:cubicBezTo>
                <a:cubicBezTo>
                  <a:pt x="89" y="16"/>
                  <a:pt x="86" y="13"/>
                  <a:pt x="82" y="14"/>
                </a:cubicBezTo>
                <a:cubicBezTo>
                  <a:pt x="80" y="15"/>
                  <a:pt x="80" y="15"/>
                  <a:pt x="80" y="15"/>
                </a:cubicBezTo>
                <a:cubicBezTo>
                  <a:pt x="81" y="13"/>
                  <a:pt x="82" y="10"/>
                  <a:pt x="82" y="7"/>
                </a:cubicBezTo>
                <a:cubicBezTo>
                  <a:pt x="81" y="3"/>
                  <a:pt x="77" y="0"/>
                  <a:pt x="74" y="1"/>
                </a:cubicBezTo>
                <a:cubicBezTo>
                  <a:pt x="55" y="5"/>
                  <a:pt x="55" y="5"/>
                  <a:pt x="55" y="5"/>
                </a:cubicBezTo>
                <a:cubicBezTo>
                  <a:pt x="48" y="6"/>
                  <a:pt x="39" y="8"/>
                  <a:pt x="33" y="10"/>
                </a:cubicBezTo>
                <a:cubicBezTo>
                  <a:pt x="13" y="17"/>
                  <a:pt x="10" y="26"/>
                  <a:pt x="0" y="27"/>
                </a:cubicBezTo>
                <a:cubicBezTo>
                  <a:pt x="0" y="43"/>
                  <a:pt x="0" y="49"/>
                  <a:pt x="1" y="64"/>
                </a:cubicBezTo>
                <a:cubicBezTo>
                  <a:pt x="1" y="65"/>
                  <a:pt x="22" y="64"/>
                  <a:pt x="23" y="65"/>
                </a:cubicBezTo>
                <a:cubicBezTo>
                  <a:pt x="23" y="65"/>
                  <a:pt x="46" y="88"/>
                  <a:pt x="48" y="90"/>
                </a:cubicBezTo>
                <a:cubicBezTo>
                  <a:pt x="49" y="93"/>
                  <a:pt x="56" y="111"/>
                  <a:pt x="56" y="111"/>
                </a:cubicBezTo>
                <a:cubicBezTo>
                  <a:pt x="56" y="111"/>
                  <a:pt x="71" y="115"/>
                  <a:pt x="68" y="92"/>
                </a:cubicBezTo>
                <a:cubicBezTo>
                  <a:pt x="65" y="69"/>
                  <a:pt x="58" y="68"/>
                  <a:pt x="58" y="68"/>
                </a:cubicBezTo>
                <a:cubicBezTo>
                  <a:pt x="62" y="67"/>
                  <a:pt x="62" y="67"/>
                  <a:pt x="62" y="67"/>
                </a:cubicBezTo>
                <a:cubicBezTo>
                  <a:pt x="93" y="60"/>
                  <a:pt x="93" y="60"/>
                  <a:pt x="93" y="60"/>
                </a:cubicBezTo>
                <a:cubicBezTo>
                  <a:pt x="96" y="59"/>
                  <a:pt x="98" y="55"/>
                  <a:pt x="97" y="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15" name="Freeform 42"/>
          <p:cNvSpPr/>
          <p:nvPr/>
        </p:nvSpPr>
        <p:spPr>
          <a:xfrm>
            <a:off x="3233880" y="1209600"/>
            <a:ext cx="263520" cy="250920"/>
          </a:xfrm>
          <a:custGeom>
            <a:avLst/>
            <a:gdLst/>
            <a:ahLst/>
            <a:rect l="l" t="t" r="r" b="b"/>
            <a:pathLst>
              <a:path w="103" h="98">
                <a:moveTo>
                  <a:pt x="80" y="1"/>
                </a:moveTo>
                <a:cubicBezTo>
                  <a:pt x="78" y="0"/>
                  <a:pt x="77" y="0"/>
                  <a:pt x="75" y="0"/>
                </a:cubicBezTo>
                <a:cubicBezTo>
                  <a:pt x="64" y="0"/>
                  <a:pt x="58" y="5"/>
                  <a:pt x="52" y="13"/>
                </a:cubicBezTo>
                <a:cubicBezTo>
                  <a:pt x="45" y="5"/>
                  <a:pt x="40" y="0"/>
                  <a:pt x="28" y="0"/>
                </a:cubicBezTo>
                <a:cubicBezTo>
                  <a:pt x="27" y="0"/>
                  <a:pt x="25" y="0"/>
                  <a:pt x="23" y="1"/>
                </a:cubicBezTo>
                <a:cubicBezTo>
                  <a:pt x="13" y="2"/>
                  <a:pt x="2" y="11"/>
                  <a:pt x="0" y="28"/>
                </a:cubicBezTo>
                <a:cubicBezTo>
                  <a:pt x="0" y="34"/>
                  <a:pt x="0" y="34"/>
                  <a:pt x="0" y="34"/>
                </a:cubicBezTo>
                <a:cubicBezTo>
                  <a:pt x="2" y="51"/>
                  <a:pt x="14" y="72"/>
                  <a:pt x="52" y="98"/>
                </a:cubicBezTo>
                <a:cubicBezTo>
                  <a:pt x="89" y="72"/>
                  <a:pt x="102" y="51"/>
                  <a:pt x="103" y="34"/>
                </a:cubicBezTo>
                <a:cubicBezTo>
                  <a:pt x="103" y="28"/>
                  <a:pt x="103" y="28"/>
                  <a:pt x="103" y="28"/>
                </a:cubicBezTo>
                <a:cubicBezTo>
                  <a:pt x="102" y="11"/>
                  <a:pt x="90" y="2"/>
                  <a:pt x="80" y="1"/>
                </a:cubicBezTo>
                <a:close/>
                <a:moveTo>
                  <a:pt x="92" y="34"/>
                </a:moveTo>
                <a:cubicBezTo>
                  <a:pt x="90" y="49"/>
                  <a:pt x="77" y="65"/>
                  <a:pt x="52" y="84"/>
                </a:cubicBezTo>
                <a:cubicBezTo>
                  <a:pt x="26" y="65"/>
                  <a:pt x="13" y="49"/>
                  <a:pt x="12" y="34"/>
                </a:cubicBezTo>
                <a:cubicBezTo>
                  <a:pt x="12" y="29"/>
                  <a:pt x="12" y="29"/>
                  <a:pt x="12" y="29"/>
                </a:cubicBezTo>
                <a:cubicBezTo>
                  <a:pt x="13" y="17"/>
                  <a:pt x="20" y="12"/>
                  <a:pt x="25" y="12"/>
                </a:cubicBezTo>
                <a:cubicBezTo>
                  <a:pt x="26" y="12"/>
                  <a:pt x="27" y="12"/>
                  <a:pt x="28" y="12"/>
                </a:cubicBezTo>
                <a:cubicBezTo>
                  <a:pt x="35" y="12"/>
                  <a:pt x="38" y="14"/>
                  <a:pt x="43" y="20"/>
                </a:cubicBezTo>
                <a:cubicBezTo>
                  <a:pt x="52" y="30"/>
                  <a:pt x="52" y="30"/>
                  <a:pt x="52" y="30"/>
                </a:cubicBezTo>
                <a:cubicBezTo>
                  <a:pt x="60" y="20"/>
                  <a:pt x="60" y="20"/>
                  <a:pt x="60" y="20"/>
                </a:cubicBezTo>
                <a:cubicBezTo>
                  <a:pt x="66" y="14"/>
                  <a:pt x="69" y="12"/>
                  <a:pt x="75" y="12"/>
                </a:cubicBezTo>
                <a:cubicBezTo>
                  <a:pt x="76" y="12"/>
                  <a:pt x="78" y="12"/>
                  <a:pt x="79" y="12"/>
                </a:cubicBezTo>
                <a:cubicBezTo>
                  <a:pt x="83" y="12"/>
                  <a:pt x="91" y="17"/>
                  <a:pt x="92" y="29"/>
                </a:cubicBezTo>
                <a:lnTo>
                  <a:pt x="92" y="3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216" name="Group 280" descr=""/>
          <p:cNvPicPr/>
          <p:nvPr/>
        </p:nvPicPr>
        <p:blipFill>
          <a:blip r:embed="rId10"/>
          <a:stretch/>
        </p:blipFill>
        <p:spPr>
          <a:xfrm>
            <a:off x="2639880" y="1805040"/>
            <a:ext cx="298440" cy="298440"/>
          </a:xfrm>
          <a:prstGeom prst="rect">
            <a:avLst/>
          </a:prstGeom>
          <a:ln w="0">
            <a:noFill/>
          </a:ln>
        </p:spPr>
      </p:pic>
      <p:sp>
        <p:nvSpPr>
          <p:cNvPr id="2217" name="Freeform 45"/>
          <p:cNvSpPr/>
          <p:nvPr/>
        </p:nvSpPr>
        <p:spPr>
          <a:xfrm>
            <a:off x="3830760" y="1841400"/>
            <a:ext cx="296640" cy="262080"/>
          </a:xfrm>
          <a:custGeom>
            <a:avLst/>
            <a:gdLst/>
            <a:ahLst/>
            <a:rect l="l" t="t" r="r" b="b"/>
            <a:pathLst>
              <a:path w="187" h="165">
                <a:moveTo>
                  <a:pt x="187" y="36"/>
                </a:moveTo>
                <a:lnTo>
                  <a:pt x="187" y="0"/>
                </a:lnTo>
                <a:lnTo>
                  <a:pt x="151" y="0"/>
                </a:lnTo>
                <a:lnTo>
                  <a:pt x="151" y="12"/>
                </a:lnTo>
                <a:lnTo>
                  <a:pt x="34" y="12"/>
                </a:lnTo>
                <a:lnTo>
                  <a:pt x="34" y="0"/>
                </a:lnTo>
                <a:lnTo>
                  <a:pt x="0" y="0"/>
                </a:lnTo>
                <a:lnTo>
                  <a:pt x="0" y="36"/>
                </a:lnTo>
                <a:lnTo>
                  <a:pt x="11" y="36"/>
                </a:lnTo>
                <a:lnTo>
                  <a:pt x="11" y="129"/>
                </a:lnTo>
                <a:lnTo>
                  <a:pt x="0" y="129"/>
                </a:lnTo>
                <a:lnTo>
                  <a:pt x="0" y="165"/>
                </a:lnTo>
                <a:lnTo>
                  <a:pt x="34" y="165"/>
                </a:lnTo>
                <a:lnTo>
                  <a:pt x="34" y="152"/>
                </a:lnTo>
                <a:lnTo>
                  <a:pt x="151" y="152"/>
                </a:lnTo>
                <a:lnTo>
                  <a:pt x="151" y="165"/>
                </a:lnTo>
                <a:lnTo>
                  <a:pt x="187" y="165"/>
                </a:lnTo>
                <a:lnTo>
                  <a:pt x="187" y="129"/>
                </a:lnTo>
                <a:lnTo>
                  <a:pt x="175" y="129"/>
                </a:lnTo>
                <a:lnTo>
                  <a:pt x="175" y="36"/>
                </a:lnTo>
                <a:lnTo>
                  <a:pt x="187" y="36"/>
                </a:lnTo>
                <a:close/>
                <a:moveTo>
                  <a:pt x="162" y="12"/>
                </a:moveTo>
                <a:lnTo>
                  <a:pt x="175" y="12"/>
                </a:lnTo>
                <a:lnTo>
                  <a:pt x="175" y="24"/>
                </a:lnTo>
                <a:lnTo>
                  <a:pt x="162" y="24"/>
                </a:lnTo>
                <a:lnTo>
                  <a:pt x="162" y="12"/>
                </a:lnTo>
                <a:close/>
                <a:moveTo>
                  <a:pt x="11" y="12"/>
                </a:moveTo>
                <a:lnTo>
                  <a:pt x="22" y="12"/>
                </a:lnTo>
                <a:lnTo>
                  <a:pt x="22" y="24"/>
                </a:lnTo>
                <a:lnTo>
                  <a:pt x="11" y="24"/>
                </a:lnTo>
                <a:lnTo>
                  <a:pt x="11" y="12"/>
                </a:lnTo>
                <a:close/>
                <a:moveTo>
                  <a:pt x="11" y="152"/>
                </a:moveTo>
                <a:lnTo>
                  <a:pt x="11" y="141"/>
                </a:lnTo>
                <a:lnTo>
                  <a:pt x="22" y="141"/>
                </a:lnTo>
                <a:lnTo>
                  <a:pt x="22" y="152"/>
                </a:lnTo>
                <a:lnTo>
                  <a:pt x="11" y="152"/>
                </a:lnTo>
                <a:close/>
                <a:moveTo>
                  <a:pt x="175" y="152"/>
                </a:moveTo>
                <a:lnTo>
                  <a:pt x="162" y="152"/>
                </a:lnTo>
                <a:lnTo>
                  <a:pt x="162" y="141"/>
                </a:lnTo>
                <a:lnTo>
                  <a:pt x="175" y="141"/>
                </a:lnTo>
                <a:lnTo>
                  <a:pt x="175" y="152"/>
                </a:lnTo>
                <a:close/>
                <a:moveTo>
                  <a:pt x="162" y="129"/>
                </a:moveTo>
                <a:lnTo>
                  <a:pt x="151" y="129"/>
                </a:lnTo>
                <a:lnTo>
                  <a:pt x="151" y="141"/>
                </a:lnTo>
                <a:lnTo>
                  <a:pt x="34" y="141"/>
                </a:lnTo>
                <a:lnTo>
                  <a:pt x="34" y="129"/>
                </a:lnTo>
                <a:lnTo>
                  <a:pt x="22" y="129"/>
                </a:lnTo>
                <a:lnTo>
                  <a:pt x="22" y="36"/>
                </a:lnTo>
                <a:lnTo>
                  <a:pt x="34" y="36"/>
                </a:lnTo>
                <a:lnTo>
                  <a:pt x="34" y="24"/>
                </a:lnTo>
                <a:lnTo>
                  <a:pt x="151" y="24"/>
                </a:lnTo>
                <a:lnTo>
                  <a:pt x="151" y="36"/>
                </a:lnTo>
                <a:lnTo>
                  <a:pt x="162" y="36"/>
                </a:lnTo>
                <a:lnTo>
                  <a:pt x="162" y="12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218" name="Group 282" descr=""/>
          <p:cNvPicPr/>
          <p:nvPr/>
        </p:nvPicPr>
        <p:blipFill>
          <a:blip r:embed="rId11"/>
          <a:stretch/>
        </p:blipFill>
        <p:spPr>
          <a:xfrm>
            <a:off x="4425840" y="1841400"/>
            <a:ext cx="292320" cy="262080"/>
          </a:xfrm>
          <a:prstGeom prst="rect">
            <a:avLst/>
          </a:prstGeom>
          <a:ln w="0">
            <a:noFill/>
          </a:ln>
        </p:spPr>
      </p:pic>
      <p:sp>
        <p:nvSpPr>
          <p:cNvPr id="2219" name="Freeform 54"/>
          <p:cNvSpPr/>
          <p:nvPr/>
        </p:nvSpPr>
        <p:spPr>
          <a:xfrm>
            <a:off x="5613480" y="1806480"/>
            <a:ext cx="258840" cy="276480"/>
          </a:xfrm>
          <a:custGeom>
            <a:avLst/>
            <a:gdLst/>
            <a:ahLst/>
            <a:rect l="l" t="t" r="r" b="b"/>
            <a:pathLst>
              <a:path w="163" h="174">
                <a:moveTo>
                  <a:pt x="116" y="58"/>
                </a:moveTo>
                <a:lnTo>
                  <a:pt x="116" y="0"/>
                </a:lnTo>
                <a:lnTo>
                  <a:pt x="0" y="0"/>
                </a:lnTo>
                <a:lnTo>
                  <a:pt x="0" y="116"/>
                </a:lnTo>
                <a:lnTo>
                  <a:pt x="47" y="116"/>
                </a:lnTo>
                <a:lnTo>
                  <a:pt x="47" y="174"/>
                </a:lnTo>
                <a:lnTo>
                  <a:pt x="163" y="174"/>
                </a:lnTo>
                <a:lnTo>
                  <a:pt x="163" y="58"/>
                </a:lnTo>
                <a:lnTo>
                  <a:pt x="116" y="58"/>
                </a:lnTo>
                <a:close/>
                <a:moveTo>
                  <a:pt x="151" y="163"/>
                </a:moveTo>
                <a:lnTo>
                  <a:pt x="58" y="163"/>
                </a:lnTo>
                <a:lnTo>
                  <a:pt x="58" y="116"/>
                </a:lnTo>
                <a:lnTo>
                  <a:pt x="116" y="116"/>
                </a:lnTo>
                <a:lnTo>
                  <a:pt x="116" y="69"/>
                </a:lnTo>
                <a:lnTo>
                  <a:pt x="151" y="69"/>
                </a:lnTo>
                <a:lnTo>
                  <a:pt x="151" y="16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20" name="Freeform 55"/>
          <p:cNvSpPr/>
          <p:nvPr/>
        </p:nvSpPr>
        <p:spPr>
          <a:xfrm>
            <a:off x="5016600" y="1806480"/>
            <a:ext cx="261720" cy="258840"/>
          </a:xfrm>
          <a:custGeom>
            <a:avLst/>
            <a:gdLst/>
            <a:ahLst/>
            <a:rect l="l" t="t" r="r" b="b"/>
            <a:pathLst>
              <a:path w="165" h="163">
                <a:moveTo>
                  <a:pt x="118" y="46"/>
                </a:moveTo>
                <a:lnTo>
                  <a:pt x="118" y="0"/>
                </a:lnTo>
                <a:lnTo>
                  <a:pt x="0" y="0"/>
                </a:lnTo>
                <a:lnTo>
                  <a:pt x="0" y="116"/>
                </a:lnTo>
                <a:lnTo>
                  <a:pt x="47" y="116"/>
                </a:lnTo>
                <a:lnTo>
                  <a:pt x="47" y="163"/>
                </a:lnTo>
                <a:lnTo>
                  <a:pt x="165" y="163"/>
                </a:lnTo>
                <a:lnTo>
                  <a:pt x="165" y="46"/>
                </a:lnTo>
                <a:lnTo>
                  <a:pt x="118" y="46"/>
                </a:lnTo>
                <a:close/>
                <a:moveTo>
                  <a:pt x="153" y="151"/>
                </a:moveTo>
                <a:lnTo>
                  <a:pt x="60" y="151"/>
                </a:lnTo>
                <a:lnTo>
                  <a:pt x="60" y="58"/>
                </a:lnTo>
                <a:lnTo>
                  <a:pt x="153" y="58"/>
                </a:lnTo>
                <a:lnTo>
                  <a:pt x="153" y="15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221" name="Group 281" descr=""/>
          <p:cNvPicPr/>
          <p:nvPr/>
        </p:nvPicPr>
        <p:blipFill>
          <a:blip r:embed="rId12"/>
          <a:stretch/>
        </p:blipFill>
        <p:spPr>
          <a:xfrm>
            <a:off x="3230640" y="1805040"/>
            <a:ext cx="261720" cy="298440"/>
          </a:xfrm>
          <a:prstGeom prst="rect">
            <a:avLst/>
          </a:prstGeom>
          <a:ln w="0">
            <a:noFill/>
          </a:ln>
        </p:spPr>
      </p:pic>
      <p:pic>
        <p:nvPicPr>
          <p:cNvPr id="2222" name="Group 279" descr=""/>
          <p:cNvPicPr/>
          <p:nvPr/>
        </p:nvPicPr>
        <p:blipFill>
          <a:blip r:embed="rId13"/>
          <a:stretch/>
        </p:blipFill>
        <p:spPr>
          <a:xfrm>
            <a:off x="2048040" y="1828800"/>
            <a:ext cx="287280" cy="274680"/>
          </a:xfrm>
          <a:prstGeom prst="rect">
            <a:avLst/>
          </a:prstGeom>
          <a:ln w="0">
            <a:noFill/>
          </a:ln>
        </p:spPr>
      </p:pic>
      <p:sp>
        <p:nvSpPr>
          <p:cNvPr id="2223" name="Freeform 60"/>
          <p:cNvSpPr/>
          <p:nvPr/>
        </p:nvSpPr>
        <p:spPr>
          <a:xfrm>
            <a:off x="7392960" y="1806480"/>
            <a:ext cx="300240" cy="297000"/>
          </a:xfrm>
          <a:custGeom>
            <a:avLst/>
            <a:gdLst/>
            <a:ahLst/>
            <a:rect l="l" t="t" r="r" b="b"/>
            <a:pathLst>
              <a:path w="117" h="116">
                <a:moveTo>
                  <a:pt x="101" y="47"/>
                </a:moveTo>
                <a:cubicBezTo>
                  <a:pt x="65" y="83"/>
                  <a:pt x="65" y="83"/>
                  <a:pt x="65" y="83"/>
                </a:cubicBezTo>
                <a:cubicBezTo>
                  <a:pt x="56" y="91"/>
                  <a:pt x="42" y="91"/>
                  <a:pt x="34" y="83"/>
                </a:cubicBezTo>
                <a:cubicBezTo>
                  <a:pt x="25" y="74"/>
                  <a:pt x="25" y="60"/>
                  <a:pt x="34" y="51"/>
                </a:cubicBezTo>
                <a:cubicBezTo>
                  <a:pt x="69" y="15"/>
                  <a:pt x="69" y="15"/>
                  <a:pt x="69" y="15"/>
                </a:cubicBezTo>
                <a:cubicBezTo>
                  <a:pt x="53" y="0"/>
                  <a:pt x="53" y="0"/>
                  <a:pt x="53" y="0"/>
                </a:cubicBezTo>
                <a:cubicBezTo>
                  <a:pt x="18" y="35"/>
                  <a:pt x="18" y="35"/>
                  <a:pt x="18" y="35"/>
                </a:cubicBezTo>
                <a:cubicBezTo>
                  <a:pt x="0" y="53"/>
                  <a:pt x="0" y="81"/>
                  <a:pt x="18" y="98"/>
                </a:cubicBezTo>
                <a:cubicBezTo>
                  <a:pt x="35" y="116"/>
                  <a:pt x="64" y="116"/>
                  <a:pt x="81" y="98"/>
                </a:cubicBezTo>
                <a:cubicBezTo>
                  <a:pt x="117" y="63"/>
                  <a:pt x="117" y="63"/>
                  <a:pt x="117" y="63"/>
                </a:cubicBezTo>
                <a:lnTo>
                  <a:pt x="101" y="47"/>
                </a:lnTo>
                <a:close/>
                <a:moveTo>
                  <a:pt x="53" y="8"/>
                </a:moveTo>
                <a:cubicBezTo>
                  <a:pt x="61" y="15"/>
                  <a:pt x="61" y="15"/>
                  <a:pt x="61" y="15"/>
                </a:cubicBezTo>
                <a:cubicBezTo>
                  <a:pt x="49" y="27"/>
                  <a:pt x="49" y="27"/>
                  <a:pt x="49" y="27"/>
                </a:cubicBezTo>
                <a:cubicBezTo>
                  <a:pt x="41" y="19"/>
                  <a:pt x="41" y="19"/>
                  <a:pt x="41" y="19"/>
                </a:cubicBezTo>
                <a:lnTo>
                  <a:pt x="53" y="8"/>
                </a:lnTo>
                <a:close/>
                <a:moveTo>
                  <a:pt x="89" y="67"/>
                </a:moveTo>
                <a:cubicBezTo>
                  <a:pt x="101" y="55"/>
                  <a:pt x="101" y="55"/>
                  <a:pt x="101" y="55"/>
                </a:cubicBezTo>
                <a:cubicBezTo>
                  <a:pt x="109" y="63"/>
                  <a:pt x="109" y="63"/>
                  <a:pt x="109" y="63"/>
                </a:cubicBezTo>
                <a:cubicBezTo>
                  <a:pt x="97" y="75"/>
                  <a:pt x="97" y="75"/>
                  <a:pt x="97" y="75"/>
                </a:cubicBezTo>
                <a:lnTo>
                  <a:pt x="89" y="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224" name="Group 283" descr=""/>
          <p:cNvPicPr/>
          <p:nvPr/>
        </p:nvPicPr>
        <p:blipFill>
          <a:blip r:embed="rId14"/>
          <a:stretch/>
        </p:blipFill>
        <p:spPr>
          <a:xfrm>
            <a:off x="6205680" y="1859040"/>
            <a:ext cx="298440" cy="244440"/>
          </a:xfrm>
          <a:prstGeom prst="rect">
            <a:avLst/>
          </a:prstGeom>
          <a:ln w="0">
            <a:noFill/>
          </a:ln>
        </p:spPr>
      </p:pic>
      <p:sp>
        <p:nvSpPr>
          <p:cNvPr id="2225" name="Freeform 64"/>
          <p:cNvSpPr/>
          <p:nvPr/>
        </p:nvSpPr>
        <p:spPr>
          <a:xfrm>
            <a:off x="6800760" y="1824120"/>
            <a:ext cx="295200" cy="279360"/>
          </a:xfrm>
          <a:custGeom>
            <a:avLst/>
            <a:gdLst/>
            <a:ahLst/>
            <a:rect l="l" t="t" r="r" b="b"/>
            <a:pathLst>
              <a:path w="116" h="109">
                <a:moveTo>
                  <a:pt x="65" y="0"/>
                </a:moveTo>
                <a:cubicBezTo>
                  <a:pt x="22" y="0"/>
                  <a:pt x="0" y="43"/>
                  <a:pt x="0" y="72"/>
                </a:cubicBezTo>
                <a:cubicBezTo>
                  <a:pt x="0" y="80"/>
                  <a:pt x="15" y="94"/>
                  <a:pt x="22" y="72"/>
                </a:cubicBezTo>
                <a:cubicBezTo>
                  <a:pt x="25" y="63"/>
                  <a:pt x="44" y="65"/>
                  <a:pt x="44" y="80"/>
                </a:cubicBezTo>
                <a:cubicBezTo>
                  <a:pt x="44" y="96"/>
                  <a:pt x="51" y="109"/>
                  <a:pt x="65" y="109"/>
                </a:cubicBezTo>
                <a:cubicBezTo>
                  <a:pt x="109" y="109"/>
                  <a:pt x="116" y="72"/>
                  <a:pt x="116" y="51"/>
                </a:cubicBezTo>
                <a:cubicBezTo>
                  <a:pt x="116" y="29"/>
                  <a:pt x="109" y="0"/>
                  <a:pt x="65" y="0"/>
                </a:cubicBezTo>
                <a:close/>
                <a:moveTo>
                  <a:pt x="29" y="52"/>
                </a:moveTo>
                <a:cubicBezTo>
                  <a:pt x="24" y="52"/>
                  <a:pt x="20" y="48"/>
                  <a:pt x="20" y="43"/>
                </a:cubicBezTo>
                <a:cubicBezTo>
                  <a:pt x="20" y="38"/>
                  <a:pt x="24" y="34"/>
                  <a:pt x="29" y="34"/>
                </a:cubicBezTo>
                <a:cubicBezTo>
                  <a:pt x="34" y="34"/>
                  <a:pt x="38" y="38"/>
                  <a:pt x="38" y="43"/>
                </a:cubicBezTo>
                <a:cubicBezTo>
                  <a:pt x="38" y="48"/>
                  <a:pt x="34" y="52"/>
                  <a:pt x="29" y="52"/>
                </a:cubicBezTo>
                <a:close/>
                <a:moveTo>
                  <a:pt x="45" y="25"/>
                </a:moveTo>
                <a:cubicBezTo>
                  <a:pt x="45" y="20"/>
                  <a:pt x="50" y="16"/>
                  <a:pt x="55" y="16"/>
                </a:cubicBezTo>
                <a:cubicBezTo>
                  <a:pt x="60" y="16"/>
                  <a:pt x="64" y="20"/>
                  <a:pt x="64" y="25"/>
                </a:cubicBezTo>
                <a:cubicBezTo>
                  <a:pt x="64" y="30"/>
                  <a:pt x="60" y="34"/>
                  <a:pt x="55" y="34"/>
                </a:cubicBezTo>
                <a:cubicBezTo>
                  <a:pt x="50" y="34"/>
                  <a:pt x="45" y="30"/>
                  <a:pt x="45" y="25"/>
                </a:cubicBezTo>
                <a:close/>
                <a:moveTo>
                  <a:pt x="69" y="89"/>
                </a:moveTo>
                <a:cubicBezTo>
                  <a:pt x="62" y="89"/>
                  <a:pt x="56" y="83"/>
                  <a:pt x="56" y="76"/>
                </a:cubicBezTo>
                <a:cubicBezTo>
                  <a:pt x="56" y="69"/>
                  <a:pt x="62" y="63"/>
                  <a:pt x="69" y="63"/>
                </a:cubicBezTo>
                <a:cubicBezTo>
                  <a:pt x="76" y="63"/>
                  <a:pt x="82" y="69"/>
                  <a:pt x="82" y="76"/>
                </a:cubicBezTo>
                <a:cubicBezTo>
                  <a:pt x="82" y="83"/>
                  <a:pt x="76" y="89"/>
                  <a:pt x="69" y="89"/>
                </a:cubicBezTo>
                <a:close/>
                <a:moveTo>
                  <a:pt x="91" y="67"/>
                </a:moveTo>
                <a:cubicBezTo>
                  <a:pt x="88" y="67"/>
                  <a:pt x="85" y="65"/>
                  <a:pt x="85" y="62"/>
                </a:cubicBezTo>
                <a:cubicBezTo>
                  <a:pt x="85" y="59"/>
                  <a:pt x="88" y="56"/>
                  <a:pt x="91" y="56"/>
                </a:cubicBezTo>
                <a:cubicBezTo>
                  <a:pt x="94" y="56"/>
                  <a:pt x="96" y="59"/>
                  <a:pt x="96" y="62"/>
                </a:cubicBezTo>
                <a:cubicBezTo>
                  <a:pt x="96" y="65"/>
                  <a:pt x="94" y="67"/>
                  <a:pt x="91" y="67"/>
                </a:cubicBezTo>
                <a:close/>
                <a:moveTo>
                  <a:pt x="84" y="45"/>
                </a:moveTo>
                <a:cubicBezTo>
                  <a:pt x="77" y="45"/>
                  <a:pt x="71" y="40"/>
                  <a:pt x="71" y="33"/>
                </a:cubicBezTo>
                <a:cubicBezTo>
                  <a:pt x="71" y="26"/>
                  <a:pt x="77" y="20"/>
                  <a:pt x="84" y="20"/>
                </a:cubicBezTo>
                <a:cubicBezTo>
                  <a:pt x="91" y="20"/>
                  <a:pt x="96" y="26"/>
                  <a:pt x="96" y="33"/>
                </a:cubicBezTo>
                <a:cubicBezTo>
                  <a:pt x="96" y="40"/>
                  <a:pt x="91" y="45"/>
                  <a:pt x="84" y="4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226" name="Group 284" descr=""/>
          <p:cNvPicPr/>
          <p:nvPr/>
        </p:nvPicPr>
        <p:blipFill>
          <a:blip r:embed="rId15"/>
          <a:stretch/>
        </p:blipFill>
        <p:spPr>
          <a:xfrm>
            <a:off x="8583480" y="1822320"/>
            <a:ext cx="298440" cy="281160"/>
          </a:xfrm>
          <a:prstGeom prst="rect">
            <a:avLst/>
          </a:prstGeom>
          <a:ln w="0">
            <a:noFill/>
          </a:ln>
        </p:spPr>
      </p:pic>
      <p:pic>
        <p:nvPicPr>
          <p:cNvPr id="2227" name="Group 294" descr=""/>
          <p:cNvPicPr/>
          <p:nvPr/>
        </p:nvPicPr>
        <p:blipFill>
          <a:blip r:embed="rId16"/>
          <a:stretch/>
        </p:blipFill>
        <p:spPr>
          <a:xfrm>
            <a:off x="2639880" y="2401920"/>
            <a:ext cx="255600" cy="291960"/>
          </a:xfrm>
          <a:prstGeom prst="rect">
            <a:avLst/>
          </a:prstGeom>
          <a:ln w="0">
            <a:noFill/>
          </a:ln>
        </p:spPr>
      </p:pic>
      <p:sp>
        <p:nvSpPr>
          <p:cNvPr id="2228" name="Freeform 70"/>
          <p:cNvSpPr/>
          <p:nvPr/>
        </p:nvSpPr>
        <p:spPr>
          <a:xfrm>
            <a:off x="263520" y="2400480"/>
            <a:ext cx="279360" cy="291960"/>
          </a:xfrm>
          <a:custGeom>
            <a:avLst/>
            <a:gdLst/>
            <a:ahLst/>
            <a:rect l="l" t="t" r="r" b="b"/>
            <a:pathLst>
              <a:path w="109" h="114">
                <a:moveTo>
                  <a:pt x="53" y="114"/>
                </a:moveTo>
                <a:cubicBezTo>
                  <a:pt x="45" y="114"/>
                  <a:pt x="37" y="113"/>
                  <a:pt x="30" y="110"/>
                </a:cubicBezTo>
                <a:cubicBezTo>
                  <a:pt x="24" y="108"/>
                  <a:pt x="18" y="104"/>
                  <a:pt x="14" y="100"/>
                </a:cubicBezTo>
                <a:cubicBezTo>
                  <a:pt x="9" y="96"/>
                  <a:pt x="6" y="90"/>
                  <a:pt x="3" y="84"/>
                </a:cubicBezTo>
                <a:cubicBezTo>
                  <a:pt x="1" y="77"/>
                  <a:pt x="0" y="70"/>
                  <a:pt x="0" y="61"/>
                </a:cubicBezTo>
                <a:cubicBezTo>
                  <a:pt x="0" y="56"/>
                  <a:pt x="0" y="50"/>
                  <a:pt x="2" y="45"/>
                </a:cubicBezTo>
                <a:cubicBezTo>
                  <a:pt x="3" y="39"/>
                  <a:pt x="5" y="34"/>
                  <a:pt x="7" y="30"/>
                </a:cubicBezTo>
                <a:cubicBezTo>
                  <a:pt x="10" y="25"/>
                  <a:pt x="12" y="21"/>
                  <a:pt x="16" y="18"/>
                </a:cubicBezTo>
                <a:cubicBezTo>
                  <a:pt x="19" y="14"/>
                  <a:pt x="23" y="11"/>
                  <a:pt x="28" y="8"/>
                </a:cubicBezTo>
                <a:cubicBezTo>
                  <a:pt x="32" y="5"/>
                  <a:pt x="37" y="3"/>
                  <a:pt x="42" y="2"/>
                </a:cubicBezTo>
                <a:cubicBezTo>
                  <a:pt x="47" y="1"/>
                  <a:pt x="53" y="0"/>
                  <a:pt x="59" y="0"/>
                </a:cubicBezTo>
                <a:cubicBezTo>
                  <a:pt x="66" y="0"/>
                  <a:pt x="73" y="1"/>
                  <a:pt x="79" y="3"/>
                </a:cubicBezTo>
                <a:cubicBezTo>
                  <a:pt x="85" y="6"/>
                  <a:pt x="91" y="9"/>
                  <a:pt x="95" y="13"/>
                </a:cubicBezTo>
                <a:cubicBezTo>
                  <a:pt x="99" y="18"/>
                  <a:pt x="103" y="23"/>
                  <a:pt x="105" y="29"/>
                </a:cubicBezTo>
                <a:cubicBezTo>
                  <a:pt x="108" y="35"/>
                  <a:pt x="109" y="43"/>
                  <a:pt x="109" y="50"/>
                </a:cubicBezTo>
                <a:cubicBezTo>
                  <a:pt x="109" y="55"/>
                  <a:pt x="109" y="59"/>
                  <a:pt x="108" y="64"/>
                </a:cubicBezTo>
                <a:cubicBezTo>
                  <a:pt x="107" y="68"/>
                  <a:pt x="105" y="72"/>
                  <a:pt x="103" y="75"/>
                </a:cubicBezTo>
                <a:cubicBezTo>
                  <a:pt x="101" y="78"/>
                  <a:pt x="98" y="81"/>
                  <a:pt x="95" y="83"/>
                </a:cubicBezTo>
                <a:cubicBezTo>
                  <a:pt x="92" y="85"/>
                  <a:pt x="89" y="86"/>
                  <a:pt x="85" y="86"/>
                </a:cubicBezTo>
                <a:cubicBezTo>
                  <a:pt x="83" y="86"/>
                  <a:pt x="82" y="86"/>
                  <a:pt x="80" y="85"/>
                </a:cubicBezTo>
                <a:cubicBezTo>
                  <a:pt x="79" y="85"/>
                  <a:pt x="77" y="84"/>
                  <a:pt x="76" y="83"/>
                </a:cubicBezTo>
                <a:cubicBezTo>
                  <a:pt x="75" y="83"/>
                  <a:pt x="74" y="82"/>
                  <a:pt x="73" y="81"/>
                </a:cubicBezTo>
                <a:cubicBezTo>
                  <a:pt x="72" y="80"/>
                  <a:pt x="72" y="79"/>
                  <a:pt x="71" y="78"/>
                </a:cubicBezTo>
                <a:cubicBezTo>
                  <a:pt x="71" y="76"/>
                  <a:pt x="71" y="76"/>
                  <a:pt x="71" y="76"/>
                </a:cubicBezTo>
                <a:cubicBezTo>
                  <a:pt x="68" y="76"/>
                  <a:pt x="68" y="76"/>
                  <a:pt x="68" y="76"/>
                </a:cubicBezTo>
                <a:cubicBezTo>
                  <a:pt x="66" y="77"/>
                  <a:pt x="66" y="77"/>
                  <a:pt x="66" y="77"/>
                </a:cubicBezTo>
                <a:cubicBezTo>
                  <a:pt x="65" y="78"/>
                  <a:pt x="64" y="80"/>
                  <a:pt x="63" y="81"/>
                </a:cubicBezTo>
                <a:cubicBezTo>
                  <a:pt x="62" y="82"/>
                  <a:pt x="61" y="82"/>
                  <a:pt x="60" y="83"/>
                </a:cubicBezTo>
                <a:cubicBezTo>
                  <a:pt x="58" y="84"/>
                  <a:pt x="57" y="85"/>
                  <a:pt x="55" y="85"/>
                </a:cubicBezTo>
                <a:cubicBezTo>
                  <a:pt x="54" y="86"/>
                  <a:pt x="52" y="86"/>
                  <a:pt x="50" y="86"/>
                </a:cubicBezTo>
                <a:cubicBezTo>
                  <a:pt x="46" y="86"/>
                  <a:pt x="43" y="85"/>
                  <a:pt x="40" y="84"/>
                </a:cubicBezTo>
                <a:cubicBezTo>
                  <a:pt x="37" y="83"/>
                  <a:pt x="35" y="81"/>
                  <a:pt x="33" y="79"/>
                </a:cubicBezTo>
                <a:cubicBezTo>
                  <a:pt x="31" y="76"/>
                  <a:pt x="30" y="74"/>
                  <a:pt x="29" y="70"/>
                </a:cubicBezTo>
                <a:cubicBezTo>
                  <a:pt x="28" y="67"/>
                  <a:pt x="27" y="63"/>
                  <a:pt x="27" y="59"/>
                </a:cubicBezTo>
                <a:cubicBezTo>
                  <a:pt x="27" y="55"/>
                  <a:pt x="28" y="50"/>
                  <a:pt x="29" y="46"/>
                </a:cubicBezTo>
                <a:cubicBezTo>
                  <a:pt x="31" y="42"/>
                  <a:pt x="33" y="39"/>
                  <a:pt x="35" y="36"/>
                </a:cubicBezTo>
                <a:cubicBezTo>
                  <a:pt x="38" y="34"/>
                  <a:pt x="41" y="31"/>
                  <a:pt x="45" y="30"/>
                </a:cubicBezTo>
                <a:cubicBezTo>
                  <a:pt x="48" y="28"/>
                  <a:pt x="53" y="28"/>
                  <a:pt x="57" y="28"/>
                </a:cubicBezTo>
                <a:cubicBezTo>
                  <a:pt x="59" y="28"/>
                  <a:pt x="62" y="28"/>
                  <a:pt x="64" y="28"/>
                </a:cubicBezTo>
                <a:cubicBezTo>
                  <a:pt x="66" y="28"/>
                  <a:pt x="68" y="28"/>
                  <a:pt x="70" y="29"/>
                </a:cubicBezTo>
                <a:cubicBezTo>
                  <a:pt x="72" y="29"/>
                  <a:pt x="74" y="30"/>
                  <a:pt x="76" y="30"/>
                </a:cubicBezTo>
                <a:cubicBezTo>
                  <a:pt x="77" y="30"/>
                  <a:pt x="78" y="31"/>
                  <a:pt x="79" y="31"/>
                </a:cubicBezTo>
                <a:cubicBezTo>
                  <a:pt x="78" y="60"/>
                  <a:pt x="78" y="60"/>
                  <a:pt x="78" y="60"/>
                </a:cubicBezTo>
                <a:cubicBezTo>
                  <a:pt x="78" y="61"/>
                  <a:pt x="78" y="62"/>
                  <a:pt x="78" y="63"/>
                </a:cubicBezTo>
                <a:cubicBezTo>
                  <a:pt x="78" y="65"/>
                  <a:pt x="78" y="65"/>
                  <a:pt x="78" y="65"/>
                </a:cubicBezTo>
                <a:cubicBezTo>
                  <a:pt x="78" y="67"/>
                  <a:pt x="78" y="69"/>
                  <a:pt x="78" y="70"/>
                </a:cubicBezTo>
                <a:cubicBezTo>
                  <a:pt x="79" y="72"/>
                  <a:pt x="79" y="73"/>
                  <a:pt x="80" y="74"/>
                </a:cubicBezTo>
                <a:cubicBezTo>
                  <a:pt x="80" y="75"/>
                  <a:pt x="81" y="76"/>
                  <a:pt x="83" y="77"/>
                </a:cubicBezTo>
                <a:cubicBezTo>
                  <a:pt x="83" y="77"/>
                  <a:pt x="84" y="77"/>
                  <a:pt x="86" y="77"/>
                </a:cubicBezTo>
                <a:cubicBezTo>
                  <a:pt x="88" y="77"/>
                  <a:pt x="90" y="76"/>
                  <a:pt x="92" y="75"/>
                </a:cubicBezTo>
                <a:cubicBezTo>
                  <a:pt x="93" y="73"/>
                  <a:pt x="94" y="71"/>
                  <a:pt x="95" y="68"/>
                </a:cubicBezTo>
                <a:cubicBezTo>
                  <a:pt x="96" y="66"/>
                  <a:pt x="97" y="63"/>
                  <a:pt x="97" y="60"/>
                </a:cubicBezTo>
                <a:cubicBezTo>
                  <a:pt x="98" y="57"/>
                  <a:pt x="98" y="54"/>
                  <a:pt x="98" y="50"/>
                </a:cubicBezTo>
                <a:cubicBezTo>
                  <a:pt x="98" y="44"/>
                  <a:pt x="97" y="38"/>
                  <a:pt x="95" y="33"/>
                </a:cubicBezTo>
                <a:cubicBezTo>
                  <a:pt x="93" y="28"/>
                  <a:pt x="90" y="23"/>
                  <a:pt x="87" y="20"/>
                </a:cubicBezTo>
                <a:cubicBezTo>
                  <a:pt x="83" y="16"/>
                  <a:pt x="79" y="13"/>
                  <a:pt x="74" y="12"/>
                </a:cubicBezTo>
                <a:cubicBezTo>
                  <a:pt x="70" y="10"/>
                  <a:pt x="64" y="9"/>
                  <a:pt x="59" y="9"/>
                </a:cubicBezTo>
                <a:cubicBezTo>
                  <a:pt x="51" y="9"/>
                  <a:pt x="44" y="10"/>
                  <a:pt x="38" y="13"/>
                </a:cubicBezTo>
                <a:cubicBezTo>
                  <a:pt x="32" y="15"/>
                  <a:pt x="27" y="19"/>
                  <a:pt x="23" y="24"/>
                </a:cubicBezTo>
                <a:cubicBezTo>
                  <a:pt x="19" y="28"/>
                  <a:pt x="16" y="34"/>
                  <a:pt x="14" y="40"/>
                </a:cubicBezTo>
                <a:cubicBezTo>
                  <a:pt x="12" y="46"/>
                  <a:pt x="11" y="53"/>
                  <a:pt x="11" y="61"/>
                </a:cubicBezTo>
                <a:cubicBezTo>
                  <a:pt x="11" y="68"/>
                  <a:pt x="12" y="74"/>
                  <a:pt x="14" y="79"/>
                </a:cubicBezTo>
                <a:cubicBezTo>
                  <a:pt x="16" y="85"/>
                  <a:pt x="18" y="90"/>
                  <a:pt x="22" y="93"/>
                </a:cubicBezTo>
                <a:cubicBezTo>
                  <a:pt x="26" y="97"/>
                  <a:pt x="30" y="100"/>
                  <a:pt x="35" y="102"/>
                </a:cubicBezTo>
                <a:cubicBezTo>
                  <a:pt x="40" y="104"/>
                  <a:pt x="46" y="105"/>
                  <a:pt x="53" y="105"/>
                </a:cubicBezTo>
                <a:cubicBezTo>
                  <a:pt x="56" y="105"/>
                  <a:pt x="59" y="105"/>
                  <a:pt x="62" y="104"/>
                </a:cubicBezTo>
                <a:cubicBezTo>
                  <a:pt x="64" y="104"/>
                  <a:pt x="67" y="103"/>
                  <a:pt x="70" y="103"/>
                </a:cubicBezTo>
                <a:cubicBezTo>
                  <a:pt x="73" y="102"/>
                  <a:pt x="76" y="101"/>
                  <a:pt x="79" y="101"/>
                </a:cubicBezTo>
                <a:cubicBezTo>
                  <a:pt x="80" y="100"/>
                  <a:pt x="82" y="100"/>
                  <a:pt x="84" y="99"/>
                </a:cubicBezTo>
                <a:cubicBezTo>
                  <a:pt x="84" y="108"/>
                  <a:pt x="84" y="108"/>
                  <a:pt x="84" y="108"/>
                </a:cubicBezTo>
                <a:cubicBezTo>
                  <a:pt x="80" y="110"/>
                  <a:pt x="75" y="111"/>
                  <a:pt x="70" y="112"/>
                </a:cubicBezTo>
                <a:cubicBezTo>
                  <a:pt x="65" y="113"/>
                  <a:pt x="59" y="114"/>
                  <a:pt x="53" y="114"/>
                </a:cubicBezTo>
                <a:close/>
                <a:moveTo>
                  <a:pt x="57" y="36"/>
                </a:moveTo>
                <a:cubicBezTo>
                  <a:pt x="54" y="36"/>
                  <a:pt x="51" y="37"/>
                  <a:pt x="49" y="38"/>
                </a:cubicBezTo>
                <a:cubicBezTo>
                  <a:pt x="47" y="40"/>
                  <a:pt x="45" y="41"/>
                  <a:pt x="43" y="44"/>
                </a:cubicBezTo>
                <a:cubicBezTo>
                  <a:pt x="42" y="46"/>
                  <a:pt x="41" y="48"/>
                  <a:pt x="40" y="51"/>
                </a:cubicBezTo>
                <a:cubicBezTo>
                  <a:pt x="40" y="54"/>
                  <a:pt x="39" y="57"/>
                  <a:pt x="39" y="60"/>
                </a:cubicBezTo>
                <a:cubicBezTo>
                  <a:pt x="39" y="66"/>
                  <a:pt x="40" y="70"/>
                  <a:pt x="43" y="73"/>
                </a:cubicBezTo>
                <a:cubicBezTo>
                  <a:pt x="45" y="76"/>
                  <a:pt x="48" y="77"/>
                  <a:pt x="52" y="77"/>
                </a:cubicBezTo>
                <a:cubicBezTo>
                  <a:pt x="54" y="77"/>
                  <a:pt x="56" y="77"/>
                  <a:pt x="58" y="75"/>
                </a:cubicBezTo>
                <a:cubicBezTo>
                  <a:pt x="60" y="74"/>
                  <a:pt x="62" y="73"/>
                  <a:pt x="63" y="71"/>
                </a:cubicBezTo>
                <a:cubicBezTo>
                  <a:pt x="64" y="69"/>
                  <a:pt x="65" y="66"/>
                  <a:pt x="65" y="64"/>
                </a:cubicBezTo>
                <a:cubicBezTo>
                  <a:pt x="66" y="61"/>
                  <a:pt x="66" y="58"/>
                  <a:pt x="66" y="55"/>
                </a:cubicBezTo>
                <a:cubicBezTo>
                  <a:pt x="67" y="37"/>
                  <a:pt x="67" y="37"/>
                  <a:pt x="67" y="37"/>
                </a:cubicBezTo>
                <a:cubicBezTo>
                  <a:pt x="65" y="37"/>
                  <a:pt x="65" y="37"/>
                  <a:pt x="65" y="37"/>
                </a:cubicBezTo>
                <a:cubicBezTo>
                  <a:pt x="64" y="37"/>
                  <a:pt x="63" y="36"/>
                  <a:pt x="62" y="36"/>
                </a:cubicBezTo>
                <a:cubicBezTo>
                  <a:pt x="60" y="36"/>
                  <a:pt x="59" y="36"/>
                  <a:pt x="57" y="3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29" name="Freeform 71"/>
          <p:cNvSpPr/>
          <p:nvPr/>
        </p:nvSpPr>
        <p:spPr>
          <a:xfrm>
            <a:off x="2065320" y="2400480"/>
            <a:ext cx="277920" cy="296640"/>
          </a:xfrm>
          <a:custGeom>
            <a:avLst/>
            <a:gdLst/>
            <a:ahLst/>
            <a:rect l="l" t="t" r="r" b="b"/>
            <a:pathLst>
              <a:path w="109" h="116">
                <a:moveTo>
                  <a:pt x="102" y="29"/>
                </a:moveTo>
                <a:cubicBezTo>
                  <a:pt x="44" y="29"/>
                  <a:pt x="44" y="29"/>
                  <a:pt x="44" y="29"/>
                </a:cubicBezTo>
                <a:cubicBezTo>
                  <a:pt x="44" y="22"/>
                  <a:pt x="44" y="22"/>
                  <a:pt x="44" y="22"/>
                </a:cubicBezTo>
                <a:cubicBezTo>
                  <a:pt x="54" y="22"/>
                  <a:pt x="54" y="22"/>
                  <a:pt x="54" y="22"/>
                </a:cubicBezTo>
                <a:cubicBezTo>
                  <a:pt x="60" y="22"/>
                  <a:pt x="65" y="17"/>
                  <a:pt x="65" y="11"/>
                </a:cubicBezTo>
                <a:cubicBezTo>
                  <a:pt x="65" y="5"/>
                  <a:pt x="60" y="0"/>
                  <a:pt x="54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2" y="0"/>
                  <a:pt x="29" y="3"/>
                  <a:pt x="29" y="7"/>
                </a:cubicBezTo>
                <a:cubicBezTo>
                  <a:pt x="29" y="29"/>
                  <a:pt x="29" y="29"/>
                  <a:pt x="29" y="29"/>
                </a:cubicBezTo>
                <a:cubicBezTo>
                  <a:pt x="7" y="29"/>
                  <a:pt x="7" y="29"/>
                  <a:pt x="7" y="29"/>
                </a:cubicBezTo>
                <a:cubicBezTo>
                  <a:pt x="3" y="29"/>
                  <a:pt x="0" y="32"/>
                  <a:pt x="0" y="36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84"/>
                  <a:pt x="3" y="87"/>
                  <a:pt x="7" y="87"/>
                </a:cubicBezTo>
                <a:cubicBezTo>
                  <a:pt x="44" y="87"/>
                  <a:pt x="44" y="87"/>
                  <a:pt x="44" y="87"/>
                </a:cubicBezTo>
                <a:cubicBezTo>
                  <a:pt x="44" y="116"/>
                  <a:pt x="44" y="116"/>
                  <a:pt x="44" y="116"/>
                </a:cubicBezTo>
                <a:cubicBezTo>
                  <a:pt x="73" y="116"/>
                  <a:pt x="73" y="116"/>
                  <a:pt x="73" y="116"/>
                </a:cubicBezTo>
                <a:cubicBezTo>
                  <a:pt x="73" y="87"/>
                  <a:pt x="73" y="87"/>
                  <a:pt x="73" y="87"/>
                </a:cubicBezTo>
                <a:cubicBezTo>
                  <a:pt x="102" y="87"/>
                  <a:pt x="102" y="87"/>
                  <a:pt x="102" y="87"/>
                </a:cubicBezTo>
                <a:cubicBezTo>
                  <a:pt x="106" y="87"/>
                  <a:pt x="109" y="84"/>
                  <a:pt x="109" y="80"/>
                </a:cubicBezTo>
                <a:cubicBezTo>
                  <a:pt x="109" y="36"/>
                  <a:pt x="109" y="36"/>
                  <a:pt x="109" y="36"/>
                </a:cubicBezTo>
                <a:cubicBezTo>
                  <a:pt x="109" y="32"/>
                  <a:pt x="106" y="29"/>
                  <a:pt x="102" y="29"/>
                </a:cubicBezTo>
                <a:close/>
                <a:moveTo>
                  <a:pt x="58" y="109"/>
                </a:moveTo>
                <a:cubicBezTo>
                  <a:pt x="51" y="109"/>
                  <a:pt x="51" y="109"/>
                  <a:pt x="51" y="109"/>
                </a:cubicBezTo>
                <a:cubicBezTo>
                  <a:pt x="51" y="87"/>
                  <a:pt x="51" y="87"/>
                  <a:pt x="51" y="87"/>
                </a:cubicBezTo>
                <a:cubicBezTo>
                  <a:pt x="58" y="87"/>
                  <a:pt x="58" y="87"/>
                  <a:pt x="58" y="87"/>
                </a:cubicBezTo>
                <a:lnTo>
                  <a:pt x="58" y="109"/>
                </a:lnTo>
                <a:close/>
                <a:moveTo>
                  <a:pt x="102" y="80"/>
                </a:moveTo>
                <a:cubicBezTo>
                  <a:pt x="7" y="80"/>
                  <a:pt x="7" y="80"/>
                  <a:pt x="7" y="80"/>
                </a:cubicBezTo>
                <a:cubicBezTo>
                  <a:pt x="7" y="36"/>
                  <a:pt x="7" y="36"/>
                  <a:pt x="7" y="36"/>
                </a:cubicBezTo>
                <a:cubicBezTo>
                  <a:pt x="29" y="36"/>
                  <a:pt x="29" y="36"/>
                  <a:pt x="29" y="36"/>
                </a:cubicBezTo>
                <a:cubicBezTo>
                  <a:pt x="29" y="58"/>
                  <a:pt x="29" y="58"/>
                  <a:pt x="29" y="58"/>
                </a:cubicBezTo>
                <a:cubicBezTo>
                  <a:pt x="29" y="62"/>
                  <a:pt x="32" y="65"/>
                  <a:pt x="36" y="65"/>
                </a:cubicBezTo>
                <a:cubicBezTo>
                  <a:pt x="40" y="65"/>
                  <a:pt x="44" y="62"/>
                  <a:pt x="44" y="58"/>
                </a:cubicBezTo>
                <a:cubicBezTo>
                  <a:pt x="44" y="36"/>
                  <a:pt x="44" y="36"/>
                  <a:pt x="44" y="36"/>
                </a:cubicBezTo>
                <a:cubicBezTo>
                  <a:pt x="102" y="36"/>
                  <a:pt x="102" y="36"/>
                  <a:pt x="102" y="36"/>
                </a:cubicBezTo>
                <a:lnTo>
                  <a:pt x="102" y="8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230" name="Group 292" descr=""/>
          <p:cNvPicPr/>
          <p:nvPr/>
        </p:nvPicPr>
        <p:blipFill>
          <a:blip r:embed="rId17"/>
          <a:stretch/>
        </p:blipFill>
        <p:spPr>
          <a:xfrm>
            <a:off x="3919680" y="2401920"/>
            <a:ext cx="207720" cy="291960"/>
          </a:xfrm>
          <a:prstGeom prst="rect">
            <a:avLst/>
          </a:prstGeom>
          <a:ln w="0">
            <a:noFill/>
          </a:ln>
        </p:spPr>
      </p:pic>
      <p:pic>
        <p:nvPicPr>
          <p:cNvPr id="2231" name="Group 286" descr=""/>
          <p:cNvPicPr/>
          <p:nvPr/>
        </p:nvPicPr>
        <p:blipFill>
          <a:blip r:embed="rId18"/>
          <a:stretch/>
        </p:blipFill>
        <p:spPr>
          <a:xfrm>
            <a:off x="7991640" y="2401920"/>
            <a:ext cx="293400" cy="291960"/>
          </a:xfrm>
          <a:prstGeom prst="rect">
            <a:avLst/>
          </a:prstGeom>
          <a:ln w="0">
            <a:noFill/>
          </a:ln>
        </p:spPr>
      </p:pic>
      <p:pic>
        <p:nvPicPr>
          <p:cNvPr id="2232" name="Group 285" descr=""/>
          <p:cNvPicPr/>
          <p:nvPr/>
        </p:nvPicPr>
        <p:blipFill>
          <a:blip r:embed="rId19"/>
          <a:stretch/>
        </p:blipFill>
        <p:spPr>
          <a:xfrm>
            <a:off x="8564400" y="2401920"/>
            <a:ext cx="298440" cy="291960"/>
          </a:xfrm>
          <a:prstGeom prst="rect">
            <a:avLst/>
          </a:prstGeom>
          <a:ln w="0">
            <a:noFill/>
          </a:ln>
        </p:spPr>
      </p:pic>
      <p:pic>
        <p:nvPicPr>
          <p:cNvPr id="2233" name="Group 296" descr=""/>
          <p:cNvPicPr/>
          <p:nvPr/>
        </p:nvPicPr>
        <p:blipFill>
          <a:blip r:embed="rId20"/>
          <a:stretch/>
        </p:blipFill>
        <p:spPr>
          <a:xfrm>
            <a:off x="262080" y="2992320"/>
            <a:ext cx="298440" cy="300240"/>
          </a:xfrm>
          <a:prstGeom prst="rect">
            <a:avLst/>
          </a:prstGeom>
          <a:ln w="0">
            <a:noFill/>
          </a:ln>
        </p:spPr>
      </p:pic>
      <p:pic>
        <p:nvPicPr>
          <p:cNvPr id="2234" name="Group 289" descr=""/>
          <p:cNvPicPr/>
          <p:nvPr/>
        </p:nvPicPr>
        <p:blipFill>
          <a:blip r:embed="rId21"/>
          <a:stretch/>
        </p:blipFill>
        <p:spPr>
          <a:xfrm>
            <a:off x="6205680" y="2401920"/>
            <a:ext cx="298440" cy="291960"/>
          </a:xfrm>
          <a:prstGeom prst="rect">
            <a:avLst/>
          </a:prstGeom>
          <a:ln w="0">
            <a:noFill/>
          </a:ln>
        </p:spPr>
      </p:pic>
      <p:pic>
        <p:nvPicPr>
          <p:cNvPr id="2235" name="Group 288" descr=""/>
          <p:cNvPicPr/>
          <p:nvPr/>
        </p:nvPicPr>
        <p:blipFill>
          <a:blip r:embed="rId22"/>
          <a:stretch/>
        </p:blipFill>
        <p:spPr>
          <a:xfrm>
            <a:off x="6802560" y="2401920"/>
            <a:ext cx="293400" cy="291960"/>
          </a:xfrm>
          <a:prstGeom prst="rect">
            <a:avLst/>
          </a:prstGeom>
          <a:ln w="0">
            <a:noFill/>
          </a:ln>
        </p:spPr>
      </p:pic>
      <p:pic>
        <p:nvPicPr>
          <p:cNvPr id="2236" name="Group 287" descr=""/>
          <p:cNvPicPr/>
          <p:nvPr/>
        </p:nvPicPr>
        <p:blipFill>
          <a:blip r:embed="rId23"/>
          <a:stretch/>
        </p:blipFill>
        <p:spPr>
          <a:xfrm>
            <a:off x="7394400" y="2401920"/>
            <a:ext cx="298800" cy="291960"/>
          </a:xfrm>
          <a:prstGeom prst="rect">
            <a:avLst/>
          </a:prstGeom>
          <a:ln w="0">
            <a:noFill/>
          </a:ln>
        </p:spPr>
      </p:pic>
      <p:sp>
        <p:nvSpPr>
          <p:cNvPr id="2237" name="Freeform 107"/>
          <p:cNvSpPr/>
          <p:nvPr/>
        </p:nvSpPr>
        <p:spPr>
          <a:xfrm>
            <a:off x="8015400" y="1814400"/>
            <a:ext cx="276120" cy="290520"/>
          </a:xfrm>
          <a:custGeom>
            <a:avLst/>
            <a:gdLst/>
            <a:ahLst/>
            <a:rect l="l" t="t" r="r" b="b"/>
            <a:pathLst>
              <a:path w="108" h="114">
                <a:moveTo>
                  <a:pt x="104" y="88"/>
                </a:moveTo>
                <a:cubicBezTo>
                  <a:pt x="103" y="87"/>
                  <a:pt x="103" y="87"/>
                  <a:pt x="103" y="87"/>
                </a:cubicBezTo>
                <a:cubicBezTo>
                  <a:pt x="101" y="83"/>
                  <a:pt x="80" y="76"/>
                  <a:pt x="78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4" y="77"/>
                  <a:pt x="70" y="80"/>
                  <a:pt x="64" y="86"/>
                </a:cubicBezTo>
                <a:cubicBezTo>
                  <a:pt x="56" y="82"/>
                  <a:pt x="46" y="73"/>
                  <a:pt x="41" y="67"/>
                </a:cubicBezTo>
                <a:cubicBezTo>
                  <a:pt x="35" y="61"/>
                  <a:pt x="29" y="51"/>
                  <a:pt x="26" y="44"/>
                </a:cubicBezTo>
                <a:cubicBezTo>
                  <a:pt x="34" y="37"/>
                  <a:pt x="37" y="34"/>
                  <a:pt x="37" y="30"/>
                </a:cubicBezTo>
                <a:cubicBezTo>
                  <a:pt x="38" y="29"/>
                  <a:pt x="34" y="7"/>
                  <a:pt x="30" y="4"/>
                </a:cubicBezTo>
                <a:cubicBezTo>
                  <a:pt x="29" y="4"/>
                  <a:pt x="29" y="4"/>
                  <a:pt x="29" y="4"/>
                </a:cubicBezTo>
                <a:cubicBezTo>
                  <a:pt x="26" y="2"/>
                  <a:pt x="23" y="0"/>
                  <a:pt x="18" y="0"/>
                </a:cubicBezTo>
                <a:cubicBezTo>
                  <a:pt x="17" y="1"/>
                  <a:pt x="16" y="1"/>
                  <a:pt x="16" y="2"/>
                </a:cubicBezTo>
                <a:cubicBezTo>
                  <a:pt x="13" y="3"/>
                  <a:pt x="6" y="8"/>
                  <a:pt x="3" y="14"/>
                </a:cubicBezTo>
                <a:cubicBezTo>
                  <a:pt x="1" y="18"/>
                  <a:pt x="0" y="53"/>
                  <a:pt x="26" y="83"/>
                </a:cubicBezTo>
                <a:cubicBezTo>
                  <a:pt x="52" y="112"/>
                  <a:pt x="84" y="114"/>
                  <a:pt x="89" y="113"/>
                </a:cubicBezTo>
                <a:cubicBezTo>
                  <a:pt x="89" y="113"/>
                  <a:pt x="89" y="113"/>
                  <a:pt x="89" y="113"/>
                </a:cubicBezTo>
                <a:cubicBezTo>
                  <a:pt x="90" y="112"/>
                  <a:pt x="90" y="112"/>
                  <a:pt x="90" y="112"/>
                </a:cubicBezTo>
                <a:cubicBezTo>
                  <a:pt x="96" y="110"/>
                  <a:pt x="102" y="104"/>
                  <a:pt x="104" y="101"/>
                </a:cubicBezTo>
                <a:cubicBezTo>
                  <a:pt x="108" y="97"/>
                  <a:pt x="105" y="91"/>
                  <a:pt x="104" y="8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238" name="Group 291" descr=""/>
          <p:cNvPicPr/>
          <p:nvPr/>
        </p:nvPicPr>
        <p:blipFill>
          <a:blip r:embed="rId24"/>
          <a:stretch/>
        </p:blipFill>
        <p:spPr>
          <a:xfrm>
            <a:off x="4425840" y="2401920"/>
            <a:ext cx="292320" cy="182520"/>
          </a:xfrm>
          <a:prstGeom prst="rect">
            <a:avLst/>
          </a:prstGeom>
          <a:ln w="0">
            <a:noFill/>
          </a:ln>
        </p:spPr>
      </p:pic>
      <p:pic>
        <p:nvPicPr>
          <p:cNvPr id="2239" name="Group 295" descr=""/>
          <p:cNvPicPr/>
          <p:nvPr/>
        </p:nvPicPr>
        <p:blipFill>
          <a:blip r:embed="rId25"/>
          <a:stretch/>
        </p:blipFill>
        <p:spPr>
          <a:xfrm>
            <a:off x="858960" y="2401920"/>
            <a:ext cx="293400" cy="201600"/>
          </a:xfrm>
          <a:prstGeom prst="rect">
            <a:avLst/>
          </a:prstGeom>
          <a:ln w="0">
            <a:noFill/>
          </a:ln>
        </p:spPr>
      </p:pic>
      <p:pic>
        <p:nvPicPr>
          <p:cNvPr id="2240" name="Group 290" descr=""/>
          <p:cNvPicPr/>
          <p:nvPr/>
        </p:nvPicPr>
        <p:blipFill>
          <a:blip r:embed="rId26"/>
          <a:stretch/>
        </p:blipFill>
        <p:spPr>
          <a:xfrm>
            <a:off x="5614920" y="2401920"/>
            <a:ext cx="298440" cy="291960"/>
          </a:xfrm>
          <a:prstGeom prst="rect">
            <a:avLst/>
          </a:prstGeom>
          <a:ln w="0">
            <a:noFill/>
          </a:ln>
        </p:spPr>
      </p:pic>
      <p:pic>
        <p:nvPicPr>
          <p:cNvPr id="2241" name="Group 293" descr=""/>
          <p:cNvPicPr/>
          <p:nvPr/>
        </p:nvPicPr>
        <p:blipFill>
          <a:blip r:embed="rId27"/>
          <a:stretch/>
        </p:blipFill>
        <p:spPr>
          <a:xfrm>
            <a:off x="3230640" y="2401920"/>
            <a:ext cx="298440" cy="291960"/>
          </a:xfrm>
          <a:prstGeom prst="rect">
            <a:avLst/>
          </a:prstGeom>
          <a:ln w="0">
            <a:noFill/>
          </a:ln>
        </p:spPr>
      </p:pic>
      <p:sp>
        <p:nvSpPr>
          <p:cNvPr id="2242" name="Freeform 119"/>
          <p:cNvSpPr/>
          <p:nvPr/>
        </p:nvSpPr>
        <p:spPr>
          <a:xfrm>
            <a:off x="5016600" y="2400480"/>
            <a:ext cx="296640" cy="296640"/>
          </a:xfrm>
          <a:custGeom>
            <a:avLst/>
            <a:gdLst/>
            <a:ahLst/>
            <a:rect l="l" t="t" r="r" b="b"/>
            <a:pathLst>
              <a:path w="187" h="187">
                <a:moveTo>
                  <a:pt x="0" y="0"/>
                </a:moveTo>
                <a:lnTo>
                  <a:pt x="0" y="140"/>
                </a:lnTo>
                <a:lnTo>
                  <a:pt x="47" y="140"/>
                </a:lnTo>
                <a:lnTo>
                  <a:pt x="47" y="187"/>
                </a:lnTo>
                <a:lnTo>
                  <a:pt x="113" y="140"/>
                </a:lnTo>
                <a:lnTo>
                  <a:pt x="187" y="140"/>
                </a:lnTo>
                <a:lnTo>
                  <a:pt x="187" y="0"/>
                </a:lnTo>
                <a:lnTo>
                  <a:pt x="0" y="0"/>
                </a:lnTo>
                <a:close/>
                <a:moveTo>
                  <a:pt x="165" y="116"/>
                </a:moveTo>
                <a:lnTo>
                  <a:pt x="118" y="116"/>
                </a:lnTo>
                <a:lnTo>
                  <a:pt x="71" y="152"/>
                </a:lnTo>
                <a:lnTo>
                  <a:pt x="71" y="116"/>
                </a:lnTo>
                <a:lnTo>
                  <a:pt x="25" y="116"/>
                </a:lnTo>
                <a:lnTo>
                  <a:pt x="25" y="23"/>
                </a:lnTo>
                <a:lnTo>
                  <a:pt x="165" y="23"/>
                </a:lnTo>
                <a:lnTo>
                  <a:pt x="165" y="11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43" name="Freeform 120"/>
          <p:cNvSpPr/>
          <p:nvPr/>
        </p:nvSpPr>
        <p:spPr>
          <a:xfrm>
            <a:off x="1450800" y="2438280"/>
            <a:ext cx="300240" cy="258840"/>
          </a:xfrm>
          <a:custGeom>
            <a:avLst/>
            <a:gdLst/>
            <a:ahLst/>
            <a:rect l="l" t="t" r="r" b="b"/>
            <a:pathLst>
              <a:path w="117" h="101">
                <a:moveTo>
                  <a:pt x="95" y="7"/>
                </a:moveTo>
                <a:cubicBezTo>
                  <a:pt x="95" y="14"/>
                  <a:pt x="95" y="14"/>
                  <a:pt x="95" y="14"/>
                </a:cubicBezTo>
                <a:cubicBezTo>
                  <a:pt x="15" y="36"/>
                  <a:pt x="15" y="36"/>
                  <a:pt x="15" y="36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72"/>
                  <a:pt x="0" y="72"/>
                  <a:pt x="0" y="72"/>
                </a:cubicBezTo>
                <a:cubicBezTo>
                  <a:pt x="15" y="65"/>
                  <a:pt x="15" y="65"/>
                  <a:pt x="15" y="65"/>
                </a:cubicBezTo>
                <a:cubicBezTo>
                  <a:pt x="24" y="67"/>
                  <a:pt x="24" y="67"/>
                  <a:pt x="24" y="67"/>
                </a:cubicBezTo>
                <a:cubicBezTo>
                  <a:pt x="21" y="76"/>
                  <a:pt x="21" y="76"/>
                  <a:pt x="21" y="76"/>
                </a:cubicBezTo>
                <a:cubicBezTo>
                  <a:pt x="20" y="82"/>
                  <a:pt x="23" y="88"/>
                  <a:pt x="29" y="89"/>
                </a:cubicBezTo>
                <a:cubicBezTo>
                  <a:pt x="50" y="95"/>
                  <a:pt x="50" y="95"/>
                  <a:pt x="50" y="95"/>
                </a:cubicBezTo>
                <a:cubicBezTo>
                  <a:pt x="51" y="95"/>
                  <a:pt x="52" y="95"/>
                  <a:pt x="53" y="95"/>
                </a:cubicBezTo>
                <a:cubicBezTo>
                  <a:pt x="58" y="95"/>
                  <a:pt x="62" y="92"/>
                  <a:pt x="64" y="87"/>
                </a:cubicBezTo>
                <a:cubicBezTo>
                  <a:pt x="66" y="78"/>
                  <a:pt x="66" y="78"/>
                  <a:pt x="66" y="78"/>
                </a:cubicBezTo>
                <a:cubicBezTo>
                  <a:pt x="95" y="86"/>
                  <a:pt x="95" y="86"/>
                  <a:pt x="95" y="86"/>
                </a:cubicBezTo>
                <a:cubicBezTo>
                  <a:pt x="95" y="94"/>
                  <a:pt x="95" y="94"/>
                  <a:pt x="95" y="94"/>
                </a:cubicBezTo>
                <a:cubicBezTo>
                  <a:pt x="117" y="101"/>
                  <a:pt x="117" y="101"/>
                  <a:pt x="117" y="101"/>
                </a:cubicBezTo>
                <a:cubicBezTo>
                  <a:pt x="117" y="0"/>
                  <a:pt x="117" y="0"/>
                  <a:pt x="117" y="0"/>
                </a:cubicBezTo>
                <a:lnTo>
                  <a:pt x="95" y="7"/>
                </a:lnTo>
                <a:close/>
                <a:moveTo>
                  <a:pt x="57" y="85"/>
                </a:moveTo>
                <a:cubicBezTo>
                  <a:pt x="56" y="87"/>
                  <a:pt x="54" y="88"/>
                  <a:pt x="52" y="88"/>
                </a:cubicBezTo>
                <a:cubicBezTo>
                  <a:pt x="31" y="82"/>
                  <a:pt x="31" y="82"/>
                  <a:pt x="31" y="82"/>
                </a:cubicBezTo>
                <a:cubicBezTo>
                  <a:pt x="29" y="82"/>
                  <a:pt x="28" y="80"/>
                  <a:pt x="28" y="78"/>
                </a:cubicBezTo>
                <a:cubicBezTo>
                  <a:pt x="31" y="69"/>
                  <a:pt x="31" y="69"/>
                  <a:pt x="31" y="69"/>
                </a:cubicBezTo>
                <a:cubicBezTo>
                  <a:pt x="59" y="77"/>
                  <a:pt x="59" y="77"/>
                  <a:pt x="59" y="77"/>
                </a:cubicBezTo>
                <a:lnTo>
                  <a:pt x="57" y="85"/>
                </a:lnTo>
                <a:close/>
                <a:moveTo>
                  <a:pt x="95" y="50"/>
                </a:moveTo>
                <a:cubicBezTo>
                  <a:pt x="15" y="50"/>
                  <a:pt x="15" y="50"/>
                  <a:pt x="15" y="50"/>
                </a:cubicBezTo>
                <a:cubicBezTo>
                  <a:pt x="15" y="43"/>
                  <a:pt x="15" y="43"/>
                  <a:pt x="15" y="43"/>
                </a:cubicBezTo>
                <a:cubicBezTo>
                  <a:pt x="95" y="21"/>
                  <a:pt x="95" y="21"/>
                  <a:pt x="95" y="21"/>
                </a:cubicBezTo>
                <a:lnTo>
                  <a:pt x="95" y="50"/>
                </a:lnTo>
                <a:close/>
                <a:moveTo>
                  <a:pt x="109" y="50"/>
                </a:moveTo>
                <a:cubicBezTo>
                  <a:pt x="102" y="50"/>
                  <a:pt x="102" y="50"/>
                  <a:pt x="102" y="50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9" y="14"/>
                  <a:pt x="109" y="14"/>
                  <a:pt x="109" y="14"/>
                </a:cubicBezTo>
                <a:lnTo>
                  <a:pt x="109" y="5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44" name="Freeform 121"/>
          <p:cNvSpPr/>
          <p:nvPr/>
        </p:nvSpPr>
        <p:spPr>
          <a:xfrm>
            <a:off x="1638360" y="3068640"/>
            <a:ext cx="112680" cy="223920"/>
          </a:xfrm>
          <a:custGeom>
            <a:avLst/>
            <a:gdLst/>
            <a:ahLst/>
            <a:rect l="l" t="t" r="r" b="b"/>
            <a:pathLst>
              <a:path w="44" h="87">
                <a:moveTo>
                  <a:pt x="2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7"/>
                  <a:pt x="0" y="15"/>
                </a:cubicBezTo>
                <a:cubicBezTo>
                  <a:pt x="0" y="44"/>
                  <a:pt x="0" y="44"/>
                  <a:pt x="0" y="44"/>
                </a:cubicBezTo>
                <a:cubicBezTo>
                  <a:pt x="7" y="44"/>
                  <a:pt x="7" y="44"/>
                  <a:pt x="7" y="44"/>
                </a:cubicBezTo>
                <a:cubicBezTo>
                  <a:pt x="7" y="87"/>
                  <a:pt x="7" y="87"/>
                  <a:pt x="7" y="87"/>
                </a:cubicBezTo>
                <a:cubicBezTo>
                  <a:pt x="36" y="87"/>
                  <a:pt x="36" y="87"/>
                  <a:pt x="36" y="87"/>
                </a:cubicBezTo>
                <a:cubicBezTo>
                  <a:pt x="36" y="44"/>
                  <a:pt x="36" y="44"/>
                  <a:pt x="36" y="44"/>
                </a:cubicBezTo>
                <a:cubicBezTo>
                  <a:pt x="44" y="44"/>
                  <a:pt x="44" y="44"/>
                  <a:pt x="44" y="44"/>
                </a:cubicBezTo>
                <a:cubicBezTo>
                  <a:pt x="44" y="15"/>
                  <a:pt x="44" y="15"/>
                  <a:pt x="44" y="15"/>
                </a:cubicBezTo>
                <a:cubicBezTo>
                  <a:pt x="44" y="7"/>
                  <a:pt x="37" y="0"/>
                  <a:pt x="29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45" name="Oval 122"/>
          <p:cNvSpPr/>
          <p:nvPr/>
        </p:nvSpPr>
        <p:spPr>
          <a:xfrm>
            <a:off x="1665360" y="2994120"/>
            <a:ext cx="57240" cy="568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rm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246" name="Group 304" descr=""/>
          <p:cNvPicPr/>
          <p:nvPr/>
        </p:nvPicPr>
        <p:blipFill>
          <a:blip r:embed="rId28"/>
          <a:stretch/>
        </p:blipFill>
        <p:spPr>
          <a:xfrm>
            <a:off x="3230640" y="2992320"/>
            <a:ext cx="298440" cy="300240"/>
          </a:xfrm>
          <a:prstGeom prst="rect">
            <a:avLst/>
          </a:prstGeom>
          <a:ln w="0">
            <a:noFill/>
          </a:ln>
        </p:spPr>
      </p:pic>
      <p:pic>
        <p:nvPicPr>
          <p:cNvPr id="2247" name="Group 307" descr=""/>
          <p:cNvPicPr/>
          <p:nvPr/>
        </p:nvPicPr>
        <p:blipFill>
          <a:blip r:embed="rId29"/>
          <a:stretch/>
        </p:blipFill>
        <p:spPr>
          <a:xfrm>
            <a:off x="3846600" y="2992320"/>
            <a:ext cx="298440" cy="300240"/>
          </a:xfrm>
          <a:prstGeom prst="rect">
            <a:avLst/>
          </a:prstGeom>
          <a:ln w="0">
            <a:noFill/>
          </a:ln>
        </p:spPr>
      </p:pic>
      <p:sp>
        <p:nvSpPr>
          <p:cNvPr id="2248" name="Oval 131"/>
          <p:cNvSpPr/>
          <p:nvPr/>
        </p:nvSpPr>
        <p:spPr>
          <a:xfrm>
            <a:off x="2259000" y="2994120"/>
            <a:ext cx="57240" cy="568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rm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49" name="Freeform 132"/>
          <p:cNvSpPr/>
          <p:nvPr/>
        </p:nvSpPr>
        <p:spPr>
          <a:xfrm>
            <a:off x="2232000" y="3071880"/>
            <a:ext cx="111240" cy="220680"/>
          </a:xfrm>
          <a:custGeom>
            <a:avLst/>
            <a:gdLst/>
            <a:ahLst/>
            <a:rect l="l" t="t" r="r" b="b"/>
            <a:pathLst>
              <a:path w="44" h="86">
                <a:moveTo>
                  <a:pt x="32" y="0"/>
                </a:moveTo>
                <a:cubicBezTo>
                  <a:pt x="22" y="21"/>
                  <a:pt x="22" y="21"/>
                  <a:pt x="22" y="21"/>
                </a:cubicBezTo>
                <a:cubicBezTo>
                  <a:pt x="12" y="0"/>
                  <a:pt x="12" y="0"/>
                  <a:pt x="12" y="0"/>
                </a:cubicBezTo>
                <a:cubicBezTo>
                  <a:pt x="7" y="1"/>
                  <a:pt x="3" y="2"/>
                  <a:pt x="0" y="4"/>
                </a:cubicBezTo>
                <a:cubicBezTo>
                  <a:pt x="0" y="43"/>
                  <a:pt x="0" y="43"/>
                  <a:pt x="0" y="43"/>
                </a:cubicBezTo>
                <a:cubicBezTo>
                  <a:pt x="11" y="43"/>
                  <a:pt x="11" y="43"/>
                  <a:pt x="11" y="43"/>
                </a:cubicBezTo>
                <a:cubicBezTo>
                  <a:pt x="15" y="86"/>
                  <a:pt x="15" y="86"/>
                  <a:pt x="15" y="86"/>
                </a:cubicBezTo>
                <a:cubicBezTo>
                  <a:pt x="29" y="86"/>
                  <a:pt x="29" y="86"/>
                  <a:pt x="29" y="86"/>
                </a:cubicBezTo>
                <a:cubicBezTo>
                  <a:pt x="34" y="43"/>
                  <a:pt x="34" y="43"/>
                  <a:pt x="34" y="43"/>
                </a:cubicBezTo>
                <a:cubicBezTo>
                  <a:pt x="44" y="43"/>
                  <a:pt x="44" y="43"/>
                  <a:pt x="44" y="43"/>
                </a:cubicBezTo>
                <a:cubicBezTo>
                  <a:pt x="44" y="4"/>
                  <a:pt x="44" y="4"/>
                  <a:pt x="44" y="4"/>
                </a:cubicBezTo>
                <a:cubicBezTo>
                  <a:pt x="41" y="2"/>
                  <a:pt x="37" y="1"/>
                  <a:pt x="3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50" name="Freeform 133"/>
          <p:cNvSpPr/>
          <p:nvPr/>
        </p:nvSpPr>
        <p:spPr>
          <a:xfrm>
            <a:off x="861840" y="2994120"/>
            <a:ext cx="295560" cy="298440"/>
          </a:xfrm>
          <a:custGeom>
            <a:avLst/>
            <a:gdLst/>
            <a:ahLst/>
            <a:rect l="l" t="t" r="r" b="b"/>
            <a:pathLst>
              <a:path w="115" h="116">
                <a:moveTo>
                  <a:pt x="112" y="89"/>
                </a:moveTo>
                <a:cubicBezTo>
                  <a:pt x="109" y="83"/>
                  <a:pt x="97" y="80"/>
                  <a:pt x="86" y="75"/>
                </a:cubicBezTo>
                <a:cubicBezTo>
                  <a:pt x="75" y="71"/>
                  <a:pt x="72" y="69"/>
                  <a:pt x="72" y="69"/>
                </a:cubicBezTo>
                <a:cubicBezTo>
                  <a:pt x="72" y="58"/>
                  <a:pt x="72" y="58"/>
                  <a:pt x="72" y="58"/>
                </a:cubicBezTo>
                <a:cubicBezTo>
                  <a:pt x="72" y="58"/>
                  <a:pt x="76" y="55"/>
                  <a:pt x="77" y="45"/>
                </a:cubicBezTo>
                <a:cubicBezTo>
                  <a:pt x="80" y="45"/>
                  <a:pt x="83" y="41"/>
                  <a:pt x="83" y="38"/>
                </a:cubicBezTo>
                <a:cubicBezTo>
                  <a:pt x="83" y="36"/>
                  <a:pt x="83" y="29"/>
                  <a:pt x="79" y="30"/>
                </a:cubicBezTo>
                <a:cubicBezTo>
                  <a:pt x="80" y="25"/>
                  <a:pt x="81" y="20"/>
                  <a:pt x="80" y="18"/>
                </a:cubicBezTo>
                <a:cubicBezTo>
                  <a:pt x="80" y="9"/>
                  <a:pt x="71" y="0"/>
                  <a:pt x="58" y="0"/>
                </a:cubicBezTo>
                <a:cubicBezTo>
                  <a:pt x="45" y="0"/>
                  <a:pt x="36" y="9"/>
                  <a:pt x="35" y="18"/>
                </a:cubicBezTo>
                <a:cubicBezTo>
                  <a:pt x="35" y="20"/>
                  <a:pt x="35" y="25"/>
                  <a:pt x="36" y="30"/>
                </a:cubicBezTo>
                <a:cubicBezTo>
                  <a:pt x="33" y="29"/>
                  <a:pt x="32" y="36"/>
                  <a:pt x="33" y="38"/>
                </a:cubicBezTo>
                <a:cubicBezTo>
                  <a:pt x="33" y="41"/>
                  <a:pt x="35" y="45"/>
                  <a:pt x="38" y="45"/>
                </a:cubicBezTo>
                <a:cubicBezTo>
                  <a:pt x="39" y="55"/>
                  <a:pt x="44" y="58"/>
                  <a:pt x="44" y="58"/>
                </a:cubicBezTo>
                <a:cubicBezTo>
                  <a:pt x="44" y="69"/>
                  <a:pt x="44" y="69"/>
                  <a:pt x="44" y="69"/>
                </a:cubicBezTo>
                <a:cubicBezTo>
                  <a:pt x="44" y="69"/>
                  <a:pt x="41" y="71"/>
                  <a:pt x="30" y="75"/>
                </a:cubicBezTo>
                <a:cubicBezTo>
                  <a:pt x="18" y="80"/>
                  <a:pt x="7" y="83"/>
                  <a:pt x="4" y="89"/>
                </a:cubicBezTo>
                <a:cubicBezTo>
                  <a:pt x="0" y="93"/>
                  <a:pt x="1" y="116"/>
                  <a:pt x="1" y="116"/>
                </a:cubicBezTo>
                <a:cubicBezTo>
                  <a:pt x="114" y="116"/>
                  <a:pt x="114" y="116"/>
                  <a:pt x="114" y="116"/>
                </a:cubicBezTo>
                <a:cubicBezTo>
                  <a:pt x="114" y="116"/>
                  <a:pt x="115" y="93"/>
                  <a:pt x="112" y="8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251" name="Group 303" descr=""/>
          <p:cNvPicPr/>
          <p:nvPr/>
        </p:nvPicPr>
        <p:blipFill>
          <a:blip r:embed="rId30"/>
          <a:stretch/>
        </p:blipFill>
        <p:spPr>
          <a:xfrm>
            <a:off x="2639880" y="3084480"/>
            <a:ext cx="298440" cy="208080"/>
          </a:xfrm>
          <a:prstGeom prst="rect">
            <a:avLst/>
          </a:prstGeom>
          <a:ln w="0">
            <a:noFill/>
          </a:ln>
        </p:spPr>
      </p:pic>
      <p:sp>
        <p:nvSpPr>
          <p:cNvPr id="2252" name="Freeform 139"/>
          <p:cNvSpPr/>
          <p:nvPr/>
        </p:nvSpPr>
        <p:spPr>
          <a:xfrm>
            <a:off x="4424400" y="2994120"/>
            <a:ext cx="185760" cy="298440"/>
          </a:xfrm>
          <a:custGeom>
            <a:avLst/>
            <a:gdLst/>
            <a:ahLst/>
            <a:rect l="l" t="t" r="r" b="b"/>
            <a:pathLst>
              <a:path w="73" h="116">
                <a:moveTo>
                  <a:pt x="73" y="36"/>
                </a:moveTo>
                <a:cubicBezTo>
                  <a:pt x="73" y="16"/>
                  <a:pt x="56" y="0"/>
                  <a:pt x="36" y="0"/>
                </a:cubicBezTo>
                <a:cubicBezTo>
                  <a:pt x="16" y="0"/>
                  <a:pt x="0" y="16"/>
                  <a:pt x="0" y="36"/>
                </a:cubicBezTo>
                <a:cubicBezTo>
                  <a:pt x="0" y="54"/>
                  <a:pt x="12" y="69"/>
                  <a:pt x="29" y="72"/>
                </a:cubicBezTo>
                <a:cubicBezTo>
                  <a:pt x="29" y="87"/>
                  <a:pt x="29" y="87"/>
                  <a:pt x="29" y="87"/>
                </a:cubicBezTo>
                <a:cubicBezTo>
                  <a:pt x="14" y="87"/>
                  <a:pt x="14" y="87"/>
                  <a:pt x="14" y="87"/>
                </a:cubicBezTo>
                <a:cubicBezTo>
                  <a:pt x="14" y="102"/>
                  <a:pt x="14" y="102"/>
                  <a:pt x="14" y="102"/>
                </a:cubicBezTo>
                <a:cubicBezTo>
                  <a:pt x="29" y="102"/>
                  <a:pt x="29" y="102"/>
                  <a:pt x="29" y="102"/>
                </a:cubicBezTo>
                <a:cubicBezTo>
                  <a:pt x="29" y="116"/>
                  <a:pt x="29" y="116"/>
                  <a:pt x="29" y="116"/>
                </a:cubicBezTo>
                <a:cubicBezTo>
                  <a:pt x="43" y="116"/>
                  <a:pt x="43" y="116"/>
                  <a:pt x="43" y="116"/>
                </a:cubicBezTo>
                <a:cubicBezTo>
                  <a:pt x="43" y="102"/>
                  <a:pt x="43" y="102"/>
                  <a:pt x="43" y="102"/>
                </a:cubicBezTo>
                <a:cubicBezTo>
                  <a:pt x="58" y="102"/>
                  <a:pt x="58" y="102"/>
                  <a:pt x="58" y="102"/>
                </a:cubicBezTo>
                <a:cubicBezTo>
                  <a:pt x="58" y="87"/>
                  <a:pt x="58" y="87"/>
                  <a:pt x="58" y="87"/>
                </a:cubicBezTo>
                <a:cubicBezTo>
                  <a:pt x="43" y="87"/>
                  <a:pt x="43" y="87"/>
                  <a:pt x="43" y="87"/>
                </a:cubicBezTo>
                <a:cubicBezTo>
                  <a:pt x="43" y="72"/>
                  <a:pt x="43" y="72"/>
                  <a:pt x="43" y="72"/>
                </a:cubicBezTo>
                <a:cubicBezTo>
                  <a:pt x="60" y="69"/>
                  <a:pt x="73" y="54"/>
                  <a:pt x="73" y="36"/>
                </a:cubicBezTo>
                <a:close/>
                <a:moveTo>
                  <a:pt x="36" y="58"/>
                </a:moveTo>
                <a:cubicBezTo>
                  <a:pt x="24" y="58"/>
                  <a:pt x="14" y="48"/>
                  <a:pt x="14" y="36"/>
                </a:cubicBezTo>
                <a:cubicBezTo>
                  <a:pt x="14" y="24"/>
                  <a:pt x="24" y="15"/>
                  <a:pt x="36" y="15"/>
                </a:cubicBezTo>
                <a:cubicBezTo>
                  <a:pt x="48" y="15"/>
                  <a:pt x="58" y="24"/>
                  <a:pt x="58" y="36"/>
                </a:cubicBezTo>
                <a:cubicBezTo>
                  <a:pt x="58" y="48"/>
                  <a:pt x="48" y="58"/>
                  <a:pt x="36" y="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53" name="Freeform 140"/>
          <p:cNvSpPr/>
          <p:nvPr/>
        </p:nvSpPr>
        <p:spPr>
          <a:xfrm>
            <a:off x="5035680" y="3013200"/>
            <a:ext cx="277560" cy="279360"/>
          </a:xfrm>
          <a:custGeom>
            <a:avLst/>
            <a:gdLst/>
            <a:ahLst/>
            <a:rect l="l" t="t" r="r" b="b"/>
            <a:pathLst>
              <a:path w="109" h="109">
                <a:moveTo>
                  <a:pt x="59" y="0"/>
                </a:moveTo>
                <a:cubicBezTo>
                  <a:pt x="59" y="15"/>
                  <a:pt x="59" y="15"/>
                  <a:pt x="59" y="15"/>
                </a:cubicBezTo>
                <a:cubicBezTo>
                  <a:pt x="85" y="15"/>
                  <a:pt x="85" y="15"/>
                  <a:pt x="85" y="15"/>
                </a:cubicBezTo>
                <a:cubicBezTo>
                  <a:pt x="57" y="43"/>
                  <a:pt x="57" y="43"/>
                  <a:pt x="57" y="43"/>
                </a:cubicBezTo>
                <a:cubicBezTo>
                  <a:pt x="51" y="39"/>
                  <a:pt x="44" y="37"/>
                  <a:pt x="37" y="37"/>
                </a:cubicBezTo>
                <a:cubicBezTo>
                  <a:pt x="17" y="37"/>
                  <a:pt x="0" y="53"/>
                  <a:pt x="0" y="73"/>
                </a:cubicBezTo>
                <a:cubicBezTo>
                  <a:pt x="0" y="93"/>
                  <a:pt x="17" y="109"/>
                  <a:pt x="37" y="109"/>
                </a:cubicBezTo>
                <a:cubicBezTo>
                  <a:pt x="57" y="109"/>
                  <a:pt x="73" y="93"/>
                  <a:pt x="73" y="73"/>
                </a:cubicBezTo>
                <a:cubicBezTo>
                  <a:pt x="73" y="66"/>
                  <a:pt x="71" y="59"/>
                  <a:pt x="67" y="53"/>
                </a:cubicBezTo>
                <a:cubicBezTo>
                  <a:pt x="95" y="25"/>
                  <a:pt x="95" y="25"/>
                  <a:pt x="95" y="25"/>
                </a:cubicBezTo>
                <a:cubicBezTo>
                  <a:pt x="95" y="51"/>
                  <a:pt x="95" y="51"/>
                  <a:pt x="95" y="51"/>
                </a:cubicBezTo>
                <a:cubicBezTo>
                  <a:pt x="109" y="51"/>
                  <a:pt x="109" y="51"/>
                  <a:pt x="109" y="51"/>
                </a:cubicBezTo>
                <a:cubicBezTo>
                  <a:pt x="109" y="0"/>
                  <a:pt x="109" y="0"/>
                  <a:pt x="109" y="0"/>
                </a:cubicBezTo>
                <a:lnTo>
                  <a:pt x="59" y="0"/>
                </a:lnTo>
                <a:close/>
                <a:moveTo>
                  <a:pt x="37" y="95"/>
                </a:moveTo>
                <a:cubicBezTo>
                  <a:pt x="25" y="95"/>
                  <a:pt x="15" y="85"/>
                  <a:pt x="15" y="73"/>
                </a:cubicBezTo>
                <a:cubicBezTo>
                  <a:pt x="15" y="61"/>
                  <a:pt x="25" y="51"/>
                  <a:pt x="37" y="51"/>
                </a:cubicBezTo>
                <a:cubicBezTo>
                  <a:pt x="49" y="51"/>
                  <a:pt x="59" y="61"/>
                  <a:pt x="59" y="73"/>
                </a:cubicBezTo>
                <a:cubicBezTo>
                  <a:pt x="59" y="85"/>
                  <a:pt x="49" y="95"/>
                  <a:pt x="37" y="9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254" name="Group 309" descr=""/>
          <p:cNvPicPr/>
          <p:nvPr/>
        </p:nvPicPr>
        <p:blipFill>
          <a:blip r:embed="rId31"/>
          <a:stretch/>
        </p:blipFill>
        <p:spPr>
          <a:xfrm>
            <a:off x="6224760" y="2992320"/>
            <a:ext cx="279360" cy="293760"/>
          </a:xfrm>
          <a:prstGeom prst="rect">
            <a:avLst/>
          </a:prstGeom>
          <a:ln w="0">
            <a:noFill/>
          </a:ln>
        </p:spPr>
      </p:pic>
      <p:pic>
        <p:nvPicPr>
          <p:cNvPr id="2255" name="Group 311" descr=""/>
          <p:cNvPicPr/>
          <p:nvPr/>
        </p:nvPicPr>
        <p:blipFill>
          <a:blip r:embed="rId32"/>
          <a:stretch/>
        </p:blipFill>
        <p:spPr>
          <a:xfrm>
            <a:off x="7991640" y="2992320"/>
            <a:ext cx="293400" cy="171720"/>
          </a:xfrm>
          <a:prstGeom prst="rect">
            <a:avLst/>
          </a:prstGeom>
          <a:ln w="0">
            <a:noFill/>
          </a:ln>
        </p:spPr>
      </p:pic>
      <p:sp>
        <p:nvSpPr>
          <p:cNvPr id="2256" name="Freeform 146"/>
          <p:cNvSpPr/>
          <p:nvPr/>
        </p:nvSpPr>
        <p:spPr>
          <a:xfrm>
            <a:off x="8583480" y="2994120"/>
            <a:ext cx="297000" cy="169920"/>
          </a:xfrm>
          <a:custGeom>
            <a:avLst/>
            <a:gdLst/>
            <a:ahLst/>
            <a:rect l="l" t="t" r="r" b="b"/>
            <a:pathLst>
              <a:path w="116" h="66">
                <a:moveTo>
                  <a:pt x="109" y="0"/>
                </a:moveTo>
                <a:cubicBezTo>
                  <a:pt x="7" y="0"/>
                  <a:pt x="7" y="0"/>
                  <a:pt x="7" y="0"/>
                </a:cubicBezTo>
                <a:cubicBezTo>
                  <a:pt x="3" y="0"/>
                  <a:pt x="0" y="3"/>
                  <a:pt x="0" y="7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62"/>
                  <a:pt x="3" y="66"/>
                  <a:pt x="7" y="66"/>
                </a:cubicBezTo>
                <a:cubicBezTo>
                  <a:pt x="109" y="66"/>
                  <a:pt x="109" y="66"/>
                  <a:pt x="109" y="66"/>
                </a:cubicBezTo>
                <a:cubicBezTo>
                  <a:pt x="113" y="66"/>
                  <a:pt x="116" y="62"/>
                  <a:pt x="116" y="58"/>
                </a:cubicBezTo>
                <a:cubicBezTo>
                  <a:pt x="116" y="7"/>
                  <a:pt x="116" y="7"/>
                  <a:pt x="116" y="7"/>
                </a:cubicBezTo>
                <a:cubicBezTo>
                  <a:pt x="116" y="3"/>
                  <a:pt x="113" y="0"/>
                  <a:pt x="109" y="0"/>
                </a:cubicBezTo>
                <a:close/>
                <a:moveTo>
                  <a:pt x="36" y="22"/>
                </a:moveTo>
                <a:cubicBezTo>
                  <a:pt x="22" y="22"/>
                  <a:pt x="22" y="22"/>
                  <a:pt x="22" y="22"/>
                </a:cubicBezTo>
                <a:cubicBezTo>
                  <a:pt x="22" y="29"/>
                  <a:pt x="22" y="29"/>
                  <a:pt x="22" y="29"/>
                </a:cubicBezTo>
                <a:cubicBezTo>
                  <a:pt x="36" y="29"/>
                  <a:pt x="36" y="29"/>
                  <a:pt x="36" y="29"/>
                </a:cubicBezTo>
                <a:cubicBezTo>
                  <a:pt x="36" y="51"/>
                  <a:pt x="36" y="51"/>
                  <a:pt x="36" y="51"/>
                </a:cubicBezTo>
                <a:cubicBezTo>
                  <a:pt x="15" y="51"/>
                  <a:pt x="15" y="51"/>
                  <a:pt x="15" y="51"/>
                </a:cubicBezTo>
                <a:cubicBezTo>
                  <a:pt x="15" y="44"/>
                  <a:pt x="15" y="44"/>
                  <a:pt x="15" y="44"/>
                </a:cubicBezTo>
                <a:cubicBezTo>
                  <a:pt x="29" y="44"/>
                  <a:pt x="29" y="44"/>
                  <a:pt x="29" y="44"/>
                </a:cubicBezTo>
                <a:cubicBezTo>
                  <a:pt x="29" y="36"/>
                  <a:pt x="29" y="36"/>
                  <a:pt x="29" y="36"/>
                </a:cubicBezTo>
                <a:cubicBezTo>
                  <a:pt x="15" y="36"/>
                  <a:pt x="15" y="36"/>
                  <a:pt x="15" y="36"/>
                </a:cubicBezTo>
                <a:cubicBezTo>
                  <a:pt x="15" y="15"/>
                  <a:pt x="15" y="15"/>
                  <a:pt x="15" y="15"/>
                </a:cubicBezTo>
                <a:cubicBezTo>
                  <a:pt x="36" y="15"/>
                  <a:pt x="36" y="15"/>
                  <a:pt x="36" y="15"/>
                </a:cubicBezTo>
                <a:lnTo>
                  <a:pt x="36" y="22"/>
                </a:lnTo>
                <a:close/>
                <a:moveTo>
                  <a:pt x="65" y="22"/>
                </a:moveTo>
                <a:cubicBezTo>
                  <a:pt x="51" y="22"/>
                  <a:pt x="51" y="22"/>
                  <a:pt x="51" y="22"/>
                </a:cubicBezTo>
                <a:cubicBezTo>
                  <a:pt x="51" y="29"/>
                  <a:pt x="51" y="29"/>
                  <a:pt x="51" y="29"/>
                </a:cubicBezTo>
                <a:cubicBezTo>
                  <a:pt x="65" y="29"/>
                  <a:pt x="65" y="29"/>
                  <a:pt x="65" y="29"/>
                </a:cubicBezTo>
                <a:cubicBezTo>
                  <a:pt x="65" y="36"/>
                  <a:pt x="65" y="36"/>
                  <a:pt x="65" y="36"/>
                </a:cubicBezTo>
                <a:cubicBezTo>
                  <a:pt x="51" y="36"/>
                  <a:pt x="51" y="36"/>
                  <a:pt x="51" y="36"/>
                </a:cubicBezTo>
                <a:cubicBezTo>
                  <a:pt x="51" y="44"/>
                  <a:pt x="51" y="44"/>
                  <a:pt x="51" y="44"/>
                </a:cubicBezTo>
                <a:cubicBezTo>
                  <a:pt x="65" y="44"/>
                  <a:pt x="65" y="44"/>
                  <a:pt x="65" y="44"/>
                </a:cubicBezTo>
                <a:cubicBezTo>
                  <a:pt x="65" y="51"/>
                  <a:pt x="65" y="51"/>
                  <a:pt x="65" y="51"/>
                </a:cubicBezTo>
                <a:cubicBezTo>
                  <a:pt x="44" y="51"/>
                  <a:pt x="44" y="51"/>
                  <a:pt x="44" y="51"/>
                </a:cubicBezTo>
                <a:cubicBezTo>
                  <a:pt x="44" y="15"/>
                  <a:pt x="44" y="15"/>
                  <a:pt x="44" y="15"/>
                </a:cubicBezTo>
                <a:cubicBezTo>
                  <a:pt x="65" y="15"/>
                  <a:pt x="65" y="15"/>
                  <a:pt x="65" y="15"/>
                </a:cubicBezTo>
                <a:lnTo>
                  <a:pt x="65" y="22"/>
                </a:lnTo>
                <a:close/>
                <a:moveTo>
                  <a:pt x="87" y="51"/>
                </a:moveTo>
                <a:cubicBezTo>
                  <a:pt x="73" y="51"/>
                  <a:pt x="73" y="51"/>
                  <a:pt x="73" y="51"/>
                </a:cubicBezTo>
                <a:cubicBezTo>
                  <a:pt x="73" y="15"/>
                  <a:pt x="73" y="15"/>
                  <a:pt x="73" y="15"/>
                </a:cubicBezTo>
                <a:cubicBezTo>
                  <a:pt x="80" y="15"/>
                  <a:pt x="80" y="15"/>
                  <a:pt x="80" y="15"/>
                </a:cubicBezTo>
                <a:cubicBezTo>
                  <a:pt x="80" y="44"/>
                  <a:pt x="80" y="44"/>
                  <a:pt x="80" y="44"/>
                </a:cubicBezTo>
                <a:cubicBezTo>
                  <a:pt x="87" y="44"/>
                  <a:pt x="87" y="44"/>
                  <a:pt x="87" y="44"/>
                </a:cubicBezTo>
                <a:lnTo>
                  <a:pt x="87" y="51"/>
                </a:lnTo>
                <a:close/>
                <a:moveTo>
                  <a:pt x="109" y="51"/>
                </a:moveTo>
                <a:cubicBezTo>
                  <a:pt x="94" y="51"/>
                  <a:pt x="94" y="51"/>
                  <a:pt x="94" y="51"/>
                </a:cubicBezTo>
                <a:cubicBezTo>
                  <a:pt x="94" y="15"/>
                  <a:pt x="94" y="15"/>
                  <a:pt x="94" y="15"/>
                </a:cubicBezTo>
                <a:cubicBezTo>
                  <a:pt x="102" y="15"/>
                  <a:pt x="102" y="15"/>
                  <a:pt x="102" y="15"/>
                </a:cubicBezTo>
                <a:cubicBezTo>
                  <a:pt x="102" y="44"/>
                  <a:pt x="102" y="44"/>
                  <a:pt x="102" y="44"/>
                </a:cubicBezTo>
                <a:cubicBezTo>
                  <a:pt x="109" y="44"/>
                  <a:pt x="109" y="44"/>
                  <a:pt x="109" y="44"/>
                </a:cubicBezTo>
                <a:lnTo>
                  <a:pt x="109" y="5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57" name="Freeform 147"/>
          <p:cNvSpPr/>
          <p:nvPr/>
        </p:nvSpPr>
        <p:spPr>
          <a:xfrm>
            <a:off x="263520" y="3589200"/>
            <a:ext cx="297000" cy="168480"/>
          </a:xfrm>
          <a:custGeom>
            <a:avLst/>
            <a:gdLst/>
            <a:ahLst/>
            <a:rect l="l" t="t" r="r" b="b"/>
            <a:pathLst>
              <a:path w="116" h="66">
                <a:moveTo>
                  <a:pt x="109" y="0"/>
                </a:moveTo>
                <a:cubicBezTo>
                  <a:pt x="7" y="0"/>
                  <a:pt x="7" y="0"/>
                  <a:pt x="7" y="0"/>
                </a:cubicBezTo>
                <a:cubicBezTo>
                  <a:pt x="3" y="0"/>
                  <a:pt x="0" y="4"/>
                  <a:pt x="0" y="8"/>
                </a:cubicBezTo>
                <a:cubicBezTo>
                  <a:pt x="0" y="59"/>
                  <a:pt x="0" y="59"/>
                  <a:pt x="0" y="59"/>
                </a:cubicBezTo>
                <a:cubicBezTo>
                  <a:pt x="0" y="63"/>
                  <a:pt x="3" y="66"/>
                  <a:pt x="7" y="66"/>
                </a:cubicBezTo>
                <a:cubicBezTo>
                  <a:pt x="109" y="66"/>
                  <a:pt x="109" y="66"/>
                  <a:pt x="109" y="66"/>
                </a:cubicBezTo>
                <a:cubicBezTo>
                  <a:pt x="113" y="66"/>
                  <a:pt x="116" y="63"/>
                  <a:pt x="116" y="59"/>
                </a:cubicBezTo>
                <a:cubicBezTo>
                  <a:pt x="116" y="8"/>
                  <a:pt x="116" y="8"/>
                  <a:pt x="116" y="8"/>
                </a:cubicBezTo>
                <a:cubicBezTo>
                  <a:pt x="116" y="4"/>
                  <a:pt x="113" y="0"/>
                  <a:pt x="109" y="0"/>
                </a:cubicBezTo>
                <a:close/>
                <a:moveTo>
                  <a:pt x="43" y="51"/>
                </a:moveTo>
                <a:cubicBezTo>
                  <a:pt x="36" y="51"/>
                  <a:pt x="36" y="51"/>
                  <a:pt x="36" y="51"/>
                </a:cubicBezTo>
                <a:cubicBezTo>
                  <a:pt x="22" y="27"/>
                  <a:pt x="22" y="27"/>
                  <a:pt x="22" y="27"/>
                </a:cubicBezTo>
                <a:cubicBezTo>
                  <a:pt x="22" y="51"/>
                  <a:pt x="22" y="51"/>
                  <a:pt x="22" y="51"/>
                </a:cubicBezTo>
                <a:cubicBezTo>
                  <a:pt x="14" y="51"/>
                  <a:pt x="14" y="51"/>
                  <a:pt x="14" y="51"/>
                </a:cubicBezTo>
                <a:cubicBezTo>
                  <a:pt x="14" y="15"/>
                  <a:pt x="14" y="15"/>
                  <a:pt x="14" y="15"/>
                </a:cubicBezTo>
                <a:cubicBezTo>
                  <a:pt x="22" y="15"/>
                  <a:pt x="22" y="15"/>
                  <a:pt x="22" y="15"/>
                </a:cubicBezTo>
                <a:cubicBezTo>
                  <a:pt x="36" y="39"/>
                  <a:pt x="36" y="39"/>
                  <a:pt x="36" y="39"/>
                </a:cubicBezTo>
                <a:cubicBezTo>
                  <a:pt x="36" y="15"/>
                  <a:pt x="36" y="15"/>
                  <a:pt x="36" y="15"/>
                </a:cubicBezTo>
                <a:cubicBezTo>
                  <a:pt x="43" y="15"/>
                  <a:pt x="43" y="15"/>
                  <a:pt x="43" y="15"/>
                </a:cubicBezTo>
                <a:lnTo>
                  <a:pt x="43" y="51"/>
                </a:lnTo>
                <a:close/>
                <a:moveTo>
                  <a:pt x="65" y="22"/>
                </a:moveTo>
                <a:cubicBezTo>
                  <a:pt x="58" y="22"/>
                  <a:pt x="58" y="22"/>
                  <a:pt x="58" y="22"/>
                </a:cubicBezTo>
                <a:cubicBezTo>
                  <a:pt x="58" y="30"/>
                  <a:pt x="58" y="30"/>
                  <a:pt x="58" y="30"/>
                </a:cubicBezTo>
                <a:cubicBezTo>
                  <a:pt x="65" y="30"/>
                  <a:pt x="65" y="30"/>
                  <a:pt x="65" y="30"/>
                </a:cubicBezTo>
                <a:cubicBezTo>
                  <a:pt x="65" y="37"/>
                  <a:pt x="65" y="37"/>
                  <a:pt x="65" y="37"/>
                </a:cubicBezTo>
                <a:cubicBezTo>
                  <a:pt x="58" y="37"/>
                  <a:pt x="58" y="37"/>
                  <a:pt x="58" y="37"/>
                </a:cubicBezTo>
                <a:cubicBezTo>
                  <a:pt x="58" y="44"/>
                  <a:pt x="58" y="44"/>
                  <a:pt x="58" y="44"/>
                </a:cubicBezTo>
                <a:cubicBezTo>
                  <a:pt x="65" y="44"/>
                  <a:pt x="65" y="44"/>
                  <a:pt x="65" y="44"/>
                </a:cubicBezTo>
                <a:cubicBezTo>
                  <a:pt x="65" y="51"/>
                  <a:pt x="65" y="51"/>
                  <a:pt x="65" y="51"/>
                </a:cubicBezTo>
                <a:cubicBezTo>
                  <a:pt x="51" y="51"/>
                  <a:pt x="51" y="51"/>
                  <a:pt x="51" y="51"/>
                </a:cubicBezTo>
                <a:cubicBezTo>
                  <a:pt x="51" y="15"/>
                  <a:pt x="51" y="15"/>
                  <a:pt x="51" y="15"/>
                </a:cubicBezTo>
                <a:cubicBezTo>
                  <a:pt x="65" y="15"/>
                  <a:pt x="65" y="15"/>
                  <a:pt x="65" y="15"/>
                </a:cubicBezTo>
                <a:lnTo>
                  <a:pt x="65" y="22"/>
                </a:lnTo>
                <a:close/>
                <a:moveTo>
                  <a:pt x="101" y="51"/>
                </a:moveTo>
                <a:cubicBezTo>
                  <a:pt x="94" y="51"/>
                  <a:pt x="94" y="51"/>
                  <a:pt x="94" y="51"/>
                </a:cubicBezTo>
                <a:cubicBezTo>
                  <a:pt x="87" y="37"/>
                  <a:pt x="87" y="37"/>
                  <a:pt x="87" y="37"/>
                </a:cubicBezTo>
                <a:cubicBezTo>
                  <a:pt x="80" y="51"/>
                  <a:pt x="80" y="51"/>
                  <a:pt x="80" y="51"/>
                </a:cubicBezTo>
                <a:cubicBezTo>
                  <a:pt x="72" y="51"/>
                  <a:pt x="72" y="51"/>
                  <a:pt x="72" y="51"/>
                </a:cubicBezTo>
                <a:cubicBezTo>
                  <a:pt x="72" y="15"/>
                  <a:pt x="72" y="15"/>
                  <a:pt x="72" y="15"/>
                </a:cubicBezTo>
                <a:cubicBezTo>
                  <a:pt x="80" y="15"/>
                  <a:pt x="80" y="15"/>
                  <a:pt x="80" y="15"/>
                </a:cubicBezTo>
                <a:cubicBezTo>
                  <a:pt x="80" y="37"/>
                  <a:pt x="80" y="37"/>
                  <a:pt x="80" y="37"/>
                </a:cubicBezTo>
                <a:cubicBezTo>
                  <a:pt x="87" y="22"/>
                  <a:pt x="87" y="22"/>
                  <a:pt x="87" y="22"/>
                </a:cubicBezTo>
                <a:cubicBezTo>
                  <a:pt x="94" y="37"/>
                  <a:pt x="94" y="37"/>
                  <a:pt x="94" y="37"/>
                </a:cubicBezTo>
                <a:cubicBezTo>
                  <a:pt x="94" y="15"/>
                  <a:pt x="94" y="15"/>
                  <a:pt x="94" y="15"/>
                </a:cubicBezTo>
                <a:cubicBezTo>
                  <a:pt x="101" y="15"/>
                  <a:pt x="101" y="15"/>
                  <a:pt x="101" y="15"/>
                </a:cubicBezTo>
                <a:lnTo>
                  <a:pt x="101" y="5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258" name="Group 298" descr=""/>
          <p:cNvPicPr/>
          <p:nvPr/>
        </p:nvPicPr>
        <p:blipFill>
          <a:blip r:embed="rId33"/>
          <a:stretch/>
        </p:blipFill>
        <p:spPr>
          <a:xfrm>
            <a:off x="858960" y="3664080"/>
            <a:ext cx="293400" cy="225360"/>
          </a:xfrm>
          <a:prstGeom prst="rect">
            <a:avLst/>
          </a:prstGeom>
          <a:ln w="0">
            <a:noFill/>
          </a:ln>
        </p:spPr>
      </p:pic>
      <p:sp>
        <p:nvSpPr>
          <p:cNvPr id="2259" name="Freeform 152"/>
          <p:cNvSpPr/>
          <p:nvPr/>
        </p:nvSpPr>
        <p:spPr>
          <a:xfrm>
            <a:off x="7392960" y="2994120"/>
            <a:ext cx="300240" cy="298440"/>
          </a:xfrm>
          <a:custGeom>
            <a:avLst/>
            <a:gdLst/>
            <a:ahLst/>
            <a:rect l="l" t="t" r="r" b="b"/>
            <a:pathLst>
              <a:path w="117" h="116">
                <a:moveTo>
                  <a:pt x="108" y="87"/>
                </a:moveTo>
                <a:cubicBezTo>
                  <a:pt x="103" y="36"/>
                  <a:pt x="103" y="36"/>
                  <a:pt x="103" y="36"/>
                </a:cubicBezTo>
                <a:cubicBezTo>
                  <a:pt x="102" y="32"/>
                  <a:pt x="99" y="29"/>
                  <a:pt x="95" y="29"/>
                </a:cubicBezTo>
                <a:cubicBezTo>
                  <a:pt x="79" y="29"/>
                  <a:pt x="79" y="29"/>
                  <a:pt x="79" y="29"/>
                </a:cubicBezTo>
                <a:cubicBezTo>
                  <a:pt x="79" y="22"/>
                  <a:pt x="79" y="22"/>
                  <a:pt x="79" y="22"/>
                </a:cubicBezTo>
                <a:cubicBezTo>
                  <a:pt x="95" y="22"/>
                  <a:pt x="95" y="22"/>
                  <a:pt x="95" y="22"/>
                </a:cubicBezTo>
                <a:cubicBezTo>
                  <a:pt x="95" y="0"/>
                  <a:pt x="95" y="0"/>
                  <a:pt x="95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1" y="22"/>
                  <a:pt x="51" y="22"/>
                  <a:pt x="51" y="22"/>
                </a:cubicBezTo>
                <a:cubicBezTo>
                  <a:pt x="67" y="22"/>
                  <a:pt x="67" y="22"/>
                  <a:pt x="67" y="22"/>
                </a:cubicBezTo>
                <a:cubicBezTo>
                  <a:pt x="67" y="29"/>
                  <a:pt x="67" y="29"/>
                  <a:pt x="67" y="29"/>
                </a:cubicBezTo>
                <a:cubicBezTo>
                  <a:pt x="22" y="29"/>
                  <a:pt x="22" y="29"/>
                  <a:pt x="22" y="29"/>
                </a:cubicBezTo>
                <a:cubicBezTo>
                  <a:pt x="18" y="29"/>
                  <a:pt x="15" y="32"/>
                  <a:pt x="14" y="36"/>
                </a:cubicBezTo>
                <a:cubicBezTo>
                  <a:pt x="8" y="87"/>
                  <a:pt x="8" y="87"/>
                  <a:pt x="8" y="87"/>
                </a:cubicBezTo>
                <a:cubicBezTo>
                  <a:pt x="0" y="87"/>
                  <a:pt x="0" y="87"/>
                  <a:pt x="0" y="87"/>
                </a:cubicBezTo>
                <a:cubicBezTo>
                  <a:pt x="0" y="116"/>
                  <a:pt x="0" y="116"/>
                  <a:pt x="0" y="116"/>
                </a:cubicBezTo>
                <a:cubicBezTo>
                  <a:pt x="117" y="116"/>
                  <a:pt x="117" y="116"/>
                  <a:pt x="117" y="116"/>
                </a:cubicBezTo>
                <a:cubicBezTo>
                  <a:pt x="117" y="87"/>
                  <a:pt x="117" y="87"/>
                  <a:pt x="117" y="87"/>
                </a:cubicBezTo>
                <a:lnTo>
                  <a:pt x="108" y="87"/>
                </a:lnTo>
                <a:close/>
                <a:moveTo>
                  <a:pt x="80" y="44"/>
                </a:moveTo>
                <a:cubicBezTo>
                  <a:pt x="88" y="44"/>
                  <a:pt x="88" y="44"/>
                  <a:pt x="88" y="44"/>
                </a:cubicBezTo>
                <a:cubicBezTo>
                  <a:pt x="88" y="51"/>
                  <a:pt x="88" y="51"/>
                  <a:pt x="88" y="51"/>
                </a:cubicBezTo>
                <a:cubicBezTo>
                  <a:pt x="80" y="51"/>
                  <a:pt x="80" y="51"/>
                  <a:pt x="80" y="51"/>
                </a:cubicBezTo>
                <a:lnTo>
                  <a:pt x="80" y="44"/>
                </a:lnTo>
                <a:close/>
                <a:moveTo>
                  <a:pt x="80" y="58"/>
                </a:moveTo>
                <a:cubicBezTo>
                  <a:pt x="88" y="58"/>
                  <a:pt x="88" y="58"/>
                  <a:pt x="88" y="58"/>
                </a:cubicBezTo>
                <a:cubicBezTo>
                  <a:pt x="88" y="66"/>
                  <a:pt x="88" y="66"/>
                  <a:pt x="88" y="66"/>
                </a:cubicBezTo>
                <a:cubicBezTo>
                  <a:pt x="80" y="66"/>
                  <a:pt x="80" y="66"/>
                  <a:pt x="80" y="66"/>
                </a:cubicBezTo>
                <a:lnTo>
                  <a:pt x="80" y="58"/>
                </a:lnTo>
                <a:close/>
                <a:moveTo>
                  <a:pt x="80" y="73"/>
                </a:moveTo>
                <a:cubicBezTo>
                  <a:pt x="88" y="73"/>
                  <a:pt x="88" y="73"/>
                  <a:pt x="88" y="73"/>
                </a:cubicBezTo>
                <a:cubicBezTo>
                  <a:pt x="88" y="80"/>
                  <a:pt x="88" y="80"/>
                  <a:pt x="88" y="80"/>
                </a:cubicBezTo>
                <a:cubicBezTo>
                  <a:pt x="80" y="80"/>
                  <a:pt x="80" y="80"/>
                  <a:pt x="80" y="80"/>
                </a:cubicBezTo>
                <a:lnTo>
                  <a:pt x="80" y="73"/>
                </a:lnTo>
                <a:close/>
                <a:moveTo>
                  <a:pt x="58" y="15"/>
                </a:moveTo>
                <a:cubicBezTo>
                  <a:pt x="58" y="7"/>
                  <a:pt x="58" y="7"/>
                  <a:pt x="58" y="7"/>
                </a:cubicBezTo>
                <a:cubicBezTo>
                  <a:pt x="88" y="7"/>
                  <a:pt x="88" y="7"/>
                  <a:pt x="88" y="7"/>
                </a:cubicBezTo>
                <a:cubicBezTo>
                  <a:pt x="88" y="15"/>
                  <a:pt x="88" y="15"/>
                  <a:pt x="88" y="15"/>
                </a:cubicBezTo>
                <a:lnTo>
                  <a:pt x="58" y="15"/>
                </a:lnTo>
                <a:close/>
                <a:moveTo>
                  <a:pt x="66" y="44"/>
                </a:moveTo>
                <a:cubicBezTo>
                  <a:pt x="73" y="44"/>
                  <a:pt x="73" y="44"/>
                  <a:pt x="73" y="44"/>
                </a:cubicBezTo>
                <a:cubicBezTo>
                  <a:pt x="73" y="51"/>
                  <a:pt x="73" y="51"/>
                  <a:pt x="73" y="51"/>
                </a:cubicBezTo>
                <a:cubicBezTo>
                  <a:pt x="66" y="51"/>
                  <a:pt x="66" y="51"/>
                  <a:pt x="66" y="51"/>
                </a:cubicBezTo>
                <a:lnTo>
                  <a:pt x="66" y="44"/>
                </a:lnTo>
                <a:close/>
                <a:moveTo>
                  <a:pt x="66" y="58"/>
                </a:moveTo>
                <a:cubicBezTo>
                  <a:pt x="73" y="58"/>
                  <a:pt x="73" y="58"/>
                  <a:pt x="73" y="58"/>
                </a:cubicBezTo>
                <a:cubicBezTo>
                  <a:pt x="73" y="66"/>
                  <a:pt x="73" y="66"/>
                  <a:pt x="73" y="66"/>
                </a:cubicBezTo>
                <a:cubicBezTo>
                  <a:pt x="66" y="66"/>
                  <a:pt x="66" y="66"/>
                  <a:pt x="66" y="66"/>
                </a:cubicBezTo>
                <a:lnTo>
                  <a:pt x="66" y="58"/>
                </a:lnTo>
                <a:close/>
                <a:moveTo>
                  <a:pt x="66" y="73"/>
                </a:moveTo>
                <a:cubicBezTo>
                  <a:pt x="73" y="73"/>
                  <a:pt x="73" y="73"/>
                  <a:pt x="73" y="73"/>
                </a:cubicBezTo>
                <a:cubicBezTo>
                  <a:pt x="73" y="80"/>
                  <a:pt x="73" y="80"/>
                  <a:pt x="73" y="80"/>
                </a:cubicBezTo>
                <a:cubicBezTo>
                  <a:pt x="66" y="80"/>
                  <a:pt x="66" y="80"/>
                  <a:pt x="66" y="80"/>
                </a:cubicBezTo>
                <a:lnTo>
                  <a:pt x="66" y="73"/>
                </a:lnTo>
                <a:close/>
                <a:moveTo>
                  <a:pt x="22" y="44"/>
                </a:moveTo>
                <a:cubicBezTo>
                  <a:pt x="51" y="44"/>
                  <a:pt x="51" y="44"/>
                  <a:pt x="51" y="44"/>
                </a:cubicBezTo>
                <a:cubicBezTo>
                  <a:pt x="51" y="58"/>
                  <a:pt x="51" y="58"/>
                  <a:pt x="51" y="58"/>
                </a:cubicBezTo>
                <a:cubicBezTo>
                  <a:pt x="22" y="58"/>
                  <a:pt x="22" y="58"/>
                  <a:pt x="22" y="58"/>
                </a:cubicBezTo>
                <a:lnTo>
                  <a:pt x="22" y="44"/>
                </a:lnTo>
                <a:close/>
                <a:moveTo>
                  <a:pt x="109" y="102"/>
                </a:moveTo>
                <a:cubicBezTo>
                  <a:pt x="8" y="102"/>
                  <a:pt x="8" y="102"/>
                  <a:pt x="8" y="102"/>
                </a:cubicBezTo>
                <a:cubicBezTo>
                  <a:pt x="8" y="95"/>
                  <a:pt x="8" y="95"/>
                  <a:pt x="8" y="95"/>
                </a:cubicBezTo>
                <a:cubicBezTo>
                  <a:pt x="109" y="95"/>
                  <a:pt x="109" y="95"/>
                  <a:pt x="109" y="95"/>
                </a:cubicBezTo>
                <a:lnTo>
                  <a:pt x="109" y="10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60" name="Freeform 153"/>
          <p:cNvSpPr/>
          <p:nvPr/>
        </p:nvSpPr>
        <p:spPr>
          <a:xfrm>
            <a:off x="5621400" y="3005280"/>
            <a:ext cx="288720" cy="287280"/>
          </a:xfrm>
          <a:custGeom>
            <a:avLst/>
            <a:gdLst/>
            <a:ahLst/>
            <a:rect l="l" t="t" r="r" b="b"/>
            <a:pathLst>
              <a:path w="113" h="112">
                <a:moveTo>
                  <a:pt x="91" y="89"/>
                </a:moveTo>
                <a:cubicBezTo>
                  <a:pt x="86" y="89"/>
                  <a:pt x="81" y="93"/>
                  <a:pt x="80" y="98"/>
                </a:cubicBezTo>
                <a:cubicBezTo>
                  <a:pt x="43" y="98"/>
                  <a:pt x="43" y="98"/>
                  <a:pt x="43" y="98"/>
                </a:cubicBezTo>
                <a:cubicBezTo>
                  <a:pt x="42" y="95"/>
                  <a:pt x="41" y="92"/>
                  <a:pt x="38" y="91"/>
                </a:cubicBezTo>
                <a:cubicBezTo>
                  <a:pt x="43" y="76"/>
                  <a:pt x="43" y="76"/>
                  <a:pt x="43" y="76"/>
                </a:cubicBezTo>
                <a:cubicBezTo>
                  <a:pt x="101" y="76"/>
                  <a:pt x="101" y="76"/>
                  <a:pt x="101" y="76"/>
                </a:cubicBezTo>
                <a:cubicBezTo>
                  <a:pt x="113" y="26"/>
                  <a:pt x="113" y="26"/>
                  <a:pt x="113" y="26"/>
                </a:cubicBezTo>
                <a:cubicBezTo>
                  <a:pt x="21" y="13"/>
                  <a:pt x="21" y="13"/>
                  <a:pt x="21" y="13"/>
                </a:cubicBezTo>
                <a:cubicBezTo>
                  <a:pt x="13" y="8"/>
                  <a:pt x="13" y="8"/>
                  <a:pt x="13" y="8"/>
                </a:cubicBezTo>
                <a:cubicBezTo>
                  <a:pt x="14" y="7"/>
                  <a:pt x="14" y="7"/>
                  <a:pt x="14" y="7"/>
                </a:cubicBezTo>
                <a:cubicBezTo>
                  <a:pt x="14" y="3"/>
                  <a:pt x="10" y="0"/>
                  <a:pt x="7" y="0"/>
                </a:cubicBezTo>
                <a:cubicBezTo>
                  <a:pt x="3" y="0"/>
                  <a:pt x="0" y="3"/>
                  <a:pt x="0" y="7"/>
                </a:cubicBezTo>
                <a:cubicBezTo>
                  <a:pt x="0" y="11"/>
                  <a:pt x="3" y="14"/>
                  <a:pt x="7" y="14"/>
                </a:cubicBezTo>
                <a:cubicBezTo>
                  <a:pt x="8" y="14"/>
                  <a:pt x="8" y="14"/>
                  <a:pt x="8" y="14"/>
                </a:cubicBezTo>
                <a:cubicBezTo>
                  <a:pt x="17" y="19"/>
                  <a:pt x="17" y="19"/>
                  <a:pt x="17" y="19"/>
                </a:cubicBezTo>
                <a:cubicBezTo>
                  <a:pt x="31" y="76"/>
                  <a:pt x="31" y="76"/>
                  <a:pt x="31" y="76"/>
                </a:cubicBezTo>
                <a:cubicBezTo>
                  <a:pt x="35" y="76"/>
                  <a:pt x="35" y="76"/>
                  <a:pt x="35" y="76"/>
                </a:cubicBezTo>
                <a:cubicBezTo>
                  <a:pt x="31" y="88"/>
                  <a:pt x="31" y="88"/>
                  <a:pt x="31" y="88"/>
                </a:cubicBezTo>
                <a:cubicBezTo>
                  <a:pt x="31" y="88"/>
                  <a:pt x="31" y="88"/>
                  <a:pt x="31" y="88"/>
                </a:cubicBezTo>
                <a:cubicBezTo>
                  <a:pt x="24" y="88"/>
                  <a:pt x="19" y="94"/>
                  <a:pt x="19" y="100"/>
                </a:cubicBezTo>
                <a:cubicBezTo>
                  <a:pt x="19" y="107"/>
                  <a:pt x="24" y="112"/>
                  <a:pt x="31" y="112"/>
                </a:cubicBezTo>
                <a:cubicBezTo>
                  <a:pt x="36" y="112"/>
                  <a:pt x="40" y="109"/>
                  <a:pt x="42" y="105"/>
                </a:cubicBezTo>
                <a:cubicBezTo>
                  <a:pt x="80" y="105"/>
                  <a:pt x="80" y="105"/>
                  <a:pt x="80" y="105"/>
                </a:cubicBezTo>
                <a:cubicBezTo>
                  <a:pt x="82" y="109"/>
                  <a:pt x="86" y="112"/>
                  <a:pt x="91" y="112"/>
                </a:cubicBezTo>
                <a:cubicBezTo>
                  <a:pt x="98" y="112"/>
                  <a:pt x="103" y="107"/>
                  <a:pt x="103" y="101"/>
                </a:cubicBezTo>
                <a:cubicBezTo>
                  <a:pt x="103" y="94"/>
                  <a:pt x="98" y="89"/>
                  <a:pt x="91" y="8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261" name="Group 299" descr=""/>
          <p:cNvPicPr/>
          <p:nvPr/>
        </p:nvPicPr>
        <p:blipFill>
          <a:blip r:embed="rId34"/>
          <a:stretch/>
        </p:blipFill>
        <p:spPr>
          <a:xfrm>
            <a:off x="1450800" y="3627360"/>
            <a:ext cx="298800" cy="262080"/>
          </a:xfrm>
          <a:prstGeom prst="rect">
            <a:avLst/>
          </a:prstGeom>
          <a:ln w="0">
            <a:noFill/>
          </a:ln>
        </p:spPr>
      </p:pic>
      <p:pic>
        <p:nvPicPr>
          <p:cNvPr id="2262" name="Group 310" descr=""/>
          <p:cNvPicPr/>
          <p:nvPr/>
        </p:nvPicPr>
        <p:blipFill>
          <a:blip r:embed="rId35"/>
          <a:stretch/>
        </p:blipFill>
        <p:spPr>
          <a:xfrm>
            <a:off x="6802560" y="2992320"/>
            <a:ext cx="293400" cy="300240"/>
          </a:xfrm>
          <a:prstGeom prst="rect">
            <a:avLst/>
          </a:prstGeom>
          <a:ln w="0">
            <a:noFill/>
          </a:ln>
        </p:spPr>
      </p:pic>
      <p:pic>
        <p:nvPicPr>
          <p:cNvPr id="2263" name="Group 301" descr=""/>
          <p:cNvPicPr/>
          <p:nvPr/>
        </p:nvPicPr>
        <p:blipFill>
          <a:blip r:embed="rId36"/>
          <a:stretch/>
        </p:blipFill>
        <p:spPr>
          <a:xfrm>
            <a:off x="2048040" y="3621240"/>
            <a:ext cx="293400" cy="268200"/>
          </a:xfrm>
          <a:prstGeom prst="rect">
            <a:avLst/>
          </a:prstGeom>
          <a:ln w="0">
            <a:noFill/>
          </a:ln>
        </p:spPr>
      </p:pic>
      <p:sp>
        <p:nvSpPr>
          <p:cNvPr id="2264" name="Freeform 165"/>
          <p:cNvSpPr/>
          <p:nvPr/>
        </p:nvSpPr>
        <p:spPr>
          <a:xfrm>
            <a:off x="2639880" y="3589200"/>
            <a:ext cx="297000" cy="300240"/>
          </a:xfrm>
          <a:custGeom>
            <a:avLst/>
            <a:gdLst/>
            <a:ahLst/>
            <a:rect l="l" t="t" r="r" b="b"/>
            <a:pathLst>
              <a:path w="187" h="189">
                <a:moveTo>
                  <a:pt x="94" y="48"/>
                </a:moveTo>
                <a:lnTo>
                  <a:pt x="94" y="0"/>
                </a:lnTo>
                <a:lnTo>
                  <a:pt x="12" y="0"/>
                </a:lnTo>
                <a:lnTo>
                  <a:pt x="12" y="176"/>
                </a:lnTo>
                <a:lnTo>
                  <a:pt x="0" y="176"/>
                </a:lnTo>
                <a:lnTo>
                  <a:pt x="0" y="189"/>
                </a:lnTo>
                <a:lnTo>
                  <a:pt x="187" y="189"/>
                </a:lnTo>
                <a:lnTo>
                  <a:pt x="187" y="48"/>
                </a:lnTo>
                <a:lnTo>
                  <a:pt x="94" y="48"/>
                </a:lnTo>
                <a:close/>
                <a:moveTo>
                  <a:pt x="71" y="176"/>
                </a:moveTo>
                <a:lnTo>
                  <a:pt x="36" y="176"/>
                </a:lnTo>
                <a:lnTo>
                  <a:pt x="36" y="153"/>
                </a:lnTo>
                <a:lnTo>
                  <a:pt x="71" y="153"/>
                </a:lnTo>
                <a:lnTo>
                  <a:pt x="71" y="176"/>
                </a:lnTo>
                <a:close/>
                <a:moveTo>
                  <a:pt x="83" y="129"/>
                </a:moveTo>
                <a:lnTo>
                  <a:pt x="25" y="129"/>
                </a:lnTo>
                <a:lnTo>
                  <a:pt x="25" y="118"/>
                </a:lnTo>
                <a:lnTo>
                  <a:pt x="83" y="118"/>
                </a:lnTo>
                <a:lnTo>
                  <a:pt x="83" y="129"/>
                </a:lnTo>
                <a:close/>
                <a:moveTo>
                  <a:pt x="83" y="106"/>
                </a:moveTo>
                <a:lnTo>
                  <a:pt x="25" y="106"/>
                </a:lnTo>
                <a:lnTo>
                  <a:pt x="25" y="95"/>
                </a:lnTo>
                <a:lnTo>
                  <a:pt x="83" y="95"/>
                </a:lnTo>
                <a:lnTo>
                  <a:pt x="83" y="106"/>
                </a:lnTo>
                <a:close/>
                <a:moveTo>
                  <a:pt x="83" y="82"/>
                </a:moveTo>
                <a:lnTo>
                  <a:pt x="25" y="82"/>
                </a:lnTo>
                <a:lnTo>
                  <a:pt x="25" y="71"/>
                </a:lnTo>
                <a:lnTo>
                  <a:pt x="83" y="71"/>
                </a:lnTo>
                <a:lnTo>
                  <a:pt x="83" y="82"/>
                </a:lnTo>
                <a:close/>
                <a:moveTo>
                  <a:pt x="83" y="59"/>
                </a:moveTo>
                <a:lnTo>
                  <a:pt x="25" y="59"/>
                </a:lnTo>
                <a:lnTo>
                  <a:pt x="25" y="48"/>
                </a:lnTo>
                <a:lnTo>
                  <a:pt x="83" y="48"/>
                </a:lnTo>
                <a:lnTo>
                  <a:pt x="83" y="59"/>
                </a:lnTo>
                <a:close/>
                <a:moveTo>
                  <a:pt x="83" y="35"/>
                </a:moveTo>
                <a:lnTo>
                  <a:pt x="25" y="35"/>
                </a:lnTo>
                <a:lnTo>
                  <a:pt x="25" y="24"/>
                </a:lnTo>
                <a:lnTo>
                  <a:pt x="83" y="24"/>
                </a:lnTo>
                <a:lnTo>
                  <a:pt x="83" y="35"/>
                </a:lnTo>
                <a:close/>
                <a:moveTo>
                  <a:pt x="141" y="164"/>
                </a:moveTo>
                <a:lnTo>
                  <a:pt x="118" y="164"/>
                </a:lnTo>
                <a:lnTo>
                  <a:pt x="118" y="142"/>
                </a:lnTo>
                <a:lnTo>
                  <a:pt x="141" y="142"/>
                </a:lnTo>
                <a:lnTo>
                  <a:pt x="141" y="164"/>
                </a:lnTo>
                <a:close/>
                <a:moveTo>
                  <a:pt x="141" y="129"/>
                </a:moveTo>
                <a:lnTo>
                  <a:pt x="118" y="129"/>
                </a:lnTo>
                <a:lnTo>
                  <a:pt x="118" y="106"/>
                </a:lnTo>
                <a:lnTo>
                  <a:pt x="141" y="106"/>
                </a:lnTo>
                <a:lnTo>
                  <a:pt x="141" y="129"/>
                </a:lnTo>
                <a:close/>
                <a:moveTo>
                  <a:pt x="141" y="95"/>
                </a:moveTo>
                <a:lnTo>
                  <a:pt x="118" y="95"/>
                </a:lnTo>
                <a:lnTo>
                  <a:pt x="118" y="71"/>
                </a:lnTo>
                <a:lnTo>
                  <a:pt x="141" y="71"/>
                </a:lnTo>
                <a:lnTo>
                  <a:pt x="141" y="95"/>
                </a:lnTo>
                <a:close/>
                <a:moveTo>
                  <a:pt x="176" y="164"/>
                </a:moveTo>
                <a:lnTo>
                  <a:pt x="152" y="164"/>
                </a:lnTo>
                <a:lnTo>
                  <a:pt x="152" y="142"/>
                </a:lnTo>
                <a:lnTo>
                  <a:pt x="176" y="142"/>
                </a:lnTo>
                <a:lnTo>
                  <a:pt x="176" y="164"/>
                </a:lnTo>
                <a:close/>
                <a:moveTo>
                  <a:pt x="176" y="129"/>
                </a:moveTo>
                <a:lnTo>
                  <a:pt x="152" y="129"/>
                </a:lnTo>
                <a:lnTo>
                  <a:pt x="152" y="106"/>
                </a:lnTo>
                <a:lnTo>
                  <a:pt x="176" y="106"/>
                </a:lnTo>
                <a:lnTo>
                  <a:pt x="176" y="129"/>
                </a:lnTo>
                <a:close/>
                <a:moveTo>
                  <a:pt x="176" y="95"/>
                </a:moveTo>
                <a:lnTo>
                  <a:pt x="152" y="95"/>
                </a:lnTo>
                <a:lnTo>
                  <a:pt x="152" y="71"/>
                </a:lnTo>
                <a:lnTo>
                  <a:pt x="176" y="71"/>
                </a:lnTo>
                <a:lnTo>
                  <a:pt x="176" y="9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65" name="Freeform 166"/>
          <p:cNvSpPr/>
          <p:nvPr/>
        </p:nvSpPr>
        <p:spPr>
          <a:xfrm>
            <a:off x="5722920" y="3589200"/>
            <a:ext cx="204840" cy="300240"/>
          </a:xfrm>
          <a:custGeom>
            <a:avLst/>
            <a:gdLst/>
            <a:ahLst/>
            <a:rect l="l" t="t" r="r" b="b"/>
            <a:pathLst>
              <a:path w="80" h="117">
                <a:moveTo>
                  <a:pt x="40" y="0"/>
                </a:moveTo>
                <a:cubicBezTo>
                  <a:pt x="18" y="0"/>
                  <a:pt x="0" y="18"/>
                  <a:pt x="0" y="40"/>
                </a:cubicBezTo>
                <a:cubicBezTo>
                  <a:pt x="0" y="66"/>
                  <a:pt x="27" y="85"/>
                  <a:pt x="40" y="117"/>
                </a:cubicBezTo>
                <a:cubicBezTo>
                  <a:pt x="53" y="85"/>
                  <a:pt x="80" y="66"/>
                  <a:pt x="80" y="40"/>
                </a:cubicBezTo>
                <a:cubicBezTo>
                  <a:pt x="80" y="18"/>
                  <a:pt x="62" y="0"/>
                  <a:pt x="40" y="0"/>
                </a:cubicBezTo>
                <a:close/>
                <a:moveTo>
                  <a:pt x="7" y="32"/>
                </a:moveTo>
                <a:cubicBezTo>
                  <a:pt x="32" y="32"/>
                  <a:pt x="32" y="32"/>
                  <a:pt x="32" y="32"/>
                </a:cubicBezTo>
                <a:cubicBezTo>
                  <a:pt x="40" y="8"/>
                  <a:pt x="40" y="8"/>
                  <a:pt x="40" y="8"/>
                </a:cubicBezTo>
                <a:cubicBezTo>
                  <a:pt x="48" y="32"/>
                  <a:pt x="48" y="32"/>
                  <a:pt x="48" y="32"/>
                </a:cubicBezTo>
                <a:cubicBezTo>
                  <a:pt x="73" y="32"/>
                  <a:pt x="73" y="32"/>
                  <a:pt x="73" y="32"/>
                </a:cubicBezTo>
                <a:cubicBezTo>
                  <a:pt x="52" y="46"/>
                  <a:pt x="52" y="46"/>
                  <a:pt x="52" y="46"/>
                </a:cubicBezTo>
                <a:cubicBezTo>
                  <a:pt x="63" y="69"/>
                  <a:pt x="63" y="69"/>
                  <a:pt x="63" y="69"/>
                </a:cubicBezTo>
                <a:cubicBezTo>
                  <a:pt x="40" y="54"/>
                  <a:pt x="40" y="54"/>
                  <a:pt x="40" y="54"/>
                </a:cubicBezTo>
                <a:cubicBezTo>
                  <a:pt x="17" y="69"/>
                  <a:pt x="17" y="69"/>
                  <a:pt x="17" y="69"/>
                </a:cubicBezTo>
                <a:cubicBezTo>
                  <a:pt x="28" y="46"/>
                  <a:pt x="28" y="46"/>
                  <a:pt x="28" y="46"/>
                </a:cubicBezTo>
                <a:lnTo>
                  <a:pt x="7" y="3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266" name="Group 306" descr=""/>
          <p:cNvPicPr/>
          <p:nvPr/>
        </p:nvPicPr>
        <p:blipFill>
          <a:blip r:embed="rId37"/>
          <a:stretch/>
        </p:blipFill>
        <p:spPr>
          <a:xfrm>
            <a:off x="3822840" y="3584520"/>
            <a:ext cx="304560" cy="304920"/>
          </a:xfrm>
          <a:prstGeom prst="rect">
            <a:avLst/>
          </a:prstGeom>
          <a:ln w="0">
            <a:noFill/>
          </a:ln>
        </p:spPr>
      </p:pic>
      <p:sp>
        <p:nvSpPr>
          <p:cNvPr id="2267" name="Freeform 169"/>
          <p:cNvSpPr/>
          <p:nvPr/>
        </p:nvSpPr>
        <p:spPr>
          <a:xfrm>
            <a:off x="4424400" y="3589200"/>
            <a:ext cx="295200" cy="300240"/>
          </a:xfrm>
          <a:custGeom>
            <a:avLst/>
            <a:gdLst/>
            <a:ahLst/>
            <a:rect l="l" t="t" r="r" b="b"/>
            <a:pathLst>
              <a:path w="186" h="189">
                <a:moveTo>
                  <a:pt x="186" y="153"/>
                </a:moveTo>
                <a:lnTo>
                  <a:pt x="128" y="95"/>
                </a:lnTo>
                <a:lnTo>
                  <a:pt x="164" y="95"/>
                </a:lnTo>
                <a:lnTo>
                  <a:pt x="117" y="48"/>
                </a:lnTo>
                <a:lnTo>
                  <a:pt x="140" y="48"/>
                </a:lnTo>
                <a:lnTo>
                  <a:pt x="93" y="0"/>
                </a:lnTo>
                <a:lnTo>
                  <a:pt x="46" y="48"/>
                </a:lnTo>
                <a:lnTo>
                  <a:pt x="69" y="48"/>
                </a:lnTo>
                <a:lnTo>
                  <a:pt x="22" y="95"/>
                </a:lnTo>
                <a:lnTo>
                  <a:pt x="58" y="95"/>
                </a:lnTo>
                <a:lnTo>
                  <a:pt x="0" y="153"/>
                </a:lnTo>
                <a:lnTo>
                  <a:pt x="69" y="153"/>
                </a:lnTo>
                <a:lnTo>
                  <a:pt x="69" y="189"/>
                </a:lnTo>
                <a:lnTo>
                  <a:pt x="117" y="189"/>
                </a:lnTo>
                <a:lnTo>
                  <a:pt x="117" y="153"/>
                </a:lnTo>
                <a:lnTo>
                  <a:pt x="186" y="15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68" name="Freeform 170"/>
          <p:cNvSpPr/>
          <p:nvPr/>
        </p:nvSpPr>
        <p:spPr>
          <a:xfrm>
            <a:off x="5016600" y="3589200"/>
            <a:ext cx="296640" cy="300240"/>
          </a:xfrm>
          <a:custGeom>
            <a:avLst/>
            <a:gdLst/>
            <a:ahLst/>
            <a:rect l="l" t="t" r="r" b="b"/>
            <a:pathLst>
              <a:path w="116" h="117">
                <a:moveTo>
                  <a:pt x="102" y="31"/>
                </a:moveTo>
                <a:cubicBezTo>
                  <a:pt x="102" y="30"/>
                  <a:pt x="102" y="30"/>
                  <a:pt x="102" y="30"/>
                </a:cubicBezTo>
                <a:cubicBezTo>
                  <a:pt x="102" y="18"/>
                  <a:pt x="93" y="9"/>
                  <a:pt x="82" y="8"/>
                </a:cubicBezTo>
                <a:cubicBezTo>
                  <a:pt x="78" y="3"/>
                  <a:pt x="72" y="0"/>
                  <a:pt x="66" y="0"/>
                </a:cubicBezTo>
                <a:cubicBezTo>
                  <a:pt x="58" y="0"/>
                  <a:pt x="51" y="5"/>
                  <a:pt x="47" y="11"/>
                </a:cubicBezTo>
                <a:cubicBezTo>
                  <a:pt x="44" y="9"/>
                  <a:pt x="40" y="8"/>
                  <a:pt x="37" y="8"/>
                </a:cubicBezTo>
                <a:cubicBezTo>
                  <a:pt x="24" y="8"/>
                  <a:pt x="15" y="17"/>
                  <a:pt x="15" y="30"/>
                </a:cubicBezTo>
                <a:cubicBezTo>
                  <a:pt x="15" y="30"/>
                  <a:pt x="15" y="30"/>
                  <a:pt x="15" y="31"/>
                </a:cubicBezTo>
                <a:cubicBezTo>
                  <a:pt x="6" y="34"/>
                  <a:pt x="0" y="42"/>
                  <a:pt x="0" y="51"/>
                </a:cubicBezTo>
                <a:cubicBezTo>
                  <a:pt x="0" y="63"/>
                  <a:pt x="10" y="73"/>
                  <a:pt x="22" y="73"/>
                </a:cubicBezTo>
                <a:cubicBezTo>
                  <a:pt x="26" y="73"/>
                  <a:pt x="30" y="72"/>
                  <a:pt x="33" y="70"/>
                </a:cubicBezTo>
                <a:cubicBezTo>
                  <a:pt x="36" y="72"/>
                  <a:pt x="40" y="73"/>
                  <a:pt x="44" y="73"/>
                </a:cubicBezTo>
                <a:cubicBezTo>
                  <a:pt x="46" y="73"/>
                  <a:pt x="49" y="73"/>
                  <a:pt x="51" y="72"/>
                </a:cubicBezTo>
                <a:cubicBezTo>
                  <a:pt x="51" y="109"/>
                  <a:pt x="51" y="109"/>
                  <a:pt x="51" y="109"/>
                </a:cubicBezTo>
                <a:cubicBezTo>
                  <a:pt x="44" y="109"/>
                  <a:pt x="44" y="109"/>
                  <a:pt x="44" y="109"/>
                </a:cubicBezTo>
                <a:cubicBezTo>
                  <a:pt x="44" y="117"/>
                  <a:pt x="44" y="117"/>
                  <a:pt x="44" y="117"/>
                </a:cubicBezTo>
                <a:cubicBezTo>
                  <a:pt x="73" y="117"/>
                  <a:pt x="73" y="117"/>
                  <a:pt x="73" y="117"/>
                </a:cubicBezTo>
                <a:cubicBezTo>
                  <a:pt x="73" y="109"/>
                  <a:pt x="73" y="109"/>
                  <a:pt x="73" y="109"/>
                </a:cubicBezTo>
                <a:cubicBezTo>
                  <a:pt x="66" y="109"/>
                  <a:pt x="66" y="109"/>
                  <a:pt x="66" y="109"/>
                </a:cubicBezTo>
                <a:cubicBezTo>
                  <a:pt x="66" y="73"/>
                  <a:pt x="66" y="73"/>
                  <a:pt x="66" y="73"/>
                </a:cubicBezTo>
                <a:cubicBezTo>
                  <a:pt x="67" y="73"/>
                  <a:pt x="68" y="73"/>
                  <a:pt x="69" y="73"/>
                </a:cubicBezTo>
                <a:cubicBezTo>
                  <a:pt x="70" y="73"/>
                  <a:pt x="72" y="73"/>
                  <a:pt x="73" y="73"/>
                </a:cubicBezTo>
                <a:cubicBezTo>
                  <a:pt x="77" y="73"/>
                  <a:pt x="80" y="72"/>
                  <a:pt x="84" y="70"/>
                </a:cubicBezTo>
                <a:cubicBezTo>
                  <a:pt x="87" y="72"/>
                  <a:pt x="91" y="73"/>
                  <a:pt x="95" y="73"/>
                </a:cubicBezTo>
                <a:cubicBezTo>
                  <a:pt x="107" y="73"/>
                  <a:pt x="116" y="63"/>
                  <a:pt x="116" y="51"/>
                </a:cubicBezTo>
                <a:cubicBezTo>
                  <a:pt x="116" y="42"/>
                  <a:pt x="110" y="34"/>
                  <a:pt x="102" y="3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69" name="Freeform 171"/>
          <p:cNvSpPr/>
          <p:nvPr/>
        </p:nvSpPr>
        <p:spPr>
          <a:xfrm>
            <a:off x="3233880" y="3624120"/>
            <a:ext cx="288720" cy="265320"/>
          </a:xfrm>
          <a:custGeom>
            <a:avLst/>
            <a:gdLst/>
            <a:ahLst/>
            <a:rect l="l" t="t" r="r" b="b"/>
            <a:pathLst>
              <a:path w="182" h="167">
                <a:moveTo>
                  <a:pt x="148" y="44"/>
                </a:moveTo>
                <a:lnTo>
                  <a:pt x="148" y="2"/>
                </a:lnTo>
                <a:lnTo>
                  <a:pt x="126" y="2"/>
                </a:lnTo>
                <a:lnTo>
                  <a:pt x="126" y="26"/>
                </a:lnTo>
                <a:lnTo>
                  <a:pt x="90" y="0"/>
                </a:lnTo>
                <a:lnTo>
                  <a:pt x="0" y="70"/>
                </a:lnTo>
                <a:lnTo>
                  <a:pt x="15" y="87"/>
                </a:lnTo>
                <a:lnTo>
                  <a:pt x="24" y="81"/>
                </a:lnTo>
                <a:lnTo>
                  <a:pt x="24" y="167"/>
                </a:lnTo>
                <a:lnTo>
                  <a:pt x="158" y="167"/>
                </a:lnTo>
                <a:lnTo>
                  <a:pt x="158" y="81"/>
                </a:lnTo>
                <a:lnTo>
                  <a:pt x="168" y="87"/>
                </a:lnTo>
                <a:lnTo>
                  <a:pt x="182" y="70"/>
                </a:lnTo>
                <a:lnTo>
                  <a:pt x="148" y="44"/>
                </a:lnTo>
                <a:close/>
                <a:moveTo>
                  <a:pt x="145" y="154"/>
                </a:moveTo>
                <a:lnTo>
                  <a:pt x="115" y="154"/>
                </a:lnTo>
                <a:lnTo>
                  <a:pt x="115" y="104"/>
                </a:lnTo>
                <a:lnTo>
                  <a:pt x="68" y="104"/>
                </a:lnTo>
                <a:lnTo>
                  <a:pt x="68" y="154"/>
                </a:lnTo>
                <a:lnTo>
                  <a:pt x="37" y="154"/>
                </a:lnTo>
                <a:lnTo>
                  <a:pt x="37" y="71"/>
                </a:lnTo>
                <a:lnTo>
                  <a:pt x="90" y="31"/>
                </a:lnTo>
                <a:lnTo>
                  <a:pt x="145" y="71"/>
                </a:lnTo>
                <a:lnTo>
                  <a:pt x="145" y="15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70" name="Freeform 172"/>
          <p:cNvSpPr/>
          <p:nvPr/>
        </p:nvSpPr>
        <p:spPr>
          <a:xfrm>
            <a:off x="6299280" y="3589200"/>
            <a:ext cx="204840" cy="300240"/>
          </a:xfrm>
          <a:custGeom>
            <a:avLst/>
            <a:gdLst/>
            <a:ahLst/>
            <a:rect l="l" t="t" r="r" b="b"/>
            <a:pathLst>
              <a:path w="80" h="117">
                <a:moveTo>
                  <a:pt x="40" y="0"/>
                </a:moveTo>
                <a:cubicBezTo>
                  <a:pt x="24" y="0"/>
                  <a:pt x="0" y="8"/>
                  <a:pt x="0" y="37"/>
                </a:cubicBezTo>
                <a:cubicBezTo>
                  <a:pt x="0" y="51"/>
                  <a:pt x="32" y="102"/>
                  <a:pt x="40" y="117"/>
                </a:cubicBezTo>
                <a:cubicBezTo>
                  <a:pt x="48" y="102"/>
                  <a:pt x="80" y="51"/>
                  <a:pt x="80" y="37"/>
                </a:cubicBezTo>
                <a:cubicBezTo>
                  <a:pt x="80" y="8"/>
                  <a:pt x="56" y="0"/>
                  <a:pt x="40" y="0"/>
                </a:cubicBezTo>
                <a:close/>
                <a:moveTo>
                  <a:pt x="40" y="49"/>
                </a:moveTo>
                <a:cubicBezTo>
                  <a:pt x="33" y="49"/>
                  <a:pt x="27" y="44"/>
                  <a:pt x="27" y="37"/>
                </a:cubicBezTo>
                <a:cubicBezTo>
                  <a:pt x="27" y="30"/>
                  <a:pt x="33" y="24"/>
                  <a:pt x="40" y="24"/>
                </a:cubicBezTo>
                <a:cubicBezTo>
                  <a:pt x="47" y="24"/>
                  <a:pt x="53" y="30"/>
                  <a:pt x="53" y="37"/>
                </a:cubicBezTo>
                <a:cubicBezTo>
                  <a:pt x="53" y="44"/>
                  <a:pt x="47" y="49"/>
                  <a:pt x="40" y="4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71" name="Freeform 173"/>
          <p:cNvSpPr/>
          <p:nvPr/>
        </p:nvSpPr>
        <p:spPr>
          <a:xfrm>
            <a:off x="6207120" y="1301760"/>
            <a:ext cx="297000" cy="247680"/>
          </a:xfrm>
          <a:custGeom>
            <a:avLst/>
            <a:gdLst/>
            <a:ahLst/>
            <a:rect l="l" t="t" r="r" b="b"/>
            <a:pathLst>
              <a:path w="116" h="97">
                <a:moveTo>
                  <a:pt x="103" y="36"/>
                </a:moveTo>
                <a:cubicBezTo>
                  <a:pt x="109" y="35"/>
                  <a:pt x="114" y="33"/>
                  <a:pt x="115" y="28"/>
                </a:cubicBezTo>
                <a:cubicBezTo>
                  <a:pt x="113" y="30"/>
                  <a:pt x="106" y="32"/>
                  <a:pt x="102" y="30"/>
                </a:cubicBezTo>
                <a:cubicBezTo>
                  <a:pt x="102" y="29"/>
                  <a:pt x="101" y="28"/>
                  <a:pt x="101" y="27"/>
                </a:cubicBezTo>
                <a:cubicBezTo>
                  <a:pt x="98" y="16"/>
                  <a:pt x="88" y="7"/>
                  <a:pt x="76" y="8"/>
                </a:cubicBezTo>
                <a:cubicBezTo>
                  <a:pt x="77" y="8"/>
                  <a:pt x="78" y="7"/>
                  <a:pt x="79" y="7"/>
                </a:cubicBezTo>
                <a:cubicBezTo>
                  <a:pt x="80" y="7"/>
                  <a:pt x="88" y="5"/>
                  <a:pt x="86" y="3"/>
                </a:cubicBezTo>
                <a:cubicBezTo>
                  <a:pt x="85" y="1"/>
                  <a:pt x="77" y="5"/>
                  <a:pt x="75" y="5"/>
                </a:cubicBezTo>
                <a:cubicBezTo>
                  <a:pt x="77" y="4"/>
                  <a:pt x="81" y="3"/>
                  <a:pt x="81" y="0"/>
                </a:cubicBezTo>
                <a:cubicBezTo>
                  <a:pt x="78" y="1"/>
                  <a:pt x="75" y="2"/>
                  <a:pt x="72" y="5"/>
                </a:cubicBezTo>
                <a:cubicBezTo>
                  <a:pt x="73" y="4"/>
                  <a:pt x="74" y="3"/>
                  <a:pt x="74" y="1"/>
                </a:cubicBezTo>
                <a:cubicBezTo>
                  <a:pt x="65" y="7"/>
                  <a:pt x="60" y="18"/>
                  <a:pt x="56" y="29"/>
                </a:cubicBezTo>
                <a:cubicBezTo>
                  <a:pt x="52" y="26"/>
                  <a:pt x="50" y="24"/>
                  <a:pt x="47" y="22"/>
                </a:cubicBezTo>
                <a:cubicBezTo>
                  <a:pt x="40" y="18"/>
                  <a:pt x="31" y="14"/>
                  <a:pt x="17" y="9"/>
                </a:cubicBezTo>
                <a:cubicBezTo>
                  <a:pt x="17" y="14"/>
                  <a:pt x="19" y="20"/>
                  <a:pt x="27" y="24"/>
                </a:cubicBezTo>
                <a:cubicBezTo>
                  <a:pt x="25" y="24"/>
                  <a:pt x="22" y="24"/>
                  <a:pt x="20" y="25"/>
                </a:cubicBezTo>
                <a:cubicBezTo>
                  <a:pt x="21" y="30"/>
                  <a:pt x="24" y="34"/>
                  <a:pt x="33" y="36"/>
                </a:cubicBezTo>
                <a:cubicBezTo>
                  <a:pt x="29" y="36"/>
                  <a:pt x="27" y="37"/>
                  <a:pt x="25" y="39"/>
                </a:cubicBezTo>
                <a:cubicBezTo>
                  <a:pt x="27" y="43"/>
                  <a:pt x="31" y="47"/>
                  <a:pt x="39" y="46"/>
                </a:cubicBezTo>
                <a:cubicBezTo>
                  <a:pt x="30" y="50"/>
                  <a:pt x="36" y="57"/>
                  <a:pt x="43" y="56"/>
                </a:cubicBezTo>
                <a:cubicBezTo>
                  <a:pt x="31" y="69"/>
                  <a:pt x="11" y="68"/>
                  <a:pt x="0" y="57"/>
                </a:cubicBezTo>
                <a:cubicBezTo>
                  <a:pt x="29" y="97"/>
                  <a:pt x="93" y="81"/>
                  <a:pt x="102" y="43"/>
                </a:cubicBezTo>
                <a:cubicBezTo>
                  <a:pt x="109" y="43"/>
                  <a:pt x="113" y="40"/>
                  <a:pt x="116" y="37"/>
                </a:cubicBezTo>
                <a:cubicBezTo>
                  <a:pt x="112" y="38"/>
                  <a:pt x="106" y="37"/>
                  <a:pt x="103" y="3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72" name="Freeform 174"/>
          <p:cNvSpPr/>
          <p:nvPr/>
        </p:nvSpPr>
        <p:spPr>
          <a:xfrm>
            <a:off x="6877080" y="1209600"/>
            <a:ext cx="218880" cy="297000"/>
          </a:xfrm>
          <a:custGeom>
            <a:avLst/>
            <a:gdLst/>
            <a:ahLst/>
            <a:rect l="l" t="t" r="r" b="b"/>
            <a:pathLst>
              <a:path w="86" h="116">
                <a:moveTo>
                  <a:pt x="72" y="87"/>
                </a:moveTo>
                <a:cubicBezTo>
                  <a:pt x="43" y="87"/>
                  <a:pt x="43" y="87"/>
                  <a:pt x="43" y="87"/>
                </a:cubicBezTo>
                <a:cubicBezTo>
                  <a:pt x="39" y="87"/>
                  <a:pt x="36" y="86"/>
                  <a:pt x="33" y="83"/>
                </a:cubicBezTo>
                <a:cubicBezTo>
                  <a:pt x="30" y="80"/>
                  <a:pt x="29" y="77"/>
                  <a:pt x="29" y="73"/>
                </a:cubicBezTo>
                <a:cubicBezTo>
                  <a:pt x="29" y="63"/>
                  <a:pt x="29" y="63"/>
                  <a:pt x="29" y="63"/>
                </a:cubicBezTo>
                <a:cubicBezTo>
                  <a:pt x="70" y="63"/>
                  <a:pt x="70" y="63"/>
                  <a:pt x="70" y="63"/>
                </a:cubicBezTo>
                <a:cubicBezTo>
                  <a:pt x="73" y="63"/>
                  <a:pt x="76" y="61"/>
                  <a:pt x="79" y="59"/>
                </a:cubicBezTo>
                <a:cubicBezTo>
                  <a:pt x="82" y="56"/>
                  <a:pt x="83" y="53"/>
                  <a:pt x="83" y="49"/>
                </a:cubicBezTo>
                <a:cubicBezTo>
                  <a:pt x="83" y="46"/>
                  <a:pt x="82" y="42"/>
                  <a:pt x="79" y="40"/>
                </a:cubicBezTo>
                <a:cubicBezTo>
                  <a:pt x="76" y="37"/>
                  <a:pt x="73" y="36"/>
                  <a:pt x="70" y="36"/>
                </a:cubicBezTo>
                <a:cubicBezTo>
                  <a:pt x="29" y="36"/>
                  <a:pt x="29" y="36"/>
                  <a:pt x="29" y="36"/>
                </a:cubicBezTo>
                <a:cubicBezTo>
                  <a:pt x="29" y="15"/>
                  <a:pt x="29" y="15"/>
                  <a:pt x="29" y="15"/>
                </a:cubicBezTo>
                <a:cubicBezTo>
                  <a:pt x="29" y="11"/>
                  <a:pt x="27" y="7"/>
                  <a:pt x="25" y="5"/>
                </a:cubicBezTo>
                <a:cubicBezTo>
                  <a:pt x="22" y="2"/>
                  <a:pt x="18" y="0"/>
                  <a:pt x="14" y="0"/>
                </a:cubicBezTo>
                <a:cubicBezTo>
                  <a:pt x="10" y="0"/>
                  <a:pt x="7" y="2"/>
                  <a:pt x="4" y="4"/>
                </a:cubicBezTo>
                <a:cubicBezTo>
                  <a:pt x="1" y="7"/>
                  <a:pt x="0" y="11"/>
                  <a:pt x="0" y="15"/>
                </a:cubicBezTo>
                <a:cubicBezTo>
                  <a:pt x="0" y="73"/>
                  <a:pt x="0" y="73"/>
                  <a:pt x="0" y="73"/>
                </a:cubicBezTo>
                <a:cubicBezTo>
                  <a:pt x="0" y="85"/>
                  <a:pt x="4" y="95"/>
                  <a:pt x="12" y="104"/>
                </a:cubicBezTo>
                <a:cubicBezTo>
                  <a:pt x="21" y="112"/>
                  <a:pt x="31" y="116"/>
                  <a:pt x="43" y="116"/>
                </a:cubicBezTo>
                <a:cubicBezTo>
                  <a:pt x="72" y="116"/>
                  <a:pt x="72" y="116"/>
                  <a:pt x="72" y="116"/>
                </a:cubicBezTo>
                <a:cubicBezTo>
                  <a:pt x="76" y="116"/>
                  <a:pt x="79" y="115"/>
                  <a:pt x="82" y="112"/>
                </a:cubicBezTo>
                <a:cubicBezTo>
                  <a:pt x="85" y="109"/>
                  <a:pt x="86" y="106"/>
                  <a:pt x="86" y="102"/>
                </a:cubicBezTo>
                <a:cubicBezTo>
                  <a:pt x="86" y="98"/>
                  <a:pt x="85" y="95"/>
                  <a:pt x="82" y="92"/>
                </a:cubicBezTo>
                <a:cubicBezTo>
                  <a:pt x="79" y="89"/>
                  <a:pt x="76" y="87"/>
                  <a:pt x="72" y="8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73" name="Freeform 175"/>
          <p:cNvSpPr/>
          <p:nvPr/>
        </p:nvSpPr>
        <p:spPr>
          <a:xfrm>
            <a:off x="1450800" y="1806480"/>
            <a:ext cx="300240" cy="297000"/>
          </a:xfrm>
          <a:custGeom>
            <a:avLst/>
            <a:gdLst/>
            <a:ahLst/>
            <a:rect l="l" t="t" r="r" b="b"/>
            <a:pathLst>
              <a:path w="117" h="116">
                <a:moveTo>
                  <a:pt x="112" y="66"/>
                </a:moveTo>
                <a:cubicBezTo>
                  <a:pt x="112" y="63"/>
                  <a:pt x="112" y="61"/>
                  <a:pt x="112" y="58"/>
                </a:cubicBezTo>
                <a:cubicBezTo>
                  <a:pt x="112" y="28"/>
                  <a:pt x="88" y="4"/>
                  <a:pt x="59" y="4"/>
                </a:cubicBezTo>
                <a:cubicBezTo>
                  <a:pt x="56" y="4"/>
                  <a:pt x="53" y="4"/>
                  <a:pt x="50" y="4"/>
                </a:cubicBezTo>
                <a:cubicBezTo>
                  <a:pt x="45" y="1"/>
                  <a:pt x="39" y="0"/>
                  <a:pt x="33" y="0"/>
                </a:cubicBezTo>
                <a:cubicBezTo>
                  <a:pt x="15" y="0"/>
                  <a:pt x="0" y="14"/>
                  <a:pt x="0" y="32"/>
                </a:cubicBezTo>
                <a:cubicBezTo>
                  <a:pt x="0" y="38"/>
                  <a:pt x="2" y="44"/>
                  <a:pt x="5" y="49"/>
                </a:cubicBezTo>
                <a:cubicBezTo>
                  <a:pt x="5" y="52"/>
                  <a:pt x="5" y="55"/>
                  <a:pt x="5" y="58"/>
                </a:cubicBezTo>
                <a:cubicBezTo>
                  <a:pt x="5" y="87"/>
                  <a:pt x="29" y="112"/>
                  <a:pt x="59" y="112"/>
                </a:cubicBezTo>
                <a:cubicBezTo>
                  <a:pt x="61" y="112"/>
                  <a:pt x="64" y="111"/>
                  <a:pt x="67" y="111"/>
                </a:cubicBezTo>
                <a:cubicBezTo>
                  <a:pt x="72" y="114"/>
                  <a:pt x="78" y="116"/>
                  <a:pt x="84" y="116"/>
                </a:cubicBezTo>
                <a:cubicBezTo>
                  <a:pt x="102" y="116"/>
                  <a:pt x="117" y="101"/>
                  <a:pt x="117" y="83"/>
                </a:cubicBezTo>
                <a:cubicBezTo>
                  <a:pt x="117" y="77"/>
                  <a:pt x="115" y="71"/>
                  <a:pt x="112" y="66"/>
                </a:cubicBezTo>
                <a:close/>
                <a:moveTo>
                  <a:pt x="84" y="82"/>
                </a:moveTo>
                <a:cubicBezTo>
                  <a:pt x="82" y="85"/>
                  <a:pt x="78" y="88"/>
                  <a:pt x="74" y="90"/>
                </a:cubicBezTo>
                <a:cubicBezTo>
                  <a:pt x="70" y="92"/>
                  <a:pt x="65" y="93"/>
                  <a:pt x="59" y="93"/>
                </a:cubicBezTo>
                <a:cubicBezTo>
                  <a:pt x="51" y="93"/>
                  <a:pt x="45" y="91"/>
                  <a:pt x="41" y="89"/>
                </a:cubicBezTo>
                <a:cubicBezTo>
                  <a:pt x="37" y="87"/>
                  <a:pt x="35" y="85"/>
                  <a:pt x="33" y="82"/>
                </a:cubicBezTo>
                <a:cubicBezTo>
                  <a:pt x="31" y="79"/>
                  <a:pt x="30" y="76"/>
                  <a:pt x="30" y="73"/>
                </a:cubicBezTo>
                <a:cubicBezTo>
                  <a:pt x="30" y="71"/>
                  <a:pt x="30" y="69"/>
                  <a:pt x="31" y="68"/>
                </a:cubicBezTo>
                <a:cubicBezTo>
                  <a:pt x="33" y="67"/>
                  <a:pt x="34" y="66"/>
                  <a:pt x="36" y="66"/>
                </a:cubicBezTo>
                <a:cubicBezTo>
                  <a:pt x="38" y="66"/>
                  <a:pt x="39" y="67"/>
                  <a:pt x="40" y="68"/>
                </a:cubicBezTo>
                <a:cubicBezTo>
                  <a:pt x="42" y="69"/>
                  <a:pt x="42" y="70"/>
                  <a:pt x="43" y="72"/>
                </a:cubicBezTo>
                <a:cubicBezTo>
                  <a:pt x="44" y="74"/>
                  <a:pt x="45" y="76"/>
                  <a:pt x="46" y="77"/>
                </a:cubicBezTo>
                <a:cubicBezTo>
                  <a:pt x="47" y="79"/>
                  <a:pt x="49" y="80"/>
                  <a:pt x="51" y="81"/>
                </a:cubicBezTo>
                <a:cubicBezTo>
                  <a:pt x="52" y="82"/>
                  <a:pt x="55" y="82"/>
                  <a:pt x="58" y="82"/>
                </a:cubicBezTo>
                <a:cubicBezTo>
                  <a:pt x="62" y="82"/>
                  <a:pt x="66" y="81"/>
                  <a:pt x="69" y="79"/>
                </a:cubicBezTo>
                <a:cubicBezTo>
                  <a:pt x="71" y="78"/>
                  <a:pt x="73" y="75"/>
                  <a:pt x="73" y="73"/>
                </a:cubicBezTo>
                <a:cubicBezTo>
                  <a:pt x="73" y="70"/>
                  <a:pt x="72" y="69"/>
                  <a:pt x="70" y="67"/>
                </a:cubicBezTo>
                <a:cubicBezTo>
                  <a:pt x="69" y="66"/>
                  <a:pt x="67" y="65"/>
                  <a:pt x="65" y="64"/>
                </a:cubicBezTo>
                <a:cubicBezTo>
                  <a:pt x="63" y="63"/>
                  <a:pt x="59" y="63"/>
                  <a:pt x="56" y="62"/>
                </a:cubicBezTo>
                <a:cubicBezTo>
                  <a:pt x="50" y="61"/>
                  <a:pt x="46" y="59"/>
                  <a:pt x="42" y="58"/>
                </a:cubicBezTo>
                <a:cubicBezTo>
                  <a:pt x="39" y="56"/>
                  <a:pt x="36" y="54"/>
                  <a:pt x="34" y="52"/>
                </a:cubicBezTo>
                <a:cubicBezTo>
                  <a:pt x="32" y="49"/>
                  <a:pt x="31" y="46"/>
                  <a:pt x="31" y="42"/>
                </a:cubicBezTo>
                <a:cubicBezTo>
                  <a:pt x="31" y="38"/>
                  <a:pt x="32" y="35"/>
                  <a:pt x="34" y="32"/>
                </a:cubicBezTo>
                <a:cubicBezTo>
                  <a:pt x="36" y="29"/>
                  <a:pt x="40" y="27"/>
                  <a:pt x="44" y="25"/>
                </a:cubicBezTo>
                <a:cubicBezTo>
                  <a:pt x="48" y="23"/>
                  <a:pt x="53" y="23"/>
                  <a:pt x="58" y="23"/>
                </a:cubicBezTo>
                <a:cubicBezTo>
                  <a:pt x="63" y="23"/>
                  <a:pt x="67" y="23"/>
                  <a:pt x="70" y="24"/>
                </a:cubicBezTo>
                <a:cubicBezTo>
                  <a:pt x="73" y="25"/>
                  <a:pt x="76" y="27"/>
                  <a:pt x="78" y="28"/>
                </a:cubicBezTo>
                <a:cubicBezTo>
                  <a:pt x="80" y="30"/>
                  <a:pt x="82" y="32"/>
                  <a:pt x="83" y="34"/>
                </a:cubicBezTo>
                <a:cubicBezTo>
                  <a:pt x="84" y="36"/>
                  <a:pt x="84" y="38"/>
                  <a:pt x="84" y="39"/>
                </a:cubicBezTo>
                <a:cubicBezTo>
                  <a:pt x="84" y="41"/>
                  <a:pt x="84" y="43"/>
                  <a:pt x="82" y="44"/>
                </a:cubicBezTo>
                <a:cubicBezTo>
                  <a:pt x="81" y="45"/>
                  <a:pt x="80" y="46"/>
                  <a:pt x="78" y="46"/>
                </a:cubicBezTo>
                <a:cubicBezTo>
                  <a:pt x="76" y="46"/>
                  <a:pt x="75" y="46"/>
                  <a:pt x="74" y="45"/>
                </a:cubicBezTo>
                <a:cubicBezTo>
                  <a:pt x="73" y="44"/>
                  <a:pt x="72" y="43"/>
                  <a:pt x="71" y="41"/>
                </a:cubicBezTo>
                <a:cubicBezTo>
                  <a:pt x="69" y="38"/>
                  <a:pt x="68" y="36"/>
                  <a:pt x="66" y="35"/>
                </a:cubicBezTo>
                <a:cubicBezTo>
                  <a:pt x="64" y="34"/>
                  <a:pt x="61" y="33"/>
                  <a:pt x="57" y="33"/>
                </a:cubicBezTo>
                <a:cubicBezTo>
                  <a:pt x="54" y="33"/>
                  <a:pt x="51" y="34"/>
                  <a:pt x="48" y="35"/>
                </a:cubicBezTo>
                <a:cubicBezTo>
                  <a:pt x="46" y="37"/>
                  <a:pt x="45" y="38"/>
                  <a:pt x="45" y="40"/>
                </a:cubicBezTo>
                <a:cubicBezTo>
                  <a:pt x="45" y="42"/>
                  <a:pt x="45" y="43"/>
                  <a:pt x="46" y="44"/>
                </a:cubicBezTo>
                <a:cubicBezTo>
                  <a:pt x="47" y="45"/>
                  <a:pt x="48" y="46"/>
                  <a:pt x="49" y="46"/>
                </a:cubicBezTo>
                <a:cubicBezTo>
                  <a:pt x="51" y="47"/>
                  <a:pt x="52" y="48"/>
                  <a:pt x="53" y="48"/>
                </a:cubicBezTo>
                <a:cubicBezTo>
                  <a:pt x="55" y="48"/>
                  <a:pt x="57" y="49"/>
                  <a:pt x="60" y="50"/>
                </a:cubicBezTo>
                <a:cubicBezTo>
                  <a:pt x="65" y="51"/>
                  <a:pt x="68" y="52"/>
                  <a:pt x="72" y="53"/>
                </a:cubicBezTo>
                <a:cubicBezTo>
                  <a:pt x="75" y="54"/>
                  <a:pt x="78" y="55"/>
                  <a:pt x="80" y="57"/>
                </a:cubicBezTo>
                <a:cubicBezTo>
                  <a:pt x="82" y="58"/>
                  <a:pt x="84" y="60"/>
                  <a:pt x="86" y="62"/>
                </a:cubicBezTo>
                <a:cubicBezTo>
                  <a:pt x="87" y="65"/>
                  <a:pt x="88" y="68"/>
                  <a:pt x="88" y="71"/>
                </a:cubicBezTo>
                <a:cubicBezTo>
                  <a:pt x="88" y="75"/>
                  <a:pt x="86" y="79"/>
                  <a:pt x="84" y="8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74" name="Freeform 176"/>
          <p:cNvSpPr/>
          <p:nvPr/>
        </p:nvSpPr>
        <p:spPr>
          <a:xfrm>
            <a:off x="271440" y="1806480"/>
            <a:ext cx="291960" cy="297000"/>
          </a:xfrm>
          <a:custGeom>
            <a:avLst/>
            <a:gdLst/>
            <a:ahLst/>
            <a:rect l="l" t="t" r="r" b="b"/>
            <a:pathLst>
              <a:path w="114" h="116">
                <a:moveTo>
                  <a:pt x="73" y="0"/>
                </a:moveTo>
                <a:cubicBezTo>
                  <a:pt x="22" y="0"/>
                  <a:pt x="22" y="0"/>
                  <a:pt x="22" y="0"/>
                </a:cubicBezTo>
                <a:cubicBezTo>
                  <a:pt x="0" y="103"/>
                  <a:pt x="0" y="103"/>
                  <a:pt x="0" y="103"/>
                </a:cubicBezTo>
                <a:cubicBezTo>
                  <a:pt x="30" y="103"/>
                  <a:pt x="30" y="103"/>
                  <a:pt x="30" y="103"/>
                </a:cubicBezTo>
                <a:cubicBezTo>
                  <a:pt x="37" y="69"/>
                  <a:pt x="37" y="69"/>
                  <a:pt x="37" y="69"/>
                </a:cubicBezTo>
                <a:cubicBezTo>
                  <a:pt x="58" y="69"/>
                  <a:pt x="58" y="69"/>
                  <a:pt x="58" y="69"/>
                </a:cubicBezTo>
                <a:cubicBezTo>
                  <a:pt x="79" y="69"/>
                  <a:pt x="96" y="56"/>
                  <a:pt x="100" y="35"/>
                </a:cubicBezTo>
                <a:cubicBezTo>
                  <a:pt x="106" y="11"/>
                  <a:pt x="88" y="0"/>
                  <a:pt x="73" y="0"/>
                </a:cubicBezTo>
                <a:close/>
                <a:moveTo>
                  <a:pt x="51" y="49"/>
                </a:moveTo>
                <a:cubicBezTo>
                  <a:pt x="41" y="49"/>
                  <a:pt x="41" y="49"/>
                  <a:pt x="41" y="49"/>
                </a:cubicBezTo>
                <a:cubicBezTo>
                  <a:pt x="48" y="21"/>
                  <a:pt x="48" y="21"/>
                  <a:pt x="48" y="21"/>
                </a:cubicBezTo>
                <a:cubicBezTo>
                  <a:pt x="62" y="21"/>
                  <a:pt x="62" y="21"/>
                  <a:pt x="62" y="21"/>
                </a:cubicBezTo>
                <a:cubicBezTo>
                  <a:pt x="67" y="21"/>
                  <a:pt x="71" y="24"/>
                  <a:pt x="72" y="28"/>
                </a:cubicBezTo>
                <a:cubicBezTo>
                  <a:pt x="72" y="28"/>
                  <a:pt x="71" y="28"/>
                  <a:pt x="70" y="28"/>
                </a:cubicBezTo>
                <a:cubicBezTo>
                  <a:pt x="56" y="28"/>
                  <a:pt x="56" y="28"/>
                  <a:pt x="56" y="28"/>
                </a:cubicBezTo>
                <a:lnTo>
                  <a:pt x="51" y="49"/>
                </a:lnTo>
                <a:close/>
                <a:moveTo>
                  <a:pt x="72" y="35"/>
                </a:moveTo>
                <a:cubicBezTo>
                  <a:pt x="71" y="42"/>
                  <a:pt x="63" y="49"/>
                  <a:pt x="56" y="49"/>
                </a:cubicBezTo>
                <a:cubicBezTo>
                  <a:pt x="59" y="33"/>
                  <a:pt x="59" y="33"/>
                  <a:pt x="59" y="33"/>
                </a:cubicBezTo>
                <a:cubicBezTo>
                  <a:pt x="73" y="33"/>
                  <a:pt x="73" y="33"/>
                  <a:pt x="73" y="33"/>
                </a:cubicBezTo>
                <a:cubicBezTo>
                  <a:pt x="73" y="34"/>
                  <a:pt x="73" y="34"/>
                  <a:pt x="72" y="35"/>
                </a:cubicBezTo>
                <a:close/>
                <a:moveTo>
                  <a:pt x="109" y="42"/>
                </a:moveTo>
                <a:cubicBezTo>
                  <a:pt x="110" y="34"/>
                  <a:pt x="109" y="27"/>
                  <a:pt x="107" y="22"/>
                </a:cubicBezTo>
                <a:cubicBezTo>
                  <a:pt x="112" y="28"/>
                  <a:pt x="114" y="36"/>
                  <a:pt x="112" y="48"/>
                </a:cubicBezTo>
                <a:cubicBezTo>
                  <a:pt x="108" y="69"/>
                  <a:pt x="90" y="81"/>
                  <a:pt x="70" y="81"/>
                </a:cubicBezTo>
                <a:cubicBezTo>
                  <a:pt x="49" y="81"/>
                  <a:pt x="49" y="81"/>
                  <a:pt x="49" y="81"/>
                </a:cubicBezTo>
                <a:cubicBezTo>
                  <a:pt x="41" y="116"/>
                  <a:pt x="41" y="116"/>
                  <a:pt x="41" y="116"/>
                </a:cubicBezTo>
                <a:cubicBezTo>
                  <a:pt x="12" y="116"/>
                  <a:pt x="12" y="116"/>
                  <a:pt x="12" y="116"/>
                </a:cubicBezTo>
                <a:cubicBezTo>
                  <a:pt x="13" y="110"/>
                  <a:pt x="13" y="110"/>
                  <a:pt x="13" y="110"/>
                </a:cubicBezTo>
                <a:cubicBezTo>
                  <a:pt x="38" y="110"/>
                  <a:pt x="38" y="110"/>
                  <a:pt x="38" y="110"/>
                </a:cubicBezTo>
                <a:cubicBezTo>
                  <a:pt x="45" y="76"/>
                  <a:pt x="45" y="76"/>
                  <a:pt x="45" y="76"/>
                </a:cubicBezTo>
                <a:cubicBezTo>
                  <a:pt x="67" y="76"/>
                  <a:pt x="67" y="76"/>
                  <a:pt x="67" y="76"/>
                </a:cubicBezTo>
                <a:cubicBezTo>
                  <a:pt x="87" y="76"/>
                  <a:pt x="104" y="63"/>
                  <a:pt x="109" y="4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75" name="Freeform 177"/>
          <p:cNvSpPr/>
          <p:nvPr/>
        </p:nvSpPr>
        <p:spPr>
          <a:xfrm>
            <a:off x="7989840" y="1209600"/>
            <a:ext cx="297000" cy="297000"/>
          </a:xfrm>
          <a:custGeom>
            <a:avLst/>
            <a:gdLst/>
            <a:ahLst/>
            <a:rect l="l" t="t" r="r" b="b"/>
            <a:pathLst>
              <a:path w="116" h="116">
                <a:moveTo>
                  <a:pt x="107" y="0"/>
                </a:moveTo>
                <a:cubicBezTo>
                  <a:pt x="8" y="0"/>
                  <a:pt x="8" y="0"/>
                  <a:pt x="8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08"/>
                  <a:pt x="0" y="108"/>
                  <a:pt x="0" y="108"/>
                </a:cubicBezTo>
                <a:cubicBezTo>
                  <a:pt x="0" y="113"/>
                  <a:pt x="4" y="116"/>
                  <a:pt x="8" y="116"/>
                </a:cubicBezTo>
                <a:cubicBezTo>
                  <a:pt x="107" y="116"/>
                  <a:pt x="107" y="116"/>
                  <a:pt x="107" y="116"/>
                </a:cubicBezTo>
                <a:cubicBezTo>
                  <a:pt x="112" y="116"/>
                  <a:pt x="116" y="113"/>
                  <a:pt x="116" y="108"/>
                </a:cubicBezTo>
                <a:cubicBezTo>
                  <a:pt x="116" y="9"/>
                  <a:pt x="116" y="9"/>
                  <a:pt x="116" y="9"/>
                </a:cubicBezTo>
                <a:cubicBezTo>
                  <a:pt x="116" y="4"/>
                  <a:pt x="112" y="0"/>
                  <a:pt x="107" y="0"/>
                </a:cubicBezTo>
                <a:close/>
                <a:moveTo>
                  <a:pt x="35" y="98"/>
                </a:moveTo>
                <a:cubicBezTo>
                  <a:pt x="17" y="98"/>
                  <a:pt x="17" y="98"/>
                  <a:pt x="17" y="98"/>
                </a:cubicBezTo>
                <a:cubicBezTo>
                  <a:pt x="17" y="45"/>
                  <a:pt x="17" y="45"/>
                  <a:pt x="17" y="45"/>
                </a:cubicBezTo>
                <a:cubicBezTo>
                  <a:pt x="35" y="45"/>
                  <a:pt x="35" y="45"/>
                  <a:pt x="35" y="45"/>
                </a:cubicBezTo>
                <a:lnTo>
                  <a:pt x="35" y="98"/>
                </a:lnTo>
                <a:close/>
                <a:moveTo>
                  <a:pt x="26" y="38"/>
                </a:moveTo>
                <a:cubicBezTo>
                  <a:pt x="26" y="38"/>
                  <a:pt x="26" y="38"/>
                  <a:pt x="26" y="38"/>
                </a:cubicBezTo>
                <a:cubicBezTo>
                  <a:pt x="20" y="38"/>
                  <a:pt x="16" y="34"/>
                  <a:pt x="16" y="29"/>
                </a:cubicBezTo>
                <a:cubicBezTo>
                  <a:pt x="16" y="24"/>
                  <a:pt x="20" y="20"/>
                  <a:pt x="26" y="20"/>
                </a:cubicBezTo>
                <a:cubicBezTo>
                  <a:pt x="32" y="20"/>
                  <a:pt x="36" y="24"/>
                  <a:pt x="36" y="29"/>
                </a:cubicBezTo>
                <a:cubicBezTo>
                  <a:pt x="36" y="34"/>
                  <a:pt x="32" y="38"/>
                  <a:pt x="26" y="38"/>
                </a:cubicBezTo>
                <a:close/>
                <a:moveTo>
                  <a:pt x="98" y="98"/>
                </a:moveTo>
                <a:cubicBezTo>
                  <a:pt x="81" y="98"/>
                  <a:pt x="81" y="98"/>
                  <a:pt x="81" y="98"/>
                </a:cubicBezTo>
                <a:cubicBezTo>
                  <a:pt x="81" y="69"/>
                  <a:pt x="81" y="69"/>
                  <a:pt x="81" y="69"/>
                </a:cubicBezTo>
                <a:cubicBezTo>
                  <a:pt x="81" y="62"/>
                  <a:pt x="78" y="58"/>
                  <a:pt x="72" y="58"/>
                </a:cubicBezTo>
                <a:cubicBezTo>
                  <a:pt x="67" y="58"/>
                  <a:pt x="64" y="61"/>
                  <a:pt x="63" y="64"/>
                </a:cubicBezTo>
                <a:cubicBezTo>
                  <a:pt x="62" y="65"/>
                  <a:pt x="62" y="67"/>
                  <a:pt x="62" y="68"/>
                </a:cubicBezTo>
                <a:cubicBezTo>
                  <a:pt x="62" y="98"/>
                  <a:pt x="62" y="98"/>
                  <a:pt x="62" y="98"/>
                </a:cubicBezTo>
                <a:cubicBezTo>
                  <a:pt x="45" y="98"/>
                  <a:pt x="45" y="98"/>
                  <a:pt x="45" y="98"/>
                </a:cubicBezTo>
                <a:cubicBezTo>
                  <a:pt x="45" y="98"/>
                  <a:pt x="45" y="50"/>
                  <a:pt x="45" y="45"/>
                </a:cubicBezTo>
                <a:cubicBezTo>
                  <a:pt x="62" y="45"/>
                  <a:pt x="62" y="45"/>
                  <a:pt x="62" y="45"/>
                </a:cubicBezTo>
                <a:cubicBezTo>
                  <a:pt x="62" y="53"/>
                  <a:pt x="62" y="53"/>
                  <a:pt x="62" y="53"/>
                </a:cubicBezTo>
                <a:cubicBezTo>
                  <a:pt x="64" y="49"/>
                  <a:pt x="69" y="44"/>
                  <a:pt x="78" y="44"/>
                </a:cubicBezTo>
                <a:cubicBezTo>
                  <a:pt x="90" y="44"/>
                  <a:pt x="98" y="51"/>
                  <a:pt x="98" y="67"/>
                </a:cubicBezTo>
                <a:lnTo>
                  <a:pt x="98" y="98"/>
                </a:lnTo>
                <a:close/>
                <a:moveTo>
                  <a:pt x="62" y="53"/>
                </a:moveTo>
                <a:cubicBezTo>
                  <a:pt x="62" y="53"/>
                  <a:pt x="62" y="53"/>
                  <a:pt x="62" y="53"/>
                </a:cubicBezTo>
                <a:cubicBezTo>
                  <a:pt x="62" y="53"/>
                  <a:pt x="62" y="53"/>
                  <a:pt x="62" y="5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76" name="Freeform 178"/>
          <p:cNvSpPr/>
          <p:nvPr/>
        </p:nvSpPr>
        <p:spPr>
          <a:xfrm>
            <a:off x="7392960" y="1209600"/>
            <a:ext cx="300240" cy="297000"/>
          </a:xfrm>
          <a:custGeom>
            <a:avLst/>
            <a:gdLst/>
            <a:ahLst/>
            <a:rect l="l" t="t" r="r" b="b"/>
            <a:pathLst>
              <a:path w="117" h="116">
                <a:moveTo>
                  <a:pt x="117" y="20"/>
                </a:moveTo>
                <a:cubicBezTo>
                  <a:pt x="117" y="9"/>
                  <a:pt x="107" y="0"/>
                  <a:pt x="97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10" y="0"/>
                  <a:pt x="0" y="9"/>
                  <a:pt x="0" y="20"/>
                </a:cubicBezTo>
                <a:cubicBezTo>
                  <a:pt x="0" y="97"/>
                  <a:pt x="0" y="97"/>
                  <a:pt x="0" y="97"/>
                </a:cubicBezTo>
                <a:cubicBezTo>
                  <a:pt x="0" y="107"/>
                  <a:pt x="10" y="116"/>
                  <a:pt x="20" y="116"/>
                </a:cubicBezTo>
                <a:cubicBezTo>
                  <a:pt x="58" y="116"/>
                  <a:pt x="58" y="116"/>
                  <a:pt x="58" y="116"/>
                </a:cubicBezTo>
                <a:cubicBezTo>
                  <a:pt x="58" y="73"/>
                  <a:pt x="58" y="73"/>
                  <a:pt x="58" y="73"/>
                </a:cubicBezTo>
                <a:cubicBezTo>
                  <a:pt x="44" y="73"/>
                  <a:pt x="44" y="73"/>
                  <a:pt x="44" y="73"/>
                </a:cubicBezTo>
                <a:cubicBezTo>
                  <a:pt x="44" y="53"/>
                  <a:pt x="44" y="53"/>
                  <a:pt x="44" y="53"/>
                </a:cubicBezTo>
                <a:cubicBezTo>
                  <a:pt x="58" y="53"/>
                  <a:pt x="58" y="53"/>
                  <a:pt x="58" y="53"/>
                </a:cubicBezTo>
                <a:cubicBezTo>
                  <a:pt x="58" y="46"/>
                  <a:pt x="58" y="46"/>
                  <a:pt x="58" y="46"/>
                </a:cubicBezTo>
                <a:cubicBezTo>
                  <a:pt x="58" y="33"/>
                  <a:pt x="68" y="21"/>
                  <a:pt x="80" y="21"/>
                </a:cubicBezTo>
                <a:cubicBezTo>
                  <a:pt x="96" y="21"/>
                  <a:pt x="96" y="21"/>
                  <a:pt x="96" y="21"/>
                </a:cubicBezTo>
                <a:cubicBezTo>
                  <a:pt x="96" y="40"/>
                  <a:pt x="96" y="40"/>
                  <a:pt x="96" y="40"/>
                </a:cubicBezTo>
                <a:cubicBezTo>
                  <a:pt x="80" y="40"/>
                  <a:pt x="80" y="40"/>
                  <a:pt x="80" y="40"/>
                </a:cubicBezTo>
                <a:cubicBezTo>
                  <a:pt x="79" y="40"/>
                  <a:pt x="77" y="42"/>
                  <a:pt x="77" y="46"/>
                </a:cubicBezTo>
                <a:cubicBezTo>
                  <a:pt x="77" y="53"/>
                  <a:pt x="77" y="53"/>
                  <a:pt x="77" y="53"/>
                </a:cubicBezTo>
                <a:cubicBezTo>
                  <a:pt x="96" y="53"/>
                  <a:pt x="96" y="53"/>
                  <a:pt x="96" y="53"/>
                </a:cubicBezTo>
                <a:cubicBezTo>
                  <a:pt x="96" y="73"/>
                  <a:pt x="96" y="73"/>
                  <a:pt x="96" y="73"/>
                </a:cubicBezTo>
                <a:cubicBezTo>
                  <a:pt x="77" y="73"/>
                  <a:pt x="77" y="73"/>
                  <a:pt x="77" y="73"/>
                </a:cubicBezTo>
                <a:cubicBezTo>
                  <a:pt x="77" y="116"/>
                  <a:pt x="77" y="116"/>
                  <a:pt x="77" y="116"/>
                </a:cubicBezTo>
                <a:cubicBezTo>
                  <a:pt x="97" y="116"/>
                  <a:pt x="97" y="116"/>
                  <a:pt x="97" y="116"/>
                </a:cubicBezTo>
                <a:cubicBezTo>
                  <a:pt x="107" y="116"/>
                  <a:pt x="117" y="107"/>
                  <a:pt x="117" y="97"/>
                </a:cubicBezTo>
                <a:lnTo>
                  <a:pt x="117" y="2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77" name="Freeform 179"/>
          <p:cNvSpPr/>
          <p:nvPr/>
        </p:nvSpPr>
        <p:spPr>
          <a:xfrm>
            <a:off x="857160" y="1836720"/>
            <a:ext cx="297000" cy="266760"/>
          </a:xfrm>
          <a:custGeom>
            <a:avLst/>
            <a:gdLst/>
            <a:ahLst/>
            <a:rect l="l" t="t" r="r" b="b"/>
            <a:pathLst>
              <a:path w="187" h="168">
                <a:moveTo>
                  <a:pt x="152" y="65"/>
                </a:moveTo>
                <a:lnTo>
                  <a:pt x="97" y="31"/>
                </a:lnTo>
                <a:lnTo>
                  <a:pt x="132" y="0"/>
                </a:lnTo>
                <a:lnTo>
                  <a:pt x="187" y="36"/>
                </a:lnTo>
                <a:lnTo>
                  <a:pt x="152" y="65"/>
                </a:lnTo>
                <a:close/>
                <a:moveTo>
                  <a:pt x="131" y="129"/>
                </a:moveTo>
                <a:lnTo>
                  <a:pt x="185" y="97"/>
                </a:lnTo>
                <a:lnTo>
                  <a:pt x="153" y="69"/>
                </a:lnTo>
                <a:lnTo>
                  <a:pt x="100" y="102"/>
                </a:lnTo>
                <a:lnTo>
                  <a:pt x="131" y="129"/>
                </a:lnTo>
                <a:close/>
                <a:moveTo>
                  <a:pt x="89" y="102"/>
                </a:moveTo>
                <a:lnTo>
                  <a:pt x="36" y="69"/>
                </a:lnTo>
                <a:lnTo>
                  <a:pt x="3" y="97"/>
                </a:lnTo>
                <a:lnTo>
                  <a:pt x="57" y="129"/>
                </a:lnTo>
                <a:lnTo>
                  <a:pt x="89" y="102"/>
                </a:lnTo>
                <a:close/>
                <a:moveTo>
                  <a:pt x="37" y="124"/>
                </a:moveTo>
                <a:lnTo>
                  <a:pt x="37" y="134"/>
                </a:lnTo>
                <a:lnTo>
                  <a:pt x="92" y="168"/>
                </a:lnTo>
                <a:lnTo>
                  <a:pt x="92" y="105"/>
                </a:lnTo>
                <a:lnTo>
                  <a:pt x="57" y="134"/>
                </a:lnTo>
                <a:lnTo>
                  <a:pt x="37" y="124"/>
                </a:lnTo>
                <a:close/>
                <a:moveTo>
                  <a:pt x="150" y="124"/>
                </a:moveTo>
                <a:lnTo>
                  <a:pt x="132" y="134"/>
                </a:lnTo>
                <a:lnTo>
                  <a:pt x="97" y="105"/>
                </a:lnTo>
                <a:lnTo>
                  <a:pt x="97" y="168"/>
                </a:lnTo>
                <a:lnTo>
                  <a:pt x="150" y="134"/>
                </a:lnTo>
                <a:lnTo>
                  <a:pt x="150" y="124"/>
                </a:lnTo>
                <a:close/>
                <a:moveTo>
                  <a:pt x="92" y="31"/>
                </a:moveTo>
                <a:lnTo>
                  <a:pt x="57" y="0"/>
                </a:lnTo>
                <a:lnTo>
                  <a:pt x="0" y="36"/>
                </a:lnTo>
                <a:lnTo>
                  <a:pt x="36" y="65"/>
                </a:lnTo>
                <a:lnTo>
                  <a:pt x="92" y="3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78" name="Freeform 180"/>
          <p:cNvSpPr/>
          <p:nvPr/>
        </p:nvSpPr>
        <p:spPr>
          <a:xfrm>
            <a:off x="8583480" y="1209600"/>
            <a:ext cx="297000" cy="297000"/>
          </a:xfrm>
          <a:custGeom>
            <a:avLst/>
            <a:gdLst/>
            <a:ahLst/>
            <a:rect l="l" t="t" r="r" b="b"/>
            <a:pathLst>
              <a:path w="116" h="116">
                <a:moveTo>
                  <a:pt x="58" y="0"/>
                </a:moveTo>
                <a:cubicBezTo>
                  <a:pt x="26" y="0"/>
                  <a:pt x="0" y="26"/>
                  <a:pt x="0" y="58"/>
                </a:cubicBezTo>
                <a:cubicBezTo>
                  <a:pt x="0" y="90"/>
                  <a:pt x="26" y="116"/>
                  <a:pt x="58" y="116"/>
                </a:cubicBezTo>
                <a:cubicBezTo>
                  <a:pt x="90" y="116"/>
                  <a:pt x="116" y="90"/>
                  <a:pt x="116" y="58"/>
                </a:cubicBezTo>
                <a:cubicBezTo>
                  <a:pt x="116" y="26"/>
                  <a:pt x="90" y="0"/>
                  <a:pt x="58" y="0"/>
                </a:cubicBezTo>
                <a:close/>
                <a:moveTo>
                  <a:pt x="94" y="30"/>
                </a:moveTo>
                <a:cubicBezTo>
                  <a:pt x="99" y="38"/>
                  <a:pt x="103" y="47"/>
                  <a:pt x="103" y="56"/>
                </a:cubicBezTo>
                <a:cubicBezTo>
                  <a:pt x="97" y="55"/>
                  <a:pt x="91" y="54"/>
                  <a:pt x="85" y="54"/>
                </a:cubicBezTo>
                <a:cubicBezTo>
                  <a:pt x="85" y="54"/>
                  <a:pt x="85" y="54"/>
                  <a:pt x="85" y="54"/>
                </a:cubicBezTo>
                <a:cubicBezTo>
                  <a:pt x="85" y="54"/>
                  <a:pt x="85" y="54"/>
                  <a:pt x="85" y="54"/>
                </a:cubicBezTo>
                <a:cubicBezTo>
                  <a:pt x="80" y="54"/>
                  <a:pt x="76" y="55"/>
                  <a:pt x="72" y="55"/>
                </a:cubicBezTo>
                <a:cubicBezTo>
                  <a:pt x="71" y="53"/>
                  <a:pt x="70" y="51"/>
                  <a:pt x="69" y="48"/>
                </a:cubicBezTo>
                <a:cubicBezTo>
                  <a:pt x="78" y="44"/>
                  <a:pt x="87" y="39"/>
                  <a:pt x="94" y="30"/>
                </a:cubicBezTo>
                <a:close/>
                <a:moveTo>
                  <a:pt x="58" y="13"/>
                </a:moveTo>
                <a:cubicBezTo>
                  <a:pt x="69" y="13"/>
                  <a:pt x="79" y="17"/>
                  <a:pt x="86" y="23"/>
                </a:cubicBezTo>
                <a:cubicBezTo>
                  <a:pt x="80" y="30"/>
                  <a:pt x="73" y="35"/>
                  <a:pt x="64" y="39"/>
                </a:cubicBezTo>
                <a:cubicBezTo>
                  <a:pt x="58" y="27"/>
                  <a:pt x="52" y="19"/>
                  <a:pt x="48" y="14"/>
                </a:cubicBezTo>
                <a:cubicBezTo>
                  <a:pt x="52" y="13"/>
                  <a:pt x="55" y="13"/>
                  <a:pt x="58" y="13"/>
                </a:cubicBezTo>
                <a:close/>
                <a:moveTo>
                  <a:pt x="38" y="18"/>
                </a:moveTo>
                <a:cubicBezTo>
                  <a:pt x="41" y="22"/>
                  <a:pt x="47" y="30"/>
                  <a:pt x="54" y="42"/>
                </a:cubicBezTo>
                <a:cubicBezTo>
                  <a:pt x="41" y="47"/>
                  <a:pt x="27" y="47"/>
                  <a:pt x="18" y="47"/>
                </a:cubicBezTo>
                <a:cubicBezTo>
                  <a:pt x="18" y="47"/>
                  <a:pt x="18" y="47"/>
                  <a:pt x="18" y="47"/>
                </a:cubicBezTo>
                <a:cubicBezTo>
                  <a:pt x="18" y="47"/>
                  <a:pt x="18" y="47"/>
                  <a:pt x="18" y="47"/>
                </a:cubicBezTo>
                <a:cubicBezTo>
                  <a:pt x="16" y="47"/>
                  <a:pt x="15" y="47"/>
                  <a:pt x="14" y="47"/>
                </a:cubicBezTo>
                <a:cubicBezTo>
                  <a:pt x="17" y="34"/>
                  <a:pt x="26" y="24"/>
                  <a:pt x="38" y="18"/>
                </a:cubicBezTo>
                <a:close/>
                <a:moveTo>
                  <a:pt x="13" y="58"/>
                </a:moveTo>
                <a:cubicBezTo>
                  <a:pt x="13" y="58"/>
                  <a:pt x="13" y="58"/>
                  <a:pt x="13" y="58"/>
                </a:cubicBezTo>
                <a:cubicBezTo>
                  <a:pt x="14" y="58"/>
                  <a:pt x="16" y="58"/>
                  <a:pt x="18" y="58"/>
                </a:cubicBezTo>
                <a:cubicBezTo>
                  <a:pt x="18" y="58"/>
                  <a:pt x="18" y="58"/>
                  <a:pt x="18" y="58"/>
                </a:cubicBezTo>
                <a:cubicBezTo>
                  <a:pt x="27" y="58"/>
                  <a:pt x="43" y="57"/>
                  <a:pt x="59" y="52"/>
                </a:cubicBezTo>
                <a:cubicBezTo>
                  <a:pt x="60" y="54"/>
                  <a:pt x="61" y="56"/>
                  <a:pt x="61" y="58"/>
                </a:cubicBezTo>
                <a:cubicBezTo>
                  <a:pt x="51" y="61"/>
                  <a:pt x="42" y="67"/>
                  <a:pt x="36" y="73"/>
                </a:cubicBezTo>
                <a:cubicBezTo>
                  <a:pt x="30" y="78"/>
                  <a:pt x="26" y="84"/>
                  <a:pt x="23" y="88"/>
                </a:cubicBezTo>
                <a:cubicBezTo>
                  <a:pt x="17" y="80"/>
                  <a:pt x="13" y="69"/>
                  <a:pt x="13" y="58"/>
                </a:cubicBezTo>
                <a:close/>
                <a:moveTo>
                  <a:pt x="58" y="104"/>
                </a:moveTo>
                <a:cubicBezTo>
                  <a:pt x="48" y="104"/>
                  <a:pt x="39" y="100"/>
                  <a:pt x="31" y="95"/>
                </a:cubicBezTo>
                <a:cubicBezTo>
                  <a:pt x="33" y="92"/>
                  <a:pt x="36" y="87"/>
                  <a:pt x="42" y="82"/>
                </a:cubicBezTo>
                <a:cubicBezTo>
                  <a:pt x="47" y="76"/>
                  <a:pt x="55" y="71"/>
                  <a:pt x="65" y="68"/>
                </a:cubicBezTo>
                <a:cubicBezTo>
                  <a:pt x="69" y="77"/>
                  <a:pt x="72" y="88"/>
                  <a:pt x="74" y="101"/>
                </a:cubicBezTo>
                <a:cubicBezTo>
                  <a:pt x="69" y="103"/>
                  <a:pt x="64" y="104"/>
                  <a:pt x="58" y="104"/>
                </a:cubicBezTo>
                <a:close/>
                <a:moveTo>
                  <a:pt x="84" y="96"/>
                </a:moveTo>
                <a:cubicBezTo>
                  <a:pt x="81" y="84"/>
                  <a:pt x="79" y="74"/>
                  <a:pt x="75" y="65"/>
                </a:cubicBezTo>
                <a:cubicBezTo>
                  <a:pt x="78" y="65"/>
                  <a:pt x="81" y="65"/>
                  <a:pt x="85" y="65"/>
                </a:cubicBezTo>
                <a:cubicBezTo>
                  <a:pt x="85" y="65"/>
                  <a:pt x="85" y="65"/>
                  <a:pt x="85" y="65"/>
                </a:cubicBezTo>
                <a:cubicBezTo>
                  <a:pt x="85" y="65"/>
                  <a:pt x="85" y="65"/>
                  <a:pt x="85" y="65"/>
                </a:cubicBezTo>
                <a:cubicBezTo>
                  <a:pt x="85" y="65"/>
                  <a:pt x="85" y="65"/>
                  <a:pt x="85" y="65"/>
                </a:cubicBezTo>
                <a:cubicBezTo>
                  <a:pt x="90" y="65"/>
                  <a:pt x="96" y="65"/>
                  <a:pt x="103" y="67"/>
                </a:cubicBezTo>
                <a:cubicBezTo>
                  <a:pt x="100" y="79"/>
                  <a:pt x="93" y="89"/>
                  <a:pt x="84" y="9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79" name="Freeform 181"/>
          <p:cNvSpPr/>
          <p:nvPr/>
        </p:nvSpPr>
        <p:spPr>
          <a:xfrm>
            <a:off x="7392960" y="3589200"/>
            <a:ext cx="300240" cy="300240"/>
          </a:xfrm>
          <a:custGeom>
            <a:avLst/>
            <a:gdLst/>
            <a:ahLst/>
            <a:rect l="l" t="t" r="r" b="b"/>
            <a:pathLst>
              <a:path w="189" h="189">
                <a:moveTo>
                  <a:pt x="0" y="0"/>
                </a:moveTo>
                <a:lnTo>
                  <a:pt x="25" y="164"/>
                </a:lnTo>
                <a:lnTo>
                  <a:pt x="94" y="189"/>
                </a:lnTo>
                <a:lnTo>
                  <a:pt x="165" y="164"/>
                </a:lnTo>
                <a:lnTo>
                  <a:pt x="189" y="0"/>
                </a:lnTo>
                <a:lnTo>
                  <a:pt x="0" y="0"/>
                </a:lnTo>
                <a:close/>
                <a:moveTo>
                  <a:pt x="150" y="48"/>
                </a:moveTo>
                <a:lnTo>
                  <a:pt x="70" y="48"/>
                </a:lnTo>
                <a:lnTo>
                  <a:pt x="71" y="71"/>
                </a:lnTo>
                <a:lnTo>
                  <a:pt x="149" y="71"/>
                </a:lnTo>
                <a:lnTo>
                  <a:pt x="142" y="142"/>
                </a:lnTo>
                <a:lnTo>
                  <a:pt x="94" y="153"/>
                </a:lnTo>
                <a:lnTo>
                  <a:pt x="47" y="142"/>
                </a:lnTo>
                <a:lnTo>
                  <a:pt x="44" y="106"/>
                </a:lnTo>
                <a:lnTo>
                  <a:pt x="71" y="106"/>
                </a:lnTo>
                <a:lnTo>
                  <a:pt x="73" y="124"/>
                </a:lnTo>
                <a:lnTo>
                  <a:pt x="94" y="129"/>
                </a:lnTo>
                <a:lnTo>
                  <a:pt x="118" y="124"/>
                </a:lnTo>
                <a:lnTo>
                  <a:pt x="121" y="95"/>
                </a:lnTo>
                <a:lnTo>
                  <a:pt x="44" y="95"/>
                </a:lnTo>
                <a:lnTo>
                  <a:pt x="36" y="24"/>
                </a:lnTo>
                <a:lnTo>
                  <a:pt x="153" y="24"/>
                </a:lnTo>
                <a:lnTo>
                  <a:pt x="150" y="4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280" name="Group 297" descr=""/>
          <p:cNvPicPr/>
          <p:nvPr/>
        </p:nvPicPr>
        <p:blipFill>
          <a:blip r:embed="rId38"/>
          <a:stretch/>
        </p:blipFill>
        <p:spPr>
          <a:xfrm>
            <a:off x="262080" y="4187880"/>
            <a:ext cx="298440" cy="291960"/>
          </a:xfrm>
          <a:prstGeom prst="rect">
            <a:avLst/>
          </a:prstGeom>
          <a:ln w="0">
            <a:noFill/>
          </a:ln>
        </p:spPr>
      </p:pic>
      <p:pic>
        <p:nvPicPr>
          <p:cNvPr id="2281" name="Group 312" descr=""/>
          <p:cNvPicPr/>
          <p:nvPr/>
        </p:nvPicPr>
        <p:blipFill>
          <a:blip r:embed="rId39"/>
          <a:stretch/>
        </p:blipFill>
        <p:spPr>
          <a:xfrm>
            <a:off x="8583480" y="3591000"/>
            <a:ext cx="298440" cy="298440"/>
          </a:xfrm>
          <a:prstGeom prst="rect">
            <a:avLst/>
          </a:prstGeom>
          <a:ln w="0">
            <a:noFill/>
          </a:ln>
        </p:spPr>
      </p:pic>
      <p:sp>
        <p:nvSpPr>
          <p:cNvPr id="2282" name="Freeform 190"/>
          <p:cNvSpPr/>
          <p:nvPr/>
        </p:nvSpPr>
        <p:spPr>
          <a:xfrm>
            <a:off x="7989840" y="3589200"/>
            <a:ext cx="297000" cy="300240"/>
          </a:xfrm>
          <a:custGeom>
            <a:avLst/>
            <a:gdLst/>
            <a:ahLst/>
            <a:rect l="l" t="t" r="r" b="b"/>
            <a:pathLst>
              <a:path w="187" h="189">
                <a:moveTo>
                  <a:pt x="0" y="0"/>
                </a:moveTo>
                <a:lnTo>
                  <a:pt x="22" y="164"/>
                </a:lnTo>
                <a:lnTo>
                  <a:pt x="93" y="189"/>
                </a:lnTo>
                <a:lnTo>
                  <a:pt x="163" y="164"/>
                </a:lnTo>
                <a:lnTo>
                  <a:pt x="187" y="0"/>
                </a:lnTo>
                <a:lnTo>
                  <a:pt x="0" y="0"/>
                </a:lnTo>
                <a:close/>
                <a:moveTo>
                  <a:pt x="151" y="48"/>
                </a:moveTo>
                <a:lnTo>
                  <a:pt x="105" y="71"/>
                </a:lnTo>
                <a:lnTo>
                  <a:pt x="146" y="71"/>
                </a:lnTo>
                <a:lnTo>
                  <a:pt x="140" y="142"/>
                </a:lnTo>
                <a:lnTo>
                  <a:pt x="93" y="153"/>
                </a:lnTo>
                <a:lnTo>
                  <a:pt x="47" y="142"/>
                </a:lnTo>
                <a:lnTo>
                  <a:pt x="43" y="106"/>
                </a:lnTo>
                <a:lnTo>
                  <a:pt x="69" y="106"/>
                </a:lnTo>
                <a:lnTo>
                  <a:pt x="72" y="124"/>
                </a:lnTo>
                <a:lnTo>
                  <a:pt x="93" y="129"/>
                </a:lnTo>
                <a:lnTo>
                  <a:pt x="116" y="124"/>
                </a:lnTo>
                <a:lnTo>
                  <a:pt x="119" y="95"/>
                </a:lnTo>
                <a:lnTo>
                  <a:pt x="42" y="95"/>
                </a:lnTo>
                <a:lnTo>
                  <a:pt x="40" y="77"/>
                </a:lnTo>
                <a:lnTo>
                  <a:pt x="53" y="71"/>
                </a:lnTo>
                <a:lnTo>
                  <a:pt x="101" y="48"/>
                </a:lnTo>
                <a:lnTo>
                  <a:pt x="37" y="48"/>
                </a:lnTo>
                <a:lnTo>
                  <a:pt x="34" y="24"/>
                </a:lnTo>
                <a:lnTo>
                  <a:pt x="151" y="24"/>
                </a:lnTo>
                <a:lnTo>
                  <a:pt x="151" y="4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83" name="Freeform 191"/>
          <p:cNvSpPr/>
          <p:nvPr/>
        </p:nvSpPr>
        <p:spPr>
          <a:xfrm>
            <a:off x="2639880" y="4186080"/>
            <a:ext cx="297000" cy="297000"/>
          </a:xfrm>
          <a:custGeom>
            <a:avLst/>
            <a:gdLst/>
            <a:ahLst/>
            <a:rect l="l" t="t" r="r" b="b"/>
            <a:pathLst>
              <a:path w="116" h="116">
                <a:moveTo>
                  <a:pt x="109" y="9"/>
                </a:moveTo>
                <a:cubicBezTo>
                  <a:pt x="99" y="4"/>
                  <a:pt x="80" y="0"/>
                  <a:pt x="58" y="0"/>
                </a:cubicBezTo>
                <a:cubicBezTo>
                  <a:pt x="36" y="0"/>
                  <a:pt x="17" y="4"/>
                  <a:pt x="7" y="9"/>
                </a:cubicBezTo>
                <a:cubicBezTo>
                  <a:pt x="3" y="12"/>
                  <a:pt x="0" y="15"/>
                  <a:pt x="0" y="1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101"/>
                  <a:pt x="3" y="104"/>
                  <a:pt x="7" y="107"/>
                </a:cubicBezTo>
                <a:cubicBezTo>
                  <a:pt x="17" y="112"/>
                  <a:pt x="36" y="116"/>
                  <a:pt x="58" y="116"/>
                </a:cubicBezTo>
                <a:cubicBezTo>
                  <a:pt x="80" y="116"/>
                  <a:pt x="99" y="112"/>
                  <a:pt x="109" y="107"/>
                </a:cubicBezTo>
                <a:cubicBezTo>
                  <a:pt x="114" y="104"/>
                  <a:pt x="116" y="101"/>
                  <a:pt x="116" y="98"/>
                </a:cubicBezTo>
                <a:cubicBezTo>
                  <a:pt x="116" y="18"/>
                  <a:pt x="116" y="18"/>
                  <a:pt x="116" y="18"/>
                </a:cubicBezTo>
                <a:cubicBezTo>
                  <a:pt x="116" y="15"/>
                  <a:pt x="114" y="12"/>
                  <a:pt x="109" y="9"/>
                </a:cubicBezTo>
                <a:close/>
                <a:moveTo>
                  <a:pt x="58" y="7"/>
                </a:moveTo>
                <a:cubicBezTo>
                  <a:pt x="89" y="7"/>
                  <a:pt x="106" y="14"/>
                  <a:pt x="109" y="18"/>
                </a:cubicBezTo>
                <a:cubicBezTo>
                  <a:pt x="106" y="21"/>
                  <a:pt x="89" y="29"/>
                  <a:pt x="58" y="29"/>
                </a:cubicBezTo>
                <a:cubicBezTo>
                  <a:pt x="27" y="29"/>
                  <a:pt x="10" y="21"/>
                  <a:pt x="7" y="18"/>
                </a:cubicBezTo>
                <a:cubicBezTo>
                  <a:pt x="10" y="14"/>
                  <a:pt x="27" y="7"/>
                  <a:pt x="58" y="7"/>
                </a:cubicBezTo>
                <a:close/>
                <a:moveTo>
                  <a:pt x="58" y="36"/>
                </a:moveTo>
                <a:cubicBezTo>
                  <a:pt x="80" y="36"/>
                  <a:pt x="99" y="32"/>
                  <a:pt x="109" y="27"/>
                </a:cubicBezTo>
                <a:cubicBezTo>
                  <a:pt x="109" y="43"/>
                  <a:pt x="109" y="43"/>
                  <a:pt x="109" y="43"/>
                </a:cubicBezTo>
                <a:cubicBezTo>
                  <a:pt x="109" y="43"/>
                  <a:pt x="109" y="43"/>
                  <a:pt x="109" y="43"/>
                </a:cubicBezTo>
                <a:cubicBezTo>
                  <a:pt x="106" y="47"/>
                  <a:pt x="89" y="54"/>
                  <a:pt x="58" y="54"/>
                </a:cubicBezTo>
                <a:cubicBezTo>
                  <a:pt x="27" y="54"/>
                  <a:pt x="10" y="47"/>
                  <a:pt x="7" y="43"/>
                </a:cubicBezTo>
                <a:cubicBezTo>
                  <a:pt x="7" y="43"/>
                  <a:pt x="7" y="43"/>
                  <a:pt x="7" y="43"/>
                </a:cubicBezTo>
                <a:cubicBezTo>
                  <a:pt x="7" y="27"/>
                  <a:pt x="7" y="27"/>
                  <a:pt x="7" y="27"/>
                </a:cubicBezTo>
                <a:cubicBezTo>
                  <a:pt x="17" y="32"/>
                  <a:pt x="36" y="36"/>
                  <a:pt x="58" y="36"/>
                </a:cubicBezTo>
                <a:close/>
                <a:moveTo>
                  <a:pt x="109" y="98"/>
                </a:moveTo>
                <a:cubicBezTo>
                  <a:pt x="109" y="98"/>
                  <a:pt x="109" y="98"/>
                  <a:pt x="109" y="98"/>
                </a:cubicBezTo>
                <a:cubicBezTo>
                  <a:pt x="106" y="101"/>
                  <a:pt x="89" y="109"/>
                  <a:pt x="58" y="109"/>
                </a:cubicBezTo>
                <a:cubicBezTo>
                  <a:pt x="27" y="109"/>
                  <a:pt x="10" y="101"/>
                  <a:pt x="7" y="98"/>
                </a:cubicBezTo>
                <a:cubicBezTo>
                  <a:pt x="7" y="98"/>
                  <a:pt x="7" y="98"/>
                  <a:pt x="7" y="98"/>
                </a:cubicBezTo>
                <a:cubicBezTo>
                  <a:pt x="7" y="78"/>
                  <a:pt x="7" y="78"/>
                  <a:pt x="7" y="78"/>
                </a:cubicBezTo>
                <a:cubicBezTo>
                  <a:pt x="17" y="83"/>
                  <a:pt x="36" y="87"/>
                  <a:pt x="58" y="87"/>
                </a:cubicBezTo>
                <a:cubicBezTo>
                  <a:pt x="80" y="87"/>
                  <a:pt x="99" y="83"/>
                  <a:pt x="109" y="78"/>
                </a:cubicBezTo>
                <a:lnTo>
                  <a:pt x="109" y="98"/>
                </a:lnTo>
                <a:close/>
                <a:moveTo>
                  <a:pt x="109" y="69"/>
                </a:moveTo>
                <a:cubicBezTo>
                  <a:pt x="109" y="69"/>
                  <a:pt x="109" y="69"/>
                  <a:pt x="109" y="69"/>
                </a:cubicBezTo>
                <a:cubicBezTo>
                  <a:pt x="106" y="72"/>
                  <a:pt x="89" y="80"/>
                  <a:pt x="58" y="80"/>
                </a:cubicBezTo>
                <a:cubicBezTo>
                  <a:pt x="27" y="80"/>
                  <a:pt x="10" y="72"/>
                  <a:pt x="7" y="69"/>
                </a:cubicBezTo>
                <a:cubicBezTo>
                  <a:pt x="7" y="69"/>
                  <a:pt x="7" y="69"/>
                  <a:pt x="7" y="69"/>
                </a:cubicBezTo>
                <a:cubicBezTo>
                  <a:pt x="7" y="52"/>
                  <a:pt x="7" y="52"/>
                  <a:pt x="7" y="52"/>
                </a:cubicBezTo>
                <a:cubicBezTo>
                  <a:pt x="17" y="58"/>
                  <a:pt x="36" y="61"/>
                  <a:pt x="58" y="61"/>
                </a:cubicBezTo>
                <a:cubicBezTo>
                  <a:pt x="80" y="61"/>
                  <a:pt x="99" y="58"/>
                  <a:pt x="109" y="52"/>
                </a:cubicBezTo>
                <a:lnTo>
                  <a:pt x="109" y="6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84" name="Freeform 192"/>
          <p:cNvSpPr/>
          <p:nvPr/>
        </p:nvSpPr>
        <p:spPr>
          <a:xfrm>
            <a:off x="857160" y="4186080"/>
            <a:ext cx="297000" cy="297000"/>
          </a:xfrm>
          <a:custGeom>
            <a:avLst/>
            <a:gdLst/>
            <a:ahLst/>
            <a:rect l="l" t="t" r="r" b="b"/>
            <a:pathLst>
              <a:path w="187" h="187">
                <a:moveTo>
                  <a:pt x="0" y="0"/>
                </a:moveTo>
                <a:lnTo>
                  <a:pt x="0" y="187"/>
                </a:lnTo>
                <a:lnTo>
                  <a:pt x="187" y="187"/>
                </a:lnTo>
                <a:lnTo>
                  <a:pt x="187" y="0"/>
                </a:lnTo>
                <a:lnTo>
                  <a:pt x="0" y="0"/>
                </a:lnTo>
                <a:close/>
                <a:moveTo>
                  <a:pt x="71" y="22"/>
                </a:moveTo>
                <a:lnTo>
                  <a:pt x="82" y="22"/>
                </a:lnTo>
                <a:lnTo>
                  <a:pt x="82" y="35"/>
                </a:lnTo>
                <a:lnTo>
                  <a:pt x="71" y="35"/>
                </a:lnTo>
                <a:lnTo>
                  <a:pt x="71" y="22"/>
                </a:lnTo>
                <a:close/>
                <a:moveTo>
                  <a:pt x="47" y="22"/>
                </a:moveTo>
                <a:lnTo>
                  <a:pt x="58" y="22"/>
                </a:lnTo>
                <a:lnTo>
                  <a:pt x="58" y="35"/>
                </a:lnTo>
                <a:lnTo>
                  <a:pt x="47" y="35"/>
                </a:lnTo>
                <a:lnTo>
                  <a:pt x="47" y="22"/>
                </a:lnTo>
                <a:close/>
                <a:moveTo>
                  <a:pt x="24" y="22"/>
                </a:moveTo>
                <a:lnTo>
                  <a:pt x="36" y="22"/>
                </a:lnTo>
                <a:lnTo>
                  <a:pt x="36" y="35"/>
                </a:lnTo>
                <a:lnTo>
                  <a:pt x="24" y="35"/>
                </a:lnTo>
                <a:lnTo>
                  <a:pt x="24" y="22"/>
                </a:lnTo>
                <a:close/>
                <a:moveTo>
                  <a:pt x="165" y="163"/>
                </a:moveTo>
                <a:lnTo>
                  <a:pt x="24" y="163"/>
                </a:lnTo>
                <a:lnTo>
                  <a:pt x="24" y="47"/>
                </a:lnTo>
                <a:lnTo>
                  <a:pt x="165" y="47"/>
                </a:lnTo>
                <a:lnTo>
                  <a:pt x="165" y="16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285" name="Group 300" descr=""/>
          <p:cNvPicPr/>
          <p:nvPr/>
        </p:nvPicPr>
        <p:blipFill>
          <a:blip r:embed="rId40"/>
          <a:stretch/>
        </p:blipFill>
        <p:spPr>
          <a:xfrm>
            <a:off x="1450800" y="4187880"/>
            <a:ext cx="298800" cy="291960"/>
          </a:xfrm>
          <a:prstGeom prst="rect">
            <a:avLst/>
          </a:prstGeom>
          <a:ln w="0">
            <a:noFill/>
          </a:ln>
        </p:spPr>
      </p:pic>
      <p:pic>
        <p:nvPicPr>
          <p:cNvPr id="2286" name="Group 302" descr=""/>
          <p:cNvPicPr/>
          <p:nvPr/>
        </p:nvPicPr>
        <p:blipFill>
          <a:blip r:embed="rId41"/>
          <a:stretch/>
        </p:blipFill>
        <p:spPr>
          <a:xfrm>
            <a:off x="2048040" y="4187880"/>
            <a:ext cx="293400" cy="291960"/>
          </a:xfrm>
          <a:prstGeom prst="rect">
            <a:avLst/>
          </a:prstGeom>
          <a:ln w="0">
            <a:noFill/>
          </a:ln>
        </p:spPr>
      </p:pic>
      <p:sp>
        <p:nvSpPr>
          <p:cNvPr id="2287" name="Freeform 197"/>
          <p:cNvSpPr/>
          <p:nvPr/>
        </p:nvSpPr>
        <p:spPr>
          <a:xfrm>
            <a:off x="6800760" y="3589200"/>
            <a:ext cx="281160" cy="279360"/>
          </a:xfrm>
          <a:custGeom>
            <a:avLst/>
            <a:gdLst/>
            <a:ahLst/>
            <a:rect l="l" t="t" r="r" b="b"/>
            <a:pathLst>
              <a:path w="110" h="109">
                <a:moveTo>
                  <a:pt x="106" y="5"/>
                </a:moveTo>
                <a:cubicBezTo>
                  <a:pt x="104" y="3"/>
                  <a:pt x="101" y="0"/>
                  <a:pt x="94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29" y="0"/>
                  <a:pt x="18" y="13"/>
                  <a:pt x="18" y="22"/>
                </a:cubicBezTo>
                <a:cubicBezTo>
                  <a:pt x="18" y="73"/>
                  <a:pt x="18" y="73"/>
                  <a:pt x="18" y="73"/>
                </a:cubicBezTo>
                <a:cubicBezTo>
                  <a:pt x="18" y="75"/>
                  <a:pt x="17" y="77"/>
                  <a:pt x="16" y="80"/>
                </a:cubicBezTo>
                <a:cubicBezTo>
                  <a:pt x="15" y="80"/>
                  <a:pt x="15" y="80"/>
                  <a:pt x="15" y="80"/>
                </a:cubicBezTo>
                <a:cubicBezTo>
                  <a:pt x="5" y="80"/>
                  <a:pt x="0" y="88"/>
                  <a:pt x="0" y="95"/>
                </a:cubicBezTo>
                <a:cubicBezTo>
                  <a:pt x="0" y="102"/>
                  <a:pt x="5" y="109"/>
                  <a:pt x="15" y="109"/>
                </a:cubicBezTo>
                <a:cubicBezTo>
                  <a:pt x="69" y="109"/>
                  <a:pt x="69" y="109"/>
                  <a:pt x="69" y="109"/>
                </a:cubicBezTo>
                <a:cubicBezTo>
                  <a:pt x="82" y="109"/>
                  <a:pt x="84" y="73"/>
                  <a:pt x="84" y="73"/>
                </a:cubicBezTo>
                <a:cubicBezTo>
                  <a:pt x="84" y="30"/>
                  <a:pt x="84" y="30"/>
                  <a:pt x="84" y="30"/>
                </a:cubicBezTo>
                <a:cubicBezTo>
                  <a:pt x="94" y="30"/>
                  <a:pt x="94" y="30"/>
                  <a:pt x="94" y="30"/>
                </a:cubicBezTo>
                <a:cubicBezTo>
                  <a:pt x="104" y="30"/>
                  <a:pt x="110" y="22"/>
                  <a:pt x="110" y="14"/>
                </a:cubicBezTo>
                <a:cubicBezTo>
                  <a:pt x="110" y="10"/>
                  <a:pt x="109" y="7"/>
                  <a:pt x="106" y="5"/>
                </a:cubicBezTo>
                <a:close/>
                <a:moveTo>
                  <a:pt x="76" y="20"/>
                </a:moveTo>
                <a:cubicBezTo>
                  <a:pt x="76" y="21"/>
                  <a:pt x="76" y="21"/>
                  <a:pt x="76" y="22"/>
                </a:cubicBezTo>
                <a:cubicBezTo>
                  <a:pt x="76" y="73"/>
                  <a:pt x="76" y="73"/>
                  <a:pt x="76" y="73"/>
                </a:cubicBezTo>
                <a:cubicBezTo>
                  <a:pt x="76" y="83"/>
                  <a:pt x="72" y="101"/>
                  <a:pt x="69" y="102"/>
                </a:cubicBezTo>
                <a:cubicBezTo>
                  <a:pt x="15" y="102"/>
                  <a:pt x="15" y="102"/>
                  <a:pt x="15" y="102"/>
                </a:cubicBezTo>
                <a:cubicBezTo>
                  <a:pt x="13" y="102"/>
                  <a:pt x="11" y="101"/>
                  <a:pt x="10" y="101"/>
                </a:cubicBezTo>
                <a:cubicBezTo>
                  <a:pt x="8" y="99"/>
                  <a:pt x="7" y="97"/>
                  <a:pt x="7" y="95"/>
                </a:cubicBezTo>
                <a:cubicBezTo>
                  <a:pt x="7" y="92"/>
                  <a:pt x="9" y="89"/>
                  <a:pt x="12" y="88"/>
                </a:cubicBezTo>
                <a:cubicBezTo>
                  <a:pt x="13" y="88"/>
                  <a:pt x="14" y="88"/>
                  <a:pt x="15" y="88"/>
                </a:cubicBezTo>
                <a:cubicBezTo>
                  <a:pt x="62" y="88"/>
                  <a:pt x="62" y="88"/>
                  <a:pt x="62" y="88"/>
                </a:cubicBezTo>
                <a:cubicBezTo>
                  <a:pt x="64" y="88"/>
                  <a:pt x="65" y="86"/>
                  <a:pt x="65" y="84"/>
                </a:cubicBezTo>
                <a:cubicBezTo>
                  <a:pt x="65" y="82"/>
                  <a:pt x="64" y="80"/>
                  <a:pt x="62" y="80"/>
                </a:cubicBezTo>
                <a:cubicBezTo>
                  <a:pt x="24" y="80"/>
                  <a:pt x="24" y="80"/>
                  <a:pt x="24" y="80"/>
                </a:cubicBezTo>
                <a:cubicBezTo>
                  <a:pt x="25" y="78"/>
                  <a:pt x="26" y="75"/>
                  <a:pt x="26" y="73"/>
                </a:cubicBezTo>
                <a:cubicBezTo>
                  <a:pt x="26" y="22"/>
                  <a:pt x="26" y="22"/>
                  <a:pt x="26" y="22"/>
                </a:cubicBezTo>
                <a:cubicBezTo>
                  <a:pt x="26" y="17"/>
                  <a:pt x="33" y="8"/>
                  <a:pt x="45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6" y="12"/>
                  <a:pt x="76" y="16"/>
                  <a:pt x="76" y="20"/>
                </a:cubicBezTo>
                <a:close/>
                <a:moveTo>
                  <a:pt x="101" y="20"/>
                </a:moveTo>
                <a:cubicBezTo>
                  <a:pt x="100" y="21"/>
                  <a:pt x="98" y="22"/>
                  <a:pt x="94" y="22"/>
                </a:cubicBezTo>
                <a:cubicBezTo>
                  <a:pt x="84" y="22"/>
                  <a:pt x="84" y="22"/>
                  <a:pt x="84" y="22"/>
                </a:cubicBezTo>
                <a:cubicBezTo>
                  <a:pt x="84" y="21"/>
                  <a:pt x="84" y="20"/>
                  <a:pt x="84" y="20"/>
                </a:cubicBezTo>
                <a:cubicBezTo>
                  <a:pt x="83" y="16"/>
                  <a:pt x="83" y="12"/>
                  <a:pt x="85" y="10"/>
                </a:cubicBezTo>
                <a:cubicBezTo>
                  <a:pt x="87" y="8"/>
                  <a:pt x="89" y="8"/>
                  <a:pt x="92" y="8"/>
                </a:cubicBezTo>
                <a:cubicBezTo>
                  <a:pt x="94" y="8"/>
                  <a:pt x="94" y="8"/>
                  <a:pt x="94" y="8"/>
                </a:cubicBezTo>
                <a:cubicBezTo>
                  <a:pt x="100" y="8"/>
                  <a:pt x="103" y="10"/>
                  <a:pt x="103" y="14"/>
                </a:cubicBezTo>
                <a:cubicBezTo>
                  <a:pt x="103" y="16"/>
                  <a:pt x="102" y="18"/>
                  <a:pt x="101" y="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288" name="Group 308" descr=""/>
          <p:cNvPicPr/>
          <p:nvPr/>
        </p:nvPicPr>
        <p:blipFill>
          <a:blip r:embed="rId42"/>
          <a:stretch/>
        </p:blipFill>
        <p:spPr>
          <a:xfrm>
            <a:off x="4425840" y="4187880"/>
            <a:ext cx="292320" cy="291960"/>
          </a:xfrm>
          <a:prstGeom prst="rect">
            <a:avLst/>
          </a:prstGeom>
          <a:ln w="0">
            <a:noFill/>
          </a:ln>
        </p:spPr>
      </p:pic>
      <p:pic>
        <p:nvPicPr>
          <p:cNvPr id="2289" name="Group 313" descr=""/>
          <p:cNvPicPr/>
          <p:nvPr/>
        </p:nvPicPr>
        <p:blipFill>
          <a:blip r:embed="rId43"/>
          <a:stretch/>
        </p:blipFill>
        <p:spPr>
          <a:xfrm>
            <a:off x="5016600" y="4218120"/>
            <a:ext cx="298440" cy="261720"/>
          </a:xfrm>
          <a:prstGeom prst="rect">
            <a:avLst/>
          </a:prstGeom>
          <a:ln w="0">
            <a:noFill/>
          </a:ln>
        </p:spPr>
      </p:pic>
      <p:pic>
        <p:nvPicPr>
          <p:cNvPr id="2290" name="Group 305" descr=""/>
          <p:cNvPicPr/>
          <p:nvPr/>
        </p:nvPicPr>
        <p:blipFill>
          <a:blip r:embed="rId44"/>
          <a:stretch/>
        </p:blipFill>
        <p:spPr>
          <a:xfrm>
            <a:off x="3230640" y="4187880"/>
            <a:ext cx="261720" cy="201600"/>
          </a:xfrm>
          <a:prstGeom prst="rect">
            <a:avLst/>
          </a:prstGeom>
          <a:ln w="0">
            <a:noFill/>
          </a:ln>
        </p:spPr>
      </p:pic>
      <p:sp>
        <p:nvSpPr>
          <p:cNvPr id="2291" name="Freeform 204"/>
          <p:cNvSpPr/>
          <p:nvPr/>
        </p:nvSpPr>
        <p:spPr>
          <a:xfrm>
            <a:off x="5613480" y="4183200"/>
            <a:ext cx="296640" cy="263520"/>
          </a:xfrm>
          <a:custGeom>
            <a:avLst/>
            <a:gdLst/>
            <a:ahLst/>
            <a:rect l="l" t="t" r="r" b="b"/>
            <a:pathLst>
              <a:path w="116" h="103">
                <a:moveTo>
                  <a:pt x="108" y="23"/>
                </a:moveTo>
                <a:cubicBezTo>
                  <a:pt x="68" y="23"/>
                  <a:pt x="68" y="23"/>
                  <a:pt x="68" y="23"/>
                </a:cubicBezTo>
                <a:cubicBezTo>
                  <a:pt x="84" y="7"/>
                  <a:pt x="84" y="7"/>
                  <a:pt x="84" y="7"/>
                </a:cubicBezTo>
                <a:cubicBezTo>
                  <a:pt x="85" y="6"/>
                  <a:pt x="85" y="3"/>
                  <a:pt x="84" y="2"/>
                </a:cubicBezTo>
                <a:cubicBezTo>
                  <a:pt x="83" y="0"/>
                  <a:pt x="80" y="0"/>
                  <a:pt x="79" y="2"/>
                </a:cubicBezTo>
                <a:cubicBezTo>
                  <a:pt x="58" y="23"/>
                  <a:pt x="58" y="23"/>
                  <a:pt x="58" y="23"/>
                </a:cubicBezTo>
                <a:cubicBezTo>
                  <a:pt x="54" y="23"/>
                  <a:pt x="54" y="23"/>
                  <a:pt x="54" y="23"/>
                </a:cubicBezTo>
                <a:cubicBezTo>
                  <a:pt x="33" y="2"/>
                  <a:pt x="33" y="2"/>
                  <a:pt x="33" y="2"/>
                </a:cubicBezTo>
                <a:cubicBezTo>
                  <a:pt x="31" y="0"/>
                  <a:pt x="29" y="0"/>
                  <a:pt x="28" y="2"/>
                </a:cubicBezTo>
                <a:cubicBezTo>
                  <a:pt x="26" y="3"/>
                  <a:pt x="26" y="6"/>
                  <a:pt x="28" y="7"/>
                </a:cubicBezTo>
                <a:cubicBezTo>
                  <a:pt x="43" y="23"/>
                  <a:pt x="43" y="23"/>
                  <a:pt x="43" y="23"/>
                </a:cubicBezTo>
                <a:cubicBezTo>
                  <a:pt x="7" y="23"/>
                  <a:pt x="7" y="23"/>
                  <a:pt x="7" y="23"/>
                </a:cubicBezTo>
                <a:cubicBezTo>
                  <a:pt x="3" y="23"/>
                  <a:pt x="0" y="26"/>
                  <a:pt x="0" y="30"/>
                </a:cubicBezTo>
                <a:cubicBezTo>
                  <a:pt x="0" y="95"/>
                  <a:pt x="0" y="95"/>
                  <a:pt x="0" y="95"/>
                </a:cubicBezTo>
                <a:cubicBezTo>
                  <a:pt x="0" y="99"/>
                  <a:pt x="3" y="103"/>
                  <a:pt x="7" y="103"/>
                </a:cubicBezTo>
                <a:cubicBezTo>
                  <a:pt x="108" y="103"/>
                  <a:pt x="108" y="103"/>
                  <a:pt x="108" y="103"/>
                </a:cubicBezTo>
                <a:cubicBezTo>
                  <a:pt x="112" y="103"/>
                  <a:pt x="116" y="99"/>
                  <a:pt x="116" y="95"/>
                </a:cubicBezTo>
                <a:cubicBezTo>
                  <a:pt x="116" y="30"/>
                  <a:pt x="116" y="30"/>
                  <a:pt x="116" y="30"/>
                </a:cubicBezTo>
                <a:cubicBezTo>
                  <a:pt x="116" y="26"/>
                  <a:pt x="112" y="23"/>
                  <a:pt x="108" y="23"/>
                </a:cubicBezTo>
                <a:close/>
                <a:moveTo>
                  <a:pt x="79" y="88"/>
                </a:moveTo>
                <a:cubicBezTo>
                  <a:pt x="14" y="88"/>
                  <a:pt x="14" y="88"/>
                  <a:pt x="14" y="88"/>
                </a:cubicBezTo>
                <a:cubicBezTo>
                  <a:pt x="14" y="37"/>
                  <a:pt x="14" y="37"/>
                  <a:pt x="14" y="37"/>
                </a:cubicBezTo>
                <a:cubicBezTo>
                  <a:pt x="79" y="37"/>
                  <a:pt x="79" y="37"/>
                  <a:pt x="79" y="37"/>
                </a:cubicBezTo>
                <a:lnTo>
                  <a:pt x="79" y="88"/>
                </a:lnTo>
                <a:close/>
                <a:moveTo>
                  <a:pt x="101" y="66"/>
                </a:moveTo>
                <a:cubicBezTo>
                  <a:pt x="94" y="66"/>
                  <a:pt x="94" y="66"/>
                  <a:pt x="94" y="66"/>
                </a:cubicBezTo>
                <a:cubicBezTo>
                  <a:pt x="94" y="59"/>
                  <a:pt x="94" y="59"/>
                  <a:pt x="94" y="59"/>
                </a:cubicBezTo>
                <a:cubicBezTo>
                  <a:pt x="101" y="59"/>
                  <a:pt x="101" y="59"/>
                  <a:pt x="101" y="59"/>
                </a:cubicBezTo>
                <a:lnTo>
                  <a:pt x="101" y="66"/>
                </a:lnTo>
                <a:close/>
                <a:moveTo>
                  <a:pt x="101" y="52"/>
                </a:moveTo>
                <a:cubicBezTo>
                  <a:pt x="94" y="52"/>
                  <a:pt x="94" y="52"/>
                  <a:pt x="94" y="52"/>
                </a:cubicBezTo>
                <a:cubicBezTo>
                  <a:pt x="94" y="45"/>
                  <a:pt x="94" y="45"/>
                  <a:pt x="94" y="45"/>
                </a:cubicBezTo>
                <a:cubicBezTo>
                  <a:pt x="101" y="45"/>
                  <a:pt x="101" y="45"/>
                  <a:pt x="101" y="45"/>
                </a:cubicBezTo>
                <a:lnTo>
                  <a:pt x="101" y="5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292" name="Group 268" descr=""/>
          <p:cNvPicPr/>
          <p:nvPr/>
        </p:nvPicPr>
        <p:blipFill>
          <a:blip r:embed="rId45"/>
          <a:stretch/>
        </p:blipFill>
        <p:spPr>
          <a:xfrm>
            <a:off x="6205680" y="4260960"/>
            <a:ext cx="298440" cy="218880"/>
          </a:xfrm>
          <a:prstGeom prst="rect">
            <a:avLst/>
          </a:prstGeom>
          <a:ln w="0">
            <a:noFill/>
          </a:ln>
        </p:spPr>
      </p:pic>
      <p:pic>
        <p:nvPicPr>
          <p:cNvPr id="2293" name="Group 269" descr=""/>
          <p:cNvPicPr/>
          <p:nvPr/>
        </p:nvPicPr>
        <p:blipFill>
          <a:blip r:embed="rId46"/>
          <a:stretch/>
        </p:blipFill>
        <p:spPr>
          <a:xfrm>
            <a:off x="3828960" y="4187880"/>
            <a:ext cx="298440" cy="291960"/>
          </a:xfrm>
          <a:prstGeom prst="rect">
            <a:avLst/>
          </a:prstGeom>
          <a:ln w="0">
            <a:noFill/>
          </a:ln>
        </p:spPr>
      </p:pic>
      <p:pic>
        <p:nvPicPr>
          <p:cNvPr id="2294" name="Group 266" descr=""/>
          <p:cNvPicPr/>
          <p:nvPr/>
        </p:nvPicPr>
        <p:blipFill>
          <a:blip r:embed="rId47"/>
          <a:stretch/>
        </p:blipFill>
        <p:spPr>
          <a:xfrm>
            <a:off x="7991640" y="4187880"/>
            <a:ext cx="257040" cy="291960"/>
          </a:xfrm>
          <a:prstGeom prst="rect">
            <a:avLst/>
          </a:prstGeom>
          <a:ln w="0">
            <a:noFill/>
          </a:ln>
        </p:spPr>
      </p:pic>
      <p:sp>
        <p:nvSpPr>
          <p:cNvPr id="2295" name="Freeform 213"/>
          <p:cNvSpPr/>
          <p:nvPr/>
        </p:nvSpPr>
        <p:spPr>
          <a:xfrm>
            <a:off x="6800760" y="4186080"/>
            <a:ext cx="295200" cy="279720"/>
          </a:xfrm>
          <a:custGeom>
            <a:avLst/>
            <a:gdLst/>
            <a:ahLst/>
            <a:rect l="l" t="t" r="r" b="b"/>
            <a:pathLst>
              <a:path w="186" h="176">
                <a:moveTo>
                  <a:pt x="186" y="140"/>
                </a:moveTo>
                <a:lnTo>
                  <a:pt x="186" y="0"/>
                </a:lnTo>
                <a:lnTo>
                  <a:pt x="0" y="0"/>
                </a:lnTo>
                <a:lnTo>
                  <a:pt x="0" y="140"/>
                </a:lnTo>
                <a:lnTo>
                  <a:pt x="70" y="140"/>
                </a:lnTo>
                <a:lnTo>
                  <a:pt x="70" y="163"/>
                </a:lnTo>
                <a:lnTo>
                  <a:pt x="24" y="163"/>
                </a:lnTo>
                <a:lnTo>
                  <a:pt x="24" y="176"/>
                </a:lnTo>
                <a:lnTo>
                  <a:pt x="164" y="176"/>
                </a:lnTo>
                <a:lnTo>
                  <a:pt x="164" y="163"/>
                </a:lnTo>
                <a:lnTo>
                  <a:pt x="117" y="163"/>
                </a:lnTo>
                <a:lnTo>
                  <a:pt x="117" y="140"/>
                </a:lnTo>
                <a:lnTo>
                  <a:pt x="186" y="140"/>
                </a:lnTo>
                <a:close/>
                <a:moveTo>
                  <a:pt x="11" y="129"/>
                </a:moveTo>
                <a:lnTo>
                  <a:pt x="11" y="11"/>
                </a:lnTo>
                <a:lnTo>
                  <a:pt x="175" y="11"/>
                </a:lnTo>
                <a:lnTo>
                  <a:pt x="175" y="129"/>
                </a:lnTo>
                <a:lnTo>
                  <a:pt x="11" y="12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296" name="Group 267" descr=""/>
          <p:cNvPicPr/>
          <p:nvPr/>
        </p:nvPicPr>
        <p:blipFill>
          <a:blip r:embed="rId48"/>
          <a:stretch/>
        </p:blipFill>
        <p:spPr>
          <a:xfrm>
            <a:off x="7394400" y="4187880"/>
            <a:ext cx="182880" cy="291960"/>
          </a:xfrm>
          <a:prstGeom prst="rect">
            <a:avLst/>
          </a:prstGeom>
          <a:ln w="0">
            <a:noFill/>
          </a:ln>
        </p:spPr>
      </p:pic>
      <p:pic>
        <p:nvPicPr>
          <p:cNvPr id="2297" name="Group 265" descr=""/>
          <p:cNvPicPr/>
          <p:nvPr/>
        </p:nvPicPr>
        <p:blipFill>
          <a:blip r:embed="rId49"/>
          <a:stretch/>
        </p:blipFill>
        <p:spPr>
          <a:xfrm>
            <a:off x="8583480" y="4260960"/>
            <a:ext cx="298440" cy="218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8" name="Group 290" descr=""/>
          <p:cNvPicPr/>
          <p:nvPr/>
        </p:nvPicPr>
        <p:blipFill>
          <a:blip r:embed="rId1"/>
          <a:stretch/>
        </p:blipFill>
        <p:spPr>
          <a:xfrm>
            <a:off x="8528040" y="1255680"/>
            <a:ext cx="291960" cy="255600"/>
          </a:xfrm>
          <a:prstGeom prst="rect">
            <a:avLst/>
          </a:prstGeom>
          <a:ln w="0">
            <a:noFill/>
          </a:ln>
        </p:spPr>
      </p:pic>
      <p:pic>
        <p:nvPicPr>
          <p:cNvPr id="2299" name="Group 291" descr=""/>
          <p:cNvPicPr/>
          <p:nvPr/>
        </p:nvPicPr>
        <p:blipFill>
          <a:blip r:embed="rId2"/>
          <a:stretch/>
        </p:blipFill>
        <p:spPr>
          <a:xfrm>
            <a:off x="7943760" y="1255680"/>
            <a:ext cx="292320" cy="255600"/>
          </a:xfrm>
          <a:prstGeom prst="rect">
            <a:avLst/>
          </a:prstGeom>
          <a:ln w="0">
            <a:noFill/>
          </a:ln>
        </p:spPr>
      </p:pic>
      <p:sp>
        <p:nvSpPr>
          <p:cNvPr id="2300" name="Freeform 9"/>
          <p:cNvSpPr/>
          <p:nvPr/>
        </p:nvSpPr>
        <p:spPr>
          <a:xfrm>
            <a:off x="328680" y="1878120"/>
            <a:ext cx="291960" cy="257040"/>
          </a:xfrm>
          <a:custGeom>
            <a:avLst/>
            <a:gdLst/>
            <a:ahLst/>
            <a:rect l="l" t="t" r="r" b="b"/>
            <a:pathLst>
              <a:path w="116" h="102">
                <a:moveTo>
                  <a:pt x="65" y="0"/>
                </a:moveTo>
                <a:cubicBezTo>
                  <a:pt x="40" y="0"/>
                  <a:pt x="18" y="19"/>
                  <a:pt x="15" y="44"/>
                </a:cubicBezTo>
                <a:cubicBezTo>
                  <a:pt x="0" y="44"/>
                  <a:pt x="0" y="44"/>
                  <a:pt x="0" y="44"/>
                </a:cubicBezTo>
                <a:cubicBezTo>
                  <a:pt x="22" y="73"/>
                  <a:pt x="22" y="73"/>
                  <a:pt x="22" y="73"/>
                </a:cubicBezTo>
                <a:cubicBezTo>
                  <a:pt x="43" y="44"/>
                  <a:pt x="43" y="44"/>
                  <a:pt x="43" y="44"/>
                </a:cubicBezTo>
                <a:cubicBezTo>
                  <a:pt x="30" y="44"/>
                  <a:pt x="30" y="44"/>
                  <a:pt x="30" y="44"/>
                </a:cubicBezTo>
                <a:cubicBezTo>
                  <a:pt x="33" y="27"/>
                  <a:pt x="48" y="15"/>
                  <a:pt x="65" y="15"/>
                </a:cubicBezTo>
                <a:cubicBezTo>
                  <a:pt x="85" y="15"/>
                  <a:pt x="101" y="31"/>
                  <a:pt x="101" y="51"/>
                </a:cubicBezTo>
                <a:cubicBezTo>
                  <a:pt x="101" y="71"/>
                  <a:pt x="85" y="87"/>
                  <a:pt x="65" y="87"/>
                </a:cubicBezTo>
                <a:cubicBezTo>
                  <a:pt x="65" y="102"/>
                  <a:pt x="65" y="102"/>
                  <a:pt x="65" y="102"/>
                </a:cubicBezTo>
                <a:cubicBezTo>
                  <a:pt x="93" y="102"/>
                  <a:pt x="116" y="79"/>
                  <a:pt x="116" y="51"/>
                </a:cubicBezTo>
                <a:cubicBezTo>
                  <a:pt x="116" y="23"/>
                  <a:pt x="93" y="0"/>
                  <a:pt x="6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301" name="Group 293" descr=""/>
          <p:cNvPicPr/>
          <p:nvPr/>
        </p:nvPicPr>
        <p:blipFill>
          <a:blip r:embed="rId3"/>
          <a:stretch/>
        </p:blipFill>
        <p:spPr>
          <a:xfrm>
            <a:off x="6765840" y="1255680"/>
            <a:ext cx="293760" cy="291960"/>
          </a:xfrm>
          <a:prstGeom prst="rect">
            <a:avLst/>
          </a:prstGeom>
          <a:ln w="0">
            <a:noFill/>
          </a:ln>
        </p:spPr>
      </p:pic>
      <p:pic>
        <p:nvPicPr>
          <p:cNvPr id="2302" name="Group 292" descr=""/>
          <p:cNvPicPr/>
          <p:nvPr/>
        </p:nvPicPr>
        <p:blipFill>
          <a:blip r:embed="rId4"/>
          <a:stretch/>
        </p:blipFill>
        <p:spPr>
          <a:xfrm>
            <a:off x="7351560" y="1255680"/>
            <a:ext cx="298440" cy="291960"/>
          </a:xfrm>
          <a:prstGeom prst="rect">
            <a:avLst/>
          </a:prstGeom>
          <a:ln w="0">
            <a:noFill/>
          </a:ln>
        </p:spPr>
      </p:pic>
      <p:pic>
        <p:nvPicPr>
          <p:cNvPr id="2303" name="Group 319" descr=""/>
          <p:cNvPicPr/>
          <p:nvPr/>
        </p:nvPicPr>
        <p:blipFill>
          <a:blip r:embed="rId5"/>
          <a:stretch/>
        </p:blipFill>
        <p:spPr>
          <a:xfrm>
            <a:off x="7351560" y="1841400"/>
            <a:ext cx="255600" cy="292320"/>
          </a:xfrm>
          <a:prstGeom prst="rect">
            <a:avLst/>
          </a:prstGeom>
          <a:ln w="0">
            <a:noFill/>
          </a:ln>
        </p:spPr>
      </p:pic>
      <p:sp>
        <p:nvSpPr>
          <p:cNvPr id="2304" name="Freeform 16"/>
          <p:cNvSpPr/>
          <p:nvPr/>
        </p:nvSpPr>
        <p:spPr>
          <a:xfrm>
            <a:off x="328680" y="2500200"/>
            <a:ext cx="291960" cy="220680"/>
          </a:xfrm>
          <a:custGeom>
            <a:avLst/>
            <a:gdLst/>
            <a:ahLst/>
            <a:rect l="l" t="t" r="r" b="b"/>
            <a:pathLst>
              <a:path w="184" h="139">
                <a:moveTo>
                  <a:pt x="81" y="24"/>
                </a:moveTo>
                <a:lnTo>
                  <a:pt x="60" y="0"/>
                </a:lnTo>
                <a:lnTo>
                  <a:pt x="0" y="0"/>
                </a:lnTo>
                <a:lnTo>
                  <a:pt x="0" y="139"/>
                </a:lnTo>
                <a:lnTo>
                  <a:pt x="184" y="139"/>
                </a:lnTo>
                <a:lnTo>
                  <a:pt x="184" y="24"/>
                </a:lnTo>
                <a:lnTo>
                  <a:pt x="81" y="2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05" name="Freeform 17"/>
          <p:cNvSpPr/>
          <p:nvPr/>
        </p:nvSpPr>
        <p:spPr>
          <a:xfrm>
            <a:off x="912960" y="1843200"/>
            <a:ext cx="239400" cy="291960"/>
          </a:xfrm>
          <a:custGeom>
            <a:avLst/>
            <a:gdLst/>
            <a:ahLst/>
            <a:rect l="l" t="t" r="r" b="b"/>
            <a:pathLst>
              <a:path w="151" h="184">
                <a:moveTo>
                  <a:pt x="97" y="0"/>
                </a:moveTo>
                <a:lnTo>
                  <a:pt x="0" y="0"/>
                </a:lnTo>
                <a:lnTo>
                  <a:pt x="0" y="184"/>
                </a:lnTo>
                <a:lnTo>
                  <a:pt x="151" y="184"/>
                </a:lnTo>
                <a:lnTo>
                  <a:pt x="151" y="52"/>
                </a:lnTo>
                <a:lnTo>
                  <a:pt x="97" y="0"/>
                </a:lnTo>
                <a:close/>
                <a:moveTo>
                  <a:pt x="127" y="160"/>
                </a:moveTo>
                <a:lnTo>
                  <a:pt x="24" y="160"/>
                </a:lnTo>
                <a:lnTo>
                  <a:pt x="24" y="22"/>
                </a:lnTo>
                <a:lnTo>
                  <a:pt x="87" y="22"/>
                </a:lnTo>
                <a:lnTo>
                  <a:pt x="92" y="27"/>
                </a:lnTo>
                <a:lnTo>
                  <a:pt x="92" y="57"/>
                </a:lnTo>
                <a:lnTo>
                  <a:pt x="122" y="57"/>
                </a:lnTo>
                <a:lnTo>
                  <a:pt x="127" y="62"/>
                </a:lnTo>
                <a:lnTo>
                  <a:pt x="127" y="16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306" name="Group 299" descr=""/>
          <p:cNvPicPr/>
          <p:nvPr/>
        </p:nvPicPr>
        <p:blipFill>
          <a:blip r:embed="rId6"/>
          <a:stretch/>
        </p:blipFill>
        <p:spPr>
          <a:xfrm>
            <a:off x="3255840" y="1841400"/>
            <a:ext cx="255600" cy="292320"/>
          </a:xfrm>
          <a:prstGeom prst="rect">
            <a:avLst/>
          </a:prstGeom>
          <a:ln w="0">
            <a:noFill/>
          </a:ln>
        </p:spPr>
      </p:pic>
      <p:pic>
        <p:nvPicPr>
          <p:cNvPr id="2307" name="Group 274" descr=""/>
          <p:cNvPicPr/>
          <p:nvPr/>
        </p:nvPicPr>
        <p:blipFill>
          <a:blip r:embed="rId7"/>
          <a:stretch/>
        </p:blipFill>
        <p:spPr>
          <a:xfrm>
            <a:off x="1500120" y="1841400"/>
            <a:ext cx="273240" cy="292320"/>
          </a:xfrm>
          <a:prstGeom prst="rect">
            <a:avLst/>
          </a:prstGeom>
          <a:ln w="0">
            <a:noFill/>
          </a:ln>
        </p:spPr>
      </p:pic>
      <p:pic>
        <p:nvPicPr>
          <p:cNvPr id="2308" name="Group 298" descr=""/>
          <p:cNvPicPr/>
          <p:nvPr/>
        </p:nvPicPr>
        <p:blipFill>
          <a:blip r:embed="rId8"/>
          <a:stretch/>
        </p:blipFill>
        <p:spPr>
          <a:xfrm>
            <a:off x="3840120" y="1841400"/>
            <a:ext cx="255600" cy="292320"/>
          </a:xfrm>
          <a:prstGeom prst="rect">
            <a:avLst/>
          </a:prstGeom>
          <a:ln w="0">
            <a:noFill/>
          </a:ln>
        </p:spPr>
      </p:pic>
      <p:pic>
        <p:nvPicPr>
          <p:cNvPr id="2309" name="Group 297" descr=""/>
          <p:cNvPicPr/>
          <p:nvPr/>
        </p:nvPicPr>
        <p:blipFill>
          <a:blip r:embed="rId9"/>
          <a:stretch/>
        </p:blipFill>
        <p:spPr>
          <a:xfrm>
            <a:off x="4425840" y="1841400"/>
            <a:ext cx="255600" cy="292320"/>
          </a:xfrm>
          <a:prstGeom prst="rect">
            <a:avLst/>
          </a:prstGeom>
          <a:ln w="0">
            <a:noFill/>
          </a:ln>
        </p:spPr>
      </p:pic>
      <p:pic>
        <p:nvPicPr>
          <p:cNvPr id="2310" name="Group 296" descr=""/>
          <p:cNvPicPr/>
          <p:nvPr/>
        </p:nvPicPr>
        <p:blipFill>
          <a:blip r:embed="rId10"/>
          <a:stretch/>
        </p:blipFill>
        <p:spPr>
          <a:xfrm>
            <a:off x="5010120" y="1841400"/>
            <a:ext cx="257040" cy="292320"/>
          </a:xfrm>
          <a:prstGeom prst="rect">
            <a:avLst/>
          </a:prstGeom>
          <a:ln w="0">
            <a:noFill/>
          </a:ln>
        </p:spPr>
      </p:pic>
      <p:pic>
        <p:nvPicPr>
          <p:cNvPr id="2311" name="Group 295" descr=""/>
          <p:cNvPicPr/>
          <p:nvPr/>
        </p:nvPicPr>
        <p:blipFill>
          <a:blip r:embed="rId11"/>
          <a:stretch/>
        </p:blipFill>
        <p:spPr>
          <a:xfrm>
            <a:off x="5595840" y="1841400"/>
            <a:ext cx="255600" cy="292320"/>
          </a:xfrm>
          <a:prstGeom prst="rect">
            <a:avLst/>
          </a:prstGeom>
          <a:ln w="0">
            <a:noFill/>
          </a:ln>
        </p:spPr>
      </p:pic>
      <p:pic>
        <p:nvPicPr>
          <p:cNvPr id="2312" name="Group 321" descr=""/>
          <p:cNvPicPr/>
          <p:nvPr/>
        </p:nvPicPr>
        <p:blipFill>
          <a:blip r:embed="rId12"/>
          <a:stretch/>
        </p:blipFill>
        <p:spPr>
          <a:xfrm>
            <a:off x="6188040" y="1841400"/>
            <a:ext cx="249120" cy="292320"/>
          </a:xfrm>
          <a:prstGeom prst="rect">
            <a:avLst/>
          </a:prstGeom>
          <a:ln w="0">
            <a:noFill/>
          </a:ln>
        </p:spPr>
      </p:pic>
      <p:pic>
        <p:nvPicPr>
          <p:cNvPr id="2313" name="Group 320" descr=""/>
          <p:cNvPicPr/>
          <p:nvPr/>
        </p:nvPicPr>
        <p:blipFill>
          <a:blip r:embed="rId13"/>
          <a:stretch/>
        </p:blipFill>
        <p:spPr>
          <a:xfrm>
            <a:off x="6765840" y="1841400"/>
            <a:ext cx="263520" cy="292320"/>
          </a:xfrm>
          <a:prstGeom prst="rect">
            <a:avLst/>
          </a:prstGeom>
          <a:ln w="0">
            <a:noFill/>
          </a:ln>
        </p:spPr>
      </p:pic>
      <p:sp>
        <p:nvSpPr>
          <p:cNvPr id="2314" name="Freeform 44"/>
          <p:cNvSpPr/>
          <p:nvPr/>
        </p:nvSpPr>
        <p:spPr>
          <a:xfrm>
            <a:off x="2708280" y="1843200"/>
            <a:ext cx="254160" cy="291960"/>
          </a:xfrm>
          <a:custGeom>
            <a:avLst/>
            <a:gdLst/>
            <a:ahLst/>
            <a:rect l="l" t="t" r="r" b="b"/>
            <a:pathLst>
              <a:path w="160" h="184">
                <a:moveTo>
                  <a:pt x="108" y="0"/>
                </a:moveTo>
                <a:lnTo>
                  <a:pt x="0" y="0"/>
                </a:lnTo>
                <a:lnTo>
                  <a:pt x="0" y="184"/>
                </a:lnTo>
                <a:lnTo>
                  <a:pt x="160" y="184"/>
                </a:lnTo>
                <a:lnTo>
                  <a:pt x="160" y="52"/>
                </a:lnTo>
                <a:lnTo>
                  <a:pt x="108" y="0"/>
                </a:lnTo>
                <a:close/>
                <a:moveTo>
                  <a:pt x="138" y="160"/>
                </a:moveTo>
                <a:lnTo>
                  <a:pt x="22" y="160"/>
                </a:lnTo>
                <a:lnTo>
                  <a:pt x="22" y="22"/>
                </a:lnTo>
                <a:lnTo>
                  <a:pt x="46" y="22"/>
                </a:lnTo>
                <a:lnTo>
                  <a:pt x="46" y="127"/>
                </a:lnTo>
                <a:lnTo>
                  <a:pt x="68" y="92"/>
                </a:lnTo>
                <a:lnTo>
                  <a:pt x="92" y="127"/>
                </a:lnTo>
                <a:lnTo>
                  <a:pt x="92" y="22"/>
                </a:lnTo>
                <a:lnTo>
                  <a:pt x="98" y="22"/>
                </a:lnTo>
                <a:lnTo>
                  <a:pt x="138" y="62"/>
                </a:lnTo>
                <a:lnTo>
                  <a:pt x="138" y="16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315" name="Group 278" descr=""/>
          <p:cNvPicPr/>
          <p:nvPr/>
        </p:nvPicPr>
        <p:blipFill>
          <a:blip r:embed="rId14"/>
          <a:stretch/>
        </p:blipFill>
        <p:spPr>
          <a:xfrm>
            <a:off x="2084400" y="1841400"/>
            <a:ext cx="257040" cy="292320"/>
          </a:xfrm>
          <a:prstGeom prst="rect">
            <a:avLst/>
          </a:prstGeom>
          <a:ln w="0">
            <a:noFill/>
          </a:ln>
        </p:spPr>
      </p:pic>
      <p:pic>
        <p:nvPicPr>
          <p:cNvPr id="2316" name="Group 280" descr=""/>
          <p:cNvPicPr/>
          <p:nvPr/>
        </p:nvPicPr>
        <p:blipFill>
          <a:blip r:embed="rId15"/>
          <a:stretch/>
        </p:blipFill>
        <p:spPr>
          <a:xfrm>
            <a:off x="2706840" y="2425680"/>
            <a:ext cx="255600" cy="293760"/>
          </a:xfrm>
          <a:prstGeom prst="rect">
            <a:avLst/>
          </a:prstGeom>
          <a:ln w="0">
            <a:noFill/>
          </a:ln>
        </p:spPr>
      </p:pic>
      <p:sp>
        <p:nvSpPr>
          <p:cNvPr id="2317" name="Freeform 49"/>
          <p:cNvSpPr/>
          <p:nvPr/>
        </p:nvSpPr>
        <p:spPr>
          <a:xfrm>
            <a:off x="1495440" y="2425680"/>
            <a:ext cx="284040" cy="257040"/>
          </a:xfrm>
          <a:custGeom>
            <a:avLst/>
            <a:gdLst/>
            <a:ahLst/>
            <a:rect l="l" t="t" r="r" b="b"/>
            <a:pathLst>
              <a:path w="113" h="102">
                <a:moveTo>
                  <a:pt x="107" y="3"/>
                </a:moveTo>
                <a:cubicBezTo>
                  <a:pt x="102" y="0"/>
                  <a:pt x="95" y="1"/>
                  <a:pt x="92" y="5"/>
                </a:cubicBezTo>
                <a:cubicBezTo>
                  <a:pt x="38" y="70"/>
                  <a:pt x="38" y="70"/>
                  <a:pt x="38" y="70"/>
                </a:cubicBezTo>
                <a:cubicBezTo>
                  <a:pt x="20" y="50"/>
                  <a:pt x="20" y="50"/>
                  <a:pt x="20" y="50"/>
                </a:cubicBezTo>
                <a:cubicBezTo>
                  <a:pt x="17" y="46"/>
                  <a:pt x="10" y="45"/>
                  <a:pt x="5" y="49"/>
                </a:cubicBezTo>
                <a:cubicBezTo>
                  <a:pt x="1" y="52"/>
                  <a:pt x="0" y="58"/>
                  <a:pt x="4" y="62"/>
                </a:cubicBezTo>
                <a:cubicBezTo>
                  <a:pt x="39" y="102"/>
                  <a:pt x="39" y="102"/>
                  <a:pt x="39" y="102"/>
                </a:cubicBezTo>
                <a:cubicBezTo>
                  <a:pt x="109" y="16"/>
                  <a:pt x="109" y="16"/>
                  <a:pt x="109" y="16"/>
                </a:cubicBezTo>
                <a:cubicBezTo>
                  <a:pt x="113" y="12"/>
                  <a:pt x="112" y="6"/>
                  <a:pt x="107" y="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18" name="Freeform 50"/>
          <p:cNvSpPr/>
          <p:nvPr/>
        </p:nvSpPr>
        <p:spPr>
          <a:xfrm>
            <a:off x="2095560" y="2427120"/>
            <a:ext cx="282600" cy="276480"/>
          </a:xfrm>
          <a:custGeom>
            <a:avLst/>
            <a:gdLst/>
            <a:ahLst/>
            <a:rect l="l" t="t" r="r" b="b"/>
            <a:pathLst>
              <a:path w="112" h="109">
                <a:moveTo>
                  <a:pt x="112" y="8"/>
                </a:moveTo>
                <a:cubicBezTo>
                  <a:pt x="104" y="0"/>
                  <a:pt x="104" y="0"/>
                  <a:pt x="104" y="0"/>
                </a:cubicBezTo>
                <a:cubicBezTo>
                  <a:pt x="86" y="21"/>
                  <a:pt x="86" y="21"/>
                  <a:pt x="86" y="21"/>
                </a:cubicBezTo>
                <a:cubicBezTo>
                  <a:pt x="77" y="12"/>
                  <a:pt x="65" y="7"/>
                  <a:pt x="51" y="7"/>
                </a:cubicBezTo>
                <a:cubicBezTo>
                  <a:pt x="23" y="7"/>
                  <a:pt x="0" y="30"/>
                  <a:pt x="0" y="58"/>
                </a:cubicBezTo>
                <a:cubicBezTo>
                  <a:pt x="0" y="86"/>
                  <a:pt x="23" y="109"/>
                  <a:pt x="51" y="109"/>
                </a:cubicBezTo>
                <a:cubicBezTo>
                  <a:pt x="79" y="109"/>
                  <a:pt x="102" y="86"/>
                  <a:pt x="102" y="58"/>
                </a:cubicBezTo>
                <a:cubicBezTo>
                  <a:pt x="102" y="48"/>
                  <a:pt x="99" y="38"/>
                  <a:pt x="94" y="31"/>
                </a:cubicBezTo>
                <a:lnTo>
                  <a:pt x="112" y="8"/>
                </a:lnTo>
                <a:close/>
                <a:moveTo>
                  <a:pt x="95" y="58"/>
                </a:moveTo>
                <a:cubicBezTo>
                  <a:pt x="95" y="82"/>
                  <a:pt x="75" y="101"/>
                  <a:pt x="51" y="101"/>
                </a:cubicBezTo>
                <a:cubicBezTo>
                  <a:pt x="27" y="101"/>
                  <a:pt x="8" y="82"/>
                  <a:pt x="8" y="58"/>
                </a:cubicBezTo>
                <a:cubicBezTo>
                  <a:pt x="8" y="34"/>
                  <a:pt x="27" y="14"/>
                  <a:pt x="51" y="14"/>
                </a:cubicBezTo>
                <a:cubicBezTo>
                  <a:pt x="63" y="14"/>
                  <a:pt x="73" y="19"/>
                  <a:pt x="81" y="26"/>
                </a:cubicBezTo>
                <a:cubicBezTo>
                  <a:pt x="50" y="62"/>
                  <a:pt x="50" y="62"/>
                  <a:pt x="50" y="62"/>
                </a:cubicBezTo>
                <a:cubicBezTo>
                  <a:pt x="26" y="39"/>
                  <a:pt x="26" y="39"/>
                  <a:pt x="26" y="39"/>
                </a:cubicBezTo>
                <a:cubicBezTo>
                  <a:pt x="18" y="54"/>
                  <a:pt x="18" y="54"/>
                  <a:pt x="18" y="54"/>
                </a:cubicBezTo>
                <a:cubicBezTo>
                  <a:pt x="43" y="82"/>
                  <a:pt x="43" y="82"/>
                  <a:pt x="43" y="82"/>
                </a:cubicBezTo>
                <a:cubicBezTo>
                  <a:pt x="48" y="89"/>
                  <a:pt x="48" y="89"/>
                  <a:pt x="48" y="89"/>
                </a:cubicBezTo>
                <a:cubicBezTo>
                  <a:pt x="54" y="82"/>
                  <a:pt x="54" y="82"/>
                  <a:pt x="54" y="82"/>
                </a:cubicBezTo>
                <a:cubicBezTo>
                  <a:pt x="89" y="37"/>
                  <a:pt x="89" y="37"/>
                  <a:pt x="89" y="37"/>
                </a:cubicBezTo>
                <a:cubicBezTo>
                  <a:pt x="93" y="43"/>
                  <a:pt x="95" y="50"/>
                  <a:pt x="95" y="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319" name="Group 300" descr=""/>
          <p:cNvPicPr/>
          <p:nvPr/>
        </p:nvPicPr>
        <p:blipFill>
          <a:blip r:embed="rId16"/>
          <a:stretch/>
        </p:blipFill>
        <p:spPr>
          <a:xfrm>
            <a:off x="3876840" y="2462040"/>
            <a:ext cx="257040" cy="257400"/>
          </a:xfrm>
          <a:prstGeom prst="rect">
            <a:avLst/>
          </a:prstGeom>
          <a:ln w="0">
            <a:noFill/>
          </a:ln>
        </p:spPr>
      </p:pic>
      <p:sp>
        <p:nvSpPr>
          <p:cNvPr id="2320" name="Freeform 53"/>
          <p:cNvSpPr/>
          <p:nvPr/>
        </p:nvSpPr>
        <p:spPr>
          <a:xfrm>
            <a:off x="3327480" y="2427120"/>
            <a:ext cx="260280" cy="293760"/>
          </a:xfrm>
          <a:custGeom>
            <a:avLst/>
            <a:gdLst/>
            <a:ahLst/>
            <a:rect l="l" t="t" r="r" b="b"/>
            <a:pathLst>
              <a:path w="103" h="116">
                <a:moveTo>
                  <a:pt x="0" y="29"/>
                </a:moveTo>
                <a:cubicBezTo>
                  <a:pt x="0" y="87"/>
                  <a:pt x="0" y="87"/>
                  <a:pt x="0" y="87"/>
                </a:cubicBezTo>
                <a:cubicBezTo>
                  <a:pt x="0" y="101"/>
                  <a:pt x="0" y="116"/>
                  <a:pt x="22" y="116"/>
                </a:cubicBezTo>
                <a:cubicBezTo>
                  <a:pt x="51" y="116"/>
                  <a:pt x="51" y="116"/>
                  <a:pt x="51" y="116"/>
                </a:cubicBezTo>
                <a:cubicBezTo>
                  <a:pt x="68" y="116"/>
                  <a:pt x="72" y="107"/>
                  <a:pt x="73" y="97"/>
                </a:cubicBezTo>
                <a:cubicBezTo>
                  <a:pt x="100" y="63"/>
                  <a:pt x="100" y="63"/>
                  <a:pt x="100" y="63"/>
                </a:cubicBezTo>
                <a:cubicBezTo>
                  <a:pt x="103" y="60"/>
                  <a:pt x="102" y="56"/>
                  <a:pt x="100" y="53"/>
                </a:cubicBezTo>
                <a:cubicBezTo>
                  <a:pt x="99" y="52"/>
                  <a:pt x="94" y="48"/>
                  <a:pt x="87" y="48"/>
                </a:cubicBezTo>
                <a:cubicBezTo>
                  <a:pt x="84" y="48"/>
                  <a:pt x="80" y="49"/>
                  <a:pt x="75" y="53"/>
                </a:cubicBezTo>
                <a:cubicBezTo>
                  <a:pt x="66" y="62"/>
                  <a:pt x="66" y="62"/>
                  <a:pt x="66" y="62"/>
                </a:cubicBezTo>
                <a:cubicBezTo>
                  <a:pt x="66" y="14"/>
                  <a:pt x="66" y="14"/>
                  <a:pt x="66" y="14"/>
                </a:cubicBezTo>
                <a:cubicBezTo>
                  <a:pt x="66" y="10"/>
                  <a:pt x="62" y="7"/>
                  <a:pt x="58" y="7"/>
                </a:cubicBezTo>
                <a:cubicBezTo>
                  <a:pt x="51" y="7"/>
                  <a:pt x="51" y="7"/>
                  <a:pt x="51" y="7"/>
                </a:cubicBezTo>
                <a:cubicBezTo>
                  <a:pt x="51" y="3"/>
                  <a:pt x="48" y="0"/>
                  <a:pt x="44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3" y="0"/>
                  <a:pt x="29" y="3"/>
                  <a:pt x="29" y="7"/>
                </a:cubicBezTo>
                <a:cubicBezTo>
                  <a:pt x="22" y="7"/>
                  <a:pt x="22" y="7"/>
                  <a:pt x="22" y="7"/>
                </a:cubicBezTo>
                <a:cubicBezTo>
                  <a:pt x="18" y="7"/>
                  <a:pt x="15" y="10"/>
                  <a:pt x="15" y="14"/>
                </a:cubicBezTo>
                <a:cubicBezTo>
                  <a:pt x="15" y="22"/>
                  <a:pt x="15" y="22"/>
                  <a:pt x="15" y="22"/>
                </a:cubicBezTo>
                <a:cubicBezTo>
                  <a:pt x="8" y="22"/>
                  <a:pt x="8" y="22"/>
                  <a:pt x="8" y="22"/>
                </a:cubicBezTo>
                <a:cubicBezTo>
                  <a:pt x="4" y="22"/>
                  <a:pt x="0" y="25"/>
                  <a:pt x="0" y="29"/>
                </a:cubicBezTo>
                <a:close/>
                <a:moveTo>
                  <a:pt x="8" y="29"/>
                </a:moveTo>
                <a:cubicBezTo>
                  <a:pt x="15" y="29"/>
                  <a:pt x="15" y="29"/>
                  <a:pt x="15" y="29"/>
                </a:cubicBezTo>
                <a:cubicBezTo>
                  <a:pt x="15" y="36"/>
                  <a:pt x="15" y="36"/>
                  <a:pt x="15" y="36"/>
                </a:cubicBezTo>
                <a:cubicBezTo>
                  <a:pt x="15" y="58"/>
                  <a:pt x="15" y="58"/>
                  <a:pt x="15" y="58"/>
                </a:cubicBezTo>
                <a:cubicBezTo>
                  <a:pt x="22" y="58"/>
                  <a:pt x="22" y="58"/>
                  <a:pt x="22" y="58"/>
                </a:cubicBezTo>
                <a:cubicBezTo>
                  <a:pt x="22" y="22"/>
                  <a:pt x="22" y="22"/>
                  <a:pt x="22" y="22"/>
                </a:cubicBezTo>
                <a:cubicBezTo>
                  <a:pt x="22" y="14"/>
                  <a:pt x="22" y="14"/>
                  <a:pt x="22" y="14"/>
                </a:cubicBezTo>
                <a:cubicBezTo>
                  <a:pt x="29" y="14"/>
                  <a:pt x="29" y="14"/>
                  <a:pt x="29" y="14"/>
                </a:cubicBezTo>
                <a:cubicBezTo>
                  <a:pt x="29" y="22"/>
                  <a:pt x="29" y="22"/>
                  <a:pt x="29" y="22"/>
                </a:cubicBezTo>
                <a:cubicBezTo>
                  <a:pt x="29" y="58"/>
                  <a:pt x="29" y="58"/>
                  <a:pt x="29" y="58"/>
                </a:cubicBezTo>
                <a:cubicBezTo>
                  <a:pt x="37" y="58"/>
                  <a:pt x="37" y="58"/>
                  <a:pt x="37" y="58"/>
                </a:cubicBezTo>
                <a:cubicBezTo>
                  <a:pt x="37" y="14"/>
                  <a:pt x="37" y="14"/>
                  <a:pt x="37" y="14"/>
                </a:cubicBezTo>
                <a:cubicBezTo>
                  <a:pt x="37" y="7"/>
                  <a:pt x="37" y="7"/>
                  <a:pt x="37" y="7"/>
                </a:cubicBezTo>
                <a:cubicBezTo>
                  <a:pt x="44" y="7"/>
                  <a:pt x="44" y="7"/>
                  <a:pt x="44" y="7"/>
                </a:cubicBezTo>
                <a:cubicBezTo>
                  <a:pt x="44" y="14"/>
                  <a:pt x="44" y="14"/>
                  <a:pt x="44" y="14"/>
                </a:cubicBezTo>
                <a:cubicBezTo>
                  <a:pt x="44" y="58"/>
                  <a:pt x="44" y="58"/>
                  <a:pt x="44" y="58"/>
                </a:cubicBezTo>
                <a:cubicBezTo>
                  <a:pt x="51" y="58"/>
                  <a:pt x="51" y="58"/>
                  <a:pt x="51" y="58"/>
                </a:cubicBezTo>
                <a:cubicBezTo>
                  <a:pt x="51" y="29"/>
                  <a:pt x="51" y="29"/>
                  <a:pt x="51" y="29"/>
                </a:cubicBezTo>
                <a:cubicBezTo>
                  <a:pt x="51" y="22"/>
                  <a:pt x="51" y="22"/>
                  <a:pt x="51" y="22"/>
                </a:cubicBezTo>
                <a:cubicBezTo>
                  <a:pt x="51" y="14"/>
                  <a:pt x="51" y="14"/>
                  <a:pt x="51" y="14"/>
                </a:cubicBezTo>
                <a:cubicBezTo>
                  <a:pt x="58" y="14"/>
                  <a:pt x="58" y="14"/>
                  <a:pt x="58" y="14"/>
                </a:cubicBezTo>
                <a:cubicBezTo>
                  <a:pt x="58" y="22"/>
                  <a:pt x="58" y="22"/>
                  <a:pt x="58" y="22"/>
                </a:cubicBezTo>
                <a:cubicBezTo>
                  <a:pt x="58" y="29"/>
                  <a:pt x="58" y="29"/>
                  <a:pt x="58" y="29"/>
                </a:cubicBezTo>
                <a:cubicBezTo>
                  <a:pt x="58" y="73"/>
                  <a:pt x="58" y="73"/>
                  <a:pt x="58" y="73"/>
                </a:cubicBezTo>
                <a:cubicBezTo>
                  <a:pt x="66" y="73"/>
                  <a:pt x="66" y="73"/>
                  <a:pt x="66" y="73"/>
                </a:cubicBezTo>
                <a:cubicBezTo>
                  <a:pt x="66" y="73"/>
                  <a:pt x="66" y="73"/>
                  <a:pt x="66" y="73"/>
                </a:cubicBezTo>
                <a:cubicBezTo>
                  <a:pt x="66" y="73"/>
                  <a:pt x="73" y="65"/>
                  <a:pt x="80" y="58"/>
                </a:cubicBezTo>
                <a:cubicBezTo>
                  <a:pt x="83" y="56"/>
                  <a:pt x="85" y="55"/>
                  <a:pt x="87" y="55"/>
                </a:cubicBezTo>
                <a:cubicBezTo>
                  <a:pt x="92" y="55"/>
                  <a:pt x="95" y="58"/>
                  <a:pt x="95" y="58"/>
                </a:cubicBezTo>
                <a:cubicBezTo>
                  <a:pt x="66" y="94"/>
                  <a:pt x="66" y="94"/>
                  <a:pt x="66" y="94"/>
                </a:cubicBezTo>
                <a:cubicBezTo>
                  <a:pt x="66" y="94"/>
                  <a:pt x="66" y="94"/>
                  <a:pt x="66" y="94"/>
                </a:cubicBezTo>
                <a:cubicBezTo>
                  <a:pt x="66" y="94"/>
                  <a:pt x="66" y="94"/>
                  <a:pt x="66" y="94"/>
                </a:cubicBezTo>
                <a:cubicBezTo>
                  <a:pt x="65" y="104"/>
                  <a:pt x="63" y="109"/>
                  <a:pt x="51" y="109"/>
                </a:cubicBezTo>
                <a:cubicBezTo>
                  <a:pt x="37" y="109"/>
                  <a:pt x="37" y="109"/>
                  <a:pt x="22" y="109"/>
                </a:cubicBezTo>
                <a:cubicBezTo>
                  <a:pt x="8" y="109"/>
                  <a:pt x="8" y="102"/>
                  <a:pt x="8" y="87"/>
                </a:cubicBezTo>
                <a:cubicBezTo>
                  <a:pt x="8" y="76"/>
                  <a:pt x="8" y="49"/>
                  <a:pt x="8" y="36"/>
                </a:cubicBezTo>
                <a:lnTo>
                  <a:pt x="8" y="2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21" name="Freeform 54"/>
          <p:cNvSpPr/>
          <p:nvPr/>
        </p:nvSpPr>
        <p:spPr>
          <a:xfrm>
            <a:off x="7959600" y="1860480"/>
            <a:ext cx="274680" cy="274680"/>
          </a:xfrm>
          <a:custGeom>
            <a:avLst/>
            <a:gdLst/>
            <a:ahLst/>
            <a:rect l="l" t="t" r="r" b="b"/>
            <a:pathLst>
              <a:path w="109" h="109">
                <a:moveTo>
                  <a:pt x="54" y="0"/>
                </a:moveTo>
                <a:cubicBezTo>
                  <a:pt x="24" y="0"/>
                  <a:pt x="0" y="24"/>
                  <a:pt x="0" y="54"/>
                </a:cubicBezTo>
                <a:cubicBezTo>
                  <a:pt x="0" y="84"/>
                  <a:pt x="24" y="109"/>
                  <a:pt x="54" y="109"/>
                </a:cubicBezTo>
                <a:cubicBezTo>
                  <a:pt x="84" y="109"/>
                  <a:pt x="109" y="84"/>
                  <a:pt x="109" y="54"/>
                </a:cubicBezTo>
                <a:cubicBezTo>
                  <a:pt x="109" y="24"/>
                  <a:pt x="84" y="0"/>
                  <a:pt x="54" y="0"/>
                </a:cubicBezTo>
                <a:close/>
                <a:moveTo>
                  <a:pt x="58" y="80"/>
                </a:moveTo>
                <a:cubicBezTo>
                  <a:pt x="58" y="65"/>
                  <a:pt x="58" y="65"/>
                  <a:pt x="58" y="65"/>
                </a:cubicBezTo>
                <a:cubicBezTo>
                  <a:pt x="36" y="58"/>
                  <a:pt x="29" y="65"/>
                  <a:pt x="22" y="80"/>
                </a:cubicBezTo>
                <a:cubicBezTo>
                  <a:pt x="22" y="43"/>
                  <a:pt x="44" y="36"/>
                  <a:pt x="58" y="36"/>
                </a:cubicBezTo>
                <a:cubicBezTo>
                  <a:pt x="58" y="22"/>
                  <a:pt x="58" y="22"/>
                  <a:pt x="58" y="22"/>
                </a:cubicBezTo>
                <a:cubicBezTo>
                  <a:pt x="87" y="51"/>
                  <a:pt x="87" y="51"/>
                  <a:pt x="87" y="51"/>
                </a:cubicBezTo>
                <a:lnTo>
                  <a:pt x="58" y="8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322" name="Group 318" descr=""/>
          <p:cNvPicPr/>
          <p:nvPr/>
        </p:nvPicPr>
        <p:blipFill>
          <a:blip r:embed="rId17"/>
          <a:stretch/>
        </p:blipFill>
        <p:spPr>
          <a:xfrm>
            <a:off x="8547120" y="1859040"/>
            <a:ext cx="272880" cy="274680"/>
          </a:xfrm>
          <a:prstGeom prst="rect">
            <a:avLst/>
          </a:prstGeom>
          <a:ln w="0">
            <a:noFill/>
          </a:ln>
        </p:spPr>
      </p:pic>
      <p:sp>
        <p:nvSpPr>
          <p:cNvPr id="2323" name="Freeform 57"/>
          <p:cNvSpPr/>
          <p:nvPr/>
        </p:nvSpPr>
        <p:spPr>
          <a:xfrm>
            <a:off x="912960" y="2427120"/>
            <a:ext cx="291960" cy="293760"/>
          </a:xfrm>
          <a:custGeom>
            <a:avLst/>
            <a:gdLst/>
            <a:ahLst/>
            <a:rect l="l" t="t" r="r" b="b"/>
            <a:pathLst>
              <a:path w="116" h="116">
                <a:moveTo>
                  <a:pt x="58" y="0"/>
                </a:moveTo>
                <a:cubicBezTo>
                  <a:pt x="26" y="0"/>
                  <a:pt x="0" y="26"/>
                  <a:pt x="0" y="58"/>
                </a:cubicBezTo>
                <a:cubicBezTo>
                  <a:pt x="0" y="90"/>
                  <a:pt x="26" y="116"/>
                  <a:pt x="58" y="116"/>
                </a:cubicBezTo>
                <a:cubicBezTo>
                  <a:pt x="90" y="116"/>
                  <a:pt x="116" y="90"/>
                  <a:pt x="116" y="58"/>
                </a:cubicBezTo>
                <a:cubicBezTo>
                  <a:pt x="116" y="26"/>
                  <a:pt x="90" y="0"/>
                  <a:pt x="58" y="0"/>
                </a:cubicBezTo>
                <a:close/>
                <a:moveTo>
                  <a:pt x="51" y="14"/>
                </a:moveTo>
                <a:cubicBezTo>
                  <a:pt x="65" y="14"/>
                  <a:pt x="65" y="14"/>
                  <a:pt x="65" y="14"/>
                </a:cubicBezTo>
                <a:cubicBezTo>
                  <a:pt x="65" y="51"/>
                  <a:pt x="65" y="51"/>
                  <a:pt x="65" y="51"/>
                </a:cubicBezTo>
                <a:cubicBezTo>
                  <a:pt x="51" y="51"/>
                  <a:pt x="51" y="51"/>
                  <a:pt x="51" y="51"/>
                </a:cubicBezTo>
                <a:lnTo>
                  <a:pt x="51" y="14"/>
                </a:lnTo>
                <a:close/>
                <a:moveTo>
                  <a:pt x="58" y="97"/>
                </a:moveTo>
                <a:cubicBezTo>
                  <a:pt x="37" y="97"/>
                  <a:pt x="20" y="79"/>
                  <a:pt x="20" y="58"/>
                </a:cubicBezTo>
                <a:cubicBezTo>
                  <a:pt x="20" y="43"/>
                  <a:pt x="29" y="29"/>
                  <a:pt x="43" y="23"/>
                </a:cubicBezTo>
                <a:cubicBezTo>
                  <a:pt x="44" y="22"/>
                  <a:pt x="44" y="22"/>
                  <a:pt x="44" y="22"/>
                </a:cubicBezTo>
                <a:cubicBezTo>
                  <a:pt x="44" y="36"/>
                  <a:pt x="44" y="36"/>
                  <a:pt x="44" y="36"/>
                </a:cubicBezTo>
                <a:cubicBezTo>
                  <a:pt x="36" y="41"/>
                  <a:pt x="31" y="49"/>
                  <a:pt x="31" y="58"/>
                </a:cubicBezTo>
                <a:cubicBezTo>
                  <a:pt x="31" y="73"/>
                  <a:pt x="43" y="85"/>
                  <a:pt x="58" y="85"/>
                </a:cubicBezTo>
                <a:cubicBezTo>
                  <a:pt x="73" y="85"/>
                  <a:pt x="85" y="73"/>
                  <a:pt x="85" y="58"/>
                </a:cubicBezTo>
                <a:cubicBezTo>
                  <a:pt x="85" y="49"/>
                  <a:pt x="80" y="41"/>
                  <a:pt x="73" y="36"/>
                </a:cubicBezTo>
                <a:cubicBezTo>
                  <a:pt x="73" y="22"/>
                  <a:pt x="73" y="22"/>
                  <a:pt x="73" y="22"/>
                </a:cubicBezTo>
                <a:cubicBezTo>
                  <a:pt x="74" y="23"/>
                  <a:pt x="74" y="23"/>
                  <a:pt x="74" y="23"/>
                </a:cubicBezTo>
                <a:cubicBezTo>
                  <a:pt x="88" y="29"/>
                  <a:pt x="97" y="43"/>
                  <a:pt x="97" y="58"/>
                </a:cubicBezTo>
                <a:cubicBezTo>
                  <a:pt x="97" y="79"/>
                  <a:pt x="79" y="97"/>
                  <a:pt x="58" y="9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324" name="Group 327" descr=""/>
          <p:cNvPicPr/>
          <p:nvPr/>
        </p:nvPicPr>
        <p:blipFill>
          <a:blip r:embed="rId18"/>
          <a:stretch/>
        </p:blipFill>
        <p:spPr>
          <a:xfrm>
            <a:off x="4425840" y="2425680"/>
            <a:ext cx="292320" cy="293760"/>
          </a:xfrm>
          <a:prstGeom prst="rect">
            <a:avLst/>
          </a:prstGeom>
          <a:ln w="0">
            <a:noFill/>
          </a:ln>
        </p:spPr>
      </p:pic>
      <p:pic>
        <p:nvPicPr>
          <p:cNvPr id="2325" name="Group 325" descr=""/>
          <p:cNvPicPr/>
          <p:nvPr/>
        </p:nvPicPr>
        <p:blipFill>
          <a:blip r:embed="rId19"/>
          <a:stretch/>
        </p:blipFill>
        <p:spPr>
          <a:xfrm>
            <a:off x="5559480" y="2425680"/>
            <a:ext cx="274680" cy="293760"/>
          </a:xfrm>
          <a:prstGeom prst="rect">
            <a:avLst/>
          </a:prstGeom>
          <a:ln w="0">
            <a:noFill/>
          </a:ln>
        </p:spPr>
      </p:pic>
      <p:pic>
        <p:nvPicPr>
          <p:cNvPr id="2326" name="Group 326" descr=""/>
          <p:cNvPicPr/>
          <p:nvPr/>
        </p:nvPicPr>
        <p:blipFill>
          <a:blip r:embed="rId20"/>
          <a:stretch/>
        </p:blipFill>
        <p:spPr>
          <a:xfrm>
            <a:off x="5010120" y="2425680"/>
            <a:ext cx="214200" cy="293760"/>
          </a:xfrm>
          <a:prstGeom prst="rect">
            <a:avLst/>
          </a:prstGeom>
          <a:ln w="0">
            <a:noFill/>
          </a:ln>
        </p:spPr>
      </p:pic>
      <p:sp>
        <p:nvSpPr>
          <p:cNvPr id="2327" name="Freeform 65"/>
          <p:cNvSpPr/>
          <p:nvPr/>
        </p:nvSpPr>
        <p:spPr>
          <a:xfrm>
            <a:off x="6184800" y="2500200"/>
            <a:ext cx="292320" cy="147600"/>
          </a:xfrm>
          <a:custGeom>
            <a:avLst/>
            <a:gdLst/>
            <a:ahLst/>
            <a:rect l="l" t="t" r="r" b="b"/>
            <a:pathLst>
              <a:path w="184" h="93">
                <a:moveTo>
                  <a:pt x="184" y="35"/>
                </a:moveTo>
                <a:lnTo>
                  <a:pt x="57" y="35"/>
                </a:lnTo>
                <a:lnTo>
                  <a:pt x="57" y="0"/>
                </a:lnTo>
                <a:lnTo>
                  <a:pt x="0" y="47"/>
                </a:lnTo>
                <a:lnTo>
                  <a:pt x="57" y="93"/>
                </a:lnTo>
                <a:lnTo>
                  <a:pt x="57" y="58"/>
                </a:lnTo>
                <a:lnTo>
                  <a:pt x="184" y="58"/>
                </a:lnTo>
                <a:lnTo>
                  <a:pt x="184" y="3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28" name="Freeform 66"/>
          <p:cNvSpPr/>
          <p:nvPr/>
        </p:nvSpPr>
        <p:spPr>
          <a:xfrm>
            <a:off x="7499520" y="2427120"/>
            <a:ext cx="149040" cy="293760"/>
          </a:xfrm>
          <a:custGeom>
            <a:avLst/>
            <a:gdLst/>
            <a:ahLst/>
            <a:rect l="l" t="t" r="r" b="b"/>
            <a:pathLst>
              <a:path w="94" h="185">
                <a:moveTo>
                  <a:pt x="94" y="58"/>
                </a:moveTo>
                <a:lnTo>
                  <a:pt x="48" y="0"/>
                </a:lnTo>
                <a:lnTo>
                  <a:pt x="0" y="58"/>
                </a:lnTo>
                <a:lnTo>
                  <a:pt x="35" y="58"/>
                </a:lnTo>
                <a:lnTo>
                  <a:pt x="35" y="185"/>
                </a:lnTo>
                <a:lnTo>
                  <a:pt x="59" y="185"/>
                </a:lnTo>
                <a:lnTo>
                  <a:pt x="59" y="58"/>
                </a:lnTo>
                <a:lnTo>
                  <a:pt x="94" y="5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29" name="Freeform 67"/>
          <p:cNvSpPr/>
          <p:nvPr/>
        </p:nvSpPr>
        <p:spPr>
          <a:xfrm>
            <a:off x="6769080" y="2500200"/>
            <a:ext cx="291960" cy="147600"/>
          </a:xfrm>
          <a:custGeom>
            <a:avLst/>
            <a:gdLst/>
            <a:ahLst/>
            <a:rect l="l" t="t" r="r" b="b"/>
            <a:pathLst>
              <a:path w="184" h="93">
                <a:moveTo>
                  <a:pt x="184" y="47"/>
                </a:moveTo>
                <a:lnTo>
                  <a:pt x="127" y="0"/>
                </a:lnTo>
                <a:lnTo>
                  <a:pt x="127" y="35"/>
                </a:lnTo>
                <a:lnTo>
                  <a:pt x="0" y="35"/>
                </a:lnTo>
                <a:lnTo>
                  <a:pt x="0" y="58"/>
                </a:lnTo>
                <a:lnTo>
                  <a:pt x="127" y="58"/>
                </a:lnTo>
                <a:lnTo>
                  <a:pt x="127" y="93"/>
                </a:lnTo>
                <a:lnTo>
                  <a:pt x="184" y="4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30" name="Freeform 68"/>
          <p:cNvSpPr/>
          <p:nvPr/>
        </p:nvSpPr>
        <p:spPr>
          <a:xfrm>
            <a:off x="8088480" y="2427120"/>
            <a:ext cx="145800" cy="293760"/>
          </a:xfrm>
          <a:custGeom>
            <a:avLst/>
            <a:gdLst/>
            <a:ahLst/>
            <a:rect l="l" t="t" r="r" b="b"/>
            <a:pathLst>
              <a:path w="92" h="185">
                <a:moveTo>
                  <a:pt x="57" y="128"/>
                </a:moveTo>
                <a:lnTo>
                  <a:pt x="57" y="0"/>
                </a:lnTo>
                <a:lnTo>
                  <a:pt x="34" y="0"/>
                </a:lnTo>
                <a:lnTo>
                  <a:pt x="34" y="128"/>
                </a:lnTo>
                <a:lnTo>
                  <a:pt x="0" y="128"/>
                </a:lnTo>
                <a:lnTo>
                  <a:pt x="46" y="185"/>
                </a:lnTo>
                <a:lnTo>
                  <a:pt x="92" y="128"/>
                </a:lnTo>
                <a:lnTo>
                  <a:pt x="57" y="12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331" name="Group 301" descr=""/>
          <p:cNvPicPr/>
          <p:nvPr/>
        </p:nvPicPr>
        <p:blipFill>
          <a:blip r:embed="rId21"/>
          <a:stretch/>
        </p:blipFill>
        <p:spPr>
          <a:xfrm>
            <a:off x="3840120" y="3011400"/>
            <a:ext cx="293760" cy="292320"/>
          </a:xfrm>
          <a:prstGeom prst="rect">
            <a:avLst/>
          </a:prstGeom>
          <a:ln w="0">
            <a:noFill/>
          </a:ln>
        </p:spPr>
      </p:pic>
      <p:pic>
        <p:nvPicPr>
          <p:cNvPr id="2332" name="Group 267" descr=""/>
          <p:cNvPicPr/>
          <p:nvPr/>
        </p:nvPicPr>
        <p:blipFill>
          <a:blip r:embed="rId22"/>
          <a:stretch/>
        </p:blipFill>
        <p:spPr>
          <a:xfrm>
            <a:off x="328680" y="4187880"/>
            <a:ext cx="293760" cy="291960"/>
          </a:xfrm>
          <a:prstGeom prst="rect">
            <a:avLst/>
          </a:prstGeom>
          <a:ln w="0">
            <a:noFill/>
          </a:ln>
        </p:spPr>
      </p:pic>
      <p:pic>
        <p:nvPicPr>
          <p:cNvPr id="2333" name="Group 266" descr=""/>
          <p:cNvPicPr/>
          <p:nvPr/>
        </p:nvPicPr>
        <p:blipFill>
          <a:blip r:embed="rId23"/>
          <a:stretch/>
        </p:blipFill>
        <p:spPr>
          <a:xfrm>
            <a:off x="365040" y="3011400"/>
            <a:ext cx="257400" cy="292320"/>
          </a:xfrm>
          <a:prstGeom prst="rect">
            <a:avLst/>
          </a:prstGeom>
          <a:ln w="0">
            <a:noFill/>
          </a:ln>
        </p:spPr>
      </p:pic>
      <p:sp>
        <p:nvSpPr>
          <p:cNvPr id="2334" name="Freeform 79"/>
          <p:cNvSpPr/>
          <p:nvPr/>
        </p:nvSpPr>
        <p:spPr>
          <a:xfrm>
            <a:off x="3254400" y="3013200"/>
            <a:ext cx="257040" cy="291960"/>
          </a:xfrm>
          <a:custGeom>
            <a:avLst/>
            <a:gdLst/>
            <a:ahLst/>
            <a:rect l="l" t="t" r="r" b="b"/>
            <a:pathLst>
              <a:path w="102" h="116">
                <a:moveTo>
                  <a:pt x="87" y="109"/>
                </a:moveTo>
                <a:cubicBezTo>
                  <a:pt x="82" y="109"/>
                  <a:pt x="82" y="109"/>
                  <a:pt x="82" y="109"/>
                </a:cubicBezTo>
                <a:cubicBezTo>
                  <a:pt x="94" y="101"/>
                  <a:pt x="102" y="88"/>
                  <a:pt x="102" y="73"/>
                </a:cubicBezTo>
                <a:cubicBezTo>
                  <a:pt x="102" y="52"/>
                  <a:pt x="88" y="35"/>
                  <a:pt x="69" y="31"/>
                </a:cubicBezTo>
                <a:cubicBezTo>
                  <a:pt x="77" y="15"/>
                  <a:pt x="77" y="15"/>
                  <a:pt x="77" y="15"/>
                </a:cubicBezTo>
                <a:cubicBezTo>
                  <a:pt x="78" y="13"/>
                  <a:pt x="77" y="11"/>
                  <a:pt x="76" y="10"/>
                </a:cubicBezTo>
                <a:cubicBezTo>
                  <a:pt x="56" y="1"/>
                  <a:pt x="56" y="1"/>
                  <a:pt x="56" y="1"/>
                </a:cubicBezTo>
                <a:cubicBezTo>
                  <a:pt x="55" y="0"/>
                  <a:pt x="54" y="0"/>
                  <a:pt x="53" y="0"/>
                </a:cubicBezTo>
                <a:cubicBezTo>
                  <a:pt x="52" y="1"/>
                  <a:pt x="52" y="2"/>
                  <a:pt x="51" y="2"/>
                </a:cubicBezTo>
                <a:cubicBezTo>
                  <a:pt x="28" y="46"/>
                  <a:pt x="28" y="46"/>
                  <a:pt x="28" y="46"/>
                </a:cubicBezTo>
                <a:cubicBezTo>
                  <a:pt x="26" y="50"/>
                  <a:pt x="28" y="55"/>
                  <a:pt x="31" y="57"/>
                </a:cubicBezTo>
                <a:cubicBezTo>
                  <a:pt x="28" y="63"/>
                  <a:pt x="28" y="63"/>
                  <a:pt x="28" y="63"/>
                </a:cubicBezTo>
                <a:cubicBezTo>
                  <a:pt x="41" y="69"/>
                  <a:pt x="41" y="69"/>
                  <a:pt x="41" y="69"/>
                </a:cubicBezTo>
                <a:cubicBezTo>
                  <a:pt x="44" y="63"/>
                  <a:pt x="44" y="63"/>
                  <a:pt x="44" y="63"/>
                </a:cubicBezTo>
                <a:cubicBezTo>
                  <a:pt x="44" y="63"/>
                  <a:pt x="44" y="63"/>
                  <a:pt x="44" y="63"/>
                </a:cubicBezTo>
                <a:cubicBezTo>
                  <a:pt x="48" y="65"/>
                  <a:pt x="52" y="63"/>
                  <a:pt x="54" y="59"/>
                </a:cubicBezTo>
                <a:cubicBezTo>
                  <a:pt x="62" y="44"/>
                  <a:pt x="62" y="44"/>
                  <a:pt x="62" y="44"/>
                </a:cubicBezTo>
                <a:cubicBezTo>
                  <a:pt x="76" y="46"/>
                  <a:pt x="87" y="58"/>
                  <a:pt x="87" y="73"/>
                </a:cubicBezTo>
                <a:cubicBezTo>
                  <a:pt x="87" y="89"/>
                  <a:pt x="74" y="102"/>
                  <a:pt x="58" y="102"/>
                </a:cubicBezTo>
                <a:cubicBezTo>
                  <a:pt x="51" y="102"/>
                  <a:pt x="42" y="99"/>
                  <a:pt x="37" y="95"/>
                </a:cubicBezTo>
                <a:cubicBezTo>
                  <a:pt x="37" y="91"/>
                  <a:pt x="37" y="91"/>
                  <a:pt x="37" y="91"/>
                </a:cubicBezTo>
                <a:cubicBezTo>
                  <a:pt x="37" y="89"/>
                  <a:pt x="38" y="87"/>
                  <a:pt x="40" y="87"/>
                </a:cubicBezTo>
                <a:cubicBezTo>
                  <a:pt x="58" y="87"/>
                  <a:pt x="58" y="87"/>
                  <a:pt x="58" y="87"/>
                </a:cubicBezTo>
                <a:cubicBezTo>
                  <a:pt x="58" y="80"/>
                  <a:pt x="58" y="80"/>
                  <a:pt x="58" y="80"/>
                </a:cubicBezTo>
                <a:cubicBezTo>
                  <a:pt x="30" y="80"/>
                  <a:pt x="30" y="80"/>
                  <a:pt x="30" y="80"/>
                </a:cubicBezTo>
                <a:cubicBezTo>
                  <a:pt x="16" y="80"/>
                  <a:pt x="16" y="80"/>
                  <a:pt x="16" y="80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87"/>
                  <a:pt x="0" y="87"/>
                  <a:pt x="0" y="87"/>
                </a:cubicBezTo>
                <a:cubicBezTo>
                  <a:pt x="17" y="87"/>
                  <a:pt x="17" y="87"/>
                  <a:pt x="17" y="87"/>
                </a:cubicBezTo>
                <a:cubicBezTo>
                  <a:pt x="18" y="87"/>
                  <a:pt x="18" y="87"/>
                  <a:pt x="18" y="87"/>
                </a:cubicBezTo>
                <a:cubicBezTo>
                  <a:pt x="20" y="87"/>
                  <a:pt x="22" y="89"/>
                  <a:pt x="22" y="91"/>
                </a:cubicBezTo>
                <a:cubicBezTo>
                  <a:pt x="22" y="95"/>
                  <a:pt x="22" y="95"/>
                  <a:pt x="22" y="95"/>
                </a:cubicBezTo>
                <a:cubicBezTo>
                  <a:pt x="22" y="109"/>
                  <a:pt x="22" y="109"/>
                  <a:pt x="22" y="109"/>
                </a:cubicBezTo>
                <a:cubicBezTo>
                  <a:pt x="14" y="109"/>
                  <a:pt x="8" y="108"/>
                  <a:pt x="8" y="116"/>
                </a:cubicBezTo>
                <a:cubicBezTo>
                  <a:pt x="102" y="116"/>
                  <a:pt x="102" y="116"/>
                  <a:pt x="102" y="116"/>
                </a:cubicBezTo>
                <a:cubicBezTo>
                  <a:pt x="102" y="108"/>
                  <a:pt x="95" y="109"/>
                  <a:pt x="87" y="109"/>
                </a:cubicBezTo>
                <a:close/>
                <a:moveTo>
                  <a:pt x="62" y="10"/>
                </a:moveTo>
                <a:cubicBezTo>
                  <a:pt x="61" y="10"/>
                  <a:pt x="60" y="11"/>
                  <a:pt x="60" y="12"/>
                </a:cubicBezTo>
                <a:cubicBezTo>
                  <a:pt x="43" y="44"/>
                  <a:pt x="43" y="44"/>
                  <a:pt x="43" y="44"/>
                </a:cubicBezTo>
                <a:cubicBezTo>
                  <a:pt x="37" y="41"/>
                  <a:pt x="37" y="41"/>
                  <a:pt x="37" y="41"/>
                </a:cubicBezTo>
                <a:cubicBezTo>
                  <a:pt x="37" y="40"/>
                  <a:pt x="37" y="40"/>
                  <a:pt x="37" y="39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9"/>
                  <a:pt x="54" y="8"/>
                  <a:pt x="55" y="8"/>
                </a:cubicBezTo>
                <a:cubicBezTo>
                  <a:pt x="56" y="7"/>
                  <a:pt x="57" y="7"/>
                  <a:pt x="58" y="8"/>
                </a:cubicBezTo>
                <a:cubicBezTo>
                  <a:pt x="62" y="10"/>
                  <a:pt x="62" y="10"/>
                  <a:pt x="62" y="10"/>
                </a:cubicBezTo>
                <a:cubicBezTo>
                  <a:pt x="62" y="10"/>
                  <a:pt x="62" y="10"/>
                  <a:pt x="62" y="1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35" name="Freeform 80"/>
          <p:cNvSpPr/>
          <p:nvPr/>
        </p:nvSpPr>
        <p:spPr>
          <a:xfrm>
            <a:off x="3274920" y="3673440"/>
            <a:ext cx="254160" cy="220680"/>
          </a:xfrm>
          <a:custGeom>
            <a:avLst/>
            <a:gdLst/>
            <a:ahLst/>
            <a:rect l="l" t="t" r="r" b="b"/>
            <a:pathLst>
              <a:path w="101" h="87">
                <a:moveTo>
                  <a:pt x="98" y="36"/>
                </a:moveTo>
                <a:cubicBezTo>
                  <a:pt x="92" y="36"/>
                  <a:pt x="92" y="36"/>
                  <a:pt x="92" y="36"/>
                </a:cubicBezTo>
                <a:cubicBezTo>
                  <a:pt x="89" y="29"/>
                  <a:pt x="89" y="29"/>
                  <a:pt x="89" y="29"/>
                </a:cubicBezTo>
                <a:cubicBezTo>
                  <a:pt x="98" y="29"/>
                  <a:pt x="98" y="29"/>
                  <a:pt x="98" y="29"/>
                </a:cubicBezTo>
                <a:cubicBezTo>
                  <a:pt x="100" y="29"/>
                  <a:pt x="101" y="27"/>
                  <a:pt x="101" y="25"/>
                </a:cubicBezTo>
                <a:cubicBezTo>
                  <a:pt x="101" y="23"/>
                  <a:pt x="100" y="21"/>
                  <a:pt x="98" y="21"/>
                </a:cubicBezTo>
                <a:cubicBezTo>
                  <a:pt x="87" y="21"/>
                  <a:pt x="87" y="21"/>
                  <a:pt x="87" y="21"/>
                </a:cubicBezTo>
                <a:cubicBezTo>
                  <a:pt x="82" y="6"/>
                  <a:pt x="82" y="6"/>
                  <a:pt x="82" y="6"/>
                </a:cubicBezTo>
                <a:cubicBezTo>
                  <a:pt x="80" y="3"/>
                  <a:pt x="76" y="0"/>
                  <a:pt x="72" y="0"/>
                </a:cubicBezTo>
                <a:cubicBezTo>
                  <a:pt x="29" y="0"/>
                  <a:pt x="29" y="0"/>
                  <a:pt x="29" y="0"/>
                </a:cubicBezTo>
                <a:cubicBezTo>
                  <a:pt x="25" y="0"/>
                  <a:pt x="20" y="3"/>
                  <a:pt x="19" y="6"/>
                </a:cubicBezTo>
                <a:cubicBezTo>
                  <a:pt x="14" y="21"/>
                  <a:pt x="14" y="21"/>
                  <a:pt x="14" y="21"/>
                </a:cubicBezTo>
                <a:cubicBezTo>
                  <a:pt x="3" y="21"/>
                  <a:pt x="3" y="21"/>
                  <a:pt x="3" y="21"/>
                </a:cubicBezTo>
                <a:cubicBezTo>
                  <a:pt x="1" y="21"/>
                  <a:pt x="0" y="23"/>
                  <a:pt x="0" y="25"/>
                </a:cubicBezTo>
                <a:cubicBezTo>
                  <a:pt x="0" y="27"/>
                  <a:pt x="1" y="29"/>
                  <a:pt x="3" y="29"/>
                </a:cubicBezTo>
                <a:cubicBezTo>
                  <a:pt x="12" y="29"/>
                  <a:pt x="12" y="29"/>
                  <a:pt x="12" y="29"/>
                </a:cubicBezTo>
                <a:cubicBezTo>
                  <a:pt x="9" y="36"/>
                  <a:pt x="9" y="36"/>
                  <a:pt x="9" y="36"/>
                </a:cubicBezTo>
                <a:cubicBezTo>
                  <a:pt x="3" y="36"/>
                  <a:pt x="3" y="36"/>
                  <a:pt x="3" y="36"/>
                </a:cubicBezTo>
                <a:cubicBezTo>
                  <a:pt x="1" y="36"/>
                  <a:pt x="0" y="38"/>
                  <a:pt x="0" y="40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3"/>
                  <a:pt x="1" y="65"/>
                  <a:pt x="3" y="65"/>
                </a:cubicBezTo>
                <a:cubicBezTo>
                  <a:pt x="7" y="65"/>
                  <a:pt x="7" y="65"/>
                  <a:pt x="7" y="65"/>
                </a:cubicBezTo>
                <a:cubicBezTo>
                  <a:pt x="7" y="79"/>
                  <a:pt x="7" y="79"/>
                  <a:pt x="7" y="79"/>
                </a:cubicBezTo>
                <a:cubicBezTo>
                  <a:pt x="7" y="83"/>
                  <a:pt x="10" y="87"/>
                  <a:pt x="14" y="87"/>
                </a:cubicBezTo>
                <a:cubicBezTo>
                  <a:pt x="21" y="87"/>
                  <a:pt x="21" y="87"/>
                  <a:pt x="21" y="87"/>
                </a:cubicBezTo>
                <a:cubicBezTo>
                  <a:pt x="25" y="87"/>
                  <a:pt x="29" y="83"/>
                  <a:pt x="29" y="79"/>
                </a:cubicBezTo>
                <a:cubicBezTo>
                  <a:pt x="29" y="65"/>
                  <a:pt x="29" y="65"/>
                  <a:pt x="29" y="65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79"/>
                  <a:pt x="72" y="79"/>
                  <a:pt x="72" y="79"/>
                </a:cubicBezTo>
                <a:cubicBezTo>
                  <a:pt x="72" y="83"/>
                  <a:pt x="75" y="87"/>
                  <a:pt x="79" y="87"/>
                </a:cubicBezTo>
                <a:cubicBezTo>
                  <a:pt x="87" y="87"/>
                  <a:pt x="87" y="87"/>
                  <a:pt x="87" y="87"/>
                </a:cubicBezTo>
                <a:cubicBezTo>
                  <a:pt x="91" y="87"/>
                  <a:pt x="94" y="83"/>
                  <a:pt x="94" y="79"/>
                </a:cubicBezTo>
                <a:cubicBezTo>
                  <a:pt x="94" y="65"/>
                  <a:pt x="94" y="65"/>
                  <a:pt x="94" y="65"/>
                </a:cubicBezTo>
                <a:cubicBezTo>
                  <a:pt x="98" y="65"/>
                  <a:pt x="98" y="65"/>
                  <a:pt x="98" y="65"/>
                </a:cubicBezTo>
                <a:cubicBezTo>
                  <a:pt x="100" y="65"/>
                  <a:pt x="101" y="63"/>
                  <a:pt x="101" y="61"/>
                </a:cubicBezTo>
                <a:cubicBezTo>
                  <a:pt x="101" y="40"/>
                  <a:pt x="101" y="40"/>
                  <a:pt x="101" y="40"/>
                </a:cubicBezTo>
                <a:cubicBezTo>
                  <a:pt x="101" y="38"/>
                  <a:pt x="100" y="36"/>
                  <a:pt x="98" y="36"/>
                </a:cubicBezTo>
                <a:close/>
                <a:moveTo>
                  <a:pt x="26" y="9"/>
                </a:moveTo>
                <a:cubicBezTo>
                  <a:pt x="26" y="8"/>
                  <a:pt x="28" y="7"/>
                  <a:pt x="29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10"/>
                  <a:pt x="43" y="10"/>
                  <a:pt x="43" y="10"/>
                </a:cubicBezTo>
                <a:cubicBezTo>
                  <a:pt x="43" y="12"/>
                  <a:pt x="45" y="14"/>
                  <a:pt x="47" y="14"/>
                </a:cubicBezTo>
                <a:cubicBezTo>
                  <a:pt x="54" y="14"/>
                  <a:pt x="54" y="14"/>
                  <a:pt x="54" y="14"/>
                </a:cubicBezTo>
                <a:cubicBezTo>
                  <a:pt x="56" y="14"/>
                  <a:pt x="58" y="12"/>
                  <a:pt x="58" y="10"/>
                </a:cubicBezTo>
                <a:cubicBezTo>
                  <a:pt x="58" y="7"/>
                  <a:pt x="58" y="7"/>
                  <a:pt x="58" y="7"/>
                </a:cubicBezTo>
                <a:cubicBezTo>
                  <a:pt x="72" y="7"/>
                  <a:pt x="72" y="7"/>
                  <a:pt x="72" y="7"/>
                </a:cubicBezTo>
                <a:cubicBezTo>
                  <a:pt x="73" y="7"/>
                  <a:pt x="75" y="8"/>
                  <a:pt x="75" y="9"/>
                </a:cubicBezTo>
                <a:cubicBezTo>
                  <a:pt x="84" y="36"/>
                  <a:pt x="84" y="36"/>
                  <a:pt x="84" y="36"/>
                </a:cubicBezTo>
                <a:cubicBezTo>
                  <a:pt x="17" y="36"/>
                  <a:pt x="17" y="36"/>
                  <a:pt x="17" y="36"/>
                </a:cubicBezTo>
                <a:lnTo>
                  <a:pt x="26" y="9"/>
                </a:lnTo>
                <a:close/>
                <a:moveTo>
                  <a:pt x="21" y="58"/>
                </a:moveTo>
                <a:cubicBezTo>
                  <a:pt x="17" y="58"/>
                  <a:pt x="14" y="54"/>
                  <a:pt x="14" y="50"/>
                </a:cubicBezTo>
                <a:cubicBezTo>
                  <a:pt x="14" y="46"/>
                  <a:pt x="17" y="43"/>
                  <a:pt x="21" y="43"/>
                </a:cubicBezTo>
                <a:cubicBezTo>
                  <a:pt x="25" y="43"/>
                  <a:pt x="29" y="46"/>
                  <a:pt x="29" y="50"/>
                </a:cubicBezTo>
                <a:cubicBezTo>
                  <a:pt x="29" y="54"/>
                  <a:pt x="25" y="58"/>
                  <a:pt x="21" y="58"/>
                </a:cubicBezTo>
                <a:close/>
                <a:moveTo>
                  <a:pt x="65" y="58"/>
                </a:moveTo>
                <a:cubicBezTo>
                  <a:pt x="36" y="58"/>
                  <a:pt x="36" y="58"/>
                  <a:pt x="36" y="58"/>
                </a:cubicBezTo>
                <a:cubicBezTo>
                  <a:pt x="36" y="50"/>
                  <a:pt x="36" y="50"/>
                  <a:pt x="36" y="50"/>
                </a:cubicBezTo>
                <a:cubicBezTo>
                  <a:pt x="65" y="50"/>
                  <a:pt x="65" y="50"/>
                  <a:pt x="65" y="50"/>
                </a:cubicBezTo>
                <a:lnTo>
                  <a:pt x="65" y="58"/>
                </a:lnTo>
                <a:close/>
                <a:moveTo>
                  <a:pt x="79" y="58"/>
                </a:moveTo>
                <a:cubicBezTo>
                  <a:pt x="75" y="58"/>
                  <a:pt x="72" y="54"/>
                  <a:pt x="72" y="50"/>
                </a:cubicBezTo>
                <a:cubicBezTo>
                  <a:pt x="72" y="46"/>
                  <a:pt x="75" y="43"/>
                  <a:pt x="79" y="43"/>
                </a:cubicBezTo>
                <a:cubicBezTo>
                  <a:pt x="83" y="43"/>
                  <a:pt x="87" y="46"/>
                  <a:pt x="87" y="50"/>
                </a:cubicBezTo>
                <a:cubicBezTo>
                  <a:pt x="87" y="54"/>
                  <a:pt x="83" y="58"/>
                  <a:pt x="79" y="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336" name="Group 302" descr=""/>
          <p:cNvPicPr/>
          <p:nvPr/>
        </p:nvPicPr>
        <p:blipFill>
          <a:blip r:embed="rId24"/>
          <a:stretch/>
        </p:blipFill>
        <p:spPr>
          <a:xfrm>
            <a:off x="3840120" y="3621240"/>
            <a:ext cx="293760" cy="274320"/>
          </a:xfrm>
          <a:prstGeom prst="rect">
            <a:avLst/>
          </a:prstGeom>
          <a:ln w="0">
            <a:noFill/>
          </a:ln>
        </p:spPr>
      </p:pic>
      <p:pic>
        <p:nvPicPr>
          <p:cNvPr id="2337" name="Group 303" descr=""/>
          <p:cNvPicPr/>
          <p:nvPr/>
        </p:nvPicPr>
        <p:blipFill>
          <a:blip r:embed="rId25"/>
          <a:stretch/>
        </p:blipFill>
        <p:spPr>
          <a:xfrm>
            <a:off x="4462560" y="3602160"/>
            <a:ext cx="218880" cy="293400"/>
          </a:xfrm>
          <a:prstGeom prst="rect">
            <a:avLst/>
          </a:prstGeom>
          <a:ln w="0">
            <a:noFill/>
          </a:ln>
        </p:spPr>
      </p:pic>
      <p:pic>
        <p:nvPicPr>
          <p:cNvPr id="2338" name="Group 328" descr=""/>
          <p:cNvPicPr/>
          <p:nvPr/>
        </p:nvPicPr>
        <p:blipFill>
          <a:blip r:embed="rId26"/>
          <a:stretch/>
        </p:blipFill>
        <p:spPr>
          <a:xfrm>
            <a:off x="5010120" y="3638520"/>
            <a:ext cx="293760" cy="231840"/>
          </a:xfrm>
          <a:prstGeom prst="rect">
            <a:avLst/>
          </a:prstGeom>
          <a:ln w="0">
            <a:noFill/>
          </a:ln>
        </p:spPr>
      </p:pic>
      <p:pic>
        <p:nvPicPr>
          <p:cNvPr id="2339" name="Group 329" descr=""/>
          <p:cNvPicPr/>
          <p:nvPr/>
        </p:nvPicPr>
        <p:blipFill>
          <a:blip r:embed="rId27"/>
          <a:stretch/>
        </p:blipFill>
        <p:spPr>
          <a:xfrm>
            <a:off x="5595840" y="3602160"/>
            <a:ext cx="292320" cy="299880"/>
          </a:xfrm>
          <a:prstGeom prst="rect">
            <a:avLst/>
          </a:prstGeom>
          <a:ln w="0">
            <a:noFill/>
          </a:ln>
        </p:spPr>
      </p:pic>
      <p:pic>
        <p:nvPicPr>
          <p:cNvPr id="2340" name="Group 313" descr=""/>
          <p:cNvPicPr/>
          <p:nvPr/>
        </p:nvPicPr>
        <p:blipFill>
          <a:blip r:embed="rId28"/>
          <a:stretch/>
        </p:blipFill>
        <p:spPr>
          <a:xfrm>
            <a:off x="6765840" y="3676680"/>
            <a:ext cx="293760" cy="218880"/>
          </a:xfrm>
          <a:prstGeom prst="rect">
            <a:avLst/>
          </a:prstGeom>
          <a:ln w="0">
            <a:noFill/>
          </a:ln>
        </p:spPr>
      </p:pic>
      <p:sp>
        <p:nvSpPr>
          <p:cNvPr id="2341" name="Freeform 94"/>
          <p:cNvSpPr/>
          <p:nvPr/>
        </p:nvSpPr>
        <p:spPr>
          <a:xfrm>
            <a:off x="7353360" y="3600360"/>
            <a:ext cx="295200" cy="293760"/>
          </a:xfrm>
          <a:custGeom>
            <a:avLst/>
            <a:gdLst/>
            <a:ahLst/>
            <a:rect l="l" t="t" r="r" b="b"/>
            <a:pathLst>
              <a:path w="186" h="185">
                <a:moveTo>
                  <a:pt x="127" y="0"/>
                </a:moveTo>
                <a:lnTo>
                  <a:pt x="59" y="0"/>
                </a:lnTo>
                <a:lnTo>
                  <a:pt x="0" y="185"/>
                </a:lnTo>
                <a:lnTo>
                  <a:pt x="186" y="185"/>
                </a:lnTo>
                <a:lnTo>
                  <a:pt x="127" y="0"/>
                </a:lnTo>
                <a:close/>
                <a:moveTo>
                  <a:pt x="105" y="172"/>
                </a:moveTo>
                <a:lnTo>
                  <a:pt x="81" y="172"/>
                </a:lnTo>
                <a:lnTo>
                  <a:pt x="81" y="139"/>
                </a:lnTo>
                <a:lnTo>
                  <a:pt x="105" y="139"/>
                </a:lnTo>
                <a:lnTo>
                  <a:pt x="105" y="172"/>
                </a:lnTo>
                <a:close/>
                <a:moveTo>
                  <a:pt x="105" y="115"/>
                </a:moveTo>
                <a:lnTo>
                  <a:pt x="81" y="115"/>
                </a:lnTo>
                <a:lnTo>
                  <a:pt x="81" y="80"/>
                </a:lnTo>
                <a:lnTo>
                  <a:pt x="105" y="80"/>
                </a:lnTo>
                <a:lnTo>
                  <a:pt x="105" y="115"/>
                </a:lnTo>
                <a:close/>
                <a:moveTo>
                  <a:pt x="105" y="58"/>
                </a:moveTo>
                <a:lnTo>
                  <a:pt x="81" y="58"/>
                </a:lnTo>
                <a:lnTo>
                  <a:pt x="81" y="23"/>
                </a:lnTo>
                <a:lnTo>
                  <a:pt x="105" y="23"/>
                </a:lnTo>
                <a:lnTo>
                  <a:pt x="105" y="5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342" name="Group 312" descr=""/>
          <p:cNvPicPr/>
          <p:nvPr/>
        </p:nvPicPr>
        <p:blipFill>
          <a:blip r:embed="rId29"/>
          <a:stretch/>
        </p:blipFill>
        <p:spPr>
          <a:xfrm>
            <a:off x="7943760" y="3651120"/>
            <a:ext cx="292320" cy="244440"/>
          </a:xfrm>
          <a:prstGeom prst="rect">
            <a:avLst/>
          </a:prstGeom>
          <a:ln w="0">
            <a:noFill/>
          </a:ln>
        </p:spPr>
      </p:pic>
      <p:sp>
        <p:nvSpPr>
          <p:cNvPr id="2343" name="Freeform 100"/>
          <p:cNvSpPr/>
          <p:nvPr/>
        </p:nvSpPr>
        <p:spPr>
          <a:xfrm>
            <a:off x="8543880" y="3600360"/>
            <a:ext cx="274680" cy="293760"/>
          </a:xfrm>
          <a:custGeom>
            <a:avLst/>
            <a:gdLst/>
            <a:ahLst/>
            <a:rect l="l" t="t" r="r" b="b"/>
            <a:pathLst>
              <a:path w="109" h="116">
                <a:moveTo>
                  <a:pt x="108" y="72"/>
                </a:moveTo>
                <a:cubicBezTo>
                  <a:pt x="66" y="41"/>
                  <a:pt x="66" y="41"/>
                  <a:pt x="66" y="41"/>
                </a:cubicBezTo>
                <a:cubicBezTo>
                  <a:pt x="66" y="21"/>
                  <a:pt x="66" y="21"/>
                  <a:pt x="66" y="21"/>
                </a:cubicBezTo>
                <a:cubicBezTo>
                  <a:pt x="66" y="16"/>
                  <a:pt x="60" y="0"/>
                  <a:pt x="55" y="0"/>
                </a:cubicBezTo>
                <a:cubicBezTo>
                  <a:pt x="49" y="0"/>
                  <a:pt x="44" y="16"/>
                  <a:pt x="44" y="21"/>
                </a:cubicBezTo>
                <a:cubicBezTo>
                  <a:pt x="44" y="41"/>
                  <a:pt x="44" y="41"/>
                  <a:pt x="44" y="41"/>
                </a:cubicBezTo>
                <a:cubicBezTo>
                  <a:pt x="2" y="72"/>
                  <a:pt x="2" y="72"/>
                  <a:pt x="2" y="72"/>
                </a:cubicBezTo>
                <a:cubicBezTo>
                  <a:pt x="1" y="73"/>
                  <a:pt x="0" y="74"/>
                  <a:pt x="0" y="75"/>
                </a:cubicBezTo>
                <a:cubicBezTo>
                  <a:pt x="0" y="76"/>
                  <a:pt x="0" y="76"/>
                  <a:pt x="0" y="76"/>
                </a:cubicBezTo>
                <a:cubicBezTo>
                  <a:pt x="0" y="77"/>
                  <a:pt x="1" y="78"/>
                  <a:pt x="2" y="79"/>
                </a:cubicBezTo>
                <a:cubicBezTo>
                  <a:pt x="3" y="79"/>
                  <a:pt x="4" y="80"/>
                  <a:pt x="5" y="79"/>
                </a:cubicBezTo>
                <a:cubicBezTo>
                  <a:pt x="44" y="69"/>
                  <a:pt x="44" y="69"/>
                  <a:pt x="44" y="69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99"/>
                  <a:pt x="44" y="99"/>
                  <a:pt x="44" y="99"/>
                </a:cubicBezTo>
                <a:cubicBezTo>
                  <a:pt x="31" y="109"/>
                  <a:pt x="31" y="109"/>
                  <a:pt x="31" y="109"/>
                </a:cubicBezTo>
                <a:cubicBezTo>
                  <a:pt x="30" y="109"/>
                  <a:pt x="29" y="110"/>
                  <a:pt x="29" y="112"/>
                </a:cubicBezTo>
                <a:cubicBezTo>
                  <a:pt x="29" y="112"/>
                  <a:pt x="29" y="112"/>
                  <a:pt x="29" y="112"/>
                </a:cubicBezTo>
                <a:cubicBezTo>
                  <a:pt x="29" y="113"/>
                  <a:pt x="30" y="114"/>
                  <a:pt x="31" y="115"/>
                </a:cubicBezTo>
                <a:cubicBezTo>
                  <a:pt x="32" y="116"/>
                  <a:pt x="33" y="116"/>
                  <a:pt x="34" y="116"/>
                </a:cubicBezTo>
                <a:cubicBezTo>
                  <a:pt x="55" y="108"/>
                  <a:pt x="55" y="108"/>
                  <a:pt x="55" y="108"/>
                </a:cubicBezTo>
                <a:cubicBezTo>
                  <a:pt x="75" y="115"/>
                  <a:pt x="75" y="115"/>
                  <a:pt x="75" y="115"/>
                </a:cubicBezTo>
                <a:cubicBezTo>
                  <a:pt x="77" y="116"/>
                  <a:pt x="78" y="116"/>
                  <a:pt x="79" y="115"/>
                </a:cubicBezTo>
                <a:cubicBezTo>
                  <a:pt x="80" y="114"/>
                  <a:pt x="80" y="113"/>
                  <a:pt x="80" y="112"/>
                </a:cubicBezTo>
                <a:cubicBezTo>
                  <a:pt x="80" y="111"/>
                  <a:pt x="80" y="111"/>
                  <a:pt x="80" y="111"/>
                </a:cubicBezTo>
                <a:cubicBezTo>
                  <a:pt x="80" y="110"/>
                  <a:pt x="80" y="109"/>
                  <a:pt x="78" y="108"/>
                </a:cubicBezTo>
                <a:cubicBezTo>
                  <a:pt x="66" y="99"/>
                  <a:pt x="66" y="99"/>
                  <a:pt x="66" y="99"/>
                </a:cubicBezTo>
                <a:cubicBezTo>
                  <a:pt x="66" y="76"/>
                  <a:pt x="66" y="76"/>
                  <a:pt x="66" y="76"/>
                </a:cubicBezTo>
                <a:cubicBezTo>
                  <a:pt x="66" y="69"/>
                  <a:pt x="66" y="69"/>
                  <a:pt x="66" y="69"/>
                </a:cubicBezTo>
                <a:cubicBezTo>
                  <a:pt x="105" y="79"/>
                  <a:pt x="105" y="79"/>
                  <a:pt x="105" y="79"/>
                </a:cubicBezTo>
                <a:cubicBezTo>
                  <a:pt x="106" y="80"/>
                  <a:pt x="107" y="79"/>
                  <a:pt x="108" y="79"/>
                </a:cubicBezTo>
                <a:cubicBezTo>
                  <a:pt x="109" y="78"/>
                  <a:pt x="109" y="77"/>
                  <a:pt x="109" y="76"/>
                </a:cubicBezTo>
                <a:cubicBezTo>
                  <a:pt x="109" y="75"/>
                  <a:pt x="109" y="75"/>
                  <a:pt x="109" y="75"/>
                </a:cubicBezTo>
                <a:cubicBezTo>
                  <a:pt x="109" y="74"/>
                  <a:pt x="109" y="73"/>
                  <a:pt x="108" y="7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44" name="Freeform 101"/>
          <p:cNvSpPr/>
          <p:nvPr/>
        </p:nvSpPr>
        <p:spPr>
          <a:xfrm>
            <a:off x="6202440" y="3600360"/>
            <a:ext cx="257040" cy="293760"/>
          </a:xfrm>
          <a:custGeom>
            <a:avLst/>
            <a:gdLst/>
            <a:ahLst/>
            <a:rect l="l" t="t" r="r" b="b"/>
            <a:pathLst>
              <a:path w="102" h="116">
                <a:moveTo>
                  <a:pt x="87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76"/>
                  <a:pt x="0" y="76"/>
                  <a:pt x="0" y="76"/>
                </a:cubicBezTo>
                <a:cubicBezTo>
                  <a:pt x="0" y="78"/>
                  <a:pt x="2" y="79"/>
                  <a:pt x="4" y="79"/>
                </a:cubicBezTo>
                <a:cubicBezTo>
                  <a:pt x="7" y="79"/>
                  <a:pt x="7" y="79"/>
                  <a:pt x="7" y="79"/>
                </a:cubicBezTo>
                <a:cubicBezTo>
                  <a:pt x="7" y="98"/>
                  <a:pt x="7" y="98"/>
                  <a:pt x="7" y="98"/>
                </a:cubicBezTo>
                <a:cubicBezTo>
                  <a:pt x="7" y="100"/>
                  <a:pt x="9" y="101"/>
                  <a:pt x="11" y="101"/>
                </a:cubicBezTo>
                <a:cubicBezTo>
                  <a:pt x="15" y="101"/>
                  <a:pt x="15" y="101"/>
                  <a:pt x="15" y="101"/>
                </a:cubicBezTo>
                <a:cubicBezTo>
                  <a:pt x="15" y="108"/>
                  <a:pt x="15" y="108"/>
                  <a:pt x="15" y="108"/>
                </a:cubicBezTo>
                <a:cubicBezTo>
                  <a:pt x="15" y="112"/>
                  <a:pt x="18" y="116"/>
                  <a:pt x="22" y="116"/>
                </a:cubicBezTo>
                <a:cubicBezTo>
                  <a:pt x="29" y="116"/>
                  <a:pt x="29" y="116"/>
                  <a:pt x="29" y="116"/>
                </a:cubicBezTo>
                <a:cubicBezTo>
                  <a:pt x="33" y="116"/>
                  <a:pt x="36" y="112"/>
                  <a:pt x="36" y="108"/>
                </a:cubicBezTo>
                <a:cubicBezTo>
                  <a:pt x="36" y="101"/>
                  <a:pt x="36" y="101"/>
                  <a:pt x="36" y="101"/>
                </a:cubicBezTo>
                <a:cubicBezTo>
                  <a:pt x="65" y="101"/>
                  <a:pt x="65" y="101"/>
                  <a:pt x="65" y="101"/>
                </a:cubicBezTo>
                <a:cubicBezTo>
                  <a:pt x="65" y="108"/>
                  <a:pt x="65" y="108"/>
                  <a:pt x="65" y="108"/>
                </a:cubicBezTo>
                <a:cubicBezTo>
                  <a:pt x="65" y="112"/>
                  <a:pt x="69" y="116"/>
                  <a:pt x="73" y="116"/>
                </a:cubicBezTo>
                <a:cubicBezTo>
                  <a:pt x="80" y="116"/>
                  <a:pt x="80" y="116"/>
                  <a:pt x="80" y="116"/>
                </a:cubicBezTo>
                <a:cubicBezTo>
                  <a:pt x="84" y="116"/>
                  <a:pt x="87" y="112"/>
                  <a:pt x="87" y="108"/>
                </a:cubicBezTo>
                <a:cubicBezTo>
                  <a:pt x="87" y="101"/>
                  <a:pt x="87" y="101"/>
                  <a:pt x="87" y="101"/>
                </a:cubicBezTo>
                <a:cubicBezTo>
                  <a:pt x="91" y="101"/>
                  <a:pt x="91" y="101"/>
                  <a:pt x="91" y="101"/>
                </a:cubicBezTo>
                <a:cubicBezTo>
                  <a:pt x="93" y="101"/>
                  <a:pt x="94" y="100"/>
                  <a:pt x="94" y="98"/>
                </a:cubicBezTo>
                <a:cubicBezTo>
                  <a:pt x="94" y="79"/>
                  <a:pt x="94" y="79"/>
                  <a:pt x="94" y="79"/>
                </a:cubicBezTo>
                <a:cubicBezTo>
                  <a:pt x="98" y="79"/>
                  <a:pt x="98" y="79"/>
                  <a:pt x="98" y="79"/>
                </a:cubicBezTo>
                <a:cubicBezTo>
                  <a:pt x="100" y="79"/>
                  <a:pt x="102" y="78"/>
                  <a:pt x="102" y="76"/>
                </a:cubicBezTo>
                <a:cubicBezTo>
                  <a:pt x="102" y="72"/>
                  <a:pt x="102" y="72"/>
                  <a:pt x="102" y="72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6"/>
                  <a:pt x="95" y="0"/>
                  <a:pt x="87" y="0"/>
                </a:cubicBezTo>
                <a:close/>
                <a:moveTo>
                  <a:pt x="73" y="29"/>
                </a:moveTo>
                <a:cubicBezTo>
                  <a:pt x="77" y="29"/>
                  <a:pt x="80" y="32"/>
                  <a:pt x="80" y="36"/>
                </a:cubicBezTo>
                <a:cubicBezTo>
                  <a:pt x="80" y="50"/>
                  <a:pt x="80" y="50"/>
                  <a:pt x="80" y="50"/>
                </a:cubicBezTo>
                <a:cubicBezTo>
                  <a:pt x="22" y="50"/>
                  <a:pt x="22" y="50"/>
                  <a:pt x="22" y="50"/>
                </a:cubicBezTo>
                <a:cubicBezTo>
                  <a:pt x="22" y="36"/>
                  <a:pt x="22" y="36"/>
                  <a:pt x="22" y="36"/>
                </a:cubicBezTo>
                <a:cubicBezTo>
                  <a:pt x="22" y="32"/>
                  <a:pt x="25" y="29"/>
                  <a:pt x="29" y="29"/>
                </a:cubicBezTo>
                <a:lnTo>
                  <a:pt x="73" y="29"/>
                </a:lnTo>
                <a:close/>
                <a:moveTo>
                  <a:pt x="29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18" y="87"/>
                  <a:pt x="15" y="83"/>
                  <a:pt x="15" y="79"/>
                </a:cubicBezTo>
                <a:cubicBezTo>
                  <a:pt x="15" y="75"/>
                  <a:pt x="18" y="72"/>
                  <a:pt x="22" y="72"/>
                </a:cubicBezTo>
                <a:cubicBezTo>
                  <a:pt x="29" y="72"/>
                  <a:pt x="29" y="72"/>
                  <a:pt x="29" y="72"/>
                </a:cubicBezTo>
                <a:cubicBezTo>
                  <a:pt x="33" y="72"/>
                  <a:pt x="36" y="75"/>
                  <a:pt x="36" y="79"/>
                </a:cubicBezTo>
                <a:cubicBezTo>
                  <a:pt x="36" y="83"/>
                  <a:pt x="33" y="87"/>
                  <a:pt x="29" y="87"/>
                </a:cubicBezTo>
                <a:close/>
                <a:moveTo>
                  <a:pt x="80" y="87"/>
                </a:moveTo>
                <a:cubicBezTo>
                  <a:pt x="73" y="87"/>
                  <a:pt x="73" y="87"/>
                  <a:pt x="73" y="87"/>
                </a:cubicBezTo>
                <a:cubicBezTo>
                  <a:pt x="69" y="87"/>
                  <a:pt x="65" y="83"/>
                  <a:pt x="65" y="79"/>
                </a:cubicBezTo>
                <a:cubicBezTo>
                  <a:pt x="65" y="75"/>
                  <a:pt x="69" y="72"/>
                  <a:pt x="73" y="72"/>
                </a:cubicBezTo>
                <a:cubicBezTo>
                  <a:pt x="80" y="72"/>
                  <a:pt x="80" y="72"/>
                  <a:pt x="80" y="72"/>
                </a:cubicBezTo>
                <a:cubicBezTo>
                  <a:pt x="84" y="72"/>
                  <a:pt x="87" y="75"/>
                  <a:pt x="87" y="79"/>
                </a:cubicBezTo>
                <a:cubicBezTo>
                  <a:pt x="87" y="83"/>
                  <a:pt x="84" y="87"/>
                  <a:pt x="80" y="8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345" name="Group 317" descr=""/>
          <p:cNvPicPr/>
          <p:nvPr/>
        </p:nvPicPr>
        <p:blipFill>
          <a:blip r:embed="rId30"/>
          <a:stretch/>
        </p:blipFill>
        <p:spPr>
          <a:xfrm>
            <a:off x="8528040" y="2425680"/>
            <a:ext cx="291960" cy="220680"/>
          </a:xfrm>
          <a:prstGeom prst="rect">
            <a:avLst/>
          </a:prstGeom>
          <a:ln w="0">
            <a:noFill/>
          </a:ln>
        </p:spPr>
      </p:pic>
      <p:pic>
        <p:nvPicPr>
          <p:cNvPr id="2346" name="Group 273" descr=""/>
          <p:cNvPicPr/>
          <p:nvPr/>
        </p:nvPicPr>
        <p:blipFill>
          <a:blip r:embed="rId31"/>
          <a:stretch/>
        </p:blipFill>
        <p:spPr>
          <a:xfrm>
            <a:off x="1500120" y="301140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2347" name="Freeform 111"/>
          <p:cNvSpPr/>
          <p:nvPr/>
        </p:nvSpPr>
        <p:spPr>
          <a:xfrm>
            <a:off x="2670120" y="3068640"/>
            <a:ext cx="292320" cy="236520"/>
          </a:xfrm>
          <a:custGeom>
            <a:avLst/>
            <a:gdLst/>
            <a:ahLst/>
            <a:rect l="l" t="t" r="r" b="b"/>
            <a:pathLst>
              <a:path w="116" h="94">
                <a:moveTo>
                  <a:pt x="102" y="22"/>
                </a:moveTo>
                <a:cubicBezTo>
                  <a:pt x="84" y="22"/>
                  <a:pt x="84" y="22"/>
                  <a:pt x="84" y="22"/>
                </a:cubicBezTo>
                <a:cubicBezTo>
                  <a:pt x="81" y="7"/>
                  <a:pt x="81" y="7"/>
                  <a:pt x="81" y="7"/>
                </a:cubicBezTo>
                <a:cubicBezTo>
                  <a:pt x="81" y="3"/>
                  <a:pt x="77" y="0"/>
                  <a:pt x="73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40" y="0"/>
                  <a:pt x="36" y="3"/>
                  <a:pt x="35" y="7"/>
                </a:cubicBezTo>
                <a:cubicBezTo>
                  <a:pt x="32" y="22"/>
                  <a:pt x="32" y="22"/>
                  <a:pt x="32" y="22"/>
                </a:cubicBezTo>
                <a:cubicBezTo>
                  <a:pt x="15" y="22"/>
                  <a:pt x="15" y="22"/>
                  <a:pt x="15" y="22"/>
                </a:cubicBezTo>
                <a:cubicBezTo>
                  <a:pt x="7" y="22"/>
                  <a:pt x="0" y="28"/>
                  <a:pt x="0" y="36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88"/>
                  <a:pt x="7" y="94"/>
                  <a:pt x="15" y="94"/>
                </a:cubicBezTo>
                <a:cubicBezTo>
                  <a:pt x="102" y="94"/>
                  <a:pt x="102" y="94"/>
                  <a:pt x="102" y="94"/>
                </a:cubicBezTo>
                <a:cubicBezTo>
                  <a:pt x="110" y="94"/>
                  <a:pt x="116" y="88"/>
                  <a:pt x="116" y="80"/>
                </a:cubicBezTo>
                <a:cubicBezTo>
                  <a:pt x="116" y="36"/>
                  <a:pt x="116" y="36"/>
                  <a:pt x="116" y="36"/>
                </a:cubicBezTo>
                <a:cubicBezTo>
                  <a:pt x="116" y="28"/>
                  <a:pt x="110" y="22"/>
                  <a:pt x="102" y="22"/>
                </a:cubicBezTo>
                <a:close/>
                <a:moveTo>
                  <a:pt x="42" y="9"/>
                </a:moveTo>
                <a:cubicBezTo>
                  <a:pt x="44" y="7"/>
                  <a:pt x="44" y="7"/>
                  <a:pt x="44" y="7"/>
                </a:cubicBezTo>
                <a:cubicBezTo>
                  <a:pt x="73" y="7"/>
                  <a:pt x="73" y="7"/>
                  <a:pt x="73" y="7"/>
                </a:cubicBezTo>
                <a:cubicBezTo>
                  <a:pt x="74" y="9"/>
                  <a:pt x="74" y="9"/>
                  <a:pt x="74" y="9"/>
                </a:cubicBezTo>
                <a:cubicBezTo>
                  <a:pt x="77" y="22"/>
                  <a:pt x="77" y="22"/>
                  <a:pt x="77" y="22"/>
                </a:cubicBezTo>
                <a:cubicBezTo>
                  <a:pt x="39" y="22"/>
                  <a:pt x="39" y="22"/>
                  <a:pt x="39" y="22"/>
                </a:cubicBezTo>
                <a:lnTo>
                  <a:pt x="42" y="9"/>
                </a:lnTo>
                <a:close/>
                <a:moveTo>
                  <a:pt x="80" y="65"/>
                </a:moveTo>
                <a:cubicBezTo>
                  <a:pt x="65" y="65"/>
                  <a:pt x="65" y="65"/>
                  <a:pt x="65" y="65"/>
                </a:cubicBezTo>
                <a:cubicBezTo>
                  <a:pt x="65" y="80"/>
                  <a:pt x="65" y="80"/>
                  <a:pt x="65" y="80"/>
                </a:cubicBezTo>
                <a:cubicBezTo>
                  <a:pt x="51" y="80"/>
                  <a:pt x="51" y="80"/>
                  <a:pt x="51" y="80"/>
                </a:cubicBezTo>
                <a:cubicBezTo>
                  <a:pt x="51" y="65"/>
                  <a:pt x="51" y="65"/>
                  <a:pt x="51" y="65"/>
                </a:cubicBezTo>
                <a:cubicBezTo>
                  <a:pt x="36" y="65"/>
                  <a:pt x="36" y="65"/>
                  <a:pt x="36" y="65"/>
                </a:cubicBezTo>
                <a:cubicBezTo>
                  <a:pt x="36" y="51"/>
                  <a:pt x="36" y="51"/>
                  <a:pt x="36" y="51"/>
                </a:cubicBezTo>
                <a:cubicBezTo>
                  <a:pt x="51" y="51"/>
                  <a:pt x="51" y="51"/>
                  <a:pt x="51" y="51"/>
                </a:cubicBezTo>
                <a:cubicBezTo>
                  <a:pt x="51" y="36"/>
                  <a:pt x="51" y="36"/>
                  <a:pt x="51" y="36"/>
                </a:cubicBezTo>
                <a:cubicBezTo>
                  <a:pt x="65" y="36"/>
                  <a:pt x="65" y="36"/>
                  <a:pt x="65" y="36"/>
                </a:cubicBezTo>
                <a:cubicBezTo>
                  <a:pt x="65" y="51"/>
                  <a:pt x="65" y="51"/>
                  <a:pt x="65" y="51"/>
                </a:cubicBezTo>
                <a:cubicBezTo>
                  <a:pt x="80" y="51"/>
                  <a:pt x="80" y="51"/>
                  <a:pt x="80" y="51"/>
                </a:cubicBezTo>
                <a:lnTo>
                  <a:pt x="80" y="6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348" name="Group 315" descr=""/>
          <p:cNvPicPr/>
          <p:nvPr/>
        </p:nvPicPr>
        <p:blipFill>
          <a:blip r:embed="rId32"/>
          <a:stretch/>
        </p:blipFill>
        <p:spPr>
          <a:xfrm>
            <a:off x="7351560" y="3011400"/>
            <a:ext cx="298440" cy="292320"/>
          </a:xfrm>
          <a:prstGeom prst="rect">
            <a:avLst/>
          </a:prstGeom>
          <a:ln w="0">
            <a:noFill/>
          </a:ln>
        </p:spPr>
      </p:pic>
      <p:sp>
        <p:nvSpPr>
          <p:cNvPr id="2349" name="Freeform 114"/>
          <p:cNvSpPr/>
          <p:nvPr/>
        </p:nvSpPr>
        <p:spPr>
          <a:xfrm>
            <a:off x="7959600" y="3013200"/>
            <a:ext cx="255600" cy="183960"/>
          </a:xfrm>
          <a:custGeom>
            <a:avLst/>
            <a:gdLst/>
            <a:ahLst/>
            <a:rect l="l" t="t" r="r" b="b"/>
            <a:pathLst>
              <a:path w="102" h="73">
                <a:moveTo>
                  <a:pt x="93" y="36"/>
                </a:moveTo>
                <a:cubicBezTo>
                  <a:pt x="94" y="34"/>
                  <a:pt x="94" y="32"/>
                  <a:pt x="94" y="29"/>
                </a:cubicBezTo>
                <a:cubicBezTo>
                  <a:pt x="94" y="13"/>
                  <a:pt x="81" y="0"/>
                  <a:pt x="65" y="0"/>
                </a:cubicBezTo>
                <a:cubicBezTo>
                  <a:pt x="54" y="0"/>
                  <a:pt x="44" y="7"/>
                  <a:pt x="40" y="16"/>
                </a:cubicBezTo>
                <a:cubicBezTo>
                  <a:pt x="37" y="15"/>
                  <a:pt x="35" y="15"/>
                  <a:pt x="33" y="15"/>
                </a:cubicBezTo>
                <a:cubicBezTo>
                  <a:pt x="23" y="15"/>
                  <a:pt x="15" y="23"/>
                  <a:pt x="15" y="32"/>
                </a:cubicBezTo>
                <a:cubicBezTo>
                  <a:pt x="6" y="36"/>
                  <a:pt x="0" y="43"/>
                  <a:pt x="0" y="51"/>
                </a:cubicBezTo>
                <a:cubicBezTo>
                  <a:pt x="0" y="63"/>
                  <a:pt x="13" y="73"/>
                  <a:pt x="29" y="73"/>
                </a:cubicBezTo>
                <a:cubicBezTo>
                  <a:pt x="73" y="73"/>
                  <a:pt x="73" y="73"/>
                  <a:pt x="73" y="73"/>
                </a:cubicBezTo>
                <a:cubicBezTo>
                  <a:pt x="89" y="73"/>
                  <a:pt x="102" y="63"/>
                  <a:pt x="102" y="51"/>
                </a:cubicBezTo>
                <a:cubicBezTo>
                  <a:pt x="102" y="45"/>
                  <a:pt x="98" y="40"/>
                  <a:pt x="93" y="3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350" name="Group 316" descr=""/>
          <p:cNvPicPr/>
          <p:nvPr/>
        </p:nvPicPr>
        <p:blipFill>
          <a:blip r:embed="rId33"/>
          <a:stretch/>
        </p:blipFill>
        <p:spPr>
          <a:xfrm>
            <a:off x="8547120" y="3011400"/>
            <a:ext cx="255600" cy="292320"/>
          </a:xfrm>
          <a:prstGeom prst="rect">
            <a:avLst/>
          </a:prstGeom>
          <a:ln w="0">
            <a:noFill/>
          </a:ln>
        </p:spPr>
      </p:pic>
      <p:pic>
        <p:nvPicPr>
          <p:cNvPr id="2351" name="Group 324" descr=""/>
          <p:cNvPicPr/>
          <p:nvPr/>
        </p:nvPicPr>
        <p:blipFill>
          <a:blip r:embed="rId34"/>
          <a:stretch/>
        </p:blipFill>
        <p:spPr>
          <a:xfrm>
            <a:off x="6188040" y="3011400"/>
            <a:ext cx="291960" cy="292320"/>
          </a:xfrm>
          <a:prstGeom prst="rect">
            <a:avLst/>
          </a:prstGeom>
          <a:ln w="0">
            <a:noFill/>
          </a:ln>
        </p:spPr>
      </p:pic>
      <p:pic>
        <p:nvPicPr>
          <p:cNvPr id="2352" name="Group 314" descr=""/>
          <p:cNvPicPr/>
          <p:nvPr/>
        </p:nvPicPr>
        <p:blipFill>
          <a:blip r:embed="rId35"/>
          <a:stretch/>
        </p:blipFill>
        <p:spPr>
          <a:xfrm>
            <a:off x="6765840" y="3011400"/>
            <a:ext cx="293760" cy="292320"/>
          </a:xfrm>
          <a:prstGeom prst="rect">
            <a:avLst/>
          </a:prstGeom>
          <a:ln w="0">
            <a:noFill/>
          </a:ln>
        </p:spPr>
      </p:pic>
      <p:sp>
        <p:nvSpPr>
          <p:cNvPr id="2353" name="Freeform 134"/>
          <p:cNvSpPr/>
          <p:nvPr/>
        </p:nvSpPr>
        <p:spPr>
          <a:xfrm>
            <a:off x="363600" y="3600360"/>
            <a:ext cx="257040" cy="293760"/>
          </a:xfrm>
          <a:custGeom>
            <a:avLst/>
            <a:gdLst/>
            <a:ahLst/>
            <a:rect l="l" t="t" r="r" b="b"/>
            <a:pathLst>
              <a:path w="102" h="116">
                <a:moveTo>
                  <a:pt x="94" y="35"/>
                </a:moveTo>
                <a:cubicBezTo>
                  <a:pt x="94" y="33"/>
                  <a:pt x="95" y="31"/>
                  <a:pt x="95" y="29"/>
                </a:cubicBezTo>
                <a:cubicBezTo>
                  <a:pt x="95" y="13"/>
                  <a:pt x="82" y="0"/>
                  <a:pt x="66" y="0"/>
                </a:cubicBezTo>
                <a:cubicBezTo>
                  <a:pt x="54" y="0"/>
                  <a:pt x="45" y="6"/>
                  <a:pt x="40" y="15"/>
                </a:cubicBezTo>
                <a:cubicBezTo>
                  <a:pt x="38" y="15"/>
                  <a:pt x="35" y="14"/>
                  <a:pt x="33" y="14"/>
                </a:cubicBezTo>
                <a:cubicBezTo>
                  <a:pt x="23" y="14"/>
                  <a:pt x="15" y="22"/>
                  <a:pt x="15" y="32"/>
                </a:cubicBezTo>
                <a:cubicBezTo>
                  <a:pt x="6" y="35"/>
                  <a:pt x="0" y="42"/>
                  <a:pt x="0" y="50"/>
                </a:cubicBezTo>
                <a:cubicBezTo>
                  <a:pt x="0" y="62"/>
                  <a:pt x="13" y="72"/>
                  <a:pt x="29" y="72"/>
                </a:cubicBezTo>
                <a:cubicBezTo>
                  <a:pt x="33" y="72"/>
                  <a:pt x="33" y="72"/>
                  <a:pt x="33" y="72"/>
                </a:cubicBezTo>
                <a:cubicBezTo>
                  <a:pt x="22" y="87"/>
                  <a:pt x="22" y="87"/>
                  <a:pt x="22" y="87"/>
                </a:cubicBezTo>
                <a:cubicBezTo>
                  <a:pt x="40" y="87"/>
                  <a:pt x="40" y="87"/>
                  <a:pt x="40" y="87"/>
                </a:cubicBezTo>
                <a:cubicBezTo>
                  <a:pt x="22" y="116"/>
                  <a:pt x="22" y="116"/>
                  <a:pt x="22" y="116"/>
                </a:cubicBezTo>
                <a:cubicBezTo>
                  <a:pt x="66" y="79"/>
                  <a:pt x="66" y="79"/>
                  <a:pt x="66" y="79"/>
                </a:cubicBezTo>
                <a:cubicBezTo>
                  <a:pt x="44" y="79"/>
                  <a:pt x="44" y="79"/>
                  <a:pt x="44" y="79"/>
                </a:cubicBezTo>
                <a:cubicBezTo>
                  <a:pt x="51" y="72"/>
                  <a:pt x="51" y="72"/>
                  <a:pt x="51" y="72"/>
                </a:cubicBezTo>
                <a:cubicBezTo>
                  <a:pt x="73" y="72"/>
                  <a:pt x="73" y="72"/>
                  <a:pt x="73" y="72"/>
                </a:cubicBezTo>
                <a:cubicBezTo>
                  <a:pt x="89" y="72"/>
                  <a:pt x="102" y="62"/>
                  <a:pt x="102" y="50"/>
                </a:cubicBezTo>
                <a:cubicBezTo>
                  <a:pt x="102" y="45"/>
                  <a:pt x="99" y="39"/>
                  <a:pt x="94" y="3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354" name="Group 269" descr=""/>
          <p:cNvPicPr/>
          <p:nvPr/>
        </p:nvPicPr>
        <p:blipFill>
          <a:blip r:embed="rId36"/>
          <a:stretch/>
        </p:blipFill>
        <p:spPr>
          <a:xfrm>
            <a:off x="914400" y="3602160"/>
            <a:ext cx="255600" cy="293400"/>
          </a:xfrm>
          <a:prstGeom prst="rect">
            <a:avLst/>
          </a:prstGeom>
          <a:ln w="0">
            <a:noFill/>
          </a:ln>
        </p:spPr>
      </p:pic>
      <p:pic>
        <p:nvPicPr>
          <p:cNvPr id="2355" name="Group 272" descr=""/>
          <p:cNvPicPr/>
          <p:nvPr/>
        </p:nvPicPr>
        <p:blipFill>
          <a:blip r:embed="rId37"/>
          <a:stretch/>
        </p:blipFill>
        <p:spPr>
          <a:xfrm>
            <a:off x="1500120" y="3602160"/>
            <a:ext cx="255600" cy="293400"/>
          </a:xfrm>
          <a:prstGeom prst="rect">
            <a:avLst/>
          </a:prstGeom>
          <a:ln w="0">
            <a:noFill/>
          </a:ln>
        </p:spPr>
      </p:pic>
      <p:sp>
        <p:nvSpPr>
          <p:cNvPr id="2356" name="Freeform 152"/>
          <p:cNvSpPr/>
          <p:nvPr/>
        </p:nvSpPr>
        <p:spPr>
          <a:xfrm>
            <a:off x="2139840" y="3600360"/>
            <a:ext cx="147600" cy="293760"/>
          </a:xfrm>
          <a:custGeom>
            <a:avLst/>
            <a:gdLst/>
            <a:ahLst/>
            <a:rect l="l" t="t" r="r" b="b"/>
            <a:pathLst>
              <a:path w="58" h="116">
                <a:moveTo>
                  <a:pt x="43" y="62"/>
                </a:moveTo>
                <a:cubicBezTo>
                  <a:pt x="43" y="50"/>
                  <a:pt x="43" y="50"/>
                  <a:pt x="43" y="50"/>
                </a:cubicBezTo>
                <a:cubicBezTo>
                  <a:pt x="43" y="14"/>
                  <a:pt x="43" y="14"/>
                  <a:pt x="43" y="14"/>
                </a:cubicBezTo>
                <a:cubicBezTo>
                  <a:pt x="43" y="6"/>
                  <a:pt x="37" y="0"/>
                  <a:pt x="29" y="0"/>
                </a:cubicBezTo>
                <a:cubicBezTo>
                  <a:pt x="21" y="0"/>
                  <a:pt x="14" y="6"/>
                  <a:pt x="14" y="14"/>
                </a:cubicBezTo>
                <a:cubicBezTo>
                  <a:pt x="14" y="50"/>
                  <a:pt x="14" y="50"/>
                  <a:pt x="14" y="50"/>
                </a:cubicBezTo>
                <a:cubicBezTo>
                  <a:pt x="14" y="62"/>
                  <a:pt x="14" y="62"/>
                  <a:pt x="14" y="62"/>
                </a:cubicBezTo>
                <a:cubicBezTo>
                  <a:pt x="5" y="67"/>
                  <a:pt x="0" y="76"/>
                  <a:pt x="0" y="87"/>
                </a:cubicBezTo>
                <a:cubicBezTo>
                  <a:pt x="0" y="103"/>
                  <a:pt x="13" y="116"/>
                  <a:pt x="29" y="116"/>
                </a:cubicBezTo>
                <a:cubicBezTo>
                  <a:pt x="45" y="116"/>
                  <a:pt x="58" y="103"/>
                  <a:pt x="58" y="87"/>
                </a:cubicBezTo>
                <a:cubicBezTo>
                  <a:pt x="58" y="76"/>
                  <a:pt x="52" y="67"/>
                  <a:pt x="43" y="62"/>
                </a:cubicBezTo>
                <a:close/>
                <a:moveTo>
                  <a:pt x="21" y="43"/>
                </a:moveTo>
                <a:cubicBezTo>
                  <a:pt x="29" y="43"/>
                  <a:pt x="29" y="43"/>
                  <a:pt x="29" y="43"/>
                </a:cubicBezTo>
                <a:cubicBezTo>
                  <a:pt x="29" y="36"/>
                  <a:pt x="29" y="36"/>
                  <a:pt x="29" y="36"/>
                </a:cubicBezTo>
                <a:cubicBezTo>
                  <a:pt x="21" y="36"/>
                  <a:pt x="21" y="36"/>
                  <a:pt x="21" y="36"/>
                </a:cubicBezTo>
                <a:cubicBezTo>
                  <a:pt x="21" y="29"/>
                  <a:pt x="21" y="29"/>
                  <a:pt x="21" y="29"/>
                </a:cubicBezTo>
                <a:cubicBezTo>
                  <a:pt x="29" y="29"/>
                  <a:pt x="29" y="29"/>
                  <a:pt x="29" y="29"/>
                </a:cubicBezTo>
                <a:cubicBezTo>
                  <a:pt x="29" y="21"/>
                  <a:pt x="29" y="21"/>
                  <a:pt x="29" y="21"/>
                </a:cubicBezTo>
                <a:cubicBezTo>
                  <a:pt x="21" y="21"/>
                  <a:pt x="21" y="21"/>
                  <a:pt x="21" y="21"/>
                </a:cubicBezTo>
                <a:cubicBezTo>
                  <a:pt x="21" y="14"/>
                  <a:pt x="21" y="14"/>
                  <a:pt x="21" y="14"/>
                </a:cubicBezTo>
                <a:cubicBezTo>
                  <a:pt x="21" y="10"/>
                  <a:pt x="25" y="7"/>
                  <a:pt x="29" y="7"/>
                </a:cubicBezTo>
                <a:cubicBezTo>
                  <a:pt x="33" y="7"/>
                  <a:pt x="36" y="10"/>
                  <a:pt x="36" y="14"/>
                </a:cubicBezTo>
                <a:cubicBezTo>
                  <a:pt x="36" y="50"/>
                  <a:pt x="36" y="50"/>
                  <a:pt x="36" y="50"/>
                </a:cubicBezTo>
                <a:cubicBezTo>
                  <a:pt x="21" y="50"/>
                  <a:pt x="21" y="50"/>
                  <a:pt x="21" y="50"/>
                </a:cubicBezTo>
                <a:lnTo>
                  <a:pt x="21" y="43"/>
                </a:lnTo>
                <a:close/>
                <a:moveTo>
                  <a:pt x="29" y="108"/>
                </a:moveTo>
                <a:cubicBezTo>
                  <a:pt x="17" y="108"/>
                  <a:pt x="7" y="99"/>
                  <a:pt x="7" y="87"/>
                </a:cubicBezTo>
                <a:cubicBezTo>
                  <a:pt x="7" y="85"/>
                  <a:pt x="7" y="84"/>
                  <a:pt x="7" y="83"/>
                </a:cubicBezTo>
                <a:cubicBezTo>
                  <a:pt x="9" y="93"/>
                  <a:pt x="18" y="101"/>
                  <a:pt x="29" y="101"/>
                </a:cubicBezTo>
                <a:cubicBezTo>
                  <a:pt x="39" y="101"/>
                  <a:pt x="48" y="93"/>
                  <a:pt x="50" y="83"/>
                </a:cubicBezTo>
                <a:cubicBezTo>
                  <a:pt x="50" y="84"/>
                  <a:pt x="50" y="85"/>
                  <a:pt x="50" y="87"/>
                </a:cubicBezTo>
                <a:cubicBezTo>
                  <a:pt x="50" y="99"/>
                  <a:pt x="41" y="108"/>
                  <a:pt x="29" y="10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57" name="Freeform 153"/>
          <p:cNvSpPr/>
          <p:nvPr/>
        </p:nvSpPr>
        <p:spPr>
          <a:xfrm>
            <a:off x="2687760" y="3600360"/>
            <a:ext cx="274680" cy="293760"/>
          </a:xfrm>
          <a:custGeom>
            <a:avLst/>
            <a:gdLst/>
            <a:ahLst/>
            <a:rect l="l" t="t" r="r" b="b"/>
            <a:pathLst>
              <a:path w="109" h="116">
                <a:moveTo>
                  <a:pt x="58" y="7"/>
                </a:moveTo>
                <a:cubicBezTo>
                  <a:pt x="58" y="3"/>
                  <a:pt x="58" y="3"/>
                  <a:pt x="58" y="3"/>
                </a:cubicBezTo>
                <a:cubicBezTo>
                  <a:pt x="58" y="1"/>
                  <a:pt x="57" y="0"/>
                  <a:pt x="55" y="0"/>
                </a:cubicBezTo>
                <a:cubicBezTo>
                  <a:pt x="53" y="0"/>
                  <a:pt x="51" y="1"/>
                  <a:pt x="51" y="3"/>
                </a:cubicBezTo>
                <a:cubicBezTo>
                  <a:pt x="51" y="7"/>
                  <a:pt x="51" y="7"/>
                  <a:pt x="51" y="7"/>
                </a:cubicBezTo>
                <a:cubicBezTo>
                  <a:pt x="23" y="9"/>
                  <a:pt x="0" y="32"/>
                  <a:pt x="0" y="61"/>
                </a:cubicBezTo>
                <a:cubicBezTo>
                  <a:pt x="0" y="62"/>
                  <a:pt x="0" y="64"/>
                  <a:pt x="0" y="65"/>
                </a:cubicBezTo>
                <a:cubicBezTo>
                  <a:pt x="1" y="65"/>
                  <a:pt x="1" y="65"/>
                  <a:pt x="1" y="65"/>
                </a:cubicBezTo>
                <a:cubicBezTo>
                  <a:pt x="2" y="57"/>
                  <a:pt x="10" y="50"/>
                  <a:pt x="18" y="50"/>
                </a:cubicBezTo>
                <a:cubicBezTo>
                  <a:pt x="27" y="50"/>
                  <a:pt x="35" y="57"/>
                  <a:pt x="36" y="65"/>
                </a:cubicBezTo>
                <a:cubicBezTo>
                  <a:pt x="37" y="65"/>
                  <a:pt x="37" y="65"/>
                  <a:pt x="37" y="65"/>
                </a:cubicBezTo>
                <a:cubicBezTo>
                  <a:pt x="38" y="58"/>
                  <a:pt x="44" y="52"/>
                  <a:pt x="51" y="51"/>
                </a:cubicBezTo>
                <a:cubicBezTo>
                  <a:pt x="51" y="90"/>
                  <a:pt x="51" y="90"/>
                  <a:pt x="51" y="90"/>
                </a:cubicBezTo>
                <a:cubicBezTo>
                  <a:pt x="51" y="108"/>
                  <a:pt x="47" y="108"/>
                  <a:pt x="40" y="108"/>
                </a:cubicBezTo>
                <a:cubicBezTo>
                  <a:pt x="29" y="108"/>
                  <a:pt x="29" y="105"/>
                  <a:pt x="29" y="98"/>
                </a:cubicBezTo>
                <a:cubicBezTo>
                  <a:pt x="29" y="96"/>
                  <a:pt x="28" y="94"/>
                  <a:pt x="26" y="94"/>
                </a:cubicBezTo>
                <a:cubicBezTo>
                  <a:pt x="24" y="94"/>
                  <a:pt x="22" y="96"/>
                  <a:pt x="22" y="98"/>
                </a:cubicBezTo>
                <a:cubicBezTo>
                  <a:pt x="22" y="105"/>
                  <a:pt x="22" y="116"/>
                  <a:pt x="40" y="116"/>
                </a:cubicBezTo>
                <a:cubicBezTo>
                  <a:pt x="50" y="116"/>
                  <a:pt x="58" y="114"/>
                  <a:pt x="58" y="90"/>
                </a:cubicBezTo>
                <a:cubicBezTo>
                  <a:pt x="58" y="51"/>
                  <a:pt x="58" y="51"/>
                  <a:pt x="58" y="51"/>
                </a:cubicBezTo>
                <a:cubicBezTo>
                  <a:pt x="65" y="52"/>
                  <a:pt x="71" y="58"/>
                  <a:pt x="73" y="65"/>
                </a:cubicBezTo>
                <a:cubicBezTo>
                  <a:pt x="73" y="65"/>
                  <a:pt x="73" y="65"/>
                  <a:pt x="73" y="65"/>
                </a:cubicBezTo>
                <a:cubicBezTo>
                  <a:pt x="75" y="57"/>
                  <a:pt x="82" y="50"/>
                  <a:pt x="91" y="50"/>
                </a:cubicBezTo>
                <a:cubicBezTo>
                  <a:pt x="100" y="50"/>
                  <a:pt x="107" y="57"/>
                  <a:pt x="109" y="65"/>
                </a:cubicBezTo>
                <a:cubicBezTo>
                  <a:pt x="109" y="65"/>
                  <a:pt x="109" y="65"/>
                  <a:pt x="109" y="65"/>
                </a:cubicBezTo>
                <a:cubicBezTo>
                  <a:pt x="109" y="64"/>
                  <a:pt x="109" y="62"/>
                  <a:pt x="109" y="61"/>
                </a:cubicBezTo>
                <a:cubicBezTo>
                  <a:pt x="109" y="32"/>
                  <a:pt x="87" y="9"/>
                  <a:pt x="58" y="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358" name="Group 279" descr=""/>
          <p:cNvPicPr/>
          <p:nvPr/>
        </p:nvPicPr>
        <p:blipFill>
          <a:blip r:embed="rId38"/>
          <a:stretch/>
        </p:blipFill>
        <p:spPr>
          <a:xfrm>
            <a:off x="2084400" y="3054240"/>
            <a:ext cx="293760" cy="249480"/>
          </a:xfrm>
          <a:prstGeom prst="rect">
            <a:avLst/>
          </a:prstGeom>
          <a:ln w="0">
            <a:noFill/>
          </a:ln>
        </p:spPr>
      </p:pic>
      <p:sp>
        <p:nvSpPr>
          <p:cNvPr id="2359" name="Freeform 157"/>
          <p:cNvSpPr/>
          <p:nvPr/>
        </p:nvSpPr>
        <p:spPr>
          <a:xfrm>
            <a:off x="2232000" y="790560"/>
            <a:ext cx="135000" cy="155520"/>
          </a:xfrm>
          <a:custGeom>
            <a:avLst/>
            <a:gdLst/>
            <a:ahLst/>
            <a:rect l="l" t="t" r="r" b="b"/>
            <a:pathLst>
              <a:path w="54" h="62">
                <a:moveTo>
                  <a:pt x="51" y="27"/>
                </a:moveTo>
                <a:cubicBezTo>
                  <a:pt x="35" y="18"/>
                  <a:pt x="35" y="18"/>
                  <a:pt x="35" y="18"/>
                </a:cubicBezTo>
                <a:cubicBezTo>
                  <a:pt x="32" y="16"/>
                  <a:pt x="26" y="13"/>
                  <a:pt x="23" y="11"/>
                </a:cubicBezTo>
                <a:cubicBezTo>
                  <a:pt x="7" y="2"/>
                  <a:pt x="7" y="2"/>
                  <a:pt x="7" y="2"/>
                </a:cubicBezTo>
                <a:cubicBezTo>
                  <a:pt x="3" y="0"/>
                  <a:pt x="0" y="2"/>
                  <a:pt x="0" y="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0"/>
                  <a:pt x="3" y="62"/>
                  <a:pt x="7" y="60"/>
                </a:cubicBezTo>
                <a:cubicBezTo>
                  <a:pt x="22" y="51"/>
                  <a:pt x="22" y="51"/>
                  <a:pt x="22" y="51"/>
                </a:cubicBezTo>
                <a:cubicBezTo>
                  <a:pt x="26" y="49"/>
                  <a:pt x="32" y="46"/>
                  <a:pt x="35" y="44"/>
                </a:cubicBezTo>
                <a:cubicBezTo>
                  <a:pt x="51" y="35"/>
                  <a:pt x="51" y="35"/>
                  <a:pt x="51" y="35"/>
                </a:cubicBezTo>
                <a:cubicBezTo>
                  <a:pt x="54" y="33"/>
                  <a:pt x="54" y="29"/>
                  <a:pt x="51" y="2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60" name="Freeform 158"/>
          <p:cNvSpPr/>
          <p:nvPr/>
        </p:nvSpPr>
        <p:spPr>
          <a:xfrm>
            <a:off x="1003320" y="790560"/>
            <a:ext cx="222120" cy="155520"/>
          </a:xfrm>
          <a:custGeom>
            <a:avLst/>
            <a:gdLst/>
            <a:ahLst/>
            <a:rect l="l" t="t" r="r" b="b"/>
            <a:pathLst>
              <a:path w="88" h="62">
                <a:moveTo>
                  <a:pt x="83" y="2"/>
                </a:moveTo>
                <a:cubicBezTo>
                  <a:pt x="68" y="11"/>
                  <a:pt x="68" y="11"/>
                  <a:pt x="68" y="11"/>
                </a:cubicBezTo>
                <a:cubicBezTo>
                  <a:pt x="65" y="13"/>
                  <a:pt x="58" y="16"/>
                  <a:pt x="55" y="18"/>
                </a:cubicBezTo>
                <a:cubicBezTo>
                  <a:pt x="51" y="20"/>
                  <a:pt x="51" y="20"/>
                  <a:pt x="51" y="20"/>
                </a:cubicBezTo>
                <a:cubicBezTo>
                  <a:pt x="51" y="6"/>
                  <a:pt x="51" y="6"/>
                  <a:pt x="51" y="6"/>
                </a:cubicBezTo>
                <a:cubicBezTo>
                  <a:pt x="51" y="2"/>
                  <a:pt x="49" y="0"/>
                  <a:pt x="46" y="2"/>
                </a:cubicBezTo>
                <a:cubicBezTo>
                  <a:pt x="31" y="11"/>
                  <a:pt x="31" y="11"/>
                  <a:pt x="31" y="11"/>
                </a:cubicBezTo>
                <a:cubicBezTo>
                  <a:pt x="28" y="13"/>
                  <a:pt x="22" y="16"/>
                  <a:pt x="19" y="18"/>
                </a:cubicBezTo>
                <a:cubicBezTo>
                  <a:pt x="3" y="27"/>
                  <a:pt x="3" y="27"/>
                  <a:pt x="3" y="27"/>
                </a:cubicBezTo>
                <a:cubicBezTo>
                  <a:pt x="0" y="29"/>
                  <a:pt x="0" y="33"/>
                  <a:pt x="4" y="35"/>
                </a:cubicBezTo>
                <a:cubicBezTo>
                  <a:pt x="19" y="44"/>
                  <a:pt x="19" y="44"/>
                  <a:pt x="19" y="44"/>
                </a:cubicBezTo>
                <a:cubicBezTo>
                  <a:pt x="22" y="46"/>
                  <a:pt x="28" y="49"/>
                  <a:pt x="32" y="51"/>
                </a:cubicBezTo>
                <a:cubicBezTo>
                  <a:pt x="46" y="60"/>
                  <a:pt x="46" y="60"/>
                  <a:pt x="46" y="60"/>
                </a:cubicBezTo>
                <a:cubicBezTo>
                  <a:pt x="49" y="62"/>
                  <a:pt x="51" y="60"/>
                  <a:pt x="51" y="56"/>
                </a:cubicBezTo>
                <a:cubicBezTo>
                  <a:pt x="51" y="42"/>
                  <a:pt x="51" y="42"/>
                  <a:pt x="51" y="42"/>
                </a:cubicBezTo>
                <a:cubicBezTo>
                  <a:pt x="55" y="44"/>
                  <a:pt x="55" y="44"/>
                  <a:pt x="55" y="44"/>
                </a:cubicBezTo>
                <a:cubicBezTo>
                  <a:pt x="59" y="46"/>
                  <a:pt x="65" y="49"/>
                  <a:pt x="68" y="51"/>
                </a:cubicBezTo>
                <a:cubicBezTo>
                  <a:pt x="83" y="60"/>
                  <a:pt x="83" y="60"/>
                  <a:pt x="83" y="60"/>
                </a:cubicBezTo>
                <a:cubicBezTo>
                  <a:pt x="86" y="62"/>
                  <a:pt x="88" y="60"/>
                  <a:pt x="88" y="56"/>
                </a:cubicBezTo>
                <a:cubicBezTo>
                  <a:pt x="88" y="6"/>
                  <a:pt x="88" y="6"/>
                  <a:pt x="88" y="6"/>
                </a:cubicBezTo>
                <a:cubicBezTo>
                  <a:pt x="88" y="2"/>
                  <a:pt x="86" y="0"/>
                  <a:pt x="83" y="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61" name="Freeform 159"/>
          <p:cNvSpPr/>
          <p:nvPr/>
        </p:nvSpPr>
        <p:spPr>
          <a:xfrm>
            <a:off x="2781360" y="795240"/>
            <a:ext cx="226800" cy="157320"/>
          </a:xfrm>
          <a:custGeom>
            <a:avLst/>
            <a:gdLst/>
            <a:ahLst/>
            <a:rect l="l" t="t" r="r" b="b"/>
            <a:pathLst>
              <a:path w="90" h="62">
                <a:moveTo>
                  <a:pt x="87" y="27"/>
                </a:moveTo>
                <a:cubicBezTo>
                  <a:pt x="71" y="18"/>
                  <a:pt x="71" y="18"/>
                  <a:pt x="71" y="18"/>
                </a:cubicBezTo>
                <a:cubicBezTo>
                  <a:pt x="68" y="16"/>
                  <a:pt x="62" y="13"/>
                  <a:pt x="59" y="11"/>
                </a:cubicBezTo>
                <a:cubicBezTo>
                  <a:pt x="43" y="2"/>
                  <a:pt x="43" y="2"/>
                  <a:pt x="43" y="2"/>
                </a:cubicBezTo>
                <a:cubicBezTo>
                  <a:pt x="39" y="0"/>
                  <a:pt x="36" y="1"/>
                  <a:pt x="36" y="5"/>
                </a:cubicBezTo>
                <a:cubicBezTo>
                  <a:pt x="36" y="20"/>
                  <a:pt x="36" y="20"/>
                  <a:pt x="36" y="20"/>
                </a:cubicBezTo>
                <a:cubicBezTo>
                  <a:pt x="33" y="18"/>
                  <a:pt x="33" y="18"/>
                  <a:pt x="33" y="18"/>
                </a:cubicBezTo>
                <a:cubicBezTo>
                  <a:pt x="30" y="16"/>
                  <a:pt x="25" y="13"/>
                  <a:pt x="21" y="11"/>
                </a:cubicBezTo>
                <a:cubicBezTo>
                  <a:pt x="6" y="2"/>
                  <a:pt x="6" y="2"/>
                  <a:pt x="6" y="2"/>
                </a:cubicBezTo>
                <a:cubicBezTo>
                  <a:pt x="2" y="0"/>
                  <a:pt x="0" y="1"/>
                  <a:pt x="0" y="5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7"/>
                  <a:pt x="0" y="34"/>
                  <a:pt x="0" y="38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0"/>
                  <a:pt x="2" y="62"/>
                  <a:pt x="6" y="60"/>
                </a:cubicBezTo>
                <a:cubicBezTo>
                  <a:pt x="21" y="51"/>
                  <a:pt x="21" y="51"/>
                  <a:pt x="21" y="51"/>
                </a:cubicBezTo>
                <a:cubicBezTo>
                  <a:pt x="25" y="49"/>
                  <a:pt x="30" y="45"/>
                  <a:pt x="33" y="43"/>
                </a:cubicBezTo>
                <a:cubicBezTo>
                  <a:pt x="36" y="42"/>
                  <a:pt x="36" y="42"/>
                  <a:pt x="36" y="42"/>
                </a:cubicBezTo>
                <a:cubicBezTo>
                  <a:pt x="36" y="56"/>
                  <a:pt x="36" y="56"/>
                  <a:pt x="36" y="56"/>
                </a:cubicBezTo>
                <a:cubicBezTo>
                  <a:pt x="36" y="60"/>
                  <a:pt x="39" y="62"/>
                  <a:pt x="43" y="60"/>
                </a:cubicBezTo>
                <a:cubicBezTo>
                  <a:pt x="58" y="51"/>
                  <a:pt x="58" y="51"/>
                  <a:pt x="58" y="51"/>
                </a:cubicBezTo>
                <a:cubicBezTo>
                  <a:pt x="62" y="49"/>
                  <a:pt x="68" y="45"/>
                  <a:pt x="71" y="43"/>
                </a:cubicBezTo>
                <a:cubicBezTo>
                  <a:pt x="87" y="34"/>
                  <a:pt x="87" y="34"/>
                  <a:pt x="87" y="34"/>
                </a:cubicBezTo>
                <a:cubicBezTo>
                  <a:pt x="90" y="32"/>
                  <a:pt x="90" y="29"/>
                  <a:pt x="87" y="2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62" name="Freeform 160"/>
          <p:cNvSpPr/>
          <p:nvPr/>
        </p:nvSpPr>
        <p:spPr>
          <a:xfrm>
            <a:off x="474840" y="795240"/>
            <a:ext cx="145800" cy="157320"/>
          </a:xfrm>
          <a:custGeom>
            <a:avLst/>
            <a:gdLst/>
            <a:ahLst/>
            <a:rect l="l" t="t" r="r" b="b"/>
            <a:pathLst>
              <a:path w="58" h="62">
                <a:moveTo>
                  <a:pt x="52" y="2"/>
                </a:moveTo>
                <a:cubicBezTo>
                  <a:pt x="36" y="11"/>
                  <a:pt x="36" y="11"/>
                  <a:pt x="36" y="11"/>
                </a:cubicBezTo>
                <a:cubicBezTo>
                  <a:pt x="33" y="13"/>
                  <a:pt x="27" y="16"/>
                  <a:pt x="24" y="18"/>
                </a:cubicBezTo>
                <a:cubicBezTo>
                  <a:pt x="14" y="24"/>
                  <a:pt x="14" y="24"/>
                  <a:pt x="14" y="24"/>
                </a:cubicBezTo>
                <a:cubicBezTo>
                  <a:pt x="14" y="6"/>
                  <a:pt x="14" y="6"/>
                  <a:pt x="14" y="6"/>
                </a:cubicBezTo>
                <a:cubicBezTo>
                  <a:pt x="14" y="4"/>
                  <a:pt x="12" y="3"/>
                  <a:pt x="10" y="3"/>
                </a:cubicBezTo>
                <a:cubicBezTo>
                  <a:pt x="3" y="3"/>
                  <a:pt x="3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7"/>
                  <a:pt x="1" y="59"/>
                  <a:pt x="3" y="59"/>
                </a:cubicBezTo>
                <a:cubicBezTo>
                  <a:pt x="10" y="59"/>
                  <a:pt x="10" y="59"/>
                  <a:pt x="10" y="59"/>
                </a:cubicBezTo>
                <a:cubicBezTo>
                  <a:pt x="12" y="59"/>
                  <a:pt x="14" y="57"/>
                  <a:pt x="14" y="55"/>
                </a:cubicBezTo>
                <a:cubicBezTo>
                  <a:pt x="14" y="38"/>
                  <a:pt x="14" y="38"/>
                  <a:pt x="14" y="38"/>
                </a:cubicBezTo>
                <a:cubicBezTo>
                  <a:pt x="24" y="43"/>
                  <a:pt x="24" y="43"/>
                  <a:pt x="24" y="43"/>
                </a:cubicBezTo>
                <a:cubicBezTo>
                  <a:pt x="27" y="45"/>
                  <a:pt x="33" y="49"/>
                  <a:pt x="36" y="51"/>
                </a:cubicBezTo>
                <a:cubicBezTo>
                  <a:pt x="52" y="60"/>
                  <a:pt x="52" y="60"/>
                  <a:pt x="52" y="60"/>
                </a:cubicBezTo>
                <a:cubicBezTo>
                  <a:pt x="55" y="62"/>
                  <a:pt x="58" y="60"/>
                  <a:pt x="58" y="56"/>
                </a:cubicBezTo>
                <a:cubicBezTo>
                  <a:pt x="58" y="5"/>
                  <a:pt x="58" y="5"/>
                  <a:pt x="58" y="5"/>
                </a:cubicBezTo>
                <a:cubicBezTo>
                  <a:pt x="58" y="1"/>
                  <a:pt x="55" y="0"/>
                  <a:pt x="52" y="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63" name="Freeform 161"/>
          <p:cNvSpPr/>
          <p:nvPr/>
        </p:nvSpPr>
        <p:spPr>
          <a:xfrm>
            <a:off x="3400560" y="790560"/>
            <a:ext cx="147600" cy="155520"/>
          </a:xfrm>
          <a:custGeom>
            <a:avLst/>
            <a:gdLst/>
            <a:ahLst/>
            <a:rect l="l" t="t" r="r" b="b"/>
            <a:pathLst>
              <a:path w="58" h="62">
                <a:moveTo>
                  <a:pt x="55" y="3"/>
                </a:moveTo>
                <a:cubicBezTo>
                  <a:pt x="48" y="3"/>
                  <a:pt x="48" y="3"/>
                  <a:pt x="48" y="3"/>
                </a:cubicBezTo>
                <a:cubicBezTo>
                  <a:pt x="46" y="3"/>
                  <a:pt x="44" y="5"/>
                  <a:pt x="44" y="7"/>
                </a:cubicBezTo>
                <a:cubicBezTo>
                  <a:pt x="44" y="24"/>
                  <a:pt x="44" y="24"/>
                  <a:pt x="44" y="24"/>
                </a:cubicBezTo>
                <a:cubicBezTo>
                  <a:pt x="34" y="18"/>
                  <a:pt x="34" y="18"/>
                  <a:pt x="34" y="18"/>
                </a:cubicBezTo>
                <a:cubicBezTo>
                  <a:pt x="31" y="16"/>
                  <a:pt x="25" y="13"/>
                  <a:pt x="22" y="11"/>
                </a:cubicBezTo>
                <a:cubicBezTo>
                  <a:pt x="6" y="2"/>
                  <a:pt x="6" y="2"/>
                  <a:pt x="6" y="2"/>
                </a:cubicBezTo>
                <a:cubicBezTo>
                  <a:pt x="3" y="0"/>
                  <a:pt x="0" y="2"/>
                  <a:pt x="0" y="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0"/>
                  <a:pt x="3" y="62"/>
                  <a:pt x="7" y="60"/>
                </a:cubicBezTo>
                <a:cubicBezTo>
                  <a:pt x="22" y="51"/>
                  <a:pt x="22" y="51"/>
                  <a:pt x="22" y="51"/>
                </a:cubicBezTo>
                <a:cubicBezTo>
                  <a:pt x="25" y="49"/>
                  <a:pt x="31" y="46"/>
                  <a:pt x="34" y="44"/>
                </a:cubicBezTo>
                <a:cubicBezTo>
                  <a:pt x="44" y="38"/>
                  <a:pt x="44" y="38"/>
                  <a:pt x="44" y="38"/>
                </a:cubicBezTo>
                <a:cubicBezTo>
                  <a:pt x="44" y="57"/>
                  <a:pt x="44" y="57"/>
                  <a:pt x="44" y="57"/>
                </a:cubicBezTo>
                <a:cubicBezTo>
                  <a:pt x="44" y="59"/>
                  <a:pt x="46" y="61"/>
                  <a:pt x="48" y="61"/>
                </a:cubicBezTo>
                <a:cubicBezTo>
                  <a:pt x="55" y="61"/>
                  <a:pt x="55" y="61"/>
                  <a:pt x="55" y="61"/>
                </a:cubicBezTo>
                <a:cubicBezTo>
                  <a:pt x="57" y="61"/>
                  <a:pt x="58" y="59"/>
                  <a:pt x="58" y="57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5"/>
                  <a:pt x="57" y="3"/>
                  <a:pt x="55" y="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364" name="Group 276" descr=""/>
          <p:cNvPicPr/>
          <p:nvPr/>
        </p:nvPicPr>
        <p:blipFill>
          <a:blip r:embed="rId39"/>
          <a:stretch/>
        </p:blipFill>
        <p:spPr>
          <a:xfrm>
            <a:off x="1627200" y="798480"/>
            <a:ext cx="146160" cy="165240"/>
          </a:xfrm>
          <a:prstGeom prst="rect">
            <a:avLst/>
          </a:prstGeom>
          <a:ln w="0">
            <a:noFill/>
          </a:ln>
        </p:spPr>
      </p:pic>
      <p:sp>
        <p:nvSpPr>
          <p:cNvPr id="2365" name="Freeform 164"/>
          <p:cNvSpPr/>
          <p:nvPr/>
        </p:nvSpPr>
        <p:spPr>
          <a:xfrm>
            <a:off x="3841920" y="798480"/>
            <a:ext cx="293400" cy="163440"/>
          </a:xfrm>
          <a:custGeom>
            <a:avLst/>
            <a:gdLst/>
            <a:ahLst/>
            <a:rect l="l" t="t" r="r" b="b"/>
            <a:pathLst>
              <a:path w="185" h="103">
                <a:moveTo>
                  <a:pt x="173" y="35"/>
                </a:moveTo>
                <a:lnTo>
                  <a:pt x="173" y="0"/>
                </a:lnTo>
                <a:lnTo>
                  <a:pt x="0" y="0"/>
                </a:lnTo>
                <a:lnTo>
                  <a:pt x="0" y="103"/>
                </a:lnTo>
                <a:lnTo>
                  <a:pt x="173" y="103"/>
                </a:lnTo>
                <a:lnTo>
                  <a:pt x="173" y="81"/>
                </a:lnTo>
                <a:lnTo>
                  <a:pt x="185" y="81"/>
                </a:lnTo>
                <a:lnTo>
                  <a:pt x="185" y="35"/>
                </a:lnTo>
                <a:lnTo>
                  <a:pt x="173" y="35"/>
                </a:lnTo>
                <a:close/>
                <a:moveTo>
                  <a:pt x="150" y="81"/>
                </a:moveTo>
                <a:lnTo>
                  <a:pt x="23" y="81"/>
                </a:lnTo>
                <a:lnTo>
                  <a:pt x="23" y="22"/>
                </a:lnTo>
                <a:lnTo>
                  <a:pt x="150" y="22"/>
                </a:lnTo>
                <a:lnTo>
                  <a:pt x="150" y="8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366" name="Group 285" descr=""/>
          <p:cNvPicPr/>
          <p:nvPr/>
        </p:nvPicPr>
        <p:blipFill>
          <a:blip r:embed="rId40"/>
          <a:stretch/>
        </p:blipFill>
        <p:spPr>
          <a:xfrm>
            <a:off x="4425840" y="798480"/>
            <a:ext cx="292320" cy="165240"/>
          </a:xfrm>
          <a:prstGeom prst="rect">
            <a:avLst/>
          </a:prstGeom>
          <a:ln w="0">
            <a:noFill/>
          </a:ln>
        </p:spPr>
      </p:pic>
      <p:pic>
        <p:nvPicPr>
          <p:cNvPr id="2367" name="Group 286" descr=""/>
          <p:cNvPicPr/>
          <p:nvPr/>
        </p:nvPicPr>
        <p:blipFill>
          <a:blip r:embed="rId41"/>
          <a:stretch/>
        </p:blipFill>
        <p:spPr>
          <a:xfrm>
            <a:off x="5010120" y="798480"/>
            <a:ext cx="293760" cy="165240"/>
          </a:xfrm>
          <a:prstGeom prst="rect">
            <a:avLst/>
          </a:prstGeom>
          <a:ln w="0">
            <a:noFill/>
          </a:ln>
        </p:spPr>
      </p:pic>
      <p:pic>
        <p:nvPicPr>
          <p:cNvPr id="2368" name="Group 287" descr=""/>
          <p:cNvPicPr/>
          <p:nvPr/>
        </p:nvPicPr>
        <p:blipFill>
          <a:blip r:embed="rId42"/>
          <a:stretch/>
        </p:blipFill>
        <p:spPr>
          <a:xfrm>
            <a:off x="5595840" y="798480"/>
            <a:ext cx="292320" cy="165240"/>
          </a:xfrm>
          <a:prstGeom prst="rect">
            <a:avLst/>
          </a:prstGeom>
          <a:ln w="0">
            <a:noFill/>
          </a:ln>
        </p:spPr>
      </p:pic>
      <p:pic>
        <p:nvPicPr>
          <p:cNvPr id="2369" name="Group 289" descr=""/>
          <p:cNvPicPr/>
          <p:nvPr/>
        </p:nvPicPr>
        <p:blipFill>
          <a:blip r:embed="rId43"/>
          <a:stretch/>
        </p:blipFill>
        <p:spPr>
          <a:xfrm>
            <a:off x="7351560" y="669960"/>
            <a:ext cx="255600" cy="293760"/>
          </a:xfrm>
          <a:prstGeom prst="rect">
            <a:avLst/>
          </a:prstGeom>
          <a:ln w="0">
            <a:noFill/>
          </a:ln>
        </p:spPr>
      </p:pic>
      <p:sp>
        <p:nvSpPr>
          <p:cNvPr id="2370" name="Freeform 173"/>
          <p:cNvSpPr/>
          <p:nvPr/>
        </p:nvSpPr>
        <p:spPr>
          <a:xfrm>
            <a:off x="6769080" y="674640"/>
            <a:ext cx="274680" cy="292320"/>
          </a:xfrm>
          <a:custGeom>
            <a:avLst/>
            <a:gdLst/>
            <a:ahLst/>
            <a:rect l="l" t="t" r="r" b="b"/>
            <a:pathLst>
              <a:path w="109" h="116">
                <a:moveTo>
                  <a:pt x="102" y="0"/>
                </a:moveTo>
                <a:cubicBezTo>
                  <a:pt x="15" y="0"/>
                  <a:pt x="15" y="0"/>
                  <a:pt x="15" y="0"/>
                </a:cubicBezTo>
                <a:cubicBezTo>
                  <a:pt x="11" y="0"/>
                  <a:pt x="7" y="3"/>
                  <a:pt x="7" y="7"/>
                </a:cubicBezTo>
                <a:cubicBezTo>
                  <a:pt x="7" y="22"/>
                  <a:pt x="7" y="22"/>
                  <a:pt x="7" y="22"/>
                </a:cubicBezTo>
                <a:cubicBezTo>
                  <a:pt x="18" y="22"/>
                  <a:pt x="18" y="22"/>
                  <a:pt x="18" y="22"/>
                </a:cubicBezTo>
                <a:cubicBezTo>
                  <a:pt x="20" y="22"/>
                  <a:pt x="22" y="24"/>
                  <a:pt x="22" y="26"/>
                </a:cubicBezTo>
                <a:cubicBezTo>
                  <a:pt x="22" y="28"/>
                  <a:pt x="20" y="29"/>
                  <a:pt x="18" y="29"/>
                </a:cubicBezTo>
                <a:cubicBezTo>
                  <a:pt x="4" y="29"/>
                  <a:pt x="4" y="29"/>
                  <a:pt x="4" y="29"/>
                </a:cubicBezTo>
                <a:cubicBezTo>
                  <a:pt x="2" y="29"/>
                  <a:pt x="0" y="31"/>
                  <a:pt x="0" y="33"/>
                </a:cubicBezTo>
                <a:cubicBezTo>
                  <a:pt x="0" y="35"/>
                  <a:pt x="2" y="36"/>
                  <a:pt x="4" y="36"/>
                </a:cubicBezTo>
                <a:cubicBezTo>
                  <a:pt x="7" y="36"/>
                  <a:pt x="7" y="36"/>
                  <a:pt x="7" y="36"/>
                </a:cubicBezTo>
                <a:cubicBezTo>
                  <a:pt x="7" y="51"/>
                  <a:pt x="7" y="51"/>
                  <a:pt x="7" y="51"/>
                </a:cubicBezTo>
                <a:cubicBezTo>
                  <a:pt x="18" y="51"/>
                  <a:pt x="18" y="51"/>
                  <a:pt x="18" y="51"/>
                </a:cubicBezTo>
                <a:cubicBezTo>
                  <a:pt x="20" y="51"/>
                  <a:pt x="22" y="53"/>
                  <a:pt x="22" y="55"/>
                </a:cubicBezTo>
                <a:cubicBezTo>
                  <a:pt x="22" y="57"/>
                  <a:pt x="20" y="58"/>
                  <a:pt x="18" y="58"/>
                </a:cubicBezTo>
                <a:cubicBezTo>
                  <a:pt x="4" y="58"/>
                  <a:pt x="4" y="58"/>
                  <a:pt x="4" y="58"/>
                </a:cubicBezTo>
                <a:cubicBezTo>
                  <a:pt x="2" y="58"/>
                  <a:pt x="0" y="60"/>
                  <a:pt x="0" y="62"/>
                </a:cubicBezTo>
                <a:cubicBezTo>
                  <a:pt x="0" y="64"/>
                  <a:pt x="2" y="66"/>
                  <a:pt x="4" y="66"/>
                </a:cubicBezTo>
                <a:cubicBezTo>
                  <a:pt x="7" y="66"/>
                  <a:pt x="7" y="66"/>
                  <a:pt x="7" y="66"/>
                </a:cubicBezTo>
                <a:cubicBezTo>
                  <a:pt x="7" y="80"/>
                  <a:pt x="7" y="80"/>
                  <a:pt x="7" y="80"/>
                </a:cubicBezTo>
                <a:cubicBezTo>
                  <a:pt x="18" y="80"/>
                  <a:pt x="18" y="80"/>
                  <a:pt x="18" y="80"/>
                </a:cubicBezTo>
                <a:cubicBezTo>
                  <a:pt x="20" y="80"/>
                  <a:pt x="22" y="82"/>
                  <a:pt x="22" y="84"/>
                </a:cubicBezTo>
                <a:cubicBezTo>
                  <a:pt x="22" y="86"/>
                  <a:pt x="20" y="87"/>
                  <a:pt x="18" y="87"/>
                </a:cubicBezTo>
                <a:cubicBezTo>
                  <a:pt x="4" y="87"/>
                  <a:pt x="4" y="87"/>
                  <a:pt x="4" y="87"/>
                </a:cubicBezTo>
                <a:cubicBezTo>
                  <a:pt x="2" y="87"/>
                  <a:pt x="0" y="89"/>
                  <a:pt x="0" y="91"/>
                </a:cubicBezTo>
                <a:cubicBezTo>
                  <a:pt x="0" y="93"/>
                  <a:pt x="2" y="95"/>
                  <a:pt x="4" y="95"/>
                </a:cubicBezTo>
                <a:cubicBezTo>
                  <a:pt x="7" y="95"/>
                  <a:pt x="7" y="95"/>
                  <a:pt x="7" y="95"/>
                </a:cubicBezTo>
                <a:cubicBezTo>
                  <a:pt x="7" y="109"/>
                  <a:pt x="7" y="109"/>
                  <a:pt x="7" y="109"/>
                </a:cubicBezTo>
                <a:cubicBezTo>
                  <a:pt x="7" y="113"/>
                  <a:pt x="11" y="116"/>
                  <a:pt x="15" y="116"/>
                </a:cubicBezTo>
                <a:cubicBezTo>
                  <a:pt x="102" y="116"/>
                  <a:pt x="102" y="116"/>
                  <a:pt x="102" y="116"/>
                </a:cubicBezTo>
                <a:cubicBezTo>
                  <a:pt x="106" y="116"/>
                  <a:pt x="109" y="113"/>
                  <a:pt x="109" y="109"/>
                </a:cubicBezTo>
                <a:cubicBezTo>
                  <a:pt x="109" y="7"/>
                  <a:pt x="109" y="7"/>
                  <a:pt x="109" y="7"/>
                </a:cubicBezTo>
                <a:cubicBezTo>
                  <a:pt x="109" y="3"/>
                  <a:pt x="106" y="0"/>
                  <a:pt x="102" y="0"/>
                </a:cubicBezTo>
                <a:close/>
                <a:moveTo>
                  <a:pt x="87" y="51"/>
                </a:moveTo>
                <a:cubicBezTo>
                  <a:pt x="44" y="51"/>
                  <a:pt x="44" y="51"/>
                  <a:pt x="44" y="51"/>
                </a:cubicBezTo>
                <a:cubicBezTo>
                  <a:pt x="44" y="22"/>
                  <a:pt x="44" y="22"/>
                  <a:pt x="44" y="22"/>
                </a:cubicBezTo>
                <a:cubicBezTo>
                  <a:pt x="87" y="22"/>
                  <a:pt x="87" y="22"/>
                  <a:pt x="87" y="22"/>
                </a:cubicBezTo>
                <a:lnTo>
                  <a:pt x="87" y="5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371" name="Group 288" descr=""/>
          <p:cNvPicPr/>
          <p:nvPr/>
        </p:nvPicPr>
        <p:blipFill>
          <a:blip r:embed="rId44"/>
          <a:stretch/>
        </p:blipFill>
        <p:spPr>
          <a:xfrm>
            <a:off x="6199200" y="669960"/>
            <a:ext cx="280800" cy="293760"/>
          </a:xfrm>
          <a:prstGeom prst="rect">
            <a:avLst/>
          </a:prstGeom>
          <a:ln w="0">
            <a:noFill/>
          </a:ln>
        </p:spPr>
      </p:pic>
      <p:sp>
        <p:nvSpPr>
          <p:cNvPr id="2372" name="Freeform 177"/>
          <p:cNvSpPr/>
          <p:nvPr/>
        </p:nvSpPr>
        <p:spPr>
          <a:xfrm>
            <a:off x="7940520" y="725400"/>
            <a:ext cx="293760" cy="236520"/>
          </a:xfrm>
          <a:custGeom>
            <a:avLst/>
            <a:gdLst/>
            <a:ahLst/>
            <a:rect l="l" t="t" r="r" b="b"/>
            <a:pathLst>
              <a:path w="116" h="94">
                <a:moveTo>
                  <a:pt x="58" y="22"/>
                </a:moveTo>
                <a:cubicBezTo>
                  <a:pt x="58" y="3"/>
                  <a:pt x="17" y="0"/>
                  <a:pt x="0" y="0"/>
                </a:cubicBezTo>
                <a:cubicBezTo>
                  <a:pt x="0" y="80"/>
                  <a:pt x="0" y="80"/>
                  <a:pt x="0" y="80"/>
                </a:cubicBezTo>
                <a:cubicBezTo>
                  <a:pt x="3" y="80"/>
                  <a:pt x="3" y="80"/>
                  <a:pt x="3" y="80"/>
                </a:cubicBezTo>
                <a:cubicBezTo>
                  <a:pt x="5" y="80"/>
                  <a:pt x="6" y="80"/>
                  <a:pt x="7" y="80"/>
                </a:cubicBezTo>
                <a:cubicBezTo>
                  <a:pt x="7" y="87"/>
                  <a:pt x="7" y="87"/>
                  <a:pt x="7" y="87"/>
                </a:cubicBezTo>
                <a:cubicBezTo>
                  <a:pt x="21" y="87"/>
                  <a:pt x="51" y="83"/>
                  <a:pt x="51" y="94"/>
                </a:cubicBezTo>
                <a:cubicBezTo>
                  <a:pt x="65" y="94"/>
                  <a:pt x="65" y="94"/>
                  <a:pt x="65" y="94"/>
                </a:cubicBezTo>
                <a:cubicBezTo>
                  <a:pt x="65" y="83"/>
                  <a:pt x="94" y="87"/>
                  <a:pt x="109" y="87"/>
                </a:cubicBezTo>
                <a:cubicBezTo>
                  <a:pt x="109" y="80"/>
                  <a:pt x="109" y="80"/>
                  <a:pt x="109" y="80"/>
                </a:cubicBezTo>
                <a:cubicBezTo>
                  <a:pt x="110" y="80"/>
                  <a:pt x="111" y="80"/>
                  <a:pt x="112" y="80"/>
                </a:cubicBezTo>
                <a:cubicBezTo>
                  <a:pt x="116" y="80"/>
                  <a:pt x="116" y="80"/>
                  <a:pt x="116" y="80"/>
                </a:cubicBezTo>
                <a:cubicBezTo>
                  <a:pt x="116" y="0"/>
                  <a:pt x="116" y="0"/>
                  <a:pt x="116" y="0"/>
                </a:cubicBezTo>
                <a:cubicBezTo>
                  <a:pt x="98" y="0"/>
                  <a:pt x="58" y="3"/>
                  <a:pt x="58" y="22"/>
                </a:cubicBezTo>
                <a:close/>
                <a:moveTo>
                  <a:pt x="51" y="76"/>
                </a:moveTo>
                <a:cubicBezTo>
                  <a:pt x="40" y="69"/>
                  <a:pt x="20" y="69"/>
                  <a:pt x="7" y="69"/>
                </a:cubicBezTo>
                <a:cubicBezTo>
                  <a:pt x="7" y="7"/>
                  <a:pt x="7" y="7"/>
                  <a:pt x="7" y="7"/>
                </a:cubicBezTo>
                <a:cubicBezTo>
                  <a:pt x="11" y="7"/>
                  <a:pt x="14" y="7"/>
                  <a:pt x="17" y="7"/>
                </a:cubicBezTo>
                <a:cubicBezTo>
                  <a:pt x="19" y="8"/>
                  <a:pt x="19" y="8"/>
                  <a:pt x="19" y="8"/>
                </a:cubicBezTo>
                <a:cubicBezTo>
                  <a:pt x="19" y="8"/>
                  <a:pt x="19" y="8"/>
                  <a:pt x="19" y="8"/>
                </a:cubicBezTo>
                <a:cubicBezTo>
                  <a:pt x="34" y="9"/>
                  <a:pt x="49" y="12"/>
                  <a:pt x="50" y="20"/>
                </a:cubicBezTo>
                <a:cubicBezTo>
                  <a:pt x="51" y="22"/>
                  <a:pt x="51" y="22"/>
                  <a:pt x="51" y="22"/>
                </a:cubicBezTo>
                <a:lnTo>
                  <a:pt x="51" y="76"/>
                </a:lnTo>
                <a:close/>
                <a:moveTo>
                  <a:pt x="109" y="69"/>
                </a:moveTo>
                <a:cubicBezTo>
                  <a:pt x="95" y="69"/>
                  <a:pt x="76" y="69"/>
                  <a:pt x="65" y="76"/>
                </a:cubicBezTo>
                <a:cubicBezTo>
                  <a:pt x="65" y="22"/>
                  <a:pt x="65" y="22"/>
                  <a:pt x="65" y="22"/>
                </a:cubicBezTo>
                <a:cubicBezTo>
                  <a:pt x="65" y="17"/>
                  <a:pt x="73" y="7"/>
                  <a:pt x="109" y="7"/>
                </a:cubicBezTo>
                <a:lnTo>
                  <a:pt x="109" y="6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73" name="Freeform 178"/>
          <p:cNvSpPr/>
          <p:nvPr/>
        </p:nvSpPr>
        <p:spPr>
          <a:xfrm>
            <a:off x="8526600" y="669960"/>
            <a:ext cx="291960" cy="291960"/>
          </a:xfrm>
          <a:custGeom>
            <a:avLst/>
            <a:gdLst/>
            <a:ahLst/>
            <a:rect l="l" t="t" r="r" b="b"/>
            <a:pathLst>
              <a:path w="184" h="184">
                <a:moveTo>
                  <a:pt x="149" y="116"/>
                </a:moveTo>
                <a:lnTo>
                  <a:pt x="149" y="81"/>
                </a:lnTo>
                <a:lnTo>
                  <a:pt x="103" y="81"/>
                </a:lnTo>
                <a:lnTo>
                  <a:pt x="103" y="70"/>
                </a:lnTo>
                <a:lnTo>
                  <a:pt x="138" y="70"/>
                </a:lnTo>
                <a:lnTo>
                  <a:pt x="138" y="0"/>
                </a:lnTo>
                <a:lnTo>
                  <a:pt x="57" y="0"/>
                </a:lnTo>
                <a:lnTo>
                  <a:pt x="57" y="70"/>
                </a:lnTo>
                <a:lnTo>
                  <a:pt x="92" y="70"/>
                </a:lnTo>
                <a:lnTo>
                  <a:pt x="92" y="81"/>
                </a:lnTo>
                <a:lnTo>
                  <a:pt x="35" y="81"/>
                </a:lnTo>
                <a:lnTo>
                  <a:pt x="35" y="116"/>
                </a:lnTo>
                <a:lnTo>
                  <a:pt x="0" y="116"/>
                </a:lnTo>
                <a:lnTo>
                  <a:pt x="0" y="184"/>
                </a:lnTo>
                <a:lnTo>
                  <a:pt x="81" y="184"/>
                </a:lnTo>
                <a:lnTo>
                  <a:pt x="81" y="116"/>
                </a:lnTo>
                <a:lnTo>
                  <a:pt x="46" y="116"/>
                </a:lnTo>
                <a:lnTo>
                  <a:pt x="46" y="92"/>
                </a:lnTo>
                <a:lnTo>
                  <a:pt x="138" y="92"/>
                </a:lnTo>
                <a:lnTo>
                  <a:pt x="138" y="116"/>
                </a:lnTo>
                <a:lnTo>
                  <a:pt x="103" y="116"/>
                </a:lnTo>
                <a:lnTo>
                  <a:pt x="103" y="184"/>
                </a:lnTo>
                <a:lnTo>
                  <a:pt x="184" y="184"/>
                </a:lnTo>
                <a:lnTo>
                  <a:pt x="184" y="116"/>
                </a:lnTo>
                <a:lnTo>
                  <a:pt x="149" y="116"/>
                </a:lnTo>
                <a:close/>
                <a:moveTo>
                  <a:pt x="70" y="127"/>
                </a:moveTo>
                <a:lnTo>
                  <a:pt x="70" y="138"/>
                </a:lnTo>
                <a:lnTo>
                  <a:pt x="11" y="138"/>
                </a:lnTo>
                <a:lnTo>
                  <a:pt x="11" y="127"/>
                </a:lnTo>
                <a:lnTo>
                  <a:pt x="70" y="127"/>
                </a:lnTo>
                <a:close/>
                <a:moveTo>
                  <a:pt x="70" y="23"/>
                </a:moveTo>
                <a:lnTo>
                  <a:pt x="70" y="11"/>
                </a:lnTo>
                <a:lnTo>
                  <a:pt x="127" y="11"/>
                </a:lnTo>
                <a:lnTo>
                  <a:pt x="127" y="23"/>
                </a:lnTo>
                <a:lnTo>
                  <a:pt x="70" y="23"/>
                </a:lnTo>
                <a:close/>
                <a:moveTo>
                  <a:pt x="173" y="138"/>
                </a:moveTo>
                <a:lnTo>
                  <a:pt x="116" y="138"/>
                </a:lnTo>
                <a:lnTo>
                  <a:pt x="116" y="127"/>
                </a:lnTo>
                <a:lnTo>
                  <a:pt x="173" y="127"/>
                </a:lnTo>
                <a:lnTo>
                  <a:pt x="173" y="13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374" name="Group 275" descr=""/>
          <p:cNvPicPr/>
          <p:nvPr/>
        </p:nvPicPr>
        <p:blipFill>
          <a:blip r:embed="rId45"/>
          <a:stretch/>
        </p:blipFill>
        <p:spPr>
          <a:xfrm>
            <a:off x="1500120" y="1255680"/>
            <a:ext cx="292320" cy="291960"/>
          </a:xfrm>
          <a:prstGeom prst="rect">
            <a:avLst/>
          </a:prstGeom>
          <a:ln w="0">
            <a:noFill/>
          </a:ln>
        </p:spPr>
      </p:pic>
      <p:pic>
        <p:nvPicPr>
          <p:cNvPr id="2375" name="Group 265" descr=""/>
          <p:cNvPicPr/>
          <p:nvPr/>
        </p:nvPicPr>
        <p:blipFill>
          <a:blip r:embed="rId46"/>
          <a:stretch/>
        </p:blipFill>
        <p:spPr>
          <a:xfrm>
            <a:off x="328680" y="1255680"/>
            <a:ext cx="293760" cy="291960"/>
          </a:xfrm>
          <a:prstGeom prst="rect">
            <a:avLst/>
          </a:prstGeom>
          <a:ln w="0">
            <a:noFill/>
          </a:ln>
        </p:spPr>
      </p:pic>
      <p:pic>
        <p:nvPicPr>
          <p:cNvPr id="2376" name="Group 277" descr=""/>
          <p:cNvPicPr/>
          <p:nvPr/>
        </p:nvPicPr>
        <p:blipFill>
          <a:blip r:embed="rId47"/>
          <a:stretch/>
        </p:blipFill>
        <p:spPr>
          <a:xfrm>
            <a:off x="2084400" y="1255680"/>
            <a:ext cx="293760" cy="291960"/>
          </a:xfrm>
          <a:prstGeom prst="rect">
            <a:avLst/>
          </a:prstGeom>
          <a:ln w="0">
            <a:noFill/>
          </a:ln>
        </p:spPr>
      </p:pic>
      <p:pic>
        <p:nvPicPr>
          <p:cNvPr id="2377" name="Group 330" descr=""/>
          <p:cNvPicPr/>
          <p:nvPr/>
        </p:nvPicPr>
        <p:blipFill>
          <a:blip r:embed="rId48"/>
          <a:stretch/>
        </p:blipFill>
        <p:spPr>
          <a:xfrm>
            <a:off x="914400" y="1255680"/>
            <a:ext cx="291960" cy="291960"/>
          </a:xfrm>
          <a:prstGeom prst="rect">
            <a:avLst/>
          </a:prstGeom>
          <a:ln w="0">
            <a:noFill/>
          </a:ln>
        </p:spPr>
      </p:pic>
      <p:sp>
        <p:nvSpPr>
          <p:cNvPr id="2378" name="Freeform 201"/>
          <p:cNvSpPr/>
          <p:nvPr/>
        </p:nvSpPr>
        <p:spPr>
          <a:xfrm>
            <a:off x="5011560" y="1254240"/>
            <a:ext cx="292320" cy="257040"/>
          </a:xfrm>
          <a:custGeom>
            <a:avLst/>
            <a:gdLst/>
            <a:ahLst/>
            <a:rect l="l" t="t" r="r" b="b"/>
            <a:pathLst>
              <a:path w="116" h="102">
                <a:moveTo>
                  <a:pt x="107" y="70"/>
                </a:moveTo>
                <a:cubicBezTo>
                  <a:pt x="66" y="47"/>
                  <a:pt x="66" y="47"/>
                  <a:pt x="66" y="47"/>
                </a:cubicBezTo>
                <a:cubicBezTo>
                  <a:pt x="66" y="45"/>
                  <a:pt x="67" y="42"/>
                  <a:pt x="69" y="41"/>
                </a:cubicBezTo>
                <a:cubicBezTo>
                  <a:pt x="76" y="37"/>
                  <a:pt x="80" y="30"/>
                  <a:pt x="80" y="22"/>
                </a:cubicBezTo>
                <a:cubicBezTo>
                  <a:pt x="80" y="10"/>
                  <a:pt x="70" y="0"/>
                  <a:pt x="58" y="0"/>
                </a:cubicBezTo>
                <a:cubicBezTo>
                  <a:pt x="46" y="0"/>
                  <a:pt x="37" y="10"/>
                  <a:pt x="37" y="22"/>
                </a:cubicBezTo>
                <a:cubicBezTo>
                  <a:pt x="37" y="26"/>
                  <a:pt x="40" y="29"/>
                  <a:pt x="44" y="29"/>
                </a:cubicBezTo>
                <a:cubicBezTo>
                  <a:pt x="48" y="29"/>
                  <a:pt x="51" y="26"/>
                  <a:pt x="51" y="22"/>
                </a:cubicBezTo>
                <a:cubicBezTo>
                  <a:pt x="51" y="18"/>
                  <a:pt x="54" y="15"/>
                  <a:pt x="58" y="15"/>
                </a:cubicBezTo>
                <a:cubicBezTo>
                  <a:pt x="62" y="15"/>
                  <a:pt x="66" y="18"/>
                  <a:pt x="66" y="22"/>
                </a:cubicBezTo>
                <a:cubicBezTo>
                  <a:pt x="66" y="25"/>
                  <a:pt x="64" y="27"/>
                  <a:pt x="62" y="28"/>
                </a:cubicBezTo>
                <a:cubicBezTo>
                  <a:pt x="55" y="32"/>
                  <a:pt x="51" y="39"/>
                  <a:pt x="51" y="47"/>
                </a:cubicBezTo>
                <a:cubicBezTo>
                  <a:pt x="10" y="70"/>
                  <a:pt x="10" y="70"/>
                  <a:pt x="10" y="70"/>
                </a:cubicBezTo>
                <a:cubicBezTo>
                  <a:pt x="4" y="74"/>
                  <a:pt x="0" y="81"/>
                  <a:pt x="0" y="87"/>
                </a:cubicBezTo>
                <a:cubicBezTo>
                  <a:pt x="0" y="95"/>
                  <a:pt x="7" y="102"/>
                  <a:pt x="15" y="102"/>
                </a:cubicBezTo>
                <a:cubicBezTo>
                  <a:pt x="102" y="102"/>
                  <a:pt x="102" y="102"/>
                  <a:pt x="102" y="102"/>
                </a:cubicBezTo>
                <a:cubicBezTo>
                  <a:pt x="110" y="102"/>
                  <a:pt x="116" y="95"/>
                  <a:pt x="116" y="87"/>
                </a:cubicBezTo>
                <a:cubicBezTo>
                  <a:pt x="116" y="81"/>
                  <a:pt x="112" y="74"/>
                  <a:pt x="107" y="70"/>
                </a:cubicBezTo>
                <a:close/>
                <a:moveTo>
                  <a:pt x="15" y="87"/>
                </a:moveTo>
                <a:cubicBezTo>
                  <a:pt x="15" y="86"/>
                  <a:pt x="16" y="83"/>
                  <a:pt x="17" y="83"/>
                </a:cubicBezTo>
                <a:cubicBezTo>
                  <a:pt x="58" y="60"/>
                  <a:pt x="58" y="60"/>
                  <a:pt x="58" y="60"/>
                </a:cubicBezTo>
                <a:cubicBezTo>
                  <a:pt x="99" y="82"/>
                  <a:pt x="99" y="82"/>
                  <a:pt x="99" y="82"/>
                </a:cubicBezTo>
                <a:cubicBezTo>
                  <a:pt x="100" y="83"/>
                  <a:pt x="102" y="86"/>
                  <a:pt x="102" y="87"/>
                </a:cubicBezTo>
                <a:lnTo>
                  <a:pt x="15" y="8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79" name="Freeform 202"/>
          <p:cNvSpPr/>
          <p:nvPr/>
        </p:nvSpPr>
        <p:spPr>
          <a:xfrm>
            <a:off x="5599080" y="1274760"/>
            <a:ext cx="291960" cy="255600"/>
          </a:xfrm>
          <a:custGeom>
            <a:avLst/>
            <a:gdLst/>
            <a:ahLst/>
            <a:rect l="l" t="t" r="r" b="b"/>
            <a:pathLst>
              <a:path w="116" h="101">
                <a:moveTo>
                  <a:pt x="87" y="69"/>
                </a:moveTo>
                <a:cubicBezTo>
                  <a:pt x="87" y="46"/>
                  <a:pt x="87" y="28"/>
                  <a:pt x="93" y="10"/>
                </a:cubicBezTo>
                <a:cubicBezTo>
                  <a:pt x="93" y="8"/>
                  <a:pt x="93" y="6"/>
                  <a:pt x="91" y="6"/>
                </a:cubicBezTo>
                <a:cubicBezTo>
                  <a:pt x="86" y="4"/>
                  <a:pt x="74" y="0"/>
                  <a:pt x="58" y="0"/>
                </a:cubicBezTo>
                <a:cubicBezTo>
                  <a:pt x="42" y="0"/>
                  <a:pt x="30" y="4"/>
                  <a:pt x="24" y="6"/>
                </a:cubicBezTo>
                <a:cubicBezTo>
                  <a:pt x="23" y="6"/>
                  <a:pt x="22" y="8"/>
                  <a:pt x="22" y="10"/>
                </a:cubicBezTo>
                <a:cubicBezTo>
                  <a:pt x="28" y="28"/>
                  <a:pt x="28" y="46"/>
                  <a:pt x="29" y="69"/>
                </a:cubicBezTo>
                <a:cubicBezTo>
                  <a:pt x="11" y="66"/>
                  <a:pt x="0" y="63"/>
                  <a:pt x="0" y="72"/>
                </a:cubicBezTo>
                <a:cubicBezTo>
                  <a:pt x="0" y="78"/>
                  <a:pt x="7" y="87"/>
                  <a:pt x="21" y="94"/>
                </a:cubicBezTo>
                <a:cubicBezTo>
                  <a:pt x="30" y="98"/>
                  <a:pt x="43" y="101"/>
                  <a:pt x="58" y="101"/>
                </a:cubicBezTo>
                <a:cubicBezTo>
                  <a:pt x="72" y="101"/>
                  <a:pt x="85" y="98"/>
                  <a:pt x="94" y="94"/>
                </a:cubicBezTo>
                <a:cubicBezTo>
                  <a:pt x="108" y="87"/>
                  <a:pt x="116" y="77"/>
                  <a:pt x="116" y="72"/>
                </a:cubicBezTo>
                <a:cubicBezTo>
                  <a:pt x="116" y="63"/>
                  <a:pt x="104" y="66"/>
                  <a:pt x="87" y="69"/>
                </a:cubicBezTo>
                <a:close/>
                <a:moveTo>
                  <a:pt x="43" y="13"/>
                </a:moveTo>
                <a:cubicBezTo>
                  <a:pt x="43" y="13"/>
                  <a:pt x="43" y="13"/>
                  <a:pt x="43" y="13"/>
                </a:cubicBezTo>
                <a:cubicBezTo>
                  <a:pt x="47" y="27"/>
                  <a:pt x="48" y="42"/>
                  <a:pt x="48" y="59"/>
                </a:cubicBezTo>
                <a:cubicBezTo>
                  <a:pt x="48" y="63"/>
                  <a:pt x="48" y="67"/>
                  <a:pt x="48" y="71"/>
                </a:cubicBezTo>
                <a:cubicBezTo>
                  <a:pt x="46" y="71"/>
                  <a:pt x="36" y="71"/>
                  <a:pt x="34" y="70"/>
                </a:cubicBezTo>
                <a:cubicBezTo>
                  <a:pt x="34" y="67"/>
                  <a:pt x="34" y="63"/>
                  <a:pt x="34" y="59"/>
                </a:cubicBezTo>
                <a:cubicBezTo>
                  <a:pt x="34" y="42"/>
                  <a:pt x="33" y="28"/>
                  <a:pt x="29" y="13"/>
                </a:cubicBezTo>
                <a:cubicBezTo>
                  <a:pt x="29" y="11"/>
                  <a:pt x="29" y="11"/>
                  <a:pt x="29" y="11"/>
                </a:cubicBezTo>
                <a:cubicBezTo>
                  <a:pt x="31" y="12"/>
                  <a:pt x="40" y="12"/>
                  <a:pt x="43" y="13"/>
                </a:cubicBezTo>
                <a:close/>
                <a:moveTo>
                  <a:pt x="110" y="76"/>
                </a:moveTo>
                <a:cubicBezTo>
                  <a:pt x="109" y="77"/>
                  <a:pt x="109" y="77"/>
                  <a:pt x="109" y="77"/>
                </a:cubicBezTo>
                <a:cubicBezTo>
                  <a:pt x="105" y="80"/>
                  <a:pt x="100" y="84"/>
                  <a:pt x="94" y="87"/>
                </a:cubicBezTo>
                <a:cubicBezTo>
                  <a:pt x="85" y="91"/>
                  <a:pt x="71" y="94"/>
                  <a:pt x="58" y="94"/>
                </a:cubicBezTo>
                <a:cubicBezTo>
                  <a:pt x="44" y="94"/>
                  <a:pt x="30" y="91"/>
                  <a:pt x="21" y="87"/>
                </a:cubicBezTo>
                <a:cubicBezTo>
                  <a:pt x="15" y="84"/>
                  <a:pt x="10" y="80"/>
                  <a:pt x="6" y="77"/>
                </a:cubicBezTo>
                <a:cubicBezTo>
                  <a:pt x="6" y="76"/>
                  <a:pt x="6" y="76"/>
                  <a:pt x="6" y="76"/>
                </a:cubicBezTo>
                <a:cubicBezTo>
                  <a:pt x="6" y="76"/>
                  <a:pt x="6" y="76"/>
                  <a:pt x="6" y="76"/>
                </a:cubicBezTo>
                <a:cubicBezTo>
                  <a:pt x="6" y="74"/>
                  <a:pt x="7" y="73"/>
                  <a:pt x="8" y="72"/>
                </a:cubicBezTo>
                <a:cubicBezTo>
                  <a:pt x="10" y="71"/>
                  <a:pt x="12" y="71"/>
                  <a:pt x="13" y="72"/>
                </a:cubicBezTo>
                <a:cubicBezTo>
                  <a:pt x="16" y="74"/>
                  <a:pt x="19" y="76"/>
                  <a:pt x="22" y="78"/>
                </a:cubicBezTo>
                <a:cubicBezTo>
                  <a:pt x="31" y="82"/>
                  <a:pt x="44" y="85"/>
                  <a:pt x="58" y="85"/>
                </a:cubicBezTo>
                <a:cubicBezTo>
                  <a:pt x="71" y="85"/>
                  <a:pt x="84" y="82"/>
                  <a:pt x="93" y="78"/>
                </a:cubicBezTo>
                <a:cubicBezTo>
                  <a:pt x="97" y="76"/>
                  <a:pt x="100" y="74"/>
                  <a:pt x="103" y="72"/>
                </a:cubicBezTo>
                <a:cubicBezTo>
                  <a:pt x="104" y="71"/>
                  <a:pt x="106" y="71"/>
                  <a:pt x="107" y="72"/>
                </a:cubicBezTo>
                <a:cubicBezTo>
                  <a:pt x="109" y="72"/>
                  <a:pt x="110" y="74"/>
                  <a:pt x="110" y="75"/>
                </a:cubicBezTo>
                <a:lnTo>
                  <a:pt x="110" y="7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380" name="Group 294" descr=""/>
          <p:cNvPicPr/>
          <p:nvPr/>
        </p:nvPicPr>
        <p:blipFill>
          <a:blip r:embed="rId49"/>
          <a:stretch/>
        </p:blipFill>
        <p:spPr>
          <a:xfrm>
            <a:off x="6199200" y="1274760"/>
            <a:ext cx="280800" cy="272880"/>
          </a:xfrm>
          <a:prstGeom prst="rect">
            <a:avLst/>
          </a:prstGeom>
          <a:ln w="0">
            <a:noFill/>
          </a:ln>
        </p:spPr>
      </p:pic>
      <p:pic>
        <p:nvPicPr>
          <p:cNvPr id="2381" name="Group 283" descr=""/>
          <p:cNvPicPr/>
          <p:nvPr/>
        </p:nvPicPr>
        <p:blipFill>
          <a:blip r:embed="rId50"/>
          <a:stretch/>
        </p:blipFill>
        <p:spPr>
          <a:xfrm>
            <a:off x="3840120" y="1255680"/>
            <a:ext cx="293760" cy="291960"/>
          </a:xfrm>
          <a:prstGeom prst="rect">
            <a:avLst/>
          </a:prstGeom>
          <a:ln w="0">
            <a:noFill/>
          </a:ln>
        </p:spPr>
      </p:pic>
      <p:pic>
        <p:nvPicPr>
          <p:cNvPr id="2382" name="Group 284" descr=""/>
          <p:cNvPicPr/>
          <p:nvPr/>
        </p:nvPicPr>
        <p:blipFill>
          <a:blip r:embed="rId51"/>
          <a:stretch/>
        </p:blipFill>
        <p:spPr>
          <a:xfrm>
            <a:off x="4425840" y="1255680"/>
            <a:ext cx="292320" cy="291960"/>
          </a:xfrm>
          <a:prstGeom prst="rect">
            <a:avLst/>
          </a:prstGeom>
          <a:ln w="0">
            <a:noFill/>
          </a:ln>
        </p:spPr>
      </p:pic>
      <p:pic>
        <p:nvPicPr>
          <p:cNvPr id="2383" name="Group 281" descr=""/>
          <p:cNvPicPr/>
          <p:nvPr/>
        </p:nvPicPr>
        <p:blipFill>
          <a:blip r:embed="rId52"/>
          <a:stretch/>
        </p:blipFill>
        <p:spPr>
          <a:xfrm>
            <a:off x="2670120" y="1255680"/>
            <a:ext cx="274680" cy="291960"/>
          </a:xfrm>
          <a:prstGeom prst="rect">
            <a:avLst/>
          </a:prstGeom>
          <a:ln w="0">
            <a:noFill/>
          </a:ln>
        </p:spPr>
      </p:pic>
      <p:pic>
        <p:nvPicPr>
          <p:cNvPr id="2384" name="Group 282" descr=""/>
          <p:cNvPicPr/>
          <p:nvPr/>
        </p:nvPicPr>
        <p:blipFill>
          <a:blip r:embed="rId53"/>
          <a:stretch/>
        </p:blipFill>
        <p:spPr>
          <a:xfrm>
            <a:off x="3255840" y="1255680"/>
            <a:ext cx="292320" cy="298440"/>
          </a:xfrm>
          <a:prstGeom prst="rect">
            <a:avLst/>
          </a:prstGeom>
          <a:ln w="0">
            <a:noFill/>
          </a:ln>
        </p:spPr>
      </p:pic>
      <p:sp>
        <p:nvSpPr>
          <p:cNvPr id="2385" name="Freeform 223"/>
          <p:cNvSpPr/>
          <p:nvPr/>
        </p:nvSpPr>
        <p:spPr>
          <a:xfrm>
            <a:off x="4427640" y="3013200"/>
            <a:ext cx="291960" cy="291960"/>
          </a:xfrm>
          <a:custGeom>
            <a:avLst/>
            <a:gdLst/>
            <a:ahLst/>
            <a:rect l="l" t="t" r="r" b="b"/>
            <a:pathLst>
              <a:path w="116" h="116">
                <a:moveTo>
                  <a:pt x="116" y="73"/>
                </a:moveTo>
                <a:cubicBezTo>
                  <a:pt x="102" y="70"/>
                  <a:pt x="79" y="78"/>
                  <a:pt x="64" y="89"/>
                </a:cubicBezTo>
                <a:cubicBezTo>
                  <a:pt x="90" y="64"/>
                  <a:pt x="107" y="55"/>
                  <a:pt x="111" y="24"/>
                </a:cubicBezTo>
                <a:cubicBezTo>
                  <a:pt x="87" y="34"/>
                  <a:pt x="73" y="56"/>
                  <a:pt x="64" y="76"/>
                </a:cubicBezTo>
                <a:cubicBezTo>
                  <a:pt x="72" y="48"/>
                  <a:pt x="69" y="19"/>
                  <a:pt x="58" y="0"/>
                </a:cubicBezTo>
                <a:cubicBezTo>
                  <a:pt x="48" y="19"/>
                  <a:pt x="44" y="47"/>
                  <a:pt x="51" y="75"/>
                </a:cubicBezTo>
                <a:cubicBezTo>
                  <a:pt x="43" y="55"/>
                  <a:pt x="28" y="34"/>
                  <a:pt x="5" y="24"/>
                </a:cubicBezTo>
                <a:cubicBezTo>
                  <a:pt x="9" y="55"/>
                  <a:pt x="26" y="64"/>
                  <a:pt x="52" y="89"/>
                </a:cubicBezTo>
                <a:cubicBezTo>
                  <a:pt x="37" y="78"/>
                  <a:pt x="14" y="70"/>
                  <a:pt x="0" y="73"/>
                </a:cubicBezTo>
                <a:cubicBezTo>
                  <a:pt x="6" y="86"/>
                  <a:pt x="26" y="91"/>
                  <a:pt x="48" y="93"/>
                </a:cubicBezTo>
                <a:cubicBezTo>
                  <a:pt x="32" y="97"/>
                  <a:pt x="21" y="97"/>
                  <a:pt x="10" y="104"/>
                </a:cubicBezTo>
                <a:cubicBezTo>
                  <a:pt x="27" y="110"/>
                  <a:pt x="43" y="106"/>
                  <a:pt x="54" y="94"/>
                </a:cubicBezTo>
                <a:cubicBezTo>
                  <a:pt x="51" y="116"/>
                  <a:pt x="51" y="116"/>
                  <a:pt x="51" y="116"/>
                </a:cubicBezTo>
                <a:cubicBezTo>
                  <a:pt x="65" y="116"/>
                  <a:pt x="65" y="116"/>
                  <a:pt x="65" y="116"/>
                </a:cubicBezTo>
                <a:cubicBezTo>
                  <a:pt x="62" y="94"/>
                  <a:pt x="62" y="94"/>
                  <a:pt x="62" y="94"/>
                </a:cubicBezTo>
                <a:cubicBezTo>
                  <a:pt x="73" y="106"/>
                  <a:pt x="89" y="110"/>
                  <a:pt x="106" y="104"/>
                </a:cubicBezTo>
                <a:cubicBezTo>
                  <a:pt x="95" y="97"/>
                  <a:pt x="84" y="97"/>
                  <a:pt x="68" y="93"/>
                </a:cubicBezTo>
                <a:cubicBezTo>
                  <a:pt x="90" y="91"/>
                  <a:pt x="110" y="86"/>
                  <a:pt x="116" y="7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386" name="Group 322" descr=""/>
          <p:cNvPicPr/>
          <p:nvPr/>
        </p:nvPicPr>
        <p:blipFill>
          <a:blip r:embed="rId54"/>
          <a:stretch/>
        </p:blipFill>
        <p:spPr>
          <a:xfrm>
            <a:off x="5005440" y="3011400"/>
            <a:ext cx="298440" cy="292320"/>
          </a:xfrm>
          <a:prstGeom prst="rect">
            <a:avLst/>
          </a:prstGeom>
          <a:ln w="0">
            <a:noFill/>
          </a:ln>
        </p:spPr>
      </p:pic>
      <p:pic>
        <p:nvPicPr>
          <p:cNvPr id="2387" name="Group 323" descr=""/>
          <p:cNvPicPr/>
          <p:nvPr/>
        </p:nvPicPr>
        <p:blipFill>
          <a:blip r:embed="rId55"/>
          <a:stretch/>
        </p:blipFill>
        <p:spPr>
          <a:xfrm>
            <a:off x="5595840" y="3011400"/>
            <a:ext cx="292320" cy="292320"/>
          </a:xfrm>
          <a:prstGeom prst="rect">
            <a:avLst/>
          </a:prstGeom>
          <a:ln w="0">
            <a:noFill/>
          </a:ln>
        </p:spPr>
      </p:pic>
      <p:pic>
        <p:nvPicPr>
          <p:cNvPr id="2388" name="Group 268" descr=""/>
          <p:cNvPicPr/>
          <p:nvPr/>
        </p:nvPicPr>
        <p:blipFill>
          <a:blip r:embed="rId56"/>
          <a:stretch/>
        </p:blipFill>
        <p:spPr>
          <a:xfrm>
            <a:off x="950760" y="3011400"/>
            <a:ext cx="255600" cy="292320"/>
          </a:xfrm>
          <a:prstGeom prst="rect">
            <a:avLst/>
          </a:prstGeom>
          <a:ln w="0">
            <a:noFill/>
          </a:ln>
        </p:spPr>
      </p:pic>
      <p:sp>
        <p:nvSpPr>
          <p:cNvPr id="2389" name="Freeform 234"/>
          <p:cNvSpPr/>
          <p:nvPr/>
        </p:nvSpPr>
        <p:spPr>
          <a:xfrm>
            <a:off x="3938760" y="4227480"/>
            <a:ext cx="168120" cy="246240"/>
          </a:xfrm>
          <a:custGeom>
            <a:avLst/>
            <a:gdLst/>
            <a:ahLst/>
            <a:rect l="l" t="t" r="r" b="b"/>
            <a:pathLst>
              <a:path w="106" h="155">
                <a:moveTo>
                  <a:pt x="16" y="155"/>
                </a:moveTo>
                <a:lnTo>
                  <a:pt x="106" y="77"/>
                </a:lnTo>
                <a:lnTo>
                  <a:pt x="16" y="0"/>
                </a:lnTo>
                <a:lnTo>
                  <a:pt x="0" y="17"/>
                </a:lnTo>
                <a:lnTo>
                  <a:pt x="71" y="77"/>
                </a:lnTo>
                <a:lnTo>
                  <a:pt x="0" y="138"/>
                </a:lnTo>
                <a:lnTo>
                  <a:pt x="16" y="15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90" name="Freeform 235"/>
          <p:cNvSpPr/>
          <p:nvPr/>
        </p:nvSpPr>
        <p:spPr>
          <a:xfrm>
            <a:off x="3300480" y="4227480"/>
            <a:ext cx="168120" cy="246240"/>
          </a:xfrm>
          <a:custGeom>
            <a:avLst/>
            <a:gdLst/>
            <a:ahLst/>
            <a:rect l="l" t="t" r="r" b="b"/>
            <a:pathLst>
              <a:path w="106" h="155">
                <a:moveTo>
                  <a:pt x="90" y="155"/>
                </a:moveTo>
                <a:lnTo>
                  <a:pt x="106" y="138"/>
                </a:lnTo>
                <a:lnTo>
                  <a:pt x="36" y="77"/>
                </a:lnTo>
                <a:lnTo>
                  <a:pt x="106" y="17"/>
                </a:lnTo>
                <a:lnTo>
                  <a:pt x="90" y="0"/>
                </a:lnTo>
                <a:lnTo>
                  <a:pt x="0" y="77"/>
                </a:lnTo>
                <a:lnTo>
                  <a:pt x="90" y="15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91" name="Freeform 236"/>
          <p:cNvSpPr/>
          <p:nvPr/>
        </p:nvSpPr>
        <p:spPr>
          <a:xfrm>
            <a:off x="2692440" y="4259160"/>
            <a:ext cx="247680" cy="166680"/>
          </a:xfrm>
          <a:custGeom>
            <a:avLst/>
            <a:gdLst/>
            <a:ahLst/>
            <a:rect l="l" t="t" r="r" b="b"/>
            <a:pathLst>
              <a:path w="156" h="105">
                <a:moveTo>
                  <a:pt x="18" y="105"/>
                </a:moveTo>
                <a:lnTo>
                  <a:pt x="78" y="35"/>
                </a:lnTo>
                <a:lnTo>
                  <a:pt x="138" y="105"/>
                </a:lnTo>
                <a:lnTo>
                  <a:pt x="156" y="91"/>
                </a:lnTo>
                <a:lnTo>
                  <a:pt x="78" y="0"/>
                </a:lnTo>
                <a:lnTo>
                  <a:pt x="0" y="91"/>
                </a:lnTo>
                <a:lnTo>
                  <a:pt x="18" y="10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92" name="Freeform 237"/>
          <p:cNvSpPr/>
          <p:nvPr/>
        </p:nvSpPr>
        <p:spPr>
          <a:xfrm>
            <a:off x="2108160" y="4275000"/>
            <a:ext cx="246240" cy="168480"/>
          </a:xfrm>
          <a:custGeom>
            <a:avLst/>
            <a:gdLst/>
            <a:ahLst/>
            <a:rect l="l" t="t" r="r" b="b"/>
            <a:pathLst>
              <a:path w="155" h="106">
                <a:moveTo>
                  <a:pt x="78" y="106"/>
                </a:moveTo>
                <a:lnTo>
                  <a:pt x="155" y="14"/>
                </a:lnTo>
                <a:lnTo>
                  <a:pt x="138" y="0"/>
                </a:lnTo>
                <a:lnTo>
                  <a:pt x="78" y="70"/>
                </a:lnTo>
                <a:lnTo>
                  <a:pt x="17" y="0"/>
                </a:lnTo>
                <a:lnTo>
                  <a:pt x="0" y="14"/>
                </a:lnTo>
                <a:lnTo>
                  <a:pt x="78" y="10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393" name="Group 307" descr=""/>
          <p:cNvPicPr/>
          <p:nvPr/>
        </p:nvPicPr>
        <p:blipFill>
          <a:blip r:embed="rId57"/>
          <a:stretch/>
        </p:blipFill>
        <p:spPr>
          <a:xfrm>
            <a:off x="6188040" y="4206960"/>
            <a:ext cx="249120" cy="255600"/>
          </a:xfrm>
          <a:prstGeom prst="rect">
            <a:avLst/>
          </a:prstGeom>
          <a:ln w="0">
            <a:noFill/>
          </a:ln>
        </p:spPr>
      </p:pic>
      <p:pic>
        <p:nvPicPr>
          <p:cNvPr id="2394" name="Group 306" descr=""/>
          <p:cNvPicPr/>
          <p:nvPr/>
        </p:nvPicPr>
        <p:blipFill>
          <a:blip r:embed="rId58"/>
          <a:stretch/>
        </p:blipFill>
        <p:spPr>
          <a:xfrm>
            <a:off x="5595840" y="4206960"/>
            <a:ext cx="255600" cy="255600"/>
          </a:xfrm>
          <a:prstGeom prst="rect">
            <a:avLst/>
          </a:prstGeom>
          <a:ln w="0">
            <a:noFill/>
          </a:ln>
        </p:spPr>
      </p:pic>
      <p:pic>
        <p:nvPicPr>
          <p:cNvPr id="2395" name="Group 305" descr=""/>
          <p:cNvPicPr/>
          <p:nvPr/>
        </p:nvPicPr>
        <p:blipFill>
          <a:blip r:embed="rId59"/>
          <a:stretch/>
        </p:blipFill>
        <p:spPr>
          <a:xfrm>
            <a:off x="5010120" y="4206960"/>
            <a:ext cx="257040" cy="255600"/>
          </a:xfrm>
          <a:prstGeom prst="rect">
            <a:avLst/>
          </a:prstGeom>
          <a:ln w="0">
            <a:noFill/>
          </a:ln>
        </p:spPr>
      </p:pic>
      <p:pic>
        <p:nvPicPr>
          <p:cNvPr id="2396" name="Group 304" descr=""/>
          <p:cNvPicPr/>
          <p:nvPr/>
        </p:nvPicPr>
        <p:blipFill>
          <a:blip r:embed="rId60"/>
          <a:stretch/>
        </p:blipFill>
        <p:spPr>
          <a:xfrm>
            <a:off x="4425840" y="4206960"/>
            <a:ext cx="255600" cy="255600"/>
          </a:xfrm>
          <a:prstGeom prst="rect">
            <a:avLst/>
          </a:prstGeom>
          <a:ln w="0">
            <a:noFill/>
          </a:ln>
        </p:spPr>
      </p:pic>
      <p:pic>
        <p:nvPicPr>
          <p:cNvPr id="2397" name="Group 271" descr=""/>
          <p:cNvPicPr/>
          <p:nvPr/>
        </p:nvPicPr>
        <p:blipFill>
          <a:blip r:embed="rId61"/>
          <a:stretch/>
        </p:blipFill>
        <p:spPr>
          <a:xfrm>
            <a:off x="1511280" y="4187880"/>
            <a:ext cx="298440" cy="291960"/>
          </a:xfrm>
          <a:prstGeom prst="rect">
            <a:avLst/>
          </a:prstGeom>
          <a:ln w="0">
            <a:noFill/>
          </a:ln>
        </p:spPr>
      </p:pic>
      <p:pic>
        <p:nvPicPr>
          <p:cNvPr id="2398" name="Group 270" descr=""/>
          <p:cNvPicPr/>
          <p:nvPr/>
        </p:nvPicPr>
        <p:blipFill>
          <a:blip r:embed="rId62"/>
          <a:stretch/>
        </p:blipFill>
        <p:spPr>
          <a:xfrm>
            <a:off x="927000" y="4187880"/>
            <a:ext cx="292320" cy="291960"/>
          </a:xfrm>
          <a:prstGeom prst="rect">
            <a:avLst/>
          </a:prstGeom>
          <a:ln w="0">
            <a:noFill/>
          </a:ln>
        </p:spPr>
      </p:pic>
      <p:pic>
        <p:nvPicPr>
          <p:cNvPr id="2399" name="Group 308" descr=""/>
          <p:cNvPicPr/>
          <p:nvPr/>
        </p:nvPicPr>
        <p:blipFill>
          <a:blip r:embed="rId63"/>
          <a:stretch/>
        </p:blipFill>
        <p:spPr>
          <a:xfrm>
            <a:off x="6765840" y="4218120"/>
            <a:ext cx="263520" cy="261720"/>
          </a:xfrm>
          <a:prstGeom prst="rect">
            <a:avLst/>
          </a:prstGeom>
          <a:ln w="0">
            <a:noFill/>
          </a:ln>
        </p:spPr>
      </p:pic>
      <p:pic>
        <p:nvPicPr>
          <p:cNvPr id="2400" name="Group 309" descr=""/>
          <p:cNvPicPr/>
          <p:nvPr/>
        </p:nvPicPr>
        <p:blipFill>
          <a:blip r:embed="rId64"/>
          <a:stretch/>
        </p:blipFill>
        <p:spPr>
          <a:xfrm>
            <a:off x="7334280" y="4218120"/>
            <a:ext cx="262080" cy="261720"/>
          </a:xfrm>
          <a:prstGeom prst="rect">
            <a:avLst/>
          </a:prstGeom>
          <a:ln w="0">
            <a:noFill/>
          </a:ln>
        </p:spPr>
      </p:pic>
      <p:pic>
        <p:nvPicPr>
          <p:cNvPr id="2401" name="Group 310" descr=""/>
          <p:cNvPicPr/>
          <p:nvPr/>
        </p:nvPicPr>
        <p:blipFill>
          <a:blip r:embed="rId65"/>
          <a:stretch/>
        </p:blipFill>
        <p:spPr>
          <a:xfrm>
            <a:off x="7918560" y="4218120"/>
            <a:ext cx="261720" cy="261720"/>
          </a:xfrm>
          <a:prstGeom prst="rect">
            <a:avLst/>
          </a:prstGeom>
          <a:ln w="0">
            <a:noFill/>
          </a:ln>
        </p:spPr>
      </p:pic>
      <p:pic>
        <p:nvPicPr>
          <p:cNvPr id="2402" name="Group 311" descr=""/>
          <p:cNvPicPr/>
          <p:nvPr/>
        </p:nvPicPr>
        <p:blipFill>
          <a:blip r:embed="rId66"/>
          <a:stretch/>
        </p:blipFill>
        <p:spPr>
          <a:xfrm>
            <a:off x="8528040" y="4218120"/>
            <a:ext cx="255600" cy="26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2015-04-21T22:06:57Z</dcterms:created>
  <dc:creator>Jetfabrik Design</dc:creator>
  <dc:description/>
  <cp:keywords/>
  <dc:language>en-US</dc:language>
  <cp:lastModifiedBy>Иващенко Наталья Владимировна</cp:lastModifiedBy>
  <dcterms:modified xsi:type="dcterms:W3CDTF">2026-03-25T08:56:49Z</dcterms:modified>
  <cp:revision>13</cp:revision>
  <dc:subject/>
  <dc:title>PowerPoint Presentation</dc:title>
</cp:coreProperties>
</file>